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384" r:id="rId2"/>
    <p:sldId id="385" r:id="rId3"/>
    <p:sldId id="312" r:id="rId4"/>
    <p:sldId id="314" r:id="rId5"/>
    <p:sldId id="313" r:id="rId6"/>
    <p:sldId id="283" r:id="rId7"/>
    <p:sldId id="315" r:id="rId8"/>
    <p:sldId id="281" r:id="rId9"/>
    <p:sldId id="300" r:id="rId10"/>
    <p:sldId id="282" r:id="rId11"/>
    <p:sldId id="284" r:id="rId12"/>
    <p:sldId id="301" r:id="rId13"/>
    <p:sldId id="389" r:id="rId14"/>
    <p:sldId id="285" r:id="rId15"/>
    <p:sldId id="287" r:id="rId16"/>
    <p:sldId id="386" r:id="rId17"/>
    <p:sldId id="289" r:id="rId18"/>
    <p:sldId id="317" r:id="rId19"/>
    <p:sldId id="318" r:id="rId20"/>
    <p:sldId id="302" r:id="rId21"/>
    <p:sldId id="303" r:id="rId22"/>
    <p:sldId id="304" r:id="rId23"/>
    <p:sldId id="305" r:id="rId24"/>
    <p:sldId id="390" r:id="rId25"/>
    <p:sldId id="288" r:id="rId26"/>
    <p:sldId id="290" r:id="rId27"/>
    <p:sldId id="291" r:id="rId28"/>
    <p:sldId id="387" r:id="rId29"/>
    <p:sldId id="293" r:id="rId30"/>
    <p:sldId id="306" r:id="rId31"/>
    <p:sldId id="294" r:id="rId32"/>
    <p:sldId id="307" r:id="rId33"/>
    <p:sldId id="308" r:id="rId34"/>
    <p:sldId id="309" r:id="rId35"/>
    <p:sldId id="295" r:id="rId36"/>
    <p:sldId id="296" r:id="rId37"/>
    <p:sldId id="297" r:id="rId38"/>
    <p:sldId id="298" r:id="rId39"/>
    <p:sldId id="388" r:id="rId40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5" autoAdjust="0"/>
  </p:normalViewPr>
  <p:slideViewPr>
    <p:cSldViewPr>
      <p:cViewPr varScale="1">
        <p:scale>
          <a:sx n="99" d="100"/>
          <a:sy n="99" d="100"/>
        </p:scale>
        <p:origin x="126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8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0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1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0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0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0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0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0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0.png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image" Target="../media/image522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0.png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09:02.62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1 205,'2'-6,"1"1,-1-1,1 0,1 1,-1 0,1 0,0 0,0 0,0 1,0-1,1 1,0 0,0 0,0 1,0 0,1 0,-1 0,1 0,0 1,0 0,0 0,0 1,0-1,0 1,0 1,1-1,-1 1,0 0,0 1,1-1,-1 1,0 0,0 1,0-1,0 1,0 1,-1-1,1 1,0 0,-1 0,0 0,0 1,2 2,3 4,-2 2,1-1,-1 1,-1 0,0 0,-1 1,0 0,-1 0,-1 1,0 0,-1-1,0 1,-1 0,0 0,-1 1,-1 2,12 64,-12-81,0-1,1 1,-1-1,0 1,1-1,-1 1,1-1,-1 1,1-1,-1 1,1 0,0-1,-1 1,1 0,-1 0,1-1,0 1,-1 0,1 0,0 0,-1 0,1 0,0 0,-1 0,1 0,0 0,-1 0,1 0,-1 0,1 0,0 1,-1-1,1 0,-1 0,1 1,0-1,-1 0,1 1,-1-1,1 1,-1-1,1 1,-1-1,0 1,1-1,-1 1,1-1,-1 1,0-1,0 1,1 0,-1-1,0 1,0-1,0 1,0 0,0-1,1 1,-1 0,0-1,-1 1,1 0,0-1,0 1,0 0,0-1,-1 1,55-122,-19 25,-15 39,2 0,2 2,6-4,-15 43,-8 29,-6 36,-9 25,5-52,0 0,1 1,1 0,2-1,0 1,1-1,5 22,-5-38,0-1,0 0,0 0,1 0,0 0,-1-1,2 1,-1-1,0 1,1-1,0 0,0-1,0 1,1-1,-1 1,1-1,0-1,-1 1,1-1,0 1,1-2,-1 1,0 0,1-1,-1 0,5 0,5 0,0 0,0-1,0-1,0 0,0-1,0-1,0 0,-1-1,6-2,39-18,-9-2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09:12.2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0,'16'18,"14"20,14 21,8 20,2 16,-3 16,-11 18,-17 18,-25 19,-36 16,-40 15,-7-27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09:04.2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 1755,'-3'-40,"3"0,1 0,2 0,1 0,2 0,2 1,2 0,10-25,-20 60,1 0,-1 0,1 0,0 0,0 0,0 1,0-1,0 0,1 0,0 1,0-1,0 1,0 0,0 0,1 0,0 0,-1 0,1 0,0 0,0 1,1 0,-1-1,0 1,1 1,-1-1,1 0,0 1,-1 0,1-1,0 2,0-1,0 0,0 1,0 0,0 0,0 0,4 0,3 5,-1 0,1 1,-1 0,0 1,0 0,0 0,-1 1,0 0,-1 1,0 0,0 0,-1 1,0 0,-1 0,0 0,-1 1,0 0,0 0,-1 1,-1-1,0 1,0 5,-2-14,0 0,-1 0,1 0,-1 0,0 0,0-1,0 1,0 0,0 0,-1 0,1 0,-1 0,0 0,0 0,0-1,0 1,0 0,-1-1,1 1,-1-1,0 1,1-1,-1 0,0 0,-1 0,1 0,0 0,-1 0,1 0,-1-1,1 0,-1 1,1-1,-1 0,0 0,0 0,0-1,0 1,0-1,1 1,-1-1,0 0,0 0,0 0,1-1,0 1,0-1,0 0,0 0,0 0,0 0,0 0,1 0,-1 0,0 0,1-1,-1 1,1-1,-1 1,1-1,0 0,0 1,0-1,0 0,0 0,0 0,0 0,1 0,-1 0,1 0,-1 0,1 0,0 0,-1 0,1 0,0 0,1 0,-1 0,0-1,1 1,-1 0,1 0,-1 0,1 0,0 1,0-1,0 0,0 0,0 0,0 1,1-1,-1 1,1-1,-1 1,1-1,-1 1,2-1,119-37,-107 34,-1-1,1-1,-1-1,0 0,-1 0,0-1,7-7,-16 12,1 1,-1-1,-1 0,1-1,0 1,-1 0,0-1,0 0,-1 0,1 0,-1 0,0 0,0 0,-1-1,1 1,-1 0,0-1,-1 1,1-1,-1 0,0 1,-1-1,0-1,1 4,-1 0,0 1,-1-1,1 0,0 1,-1-1,1 0,-1 1,0 0,0-1,0 1,0 0,0 0,-1 0,1 0,-1 1,1-1,-1 0,1 1,-1 0,0 0,0 0,0 0,0 0,1 0,-1 1,0 0,0-1,0 1,0 0,0 0,0 1,0-1,0 1,0-1,0 1,0 0,0 0,0 0,1 0,-1 1,0-1,1 1,-1 0,1 0,0 0,0 0,-1 0,0 2,-2 4,1 0,0 0,1 0,0 1,0-1,1 1,0 0,1 0,-1 0,2 0,-1-1,1 1,1 0,0 0,0 0,0 0,1 0,1-1,0 1,2 6,-2-10,0 0,1 0,0-1,-1 1,2-1,-1 1,0-1,1-1,0 1,0-1,0 1,0-1,0-1,1 1,-1-1,1 0,-1 0,1-1,0 1,0-1,0-1,0 1,4-1,9 1,0-2,1 0,-1-1,0-1,0-1,13-5,16-6</inkml:trace>
  <inkml:trace contextRef="#ctx0" brushRef="#br0" timeOffset="609.165">806 1300,'21'-20,"0"0,-2-1,-1-1,0-1,-2-1,-1 0,0-1,-2-1,-1 0,-1 0,-1-2,-2 1,-1-1,-1 0,-1 0,-1-1,-2 1,-1-1,-1 0,-1 0,-4-15,5 37,-1 0,0 0,-1 0,0 0,0 0,0 0,-1 1,0-1,0 1,-1-1,1 1,-1 0,-1 1,1-1,-1 1,0 0,0 0,-1 0,0 1,1 0,-3-1,4 5,0 0,1 0,-1 0,0 1,0 0,0-1,1 1,-1 1,0-1,1 1,-1-1,1 1,-1 0,1 0,0 0,0 1,0-1,0 1,0 0,1-1,-1 1,1 1,0-1,0 0,0 0,0 1,0-1,1 1,0 0,-1-1,1 1,1 0,-1 3,-8 27,2 0,1 0,1 0,3 1,0 0,3-1,0 1,3 0,0-1,3 0,7 24,-8-32,2 1,1-1,1-1,1 0,1 0,2-1,9 14,-16-28,0-1,1 0,0 0,0-1,1 0,0 0,0-1,1 0,0 0,0-1,1-1,-1 0,1 0,0-1,1-1,-1 0,0 0,10 0,-12-2,-1-1,0 0,0-1,0 0,0 0,0-1,0 0,0 0,0-1,0 0,-1-1,0 1,0-1,0-1,0 1,0-1,-1-1,0 1,0-1,0 0,-1 0,0-1,0 0,5-7,0-1,-1 0,-1 0,0-1,-1 0,-1 0,-1-1,0 0,-1 0,0-7,-2 20,-1-1,0 1,0-1,-1 1,1-1,-1 1,0-1,0 1,0-1,-1 0,0 1,0-1,0 1,0-1,-1 1,1 0,-1 0,0 0,0 0,-1 0,1 0,-3-2,3 6,0 0,0 0,0 0,0 0,0 0,1 1,-1-1,0 1,0 0,0-1,1 1,-1 0,0 0,1 0,-1 0,1 0,-1 0,1 1,-1-1,1 1,0-1,0 0,0 1,0 0,0-1,0 1,0 0,0-1,1 1,-1 0,0 1,-3 6,-1 0,1 1,1 0,0 0,0 0,1 1,1-1,-1 0,2 1,-1-1,2 9,-1-14,1-1,-1 1,1-1,0 1,0-1,1 1,0-1,-1 0,2 0,-1 0,0 0,1 0,-1 0,1-1,0 1,0-1,1 0,-1 0,1 0,0 0,-1 0,1-1,0 0,1 0,-1 0,0 0,3 0,7 1,0-1,0 0,-1-1,1-1,0 0,0-1,0 0,0-1,0-1,11-3,28-9</inkml:trace>
  <inkml:trace contextRef="#ctx0" brushRef="#br0" timeOffset="1320.237">1862 993,'-2'0,"-108"10,106-10,1 1,-1 1,0-1,0 0,1 1,-1 0,1 0,-1 0,1 0,0 0,0 1,0 0,0-1,0 1,1 0,-1 0,1 1,0-1,0 0,0 1,0-1,0 1,1 0,0 0,-1 3,1-3,1 0,-1 0,1 0,0 0,1 0,-1 0,1 0,0 0,0 0,0 0,0 0,1 0,-1 0,1-1,0 1,0-1,0 1,1-1,-1 0,1 0,0 0,0 0,0 0,0-1,1 1,-1-1,1 0,5 4,0-1,1 0,0 0,0-1,0-1,1 1,-1-2,1 1,8 0,-4-2,-1-1,1 0,0 0,-1-2,1 0,0 0,-1-2,0 1,0-2,0 0,0-1,-1 0,0-1,0 0,-1-1,0-1,0 0,9-10,-5 4,-1-1,-1 0,-1-2,-1 1,0-1,-1-1,-1 0,0-1,-2 0,0 0,-2-1,4-15,-2-15,-2-1,-2 0,-3 0,-2 1,-2-1,-2 0,-3 1,-2 0,-2 0,-10-23,16 50,-1 0,-1 0,-1 1,-1 1,-1 0,-1 0,-1 1,-1 0,-1 1,-11-11,25 30,0-1,-1 1,1-1,0 1,-1 0,1 0,-1-1,1 1,-1 0,1 0,-1 1,0-1,0 0,1 1,-1-1,0 0,0 1,0 0,0 0,0-1,1 1,-1 0,0 0,0 1,0-1,0 0,0 1,0-1,1 1,-1 0,0-1,0 1,1 0,-1 0,1 0,-1 0,0 0,1 0,0 1,-1-1,1 1,0-1,0 1,0-1,0 1,-1 0,-4 13,1 0,0 1,1-1,0 1,2 0,0 0,0 0,2 0,0 0,1 1,0-1,1 0,1 1,12 51,3-1,2-1,4-1,2-1,24 40,-17-31,-24-54,26 60,3-1,32 44,-62-110,1 0,0-1,0 0,1 0,1-1,-1 0,2 0,1-1,-10-6,0-1,1 0,0 0,-1 0,1 0,0-1,0 0,0 1,0-1,0-1,1 1,-1-1,0 1,0-1,0 0,1-1,-1 1,0-1,0 0,0 0,0 0,0 0,0-1,0 1,0-1,-1 0,1 0,-1-1,3-1,9-11,-2 0,0-1,-1 0,0-1,-1 0,-2-1,1 0,-2 0,0-1,-2 0,0-1,-1 1,2-18,4-48,-12 115,8 97,-6-122,1 0,-1-1,1 1,0-1,0 0,0 1,0-1,1 0,0 0,0-1,0 1,0 0,0-1,1 0,0 0,-1 0,1 0,0-1,1 1,-1-1,0 0,1 0,-1-1,1 1,-1-1,3 0,1 0,0 0,0-1,-1 0,1 0,0-1,0 0,0-1,0 1,-1-1,1-1,-1 0,1 0,-1 0,2-2,25-15</inkml:trace>
  <inkml:trace contextRef="#ctx0" brushRef="#br0" timeOffset="1580.552">2678 618,'-14'-9,"-6"-6,-3-2,-1-2,3 1</inkml:trace>
  <inkml:trace contextRef="#ctx0" brushRef="#br0" timeOffset="1749.089">2009 484,'18'-2,"22"-8,25-6,22-8,16-4,9 0,1 3,-18 6</inkml:trace>
  <inkml:trace contextRef="#ctx0" brushRef="#br0" timeOffset="1921.629">3039 699,'2'18,"3"12,3 7,3 1,3-4,5-5,0-8,0-7,-1-6,-1-7,-4-4</inkml:trace>
  <inkml:trace contextRef="#ctx0" brushRef="#br0" timeOffset="2094.167">3052 310,'-14'-16,"-9"-7,-4-2,-1 2,4 9,7 10,7 11,4 4</inkml:trace>
  <inkml:trace contextRef="#ctx0" brushRef="#br0" timeOffset="3758.839">311 2062,'-13'18,"-10"13,-3 8,1 6,5 7,5 6,6 7,6 6,9 5,9 0,10-1,7-4,7-10,7-10,3-12,-5-13</inkml:trace>
  <inkml:trace contextRef="#ctx0" brushRef="#br0" timeOffset="4223.59">899 2382,'-7'-2,"0"1,0 0,-1 0,1 0,-1 1,1 0,0 1,-1 0,1 0,0 0,-1 1,1 0,0 1,0-1,1 1,-1 1,1-1,-1 1,1 0,0 0,0 1,1 0,-3 2,0 3,0 0,0 0,1 1,1 0,0 0,0 1,1-1,0 1,1 0,1 0,0 1,0-1,1 1,1 0,0-1,1 1,0 0,2 5,-2-16,0 1,1-1,-1 1,1 0,0-1,0 1,-1-1,2 0,-1 1,0-1,0 0,1 1,0-1,-1 0,1 0,0 0,0-1,0 1,0 0,0-1,0 1,0-1,1 0,-1 0,1 1,-1-2,1 1,-1 0,1 0,-1-1,1 0,0 1,-1-1,1 0,-1 0,1 0,0-1,-1 1,1-1,-1 1,1-1,0 0,-1 0,0 0,2-1,5-5,0-1,0-1,-1 1,0-1,0-1,-1 1,-1-1,1-1,-2 1,1-1,-1 0,-1 0,0-1,-1 1,0-1,-1 0,0 1,-1-1,0 0,6-141,-7 260,0-98,1 0,0 1,0-1,1 0,0 0,1 0,0 0,0-1,1 1,0-1,0 0,1 0,0 0,1-1,-1 0,2 0,-1 0,1 0,0-1,0-1,0 1,1-1,7 4,-3-5,-1-1,0-1,1 0,0 0,0-1,-1 0,1-1,0-1,0 0,-1 0,1-1,8-3,32-8</inkml:trace>
  <inkml:trace contextRef="#ctx0" brushRef="#br0" timeOffset="4646.01">1394 2302,'-9'-4,"-1"-1,0 1,-1 1,1 0,-1 1,1 0,-1 0,0 1,0 0,1 1,-9 1,14-1,0 1,1 0,-1 0,1 0,-1 0,1 1,0 0,-1 0,1 0,0 0,0 1,0-1,1 1,-1 0,1 0,-1 1,1-1,0 1,0-1,1 1,-1 0,1 0,-1 0,1 0,1 1,-1-1,1 0,-1 2,1 1,-1 0,1 1,0-1,1 0,0 1,0-1,1 1,0-1,0 0,0 1,1-1,0 0,1 0,0 0,0 0,0-1,1 1,0-1,0 0,0 0,1 0,0 0,0-1,0 0,1 0,0-1,0 1,0-1,1 0,-1-1,1 0,0 0,0 0,0-1,0 0,0 0,8 0,-11-2,1 0,0-1,0 0,0 0,-1-1,1 1,-1-1,1 0,-1 0,1 0,-1-1,0 1,0-1,0 0,-1 0,1-1,-1 1,0-1,0 0,0 0,0 0,0 0,-1 0,0-1,5-9,0 0,-2 0,0-1,0 0,-1 0,-1 0,-1-2,4-56,-4 0,-2 1,-4-1,-4 0,-2 1,-18-64,19 97,9 39,-1 0,1 1,0-1,0 0,-1 0,1 0,0 0,-1 1,1-1,0 0,-1 0,1 0,0 0,-1 0,1 0,0 0,-1 0,1 0,0 0,-1 0,1 0,0 0,0-1,-1 1,1 0,0 0,-1 0,1 0,0-1,-1 1,-1 67,2 0,3 0,3-1,8 28,-11-59,3-1,0 0,2-1,2 1,1-2,2 0,0 0,3-1,0-1,11 13,40 16,-38-45</inkml:trace>
  <inkml:trace contextRef="#ctx0" brushRef="#br0" timeOffset="5565.095">1675 2222,'-1'1,"-1"-1,0 0,1 0,-1 0,1-1,-1 1,0 0,1-1,-1 1,1-1,-1 1,1-1,-1 0,1 1,0-1,-1 0,1 0,0 0,-1 0,1 0,0-1,0 1,0 0,0 0,0-1,0 1,1-1,-1 1,0 0,1-1,-1 0,1 1,-1-1,1 1,0-1,0 0,0 1,0-1,0 1,0-2,6-9,0 1,0 0,2 0,-1 1,1 0,1 1,4-6,36-44,-46 57,-1 0,1 0,-1 0,1 1,0-1,0 1,0 0,0 0,0 0,0 0,0 0,0 1,0-1,0 1,1 0,-1 0,0 0,0 0,0 1,0-1,0 1,2 0,19 1,112-18,-135 16,0 0,0 0,0 0,0 0,0 0,0 0,0 0,-1 0,1 0,0 0,0 1,0-1,0 0,0 1,0-1,-1 0,1 1,0-1,0 1,0-1,-1 1,1 0,0-1,-1 1,1 0,-1-1,1 1,-1 0,1 0,-1 0,1-1,-1 1,0 0,1 0,-1 0,0 0,0 0,0 0,1 0,-1-1,0 2,-12 42,5-24,4-12,1 1,0 0,0-1,1 1,1 0,-1 0,1 0,1 0,0-1,0 1,0 0,1 0,1-1,-1 1,1-1,1 0,0 0,0 0,0 0,1-1,0 0,0 0,1 0,0 0,0-1,1 0,2 1,-2-4,1 0,-1 0,0-1,1-1,-1 1,1-1,-1 0,1-1,0 0,-1 0,1 0,0-1,-1 0,1-1,-1 0,1 0,-1 0,0-1,0 0,0-1,0 0,-1 0,0 0,1 0,-1-1,-1 0,1-1,-1 1,0-1,0 0,-1 0,1-2,9-12</inkml:trace>
  <inkml:trace contextRef="#ctx0" brushRef="#br0" timeOffset="5930.64">2303 2088,'9'-6,"10"-3,-1-1,-1-1,0-1,0 0,-1-1,-1-1,0 0,-1-1,-1-1,0 0,-1-1,-1 0,4-9,-13 24,-1 0,0 1,0-1,1 0,-1-1,-1 1,1 0,0 0,0 0,-1 0,1-1,-1 1,0 0,0-1,0 1,0 0,0-1,0 1,0 0,-1 0,1-1,-1 1,0 0,0 0,0 0,0 0,0 0,0 0,0 0,-1 0,1 0,-1 0,1 1,-1-1,0 1,0-1,1 1,-1-1,0 1,0 0,0 0,-1 0,1 0,0 1,0-1,0 0,-1 1,1 0,0-1,-1 1,1 0,-2 0,-3 3,1 0,-1 0,1 1,-1 0,1 0,0 0,0 1,1 0,0 0,0 0,0 1,0 0,1 0,0 0,0 0,0 1,1-1,0 1,0 0,1 0,-1 6,-3 1,1 1,1-1,1 1,0 0,1 0,0 0,1 0,2 13,-1-23,0 0,1 0,0 0,0 0,0 0,0 0,1-1,0 1,0 0,1-1,-1 1,1-1,0 0,0 0,0 0,0 0,1-1,0 1,-1-1,2 0,-1 0,0 0,0 0,1-1,-1 0,1 0,4 1,7 0,1-2,0 1,0-2,0-1,-1 0,1-1,0 0,-1-2,0 0,0 0,0-2,0 0,-1-1,0 0,0-1,3-3,33-17</inkml:trace>
  <inkml:trace contextRef="#ctx0" brushRef="#br0" timeOffset="6571.11">3025 1634,'-109'-16,"104"17,0-1,0 1,1 0,-1 0,0 0,1 1,-1 0,1 0,0 0,0 0,0 0,0 1,0 0,0 0,0 0,1 0,0 1,0 0,0-1,0 1,0 0,0 1,2-3,-1 1,1-1,-1 1,1 0,0 0,0 0,0 0,0 0,0 0,1 0,0 0,-1 0,1 0,0 0,0 0,1 0,-1 0,1 0,-1 0,1 0,0 0,0 0,0-1,1 1,-1 0,1-1,-1 1,1-1,0 1,0-1,0 0,0 1,1-1,-1 0,0-1,1 1,1 1,15 8,1-1,1 0,0-1,0-2,0 0,6 0,72 27,-91-31,1 0,-1 0,0 1,-1 0,1 0,0 1,-1 0,0 0,-1 1,1 0,-1 0,0 1,0-1,-1 1,0 1,0-1,-1 1,0 0,2 4,-7-7,0-1,0 0,0 0,-1 0,0 0,0 0,0 0,0-1,0 1,-1-1,0 1,1-1,-1 0,0 0,-1 0,1-1,-1 1,1-1,-1 1,0-1,1-1,-1 1,0 0,-1-1,1 0,0 0,0 0,0 0,-1-1,-1 1,-64 2,69-3,-1 0,0-1,0 1,1 0,-1-1,0 0,1 1,-1-1,1 0,-1 1,1-1,-1 0,1 0,-1-1,1 1,0 0,0 0,-1 0,1-1,0 1,0-1,0 1,1-1,-1 1,0-1,1 0,-1 1,1-1,-1 0,1 1,0-1,-1 0,1 1,0-1,0 0,0 0,1 1,-1-2,3-5,1-1,0 1,0 0,0 1,1-1,1 1,-1 0,1 0,0 1,1-1,-1 1,1 1,0-1,1 1,3-2,-8 5,122-85,-79 58,-1-3,-2-1,-1-2,-2-1,23-29,-17-19,-45 82,0 0,0-1,-1 1,1 0,-1-1,0 1,1-1,-1 1,0 0,0-1,-1 1,1 0,-1-1,1 1,-1 0,0-1,1 1,-1 0,0 0,-1 0,1 0,0 0,-1 0,1 0,-1 0,1 0,-1 1,0-1,0 1,0-1,0 1,0 0,0-1,0 1,0 0,0 0,-2 0,-1 0,-1 0,1 0,-1 0,1 1,-1 0,1 0,-1 0,1 1,-1 0,1 0,-1 0,1 1,0 0,0 0,0 0,0 0,0 1,0 0,1 0,-1 0,1 1,0-1,0 1,0 0,0 0,1 1,0-1,-1 1,2 0,-1-1,1 1,-1 0,1 1,1-1,-1 0,1 0,0 1,0-1,0 1,1 4,0 0,0 0,1 0,0 0,1 0,0 0,0-1,1 1,0-1,1 1,0-1,1 0,-1-1,2 1,-1-1,1 0,1 0,-1 0,1-1,1 0,-1-1,1 0,0 0,1 0,-1-1,1-1,0 1,0-1,1-1,-1 0,1 0,0-1,6 1,5 2,1-1,-1-2,0 0,1-1,-1-1,1-1,9-2,16-6</inkml:trace>
  <inkml:trace contextRef="#ctx0" brushRef="#br0" timeOffset="7251.426">1688 2182,'-4'-4,"-2"2,0 7,3 11,8 12,6 8,5 8,1 0,-2-1,-4-7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09:15.09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297 695,'-3'3,"-3"2,0 0,0-1,0 1,-1-1,0-1,0 1,0-1,0 0,0-1,0 1,-1-1,1-1,-1 0,0 0,-4 0,10-2,-1 0,1 1,0-1,0 0,0-1,-1 1,1 0,0-1,0 1,1-1,-1 0,0 1,0-1,1 0,-1 0,1 0,0 0,0 0,-1-1,1 1,1 0,-1 0,0-1,0 1,1-1,0 1,-1-1,1 1,1-72,3 61,0 1,1-1,0 1,1 0,0 1,1-1,0 1,1 1,0-1,1 1,0 1,1-1,-1 2,2-1,-1 1,1 1,1 0,-1 1,1 0,0 0,0 1,1 1,0 0,-1 1,1 1,3-1,-11 3,-1 0,1 0,0 0,0 0,0 1,0 0,0 0,0 0,0 1,-1-1,1 1,-1 0,1 0,-1 1,0 0,0-1,0 1,0 1,0-1,-1 1,1-1,-1 1,0 0,0 0,-1 0,1 0,-1 1,0-1,0 1,0 0,2 8,1 0,-2 1,0-1,0 1,-2 0,0 0,0 0,-1 0,-1 0,0 4,-7 15,0-1,-2 0,-1-1,-2 0,-1 0,-2-2,0 0,-2-1,-1 0,-1-2,-2 0,-16 15,16-16,-1 0,-2-2,0 0,-1-2,-1-1,-1-1,0-1,-11 3,38-20,-1 1,0-1,0 0,0 0,0 0,0 0,0 0,0 0,0-1,0 1,0-1,0 1,-1-1,1 0,0 0,0 0,0 0,-1 0,1-1,0 1,0 0,0-1,0 0,0 1,0-1,0 0,0 0,0 0,0-1,0 1,0 0,1-1,-1 1,1-1,-1 1,1-1,-2-1,3-3,0-1,0 1,1 0,0 0,0 0,0 0,1 0,0 0,0 0,0 0,1 1,0-1,0 1,0-1,1 1,0 0,0 1,0-1,0 1,1 0,0 0,0 0,0 0,-2 1,1-1,0 1,0 0,0 0,1 1,-1-1,0 1,1 0,0 0,-1 1,1-1,0 1,0 0,0 0,0 1,0-1,0 1,0 0,0 1,0-1,0 1,0 0,0 0,-1 1,1-1,0 1,-1 0,1 0,-1 1,1 0,13 10,-1 2,-1 0,-1 0,0 2,-1 0,0 0,4 11,42 48,-53-66,1-2,-1 1,2-1,-1 0,1-1,1 0,-1-1,1 1,0-2,0 0,1 0,0-1,0 0,0 0,0-1,0-1,1 0,-1-1,1 0,-1-1,1 0,10-1,-8-2,-1-1,1 0,-1 0,0-2,-1 1,1-2,-1 1,0-2,0 0,-1 0,0-1,-1 0,0-1,0 0,-1-1,-1 0,1 0,-2-1,0 0,0 0,-1-1,-1 0,0 0,3-11,-8 22,1 0,-1 0,0 0,0 1,0-1,0 0,0 0,0 0,0 0,-1 0,1 0,-1 0,1 0,-1 1,0-1,0 0,1 0,-1 1,-1-1,1 1,0-1,0 1,0-1,-1 1,1 0,-1-1,1 1,-1 0,0 0,1 0,-1 0,0 1,0-1,1 0,-1 1,0-1,-1 1,-24-6</inkml:trace>
  <inkml:trace contextRef="#ctx0" brushRef="#br0" timeOffset="1225.7">885 14,'16'1,"-5"6,-1 1,-1 0,1 1,-1 0,-1 0,0 1,0 0,-1 0,0 1,-1 0,0 0,-1 1,0-1,-1 1,0 0,-1 0,1 3,7 57,-8-87,1 0,1 0,0 0,1 1,1 0,0 0,1 0,0 1,1 0,1 1,0 0,2-2,-2 3,0 1,1-1,1 2,-1-1,2 2,-1 0,1 0,0 1,1 0,-13 7,0-1,0 0,0 1,0 0,0-1,1 1,-1-1,0 1,0 0,0 0,0 0,1 0,-1 0,0 0,0 0,0 0,1 0,-1 0,0 1,0-1,0 1,0-1,0 1,0-1,0 1,1-1,-2 1,1 0,0 0,0-1,0 1,0 0,0 0,-1 0,1 0,0 0,-1 0,1 0,-1 0,1 0,-1 0,1 1,-1-1,0 0,0 0,1 0,-1 0,0 1,0-1,0 0,0 0,-1 0,1 1,0-1,-1 16,-1-1,0 1,-1-1,0 0,-2 0,-5 13,-15 85,25-111,0 0,0 0,0 0,0 0,1 1,-1-1,1 0,0 0,0 0,0 0,0 0,1-1,-1 1,1 0,0 0,0-1,0 1,0-1,0 0,0 1,0-1,1 0,-1-1,1 1,0 0,0-1,-1 1,1-1,0 0,0 0,0 0,0 0,0 0,1-1,1 1,9 0,-1 0,1-1,-1 0,1-1,-1 0,1-1,12-4,75-27,-60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05:10.298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8131 1116,'0'28,"63"266,-17-26,-12 1,-7 77,-5 545,-21-761,-1-129,4 374,50 347,-46-668</inkml:trace>
  <inkml:trace contextRef="#ctx0" brushRef="#br0" timeOffset="1934.536">8077 1249,'25'-246,"-23"-79,-2 323,1 0,-1 0,1 0,0 0,-1 0,1 0,0 0,0 1,0-1,1 0,-1 1,0-1,1 0,-1 1,1 0,-1-1,1 1,0 0,-1 0,1 0,0 0,0 0,0 0,0 0,0 1,0-1,0 1,0-1,0 1,0 0,0 0,0 0,0 0,0 0,0 0,0 1,0-1,0 1,0-1,1 1,10-1,401-31,437 21,-621-6,349-14,-511 29,875-38,64-69,46 7,286 11,-579 53,579-15,-24 35,-1109 11,1243 2,-840 19,-405-3,-202-12,0 0,0 0,0 0,0 0,0 1,-1-1,1 1,0-1,0 1,0 0,-1 0,1 0,0 0,-1 0,1 0,-1 0,1 0,-1 0,1 1,-1-1,0 1,0-1,0 1,0 0,0-1,0 1,0 0,0 0,-1-1,1 1,-1 0,1 0,-1 0,0 0,0 0,0 0,0-1,0 1,0 0,0 0,-1 0,1 1,5 692,54 271,16-181,-22-258,-20 130,-14-165,22 17,-29-385,-5 1,-6 33,-2-150</inkml:trace>
  <inkml:trace contextRef="#ctx0" brushRef="#br0" timeOffset="4341.331">8290 4404,'10'12,"0"0,-1 0,0 0,-1 1,-1 1,0-1,-1 1,-1 0,0 0,0 1,-2 0,0 0,0 0,-1 0,-1 0,-1 0,0 7,1 94,-5 0,-16 104,6-91,5 0,7 13,2-126,1-1,0 1,2-1,0 1,0-1,2 0,0 3,-3-14,0 1,0-1,0 0,1 0,-1 0,1 0,0 0,0 0,0-1,1 0,-1 1,1-1,0-1,0 1,0 0,0-1,0 0,1 0,-1 0,0 0,1-1,0 0,-1 0,1 0,1 0,15-1,0 0,0-2,1 0,-1-1,17-5,43-6,200 3,-150 10,606-53,-220 11,-93 19,602-46,142-61,-244 63,-353 33,-393 21,1126-54,-9 31,-1158 33,230-4,50 19,-122 19,74 26,-181-32,1-8,75-8,357 0,-356 6,116-8,-233-7,-119 4,-26-3</inkml:trace>
  <inkml:trace contextRef="#ctx0" brushRef="#br0" timeOffset="6013.906">5337 2011,'347'-15,"568"-38,-53 0,-590 64,-126 6,-131-14,58 5,-65-20,-10 3</inkml:trace>
  <inkml:trace contextRef="#ctx0" brushRef="#br0" timeOffset="6353.563">7047 1664,'-7'-4,"21"8,59 25,-1 2,-2 4,57 38,-113-65,-1 1,0 0,0 1,-1 0,0 1,-1 0,0 1,-1 0,2 4,-10-13,-1 0,1 1,-1-1,1 0,-1 1,0-1,-1 0,1 1,0-1,-1 1,0-1,0 1,0 0,0-1,-1 1,1-1,-1 1,0-1,0 0,0 1,0-1,-1 0,0 0,1 0,-1 0,-1 2,-71 67,-1-18,-4-4,-24 9,13-9</inkml:trace>
  <inkml:trace contextRef="#ctx0" brushRef="#br0" timeOffset="9541.445">8852 1584,'-46'-1,"28"0,0 0,0 1,-1 1,1 0,0 2,1 0,-1 1,-14 5,29-8,0 0,0 0,1 0,-1 0,0 0,0 1,1-1,-1 1,1 0,-1 0,1 0,0 0,0 0,0 0,0 0,0 1,0-1,1 1,-1-1,1 1,0 0,-1 0,1 0,1-1,-1 1,0 0,1 0,-1 0,1 0,0 0,0 0,0 0,0 0,1 0,-1 0,1 0,0 0,0 0,0 0,0 0,0 0,1-1,-1 1,1-1,0 1,1 1,8 5,1 0,-1-1,1 0,1-1,-1-1,1 0,0-1,1 0,10 2,21 10,-37-15,0 0,-1 0,1 1,-1 1,1-1,-1 1,-1 0,1 1,0 0,-1 0,0 0,0 1,-1-1,1 2,-1-1,-1 0,1 1,-1 0,0 0,-1 0,1 1,-1-1,0 4,-2-6,0 0,-1-1,0 1,0 0,0 0,0 0,-1-1,0 1,0 0,0 0,-1-1,1 1,-1-1,0 0,0 1,-1-1,1 0,-1 0,0 0,0-1,-1 1,1-1,-1 1,1-1,-1 0,0-1,0 1,0-1,-1 1,1-1,0-1,-1 1,1-1,-4 1,-4 1,1-1,-1-1,0 0,0-1,0 0,0-1,0 0,0-1,-4-1,4-3,20 5</inkml:trace>
  <inkml:trace contextRef="#ctx0" brushRef="#br0" timeOffset="9854.722">9120 1998,'0'6,"0"-1,0 1,0-1,1 1,0-1,0 1,0-1,0 0,1 1,0-1,1 0,-1 0,1 0,0-1,0 1,0-1,0 1,1-1,0 0,0 0,0-1,0 1,1-1,-1 0,1 0,0 0,0-1,0 0,2 1,0-2,-1-1,0 0,1 0,-1 0,0 0,1-1,-1-1,0 1,0-1,0 0,0 0,0 0,0-1,0 0,-1 0,1-1,-1 0,0 1,0-2,-1 1,1-1,-1 1,0-1,0 0,1-3,-1 3,-2 1,1 0,0 0,-1-1,0 0,0 1,0-1,-1 0,1 0,-1 0,-1 0,1 0,0 0,-1 0,0 0,-1 0,1 0,-1-1,0 1,0 0,0 1,-1-1,1 0,-1 0,-1 1,1-1,-1 1,1-1,-1 1,0 0,-4-3,1 2,0 1,-1 0,1 0,-1 0,0 1,0 0,0 1,0-1,-1 1,1 1,-1-1,1 1,-1 1,1-1,-1 1,1 1,-1-1,0 1,1 1,-1-1,1 1,0 1,0-1,0 1,0 0,0 1,0 0,1 0,0 0,-2 2,-28 19</inkml:trace>
  <inkml:trace contextRef="#ctx0" brushRef="#br0" timeOffset="10336.433">8852 2492,'-10'-3,"0"0,-1 0,1 1,-1 1,1 0,-1 0,0 1,0 0,1 1,-5 0,10 0,0 0,0 1,1-1,-1 1,1 0,0 0,-1 0,1 1,0 0,0-1,0 1,1 1,-1-1,1 0,-1 1,1 0,0 0,1 0,-1 0,1 0,0 0,0 1,-2 3,3-3,-1 0,1 0,0 0,0 0,1 0,-1 0,1 0,0 0,0 0,1 0,-1 0,1 0,0 0,1-1,-1 1,1 0,0 0,0-1,1 1,-1-1,1 0,0 0,0 0,0 0,1 0,-1-1,4 3,11 9,1-1,0-1,1-1,0-1,11 4,-21-10,98 67,-105-69,0 0,0 0,0 0,0 0,0 0,-1 1,1 0,-1-1,0 1,0 0,-1 0,1 0,-1 0,0 0,0 0,0 1,0-1,-1 0,0 0,0 1,0-1,0 0,-1 1,1-1,-1 0,0 0,-1 0,0 3,-4 0,1 0,-2 0,1 0,-1-1,0 0,0-1,-1 1,1-1,-1-1,0 0,0 0,-1 0,1-1,-1 0,0-1,0 0,0 0,0-1,0 0,0-1,0 0,-1 0,-19-7,27 0</inkml:trace>
  <inkml:trace contextRef="#ctx0" brushRef="#br0" timeOffset="10638.636">9159 3001,'1'-52,"1"0,3 0,2 1,10-39,-11 77,-3 20,-2 27,-1-33,4 53,2 0,3 0,2-1,2 0,7 11,-4-2,-2-7</inkml:trace>
  <inkml:trace contextRef="#ctx0" brushRef="#br0" timeOffset="11205.606">9093 3482,'-14'-4,"0"1,0 1,1 0,-2 1,1 0,0 1,0 1,0 0,0 1,-4 2,11-3,0 1,1 0,-1 0,1 1,-1 0,1 0,0 0,0 1,1 0,-1 0,1 0,0 1,0 0,0 0,1 0,-1 1,1-1,1 1,-1 0,1 0,-2 5,4-8,-1 0,1 0,0 1,1-1,-1 0,0 1,1-1,0 1,0-1,0 0,0 1,1-1,-1 1,1-1,0 0,0 0,0 1,0-1,0 0,1 0,0 0,-1 0,1 0,0-1,0 1,1 0,-1-1,1 0,-1 1,1-1,2 1,100 47,-89-44,-6-3,0 1,0-1,0 2,0-1,-1 1,0 1,0 0,-1 0,1 1,-1 0,-1 0,1 1,-1-1,-1 2,1-1,-1 1,-1 0,0 0,0 1,-1 0,0-1,0 2,-1-1,-1 0,0 0,1 10,-3-15,0-1,0 1,-1 0,1-1,-1 1,0-1,0 0,-1 1,0-1,1 0,-1 0,-1 1,1-2,0 1,-1 0,0 0,0-1,0 0,-1 1,1-1,-1 0,1-1,-1 1,0-1,0 1,0-1,0-1,-1 1,1 0,0-1,-1 0,1 0,-1 0,1-1,-1 1,0-1,1 0,-1-1,0 1,-96-20,101 20,0-1,1 1,-1 0,0 0,0-1,1 1,-1 0,0 0,0-1,1 1,-1 0,0-1,0 1,0 0,0-1,1 1,-1 0,0-1,0 1,0 0,0-1,0 1,0-1,0 1,0 0,0-1,0 1,0 0,0-1,0 1,-1 0,1-1,0 1,0 0,0-1,0 1,-1 0,1-1,0 1,0 0,0-1,-1 1,1 0,0 0,-1 0,1-1,0 1,-1 0,1 0,0 0,-1-1,1 1,0 0,-1 0,1 0,0 0,-1 0,1 0,-1 0,14-4</inkml:trace>
  <inkml:trace contextRef="#ctx0" brushRef="#br0" timeOffset="11522.327">9267 3829,'16'-8,"1"1,1 0,-1 2,1 0,0 0,0 2,18-2,-33 5,-1 0,1 0,-1 0,1 1,-1-1,0 0,1 1,-1 0,1-1,-1 1,0 0,0 0,0 0,1 1,-1-1,0 0,0 1,-1 0,1-1,0 1,0 0,-1 0,1 0,-1 0,0 0,1 0,-1 0,0 0,0 1,-1-1,1 0,0 1,-1-1,1 0,-1 1,0-1,0 1,0-1,0 1,0-1,-1 1,1-1,-1 2,-3 14,-1-1,-1 0,-1 0,0 0,-2 0,1-1,-2-1,-10 13,-32 61,52-88,-1 0,1-1,-1 1,1 0,-1 0,1-1,0 1,-1 0,1 0,0-1,0 1,0 0,-1 0,1 0,0 0,0-1,0 1,0 0,1 0,-1 0,0-1,0 1,0 0,1 0,-1 0,0-1,1 1,-1 0,0 0,1-1,-1 1,1 0,0-1,-1 1,1-1,-1 1,1-1,0 1,-1-1,1 1,0-1,0 0,-1 1,1-1,40 2,183-43,-165 33,-7 3</inkml:trace>
  <inkml:trace contextRef="#ctx0" brushRef="#br0" timeOffset="12546.833">9093 4404,'-171'-22,"169"21,0 1,0-1,0 1,0 0,0-1,0 1,0 0,0 1,0-1,0 0,0 0,0 1,0-1,0 1,0 0,0 0,0-1,0 1,1 0,-1 0,0 1,1-1,-1 0,1 1,-1-1,1 1,0-1,-1 1,1-1,0 1,0 0,0 0,1 0,-1-1,0 1,1 0,-1 0,1 0,-1 0,1 0,0 0,-1 8,1 0,1-1,-1 1,1-1,1 1,0-1,0 1,1-1,0 0,1 0,0 0,0-1,1 1,0-1,0 0,1-1,5 7,11 8,1 0,1-1,1-1,21 12,-36-27,-1 1,0 1,0-1,0 1,-1 1,0 0,0 0,-1 0,0 1,-1 0,0 0,0 1,-1 0,0 0,0 0,-1 1,-1-1,0 1,1 6,-4-15,0 0,-1 0,1 0,0 0,-1 0,1 0,-1 0,0 0,0 0,0 0,0 0,0-1,0 1,0 0,0-1,-1 1,1-1,-1 1,1-1,-1 0,1 1,-1-1,0 0,0 0,1 0,-1-1,0 1,0 0,0-1,0 1,-1-1,-67 8,63-7,-134-3,141 2,0 0,-1 0,1 0,-1-1,1 1,0 0,-1 0,1-1,-1 1,1 0,0-1,-1 1,1 0,0-1,0 1,-1 0,1-1,0 1,0-1,-1 1,1-1,0 1,0 0,0-1,0 1,0-1,0 1,0-1,0 1,0-1,0 1,0-1,0 1,0-1,0 1,0-1,0 1,1 0,-1-1,0 1,0-1,1 1,-1 0,0-1,0 1,1-1,-1 1,0 0,1 0,-1-1,1 1,-1 0,0-1,1 1,-1 0,1 0,-1 0,1 0,-1-1,0 1,1 0,-1 0,1 0,-1 0,1 0,13-11</inkml:trace>
  <inkml:trace contextRef="#ctx0" brushRef="#br0" timeOffset="12988.999">9293 4672,'17'-12,"0"1,0 0,2 1,-1 1,1 1,0 1,1 0,0 2,0 0,0 1,15 0,-33 3,0 0,1 1,-1-1,0 1,0 0,0 0,1 0,-1 0,0 0,0 0,0 1,0-1,1 1,-1-1,0 1,0 0,0 0,0 0,0 0,0 0,-1 0,1 1,0-1,0 0,-1 1,1 0,-1-1,0 1,1 0,-1 0,0 0,0 0,0 0,0 0,0 0,-1 0,1 0,-1 0,1 0,-3 7,-1 0,0 0,0 0,-1 0,0-1,-1 0,0 0,0 0,-1 0,1-1,-2 0,1 0,-1-1,0 0,0 0,-26 24,33-29,0-1,0 1,1-1,-1 1,0 0,0-1,0 1,0 0,0-1,1 1,-1-1,0 1,0-1,1 1,-1-1,1 1,-1-1,0 1,1-1,-1 1,1-1,-1 1,1-1,-1 0,1 1,-1-1,1 0,-1 0,1 1,0-1,-1 0,1 0,0 0,-1 0,1 0,-1 0,1 0,0 0,-1 0,1 0,-1 0,1 0,0 0,-1 0,1 0,-1-1,1 1,0 0,-1-1,1 1,-1 0,1-1,2 1,71-2,-50 0,0 1,0 1,0 1,0 2,23 4,-44-7,-1 1,1-1,0 1,-1 0,1-1,0 1,-1 1,1-1,-1 0,1 1,-1-1,0 1,0-1,0 1,0 0,0 0,0 0,0 0,0 1,-1-1,1 0,-1 1,0-1,0 1,0-1,0 1,0 0,0-1,-1 1,1 0,-1-1,0 1,0 0,0 0,0 0,-3 5,-1 0,0-1,-1 1,0-1,0 0,0 0,-1 0,0-1,0 0,-1 0,1-1,-1 1,-1-2,1 1,-1-1,1 0,-1 0,0-1,-1 0,1-1,0 0,-3 1,-41 6,2-3</inkml:trace>
  <inkml:trace contextRef="#ctx0" brushRef="#br0" timeOffset="13920.48">5390 3082,'1283'-29,"-423"-39,-794 61,-11 1,10-2,0 4,48 2,-92 7,-31 3,-9-6,-2-1</inkml:trace>
  <inkml:trace contextRef="#ctx0" brushRef="#br0" timeOffset="14235.007">6860 2787,'-7'-3,"5"2,-1-1,0 1,0 0,0 0,0 0,0 1,0-1,0 1,-1-1,1 1,0 0,0 0,0 1,0-1,-1 1,1-1,0 1,-2 1,5-1,0-1,-1 1,1 0,0 0,0 0,0 0,0-1,0 1,0 0,0 0,0 0,0 0,0 0,0-1,1 1,-1 0,0 0,1 0,-1-1,1 1,-1 0,0 0,1-1,-1 1,1 0,0-1,-1 1,1-1,0 1,-1-1,1 1,0-1,0 1,-1-1,1 0,0 1,13 8,1 0,0-1,0 0,1-2,-1 1,2-2,12 3,-12-3,92 25,-62-19,-1 2,0 2,-1 3,27 14,-69-31,1 0,-1 1,1-1,-1 1,0 0,0 0,0 0,0 0,0 1,-1-1,1 1,-1 0,1 0,-1 0,0 0,0 0,0 0,-1 0,1 1,-1-1,1 1,-1-1,0 1,-1-1,1 1,-1 0,1-1,-1 1,0 0,-1-1,1 1,-1 0,0 1,-4 6,0-1,-1 1,-1-1,1-1,-2 1,1-1,-2 0,1-1,-4 3,-133 110,68-65</inkml:trace>
  <inkml:trace contextRef="#ctx0" brushRef="#br0" timeOffset="14851.873">5912 4244,'784'-96,"730"9,-1322 82,-193 5,-5 1,1-1,-1 0,1 0,-1 0,1 0,-1-1,1 0,0 0,-1 0,1-1,0 0,0 0,0 0,-2-2,-1-4</inkml:trace>
  <inkml:trace contextRef="#ctx0" brushRef="#br0" timeOffset="15147.482">7127 3750,'22'11,"-1"0,2-1,0-1,0-2,0 0,1-1,1-1,20 6,21 5,-26-8,0 2,-1 2,0 1,-1 2,0 2,35 21,-68-36,0 1,0 1,0-1,-1 1,1-1,-1 1,0 1,0-1,0 1,0-1,-1 1,0 0,0 0,0 1,-1-1,0 0,0 1,0 0,0-1,-1 1,0 0,0 0,-1 0,0 2,-3 5,-1-1,-1-1,0 1,-1-1,0 0,-1 0,0 0,0-1,-1 0,0-1,-1 0,0 0,-1 0,0-2,-9 7,-167 117,88-70</inkml:trace>
  <inkml:trace contextRef="#ctx0" brushRef="#br0" timeOffset="15601.277">6206 5059,'35'17,"1"-13,1-1,-1-2,1-2,24-3,-27 1,586-46,156-24,-735 65,-66 1,-10 6,20 1</inkml:trace>
  <inkml:trace contextRef="#ctx0" brushRef="#br0" timeOffset="15932.425">7168 4806,'1'2,"0"0,0 0,0 1,1-1,-1 0,1 0,-1 0,1 0,0-1,0 1,0 0,0-1,0 1,0-1,0 0,1 0,-1 0,0 0,1 0,-1 0,1-1,1 1,-1 0,274 60,-275-60,14 2,1 0,-1 2,0 0,0 0,0 2,-1 0,0 0,0 2,-1 0,0 0,-1 1,4 4,-15-9,1-1,-1 0,0 1,0-1,0 1,-1 0,0 0,0 0,0 0,0-1,-1 1,0 0,0 0,0 0,-1 0,1 0,-1 0,0 0,-1 0,1 0,-1-1,0 1,0-1,0 1,-1-1,0 0,0 0,0 0,0 0,0-1,-1 1,-1 1,-22 23,0-1,-2-1,-1-1,-1-2,-27 16,-76 47</inkml:trace>
  <inkml:trace contextRef="#ctx0" brushRef="#br0" timeOffset="17289.777">4387 1464,'-9'-2,"1"2,0-1,-1 1,1 0,-1 1,1 0,-1 0,1 1,0 0,0 0,0 1,0 0,0 0,1 1,-1 0,1 1,0-1,0 1,1 1,-1-1,1 1,1 0,-1 1,1-1,0 1,0 0,-3 7,0 3,1 1,0 0,1 0,1 1,1-1,1 1,0 0,1 0,1 1,1-1,1 0,3 16,1 4,3 0,1-1,1 0,3-1,14 30,16 20,3-3,44 58,53 94,-133-219,-1 1,0 0,-2 1,0 0,-1 0,0 0,-2 1,-1-1,0 1,-1 0,-1 0,-1 0,-1 0,-1 0,-1 5,-8 8,-2-1,-2 0,0-1,-2 0,-1-1,-2-1,-1-1,-1-1,-1-1,-1-1,-2-1,0-1,-1-2,-9 5,-41 29,70-51,2-1,15-7,14-7,0 0,1 1,1 2,-1 0,1 2,0 1,1 1,-1 1,1 2,11 0,-30 2,1 1,-2 0,1 0,0 1,0 0,-1 0,0 0,1 1,-1 0,-1 1,1 0,-1 0,1 0,-2 1,1 0,0 0,-1 0,0 1,-1-1,0 1,0 0,3 7,2 8,0 1,-2 0,-1 1,0-1,-2 1,0 1,-2 2,8 165,-9 2,-15 93,2-40,12 37,7-152,6-1,5-1,6 0,19 48,-37-154,2-1,0 1,2-1,0-1,11 17,-17-33,-1-1,1 0,0 0,0 0,0 0,1 0,0-1,0 0,0 0,0 0,1-1,-1 0,1 0,0 0,0-1,0 0,0 0,0 0,0-1,1 0,-1 0,1 0,-1-1,2 0,42-7</inkml:trace>
  <inkml:trace contextRef="#ctx0" brushRef="#br0" timeOffset="18188.465">29 635,'0'18,"5"22,3 20,1 18,0 14,2 7,-1 6,0-5,0-8,1-14,-1-21</inkml:trace>
  <inkml:trace contextRef="#ctx0" brushRef="#br0" timeOffset="18893.512">296 1183,'15'15,"-1"2,0 0,-1 0,-1 1,-1 0,-1 1,0 1,-1 0,-1 0,-1 0,-1 1,-1 0,-1 0,1 17,-4-35,-1-2,-1 1,1-1,0 1,0-1,0 0,0 1,0-1,1 1,-1-1,0 1,0-1,1 0,-1 1,1-1,0 0,-1 1,1-1,0 0,0 0,0 0,-1 1,1-1,0 0,1 0,-1-1,0 1,0 0,0 0,0 0,1-1,-1 1,0-1,1 1,-1-1,1 1,-1-1,0 0,1 0,-1 1,1-1,-1 0,1 0,10-9,0 0,0 0,-1-1,-1-1,1 0,-2 0,1-1,2-6,-11 17,91-137,-81 122,-10 16,0 0,-1 0,1 1,0-1,-1 0,1 0,0 1,-1-1,1 1,-1-1,1 0,-1 1,1-1,0 1,-1-1,0 1,1-1,-1 1,1 0,-1-1,0 1,1 0,-1-1,0 1,0 0,1-1,-1 1,0 0,0-1,0 1,0 0,0 0,0-1,0 1,0 0,0-1,-1 1,1 0,0-1,0 1,0 0,-1-1,1 1,-1 0,1 2,0 4,-1 0,1 0,1 0,-1 0,1-1,0 1,1 0,-1 0,1-1,1 1,-1-1,1 1,0-1,1 0,-1 0,1-1,1 1,-1-1,1 0,0 0,0 0,0-1,0 1,1-1,0-1,0 1,0-1,0 0,6 2,-5-3,1-1,-1 0,1 0,-1-1,0 0,1 0,-1-1,1 1,-1-2,0 1,1-1,-1 0,0-1,0 0,-1 0,1 0,0-1,-1 0,0 0,0 0,0-1,2-3,1-1,1-1,-2 0,0-1,0 0,-1 0,0-1,-1 0,0 0,-1-1,0 1,-1-1,0-3,6-42,-3-1,-3-1,-2 1,-3 0,-3-12,3 51,-5-141,-18-84,9 190,7 59,3 9,1 0,0 0,0 0,2 0,-1 1,2-1,-1 9,0-1,-4 41,3 0,2 0,4-1,1 1,4 0,2-1,3-1,3 0,2-1,3 0,3 1,-16-40,1 0,1 0,0-1,2 0,0 0,1-2,1 0,0 0,2-1,0-1,0 0,19 11,-33-24,1-1,-1 0,0 0,1 0,-1 0,1 0,0 0,-1-1,1 1,0-1,-1 0,1 0,0 0,-1 0,1 0,0-1,1 1,11-8</inkml:trace>
  <inkml:trace contextRef="#ctx0" brushRef="#br0" timeOffset="19143.877">684 996,'25'2,"26"-3,26-7,19-2,12 1,3 2,-5 12,-21 4</inkml:trace>
  <inkml:trace contextRef="#ctx0" brushRef="#br0" timeOffset="19576.718">1500 1490,'0'-26,"1"-23,-2-1,-1 1,-3 0,-2 1,-10-34,12 70,10 23,4-2,0 0,0-1,0 0,1-1,0 0,1-1,0 0,0 0,0-1,0-1,1 0,0 0,0-1,0-1,0 0,0-1,0 0,1 0,-1-2,5 0,-15 1,0 0,-1 1,1-1,0 0,0 1,-1-1,1 1,0 0,-1-1,1 1,0 0,-1 0,1 0,-1 0,1 0,-1 1,0-1,0 0,1 1,-1-1,0 1,0-1,0 1,-1-1,1 1,0 0,0-1,-1 1,1 0,-1 0,0-1,1 1,-1 0,0 0,0 0,0-1,0 1,-1 0,1 0,0 0,-1-1,1 1,-1 0,0 0,-13 75,10-60,0 0,1-1,1 1,0 1,2-1,0 0,0 0,2 0,-1-13,0 0,0-1,1 1,-1-1,1 1,0-1,0 0,0 0,1 0,-1 0,1 0,-1 0,1-1,0 1,0-1,0 0,0 0,1 0,-1 0,1 0,-1-1,1 0,0 1,88 16,-80-17,0 0,1-1,-1 0,0-1,1 0,-1-1,0-1,0 0,0 0,-1-1,1 0,-1-1,0-1,0 0,-1 0,1-1,-1 0,0-2,1-4</inkml:trace>
  <inkml:trace contextRef="#ctx0" brushRef="#br0" timeOffset="20604.85">2141 1277,'-6'9,"1"0,0 1,0 0,1 0,0 0,0 1,2-1,-1 1,1-1,1 1,-1 0,2 0,0 0,0 0,1 0,0 0,1-1,0 1,1 0,1 0,-3-8,1 1,0-1,0-1,0 1,1 0,-1 0,1-1,-1 0,1 1,0-1,0 0,0 0,0-1,0 1,0-1,1 1,-1-1,0 0,1 0,-1 0,1-1,-1 1,1-1,0 0,-1 0,1 0,-1-1,1 1,-1-1,2 0,2-1,0 0,-1 0,0 0,1-1,-1 0,0-1,0 1,-1-1,1 0,-1-1,0 1,0-1,0 0,0 0,1-3,-3 2,1 0,-1 0,0 0,0 0,0 0,-1 0,0-1,0 0,-1 1,0-1,0 0,0 1,-1-1,0 0,0 0,-1 0,0 1,0-1,-1 0,1 1,-1-1,-1 1,1 0,-1 0,-1 0,1 0,-1 0,0 1,0-1,0 1,-1 0,0 0,0 1,0-1,0 1,-1 0,0 1,0-1,0 1,0 0,-5-1,8 2,-1 1,-1-1,1 1,0 0,0 0,0 1,-1-1,1 1,0 0,-1 0,1 0,0 1,-1-1,1 1,0 0,0 0,0 1,0-1,0 1,0 0,0 0,0 0,1 0,-1 1,1 0,-1 0,1 0,0 0,0 0,1 0,-1 1,1-1,-1 1,1 0,0 0,1 0,-1 0,1 0,-1 2,0 0,0 0,0 0,0 1,1-1,0 1,1-1,-1 1,1-1,1 1,-1-1,1 1,0-1,1 1,-1-1,1 1,0-1,1 0,0 0,0 0,0-1,0 1,1-1,0 1,0-1,1-1,-1 1,1 0,0-1,0 0,1 0,0 0,35 14,-2-6</inkml:trace>
  <inkml:trace contextRef="#ctx0" brushRef="#br0" timeOffset="21398.358">2288 809,'-5'1,"0"1,0 0,1 1,-1-1,1 1,-1-1,1 1,0 1,0-1,0 1,1-1,-1 1,1 0,0 0,0 0,0 1,1-1,-1 1,1 0,0-1,0 1,1 0,0 0,0 0,0 0,0 1,1-1,-1 0,2 0,-1 0,0 0,1 1,0-1,0 0,1 0,-1 0,1-1,0 1,1 2,9 19,0 0,2-1,1 0,1-1,19 21,33 53,-44-51,-1 1,-2 1,2 14,-15-41,23 28,-30-49,0 0,0 0,0-1,0 1,1 0,-1-1,0 1,0 0,1-1,-1 1,0-1,1 0,-1 0,0 1,1-1,-1 0,1 0,-1 0,0 0,1 0,-1-1,0 1,1 0,-1-1,0 1,1-1,-1 1,0-1,0 0,1 1,-1-1,0 0,0 0,0 0,0 0,0 0,0 0,0 0,0 0,-1 0,1 0,8-14,-1-1,-1 0,0 0,-2 0,1 0,-2-1,0 0,-1 0,-1 0,-1-1,0 1,-1 0,-1-11,1 21,-3-86,3 92,0 0,0-1,0 1,0 0,1 0,-1-1,1 1,-1 0,1 0,-1 0,1 0,-1 0,1 0,0 0,0 0,0 0,-1 0,1 0,0 0,0 0,0 1,0-1,1 0,-1 1,0-1,0 1,0-1,0 1,1 0,-1-1,0 1,0 0,1 0,-1 0,0 0,1 0,52 4,-43-2,-4-1,1-1,-1-1,0 2,0-1,0 1,0 0,0 0,0 1,0 0,0 1,-1-1,1 1,-1 0,0 1,0-1,0 1,0 1,0-1,-1 1,0 0,0 0,0 0,-1 1,0 0,0 0,0 0,1 3,30 202,-34-207,0-1,1 1,-1-1,1 0,0 0,0 0,0 0,0 0,1 0,-1-1,1 1,-1-1,1 1,0-1,0 0,0 0,1-1,-1 1,0 0,1-1,-1 0,1 0,-1 0,1 0,-1-1,1 1,-1-1,1 0,0 0,-1 0,1-1,3 0,1-1,0 0,0 0,0-1,0 0,-1 0,1-1,-1 0,0 0,0-1,-1 0,1 0,-1-1,0 1,1-3,-1 0,0 0,-1 0,0-1,0 0,-1 0,0 0,0-1,-1 1,-1-1,1 0,-2 0,1 0,-1 0,-1 0,0 0,0-5,-5 67,4-45,1 0,0-1,0 1,0 0,1-1,0 1,1 0,-1-1,1 1,0-1,1 0,0 0,0 0,0 0,1 0,-1 0,1-1,1 0,-1 0,1 0,0 0,0-1,0 0,1 0,-1 0,1-1,0 1,0-1,0-1,1 1,-1-1,1 0,-1-1,7 1,14-4</inkml:trace>
  <inkml:trace contextRef="#ctx0" brushRef="#br0" timeOffset="21689.11">3224 715,'-18'-5,"-11"0,-5 1,2 7,5 9,6 10,3 10,6 0</inkml:trace>
  <inkml:trace contextRef="#ctx0" brushRef="#br0" timeOffset="22539.155">697 2213,'-16'1,"1"1,-1 1,1 1,-1 0,1 1,0 0,1 1,-1 1,1 0,0 1,1 1,0 0,0 1,1 0,1 1,0 0,0 1,1 0,0 1,1 0,-5 11,8-16,1 0,0 1,0 0,1 0,0 0,1 1,0-1,1 1,0 0,0 0,1 0,0 0,1 0,0 0,0 0,1 0,1-1,0 5,0-12,-1 1,1-1,0 1,-1-1,1 0,0 0,0 0,0 0,1 0,-1 0,0-1,1 1,-1-1,1 1,0-1,-1 0,1 0,0 0,0-1,-1 1,1-1,0 1,0-1,0 0,0 0,0 0,2-1,78-23,-60 11,-1-1,0-1,-2-1,1-1,-2-1,0 0,-2-1,0-2,-1 1,-1-2,0 0,-2-1,-1 0,-1-1,-1 0,-1-1,-1 0,-1 0,-1-1,-2 0,0 0,-2 0,-1-19,0 36,-1 0,0-1,-1 1,0 0,0 0,-1-1,0 1,-1 0,0 1,0-1,-1 0,0 1,0 0,-1 0,0 0,-1 1,-3-5,8 11,-1 1,1-1,0 0,0 0,-1 1,1-1,0 1,-1-1,1 1,0 0,-1-1,1 1,-1 0,1 0,-1 0,1 0,-1 0,1 0,0 1,-1-1,1 0,-1 1,1-1,0 1,-1-1,1 1,0 0,-1 0,1-1,0 1,0 0,0 0,0 0,0 0,0 0,0 0,0 1,0-1,1 0,-1 0,0 1,-25 60,18-21,2 0,2 1,2 0,1 0,2 0,2 0,2-1,2 1,5 13,-8-36,2 0,-1 0,2 0,1-1,0 0,1 0,1-1,3 3,-10-15,1 0,0 0,0-1,0 1,1-1,-1 0,1 0,0 0,0 0,0-1,1 0,-1 0,1-1,0 1,0-1,0-1,0 1,0-1,0 0,0 0,0-1,1 1,-1-1,0-1,0 1,0-1,4-1,1-1,-1-1,0 0,-1 0,1-1,-1 0,0-1,0 0,0 0,-1-1,0 0,-1-1,1 1,-1-1,-1-1,1 1,-2-1,1 0,-1-1,1-3,0-1,0 1,-1-2,0 1,-1 0,-1-1,0 0,-1 0,-1 0,-1 0,0 0,0 0,-2 0,-1-7,-15-28,17 49,1 0,-1-1,0 1,1 0,-1-1,0 1,0 0,0 0,0 0,0 0,0 0,0 0,0 0,0 0,-1 0,1 1,0-1,0 0,-1 1,1-1,-1 1,1 0,0-1,-1 1,1 0,-1 0,1 0,-1 0,1 0,-1 0,1 0,-2 1,0 2,-1 0,1 0,0 0,0 1,0-1,1 1,-1 0,1 0,0 0,0 0,1 0,-1 1,1-1,0 1,0-1,0 0,0 1,1 0,0 3,-2 4,1-1,0 0,0 1,1-1,1 1,0-1,1 0,0 1,0-1,2 0,-1 0,1 0,1-1,0 0,0 0,1 0,0 0,1-1,0 0,0 0,1-1,0 0,1 0,0-1,0 0,0 0,1-1,0-1,6 3,3-1,0-1,1-1,-1-1,1-1,0-1,0 0,0-2,0 0,12-2,29-6</inkml:trace>
  <inkml:trace contextRef="#ctx0" brushRef="#br0" timeOffset="23771.238">203 3670,'0'0,"0"-1,0 1,0 0,0 0,0 0,0 0,0 0,0-1,0 1,0 0,-1 0,1 0,0 0,0 0,0-1,0 1,0 0,0 0,0 0,-1 0,1 0,0 0,0 0,0 0,0 0,0 0,-1-1,1 1,0 0,0 0,0 0,0 0,-1 0,1 0,0 0,0 0,0 0,0 0,0 0,-1 0,1 1,0-1,0 0,0 0,0 0,-1 0,1 0,1-20,5-30,2-1,2 1,3 1,17-47,-27 87,0-1,0 1,1 0,0 0,1 0,-1 1,2-1,-1 1,1 0,1 1,-1 0,1 0,1 0,-1 1,6-4,-8 10,-1 0,0 1,0 0,0 0,1 0,-1 0,0 0,-1 1,1 0,0 0,0 0,-1 0,1 1,-1-1,0 1,0 0,0 0,0 0,0 1,-1-1,1 0,-1 1,0 0,0 0,0-1,-1 1,2 4,-3-8,15 27,-1 1,-1 0,-1 0,-2 1,-1 1,2 14,-10-42,0 0,0 0,-1 0,1 1,0-1,-1 0,1 1,-1-1,0 0,0 1,0-1,0 0,0 1,0-1,-1 0,1 0,-1 1,1-1,-1 0,0 0,0 1,0-1,0 0,0 0,-1 0,1-1,-1 1,1 0,-1 0,0-1,1 1,-1-1,0 1,0-1,0 0,0 0,0 0,0 0,-1 0,1 0,-1-1,-1-1,-1 0,1-1,0 0,0 0,0 0,0-1,1 1,-1-1,1 0,-1 0,1 0,0-1,0 1,0-1,1 1,-1-1,1 0,0 0,0 0,0 0,1-1,-1 1,1 0,0-1,0 1,1-1,-1-4,1 6,0 0,1 0,0 0,-1-1,1 1,0 0,0 0,0 0,1 0,-1 1,1-1,0 0,0 0,0 1,0 0,0-1,0 1,1 0,-1 0,1 0,-1 0,1 0,0 1,0-1,78-32,-59 27,42-18,0-2,-2-3,19-14,-80 44,5-3,0-1,-1 1,1-1,-1 0,0 0,0-1,0 1,0-1,-1 0,4-6,-8 9,0 1,0-1,0 1,0 0,0-1,0 1,-1-1,1 1,0-1,-1 1,1 0,-1-1,0 1,1 0,-1 0,0-1,0 1,0 0,0 0,0 0,0 0,0 0,0 0,0 0,0 1,-1-1,1 0,0 0,0 1,-1-1,1 1,-1 0,1-1,0 1,-1 0,1 0,-1-1,1 1,-1 0,1 1,-1-1,1 0,0 0,-1 1,-5-3,1 1,-1 1,0-1,1 1,-1 1,0-1,1 1,-1 0,1 0,-1 1,1 0,-1 0,1 0,0 1,0 0,0 0,1 1,-1 0,1 0,0 0,0 0,0 1,0 0,1 0,0 0,0 0,0 1,1 0,-1 0,2 0,-1 0,1 0,-1 0,2 1,-1-1,1 1,0 2,1-3,1 0,0-1,1 1,0 0,0-1,0 1,0-1,1 0,0 1,0-1,0-1,1 1,0 0,0-1,0 0,0 0,1 0,-1 0,1-1,0 0,0 0,0 0,3 0,7 5,1-1,1-1,-1-1,1 0,0-1,0-1,8 1,-6-3,0-1,0 0,0-1,0-1,0-1,0-1,0 0,-1-1,0-1,0-1,0-1,-1 0,0-1,-1-1,0-1,0 0,-1-1,-1-1,0 0,0-1,-2 0,1-1,-2 0,0-1,-1 0,-1-1,0 0,-2-1,0 0,2-7,1-14,-2 1,-2-1,-1 0,-2-1,-1 1,-3-1,-3-22,-15-21,19 82,-1 0,0 0,0 0,1 0,-1 0,0 1,0-1,0 0,0 0,0 0,0 1,0-1,-1 1,1-1,0 1,0-1,0 1,-1 0,1-1,0 1,0 0,-1 0,1 0,0 0,0 0,-1 0,1 0,0 1,0-1,-1 0,1 1,0-1,0 1,0-1,-1 1,1-1,0 1,0 0,0 0,0-1,0 1,1 0,-1 0,0 0,0 0,0 0,1 0,-1 0,1 1,-1-1,1 0,-1 0,1 0,0 1,-1-1,1 0,0 1,-12 21,2 1,0 0,1 1,2 0,1 0,0 1,2 0,1 0,1 3,-2 11,2 0,2 0,2 0,3 19,-3-42,1-1,1 0,0 1,1-1,1-1,0 1,1-1,1 0,0 0,1-1,1-1,0 1,-4-7,1 0,-1 0,1-1,0 0,0-1,1 1,0-1,0-1,0 0,0 0,1 0,-1-1,1 0,0-1,0 0,0 0,0-1,0-1,1 1,-1-1,0-1,0 1,0-2,0 1,0-1,0-1,0 1,0-2,-1 1,0-1,1 0,-1-1,-1 0,1 0,0-1,3-7,-1-1,0 0,-1-1,0 0,-1 0,-1-1,0 0,-2 0,1-1,-2 0,0 0,-1 0,-1 0,-1 0,0 0,-1-5,0 17,1 0,-1 0,0 0,0 0,-1 0,0 1,1-1,-2 0,1 0,0 1,-1-1,0 1,0-1,0 1,-1 0,1 0,-3-2,4 5,1 0,-1 1,0-1,0 1,0-1,0 1,0-1,0 1,0 0,0-1,0 1,0 0,0 0,0 0,0 0,0 0,0 0,0 0,0 0,0 0,0 0,0 0,0 1,0-1,0 0,0 1,0-1,0 1,1-1,-1 1,0 0,0-1,0 1,1 0,-1-1,0 1,1 0,-1 0,0 0,1 0,-1-1,1 1,-1 1,-19 42,15-29,1 0,1-1,1 2,0-1,0 0,2 0,0 0,0 1,2-1,0 0,1 0,0 0,1 0,1-1,0 1,-1-9,1 0,0 0,0 0,0-1,1 0,0 0,0-1,0 0,0 0,1 0,-1-1,1 1,0-2,0 1,0-1,1 0,-1 0,0-1,1 0,-1-1,1 1,-1-2,1 1,-1-1,2 0,45-5</inkml:trace>
  <inkml:trace contextRef="#ctx0" brushRef="#br0" timeOffset="24415.536">2141 3082,'-11'0,"-1"1,0 0,1 0,-1 2,1-1,-1 2,1-1,0 1,-5 4,12-6,1-1,-1 1,0 0,1 1,0-1,0 1,-1-1,2 1,-1 0,0 0,0 1,1-1,0 0,0 1,0-1,0 1,0 0,1 0,0 0,-1-1,1 1,1 0,-1 0,1 1,-1-1,1 0,0 0,1 2,0 0,0 0,1 0,0-1,0 1,1 0,-1-1,1 1,0-1,1 0,-1 0,1 0,0-1,0 1,1-1,-1 0,1 0,0 0,0-1,0 0,1 0,-1 0,1-1,1 1,10 4,0-1,0-1,1 0,0-2,0 0,0-1,6 0,-4-2,-1 0,1-1,0-2,-1 0,1-1,-1 0,0-2,0 0,-1-2,0 0,0 0,-1-2,0 0,0-1,-1-1,-1 0,0-2,-1 1,0-2,-1 1,-1-2,0 0,-1 0,-1-1,-1-1,0 0,6-17,-8-2,-1 0,-2 0,-2-1,-1 1,-2-1,-1 1,-2 0,-2 0,-8-27,7 24,-2 0,-2 1,-14-34,5 40,19 32,1 1,-1 0,1-1,-1 1,0-1,1 1,-1 0,0-1,1 1,-1 0,0 0,1 0,-1 0,0-1,1 1,-1 0,0 0,0 0,1 0,-1 1,0-1,1 0,-1 0,0 0,1 0,-1 1,0-1,1 0,-1 1,0-1,1 0,-1 1,1-1,-1 1,1-1,-1 1,1-1,-1 1,1-1,0 1,-1 0,1-1,0 1,-1 0,1-1,0 1,0 0,-1-1,1 1,0 0,-8 17,2 1,0 0,0 0,2 0,0 1,2 0,-1 16,2-23,-6 56,3 1,3 0,8 64,-4-104,1-1,2 1,1-1,1-1,2 1,1-1,1-1,1 0,1-1,10 12,-15-24,2-1,0-1,0 0,1 0,1-1,0-1,0 0,1-1,3 2,-12-8,1 0,-1 0,0-1,1 0,-1 0,1 0,0-1,0 1,-1-1,1-1,0 1,0-1,0 0,0-1,0 1,0-1,-1 0,1 0,0-1,-1 0,1 0,-1 0,1-1,-1 0,0 0,0 0,1-1,5-10,0 0,0-1,-2 0,0 0,-1-1,0 0,-1 0,-1-1,0 0,-2 0,0-1,-1 1,0-1,-1-8,7-33,-8 200,0-128,0 0,1 0,1 0,0 0,0-1,1 1,1-1,0 0,5 8,-7-15,0 0,0-1,1 1,-1-1,1 1,0-1,1-1,-1 1,1 0,-1-1,1 0,0 0,0-1,0 1,1-1,-1 0,0-1,1 1,0-1,-1 0,1 0,0-1,1 1,38-7,-6-5</inkml:trace>
  <inkml:trace contextRef="#ctx0" brushRef="#br0" timeOffset="24660.881">2890 2867,'-16'-2,"-10"-1,-2-2,0-5,4-3,3-1,3-1,2-3,4 3</inkml:trace>
  <inkml:trace contextRef="#ctx0" brushRef="#br0" timeOffset="24832.937">2382 2747,'22'-5,"25"-5,23-7,21-1,16 1,7 4,-16 4</inkml:trace>
  <inkml:trace contextRef="#ctx0" brushRef="#br0" timeOffset="25088.777">3412 3322,'10'-2,"0"-1,-1 0,1 0,0-1,-1 0,0-1,0 0,0-1,-1 1,1-2,-1 1,-1-1,1 0,-1-1,-1 0,1 0,-1 0,-1-1,0 0,0 0,3-7,0 1,-1 1,0-1,-1-1,-1 1,0-1,-1 0,0-1,-2 1,-1 10,0 1,0-1,-1 0,0 1,0-1,-1 1,0-1,0 1,0-1,0 1,-1-1,0 1,0 0,0 0,-1 0,0 0,0 0,0 1,0-1,-1 1,0 0,0 0,0 0,0 0,-1 1,2 0,0 2,-1-1,1 0,-1 1,1-1,-1 1,0 0,0 0,1 1,-1-1,0 1,0 0,0 0,1 0,-1 0,0 1,0-1,0 1,1 0,-1 0,0 0,1 1,-1 0,1-1,0 1,-1 0,1 0,0 1,0-1,0 1,1 0,-1-1,-6 8,0-1,1 1,0 0,1 1,0 0,1 0,0 0,0 1,1 1,1-6,1-1,0 1,0 0,0 0,1 0,0 0,1 0,-1 1,1-1,1 0,0 1,0-1,0 0,1 1,0-1,0 0,1 1,-1-1,2 0,-1 0,1 0,0-1,1 1,-1-1,1 0,1 1,-1-2,1 1,0-1,0 1,1-1,-1-1,6 4,6-1,-1-1,1-1,-1 0,1-1,1-1,-1-1,0 0,1-1,-1-1,10-1,37-3</inkml:trace>
  <inkml:trace contextRef="#ctx0" brushRef="#br0" timeOffset="25959.021">817 4846,'-19'-6,"0"1,-1 0,0 2,0 0,0 1,0 1,0 1,0 1,-5 2,14-2,1 0,0 1,0 1,0 0,1 0,-1 1,1 0,0 1,0 0,0 0,0 1,1 0,0 0,0 1,1 0,0 0,0 1,-5 7,9-10,0-1,0 1,1 0,-1 0,1 0,0 0,1 0,-1 0,1 0,0 1,0-1,0 0,1 1,0-1,0 1,0-1,1 0,0 1,0-1,0 0,1 0,-1 1,1-1,0 0,1-1,-1 1,1 0,0-1,0 1,1-1,-1 0,1 0,0 0,0-1,0 1,1-1,1 1,4 1,0-1,0 0,1 0,-1-1,1 0,0-1,0 0,0 0,1-2,-1 1,0-1,0-1,0 0,0-1,0 0,0 0,0-1,0-1,-1 0,1 0,-1-1,0 0,-1-1,1 0,-1-1,0 0,-1 0,0-1,0 0,-1 0,6-7,-4 3,0-1,0 1,-1-1,-1-1,0 0,-1 0,0 0,-1 0,-1-1,-1 0,0 0,0 0,-1-7,-10-14,8 35,-1 1,1-1,0 0,0 1,-1-1,1 1,0-1,-1 0,1 1,-1-1,1 1,0-1,-1 1,1 0,-1-1,0 1,1-1,-1 1,1 0,-1-1,1 1,-1 0,0 0,1 0,-1-1,0 1,1 0,-1 0,0 0,1 0,-1 0,0 0,1 0,-1 0,0 1,1-1,-1 0,1 0,-1 0,0 1,1-1,-1 0,1 1,-1-1,1 0,-1 1,1-1,-1 1,1-1,-1 1,1-1,-4 5,1 0,0 0,0 1,1-1,-1 1,1-1,0 1,1 0,-1 0,1-1,0 1,1 0,-1 0,2 6,-2-2,0 1,1 0,0-1,1 1,1 0,-1-1,2 1,-1-1,2 0,-1 0,1 0,1 0,0 0,0-1,1 0,0 0,0-1,1 0,0 0,1 0,0-1,0 0,0 0,1-1,0 0,0-1,1 0,-1 0,6 0,0 0,1 0,0-2,0 0,0-1,0 0,9-1,30-3</inkml:trace>
  <inkml:trace contextRef="#ctx0" brushRef="#br0" timeOffset="26413.805">1392 4833,'-12'-2,"-1"0,0 1,0 0,0 1,0 1,0 0,0 1,0 0,0 1,-9 3,17-4,-1 0,0 1,0 0,1 0,0 0,-1 1,1 0,0 0,1 0,-1 0,1 1,0-1,0 1,0 1,1-1,0 0,0 1,0-1,1 1,-1 0,1 0,-1 6,2-6,0 0,1 0,-1 0,1 0,0 0,1 0,-1 0,1 0,0 0,1 0,0 0,0 0,0-1,0 1,1-1,0 1,0-1,1 0,-1 0,1 0,0-1,0 0,1 1,-1-1,1-1,0 1,0-1,0 0,0 0,1 0,0-1,-1 1,1-1,0-1,0 1,0-1,0 0,0-1,0 1,0-1,0 0,0-1,6 0,-2-2,-1 0,1-1,-1 0,0-1,0 0,0 0,0-1,-1 0,0 0,-1-1,1 0,-1 0,0-1,-1 0,4-6,3-5,-1-1,-1-1,0 1,-2-2,-1 0,3-9,3-32,-2-2,-3 1,-3-1,-3 0,-2-1,-5-12,-3-51,1 97,-2 32,-7 90,8 5,5 0,3 0,4 0,10 38,-10-104,1 0,1-1,2 0,0 0,11 20,-14-37,0-1,0 1,1-1,0 0,0 0,1-1,1 0,0 0,0-1,0 0,1-1,0 0,1-1,0 0,0 0,44 13,-4-10</inkml:trace>
  <inkml:trace contextRef="#ctx0" brushRef="#br0" timeOffset="27043.121">1927 4953,'-3'-1,"-1"0,1 0,-1 0,1 0,-1-1,1 1,0-1,0 0,0 0,0 0,0-1,1 1,-1-1,1 1,-1-1,1 0,0 0,0 0,0 0,0 0,1-1,-1 1,1 0,0-1,0 1,0-1,1 0,-1 1,1-1,0 1,0-1,0 0,0 1,0-1,1 0,9-111,-10 114,0-1,0 1,0-1,0 1,0-1,1 1,-1-1,0 1,1-1,-1 1,1-1,0 1,-1 0,1-1,0 1,0 0,0-1,0 1,0 0,0 0,0 0,1 0,-1 0,0 0,0 1,1-1,-1 0,1 1,-1-1,1 1,-1-1,1 1,-1-1,1 1,-1 0,1 0,-1 0,1 0,-1 0,2 0,179 9,-172-10,-1 1,0 1,0 0,0 0,0 0,0 1,0 1,0-1,0 2,-1-1,0 1,1 0,-2 1,1 0,0 0,-1 1,0 0,0 0,4 6,-2 2,0 2,-1 0,-1 0,0 0,-1 1,-1-1,-1 1,0 1,-1 7,20 67,-23-89,0-1,0 0,1 1,-1-1,1 0,-1 0,1 1,0-1,0 0,0 0,0 0,1 0,-1 0,0 0,1-1,-1 1,1 0,0-1,-1 1,1-1,0 1,0-1,0 0,0 0,0 0,0 0,0 0,1 0,-1-1,0 1,0-1,1 1,-1-1,0 0,1 0,-1 0,0 0,1-1,-1 1,0 0,0-1,1 0,-1 1,0-2,14-9,-1 0,0-2,-2 0,1 0,-1-1,-1-1,-1 0,0-1,-1 0,1-3,-3 7,-1 0,0 0,-1-1,0 0,-1 0,-1-1,0 0,0 1,-2-1,0 0,0 0,-1-1,-1 1,-1-2,1 14,0-1,-1 1,1 0,-1 0,0-1,1 1,-1 0,0 0,0 0,-1 0,1 0,0 0,-1 0,1 0,-1 1,0-1,1 1,-1-1,0 1,0-1,0 1,0 0,0 0,0 0,-1 0,1 0,0 1,0-1,-1 1,1-1,0 1,-1 0,1 0,0 0,-1 0,1 0,0 1,-1-1,1 1,0-1,0 1,0 0,-1 0,1 0,0 0,0 0,0 1,0-1,1 0,-1 1,0 0,0-1,1 1,-1 0,1 0,0 0,-1 0,-3 7,0 0,1 0,0 1,1-1,-1 1,2 0,0 0,0 0,0 0,2 0,-1 0,1 0,0 0,1 0,1 0,-1 0,2 0,1 5,1-2,2 0,0-1,0 0,1-1,0 0,1 0,1 0,-1-1,2-1,-1 1,1-2,1 0,-1 0,1-1,1 0,-1-1,1-1,0 0,1 0,-1-1,1-1,-1-1,1 0,0 0,0-1,11-1,24-2</inkml:trace>
  <inkml:trace contextRef="#ctx0" brushRef="#br0" timeOffset="27644.928">2997 4606,'-5'-2,"0"0,0 1,0 0,0 0,0 0,0 1,0 0,-1 0,1 0,0 0,0 1,0 0,0 0,0 1,0-1,0 1,0 0,0 0,1 1,-1-1,1 1,0 0,-1 0,1 1,1-1,-1 1,1 0,-1 0,1 0,0 0,0 1,1-1,-1 1,1 0,0-1,0 1,1 0,-1 5,1-5,0-1,1 1,0 0,0-1,1 1,-1-1,1 1,0-1,0 1,0-1,1 0,-1 1,1-1,0 0,1 0,-1 0,1-1,-1 1,1 0,0-1,0 0,1 0,-1 0,3 2,97 53,-20-23,-45-20,-1 1,0 1,-1 3,-1 0,16 14,-48-32,-1-1,1 0,-1 1,0-1,1 1,-1 0,0-1,0 1,0 0,0 1,0-1,-1 0,1 0,-1 1,1-1,-1 1,0-1,0 1,0 0,0-1,0 1,-1 0,1 0,-1-1,0 1,0 0,0 0,0 0,0-1,-1 1,1 0,-1 0,0-1,1 1,-1 0,-1-1,1 1,0-1,-1 1,-7 4,-1-1,0-1,0 1,0-2,-1 1,1-2,-1 1,0-1,0-1,0 0,-1-1,1 0,0 0,-12-2,-21-4,43 5,0 0,0 0,0 0,1 0,-1-1,0 1,0 0,0-1,1 1,-1 0,0-1,1 1,-1-1,0 1,1-1,-1 0,0 1,1-1,-1 0,1 1,-1-1,1 0,0 1,-1-1,1 0,0 0,-1 0,1 1,0-1,0 0,0 0,0 0,0 0,0 0,0 1,0-1,0 0,0 0,0 0,0 0,1 1,-1-1,0 0,1 0,-1 0,0 1,1-1,5-7,0 0,0 1,0-1,1 2,0-1,0 1,1 0,0 0,5-2,5-4,93-64,-54 39,-2-2,-1-3,41-41,-45 19,-49 62,0 1,0-1,0 0,0 0,0 0,0 1,-1-1,1 0,0 0,-1 0,0 0,1 0,-1 0,0 0,0 0,0 0,0 0,-1 0,1 0,-1 0,1 0,-1 0,1 0,-1 0,0 0,0 1,0-1,0 0,0 0,-1 1,1-1,0 1,-1-1,1 1,-1 0,1 0,-1-1,-2 1,0-1,1 1,-1 0,0 0,0 0,0 0,0 0,0 1,0 0,0 0,0 0,1 1,-1-1,0 1,0 0,0 0,0 0,0 0,1 1,-1 0,1-1,-1 1,1 1,0-1,0 0,-1 1,2 0,-1-1,0 1,1 0,-1 0,1 1,0-1,0 1,0-1,0 1,1-1,-1 1,1 0,0 0,0 0,1 0,-1 1,-1 4,1-1,0 0,1 0,0 0,0 1,0-1,1 0,0 0,1 0,0 0,0 0,1 0,0-1,0 1,1-1,0 1,0-1,1-1,0 1,0-1,0 1,1-1,5 4,1 0,0 0,1-1,0-1,0 0,1-1,0 0,0-1,1 0,-1-2,1 1,0-2,7 1,-5-2,-1-1,1-1,0 0,0-1,0-1,0-1,-1 0,0-1,11-4,21-10</inkml:trace>
  <inkml:trace contextRef="#ctx0" brushRef="#br0" timeOffset="27862.347">3946 4123,'16'-6,"10"1,9 10,8 12,6 15,4 15,-1 21,-7 18,-11 23,-22 22,-34 25,-41 25,-47 27,-54 23,2-27</inkml:trace>
  <inkml:trace contextRef="#ctx0" brushRef="#br0" timeOffset="28547.038">229 4271,'-18'27,"-17"28,-10 24,-2 24,5 22,12 21,18 18,25 11,30 2,33-8,33-17,-2-34</inkml:trace>
  <inkml:trace contextRef="#ctx0" brushRef="#br0" timeOffset="32460.66">13866 2185,'4'16,"4"19,3 17,0 14,-2 8,-3 4,-3-5,-1-13,-1-16</inkml:trace>
  <inkml:trace contextRef="#ctx0" brushRef="#br0" timeOffset="32813.291">13785 2011,'21'17,"0"0,-1 1,-1 1,17 20,-15-15,16 13,-2 3,-1 0,-3 3,-1 0,-2 2,-2 1,-2 1,-2 1,-3 1,7 25,-24-68,0-1,0 0,-1 1,1-1,-1 1,0-1,-1 1,1 0,-1-1,0 1,-1 0,1-1,-1 1,0 0,-1-1,1 1,-1-1,0 0,0 1,-1-1,0 0,0 0,0-1,0 1,-1-1,0 1,1-1,-2 0,-2 2,-8-1,-1 0,0-1,0 0,0-2,0 0,0 0,0-2,0 0,-1 0,-6-3,15 3,-243-22,250 21,10 1</inkml:trace>
  <inkml:trace contextRef="#ctx0" brushRef="#br0" timeOffset="33127.788">14988 2239,'-40'-4,"0"2,0 2,1 1,-1 2,0 2,1 2,-1 1,-15 7,40-10,-1 1,1 0,0 2,0-1,1 2,0 0,0 0,-10 10,20-15,-1 1,1-1,0 1,0 0,0 0,1 0,-1 0,1 1,1-1,-1 1,1 0,0-1,0 1,1 0,-1 1,1-1,1 0,-1 0,1 0,0 0,1 1,-1-1,1 0,2 5,0-1,0 0,1-1,1 1,0-1,0 0,1-1,0 1,0-1,1 0,0-1,0 0,1 0,0 0,0-1,1 0,-1-1,2 1,12 6,0-2,1 0,0-1,0-1,0-2,19 3,2-2,0-3,0-2,0-2,0-1,0-3,0-1,-1-3,0-1,0-2,-1-2,0-2,-1-1,34-21,5-6</inkml:trace>
  <inkml:trace contextRef="#ctx0" brushRef="#br0" timeOffset="33376.121">15697 2078,'-16'9,"-8"10,-1 11,3 9,5 10,8 5,8 5,6 2,3-1,1-4,0-8,1-11,-2-14,-2-10</inkml:trace>
  <inkml:trace contextRef="#ctx0" brushRef="#br0" timeOffset="33570.119">15630 2065,'-13'-26,"36"49,24 21,3-2,1-3,2-1,11 3,96 69,-148-101,-1 0,0 0,0 1,-1 0,0 1,-1 0,7 11,-14-19,-1 0,1 0,-1 0,0 1,0-1,0 0,0 1,-1-1,1 1,-1-1,0 0,0 1,0-1,-1 1,1-1,-1 1,0-1,1 0,-2 1,1-1,0 0,-1 0,1 0,-1 0,-2 3,-67 63,-29-1,-10-2</inkml:trace>
  <inkml:trace contextRef="#ctx0" brushRef="#br0" timeOffset="35634.384">10764 5648,'-6'5,"1"0,-1 0,1 0,0 1,1 0,-1 0,1 0,0 0,1 1,-1-1,1 1,1 0,-1 0,1 0,0 0,1 1,0-1,0 0,0 1,1-1,0 1,1-1,0 0,0 1,0-1,1 0,0 0,0 0,2 3,0-4,0 1,0-1,0 0,1-1,0 1,0-1,0 0,0 0,1-1,0 1,0-1,1 0,-1-1,1 0,-1 0,1 0,0-1,0 0,0 0,1-1,-1 0,0 0,0 0,1-1,-1-1,0 1,1-1,-1 0,0-1,0 1,0-1,0-1,0 1,0-1,0-1,6-3,-1-1,0-1,0 0,-1-1,0 0,0 0,-1-1,-1 0,0-1,-1 0,0-1,0 0,-1 0,-1 0,-1-1,0 0,0 0,1-11,-5 19,0 0,0 0,-1-1,0 1,0 0,0 0,-1 0,0-1,0 1,-1 0,0 0,0 0,0 1,-1-1,1 0,-2 1,1 0,0 0,-1 0,0 0,0 0,0 1,-1-1,0 1,0 1,0-1,0 1,0-1,-1 1,-5-2,-1 0,0 0,0 1,-1 0,0 1,1 0,-1 1,0 0,0 1,-1 1,1 0,0 1,0 0,-11 3,17-3,0 1,0 0,0 1,0-1,0 1,0 0,1 1,0 0,-1 0,1 0,1 1,-1 0,1 0,0 0,0 1,0-1,1 1,0 1,0-1,0 0,1 1,0 0,0 0,1 0,0 0,0 3,1 0,0-1,1 1,0 0,0 0,1-1,0 1,1 0,0-1,1 1,0-1,0 0,1 0,0 0,2 3,19 34</inkml:trace>
  <inkml:trace contextRef="#ctx0" brushRef="#br0" timeOffset="36001.399">10951 5928,'31'310,"103"1406,-124-851,-10-824</inkml:trace>
  <inkml:trace contextRef="#ctx0" brushRef="#br0" timeOffset="47733.434">10590 4445,'-2'13,"1"12,6 6,6 2,6 3,5-1,5-1,2-3,2-1,-1-4,0-6,-1-7,-6-5</inkml:trace>
  <inkml:trace contextRef="#ctx0" brushRef="#br0" timeOffset="48019.242">10992 4378,'-5'2,"-3"8,-1 9,-4 10,-1 12,-3 10,-5 10,-4 8,-4 4,1 1,2-3,5-7,5-7,8-10,10-7,10-9,7-9,0-9</inkml:trace>
  <inkml:trace contextRef="#ctx0" brushRef="#br0" timeOffset="48418.515">11071 4993,'2'6,"0"0,0 1,1-1,0 0,0 0,0 0,1-1,0 1,0-1,0 0,1 0,-1 0,1-1,0 1,1-1,-1-1,1 1,0-1,-1 0,2 0,-1 0,0-1,0 0,1 0,-1-1,1 0,0 0,-1 0,1-1,0 0,-1 0,7-2,-7 1,-1-1,0 0,0 0,0-1,-1 1,1-1,0 0,-1 0,0-1,0 1,0-1,0 0,-1 0,1-1,-1 1,0 0,0-1,-1 0,1 0,-1 0,0 0,0 0,-1 0,0-1,0 1,0 0,0-1,-1-1,1 0,-1-1,1 0,-2 0,1 0,-1 0,0 0,-1 0,0 1,0-1,-1 1,0-1,0 1,0 0,-1 0,0 0,-1 1,0-1,0 1,-1-1,2 3,0 1,0 0,0 0,0 0,-1 0,1 1,-1-1,0 1,0 1,1-1,-1 1,0-1,0 1,-1 1,1-1,0 1,0 0,0 0,0 0,0 1,0 0,-1 0,1 0,1 1,-1-1,0 1,0 0,1 1,-1-1,1 1,-1 0,1 0,0 0,1 1,-1-1,0 1,-1 2,-16 24,3 0</inkml:trace>
  <inkml:trace contextRef="#ctx0" brushRef="#br0" timeOffset="48885.1">10590 4151,'3'0,"9"0,14-2,19-4,19-4,21-6,15-2,11-3,5 0,-17 4</inkml:trace>
  <inkml:trace contextRef="#ctx0" brushRef="#br0" timeOffset="50024.678">12061 4271,'124'60,"-86"-39,2-2,0-2,1-1,0-2,28 4,-63-16,0 0,0-1,1 0,-1 0,0 0,1-1,-1 0,1-1,-1 1,0-1,1 0,-1-1,0 1,0-1,0-1,0 1,0-1,0 0,-1 0,1-1,-1 1,0-1,0-1,0 1,-1-1,1-1,4-12,-1-1,0 0,-2-1,0 0,-1 0,-2 0,0 0,1-19,-34 463,28-379,1 12,-3-1,-2 1,-3-1,-2 0,-10 26,20-75,-1 0,-1 0,1 0,-1 0,-1-1,1 1,-1-1,0 0,0 0,-1 0,0-1,0 1,0-1,-1 0,-2 1,6-6,-1 0,1 0,-1 0,0 0,1 0,-1 0,1-1,-1 1,0-1,1 0,0 0,-1 0,1 0,-1 0,1-1,0 1,0-1,0 1,0-1,0 0,0 0,0 0,1 0,-1 0,1 0,-1 0,1 0,0-1,0 1,-1-2,-4-5,-8-10,7 13,1-2,0 1,0-1,0 0,1 0,1-1,-1 1,1-1,1 0,0 0,0-1,1 1,0 0,0-1,1 0,0-2,2 9,0 0,0 0,0 0,0 0,0 1,1-1,-1 1,1-1,-1 1,1-1,0 1,0 0,0 0,1 0,-1 0,0 0,1 0,-1 1,1-1,0 1,-1 0,1 0,0 0,1-1,71-16,-74 18,38-6</inkml:trace>
  <inkml:trace contextRef="#ctx0" brushRef="#br0" timeOffset="50336.84">12917 4926,'-3'-13,"1"0,0 0,1 0,1 0,0 1,1-1,0 0,1 0,0 0,1 0,1 1,0-1,0 1,1 0,1 1,0-1,1 1,0 0,0 1,1-1,37-53,-45 63,0 1,0 0,0-1,0 1,0 0,0-1,0 1,0 0,1 0,-1-1,0 1,0 0,0-1,1 1,-1 0,0 0,0-1,1 1,-1 0,0 0,0 0,1-1,-1 1,0 0,1 0,-1 0,0 0,1 0,-1 0,0 0,1-1,-1 1,0 0,1 0,-1 0,0 0,1 0,-1 1,0-1,1 0,-1 0,0 0,0 0,1 0,-1 0,0 0,1 1,-1-1,0 0,0 0,1 0,-1 1,0-1,0 0,1 0,-1 1,0-1,0 0,0 1,1-1,-1 0,0 1,0-1,0 0,0 1,0-1,0 0,0 1,0-1,0 0,1 27,-4 7,-2 16,2 0,3 0,5 40,-3-71</inkml:trace>
  <inkml:trace contextRef="#ctx0" brushRef="#br0" timeOffset="50639.544">12168 3897,'11'0,"18"2,19 1,20 0,20-1,11 0,6 1,-3 5,-20 1</inkml:trace>
  <inkml:trace contextRef="#ctx0" brushRef="#br0" timeOffset="51256.034">12529 5501,'-9'10,"2"0,-1 1,2 0,-1 0,2 1,-1-1,2 1,-1 1,2-1,-1 1,0 9,3-16,1-1,-1 0,1 0,0 1,0-1,1 1,0-1,0 0,0 0,0 0,1 0,0 1,0-2,0 1,1 0,-1 0,1-1,0 0,1 1,-1-1,1 0,0-1,0 1,0-1,0 1,0-1,1-1,0 1,0 0,6 1,0 0,0-1,0 0,0 0,1-1,-1-1,1 0,-1-1,1 0,-1 0,1-2,-1 1,1-1,-1-1,0 0,0-1,0 0,0 0,-1-1,0-1,0 1,0-2,-1 1,1-2,-2 1,1-1,-1 0,0-1,-1 0,0 0,0-1,-1 1,-1-1,1-1,-2 1,2-4,-3 6,0 0,-1 0,0 0,-1-1,1 1,-2 0,1-1,-1 1,0-1,-1 1,0-1,0 1,-1 0,0 0,0 0,-1 0,0 0,-1 0,0 0,0 1,0 0,-1 0,0 0,0 1,-1-1,0 1,0 0,0 1,-1 0,0 0,0 0,0 1,-1 0,1 0,-8-2,7 4,0 1,0 0,0 0,0 1,0-1,0 2,0-1,0 1,0 1,1-1,-1 1,0 1,1-1,-1 1,1 1,0-1,0 1,0 1,0-1,1 1,0 0,0 0,0 1,0 0,1 0,0 0,1 1,-1 0,1 0,0 0,1 0,-2 6,-7 23</inkml:trace>
  <inkml:trace contextRef="#ctx0" brushRef="#br0" timeOffset="51557.791">12636 6089,'-4'60,"2"0,4-1,1 1,4 0,11 48,-1-1,14 210,-10 157,5 75,-22-477,3-1,3 1,4-1,2-1,3-1,4 0,2-1,17 28,-16-52</inkml:trace>
  <inkml:trace contextRef="#ctx0" brushRef="#br0" timeOffset="52044.576">14520 4645,'9'7,"17"-5,4-2</inkml:trace>
  <inkml:trace contextRef="#ctx0" brushRef="#br0" timeOffset="52296.969">15363 4685,'21'-7,"15"-6,11-6,-3 0</inkml:trace>
  <inkml:trace contextRef="#ctx0" brushRef="#br0" timeOffset="52463.039">16312 4659,'14'-14,"11"-6,10-5,0 2</inkml:trace>
  <inkml:trace contextRef="#ctx0" brushRef="#br0" timeOffset="52635.574">17074 4578,'23'-11,"18"-6,3-1</inkml:trace>
  <inkml:trace contextRef="#ctx0" brushRef="#br0" timeOffset="55500.538">18330 4057,'5'0,"3"2,6 3,2 8,3 8,2 8,4 5,2 4,3 2,0 0,0-4,-1-5,-3-5,-2-8,-2-9,-2-10,-6-5</inkml:trace>
  <inkml:trace contextRef="#ctx0" brushRef="#br0" timeOffset="55830.656">18798 3950,'-14'27,"-9"13,2 1,1 1,2 0,2 2,2 0,2 1,2 0,0 13,6-14,2 1,1-1,3 0,2 0,2 0,1 0,3-1,5 13,-8-36</inkml:trace>
  <inkml:trace contextRef="#ctx0" brushRef="#br0" timeOffset="56280.059">18986 4591,'39'-302,"-38"406,-1 169,7-215,-1-39</inkml:trace>
  <inkml:trace contextRef="#ctx0" brushRef="#br0" timeOffset="56582.253">19253 4404,'0'14,"4"9,7 5,5 2,3 4,2-1,1 0,-5-2,-2-2,-3-1,-5-2,-7-5,-9-2,-7-3,-8-4,-6-4,-3-8,4-4</inkml:trace>
  <inkml:trace contextRef="#ctx0" brushRef="#br0" timeOffset="56832.582">19253 4391,'16'-13,"14"-10,11-3,6-1,4 1,-3 3,-7 6,-10 5</inkml:trace>
  <inkml:trace contextRef="#ctx0" brushRef="#br0" timeOffset="58673.704">18317 3736,'-2'0,"3"0,11 0,18 0,21-2,22-3,22-3,18-3,7-3,-3-5,-21 2</inkml:trace>
  <inkml:trace contextRef="#ctx0" brushRef="#br0" timeOffset="60009.802">18665 5340,'-9'10,"0"0,1 1,1 0,0 1,0-1,2 1,-1 0,1 1,1-1,0 1,1 0,0 0,1 0,0 0,2 1,-1-1,1 0,2 8,0-15,0 0,0-1,1 1,0 0,0-1,0 0,1 0,-1 0,1 0,1 0,-1-1,0 0,1 0,0 0,0-1,0 1,1-1,-1 0,1-1,0 1,-1-1,1 0,0-1,3 1,0 1,1-1,-1-1,1 0,0 0,-1-1,1 0,0-1,-1 0,1 0,0-1,-1 0,1-1,-1 0,0-1,2-1,-3 0,0 0,-1-1,0 0,0-1,-1 1,0-1,0-1,0 1,-1-1,0 0,-1 0,0 0,0-1,0 1,-1-1,-1 0,1 0,-2 0,1-1,-1 1,-1 0,1 0,-1-1,-1 1,0 0,0 0,-1-1,0 1,-1 0,0 1,0-1,-1 0,0 1,-3-4,4 5,1 1,-2-1,1 1,-1 0,1 1,-2-1,1 1,-1-1,1 1,-1 1,-1-1,1 1,-1 0,0 0,0 0,0 1,0 0,0 0,-1 0,1 1,-1 0,0 1,0-1,0 1,0 0,1 1,-1 0,0 0,0 1,0-1,-6 2,5 3,1 0,-1 1,1-1,0 1,0 1,1-1,0 1,0 0,0 1,1-1,0 1,1 0,-1 0,2 1,-1-1,1 1,1 0,-1 0,1 0,1 0,0 0,0 0,1 0,0 9,1 31</inkml:trace>
  <inkml:trace contextRef="#ctx0" brushRef="#br0" timeOffset="60292.045">18785 5715,'9'18,"5"25,5 27,2 29,-1 34,-4 37,-6 39,-10 32,-10 29,-5 18,-2 5,4-8,9-17,16-21,15-29,3-50</inkml:trace>
  <inkml:trace contextRef="#ctx0" brushRef="#br0" timeOffset="61127.532">14814 7439,'12'-4,"12"-5,2 1</inkml:trace>
  <inkml:trace contextRef="#ctx0" brushRef="#br0" timeOffset="61299.08">15777 7533,'0'0</inkml:trace>
  <inkml:trace contextRef="#ctx0" brushRef="#br0" timeOffset="61468.618">16767 7506,'16'-7,"5"-2</inkml:trace>
  <inkml:trace contextRef="#ctx0" brushRef="#br0" timeOffset="61651.136">17515 7452,'16'0,"9"-2,1-1</inkml:trace>
  <inkml:trace contextRef="#ctx0" brushRef="#br1" timeOffset="-198263.643">6099 822,'-10'2,"1"0,0 1,0 0,1 0,-1 1,1 0,-1 0,1 1,0 0,1 1,0 0,0 0,0 0,0 1,1 0,0 0,1 1,-1 0,1 0,0 3,-53 182,-51 158,32-116,10 2,11 4,2 54,31-23,12 1,17 127,11-55,16-1,55 230,86 339,-145-764,6-1,8 1,-26-98,2-1,2-1,2-1,3 0,1-2,3-1,17 19,-32-47,0 0,1 0,1-2,1 0,0-1,0-1,18 9,-27-17,1 0,1 0,-1-1,1-1,-1 1,1-2,0 0,0 0,1-1,-1 0,0-1,0 0,0-1,0 0,1-1,7-2,4-5,-1-2,-1 0,0-2,-1 0,0-1,-1-1,0-1,-2 0,0-1,0-2,-2 1,0-2,-2 0,0 0,0-3,25-41,-3-1,-3-2,-3-2,-2 0,11-54,-1-25,-7-1,0-49,6-200,-17-1,-17-15,-3 117,-12 1,-14 0,-12 2,-30-81,-137-371,83 322,81 271,-50-178,-44-80,114 353,-3 0,-2 2,-3 1,-2 1,-6-3,25 37,-2 1,-1 1,0 1,-1 0,-1 1,-1 0,0 2,-1 0,0 2,-1 0,0 1,-1 1,0 1,-17-4,30 10,0 0,0 0,-1 1,1 0,-1 1,0 0,1 0,-1 1,0 0,1 1,-1 0,0 1,1 0,-1 0,1 1,0 0,0 1,0 0,0 0,1 1,0 0,0 0,0 1,0 0,1 1,-3 2,1 8,1 0,0 0,1 1,1 0,1 0,0 1,2-1,0 1,1 0,0 0,2 0,0 2,-1 69</inkml:trace>
  <inkml:trace contextRef="#ctx0" brushRef="#br1" timeOffset="-185865.824">10389 9031,'-3'53,"3"1,2 0,2 0,2-1,3 0,2 0,2-1,3-1,2 0,17 34,-23-58,1-1,1-1,1 0,2-1,0-1,1 0,17 15,-27-30,0 0,1-1,0 0,0-1,1 0,-1 0,1-1,0 0,1-1,-1 0,1-1,0 0,0 0,0-1,0-1,0 0,1 0,-1-1,0-1,0 0,5-1,15-8,0 0,-1-3,-1 0,0-2,0-1,-2-1,0-2,-1 0,15-17,-13 14,49-38,2 3,2 4,3 3,1 3,33-8,-27 22,1 4,1 4,2 5,0 3,1 5,0 4,0 4,1 4,59 9,-78-1,0 4,0 3,-1 3,-1 4,-1 3,-1 3,-2 4,0 2,-3 4,-1 2,24 22,-18-6,-16-12,1-3,2-2,8 1,-50-30,1-1,0-1,1 0,-1-2,1 0,1-2,-1 0,0-1,1-1,0-1,0-1,9-2,12-8,0-1,-1-3,0-1,-1-2,-1-2,-1-1,-1-3,-1 0,0-3,11-11,49-35,-41 27,2 3,2 2,1 2,2 3,1 3,2 3,55-16,-73 35,0 1,1 3,0 1,0 3,0 2,33 5,67 13,76 21,-4-1,352 24,-199-27,394 74,-596-87,2-9,-1-7,38-8,-101-5,-2-4,1-5,-2-5,-1-5,70-27,-114 31,-2-3,0-2,-2-3,-2-3,0-2,-3-2,-1-3,-2-1,-2-3,-1-3,-3-1,-2-2,-2-1,31-54,-66 97,18-52,-32 44,-7 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09:17.41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43 114,'-11'-5,"-4"6,2 9,9 13,9 10,5 1</inkml:trace>
  <inkml:trace contextRef="#ctx0" brushRef="#br0" timeOffset="1107.715">1286 7,'-13'-3,"-8"1,1 1,5 6,11 9,12 9,14 8,12 7,9 6,-2-4</inkml:trace>
  <inkml:trace contextRef="#ctx0" brushRef="#br0" timeOffset="1894.879">2342 154,'-11'2,"-4"4,0 2,4 0</inkml:trace>
  <inkml:trace contextRef="#ctx0" brushRef="#br0" timeOffset="-196.006">43 435,'0'16,"0"14,3 9,2 7,3 5,0 0,-1-1,-2-5,-2-6,-2-9</inkml:trace>
  <inkml:trace contextRef="#ctx0" brushRef="#br0" timeOffset="343.759">270 742,'23'-6,"1"-1,-1-1,-1-1,0-1,0-1,-1-1,0-1,14-11,-26 19,0-1,0 0,0-1,-1 1,0-2,0 1,-1-1,0 0,0 0,-1-1,0 0,-1 0,3-6,-8 13,1 1,-1-1,1 0,-1 0,0 0,0 0,0 1,0-1,0 0,0 0,0 0,-1 0,1 1,-1-1,1 0,-1 0,0 1,0-1,0 0,0 1,0-1,0 1,0-1,0 1,0 0,-1 0,1-1,-1 1,1 0,-1 0,1 0,-1 0,0 0,1 1,-1-1,0 0,-67-11,61 12,-1 1,1 0,-1 0,1 1,0 0,-1 1,1 0,1 0,-1 0,0 1,1 1,0-1,0 1,0 0,0 1,1-1,0 1,0 1,1-1,-1 1,1 0,1 0,-1 1,2-1,-1 1,1 0,0 0,0 0,1 0,0 0,0 1,1-1,0 1,1-1,0 1,0-1,1 1,0-1,1 1,-1-1,2 0,-1 0,1 0,1 2,1-3,0 0,0 0,0-1,1 1,0-1,1-1,-1 1,1-1,0-1,0 1,0-1,1 0,0-1,0 0,0 0,0 0,0-1,0 0,0-1,1 0,-1 0,4-1,40 1</inkml:trace>
  <inkml:trace contextRef="#ctx0" brushRef="#br0" timeOffset="840.433">965 408,'-29'-1,"22"0,-1 0,1 0,-1 0,1 1,-1 0,0 1,1-1,-1 2,1-1,-1 1,1 0,0 0,-1 1,1 0,1 1,-1-1,0 1,1 0,0 1,0 0,-2 2,6-5,1 1,0-1,0 1,1-1,-1 1,0 0,1-1,0 1,-1 0,1 0,0-1,0 1,1 0,-1-1,1 1,-1 0,1-1,0 1,0 0,0-1,0 0,0 1,1-1,-1 1,1-1,-1 0,1 0,0 0,0 0,62 56,-61-56,63 43,-47-34,-1 1,0 1,-1 0,0 2,-1 0,-1 0,0 1,8 13,-22-27,1 0,-1 0,0 0,0 0,0 1,0-1,0 0,0 1,-1-1,1 0,-1 1,0-1,1 1,-1-1,0 1,-1-1,1 1,0-1,-1 0,1 1,-1-1,0 0,0 1,0-1,0 0,0 0,0 0,-1 0,1 0,-1 0,1 0,-1 0,0 0,1-1,-1 1,0-1,0 1,-1-1,1 0,0 0,0 0,0 0,-1 0,1 0,0-1,-1 1,1-1,-2 0,1 1,0 0,-1-1,0 0,1 0,-1 0,1 0,-1 0,1-1,0 0,-1 0,1 0,-1 0,1 0,0 0,0-1,0 0,0 1,0-1,0-1,0 1,0 0,1 0,0-1,-1 0,1 1,0-1,0 0,0 0,0 0,1 0,-1-1,1 1,0 0,0-1,0 1,1-1,-1 1,1-1,-1 1,1-1,0 1,1-1,-1 1,1-1,-1 1,1 0,0-1,1 0,5-16,2 0,0 1,1 0,0 1,2 0,0 1,1 0,1 1,1 0,0 2,1-1,11-7,-3 2,0 0,1 2,1 1,26-13,-51 29,-1 0,1 1,0-1,0 1,0-1,0 1,0-1,0 1,0-1,0 1,0 0,0 0,0 0,0-1,0 1,0 0,0 0,0 1,0-1,1 0,-1 0,0 0,0 1,0-1,0 0,0 1,0-1,-1 1,1-1,0 1,0 0,0-1,0 1,-1 0,1-1,0 1,0 0,-1 0,1 0,-1 0,1 0,-1 0,1 0,-1 0,0 0,1 0,-1 0,0 0,0 0,0 0,0 0,1 0,-2 0,1 0,0 0,0 0,0 0,0 0,-1 0,1 0,-1 1,2 39,-2-20,1-1,1 1,1-1,1 1,1-1,0 0,2 0,0-1,2 2,-8-18,1 0,0-1,1 1,-1 0,0-1,1 1,-1-1,1 0,0 0,0 1,0-1,0 0,0 0,0-1,1 1,-1 0,1-1,-1 0,1 1,-1-1,1 0,0 0,-1 0,1-1,0 1,0-1,0 0,0 1,-1-1,1 0,0-1,0 1,0 0,0-1,-1 0,1 1,0-1,0 0,2-2,16-11</inkml:trace>
  <inkml:trace contextRef="#ctx0" brushRef="#br0" timeOffset="1649.841">1647 729,'-6'-33,"2"0,1 0,1 0,3-17,-3-41,-5-1,7 91,1 1,-1-1,0 1,0-1,1 1,-1 0,0-1,1 1,-1 0,0-1,1 1,-1 0,1-1,-1 1,0 0,1 0,-1-1,1 1,-1 0,1 0,-1 0,1 0,-1 0,1 0,-1 0,1 0,-1 0,1 0,-1 0,1 0,-1 0,1 0,-1 0,1 0,-1 1,0-1,1 0,-1 0,1 0,-1 1,1-1,-1 0,0 1,1-1,-1 0,0 1,1-1,-1 1,0-1,0 0,1 1,-1-1,0 1,0-1,0 1,1-1,3 3,21 11,1-1,1-1,-1-2,2-1,0-1,3 0,51 16,-75-23,-1 1,0 0,0 0,0 0,0 1,0 0,-1 0,1 0,-1 1,0 0,0 0,0 0,0 1,-1 0,0 0,0 0,0 0,0 0,-1 1,0 0,0 0,-1 0,1 0,-1 1,1 64,-4-62,0 0,1-1,0 1,1 0,0 0,0-1,1 1,0-1,0 1,1-1,2 4,-3-9,0 0,0 0,1-1,-1 1,1 0,0-1,0 0,-1 1,2-1,-1 0,0-1,0 1,1 0,-1-1,0 0,1 0,0 0,-1 0,1-1,0 1,-1-1,1 0,0 0,-1 0,1-1,2 0,4 0,1-1,-1-1,1 1,-1-2,0 1,-1-2,1 1,6-5,-6 2,0 0,0-1,0 0,-1-1,-1 0,0 0,0-1,0 0,-1 0,-1-1,0 0,0 0,-1 0,-1-1,0 1,0-1,-1 0,-1-1,0 1,0-6,-3 36,0 1,1-1,1 1,1-1,1 1,0-1,1 0,1 0,1 0,7 14,-12-28,1-1,0 0,0 1,1-1,-1 0,1 0,-1 0,1-1,0 1,0-1,0 1,0-1,1 0,-1 0,1 0,-1-1,1 1,-1-1,1 0,0 0,0 0,3 0,10-2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08:49.98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186 506,'-8'1,"0"0,-1 0,1 1,0 0,-1 0,1 1,1 0,-1 0,0 1,1 0,0 0,-1 1,2 0,-1 0,1 0,-1 1,2 0,-1 0,1 1,0 0,0 0,0 0,1 0,0 1,1 0,-2 3,4-7,-1-1,1 0,0 0,0 1,0-1,0 1,0-1,1 1,0-1,0 1,0-1,0 1,0-1,1 1,-1-1,1 1,0-1,0 1,0-1,1 0,-1 0,1 1,0-1,-1 0,2 0,-1-1,0 1,0 0,1-1,0 1,-1-1,1 0,0 0,0 0,0 0,0-1,0 1,1-1,-1 0,0 0,1 0,-1 0,1 0,-1-1,9-1,-1-1,1-1,-1 0,0 0,0-1,-1 0,1-1,-1 0,0-1,0 0,-1-1,1 0,-2 0,1-1,-1 0,0 0,0-1,-1 0,-1-1,1 1,1-6,6-15,-2 1,-1-2,-1 0,-1 0,-2 0,-1-1,-2 0,-1 0,-2-1,-1 1,-1 0,-4-16,5 26,-2-1,0 1,-2 0,0 0,-2 1,-3-10,9 30,-1 0,1-1,0 1,0 0,0 0,-1-1,1 1,0 0,-1 0,1 0,-1 0,0 0,1 0,-1 0,0 0,1 0,-1 0,0 0,0 0,0 0,0 1,0-1,0 0,0 1,0-1,0 0,-1 1,1 0,0-1,0 1,0 0,-1-1,1 1,0 0,0 0,0 0,-1 0,1 0,0 0,0 1,-1-1,1 0,0 0,0 1,0-1,0 1,-1-1,1 1,0 0,0-1,0 1,0 0,0 0,0 0,-8 12,0-1,1 1,1 0,0 1,0-1,2 1,0 1,0-1,1 1,1 0,1 0,0 0,0 3,0 3,1 1,0 0,2 0,0 0,2-1,0 1,2-1,0 0,1 0,1 0,7 12,-8-20,0-1,1 0,1 1,0-2,1 1,0-2,0 1,1-1,1 0,0-1,0 0,1-1,0-1,0 1,1-2,0 0,0 0,4 0,-6-2,0-1,0-1,0 1,1-2,-1 1,1-2,-1 1,1-2,-1 0,1 0,-1-1,0 0,0-1,0 0,0-1,0 0,0 0,-1-2,0 1,0-1,-1-1,1 1,-1-2,-1 1,1-1,-2-1,1 1,-1-1,0 0,-1-1,0 0,0 0,-1 0,-1-1,1-1,-2-62,-4 72,1 0,-1-1,1 1,-1 0,0-1,0 1,0 0,0 0,0 0,-1 0,1 0,-1 0,1 0,-1 0,1 1,-1-1,0 1,0-1,0 1,0 0,0-1,0 1,-1 0,1 1,0-1,0 0,-1 0,1 1,-2-1,1 2,0-1,-1 0,1 1,0 0,0 0,0 0,-1 0,1 0,0 1,0-1,1 1,-1 0,0 0,0 0,1 0,-1 0,1 1,0-1,0 1,0-1,0 1,0 0,1 0,-1 0,1 0,-1 0,1 0,0 0,1 1,-1-1,0 0,1 0,0 1,0-1,0 0,0 1,0-1,1 0,-1 1,1-1,0 0,0 0,0 0,0 0,1 0,-1 0,1 0,0 0,0 0,0-1,0 1,1-1,7 7,2 0,-1-1,1-1,1 0,-1-1,1 0,0-1,1 0,-1-1,1-1,-1 0,13 1,51 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08:52.73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279 3,'-11'20,"-11"21,-9 21,-3 19,0 18,3 17,4 14,6 12,2 5,4 0,3-7,2-11,3-17,2-26</inkml:trace>
  <inkml:trace contextRef="#ctx0" brushRef="#br0" timeOffset="600.394">773 591,'-10'-3,"-1"1,1 1,-1 0,0 0,1 1,-1 1,0-1,1 2,-1-1,1 2,-1-1,1 1,0 1,0 0,0 0,1 1,-1 0,1 1,0 0,1 1,-8 6,8-5,1 0,0 0,1 1,-1 0,2 0,-1 1,1-1,1 1,0 0,-2 7,5-14,0 1,0 0,0-1,1 1,0 0,-1 0,1-1,0 1,1 0,-1 0,1 0,-1-1,1 1,1 0,-1-1,0 1,1-1,-1 1,1-1,0 0,0 0,1 0,-1 0,1 0,-1 0,1 0,0-1,0 0,0 1,0-1,2 0,1 2,1-1,1 0,-1 0,0-1,1 0,-1-1,1 1,-1-1,1-1,0 1,-1-1,1-1,0 1,-1-1,1-1,-1 1,1-1,-1-1,0 1,0-1,0-1,0 1,5-5,-2 2,0 0,0-1,-1-1,0 1,-1-1,0-1,0 0,0 0,-1-1,-1 1,0-1,0-1,-1 1,0-1,1-4,-4 9,0 0,-1 0,1 0,-1 0,0 0,0 0,-1-1,0 1,0 0,-1 0,1 0,-1-1,-1 1,1 0,-1 0,0 1,0-1,-1-1,2 6,-1 0,1 1,0-1,0 1,0-1,0 1,0 0,-1 0,1-1,0 1,0 0,-1 0,1 0,0 0,0 0,0 1,-1-1,1 0,0 0,0 1,0-1,0 1,-1-1,1 1,0 0,0-1,0 1,0 0,0 0,1-1,-1 1,0 0,0 0,0 0,1 0,-1 0,1 0,-1 0,1 1,-1-1,1 0,-1 0,1 0,0 0,0 1,0-1,-1 0,1 0,0 1,1-1,-1 0,0 0,0 1,-1 7,0 0,0 0,1-1,0 1,1 0,0 0,0 0,1 0,0-1,1 1,0-1,0 1,0-1,1 0,1 0,-1-1,1 1,1-1,-1 0,1 0,0-1,1 0,-1 0,1 0,1-1,-1 0,1-1,0 1,0-1,0-1,5 2,43 18</inkml:trace>
  <inkml:trace contextRef="#ctx0" brushRef="#br0" timeOffset="1549.822">1309 537,'-8'-1,"0"0,1 1,-1 0,0 0,1 1,-1-1,0 2,1-1,-1 1,1 0,0 1,-1 0,1 0,0 0,1 1,-1 0,1 1,-1-1,1 1,1 0,-1 0,1 1,0 0,0 0,0 0,1 1,0-1,1 1,-1 0,1 0,0 0,1 1,0-1,0 1,1-1,-1 1,2 0,-1-1,1 1,0 0,1-1,0 5,1-6,0 0,0 0,1 0,-1 0,1 0,0-1,1 1,0-1,0 0,0 0,0 0,1 0,-1-1,1 0,0 0,1 0,-1-1,1 1,-1-1,1-1,0 1,0-1,1 0,-1 0,0-1,0 0,1 0,-1 0,1-1,-1 0,1 0,-1-1,1 0,-1 0,0 0,0-1,1 0,-1 0,0 0,0-1,1-1,3-2,0 0,0 0,-1-1,0 0,0-1,-1 0,0-1,0 0,-1 0,0 0,-1-1,0 0,0 0,-1-1,-1 1,0-1,2-5,3-17,-1 0,-2 0,-1 0,-2-1,0-15,-2 0,-1 0,-3 1,-1-1,-3 1,-2 0,-14-43,22 85,-1-1,0 1,0 0,-1 0,0 0,0 0,-1 0,1 1,-1-1,0 1,-2-2,4 7,0-1,0 1,0-1,1 1,-1 0,0-1,0 1,0 0,0 0,0 1,0-1,0 0,0 1,1-1,-1 1,0 0,0-1,1 1,-1 0,0 0,1 0,-1 0,1 0,-1 1,1-1,-1 0,1 1,0-1,0 1,0-1,0 1,0-1,0 1,0 0,0 0,1-1,-1 1,1 0,-1 0,1 0,0 0,0 0,0 0,-5 15,0 0,2-1,0 1,1 1,1-1,1 0,0 0,1 0,1 1,0-1,4 12,5 13,1-1,2-1,2 0,6 7,11 20,3-2,3-1,3-1,37 42,-78-104,8 10,0 0,0 0,1-1,1-1,-1 0,1 0,1-1,4 3,-15-11,0 1,0 0,1-1,-1 1,0-1,0 1,0-1,0 0,1 1,-1-1,0 0,0 0,1 0,-1 0,0 0,0 0,1 0,-1-1,0 1,0 0,0-1,1 1,-1-1,0 1,0-1,0 1,0-1,0 0,0 0,0 1,0-1,0 0,0 0,-1 0,1 0,0 0,-1 0,1 0,0 0,-1-1,1 1,-1 0,0 0,1 0,-1-1,0 0,8-65,-8 60,-3-406,3 412,-1 0,1 1,0-1,0 0,-1 0,1 0,0 0,0 0,0 0,0 1,0-1,0 0,0 0,0 0,1 0,-1 0,0 0,0 1,1-1,-1 0,1 0,-1 0,1 1,-1-1,1 0,-1 0,1 1,-1-1,1 1,0-1,-1 0,1 1,0-1,0 1,0 0,-1-1,1 1,0-1,0 1,0 0,0 0,0 0,-1 0,1-1,0 1,0 0,0 0,0 1,0-1,0 0,0 0,-1 0,1 0,0 1,0-1,0 1,0-1,145 81,-123-68,0 0,-1 0,-1 1,0 1,-1 1,-1 1,2 4,-16-15,-1 1,0 0,0 0,-1 1,0-1,0 1,0 0,-1 0,-1 0,1 0,-1 0,-1 0,1 0,-1 0,-1 0,1 0,-2 6,4 67,-1-77,0 0,0 0,0 0,1-1,0 1,-1 0,1-1,1 1,-1-1,0 0,1 0,0 0,0 0,0 0,0 0,0-1,0 0,1 1,-1-1,1 0,0-1,0 1,-1-1,1 0,0 1,0-2,0 1,0 0,0-1,3 0,4 1,-1-1,1 0,-1-1,1 0,-1-1,0 0,1 0,-1-1,0-1,-1 0,6-2,-3-4,1 0,-2 0,1-1,-1-1,-1 0,0 0,-1-1,0 0,-1-1,0 0,-2 0,1-1,-2 0,0 0,0 0,-2 0,0-1,0 0,-2 1,0-1,-1 0,0-2,1 11,-1 0,0 1,0-1,0 0,0 1,-1-1,-1 0,1 1,-1-1,0 1,0 0,-1-1,0 1,-3-5,4 10,0 0,0 0,0 0,0 0,0 0,-1 1,1-1,0 0,0 1,-1 0,1 0,0 0,-1 0,1 0,-1 0,1 0,0 1,0-1,-1 1,1 0,0-1,0 1,0 0,0 0,0 1,0-1,0 0,0 1,0-1,0 1,1 0,-1-1,1 1,-1 0,1 0,0 0,0 0,-1 0,1 0,1 0,-1 1,0-1,0 2,-3 7,0 0,1 0,0 0,1 1,0-1,0 1,2 0,-1-1,1 1,1 0,0-1,1 1,0-1,1 1,0-1,1 0,0 0,1 0,0-1,1 1,0-1,0 0,1-1,0 0,1 0,0 0,0-1,1 0,0-1,1 0,-1-1,1 1,1-2,0 1,55 23,-2-8</inkml:trace>
  <inkml:trace contextRef="#ctx0" brushRef="#br0" timeOffset="1931.801">3073 417,'-22'-3,"0"1,0 0,0 2,0 0,-19 4,34-3,1 0,-1 0,1 1,0 0,-1 0,1 1,0-1,0 1,1 1,-1-1,0 1,1 0,0 0,0 1,0-1,1 1,0 0,-1 0,2 1,-1-1,-1 4,3-5,0 1,1-1,-1 1,1-1,0 1,0 0,1-1,0 1,-1 0,1-1,1 1,-1 0,1 0,0-1,0 1,0-1,1 1,-1-1,1 1,0-1,0 0,1 0,-1 0,4 3,4 6,1 0,1-1,0-1,0 0,1-1,8 5,214 111,-234-126,0 0,1 0,-1 1,0-1,0 0,1 1,-1-1,0 0,0 1,0-1,0 1,1 0,-1-1,0 1,0 0,0 0,0 0,-1-1,1 1,0 0,0 0,0 0,-1 0,1 1,-1-1,1 0,-1 0,1 0,-1 0,1 1,-1-1,0 0,0 0,0 1,0-1,0 0,0 0,0 1,0-1,0 0,-1 0,1 1,0-1,-1 0,-5 3,-1-1,0-1,0 1,0-1,0 0,-1-1,1 1,-1-1,1-1,-2 0,-10 2,-107 11,105-15,20-5,53-18,-12 10</inkml:trace>
  <inkml:trace contextRef="#ctx0" brushRef="#br0" timeOffset="2232.048">3327 779,'-1'4,"0"1,1 0,0 0,-1-1,2 1,-1 0,0 0,1-1,0 1,0-1,1 1,-1-1,1 1,0-1,0 0,0 1,1-1,-1 0,1-1,0 1,0 0,1-1,-1 0,1 0,-1 0,1 0,0 0,4 1,1 0,1-1,-1-1,1 1,-1-1,1-1,0 0,0 0,0-1,-1 0,1-1,3-1,-9 2,0-1,0 0,0 0,1 0,-1 0,0-1,0 1,-1-1,1 0,0 0,-1-1,1 1,-1-1,1 0,-1 0,0 0,-1 0,1 0,0-1,-1 1,0-1,0 0,0 0,0 0,0 0,0-3,-1-4,0 0,-2 1,1-1,-1 0,0 1,-1-1,-1 1,0-1,0 1,0 0,-2 0,1 0,-1 1,-1 0,1 0,-2 0,1 0,-1 1,0 0,-3-1,5 4,0 0,0 0,0 0,-1 1,0 0,0 0,0 0,0 1,-1 0,1 0,-1 1,0 0,0 0,0 1,0-1,0 1,0 1,0-1,0 1,0 1,0-1,0 1,0 1,0-1,0 1,0 0,1 0,-1 1,1 0,-1 0,1 1,0 0,-2 2,3-2,0 0,0 1,0-1,0 1,1 0,0 0,0 1,1 0,-1-1,1 1,0 0,1 0,-1 1,1-1,1 0,-1 1,1-1,0 1,0 0,1-1,0 1,0 0,1-1,0 1,0 0,0-1,1 0,0 1,0-1,1 0,-1 0,1 0,1 0,0 1,19 15</inkml:trace>
  <inkml:trace contextRef="#ctx0" brushRef="#br0" timeOffset="2481.381">3728 243,'-16'-4,"-7"0,-3 6,2 7,4 9,6 1</inkml:trace>
  <inkml:trace contextRef="#ctx0" brushRef="#br0" timeOffset="2715.792">3728 872,'20'9,"19"5,16 1,10-3,7-5,1-7,-3-7,-13-3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08:51.13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6 991,'-3'-21,"1"0,2-1,0 1,1-1,1 1,0 0,2-1,1 1,1 1,0-1,2 1,0 0,1 1,1 0,1 0,-10 16,0 1,0-1,1 1,-1-1,0 1,1 0,0 0,-1 0,1 0,0 0,0 0,0 0,0 1,0-1,1 1,-1-1,0 1,1 0,-1 0,1 0,-1 0,1 0,-1 1,1-1,0 1,-1 0,1 0,0 0,-1 0,1 0,0 0,-1 1,1-1,5 7,-1 0,0 0,0 0,-1 1,0 0,-1 0,1 0,-2 1,1 0,-1 0,0 0,1 6,-1-5,5 8,-1 1,-1 0,-1 1,-1 0,0 0,-1 0,-2 0,1 18,-3-36,1-1,-1 1,0-1,0 1,0 0,0-1,-1 1,1-1,0 1,-1-1,1 0,-1 1,1-1,-1 1,0-1,0 0,1 1,-1-1,0 0,0 0,0 0,0 0,-1 0,1 0,0 0,0 0,0 0,-1 0,1-1,-1 1,1 0,0-1,-1 0,1 1,-1-1,1 0,-1 1,1-1,-1 0,1 0,-1 0,0-1,1 1,-1 0,1 0,0-1,-1 1,1-1,-1 1,1-1,0 0,-1 0,1 1,0-1,-1 0,1 0,-1-1,0-1,-1 1,1-1,0 1,0-1,0 0,0 0,0 0,1 0,-1 0,1-1,0 1,0 0,0-1,0 1,1-1,-1 1,1-1,0 1,0-1,0 1,0-1,1 1,0-1,-1 1,1 0,0-1,1 1,-1 0,1-1,-1 1,1 0,0 0,0 1,0-1,0 0,1 1,-1-1,1 1,0 0,0-1,-1 1,3 0,13-8,1 1,0 2,0-1,1 2,0 1,0 0,14 0,12-5,-23 5,-10 4,0-2,0 0,-1 0,0-1,0-1,0 0,0-1,-1 0,5-3,-15 8,0 0,1 0,-1 0,0 0,0 0,0 0,0 0,0 0,0 0,0-1,0 1,-1 0,1-1,0 1,-1 0,1-1,-1 1,0-1,1 1,-1-1,0 1,0-1,0 1,0-1,0 1,0-1,0 1,-1-1,1 1,0-1,-1 1,1-1,-1 1,0 0,1-1,-1 1,0 0,0 0,0-1,0 1,0 0,0 0,0 0,-1 0,-59-34,58 34,0-1,0 1,0 0,0 0,-1 0,1 0,0 1,0-1,-1 1,1 0,0 0,0 0,-1 1,1-1,0 1,0 0,-1-1,1 1,0 1,0-1,0 0,0 1,0 0,1-1,-1 1,0 0,1 0,0 1,-1-1,1 0,0 1,0 0,0-1,0 1,1 0,-1 0,1 0,0 0,0 0,-1 1,1 3,0 0,0 0,1 0,0 0,0 0,1 0,-1 0,1 0,1 0,0 0,0 0,0-1,1 1,-1-1,2 1,-1-1,1 0,0 0,0-1,0 1,1-1,2 2,4 4,0-1,1 0,0-1,0-1,1 0,0 0,0-1,1-1,0 0,1-1,-1 1,0-2,0 0,1-1,-1 0,1-1,0 0,0-2,-1 0,1 0,0-1,0-1,-1 0,1-2,-1 1,0-2,0 0,0 0,-1-1,0-1,0 0,0-1,-1 0,0-1,-1-1,0 0,0 0,5-8,0-10,-2-1,-1-1,-1 0,-1 0,-2-1,-2 0,0-1,-2 0,-1 0,-2 0,-1 0,-4-29,4 34,0 12,0 1,-1-1,-1 0,0 1,-1-1,-1 1,0 0,-3-7,6 20,-1-1,1 1,0 0,-1-1,0 1,1 0,-1-1,0 1,1 0,-1 0,0 0,0 0,0 0,0 0,0 0,0 0,0 0,-1 0,1 1,0-1,0 0,-1 1,1-1,0 1,-1-1,1 1,0 0,-1-1,1 1,-1 0,1 0,0 0,-1 0,1 0,-1 1,1-1,0 0,-1 1,1-1,0 1,-1 0,-45 41,35-20,2-1,0 2,1-1,2 2,0-1,1 1,2-1,0 1,1 1,2-1,1 0,0 1,2 4,0-11,0-1,1 1,1 0,0-1,2 0,0 0,0 0,2-1,0 0,1 0,1-1,0 0,1 0,0-2,1 1,1-1,0-1,1-1,0 1,1-2,0 0,1-1,-1-1,2 0,-1-1,1-1,5 1,-5-2,1-1,0-1,1 0,-1-1,0-1,1-1,-1-1,0 0,0-2,0 0,0-1,3-1,-10 2,-1-1,0 0,0 0,-1-1,1 0,-1-1,0 0,-1-1,1 1,-1-2,-1 1,1-1,-1 0,-1-1,1 1,-1-2,-1 1,0 0,0-1,-1 0,1-2,-1 1,0 1,-1-1,0 1,0-1,-2 0,1 0,-1 0,-1 0,1 0,-2 0,0 0,0-1,-1 2,-1-1,1 0,-2 0,0 1,0 0,0 0,-3-3,5 11,1 0,-1 0,0 0,0 0,0 0,0 1,0-1,-1 0,1 1,0 0,-1 0,1 0,-1 0,1 0,-1 0,0 1,1-1,-1 1,0-1,1 1,-1 0,0 0,1 1,-1-1,0 0,1 1,-1 0,0-1,1 1,-1 0,1 0,-1 1,1-1,0 0,0 1,-1 0,1-1,-1 2,-4 3,1 0,-1 1,1-1,1 1,-1 1,1-1,1 0,-1 1,1 0,0 0,0 3,2-3,0-1,0 1,1 0,0 0,1-1,0 1,0 0,0 0,1-1,0 1,1 0,-1-1,2 1,-1-1,1 0,0 1,0-1,1-1,0 1,0 0,1-1,0 0,0 0,0 0,1-1,0 0,0 0,0 0,0-1,1 0,0 0,4 1,125 43,-68-35</inkml:trace>
  <inkml:trace contextRef="#ctx0" brushRef="#br0" timeOffset="683.668">2293 603,'-6'-2,"0"0,0 1,0 0,0 0,-1 0,1 1,0-1,0 1,-1 1,1-1,0 1,0 1,0-1,0 1,0 0,0 0,0 0,1 1,-1 0,1 0,0 1,0-1,0 1,0 0,1 1,-1-1,1 1,0 0,0 0,-1 3,4-2,0 1,1-1,0 0,0 1,0-1,1 0,0 1,0-1,1 0,-1 0,1 0,1 0,-1 0,1 0,0-1,0 1,1-1,0 0,0 0,0 0,0 0,1-1,0 0,0 0,0 0,0 0,1-1,-1 0,1 0,0 0,0-1,2 1,19 7,1-1,1-1,0-2,-1-1,2-1,-1-1,0-1,1-2,-1-1,0-2,12-2,-28 4,0-1,0 0,0 0,0-2,-1 1,1-2,-1 1,0-2,0 0,-1 0,1-1,-2 0,1-1,-1 0,0-1,0 0,-1-1,-1 0,0 0,0-1,5-9,-1-13,-3 0,0-1,-2-1,-2 1,-1-1,-1 1,-2-1,-4-33,3 35,0 24,2-20,-2-1,-2 0,0 1,-2-1,-1 1,-1 0,-2 1,-4-12,11 37,0 0,0 0,0 0,-1-1,1 1,-1 0,0 1,0-1,0 0,0 0,0 1,-1-1,1 1,-1 0,1 0,-1 0,0 0,0 0,0 1,0-1,0 1,0 0,0 0,-1 0,1 0,0 0,-1 1,1-1,-1 1,1 0,0 0,-1 1,1-1,-1 1,1-1,0 1,0 0,-1 0,0 1,-3 5,0 0,0 0,1 1,0 0,1 0,-1 1,2-1,-1 1,1 0,1 0,-1 1,2-1,-1 1,1-1,1 1,-1 0,2 0,0 8,-2 17,1 0,2 1,2-1,1 0,2 0,1-1,2 0,1 0,2-1,1 0,1-1,2 0,1-2,2 0,1 0,23 24,-32-41,1 0,0-1,1 0,0-2,1 1,0-1,0-1,1-1,1 0,4 1,-12-6,1 0,0 0,0-1,0 0,0-1,0 0,0 0,1-1,-1 0,0-1,0 0,0-1,0 1,0-2,0 1,0-1,0-1,-1 1,6-5,-4 3,-1-2,1 1,-2-1,1-1,-1 0,0 0,0 0,-1-1,0 0,-1-1,0 1,0-1,-1 0,0-1,-1 1,-1-1,3-10,-4-4,-2 25,0 0,-1 1,1-1,0 0,0 0,0 0,-1 1,1-1,0 0,0 0,-1 0,1 0,0 1,0-1,-1 0,1 0,0 0,-1 0,1 0,0 0,0 0,-1 0,1 0,0 0,-1 0,1 0,0 0,0 0,-1 0,1 0,0 0,-1 0,1-1,0 1,0 0,-1 0,1 0,0 0,0-1,-1 1,1 0,0 0,0 0,0-1,0 1,-1 0,1 0,0-1,0 1,0 0,0 0,0-1,0 1,0 0,-1-1,1 1,0 0,0-1,0 1,0 0,0 0,0-1,1 1,-1 0,0-1,0 1,0 0,0 0,0-1,-4 8,-1-1,1 1,1 0,-1 0,1 0,0 0,1 1,0-1,0 1,0 0,1-1,1 1,-1 0,1 0,0 0,1-1,0 1,1 3,0-5,0 0,1 0,-1 0,1 0,1-1,-1 0,1 1,0-1,0-1,1 1,-1 0,1-1,0 0,0 0,1-1,-1 1,1-1,-1 0,1-1,0 1,0-1,1-1,-1 1,0-1,0 0,1 0,-1-1,1 1,-1-1,1-1,34 0</inkml:trace>
  <inkml:trace contextRef="#ctx0" brushRef="#br0" timeOffset="935.999">3429 496,'-14'-7,"-9"-4,-5-3,3 1</inkml:trace>
  <inkml:trace contextRef="#ctx0" brushRef="#br0" timeOffset="1180.542">2480 216,'15'0,"25"0,24 2,30 1,26 0,19 0,12-2,-20 0</inkml:trace>
  <inkml:trace contextRef="#ctx0" brushRef="#br0" timeOffset="1326.657">3776 751,'11'-8,"-1"0,0 0,0-1,-1-1,0 1,-1-1,0-1,-1 0,0 0,-1 0,0-1,0 1,-1-2,-1 1,0 0,-1-1,0 0,-1 0,0 0,-1 0,-1 0,0-2,0 12,0 0,0 0,0 1,0-1,0 0,-1 1,1-1,-1 0,0 1,0-1,0 1,0-1,0 1,0-1,-1 1,1 0,-1 0,0 0,0 0,1 0,-1 0,-1 0,1 0,0 1,0-1,-1 1,1 0,0 0,-1-1,1 2,-1-1,0 0,1 0,-1 1,0 0,1-1,-1 1,0 0,0 0,1 0,-1 1,-5 2,1 0,0 1,0 0,0 1,0 0,1 0,0 0,0 0,0 1,1 0,0 1,0-1,0 1,1 0,0 0,0 0,1 0,0 1,0 0,1-1,0 1,0 0,1 0,0 0,0 0,1 1,0-1,0 0,1 0,0 0,1 0,0-1,1 1,0-1,0 0,0 0,1 0,0 0,0-1,1 0,0 0,0 0,0 0,1-1,0 0,0 0,0 0,1-1,-1 0,1 0,0-1,2 1,16 7,0-2,1 0,0-2,0-1,15 1,62 6,-5-6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08:45.33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201 713,'5'14,"3"10,3 12,2 8,1 3,0-1,1-7,-4-10</inkml:trace>
  <inkml:trace contextRef="#ctx0" brushRef="#br0" timeOffset="716.601">0 392,'26'18,"1"0,1-1,0-2,1-1,1-1,0-2,0 0,18 1,98 40,-138-49,-1 0,1 0,-1 1,0 0,0 0,-1 1,1-1,-1 1,0 1,0-1,-1 1,0 0,0 1,0-1,-1 1,0 0,0 0,0 0,-1 0,0 1,1 6,0 180,-3-190,0 1,0-1,1 1,0-1,0 1,0-1,0 0,1 0,-1 0,1 0,0 0,0-1,1 0,-1 1,1-1,0 0,0-1,0 1,0 0,0-1,0 0,1 0,-1-1,1 1,-1-1,1 0,0 0,-1 0,1-1,0 0,0 0,-1 0,1 0,3-1,3 0,1-1,-1 0,1 0,-1-1,0 0,0-1,0-1,-1 1,1-2,-1 1,-1-1,1-1,-1 0,0 0,0-1,-1 0,0-1,0 0,-1 0,-1 0,1-1,-1 0,3-8,-5 9,-11 36,5-21,1 0,1-1,-1 1,1 0,0 0,0-1,0 1,1 0,0 0,0-1,1 1,-1 0,1-1,1 0,-1 1,1-1,-1 0,2 0,-1 0,0-1,1 1,0-1,0 0,0 0,1 0,-1-1,1 1,0-1,2 1,3 0,-1 0,1-1,0 0,0 0,0-1,0 0,0-1,0 0,1-1,-1 0,0-1,0 0,0-1,1 1,-1-2,-1 0,1 0,0-1,-1 0,8-4,-5 1,1 0,-2-1,1 0,-1-1,-1 0,1-1,-2 0,1-1,-1 0,-1 0,0-1,-1 0,0 0,-1-1,1-1,4-25,-1-1,-2 0,-1 0,-2-1,-2 0,-2 0,-3-18,2 5,-2 1,-2 0,-3 0,-11-40,-10 30,27 63,0 0,-1-1,1 1,-1 0,1 0,0 0,-1 0,1 0,-1 0,1 0,-1 1,1-1,0 0,-1 1,1-1,0 1,-1 0,1-1,0 1,0 0,0 0,-1 0,1 0,0 0,0 0,0 0,1 0,-1 0,0 0,0 0,1 1,-1-1,0 0,1 1,-1-1,1 0,0 1,-1-1,1 1,0-1,0 1,0-1,0 1,-1 0,-11 37,1 0,2 1,2 0,1 1,3-1,1 1,3 32,-2-49,1 1,1 0,1-1,1 0,2 1,0-1,1-1,2 1,0-1,2-1,0 1,2-2,0 1,1-2,1 0,1 0,1-1,1-1,0-1,2-1,-1 0,2-1,7 4,-11-11,1 0,-1-1,1-1,0-1,0 0,1-1,0-1,-1 0,1-2,6 0,30-3</inkml:trace>
  <inkml:trace contextRef="#ctx0" brushRef="#br0" timeOffset="965.939">1097 486,'16'-3,"23"-2,28-1,28 1,20 1,-9 2</inkml:trace>
  <inkml:trace contextRef="#ctx0" brushRef="#br0" timeOffset="1679.821">1846 1033,'6'-18,"0"-1,-1 1,-1-1,0-1,-2 1,0 0,-1-1,-1 1,-1-1,-1 1,0-1,-2 1,0 0,-1 0,-1 1,-1-1,0 1,-1 1,-1 0,-5-7,11 18,0 1,0-1,-1 1,1 0,-1 0,-1 0,1 0,-1 1,1 0,-1 0,-3-2,0 9,19 12,1-8,0-1,0 1,1-2,0 0,0 0,1-2,-1 1,1-2,12 2,-16-2,190 34,-197-35,1 0,0 1,-1-1,0 1,1-1,-1 1,0 0,0 0,0 1,0-1,0 1,-1-1,1 1,-1 0,0 0,1 0,-1 0,-1 0,1 1,0-1,-1 1,0-1,0 1,0-1,0 1,0 0,-1-1,1 4,-2 47,5 29,-3-80,0 0,0 0,1 0,-1 0,1 0,-1-1,1 1,0-1,0 1,0-1,0 0,1 1,-1-1,0 0,1 0,0-1,-1 1,1-1,0 1,0-1,0 0,0 0,0 0,0 0,1-1,10 2,0-1,0-1,0 0,1-1,-1 0,0-1,0-1,0 0,-1-1,1 0,-1-1,0-1,0 0,0-1,-1 0,0-1,8-7,-15 12,0-1,0 0,-1 0,1 0,-1-1,0 0,0 0,0 0,-1 0,1 0,-1-1,0 0,-4 6,1-1,0 1,0 0,-1 0,1-1,0 1,0 0,-1-1,1 1,0 0,-1 0,1 0,0-1,-1 1,1 0,0 0,-1 0,1 0,-1 0,1 0,0 0,-1 0,1 0,0 0,-1 0,1 0,-1 0,1 0,0 0,-1 0,1 0,0 0,-1 0,1 1,0-1,-1 0,1 0,0 0,-1 1,1-1,0 0,-1 0,1 1,0-1,0 0,0 1,-1-1,1 0,0 1,0-1,0 0,0 1,-1-1,1 1,0-1,0 0,0 1,0-1,0 0,0 1,0-1,0 1,0-1,0 0,0 1,1-1,-3 3,0-1,1 1,-1-1,1 1,-1-1,1 1,0 0,0 0,1-1,-1 1,0 0,1 0,0 0,0 0,-1 0,2 0,-1 0,0 0,1 0,-1 0,1-1,0 1,0 0,0 0,0-1,1 1,-1 0,1-1,-1 1,1-1,0 0,0 0,0 0,0 0,0 0,1 0,7 3,0 0,0-1,1 0,-1-1,1 0,0-1,0 0,-1-1,1 0,1 0,-1-1,0-1,0 0,0-1,-1 0,1 0,1-1,-8 2,1 0,0-1,0 1,-1-1,1 0,-1 0,1-1,-1 1,0-1,0 0,0 0,0 0,-1-1,1 1,-1-1,0 0,0 0,0 0,0 0,-1-1,0 1,0 0,0-1,0 0,-1 0,0 1,0-1,0 0,-1 0,1 0,-1 0,0 0,-1 0,1 0,-1 0,0 0,0 1,-1-4,0 2,-1 0,1 0,-1 1,0-1,0 1,0 0,-1 0,0 0,0 1,0-1,-1 1,1 0,-1 0,0 0,0 1,0 0,-1 0,1 0,-1 0,0 1,0 0,0 1,0-1,0 1,0 0,0 0,0 1,0 0,0 0,0 0,-1 1,1 0,0 0,0 0,0 1,0 0,1 0,-1 1,1 0,-1 0,1 0,0 0,0 1,0 0,-1 1,1 0,0 1,1-1,0 1,0 0,0 0,1 0,0 1,0-1,0 1,1 0,0 0,0 0,1 0,0 0,0 0,1 0,0 0,0 0,1 0,-1 0,1 0,1 0,0 0,0 0,0 0,1-1,0 1,0-1,0 1,1-1,0 0,0-1,1 1,0-1,0 0,3 3,25 8,-2-6</inkml:trace>
  <inkml:trace contextRef="#ctx0" brushRef="#br0" timeOffset="1926.655">2915 258,'-14'-4,"-8"0,-6 6,0 9,2 12,6 11,7 11,9 10,10 6,5-7</inkml:trace>
  <inkml:trace contextRef="#ctx0" brushRef="#br0" timeOffset="2444.311">2996 953,'5'8,"0"0,1-1,0 0,0 0,0 0,1-1,0 0,1 0,-1-1,1 0,0 0,1-1,-1 0,1-1,-1 1,1-2,0 1,0-1,0 0,1-1,5 0,-11-2,0 0,0-1,0 1,-1-1,1 0,0 0,-1 0,1 0,-1-1,0 1,0-1,0 0,0 0,0 0,-1 0,1 0,-1-1,0 1,0-1,0 0,0 0,-1 1,1-1,-1 0,0 0,-1 0,1-3,2-6,-2-1,1 0,-2 0,0 0,-1 0,0 0,-2-9,0 4,-1 1,-1 0,0 0,-2 0,0 1,-1 0,0 0,-1 0,-1 1,-1 1,0 0,-6-5,143 73,38 9,-159-59,-1 1,0 0,1 0,-1 0,-1 0,1 1,0-1,-1 1,0 0,0 0,-1 0,1 1,-1-1,0 0,-1 1,1 0,-1-1,0 1,-1 0,1 0,-1-1,0 1,-1 6,4 24,-4-33,2-1,-1 1,0-1,0 1,1-1,0 1,-1-1,1 1,0-1,0 0,0 1,0-1,1 0,-1 0,1 0,-1 0,1 0,0 0,0 0,-1-1,1 1,1-1,-1 1,0-1,0 0,0 1,1-1,-1-1,0 1,1 0,-1 0,1-1,-1 0,1 1,-1-1,1 0,0 0,-1 0,1-1,-1 1,3-1,5-3,1-1,-1 0,0 0,0-1,0 0,-1-1,0 0,0-1,-1 1,0-2,0 1,-1-1,0 0,-1-1,0 1,0-1,-1-1,0 1,-1-1,0 0,-1 0,2-8,-6 19,1 0,0 0,-1 0,1 0,-1 0,1 0,0 0,-1 0,1 0,0 0,-1 0,1 0,0 0,0 0,-1-1,1 1,0 0,-1 0,1 0,0-1,0 1,-1 0,1 0,0 0,0-1,-1 1,1 0,0-1,0 1,-3 8,0-1,1 1,0 0,1 0,0 0,0 0,0 0,1 0,0 0,1 0,0 0,0 0,1 0,0 0,0 0,1 0,0-1,0 0,1 1,0-1,0 0,0-1,1 1,0-1,1 0,-1 0,1 0,0-1,1 0,-1 0,4 1,3 0,0 0,1 0,0-1,0-1,1-1,-1 0,1 0,-1-2,1 0,8 0,31-3</inkml:trace>
  <inkml:trace contextRef="#ctx0" brushRef="#br0" timeOffset="2697.094">3837 392,'-9'0,"2"6,8 8,5 1</inkml:trace>
  <inkml:trace contextRef="#ctx0" brushRef="#br0" timeOffset="3263.939">4239 846,'11'-79,"-2"-1,-4 0,-4-1,-3 1,-4 0,-9-42,12 101,-1 0,-2 0,0 1,0 0,-2 0,-1 0,0 1,-2 0,-4-5,14 21,0 1,-1-1,1 1,-1 0,0-1,0 1,0 0,0 0,0 0,0 1,0-1,-1 0,1 1,-1-1,1 1,-1 0,1 0,-1 0,0 0,1 1,-1-1,0 1,0-1,0 1,0 0,1 0,-1 0,0 1,0-1,0 0,1 1,-1 0,0 0,0 0,1 0,-1 0,1 1,-2 0,-5 7,2 0,-1 1,1-1,1 2,0-1,0 1,1-1,0 1,1 1,0-1,1 1,1 0,-1-1,2 2,-6 22,2-1,2 0,1 1,1 0,2-1,2 1,1 0,2-1,1 0,1-1,2 1,2-2,1 1,1-2,2 0,1 0,1-2,1 0,2-2,1 0,1-1,12 10,-20-24,0 0,1-1,0 0,1-2,0 0,0 0,1-2,0 0,7 1,-17-6,-1 0,0-1,1 1,-1-1,1-1,-1 0,1 0,0 0,-1-1,1 0,-1 0,0-1,1 0,-1-1,0 1,0-1,0-1,-1 1,1-1,-1 0,0-1,0 1,0-1,4-5,-3 2,-1-1,0 1,-1-1,0 0,-1 0,1-1,-2 1,1-1,-2 0,1 0,-1 0,-1 0,1-1,-2 1,0 0,0 0,0-1,-2 1,3 9,-1 0,0 0,0 0,0 0,0 0,0 0,0 0,-1 1,1-1,0 0,0 0,-1 0,1 0,0 0,-1 0,1 1,-1-1,1 0,-1 0,0 0,1 1,-1-1,0 0,1 1,-1-1,0 1,0-1,0 1,1-1,-1 1,0 0,0-1,0 1,0 0,0 0,0-1,0 1,0 0,0 0,0 0,1 0,-1 0,0 0,0 1,0-1,0 0,0 0,0 1,0-1,0 1,1-1,-1 0,0 1,0-1,0 1,1 0,-1-1,0 1,1 0,-1-1,0 1,1 0,-1 0,1 0,0-1,-1 1,1 0,-1 0,-2 4,-1 1,1-1,0 1,1-1,-1 1,1 0,0 0,0 0,1 0,0 0,0 0,1 1,-1-1,1 0,0 1,1-1,0 0,0 0,0 0,1 0,0 0,0 0,0 0,1 0,0-1,0 1,0-1,1 0,-1 0,1 0,1 0,-1-1,1 0,-1 0,1 0,4 2,-1-1,1-1,0-1,0 1,0-1,0-1,0 0,0 0,1-1,-1 0,1 0,-1-1,1-1,-1 1,1-2,-1 1,0-1,1 0,-1-1,0 0,-1-1,1 0,-1 0,1-1,-1 0,0 0,4-5,-9 6,0 0,0 0,0 0,0-1,-1 1,0-1,0 0,0 0,0 1,-1-1,0 0,0 0,0-1,-1 1,0 0,0 0,0 0,0 0,-1 0,0 0,0 0,0 0,-1 0,1 0,-1 0,0 1,-1-1,0 0,-2-5,-1 1,0 0,0 0,-1 1,0-1,0 2,-1-1,0 1,0 0,-1 1,0-1,0 2,-1-1,6 4,0 0,0 0,0 0,0 0,-1 1,1 0,0 0,-1 0,1 0,-1 1,0-1,1 1,-1 0,1 1,-1-1,1 1,-1 0,1 0,-1 0,1 1,0-1,0 1,0 0,0 1,0-1,0 0,0 1,1 0,-1 0,1 0,0 1,0-1,0 1,0-1,1 1,-1 0,1 0,0 0,-1 4,1-1,1 0,0 0,0 0,1 0,0 0,0 0,1 0,-1 0,2 0,-1 0,1 0,0 0,0-1,1 1,0-1,0 0,0 1,1-1,0 0,24 35</inkml:trace>
  <inkml:trace contextRef="#ctx0" brushRef="#br0" timeOffset="3675.377">5228 967,'-9'-123,"9"95,-1 1,-1 0,-1 0,-2 0,-1 0,-1 1,-6-14,11 34,0 0,-1 1,1 0,-1-1,0 1,-1 0,1 1,-1-1,0 1,-1-1,1 1,-1 0,1 1,-1-1,0 1,0 0,-1 0,1 1,-1-1,1 1,-1 0,0 1,0 0,1 0,-7-1,11 2,0 0,-1 0,1 0,0 0,0 1,-1-1,1 0,0 1,0-1,0 1,-1-1,1 1,0-1,0 1,0 0,0-1,0 1,0 0,0 0,0 0,0 0,1 0,-1 0,0 0,1 0,-1 0,0 0,1 1,-1-1,1 0,0 0,-1 0,1 1,0-1,0 0,0 0,0 1,0-1,0 0,0 1,0-1,1 0,-1 0,0 1,1-1,-1 0,1 0,-1 0,1 0,0 0,-1 0,1 0,0 0,1 1,9 8,0-2,0 1,1-2,1 1,-1-2,1 0,0 0,1-1,-1-1,1 0,0-1,0 0,6 0,270 48,-205-20,-82-30,-1 1,0-1,0 1,0 0,0-1,0 1,0 0,-1 0,1 0,-1 0,1 0,-1 1,0-1,0 0,0 1,0-1,0 0,0 1,-1-1,1 1,-1 0,0-1,0 1,0-1,0 1,0-1,0 1,-1 0,1-1,-1 1,0-1,-1 3,-76 143,78-146,-1 0,1 0,-1 0,1 0,0 0,-1 0,1 0,0 0,1 0,-1 0,0 0,0 0,1 0,-1 0,1 0,0 0,-1 0,1 0,0 0,0-1,0 1,1 0,-1-1,0 1,1-1,-1 1,1-1,-1 0,1 1,-1-1,1 0,0 0,0 0,0 0,-1-1,1 1,0 0,0-1,0 1,0-1,2 0,88 7,-18-14,-2-3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08:42.38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121 324,'-2'5,"-1"12,-2 15,-3 18,1 17,-2 12,2 7,-1 2,1-3,1-6,3-12,1-18</inkml:trace>
  <inkml:trace contextRef="#ctx0" brushRef="#br0" timeOffset="256.31">1 511,'13'18,"15"16,10 12,7 11,1 6,1 4,-4 3,-4-5,-7-6,-6-9,-6-10,-3-12,-6-11</inkml:trace>
  <inkml:trace contextRef="#ctx0" brushRef="#br0" timeOffset="502.65">376 271,'4'9,"7"12,3 14,1 17,1 13,-2 11,-4 7,-6 5,-3-1,-5-4,-1-7,0-10,4-13,1-16</inkml:trace>
  <inkml:trace contextRef="#ctx0" brushRef="#br0" timeOffset="885.07">642 885,'6'12,"0"0,1 0,0 0,1-1,0 0,0-1,1 0,1 0,8 6,-15-13,1 1,1-1,-1 0,0-1,1 1,-1-1,1 0,0 0,0 0,0 0,0-1,0 0,0 0,0-1,0 1,0-1,1 0,-1 0,0-1,0 0,0 0,0 0,0 0,0-1,0 0,3-2,-1 0,-1 0,0-1,0 1,0-2,-1 1,0-1,0 1,0-1,-1-1,0 1,0-1,0 1,-1-1,0 0,-1-1,1 1,-1 0,-1-1,1 1,-1-1,-1 1,1-1,-1 0,0 1,-1-1,0 1,0-1,-1 1,0-1,0 1,-1 0,0 0,0 0,0 0,-1 1,0-1,-1 1,1 0,-1 0,0 0,-6-4,7 8,0 0,0 0,0 1,0-1,-1 1,1 0,0 0,-1 0,1 1,-1-1,1 1,-1 0,1 0,-1 1,1 0,-1-1,1 1,-1 1,1-1,0 1,0-1,-1 1,1 1,1-1,-1 0,0 1,1 0,-1 0,1 0,0 0,0 1,-1 0,-2 3,0 0,0 0,0 1,1 0,1 0,-1 0,1 1,1-1,-1 1,1 0,1 0,0 0,0 0,1 0,0 5,6 20,7-6</inkml:trace>
  <inkml:trace contextRef="#ctx0" brushRef="#br0" timeOffset="1205.214">1217 190,'0'-184,"-3"178,-2 23,-21 147,8 2,6 0,8 59,10 125,-3-312</inkml:trace>
  <inkml:trace contextRef="#ctx0" brushRef="#br0" timeOffset="1454.549">803 552,'18'-3,"22"-5,25-3,22-2,13 1,9 2,2 4,-19 2</inkml:trace>
  <inkml:trace contextRef="#ctx0" brushRef="#br0" timeOffset="2689.33">1713 711,'-10'-2,"0"0,0 1,0 0,0 1,0 0,0 0,0 1,0 0,1 1,-1 0,0 1,1 0,-1 0,1 1,0 0,0 1,0 0,1 0,0 1,0 0,0 0,1 1,0 0,0 1,1-1,0 1,0 0,1 1,0-1,0 1,0 3,2-6,0-1,1 1,0 0,1 0,-1 0,1 0,0 0,1 0,-1 0,1 0,0 0,1 0,0 0,0 1,0-1,0-1,1 1,0 0,1 0,-1-1,1 1,0-1,0 0,1 0,-1 0,1 0,0 0,0-1,1 0,0 0,-1 0,1 0,0-1,1 0,-1 0,1 0,0-1,2 0,1 0,0-1,0 0,0 0,0-1,0 0,0-1,-1 0,1 0,0-1,0 0,-1-1,1 0,-1 0,0-1,0 0,0 0,-1-1,1 0,-1 0,0-1,0 0,-1 0,0 0,0-1,-1 0,1 0,-1-1,-1 1,0-1,0 0,0 0,-1-1,0 1,-1-1,0 1,1-8,6-83,-10 99,1 0,0 0,0 0,0 1,0-1,-1 0,1 0,0 0,0 0,-1 0,1 0,0 0,0 0,0 0,-1 0,1 0,0 0,0 0,-1 0,1 0,0 0,0 0,-1 0,1 0,0 0,0 0,-1 0,1 0,0 0,0 0,0 0,-1-1,1 1,0 0,0 0,0 0,0 0,-1-1,1 1,0 0,0 0,0 0,0-1,0 1,0 0,-1 0,1 0,0-1,0 1,0 0,0 0,0-1,0 1,0 0,0 0,0-1,0 1,-8 22,5-8,1 1,0 1,1-1,0 0,1 0,1 0,1 0,0 1,3 9,-3-18,-1 0,2-1,-1 1,1-1,0 1,0-1,1 0,0 0,0 0,0-1,0 1,1-1,0 0,1 0,-1-1,1 0,-1 0,1 0,1 0,-1-1,0 0,1-1,-3 0,-1-1,1 0,0 0,-1 0,1-1,0 0,0 1,0-1,-1 0,1-1,0 1,0-1,-1 0,1 0,0 0,-1 0,1 0,-1-1,1 0,-1 0,0 0,1 0,-1 0,0 0,-1-1,1 0,2-2,1-2,-1-1,0 0,0 0,0 0,-1 0,-1-1,1 1,-1-1,-1 0,1 0,-2-1,3-13,-1 0,-1 0,-1 0,-1 0,-1-1,-2 1,0 0,-1 0,-1 1,-1-1,-2 0,8 23,0 1,0-1,1 0,-1 1,0-1,0 0,0 1,1-1,-1 0,0 0,0 1,1-1,-1 0,0 0,0 0,1 1,-1-1,0 0,1 0,-1 0,0 0,1 0,-1 1,0-1,1 0,-1 0,0 0,1 0,-1 0,0 0,1 0,-1 0,0 0,1 0,-1-1,0 1,1 0,-1 0,0 0,1 0,-1 0,0-1,1 1,-1 0,0 0,0 0,1-1,-1 1,0 0,0 0,1-1,-1 1,0 0,0-1,0 1,0 0,1-1,-1 1,0 0,0-1,0 1,0 0,0-1,0 1,0-1,5 4,121 44,-98-38,0 0,-1 2,0 1,0 1,-2 1,22 16,-40-24,-1 1,0 0,0 0,-1 1,0-1,-1 1,1 0,-1 0,-1 1,1-1,-2 1,1 0,-1 0,0 0,-1 0,0 0,-1 9,7 28,-7-43,1 0,-1 0,1 0,-1 0,1 0,0-1,0 1,0 0,1 0,-1-1,0 1,1-1,0 1,0-1,0 0,0 0,0 0,0 0,0 0,1 0,-1 0,0-1,1 1,0-1,-1 0,1 0,0 0,0 0,0 0,0-1,-1 1,2-1,9-1,1-1,-1 0,0-1,0-1,-1 0,1-1,-1 0,1-1,-2 0,1-1,-1 0,0-1,0 0,-1-1,0 0,3-5,-4 6,0-1,0 0,-1 0,0-1,0 0,-1-1,0 1,-1-2,-1 1,0 0,0-1,-1 0,0 0,-1-1,-1 1,0 0,0-10,-2 18,0 1,-1 0,0-1,0 1,0 0,0 0,0 0,0 0,-1 0,0 0,1 0,-1 1,0-1,0 0,-1 1,1 0,-1-1,1 1,-1 0,1 0,-1 1,0-1,0 0,0 1,0 0,0 0,0 0,-1 0,1 0,0 1,-1-1,1 1,0 0,0 0,-1 0,1 0,0 1,-1-1,1 1,0 0,0 0,0 0,0 0,0 1,0-1,0 1,0 0,0 0,0 0,-1 1,0 0,0 1,0-1,0 1,1 0,0-1,0 2,0-1,0 0,1 0,-1 1,1 0,0-1,0 1,1 0,0 0,0 0,0 0,0 0,1 0,-1 0,2 0,-1 0,0 0,1 0,0 0,0 0,0 0,1 0,0 0,0-1,0 1,0-1,1 1,-1-1,1 0,1 0,-1 0,0 0,3 2,11 5,0 0,1-1,0-1,1 0,0-1,0-2,0 0,1 0,0-2,0-1,0 0,16-1,24 4,0-3,0-3,0-2,-1-3,1-2,21-8,-69 14,0-1,0-1,0 0,0-1,-1 0,0-1,1 0,-1 0,-1-1,1-1,-1 0,-1 0,1-1,-1 0,7-9,-15 16,0-1,0 1,-1 0,1-1,0 1,0-1,-1 0,1 1,-1-1,0 0,1 1,-1-1,0 0,0 1,0-1,0 0,0 1,-1-1,1 0,0 1,-1-1,1 0,-1 1,0-1,1 1,-1-1,0 1,0-1,0 1,0 0,0-1,0 1,0 0,-1 0,1 0,0 0,-1 0,1 0,-1 0,-64-19,58 20,0-1,0 2,-1-1,1 1,0 0,0 1,0 0,1 0,-1 1,0 0,1 0,0 1,-1 0,2 0,-1 0,0 1,1 0,0 1,0-1,0 1,1 0,0 1,0-1,0 1,1 0,0 0,1 0,0 1,-1 2,3-8,1 0,-1 1,1-1,0 1,0-1,0 1,0-1,0 1,0-1,1 1,-1-1,1 1,0-1,-1 1,1-1,0 0,1 0,-1 1,0-1,1 0,-1 0,1 0,-1 0,1-1,0 1,0 0,0-1,0 1,0-1,0 0,1 0,-1 0,0 0,1 0,86 13,-75-14,0-2,0 0,0 0,0-1,0-1,-1 0,0-1,7-4,-15 7,0-1,0 1,0-1,0-1,-1 1,0-1,1 1,-1-1,0-1,-1 1,1 0,-1-1,0 0,0 0,0 0,-1 0,1 0,-1-1,-1 1,1 0,-1-1,1-2,-11-24,8 32,1-1,-1 1,1 0,-1-1,0 1,1 0,-1 0,0-1,1 1,-1 0,0 0,1 0,-1 0,0 0,1 0,-1 0,0 0,1 0,-1 0,0 0,1 1,-1-1,0 0,1 0,-1 1,0-1,1 0,-1 1,1-1,-1 0,0 1,1-1,-1 1,1-1,0 1,-1 0,1-1,-1 1,1-1,0 1,-1 0,1-1,0 1,0 0,-1 0,0 1,-1 1,0 0,1 0,0 0,0-1,0 1,0 0,0 1,0-1,1 0,-1 0,1 0,0 0,0 0,0 0,1 1,-1-1,1 0,-1 0,1 0,0 0,0 0,0 0,1 0,-1-1,1 1,0 0,0-1,-1 1,2-1,-1 1,5 3,-1 1,2-1,-1 0,1-1,-1 0,2 0,-1-1,0 0,1 0,1 0,158 31,-77-26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08:57.73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1 228,'6'-2,"10"-1,13 3,13 0,13 4,13 0,9 0,5 1,-1 1,-4 0,-9 0,-11 1,-14 0,-11-2,-13-2,-8-1,-4-1,-2-1</inkml:trace>
  <inkml:trace contextRef="#ctx0" brushRef="#br0" timeOffset="356.092">615 1,'0'0,"-1"1,1-1,-1 0,1 1,0-1,-1 0,1 1,0-1,-1 1,1-1,0 1,0-1,0 1,-1-1,1 1,0-1,0 1,0-1,0 1,0-1,0 1,0-1,0 1,0-1,0 1,0-1,0 1,0-1,0 1,1-1,-1 1,0-1,0 1,0-1,1 1,-1-1,0 0,1 1,-1-1,0 1,1-1,-1 0,1 1,-1-1,0 0,1 0,-1 1,1-1,-1 0,1 0,-1 0,1 1,-1-1,1 0,-1 0,1 0,-1 0,1 0,15 11,0 0,0-1,1 0,1-2,-1 0,1-1,8 2,8 4,-9-4,-9-4,0 1,0 0,-1 1,1 1,-2 0,1 1,-1 1,0 0,-1 1,-1 0,2 2,-12-9,0-1,0 0,0 1,0-1,-1 1,0-1,1 1,-1 0,0-1,-1 1,1 0,-1 0,1 0,-1-1,0 1,-1 0,1 0,-1 0,0 0,1-1,-2 1,1 0,0-1,-1 1,0-1,1 1,-1-1,-1 0,-1 2,-81 80,38-50,-63 59,96-76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09:06.76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1 201,'4'0,"9"0,11 0,10 0,14 0,9 0,9 0,7 0,5 2,-2 1,-5 2,-10 1,-10 1,-13-1,-13-1,-13 1,-7 1,-5 0</inkml:trace>
  <inkml:trace contextRef="#ctx0" brushRef="#br0" timeOffset="682.678">535 1,'48'16,"97"15,81 26,-220-56,1 1,-1 0,1 1,-1-1,0 1,0 0,0 1,-1-1,1 1,-1 1,0-1,0 1,0-1,0 1,-1 1,0-1,0 1,2 4,-6-5,-1-1,0 0,0 1,0-1,0 0,-1 0,1 0,-1 0,0 0,0 0,-1 0,1 0,-1-1,0 0,0 1,0-1,0 0,-1 0,1-1,-1 1,1-1,-1 0,0 0,0 0,0 0,-2 0,5-1,-343 168,294-140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09:08.88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202 226,'-53'162,"38"-124,-8 17,-30 95,52-136,8-24,13-39,-2-1,-2-1,-2 0,-1-6,5-19,-9 42,-3 2,2 0,2 1,0 0,2 0,2 1,16-26,-30 55,0 0,1-1,-1 1,1 0,-1 0,1 0,0-1,-1 1,1 0,0 0,0 0,0 0,0 0,0 0,0 1,0-1,0 0,0 0,0 1,0-1,1 1,-1-1,0 1,0-1,1 1,-1 0,0-1,1 1,-1 0,0 0,1 0,-1 0,0 0,1 0,-1 1,0-1,0 0,1 1,-1-1,0 1,0-1,1 1,-1 0,0-1,0 2,5 6,-1 0,0 1,-1 0,0 0,-1 0,1 0,-2 0,1 1,0 6,-1-7,69 385,-21-200,-43-171</inkml:trace>
  <inkml:trace contextRef="#ctx0" brushRef="#br0" timeOffset="237.698">1 439,'23'0,"25"-2,30-5,27-4,18-3,11-2,-18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09:13.31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479 0,'-22'0,"-17"0,-11 5,-9 8,-2 11,-1 12,4 15,7 11,12 12,13 7,15 0,21-1,20-6,23-9,21-10,14-12,7-14,-12-12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09:14.37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279 666,'-8'-4,"1"0,-1 1,0 0,0 0,0 1,-1 0,1 1,0-1,-1 1,1 1,-1 0,1 0,-1 1,1 0,-1 0,1 1,0 0,0 0,0 1,0 0,0 1,1 0,-1 0,1 0,0 1,0 0,1 1,-1-1,1 1,0 0,0 1,3-2,-1-1,1 1,0 0,0-1,1 1,-1 0,1 1,0-1,1 0,-1 1,1-1,0 1,0-1,1 1,0 0,0-1,0 1,0-1,1 1,0-1,0 1,1-1,0 1,-1-1,2 0,-1 0,1 0,-1 0,1 0,1-1,-1 1,1-1,0 0,0 0,0 0,11 3,0 0,0-2,0 0,1 0,0-2,0 0,0 0,0-2,0 0,0-1,1-1,-1 0,0-1,0-1,0 0,-1-1,1-1,9-4,-3 3,-1 0,0-2,0 0,-1-2,0 0,0-1,-1-1,-1-1,0 0,-1-2,0 0,-1-1,-1 0,0-1,-1-1,4-9,1-38,-19 63,0 1,0-1,1 0,-1 1,0-1,0 1,-1-1,1 0,0 1,-1-1,1 1,0-1,-1 1,0-1,1 1,-1-1,0 1,0-1,0 1,0 0,0 0,0-1,0 1,0 0,0 0,-1 0,1 0,0 0,-1 1,1-1,-1 0,1 1,-1-1,1 1,-1-1,1 1,-1-1,0 1,0 0,-3 1,-1 0,1 1,-1 0,1-1,0 2,0-1,0 1,0-1,1 1,-1 1,1-1,0 1,0-1,0 1,0 0,0 1,1-1,0 1,0-1,0 1,1 0,-1 0,1 0,0 1,1-1,-1 3,0-3,1 0,0 0,1 0,-1 0,1-1,0 1,1 0,-1 0,1 0,0 0,0 0,0-1,0 1,1 0,0-1,0 1,0-1,1 0,0 0,-1 0,1 0,1 0,-1 0,4 2,2 2,0-1,1 0,0 0,0-1,0-1,1 1,0-2,0 1,11 1,-2 0,0-1,1-1,-1-2,1 0,0 0,0-2,0-1,-12 1,-1-1,1 0,-1-1,0 0,0 0,0-1,0 0,0 0,0-1,-1 0,1 0,-1-1,-1 1,1-2,0 1,-1-1,0 0,3-5,5-12,-1-1,-1-1,-1 0,-1 0,-1-1,-2 0,0-1,0-9,-1 10,7-28,-2 0,-2-1,-2 0,-3-1,-3 1,-2-7,2 57,-1-1,0 0,0 0,-1 1,0-1,0 0,0 1,-1-1,1 1,-1 0,0-1,-1 1,0 0,1 0,-1 0,-1 1,1-1,-1 1,0-1,0 1,0 1,-1-1,1 0,-1 1,0 0,0 0,0 1,0-1,0 1,-1 0,1 0,0 1,-1 0,-2 0,2 1,0 1,-1 0,1 1,0 0,0 0,0 0,0 1,1 0,-1 0,0 0,1 1,0-1,0 1,0 1,1-1,-1 1,1 0,0 0,0 0,1 0,-1 1,1-1,-2 6,-3 6,1 0,1 0,0 1,1 0,1 0,0 0,0 15,4-4,2 0,0-1,2 1,1-1,2 0,0 0,2-1,1 0,1 0,2-1,0 0,1-2,2 1,1-2,0 0,2-1,0-1,2-1,0 0,1-2,1 0,1-2,0-1,21 10,18 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09:15.89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 0,'-4'12,"7"9,3 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09:20.01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1,'0'2,"0"3,0 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09:15.05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1,'8'84,"-7"-61,0-1,2 0,0 0,2-1,0 1,1-1,1 0,2 0,3 6,-11-24,0 0,0 0,1 0,0 0,-1 0,1-1,0 1,0-1,1 1,-1-1,0 0,1 0,-1 0,1 0,0 0,0 0,0-1,0 1,0-1,0 0,0 0,0 0,0 0,0-1,1 1,-1-1,0 0,1 0,-1 0,0 0,0-1,1 1,-1-1,0 0,0 0,0 0,0 0,0-1,1 0,5-8,0 0,-1-1,-1 0,1 0,-2-1,0 0,0 0,-1-1,0 0,-2 0,1 0,-1 0,-1 0,0-1,-1 1,-1 0,0-9,-2-5,-3 40,3-5,1 0,0 0,0 0,0 0,1 0,1 0,-1-1,1 1,1 0,-1 0,1 0,1-1,-1 1,1-1,1 0,-1 0,1 0,0 0,1 0,0-1,0 0,0 0,1 0,-1-1,2 0,-1 0,0 0,1-1,0 0,6 3,-8-5,0-1,0 1,0-1,1 0,-1 0,0 0,1-1,-1 0,1 0,-1-1,1 1,-1-1,0 0,0 0,1-1,-1 0,0 0,0 0,0 0,-1-1,1 0,0 0,-1 0,0 0,0-1,0 0,0 0,0 0,-1 0,0 0,0-1,0 0,0 1,-1-1,0 0,1-3,1-3,-1 0,-1 0,1 0,-2 0,0-1,0 1,-1 0,0-1,-1 1,0 0,-1-2,2 14,-1-1,1 1,0-1,0 0,-1 1,1-1,0 0,-1 1,1-1,-1 0,1 1,0-1,-1 0,1 0,-1 0,1 1,-1-1,1 0,-1 0,1 0,0 0,-1 0,1 0,-1 0,1 0,-1 0,1 0,-1 0,1 0,-1 0,1 0,-1 0,1-1,-1 1,1 0,-1 0,1 0,0-1,-1 1,1 0,0-1,-1 1,1 0,0-1,-1 1,1 0,0-1,-1 1,1-1,0 1,0-1,0 1,-1 0,1-1,0 1,0-1,0 1,0-1,0 1,0-1,0 1,0-1,0 1,0-1,0 1,0-1,0 1,1-1,-1 1,0-1,-14 36,13-30,0-1,0 1,1-1,0 1,0 0,0-1,1 1,0 0,0-1,0 1,0-1,0 0,1 1,0-1,0 0,0 0,1 0,-1 0,1 0,0-1,0 1,0-1,0 1,4 1,3 3,0-1,1 0,0-1,0 0,1-1,0 0,0-1,6 1,35 9</inkml:trace>
  <inkml:trace contextRef="#ctx0" brushRef="#br0" timeOffset="450.414">1097 175,'-12'-9,"-1"2,1 0,-2 0,1 1,-1 1,1 0,-2 1,1 0,0 1,-1 1,1 0,-14 0,25 2,-1 0,1 0,0 1,0-1,0 1,0-1,0 1,0 0,0 0,0 0,0 1,0-1,0 1,1 0,-1-1,1 1,-1 0,1 0,0 1,-1-1,1 1,0-1,1 1,-1-1,0 1,1 0,-1 0,1 0,0 0,0 0,0 0,1 0,-1 0,1 0,0 0,-1 0,1 1,1-1,-1 0,0 0,1 0,-1 0,1 0,0 0,0 0,1 0,-1 0,0 0,1 0,5 5,0 0,0-1,1 0,0-1,0 0,1 0,0 0,0-1,0 0,0-1,1 0,0-1,-1 0,1 0,1-1,-1 0,0-1,0 0,1-1,-1 0,0-1,1 0,-1 0,-1 0,-1 1,0-1,0-1,0 1,0-1,0-1,0 1,-1-1,1-1,-1 0,0 0,0 0,0-1,-1 1,1-2,-1 1,0-1,-1 0,1 0,-1 0,-1-1,1 0,-1 0,0 0,-1-1,3-7,-2-1,16-31,-4 75,-10 6,-5-26,-1-1,1 1,0 0,1-1,0 1,0-1,0 0,1 1,0-1,1 0,-1-1,1 1,1-1,-1 0,1 0,0 0,0 0,1-1,0 0,0 0,0 0,1-1,1 1,3-1,-1-1,2 0,-1 0,0-1,1 0,-1-1,1 0,-1-1,1-1,-1 0,1 0,-1-1,0 0,6-3,0-1</inkml:trace>
  <inkml:trace contextRef="#ctx0" brushRef="#br0" timeOffset="697.943">1591 188,'-2'-5,"-1"2,0 2,1 7,3 7,0 7,2 6,-1 4,2 3,2-1,5-1,6-3,3-7,4-6,-3-7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09:11.06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30 28,'-26'348,"25"-341,0 0,0 0,1 0,0 0,0 0,1 0,-1 0,2 0,-1-1,1 1,0 0,0 0,1-1,0 1,0-1,0 0,1 0,0 0,0-1,1 1,-1-1,1 0,0 0,1-1,-1 1,1-1,5 3,4-4,-1-1,1-1,0 0,0-1,-1-1,1 0,0-1,-1-1,1 0,-1-1,0 0,28-6,98-15,-101 20</inkml:trace>
  <inkml:trace contextRef="#ctx0" brushRef="#br0" timeOffset="622.377">1072 2,'-20'-1,"0"0,0 2,0 0,0 2,1 0,-1 1,0 1,1 0,0 2,1 0,-1 1,2 1,-1 1,-13 10,-3 25,34-44,-1 0,1 1,0-1,0 0,-1 1,1-1,0 0,0 1,0-1,0 0,0 1,1-1,-1 0,0 1,1-1,-1 0,0 0,1 1,0-1,-1 0,1 0,0 0,0 0,-1 0,1 0,0 0,0 0,0 0,0 0,0 0,0 0,1-1,-1 1,0-1,0 1,0-1,1 1,-1-1,1 1,104 23,-73-14,-1 2,0 1,0 1,-1 2,-1 1,-1 2,-1 1,0 1,-1 1,5 7,-28-24,0-2,0 1,-1 0,1 0,-1 0,0 0,0 1,0 0,0-1,-1 1,0 0,0 0,1 4,-4-8,1 0,-1 1,1-1,-1 0,0 0,0 0,1 1,-1-1,0 0,0 0,0 0,0 0,-1 0,1-1,0 1,0 0,0 0,-1-1,1 1,0-1,-1 1,1-1,0 0,-1 1,1-1,-1 0,1 0,0 0,-1 0,1 0,-1 0,1-1,0 1,-1 0,-1 0,-376-4,354 6,20 1,14-1,17 1,7-1</inkml:trace>
  <inkml:trace contextRef="#ctx0" brushRef="#br0" timeOffset="1333.88">1608 109,'-6'26,"1"1,2 0,0-1,2 1,1 0,1 0,2 0,0 0,2-1,1 1,1-1,1-1,5 12,-9-30,-6-16,-5-22,-3-4,2-1,1 0,1 0,3-1,1 1,1-1,4-29,-3 62,0-1,0 1,0-1,1 1,-1-1,1 1,0-1,1 1,-1 0,1-1,0 1,0 0,0 0,0 0,1 0,-1 1,1-1,0 1,0 0,1-1,-1 1,1 1,-1-1,1 0,0 1,0 0,0 0,0 0,0 0,1 1,-1 0,1-1,-1 2,1-1,-1 0,5 1,0 4,1 0,0 1,-1 0,0 0,0 1,-1 0,1 1,-1 0,-1 0,1 1,-1 0,-1 0,1 0,-1 1,-1 0,0 1,2 4,-4-10,-1 0,0 0,0 0,0 0,0 0,0 1,-1-1,0 1,0-1,0 1,-1 0,1-1,-1 1,0 0,-1-1,1 1,-1 0,0-1,0 1,0-1,-1 1,1-1,-1 0,0 1,0-1,-1 0,1 0,-1-1,0 1,0-1,0 1,-1-1,1 0,-1 0,0 0,0 0,-4 2,-1-1,1 1,0-2,-1 1,0-1,0-1,0 0,0 0,-10 1,98-6,-58 1,0 0,0 2,0 0,0 2,0 0,0 1,0 1,16 6,-31-7,-1-1,1 2,0-1,-1 1,1-1,-1 1,0 1,0-1,-1 1,0 0,1 1,-3-4,-1 0,1 0,-1 0,0 0,0 0,0 0,0 0,0 1,-1-1,1 0,0 0,-1 1,0-1,0 1,1-1,-2 0,1 1,0-1,0 1,-1-1,1 0,-1 0,0 1,1-1,-1 0,0 0,-1 0,1 1,0-1,0-1,-2 2,-7 6,0-2,0 0,-1 0,0-1,-1 0,1-1,-1 0,0-1,0 0,-1-1,1 0,-1-1,0 0,-1-1,-173 18,193-19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09:10.32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1 865,'4'4,"1"0,0-1,0 1,0-1,0 0,1-1,-1 1,1-1,-1 0,1-1,0 1,0-1,0 0,0-1,0 1,0-1,0 0,0-1,0 1,3-2,3 0,1-1,-1-1,0 1,0-2,-1 0,1 0,-1-1,0-1,2-1,-5 2,0 0,0-1,-1 0,0 0,0-1,0 0,-1 0,0-1,-1 0,2-3,-5 8,-1 1,1 0,-1-1,0 0,1 1,-2-1,1 0,0 1,-1-1,0 0,0 0,0 1,0-1,0 0,-1 0,0 1,0-1,0 0,0 1,0-1,-1 1,1 0,-1-1,0 1,0 0,-1 0,1 0,0 0,-2-1,3 3,0 0,0 0,0-1,0 1,-1 0,1 0,0 0,-1 1,1-1,0 0,-1 0,1 1,-1-1,1 1,-1-1,1 1,-1 0,0-1,1 1,-1 0,1 0,-1 0,0 0,1 0,-1 1,1-1,-1 0,1 1,-1-1,1 1,-1 0,1-1,-1 1,1 0,0 0,-1 0,1 0,0 0,0 0,0 0,0 1,0-1,0 0,0 0,0 1,0-1,0 2,-29 72,27-69,1 1,0-1,0 1,0-1,1 1,0 0,0 0,1-1,0 1,0 0,1 0,0 0,0-1,0 1,1 0,0-1,0 0,1 1,0-1,0 0,0 0,1 0,0-1,0 1,0-1,1 0,-1 0,1-1,1 1,-1-1,1 0,0 0,6 0,0 0,0-1,1 0,-1-1,1-1,0 0,0 0,-1-1,1-1,0 0,-1-1,1 0,-1-1,1-1,-1 0,0 0,0-1,-1-1,0 0,0 0,0-1,-1 0,1-1,-2-1,1 1,-2-1,1-1,-1 0,0 0,-1 0,0-1,0-2,40-86,-46 98,0 0,0 0,0 0,1 0,-1 1,0-1,0 0,1 1,-1-1,1 1,-1-1,0 1,1 0,-1 0,1 0,-1 0,1 0,-1 0,1 0,-1 0,1 0,-1 1,0-1,1 1,-1-1,1 1,-1-1,0 1,0 0,1 0,-1-1,0 1,0 0,1 1,36 36,-30-29,-1 0,-1 1,1 0,-1 0,-1 0,0 1,0 0,-1 0,-1 0,0 0,0 1,0 5,-3-16,0 1,0 0,1 0,-1 0,0-1,0 1,-1 0,1 0,0-1,-1 1,1 0,-1 0,1-1,-1 1,0 0,0-1,0 1,0-1,0 1,0-1,0 0,0 1,-1-1,1 0,0 0,-1 0,1 0,-1 0,1 0,-1 0,0 0,1-1,-1 1,0-1,1 1,-1-1,0 1,0-1,0 0,1 0,-1 0,0 0,0 0,0-1,1 1,-1 0,0-1,1 0,-1 1,0-1,0-3,1 0,0 0,0 0,0 0,0 0,1 0,-1 0,1 0,0 0,0 0,1 0,-1 0,1 0,0 0,0 0,0 0,1 0,0 1,-1-1,1 0,0 1,0 0,1-1,-1 1,1 0,2-3,-4 6,87-127,38-64,-111 164,-1-1,-2-1,0 0,-2 0,-2-1,0 0,-2-1,-1 0,-2 0,-1 0,-1 0,-2 0,-1-1,-19-37,20 68,1 0,0 0,-1 0,1 0,-1 0,1 1,-1-1,1 0,-1 1,0-1,1 0,-1 1,0-1,1 1,-1-1,0 1,0-1,0 1,1-1,-1 1,0 0,0-1,0 1,0 0,0 0,0 0,0 0,0 0,0 0,0 0,1 0,-1 0,0 0,0 0,0 1,0-1,0 0,0 1,1-1,-1 1,0-1,0 1,0-1,1 1,-1-1,0 1,1 0,-1-1,0 1,1 0,-1 0,1 0,-1-1,1 1,0 0,-26 51,16-16,2 1,2 0,1 0,2 0,2 1,1-1,2 1,2-1,2 11,1-7,1 0,2 0,2-1,2 0,1-1,2 0,2-2,1 0,3 0,-16-26,0-1,1-1,0 1,1-1,0-1,0 1,1-2,0 1,11 5,-16-11,0 1,0-1,0 0,1 0,-1-1,1 0,0 0,-1 0,1 0,0-1,-1 0,1 0,0-1,-1 1,1-1,-1-1,1 1,-1-1,1 0,-1 0,0 0,3-2,-1-1,0 0,0 0,0-1,0 0,-1 0,0-1,0 1,-1-1,0-1,0 1,-1-1,0 0,0 0,-1 0,0 0,0 0,-1-1,0 0,0 1,-1-1,0 0,-1 0,0 1,0-1,-1 0,0 0,-1 1,-1-7,3 14,0 0,0 0,0 0,1 0,-1 0,-1 0,1 0,0 0,0 0,0 0,0 0,-1 0,1 0,-1 0,1 0,-1 0,1 0,-1 0,1 0,-1 0,0 0,1 1,-1-1,0 0,0 0,0 1,1-1,-1 1,0-1,0 1,0-1,0 1,0-1,0 1,0 0,0 0,0-1,0 1,0 0,-1 0,1 0,0 0,0 0,0 0,0 1,0-1,0 0,0 0,0 1,0-1,0 1,0-1,0 1,0-1,0 1,1-1,-1 1,0 0,0 0,0-1,1 1,-1 0,1 0,-1 0,0 0,1 0,-1 0,-2 7,-1-1,1 1,1 0,-1 0,1 0,1 0,0 1,0-1,0 0,1 1,0-1,1 0,0 1,0-1,1 0,0 0,0 0,1 0,0 0,0 0,1-1,0 0,1 0,-1 0,1 0,0 0,1-1,0 0,0 0,0-1,1 0,-1 0,5 2,87 30,-52-28</inkml:trace>
  <inkml:trace contextRef="#ctx0" brushRef="#br0" timeOffset="223.403">763 477,'18'-4,"24"-2,28 0,27 2,22 0,16 2,-15 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09:18.51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4009 1135,'17'-47,"-2"0,-3-1,-1-1,-3 1,0-15,-1 10,-7 52,0-1,0 1,-1-1,1 0,0 1,0-1,0 0,0 1,0-1,1 0,-1 1,0-1,1 0,-1 1,1-1,0 1,-1-1,1 1,0-1,0 1,0 0,0-1,0 1,0 0,0 0,1 0,-1 0,0 0,1 0,-1 0,0 0,1 0,-1 1,1-1,0 1,-1-1,1 1,-1-1,1 1,0 0,-1 0,1 0,0 0,11 6,-1 0,-1 1,1 0,-1 1,0 1,-1-1,0 2,-1-1,4 6,-6-8,6 5,-1 0,0 1,-1 1,0 0,-2 0,1 1,-2 0,0 1,0 0,-7-13,0-1,-1 0,1 0,-1 1,1-1,-1 0,0 1,1-1,-1 0,0 1,-1-1,1 0,0 1,-1-1,1 0,-1 0,0 1,0-1,1 0,-2 0,1 0,0 0,0 0,-1 0,1 0,-1-1,1 1,-1 0,0-1,0 1,1-1,-1 0,0 1,0-1,-1 0,1 0,0 0,0-1,0 1,-1 0,-1-1,-1 2,0-1,0 0,-1 0,1-1,0 1,-1-1,1 0,0-1,-1 1,1-1,0 0,0 0,0-1,-1 1,2-1,-1 0,0-1,-1 0,6 2,-1 0,0-1,0 1,1 0,-1-1,1 1,-1-1,1 1,0 0,-1-1,1 1,0-1,0 1,0-1,0 1,0-1,1 1,-1-1,0 1,1-1,-1 1,1 0,-1-1,1 1,0 0,-1-1,1 1,0 0,0 0,0 0,0-1,0 1,0 0,0 0,1 1,-1-1,0 0,0 0,1 1,-1-1,0 0,1 1,-1 0,30-19,0 1,1 2,0 1,5 1,55-27,-79 34,1 2,-1-2,0 1,-1-2,0 0,0 0,0-1,-1 0,-1-1,7-8,-16 17,0 0,0-1,0 1,0 0,0-1,0 1,-1-1,1 1,0-1,-1 1,0-1,1 1,-1-1,0 0,0 1,0-1,0 0,0 1,0-1,0 0,0 1,-1-1,1 1,-1-1,1 1,-1-1,0 1,1-1,-1 1,0-1,0 1,0 0,0 0,0-1,-1 1,1 0,0 0,0 0,-1 0,1 0,-1 1,1-1,0 0,-1 1,0-1,1 1,-1-1,1 1,-1 0,0-1,1 1,-1 0,1 0,-2 0,0 0,-1-1,0 0,1 1,-1 0,0 0,1 0,-1 0,1 1,-1 0,0-1,1 1,-1 0,1 1,0-1,-1 1,1-1,0 1,0 0,0 0,0 0,0 1,0-1,1 1,-1 0,1-1,0 1,0 0,0 0,0 1,0-1,1 0,-1 1,1-1,0 0,0 1,0 0,1-1,-1 1,1-1,0 1,0 0,0 2,3 5,0-1,1 0,0 0,0 0,1-1,0 0,1 0,0 0,1 0,0-1,0 0,1-1,-1 1,2-1,-1-1,1 0,0 0,0 0,1-2,-1 1,8 2,-7-2,0-1,0 0,0 0,0-1,1 0,0-1,-1 0,1 0,0-1,0-1,0 0,0 0,0-1,0-1,0 0,-1 0,1-1,7-3,2-10</inkml:trace>
  <inkml:trace contextRef="#ctx0" brushRef="#br0" timeOffset="548.597">4878 813,'0'-37,"-5"48,5-3,-1 1,1-1,1 1,0-1,0 0,1 1,0-1,0 0,1 0,0 0,0 0,1-1,0 1,0-1,1 0,0 0,0 0,1-1,0 0,0 0,0 0,1-1,0 0,0 0,0-1,0 0,1 0,0-1,-1 1,1-2,1 1,-1-1,0-1,0 1,1-1,-1-1,1 0,-1 0,1 0,-1-1,1 0,-1-1,6-2,-5 0,-1 0,0-1,1 0,-1-1,-1 1,1-2,-1 1,0-1,-1 0,0 0,0-1,0 0,-1 0,0 0,-1-1,1 0,-2 0,1 0,-1 0,-1 0,0-1,1-5,-3 15,-1 0,1 0,0 0,0 0,0 0,0 0,-1 0,1 0,0 0,0 0,0 0,0 0,-1 0,1 0,0 0,0 0,0 0,0-1,0 1,-1 0,-4 21,5-18,-1 1,1 0,-1 0,1-1,0 1,0 0,1 0,-1-1,1 1,0 0,0-1,0 1,0-1,1 1,-1-1,1 1,0-1,0 0,0 0,1 0,-1 0,1 0,-1-1,1 1,0-1,0 1,0-1,0 0,1-1,-1 1,0 0,1-1,0 0,-1 0,2 1,3 1,-1-1,1 0,0 0,0 0,0-1,1 0,-1-1,0 0,0 0,0-1,1 0,-1 0,0-1,0 0,0 0,-1-1,1 0,-1 0,1-1,-1 0,0 0,0-1,-1 0,1 0,-1-1,-1 1,1-1,-1-1,4-4,21-48,-30 59,0 0,0 1,0-1,0 0,1 0,-1 0,0 0,0 0,0 1,0-1,1 0,-1 0,0 0,0 0,0 0,1 0,-1 0,0 0,0 0,1 0,-1 0,0 0,0 0,0 0,1 0,-1 0,0 0,0 0,1 0,-1 0,0 0,0-1,0 1,0 0,1 0,-1 0,0 0,0 0,0 0,0-1,1 1,-1 0,0 0,0 0,0 0,0-1,0 1,0 0,-1 23,0-21,0 6,-2 94,4-98,0 0,0-1,0 1,0 0,0-1,1 1,-1-1,1 1,0-1,0 0,1 0,-1 0,1 0,-1 0,1 0,0-1,0 1,0-1,0 0,0 0,1 0,-1 0,1-1,-1 1,1-1,53 7,-30-9</inkml:trace>
  <inkml:trace contextRef="#ctx0" brushRef="#br0" timeOffset="796.935">5747 573,'-15'-11,"-11"-4,-3 0,9 4,7 2</inkml:trace>
  <inkml:trace contextRef="#ctx0" brushRef="#br0" timeOffset="1094.138">5868 533,'12'-18,"1"1,0 1,2 0,0 1,0 0,2 1,4-2,14-13,-5 4,-1 0,-2-2,0-1,-2-1,-1-1,-2-1,-1-1,17-35,-26 25,-12 41,0 0,0 0,0 1,0-1,0 0,0 0,0 1,0-1,0 0,0 0,0 1,-1-1,1 0,0 1,-1-1,1 0,0 1,-1-1,1 0,-1 1,1-1,-1 1,1-1,-1 1,0-1,1 1,-1-1,0 1,1 0,-1-1,0 1,1 0,-1 0,0-1,1 1,-1 0,0 0,0 0,1 0,-1 0,0 0,0 0,1 0,-1 0,0 0,0 1,1-1,-1 0,0 0,1 1,-1-1,0 1,-8 3,1 0,0 1,0 0,0 1,0 0,1 0,0 0,0 1,1 0,0 1,0-1,1 1,0 0,0 0,1 1,0 0,0 0,0 3,-9 32,3 0,1 0,2 1,2 0,2 1,2-1,2 1,3-1,1 0,9 39,52 242,-32-178,13 146,-48-217,-7-68,-2-12</inkml:trace>
  <inkml:trace contextRef="#ctx0" brushRef="#br0" timeOffset="1334.495">5921 880,'23'0,"21"0,19 0,17 3,8 0,6 2,-14 0</inkml:trace>
  <inkml:trace contextRef="#ctx0" brushRef="#br0" timeOffset="-1283.694">66 680,'18'123,"-5"1,-6 0,-5 1,-1 7,-6-1,-14 69,-1-106,20-94,0 0,0-1,-1 1,1 0,0-1,0 1,-1 0,1-1,0 1,0 0,-1-1,1 1,-1 0,1 0,0-1,-1 1,1 0,0 0,-1 0,1 0,-1 0,1 0,-1-1,1 1,0 0,-1 0,1 0,-1 0,1 0,0 0,-1 1,1-1,-1 0,1 0,-1 0,1 0,0 0,-1 1,1-1,0 0,-1 0,1 1,0-1,-1 0,1 1,0-1,-1 0,1 1,0-1,0 0,-1 1,1-1,0 0,0 1,0-1,0 1,0-1,0 0,-1 1,-15-116,15 84,-24-561,23 558,9-98,-7 129,1 1,0 0,0-1,0 1,0 0,0 0,0 0,0 0,1 0,-1 0,1 0,-1 0,1 0,0 1,0-1,-1 1,1-1,0 1,1 0,-1 0,0 0,0 0,0 0,1 0,-1 1,0-1,1 1,-1-1,1 1,-1 0,1 0,74 12,-62-8,-1 1,1 0,-1 1,-1 0,1 1,-1 0,0 1,-1 1,0 0,0 1,-1 0,0 1,-1 0,1 2,-10-11,1 0,-1 0,0 1,0-1,0 1,-1-1,1 0,0 1,-1-1,0 1,1 0,-1-1,0 1,0-1,-1 1,1-1,0 1,-1-1,0 1,0-1,1 1,-1-1,0 0,-1 1,1-1,0 0,-1 0,1 0,-1 0,0 0,0 0,0-1,1 1,-2 0,1-1,0 0,0 1,0-1,-1 0,1 0,0 0,-1 0,1-1,-1 1,-1-1,-12 6,-1-2,0 0,0-1,0-1,-1 0,1-1,-1-1,1-1,0 0,16 1,0 1,0-1,-1 0,1 0,0 1,0-1,0 0,0 0,0 0,0 0,0 0,0 0,0 0,-1-1,1 1,0 0,0-1,0 1,0-1,0 1,0-1,0 1,1-1,-1 1,0-1,0 0,0 0,0 1,1-1,-1 0,0 0,1 0,-1 0,1 0,-1 0,1 0,-1 0,1 0,0 0,0 0,-1 0,1 0,0 0,0 0,0-1,0 1,0 0,0 0,0 0,1 0,-1 0,0 0,1 0,-1 0,1-1,7-5,0 0,0 1,1 0,0 0,1 1,-1 0,1 1,0-1,0 2,0 0,2 0,3-3,48-14,0 3,1 3,0 2,1 3,3 3,-68 6,0 0,0 0,0-1,1 1,-1 0,0 0,0 0,1 0,-1 0,0 0,0 0,0 0,1 0,-1 0,0 0,0 0,1 0,-1 0,0 0,0 0,0 0,1 1,-1-1,0 0,0 0,0 0,1 0,-1 0,0 0,0 1,0-1,0 0,0 0,1 0,-1 1,0-1,0 0,0 0,0 0,0 1,0-1,0 0,0 0,0 0,0 1,0-1,0 0,0 0,0 0,0 1,0-1,0 0,0 0,0 1,0-1,0 0,0 0,0 0,0 1,0-1,0 0,0 0,-1 0,1 1,0-1,0 0,0 0,0 0,-1 0,1 0,-16 18,9-11,4-4,0 0,0 0,0 0,1 0,-1 1,1-1,0 1,0-1,0 1,0 0,1 0,0 0,-1 0,1 0,1 0,-1 0,1 0,-1 0,1 0,0 0,1 0,-1 1,1-1,-1 0,1 0,1 0,-1 0,0-1,1 1,2 3,3-1,1 0,-1-1,1-1,0 1,1-1,-1 0,1-1,-1 0,1-1,0 1,0-2,0 1,0-1,1-1,-1 0,0 0,0 0,0-1,6-2,-9 2,0 1,-1-2,1 1,-1-1,1 1,-1-2,0 1,1 0,-1-1,0 0,-1-1,1 1,-1-1,1 1,-1-1,0-1,0 1,-1 0,1-1,-1 0,0 0,0 0,-1 0,0 0,1-1,-2 1,1-1,0-4,1-70,-3 80,0 1,0-1,0 0,0 0,0 1,0-1,0 0,0 0,0 1,0-1,0 0,0 0,0 1,0-1,0 0,0 0,0 1,0-1,0 0,0 0,0 1,0-1,0 0,0 0,0 0,0 1,-1-1,1 0,0 0,0 0,0 1,0-1,-1 0,1 0,0 0,0 0,0 0,-1 1,1-1,0 0,0 0,-1 0,1 0,0 0,0 0,-1 0,1 0,0 0,0 0,-1 0,1 0,0 0,0 0,-1 0,1 0,0 0,0 0,-1 0,1 0,0 0,0-1,0 1,-1 0,1 0,0 0,-2 7,1 1,0 0,1 0,0 0,0 0,0 0,1-1,0 1,1 0,0 0,0-1,0 1,1-1,0 0,1 0,0 0,0 0,0-1,1 1,0-1,0 0,0 0,1-1,0 0,0 0,0 0,1-1,0 0,0 0,0 0,0-1,0 0,2 0,0 0,-1-1,1 1,-1-1,1-1,0 0,-1 0,1-1,0 0,0 0,0-1,-1 0,1 0,0-1,-1 0,1-1,-1 0,0 0,0-1,0 0,-1-1,1 1,-1-1,0-1,0 1,-1-1,6-7,3-11,-2 0,0-1,-2 0,-1-1,-1 0,-1 0,-1-1,-2-1,0 1,-2 0,0-28,-3 53,16-208,-8-101,-18 186,-7 90,16 34,0 1,0 0,0-1,0 1,0 0,0-1,0 1,0 0,0 0,0 0,0 0,-1 0,1 0,0 0,0 1,0-1,0 0,0 0,0 1,0-1,1 1,-1-1,0 1,0-1,0 1,0 0,0-1,1 1,-1 0,0-1,1 1,-1 0,0 0,1 0,-1 0,-10 15,0 1,2 0,-1 0,2 1,1 0,0 0,1 1,1 0,0 0,2 0,-1 11,-2 12,2 1,1-1,2 1,2 0,2-1,2 1,2-1,1 0,2-1,2 0,2-1,2 0,1-1,2-1,22 33,-32-58,0 0,2-1,-1 0,1 0,1-1,0-1,10 7,-17-13,0-1,0 0,1 0,-1-1,0 0,1 0,0 0,-1 0,1-1,0 0,0 0,0-1,-1 1,1-1,0-1,0 1,0-1,0 0,0 0,-1-1,1 1,1-2,7-5,0-2,-1 1,0-2,-1 0,0 0,-1-1,0-1,0 1,-2-2,0 0,0 0,-1 0,-1-1,4-11,14-20,-25 46,0 0,0 1,0-1,0 0,0 0,0 1,0-1,0 0,0 0,0 0,0 1,1-1,-1 0,0 0,0 0,0 1,0-1,1 0,-1 0,0 0,0 0,0 1,0-1,1 0,-1 0,0 0,0 0,1 0,-1 0,0 0,0 0,1 0,-1 0,0 0,0 1,1-2,-1 1,0 0,0 0,1 0,-1 0,0 0,0 0,1 0,-1 0,0 0,-2 29,1-17,-2-3,1 0,0 1,1-1,0 1,0 0,1-1,1 1,-1 0,2-1,-1 1,1-1,1 1,0-1,0 0,0 0,1 0,1-1,0 1,0-1,4 5,20 9,0-7</inkml:trace>
  <inkml:trace contextRef="#ctx0" brushRef="#br0" timeOffset="-752.039">1657 680,'-59'-26,"-65"-31,-99-60,221 115,-19-13,21 14,-1 1,1 0,0-1,0 1,-1 0,1-1,0 1,0 0,0-1,0 1,0 0,-1-1,1 1,0-1,0 1,0 0,0-1,0 1,0-1,0 1,0 0,1-1,-1 1,0 0,0-1,0 1,0-1,0 1,1 0,-1-1,0 1,0 0,1 0,-1-1,0 1,0 0,1-1,-1 1,0 0,1 0,-1 0,0-1,1 1,-1 0,0 0,1 0,-1 0,0 0,1 0,-1 0,1-1,-1 1,0 0,1 0,-1 0,1 1,-1-1,1 0,120-10,-84 10,101-1,1 6,-1 6,92 21,-214-30,-1 0,1 0,0 2,-1 0,1 1,-1 0,0 1,-1 1,0 0,0 1,0 1,-1 0,0 1,-1 0,0 1,5 6,-13-7,0 0,-1 1,0-1,-1 1,0 0,0-1,-1 1,-1 0,0 0,0 0,-1 0,-1 0,1-1,-2 1,-1 5,-5 40,8-49,0 1,0 0,1-1,0 1,0 0,1 0,0-1,0 1,1-1,0 1,0-1,1 0,0 1,0-1,1-1,0 1,0 0,0-1,1 0,0 0,0 0,1-1,-1 0,1 0,0 0,1-1,3 3,-2-2,0-1,0 0,0 0,0-1,1 0,-1-1,1 0,0 0,-1 0,1-1,0-1,0 0,0 0,0 0,0-1,-1-1,1 1,0-1,-1-1,1 0,-1 0,0 0,0-1,0-1,0 1,-1-1,1 0,-1-1,-1 0,1 0,-1 0,5-7,-3 0,0-1,-1 0,0-1,-1 1,-1-1,0-1,-1 1,0 0,-1-8,-2 33,-1 0,2 0,-1 0,1 0,1-1,0 1,0-1,1 0,0 0,0 0,1 0,1 0,-1-1,1 0,1-1,-1 1,9 6,30 22,1-4</inkml:trace>
  <inkml:trace contextRef="#ctx0" brushRef="#br0" timeOffset="2804.655">3154 1575,'8'56,"-4"1,-1-1,-3 1,-3-1,-2 0,-3 0,-2 0,-2-1,-14 36,43-133,-7 15,62-148,-71 173,0 0,0-1,0 1,0 0,0 0,0 0,1 0,-1 0,1 0,0 0,-1 1,1-1,0 0,0 1,0-1,0 1,0 0,0 0,0 0,1 0,-1 0,0 0,1 1,-1-1,1 1,-1-1,0 1,1 0,-1 0,1 0,-1 0,1 1,-1-1,0 0,1 1,-1 0,0 0,1 0,9 8,-1 1,-1 0,1 1,-2 0,1 0,-1 1,-1 0,-1 1,1 0,-2 0,4 9,-8-18,0-1,0 0,0 1,0-1,0 1,0 0,-1 0,0-1,0 1,0 0,0 0,-1 0,1 0,-1 0,0 0,0 0,-1 0,1 0,-1 0,0 0,0 0,0 0,-1 0,1-1,-1 1,0 0,-1 1,-4-2,0 0,0 0,0-1,0 1,0-2,-1 1,1-1,-1 0,1-1,-1 0,1 0,-1 0,1-1,-1 0,1-1,0 1,0-1,-1-1,1 0,0 0,1 0,-4-2,7 3,1 1,-1-1,0 1,1-1,0 0,-1 0,1 0,0 0,0-1,0 1,0-1,0 1,1-1,-1 1,1-1,0 0,0 0,0 0,0 1,0-1,1 0,-1 0,1 0,-1 0,1-1,0 1,1 0,-1 0,0 0,1 0,0 0,0 0,0 1,0-1,0 0,0 0,1 1,-1-1,2-1,9-6,0 0,1 0,0 1,1 1,0 0,0 1,1 1,0 0,0 1,0 0,1 2,-1-1,1 2,0 0,2 1,6-3,0 1,0 1,1 1,-1 2,24 2,-45-2,0 1,0 0,0 0,0 0,-1 0,1 0,0 1,-1-1,0 1,1-1,-1 1,0 0,-1 0,1 0,0 0,-1 0,0 0,1 1,-1-1,-1 0,1 1,0-1,-1 1,0-1,1 1,-2-1,1 1,0-1,-1 1,1-1,-1 0,0 1,0-1,-2 3,1 32,2-36,0 0,-1 0,1 0,0 0,0 1,1-1,-1 0,0 0,1 0,-1 0,1 0,-1 0,1 0,0 0,0 0,0 0,0 0,1 0,-1 0,0-1,1 1,-1-1,1 1,-1-1,1 1,0-1,0 0,0 0,-1 0,1 0,0 0,0 0,0-1,1 1,-1 0,0-1,2 0,12 0</inkml:trace>
  <inkml:trace contextRef="#ctx0" brushRef="#br0" timeOffset="3011.103">3676 1589,'4'13,"11"8,3-1</inkml:trace>
  <inkml:trace contextRef="#ctx0" brushRef="#br0" timeOffset="3182.644">4103 1562,'-13'49,"2"0,3 0,1 1,3 4,2-40,-2 16,0 0,3 1,0 0,2-1,1 1,1-1,2 1,8 27,-8-48,1-1,-1-1,1 1,1-1,0 0,0 0,0-1,1 0,0 0,1-1,-1 0,1 0,1-1,-1 0,0-1,1 0,0 0,0-1,0-1,1 0,-1 0,0-1,1 0,-1 0,1-2,-1 1,1-1,-1-1,1 0,-1 0,7-3,21-7</inkml:trace>
  <inkml:trace contextRef="#ctx0" brushRef="#br0" timeOffset="3351.194">4009 1884,'16'0,"19"2,17 1,16 0,9-1,6 0,-11-1</inkml:trace>
  <inkml:trace contextRef="#ctx0" brushRef="#br0" timeOffset="3598.829">4745 1562,'18'0,"15"9,12 17,6 20,0 17,-5 17,-10 13,-11 11,-23 8,-31 1,-37-2,-8-21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09:25.02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1,'0'9,"0"5,0 3,0-2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09:25.26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0,'3'5,"0"1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09:25.52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0,'0'0</inkml:trace>
  <inkml:trace contextRef="#ctx0" brushRef="#br0" timeOffset="1">67 320,'7'3,"2"0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09:26.58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266 54,'0'20,"0"19,0 13,0 10,0 5,0 1,0-3,-2-5,-1-10,-2-12,-1-12</inkml:trace>
  <inkml:trace contextRef="#ctx0" brushRef="#br0" timeOffset="348.068">160 0,'31'11,"-1"0,0 2,-1 2,-1 0,0 2,-1 1,-1 1,-1 1,0 2,-2 0,0 2,11 16,-20-23,-2 0,0 0,0 1,-2 0,-1 1,0 0,-1 1,-1 0,-1 0,-1 1,0-1,-2 1,1 16,-4-32,1 1,-1-1,-1 1,1 0,-1-1,0 1,0-1,0 1,-1-1,0 0,0 1,0-1,-1 0,0 0,0-1,0 1,0 0,-1-1,0 0,0 0,0 0,0 0,-1-1,1 0,-1 0,-1 1,-19 5,0-1,0-1,-1-1,0-1,0-2,0 0,-1-2,1-1,-9-1,11 1,-215-3,202 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09:36.20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22,'5'48,"-4"-24,2-1,0 1,1-1,2 0,0 0,1-1,1 0,4 5,-10-24,0 0,0 0,0 0,0 0,1 0,-1-1,1 1,0-1,-1 0,1 1,1-1,-1 0,0-1,0 1,1-1,-1 1,1-1,-1 0,1 0,-1-1,1 1,0-1,-1 1,1-1,0 0,-1-1,1 1,0-1,-1 1,1-1,-1 0,1-1,-1 1,1 0,-1-1,0 0,0 0,0 0,0 0,1-1,6-4,0-1,0 0,-1-1,0 0,-1 0,0-1,0 0,-1 0,0-1,-1 0,0 0,-1-1,0 0,-1 0,0 0,-1 0,0-1,-1 1,0-1,-1 1,-1-1,0-7,-8-6,7 26,0 0,1 0,-1 0,1-1,-1 1,1 0,-1 0,1 0,-1 0,0 0,1 0,-1 0,1 1,-1-1,1 0,-1 0,1 0,-1 0,1 1,-1-1,1 0,-1 1,1-1,-1 0,1 1,-1-1,1 0,0 1,-1-1,1 1,0-1,-1 1,1-1,0 1,-1-1,1 1,0-1,0 1,0-1,0 1,0-1,-1 1,1 0,0-1,0 1,-3 6,1 1,-1-1,1 1,0 0,1 0,0 0,0 0,0 0,1 0,0 0,1 0,0-1,0 1,1 0,0 0,0 0,1-1,0 0,0 1,1-1,0 0,0 0,1-1,-1 1,1-1,1 0,-1-1,1 1,0-1,3 0,-1 0,0 0,1-1,0 0,0 0,0-1,0 0,1-1,-1 0,1-1,-1 0,1 0,2-1,-7 0,0 0,0 0,0-1,0 0,0 0,0 0,0-1,0 1,0-1,-1 0,1 0,-1-1,1 0,-1 1,0-1,0-1,0 1,-1-1,1 1,-1-1,0 0,0 0,0-1,0 1,1-3,0-6,0 0,-1 0,0 0,-1-1,-1 1,0-1,-1 1,0-1,-2-7,-4 11,1 32,5-16,1-1,-1 1,1-1,0 1,0-1,1 0,-1 1,1-1,0 0,1 0,-1 0,1 0,0 0,1-1,-1 1,1-1,-1 0,1 0,1-1,-1 1,0-1,1 1,0-1,-1-1,1 1,5 1,8 4,2-1,-1 0,1-2,0 0,0-1,17 1,4 0,0-2,0-2,1-1,-1-3,39-6,11-28,-89 36,1-1,-1 1,0-1,1 0,-1 0,0 0,0 0,0-1,-1 1,1 0,-1-1,1 0,-1 1,0-1,0 0,0 1,0-1,0 0,-1 0,1 0,-1 0,0 1,0-1,0 0,0 0,0 0,-1 0,1 0,-1 0,0 1,0-3,-4-2,1 1,-2-1,1 1,-1 0,1 0,-2 1,1-1,-1 2,1-1,-1 1,-1 0,1 0,0 0,-1 1,0 1,0-1,0 1,0 1,0-1,0 1,0 1,0-1,-1 1,1 1,0 0,0 0,0 0,-3 2,3-1,0 1,0-1,1 2,-1-1,1 1,-1 0,1 1,0-1,1 2,-1-1,1 1,0-1,1 2,-1-1,1 1,-1 1,4-4,-1-1,1 1,0 0,0 0,0 1,1-1,-1 0,1 1,0-1,0 0,1 1,-1-1,1 1,0-1,0 1,1-1,-1 1,1-1,0 1,0-1,1 1,-1-1,1 0,0 0,0 0,0 0,1 0,-1-1,1 1,1 1,6 3,0 0,1 0,0-1,0 0,1-1,0-1,0 1,0-2,0 0,1 0,0-1,0-1,0 0,0-1,0 0,0-1,0 0,0-1,0-1,0 0,0-1,-1 0,4-2,-7 2,-1 0,0-1,0 0,0 0,-1 0,1-1,-1-1,0 1,-1-1,1 0,-1-1,0 1,-1-1,1 0,-2-1,1 1,-1-1,0 0,0 0,-1 0,0-1,-1 1,0-1,0 0,-1 1,0-1,0-7,-1-40,-5 49,0 23,3-9,-1 0,2 0,-1 0,1 0,0 1,1-1,-1 0,2 1,-1-1,1 0,0 1,0-1,1 0,0 0,0 0,1 0,0-1,0 1,1 0,-1-1,1 0,1 0,-1 0,1-1,0 0,0 1,1-2,0 1,0 0,2-2,-1 0,0 0,1-1,-1 0,1-1,0 1,-1-1,1-1,0 0,0 0,0 0,-1-1,1 0,0-1,-1 1,1-2,-1 1,0-1,1 0,-1 0,-1-1,1 0,0 0,2-3,1 0,-1-1,0 0,0-1,0 0,-1 0,0-1,-1 1,0-2,-1 1,0-1,-1 0,0 0,0-1,-1 0,0-2,-1 3,-1 0,0-1,-1 1,0-1,0 1,-1-1,-2-11,-17 51,15-20,0 1,1 0,0 1,1-1,0 0,0 1,1 0,0-1,1 1,0 0,0-1,1 1,0-1,1 1,0-1,1 1,-1-1,2 0,0 0,0 0,0-1,1 1,0-1,1 0,0-1,0 1,5 4,26 11,-2-6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09:36.44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77 9,'-13'-4,"-8"0,1 3,3 7,12 7,6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09:38.95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 0,'-2'0,"1"0,8 0,3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09:39.50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58 120,'-13'37,"2"0,1 1,2 0,2 0,1 0,2 1,2 25,0-21,2 0,2-1,1 1,3-1,1 0,2-1,10 23,-20-63,13 27,-13-28,0 0,0 1,0-1,1 1,-1-1,0 1,0-1,0 0,0 1,1-1,-1 0,0 1,0-1,1 0,-1 1,0-1,1 0,-1 1,0-1,1 0,-1 0,1 1,-1-1,0 0,1 0,-1 0,1 0,-1 0,0 0,1 1,-1-1,1 0,-1 0,1 0,-1 0,0 0,1-1,-1 1,1 0,-1 0,1 0,-1 0,0 0,1-1,-1 1,1 0,-1 0,0-1,1 1,-1 0,0 0,1-1,-1 1,0 0,1-1,25-109,-25 106,0 0,0 1,1-1,-1 0,1 1,0-1,0 1,0 0,1 0,-1 0,1 0,-1 0,1 0,0 1,0-1,1 1,-1 0,0 0,1 0,-1 0,1 1,0-1,-1 1,1 0,0 0,0 0,0 1,0-1,-1 1,1 0,0 0,0 1,0-1,0 1,0 0,0-1,-1 2,3 0,5 3,0 1,0 0,-1 1,0 0,0 0,-1 1,1 1,-2 0,0 0,0 0,0 1,-1 0,-1 1,1 0,-2 0,0 0,0 0,1 8,-5-18,0 0,0 1,-1-1,1 0,-1 1,1-1,-1 1,0-1,1 0,-1 1,0-1,0 1,0-1,0 1,0-1,-1 0,1 1,0-1,-1 1,1-1,0 0,-1 1,0-1,1 0,-1 1,0-1,0 0,0 0,0 0,0 0,0 0,0 0,0 0,0 0,0 0,0 0,-1-1,1 1,0 0,0-1,-2 1,-5 0,0-1,0 0,0 0,0-1,0 0,0 0,1-1,-1 0,0-1,1 1,-1-1,1-1,0 1,0-1,0-1,1 1,-1-1,1 0,0-1,-5-5,10 10,-1-1,1 1,-1-1,1 1,0-1,0 1,0-1,-1 0,2 0,-1 0,0 0,0 0,1 0,-1 0,1 0,-1 0,1 0,0 0,0 0,0 0,0 0,0 0,0 0,1 0,-1 0,1 0,-1 0,1 0,0 0,0 0,0 0,0 1,0-1,0 0,0 0,0 1,1-1,1 0,11-9,1 2,1 0,0 0,0 2,0 0,1 1,0 0,1 2,-1 0,17-1,-18 1,156-18,-171 22,-1 0,1-1,0 1,0 0,0 0,-1 0,1 0,0 0,0 1,-1-1,1 0,0 0,0 0,0 1,-1-1,1 0,0 1,-1-1,1 1,0-1,-1 1,1-1,-1 1,1-1,-1 1,1 0,-1-1,1 1,-1 0,1-1,-1 1,0 0,1 0,-1-1,0 1,0 0,0 0,0-1,1 1,-1 0,0 0,0 0,-1-1,1 2,-15 36,7-22,6-11,0 0,0 0,0 0,1 1,0-1,0 0,0 0,1 1,-1-1,1 0,0 1,1-1,0 1,-1-1,2 0,-1 0,0 0,1 0,0 0,1 0,-1 0,1 0,-1-1,2 1,-1-1,0 0,1 0,0 0,-1 0,2-1,-1 0,0 1,1-1,2 1,18 6</inkml:trace>
  <inkml:trace contextRef="#ctx0" brushRef="#br0" timeOffset="248.338">646 334,'5'13,"8"6,2-2</inkml:trace>
  <inkml:trace contextRef="#ctx0" brushRef="#br0" timeOffset="479.719">955 0,'54'380,"-22"4,-32-377,0-1,1 0,-1 1,1-1,0 0,1 0,-1 1,1-1,0 0,1-1,0 1,0 0,0-1,0 1,1-1,0 0,0 0,0-1,1 1,0-1,0 0,0 0,0-1,2 2,2-2,1 0,-1-1,1 0,0 0,0-1,0 0,0-1,0 0,0-1,0 0,0 0,0-1,-1 0,1-1,0 0,-1-1,0 0,0 0,0-1,-1 0,1-1,-1 0,0 0,-1 0,1-1,-1 0,-1-1,1 0,-2 0,2-1,9-20</inkml:trace>
  <inkml:trace contextRef="#ctx0" brushRef="#br0" timeOffset="862.153">874 267,'44'-16,"1"3,1 2,0 1,20 0,-21 3,316-46,-350 52,0 0,-1 1,1 0,0 0,-1 1,1 0,0 1,-1 1,0-1,1 1,-1 1,0 0,-1 1,1 0,-1 0,0 1,0 0,-1 0,1 1,-2 0,1 1,-1 0,0 0,5 8,-2 7,0 1,-2 0,0 0,-2 1,-1 0,-1 1,-1-1,-1 1,-1-1,-1 1,-2 0,-1 4,-5 41,-4 0,-3-1,-3-1,-2-1,-4 0,-3-2,-2-1,-4-1,-2-1,-17 18,0-3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09:37.11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6 922,'-6'-24,"11"-9,1 0,1 1,2 0,5-12,-11 36,1-7,0 0,1 1,1 0,1 0,0 0,1 0,0 1,9-10,-16 22,0 0,0 0,0 0,1 0,-1 0,0 0,1 0,-1 0,1 1,-1-1,1 1,-1-1,1 1,-1-1,1 1,-1 0,1 0,-1 0,1 0,0 0,-1 0,1 0,-1 1,1-1,-1 0,1 1,-1-1,1 1,-1 0,1 0,-1-1,0 1,1 0,-1 0,1 1,40 45,-37-41,16 21,-1 2,-2 0,-1 1,-1 1,11 31,-26-60,0-1,-1 0,1 1,0-1,0 1,-1-1,1 1,-1-1,1 1,-1-1,0 1,0-1,0 1,0 0,0-1,0 1,0-1,0 1,0 0,-1-1,1 1,-1-1,1 1,-1-1,0 1,1-1,-1 0,0 1,0-1,0 0,0 1,0-1,0 0,-1 0,1 0,0 0,0 0,-1 0,1-1,-1 1,1 0,-1-1,1 1,-1-1,1 1,-1-1,1 0,-1 0,0 1,1-1,-1 0,1-1,-1 1,-1 0,1 0,-1-1,1 1,0 0,-1-1,1 1,0-1,0 0,0 0,-1 0,1 0,0 0,0 0,0 0,0-1,1 1,-1-1,0 0,1 1,-1-1,1 0,-1 0,1 0,0 0,0 0,0 0,0 0,0 0,0-1,1 1,-1 0,1-1,-1 1,1 0,0-1,0 1,0 0,0-1,1 1,-1 0,0-1,1 1,0 0,-1 0,1 0,0-1,0 1,2-1,5-6,1 0,1 1,0 0,0 1,0 0,1 1,0 0,0 1,1 0,5-2,4-2,16-7,-19 10,-1-1,0-1,0-1,-1 0,0-1,-1-1,0 0,9-10,-23 20,0 1,0-1,-1 1,1-1,0 1,-1-1,1 0,0 1,-1-1,1 0,-1 0,1 1,-1-1,1 0,-1 0,0 0,1 0,-1 0,0 0,0 1,0-1,0 0,0 0,0 0,0 0,0 0,0 0,0 0,0 0,0 0,-1 0,1 1,0-1,-1 0,1 0,-1 0,1 0,-1 1,1-1,-1 0,1 0,-1 1,0-1,1 1,-1-1,0 0,0 1,1-1,-1 1,0 0,0-1,-48-8,45 8,1 1,-1 0,0 0,1 0,-1 0,0 0,1 1,-1 0,1 0,-1 0,1 0,-1 0,1 1,0-1,0 1,0 0,0 0,0 0,0 0,0 1,0-1,1 1,0 0,-1 0,1 0,0 0,0 0,1 0,-1 0,1 1,-1-1,1 1,0-1,0 1,1-1,-1 1,1-1,0 1,0 0,0-1,0 3,6 4,0-1,1 1,0-1,0-1,1 1,1-1,-1 0,1-1,0 0,1-1,-1 1,1-2,1 0,-1 0,1 0,0-2,0 1,0-1,4 0,35 10</inkml:trace>
  <inkml:trace contextRef="#ctx0" brushRef="#br0" timeOffset="419.924">888 614,'-3'6,"0"0,1-1,0 1,0 0,0 0,1 0,-1 0,2 0,-1 1,1-1,0 0,0 0,0 0,1 1,0-1,0 0,1 0,0 0,0 0,0-1,1 1,-1 0,2-1,-1 0,0 0,1 0,0 0,4 4,1-2,0 0,0 0,1-1,0 0,0 0,0-1,1-1,-1 0,1 0,0-1,0-1,1 0,-1 0,4-1,-9 0,-1-1,1 0,0 0,0 0,0-1,0 0,-1 0,1 0,0-1,-1 0,1 0,-1 0,0-1,0 1,0-1,0-1,0 1,-1-1,1 0,-1 0,0 0,0 0,0-1,-1 1,0-1,0 0,0 0,1-4,-1 2,0-1,0 0,-1 0,0 0,-1 0,0 0,0 0,-1 0,0 0,0 0,-1-1,0-1,1 9,0 1,0-1,0 1,1-1,-1 1,0-1,0 1,0-1,0 1,0-1,0 0,0 1,-1-1,1 1,0-1,0 1,0-1,0 1,-1-1,1 1,0-1,0 1,-1-1,1 1,0 0,-1-1,1 1,-1 0,1-1,0 1,-1 0,1-1,-1 1,1 0,-1 0,1-1,-1 1,1 0,-1 0,1 0,-1 0,1 0,-1 0,1 0,-1 0,1 0,-1 0,0 0,1 0,-1 0,1 0,-1 0,1 0,-1 1,1-1,-1 0,1 0,-1 1,1-1,0 0,-1 1,1-1,-1 0,1 1,0-1,-1 1,1-1,0 1,-1-1,-17 36,16-32,-1 1,1-1,1 1,-1 0,1 0,0 0,0 0,0 0,1 0,-1 0,1 0,0 1,1-1,0 0,-1 0,1 0,1 0,-1 0,1-1,0 1,0 0,0-1,1 1,0-1,0 0,0 0,0 0,0 0,1 0,0-1,0 1,0-1,0 0,3 1,4 0,0 0,0-1,0-1,0 1,1-2,-1 0,0 0,1-1,-1 0,1-1,-1-1,0 0,1 0,-1-1,0 0,-1-1,1 0,-1-1,1 0,-2-1,10-6,9-9</inkml:trace>
  <inkml:trace contextRef="#ctx0" brushRef="#br0" timeOffset="667.261">1529 668,'-2'7,"-1"6,0 7,1 3,3 1,3-2,6-2,3-5,4-4,4-5,3-5,4-6,2-3,2-3,-4 0</inkml:trace>
  <inkml:trace contextRef="#ctx0" brushRef="#br0" timeOffset="946.515">1877 695,'-1'4,"0"-1,1 0,-1 1,1-1,-1 1,1-1,0 1,0-1,1 0,-1 1,1-1,0 1,0-1,0 0,0 0,0 1,1-1,-1 0,1 0,0 0,0 0,0-1,1 1,-1-1,0 1,1-1,0 0,-1 0,1 0,0 0,0 0,0-1,1 1,-1-1,0 0,1 0,4 0,1 0,0 0,-1-2,1 1,0-1,0 0,-1 0,1-1,-1-1,1 1,-1-1,0-1,0 1,0-1,-1-1,1 1,-1-1,0-1,-1 1,1-1,-1-1,0 1,-1-1,1 0,2-5,-6 9,8-10,-5 23,-6 12,0-19,0 0,0 0,0 0,1 0,-1 0,1 0,0 0,0 0,0 1,0-1,0 0,1 0,-1 0,1 0,0 0,0 0,0 0,0 0,1 0,-1-1,1 1,0 0,0-1,0 1,0-1,0 0,0 0,0 0,1 0,-1 0,1 0,0 0,-1-1,1 1,0-1,0 0,0 0,1 0,7 0</inkml:trace>
  <inkml:trace contextRef="#ctx0" brushRef="#br0" timeOffset="1434.244">2104 241,'0'1,"0"0,0 0,0 1,0-1,0 0,0 1,0-1,1 0,-1 1,0-1,1 0,-1 0,1 0,-1 1,1-1,0 0,-1 0,1 0,0 0,0 0,0 0,0 0,0 0,0 0,0-1,0 1,0 0,1 0,22 20,0-1,2 0,1-2,0-1,1-2,1 0,0-2,1-1,1-1,8 0,-25-8,1 0,0-1,0-1,-1 0,1-1,0 0,0-2,0 0,-1 0,1-1,-1-1,0 0,0-1,0-1,-1 0,1-1,-2 0,1-1,-1-1,0 0,-1 0,0-1,0-1,-1 0,0 0,-1-1,-1 0,5-8,-5 6,0-1,-1 0,0 0,-2 0,1-1,-2 0,0 0,-1 0,-1 0,0-1,-1 1,-1 0,0-1,-2-3,2 18,0 0,0 0,0 0,-1 0,1 0,0 0,-1 1,0-1,1 0,-1 0,0 1,0-1,0 0,0 1,0-1,0 1,0-1,-1 1,1 0,0-1,-1 1,1 0,-1 0,0 0,1 0,-1 0,0 0,0 1,1-1,-1 1,0-1,0 1,0-1,0 1,1 0,-1 0,0 0,0 0,0 0,0 1,0-1,0 1,-1 0,-7 4,1 2,-1 0,1 0,1 0,-1 1,1 1,1-1,-1 1,1 0,1 1,0 0,0 0,1 0,1 1,-1-1,2 1,-1 0,0 8,-8 24,3-1,1 2,3-1,1 1,2-1,2 1,2 0,5 27,15 68,6 0,7 1,21 102,-38-111,-17-128,-1 0,0 0,0 1,0-1,0 0,0 0,-1 0,1 0,-1 0,0 0,0 0,0 0,0-1,0 1,-1 0,0-1,1 1,-1-1,-2 3,-13 3</inkml:trace>
  <inkml:trace contextRef="#ctx0" brushRef="#br0" timeOffset="1681.713">2532 842,'16'-7,"16"-2,17 0,18 2,16 2,14 2,-9 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09:33.50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400 250,'-16'0,"-14"2,-12 6,-7 10,-4 13,-3 16,2 17,7 17,13 14,15 10,21 2,23-2,22-9,16-11,13-16,5-16,-11-19</inkml:trace>
  <inkml:trace contextRef="#ctx0" brushRef="#br0" timeOffset="1011.848">855 664,'1'-2,"-1"1,1-1,-1 1,0-1,1 0,-1 1,0-1,0 0,0 1,0-1,0 0,0 1,-1-1,1 0,0 1,-1-1,1 1,-1-1,0 1,0-1,1 1,-1-1,0 1,0 0,0-1,0 1,-1 0,1 0,0 0,0 0,-1 0,1 0,-1 0,1 0,-1 0,1 1,-1-1,1 1,-1-1,0 1,1 0,-71 0,63 3,1 1,-1 0,1 0,0 1,0 0,0 1,1-1,0 1,0 1,0 0,1 0,0 0,0 0,1 1,-3 5,5-8,1 0,-1 0,1 0,0 0,0 0,0 1,1-1,0 1,0-1,1 1,-1-1,1 1,0-1,0 1,1-1,0 1,0-1,0 1,1-1,0 0,0 1,0-1,0 0,1 0,0-1,3 5,4 0,0 0,1-1,0 0,0-1,1 0,0-1,0 0,0-1,1-1,0 1,0-2,0 0,0-1,1 0,-1-1,1 0,-1-1,1-1,-1 0,6-1,4-1,0 0,0-2,0 0,0-2,-1 0,0-2,10-5,-21 9,0-1,-1 0,0 0,-1-1,1-1,-1 1,-1-1,0-1,0 1,0-2,-1 1,0-1,-1 0,0 0,3-10,-6 14,-1-1,-1 1,1-1,-1 0,0 0,-1 1,1-1,-2 0,1 0,-1 0,1 0,-3-6,2 10,0 1,0-1,0 0,0 0,0 1,0-1,-1 1,0-1,1 1,-1-1,0 1,0 0,0 0,0 0,-1 0,1 0,0 1,-1-1,1 1,-1-1,0 1,1 0,-1 0,0 0,0 1,0-1,0 0,0 1,1 0,-4 0,2 0,0 0,1 1,-1-1,0 1,0 0,1 0,-1 0,1 1,-1-1,1 1,0 0,0 0,-1 0,1 0,0 1,1-1,-1 1,0 0,1-1,0 1,-1 0,1 1,0-1,1 0,-1 1,1-1,-1 1,1 0,-1 2,0 0,0 0,1 0,0 0,0 1,1-1,0 0,0 0,0 1,1-1,0 0,0 0,0 0,1 0,0 0,3 5,4 2,1-1,0 0,1-1,0 0,1 0,1-1,-1-1,1 0,1-1,0-1,0 0,0 0,1-1,0-1,0-1,0 0,1-1,-1-1,1 0,0-1,11-1,58-6,-66 2</inkml:trace>
  <inkml:trace contextRef="#ctx0" brushRef="#br0" timeOffset="1464.217">1656 638,'21'-17,"-1"0,0-1,-2-1,0-1,-1 0,-1-2,-1 1,-1-2,-1 0,0-1,-2 0,-1-1,-2 0,0 0,-1-1,-2 0,0 0,-2 0,-1-1,-1-4,-1 19,-1 0,0 1,-1-1,-1 0,0 1,0-1,-1 1,-3-5,7 13,-1 0,-1 1,1 0,0-1,-1 1,1 0,-1-1,1 1,-1 0,0 0,0 0,0 1,0-1,0 0,-1 1,1-1,0 1,-1 0,1 0,-1 0,1 0,-1 0,0 1,1-1,-1 1,0-1,0 1,1 0,-1 0,0 1,1-1,-1 0,0 1,1-1,-1 1,0 0,1 0,-3 1,-4 5,0-1,1 1,-1 1,1 0,1 0,0 0,0 1,0 0,1 0,0 1,1 0,0 0,1 0,0 1,1-1,0 1,-1 4,-5 17,2-1,0 1,3 1,0-1,2 1,2 0,0-1,3 1,0-1,3 2,-2-13,1 0,1 0,1 0,0-1,2 0,1 0,0-1,1-1,1 1,1-2,0 0,1 0,1-2,1 1,9 6,-5-8,1-1,0 0,1-1,0-2,11 4,33 10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09:32.18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73 252,'1'50,"1"-17,-2-1,-1 1,-1-1,-2 0,-1 0,-1 0,-2-1,-7 20,15-51,0 1,0 0,0 0,0-1,0 1,0 0,0 0,0-1,0 1,0 0,-1 0,1-1,0 1,0 0,-1 0,1-1,0 1,-1 0,1-1,-1 1,1-1,-1 1,1 0,-1-1,1 1,-1-1,0 1,1-1,-1 0,0 1,1-1,-1 0,0 1,0-1,1 0,-1 0,0 0,0 0,1 1,-1-1,0 0,0 0,1-1,-1 1,0 0,0 0,0 0,1 0,-1-1,0 1,0 0,-2-16,1 1,0-1,1 1,0-1,2 1,1-10,-1-3,6-107,20-94,-15 180,-7 55,11 55,-15-52,0 0,0 0,1 1,0-1,1-1,0 1,0 0,1-1,0 0,0 1,1-2,0 1,0 0,1-1,0 0,1-1,-1 1,1-1,0 0,1-1,0 0,1 1,-4-5,1 1,-1-1,1 0,-1-1,1 1,-1-1,1 0,-1-1,1 0,-1 1,1-1,-1-1,0 1,1-1,-1 0,0-1,0 1,0-1,-1 0,1 0,-1 0,1 0,0-3,8-5,0-1,-2 0,1-1,-2-1,1 0,7-15,34-91,-59 152,1 1,2 0,1 1,2-1,1 1,1-1,4 16,-3-35,0 0,0 1,2-1,0 0,0-1,2 1,-1-1,2 0,0 0,0-1,1 0,3 3,11 8</inkml:trace>
  <inkml:trace contextRef="#ctx0" brushRef="#br0" timeOffset="377.089">1061 52,'-18'-1,"0"1,0 0,0 2,1 0,-1 1,0 1,1 0,0 1,0 1,0 1,0 1,1 0,1 1,-1 0,-8 8,22-15,-1 0,1 0,0 0,0 0,0 1,0-1,0 1,0-1,0 1,1-1,-1 1,1 0,0 0,0 0,0 0,0 0,1 0,-1 0,1 0,0 0,0 0,0 0,0 0,0 0,0 1,1-1,0 0,0 0,0 0,0-1,0 1,0 0,1 0,-1 0,1-1,0 1,0-1,0 0,0 1,0-1,1 1,14 9,1-1,0 0,0-2,1 0,0-1,0 0,9 0,15 8,-42-15,15 3,0 2,0-1,0 2,-1 0,-1 1,1 1,-1 0,0 1,-1 0,0 1,-1 1,0 0,-1 0,1 4,-10-13,-1 0,1 0,-1 1,0-1,0 0,0 1,-1-1,1 1,-1-1,0 1,0-1,0 1,0-1,-1 1,1-1,-1 1,0-1,0 0,0 1,-1-1,1 0,-1 0,1 0,-1 0,0 0,-1 0,1 0,0-1,-1 1,1-1,-1 0,0 1,0-1,0 0,0-1,0 1,0-1,-17 10,-1-2,0 0,-1-2,1 0,-2-2,1 0,0-1,-1-1,-8-1,30-2,0 1,0 0,0-1,0 1,0-1,0 0,0 1,0-1,0 0,0 0,0 1,0-1,0 0,-1 0,1 0,0 0,0 0,0-1,0 1,0 0,0 0,0-1,0 1,0-1,0 1,0-1,0 1,0-1,0 0,0 1,0-1,0 0,1 0,-1 0,0 0,0 1,1-1,-1 0,1 0,-1 0,1 0,-1 0,1-1,0 1,-1 0,1 0,0 0,0 0,0 0,0 0,0-1,11-16</inkml:trace>
  <inkml:trace contextRef="#ctx0" brushRef="#br0" timeOffset="997.16">1583 252,'-10'53,"3"1,1 0,4 0,1 7,-1 27,0-69,-5-28,1-26,2 0,1 0,2 0,1 0,2 0,1 0,6-21,-7 33,2 0,1 0,1 1,0-1,2 1,0 1,2-1,0 2,2-1,0 1,1 1,8-9,-19 25,0 0,0 1,1-1,-1 0,0 1,1 0,0-1,0 1,0 0,0 0,0 1,0-1,0 1,0-1,1 1,-1 0,0 0,1 1,-1-1,1 1,-1-1,1 1,0 0,-1 1,1-1,-1 0,1 1,-1 0,0 0,1 0,-1 0,0 1,0-1,1 1,0 1,1 5,1 1,-2-1,1 1,-1 1,-1-1,1 1,-2-1,1 1,-1 0,-1 0,0 0,0 0,-1 0,0 0,-1 0,0 0,-2 4,3-6,-2 0,1 0,-1 0,0 0,-1-1,0 1,0-1,-1 1,1-1,-2 0,1-1,-1 1,0-1,0 0,-1 0,0 0,0-1,0 0,0 0,-6 2,36-4,-10-4,0 1,0 0,0 1,-1 0,1 1,0 1,-1 0,0 1,0 0,0 1,0 0,-1 1,1 1,-2 0,1 0,-1 1,0 1,0 0,-1 0,-1 1,0 0,1 2,-7-9,-1 0,-1 0,1 0,0 0,-1 1,1-1,-1 0,0 1,0-1,0 0,-1 1,1-1,-1 1,0-1,0 1,0 0,-1-1,1 1,-1-1,1 0,-1 1,0-1,-1 1,1-1,-1 0,1 0,-1 0,0 0,0 0,0 0,0 0,-1-1,1 1,-1-1,0 0,0 1,-16 9,-1-1,0 0,-1-1,-1-1,1-1,-1-2,0 0,-11 1,29-6,-128 25,109-24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09:31.31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1152,'41'-13,"-1"-3,-1-1,0-1,-1-3,-1-1,-1-2,-1-1,2-4,-28 22,0-1,-1 0,1-1,-1 1,-1-2,0 1,0-1,-1 0,0 0,-1-1,0 0,-1 0,0 0,0 0,-1-3,-2 12,-1-1,0 1,0 0,0 0,0 0,-1 0,1 0,0 0,-1-1,0 1,1 0,-1 0,0 0,0 1,0-1,0 0,0 0,-1 0,1 1,-1-1,1 1,-1-1,1 1,-1-1,0 1,0 0,1 0,-1 0,0 0,0 0,0 0,0 1,0-1,0 1,-1-1,1 1,0 0,0 0,0 0,0 0,0 0,0 0,-1 1,1-1,0 1,0-1,0 1,0 0,0 0,0 0,0 0,1 0,-1 0,-1 1,-5 6,1 0,-1 1,1 0,1 0,-1 1,2 0,-1 0,1 0,1 0,0 1,1 0,0 0,0 0,1 0,0 0,1 1,1 10,-2-15,1 0,0 1,0-1,0 0,1 1,0-1,1 0,0 1,0-1,1 0,-1 0,1 0,1 0,0 0,0 0,0-1,0 1,1-1,0 0,1 0,-1 0,1-1,0 0,1 0,-1 0,1 0,0-1,0 0,1 0,-1-1,1 1,-1-1,1-1,1 1,11-2,-1 0,1-2,-1 0,1 0,-1-2,1 0,-1-2,0 0,-1 0,1-2,-1 0,0-1,-1-1,15-10,-16 8,0 0,0-1,-1 0,0-1,-1-1,-1 0,0-1,-1-1,-1 1,5-11,-12 21,-2 3,-1 0,1 0,0 0,0 0,0 0,0 0,0 0,0 0,0 1,1-1,-1 0,1 1,-1-1,1 1,0 0,-1-1,1 1,0 0,0 0,0 0,0 0,0 1,0-1,0 0,0 1,0 0,0-1,0 1,2 0,5 5,-1 1,0 0,0 0,-1 1,1 0,-2 1,1-1,-1 1,3 6,1-2,-2-1,1 0,-1 1,-1 0,0 0,-1 1,-1 0,4 10,-8-20,0 0,0 0,-1 0,1 0,-1 0,1 0,-1 0,0 0,0 0,-1 1,1-1,0 0,-1 0,0 0,0 0,0 0,0-1,0 1,-1 0,1 0,-1-1,0 1,0-1,0 1,0-1,0 0,0 0,-1 0,1 0,-1 0,1 0,-1-1,0 1,1-1,-1 0,0 0,-1 1,2-1,0-1,0 1,-1 0,1 0,0-1,0 1,0-1,0 0,-1 1,1-1,0 0,0 0,0-1,-1 1,1 0,0-1,0 1,0-1,0 0,0 0,0 1,0-2,0 1,0 0,0 0,0 0,1-1,-1 1,0-1,1 0,0 1,-1-1,1 0,0 0,0 0,0 0,0 0,0 0,0 0,0 0,1 0,-1 0,1 0,0-1,0 1,-1 0,1 0,1 0,-1-1,0 1,3-14,0 0,1 1,0-1,2 1,0 0,0 0,2 0,-1 1,2 0,0 1,5-5,-10 11,3-3,32-45,-3-1,-2-1,-2-2,-3-2,-3 0,-3-2,0-7,-12 21,-2 0,-2-1,-2 1,-2-1,-3 0,-4-35,-13 30,16 55,1-1,-1 1,0 0,1-1,-1 1,0 0,1 0,-1 0,0 0,1-1,-1 1,0 0,0 0,1 0,-1 1,0-1,1 0,-1 0,0 0,1 0,-1 1,0-1,1 0,-1 1,0-1,1 0,-1 1,1-1,-1 1,1-1,-1 1,1-1,-1 1,1-1,-1 1,1-1,0 1,-1 0,1-1,0 1,0 0,-1-1,1 1,0 0,0-1,0 1,0 0,-8 18,1 1,1 0,1 0,1 0,0 0,0 21,2-29,-4 58,2 1,3-1,3 0,4 1,2-1,4-1,2 0,17 44,-26-92,2 0,0-1,2 1,0-2,1 1,1-1,1-1,0 0,14 14,-24-29,1-1,-1 1,0-1,1 0,0 0,0 0,0 0,-1 0,2-1,-1 1,0-1,0 0,0 0,1 0,-1 0,0-1,1 1,-1-1,0 0,1 0,-1 0,1 0,-1-1,0 1,1-1,-1 0,0 0,0 0,1-1,-1 1,0-1,0 1,-1-1,3-2,7-8,-1-1,0-1,-1 0,0 0,-1-1,-1 0,0-1,-1 0,-1 0,-1 0,0-1,-1 0,0 0,-1-10,-1 16,0 2,0 0,-1 0,0 0,0 0,-1 0,0 0,-1 0,0 0,-1-5,1 14,1-1,-1 1,1-1,-1 0,1 1,-1-1,0 1,0 0,1-1,-1 1,0 0,0-1,1 1,-1 0,0 0,0-1,0 1,1 0,-1 0,0 0,0 0,0 0,1 0,-1 1,0-1,0 0,0 0,1 0,-1 1,0-1,0 0,1 1,-1-1,0 1,1-1,-1 1,0-1,1 1,-1-1,1 1,-1 0,1-1,-1 1,1 0,-1 0,1-1,0 1,-1 0,1 0,0-1,0 1,0 0,0 0,-1 0,1-1,0 1,0 0,1 0,-1 0,-5 8,1-1,0 1,0 0,1 0,0 0,1 0,0 1,0-1,1 1,0-1,1 1,0-1,1 1,-1 0,2-1,0 0,0 1,0-1,1 0,1 0,-1 0,2 0,-1-1,1 0,0 0,1 0,0 0,0-1,0 0,1 0,0-1,1 0,-1 0,4 1,71 18,-46-21</inkml:trace>
  <inkml:trace contextRef="#ctx0" brushRef="#br0" timeOffset="252.334">1016 390,'-18'-4,"-10"-2,8 0,21-1,31 1,38-1,36-2,29-1,24-2,-15 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09:52.85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0 281,'12'0,"10"0,12-2,15-3,13-3,9 0,8 1,3 1,-2 3,-5 1,-7 2,-7-1,-10 2,-10-1,-8-2,-11-1</inkml:trace>
  <inkml:trace contextRef="#ctx0" brushRef="#br0" timeOffset="315.924">602 1,'2'9,"8"7,11 7,11 2,12 3,7-2,2 0,-2-1,-6 1,-10 0,-12 2,-17 6,-21 6,-19 6,-18 5,-9 2,-3-4,9-10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0:02.13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71,'25'-7,"29"-4,28-1,27 0,24 2,20 0,-16 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0:02.54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69 172,'-13'29,"2"2,1 0,1 0,2 1,1 0,1 0,2 0,2 0,0 4,-1 9,2 0,1 0,3 0,3 13,-7-55,0 0,0 0,1 1,-1-1,1 0,-1 0,1 0,0 0,0 0,0 0,1 0,-1 0,1-1,-1 1,1 0,0-1,0 1,0-1,0 0,1 0,-1 0,0 0,1 0,0 0,-1 0,1-1,0 0,0 1,0-1,0 0,0 0,0-1,3 1,14-3,1 0,-1-2,-1 0,1-2,0 0,13-7,8-1,16-5</inkml:trace>
  <inkml:trace contextRef="#ctx0" brushRef="#br0" timeOffset="473.102">845 199,'-27'-5,"0"1,0 2,-1 1,1 0,0 3,0 0,0 1,-26 8,47-10,1 1,0 1,-1-1,1 1,0 0,0 0,1 0,-1 1,1-1,-1 1,1 0,-2 3,5-5,0 0,0 0,-1 0,1 0,0 0,1 0,-1 0,0 0,1 0,-1 0,1 1,-1-1,1 0,0 0,0 1,0-1,0 0,1 0,-1 0,1 1,-1-1,1 0,0 0,-1 0,1 0,0 0,1 0,-1 0,0 0,0 0,1-1,-1 1,1 0,13 10,-1 0,2 0,0-2,0 0,1-1,0-1,0 0,1-1,15 3,-1 3,10 2,-10-4,0 1,-1 1,-1 2,0 1,-2 1,1 2,4 5,-30-22,0 0,0 0,0 0,0 0,0 1,-1-1,1 1,-1 0,0-1,1 1,-1 0,-1 0,1 1,0-1,-1 0,0 1,0-1,0 0,0 1,0-1,-1 1,1 0,-1-1,0 1,0-1,0 1,-1 0,1-1,-1 1,0-1,0 1,0-1,0 0,-1 1,0-1,1 0,-1 0,0 0,0 0,-1 0,-1 1,-4 1,-1 0,1-1,-1 0,0 0,-1-1,1 0,0-1,-1 0,1 0,-1-1,0 0,0-1,1 0,-1-1,0 0,1 0,-1-1,1-1,-1 1,1-1,0-1,-4-1,-44-42,55 46,1-1,0 0,0 0,0 1,1-1,-1 0,0 0,1 0,-1 0,1 0,-1 0,1 0,0 0,0 0,0 0,0 0,0 0,1 0,-1 1,0-1,1 0,0 0,-1 0,1 0,0 0,0 1,0-1,0 0,0 1,0-1,1 1,-1-1,1 1,-1-1,1 1,-1 0,85-44,-34 27</inkml:trace>
  <inkml:trace contextRef="#ctx0" brushRef="#br0" timeOffset="1148.528">1285 439,'1'0,"0"-1,0 1,-1-1,1 1,0-1,0 1,0 0,0-1,0 1,0 0,0 0,0-1,-1 1,1 0,0 0,0 0,0 0,0 0,0 0,0 1,0-1,0 0,0 0,0 1,0-1,0 1,-1-1,1 1,0-1,0 1,-1-1,1 1,0 0,0-1,-1 1,1 0,-1-1,1 1,-1 0,1 0,-1 0,1 0,-1 0,1 0,6 48,-7-39,3 16,1 0,2 0,0-1,2 1,0-1,12 22,-3-3,-31-57,2-9,2 0,1-1,1 0,0 0,2-1,1 0,1 0,0-1,2 1,1-1,2 1,0-1,1 1,1-1,2 1,0 0,1 1,2-1,0 1,3-3,76-178,-85 200,-1 3,-1-1,0 1,1-1,-1 1,1-1,-1 1,1-1,0 1,0 0,0-1,0 1,0 0,0-1,0 1,0 0,0 0,0 0,1 0,-1 0,0 1,1-1,-1 0,1 1,-1-1,1 0,-1 1,1 0,-1-1,1 1,-1 0,2 0,54 57,24 64,-77-113,0-1,-1 1,0 0,0 0,-1 0,0 0,0 1,-1-1,0 0,-1 1,0-1,0 0,0 1,-1-1,-1 1,0 0,-2-1,0-1,0 0,-1 0,0 0,0 0,0-1,-1 0,0 0,-1 0,1-1,-1 0,0 0,0-1,0 0,-1 0,0-1,1 0,-1 0,-1-1,1 0,0 0,0-1,-1 0,1 0,-1-1,54-3,0 1,0 3,0 2,5 2,-32-3,-1 1,0 1,0 0,0 1,-1 1,0 1,0 0,0 1,-1 0,0 2,-1-1,0 2,2 2,-13-11,1 1,0 1,-1-1,0 0,0 1,0 0,0 0,0-1,-1 2,0-1,0 0,0 0,0 1,-1-1,1 1,-1 0,0-1,-1 1,1 0,-1-1,0 1,0 0,0 0,-1-1,0 1,0 0,0-1,0 1,-1-1,1 1,-1-1,-1 0,1 0,0 1,-1-2,0 1,0 0,0-1,0 1,-2 0,-12 7,-2-1,0-1,0-1,0 0,-1-1,0-2,-1 0,1-1,-1 0,0-2,1-1,-16-1,4 1,7-1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0:01.44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241 253,'-2'43,"-3"-1,-1 1,-2-1,-2 0,7-27,-63 207,43-183,19-46,27-83,-12 62,170-540,-163 521,-12 52,26 110,37 100,-15-48,15 95,-66-248,-1-10,-1 1,1 0,-1-1,0 1,-1 0,1-1,-1 1,0 0,-1 0,1 0,-1-1,1 1,-2 0,1-1,0 1,-1 0,-9 8</inkml:trace>
  <inkml:trace contextRef="#ctx0" brushRef="#br0" timeOffset="433.9">0 467,'37'10,"0"-2,0-2,0-1,1-2,22-1,-31-1,183 2,141 12,-336-14,0 2,1 0,-1 1,-1 1,1 0,7 4,-20-7,0 0,0 0,0 1,0-1,0 1,0 0,-1 0,1 0,-1 1,0-1,0 1,0-1,-1 1,1 0,-1 0,0 0,0 1,0-1,-1 0,1 1,-1-1,0 1,-1 0,1-1,-1 5,-16 129,16-135,0 0,0 0,1 0,-1 1,1-1,0 0,0 0,0 0,1 0,-1-1,1 1,-1 0,1 0,0-1,0 1,0-1,0 0,1 0,-1 1,1-2,-1 1,1 0,0 0,0-1,-1 1,1-1,0 0,0 0,0 0,1 0,-1-1,0 1,1-1,6 1,0 0,1 0,-1-1,0-1,1 0,-1 0,0-1,0 0,8-4,-12 5,1-1,-1 0,0-1,0 0,0 0,-1 0,1 0,-1-1,1 0,-1 0,0 0,-1-1,1 0,-1 0,0 0,0 0,0-1,-1 0,0 1,0-1,0 0,-1-1,0 1,0 0,-1-1,1 1,-2-1,1 1,-1-1,1 1,-2-1,1 1,-1-1,0 1,0-1,-1 1,0-1,0 1,-1 0,-1-4,-1 3,-1 0,1 0,-1 0,-1 1,1-1,-1 2,0-1,0 1,-1 0,0 0,0 1,0 0,0 1,-1-1,1 2,-1-1,0 1,1 0,-1 1,0 0,0 1,0 0,0 0,0 1,0 0,0 0,0 1,0 0,1 1,-1 0,1 0,0 1,0 0,0 1,0-1,1 1,0 1,0 0,0 0,0 0,1 0,0 1,-4 8,8-12,0 0,1 0,0 0,-1 1,1-1,1 1,-1-1,0 1,1-1,0 1,0-1,0 1,0-1,0 1,1-1,0 1,-1-1,1 1,0-1,1 0,-1 1,17 27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0:00.39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1 375,'20'0,"23"3,22 0,23-1,22-2,12-3,6-2,-3-2,-23 0</inkml:trace>
  <inkml:trace contextRef="#ctx0" brushRef="#br0" timeOffset="322.139">776 0,'3'11,"1"-1,0 0,0-1,1 1,1-1,-1 0,2 0,-1 0,1-1,0 0,1-1,0 1,0-1,1-1,-1 0,1 0,1-1,8 5,26 12,1-2,0-1,27 6,83 34,-151-59,-1 1,0 0,0 0,0 0,0 0,0 1,0-1,0 1,0 0,-1 0,1 0,0 0,-1 0,0 0,1 1,-1-1,0 1,0 0,-1-1,1 1,0 0,-1 0,0 0,0 0,0 0,0 1,0-1,-1 0,1 0,-1 1,0-1,0 0,0 0,0 1,-1-1,1 0,-1 1,0-1,0 1,-6 7,-1 0,-1 0,1-1,-2-1,1 1,-1-1,-1-1,0 0,-1 1,-68 44,-1-3,-77 33,134-71,-42 22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09:54.88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104 326,'0'49,"-2"0,-3-1,-1 1,-3-1,-2-1,-1 1,-14 29,3 68,23-145,0-1,-1 1,1 0,0 0,0 0,0-1,0 1,0 0,-1 0,1 0,0-1,0 1,-1 0,1 0,0 0,0 0,0 0,-1 0,1 0,0 0,0-1,-1 1,1 0,0 0,-1 0,1 0,0 0,0 0,-1 0,1 0,0 1,0-1,-1 0,1 0,0 0,0 0,-1 0,1 0,0 0,0 0,0 1,10-161,48-334,-43 421,-14 73,0-1,0 1,0-1,0 1,0-1,0 1,0-1,0 1,1 0,-1 0,0-1,0 1,0 0,0 0,0 0,0 0,0 1,0-1,1 0,-1 0,0 1,0-1,0 0,0 1,0-1,0 1,0-1,0 1,-1 0,1-1,0 1,0 0,0 0,-1 0,1 0,0-1,-1 1,1 0,-1 0,1 0,-1 0,1 0,-1 0,0 1,1-1,-1 0,0 0,0 0,0 1,1-1,23 44,-2 1,-2 1,-2 1,-2 1,-2 0,-2 1,-1 15,4 31,-11-57,2-1,2 0,2 0,5 11,-5-26</inkml:trace>
  <inkml:trace contextRef="#ctx0" brushRef="#br0" timeOffset="251.066">11 580,'21'0,"22"-4,20-7,17-5,14-5,4 1,-15 5</inkml:trace>
  <inkml:trace contextRef="#ctx0" brushRef="#br0" timeOffset="636.305">640 607,'26'0,"-17"-1,0 0,0 1,0 0,0 0,0 1,0 0,0 1,0 0,0 0,-1 1,1 0,-1 0,1 1,5 4,-12-6,0 0,0 0,0 0,0 0,-1 1,1-1,-1 0,1 1,-1-1,0 1,0-1,0 1,0 0,-1-1,1 1,-1 0,0 0,1-1,-1 1,-1 0,1 0,0-1,-1 1,1 0,-1 0,0-1,0 1,0-1,0 1,-1 1,-50 68,-17-18,69-53,0-1,0 1,0-1,0 1,0 0,0-1,0 1,0 0,1-1,-1 1,0 0,0-1,0 1,1-1,-1 1,0-1,1 1,-1 0,0-1,1 1,-1-1,1 0,-1 1,1-1,-1 1,1-1,-1 0,1 1,-1-1,1 0,0 1,-1-1,1 0,0 0,-1 0,1 0,-1 0,1 0,0 0,-1 0,1 0,0 0,-1 0,1 0,0 0,-1 0,1 0,-1-1,1 1,0 0,-1 0,1-1,-1 1,1-1,-1 1,1 0,-1-1,1 1,2 0,48 0,-29-2,-1 1,1 2,0 0,0 1,-1 1,1 1,-1 1,0 1,0 1,9 5,-28-11,1 0,-1 0,1 0,-1 0,1 1,-1-1,0 1,0-1,0 1,0 0,0 0,0 0,0 0,-1 1,1-1,-1 0,1 1,-1-1,0 0,0 1,0 0,0-1,0 1,-1 0,1-1,-1 1,0 0,0 0,0-1,0 1,0 0,-1 0,1-1,-1 1,0 0,-4 6,-1 0,-1-1,1 0,-1 0,-1 0,0-1,0 0,0-1,0 0,-1 0,0-1,-1 0,-2 1,12-6,-29 16,0-2,-1-1,0-1,-1-1,0-2,-4 0,-7-10,39-7</inkml:trace>
  <inkml:trace contextRef="#ctx0" brushRef="#br0" timeOffset="1500.032">1455 219,'-13'49,"1"1,3 0,0 18,-2 11,-37 212,45-284,7-32,105-582,-92 523,-17 84,-1 0,1-1,0 1,0 0,0-1,0 1,0 0,-1-1,1 1,0-1,0 1,0 0,0-1,0 1,0 0,0-1,0 1,0-1,0 1,0 0,1-1,-1 1,0 0,0-1,0 1,0 0,1-1,-1 1,0 0,0-1,0 1,1 0,-1 0,0-1,1 1,-1 0,0 0,0 0,1-1,-1 1,1 0,-1 0,0 0,1 0,-1 0,0 0,1 0,-1 0,0 0,1-1,-1 2,1-1,-1 0,0 0,1 0,-1 0,0 0,1 0,-1 0,0 0,1 0,-1 1,0-1,1 0,7 26,117 711,-117-700</inkml:trace>
  <inkml:trace contextRef="#ctx0" brushRef="#br0" timeOffset="1751.366">1254 474,'18'2,"23"1,21-2,21-4,18-6,6-2,-14 2</inkml:trace>
  <inkml:trace contextRef="#ctx0" brushRef="#br0" timeOffset="2017.158">1883 607,'10'-7,"0"0,0 1,1 0,0 0,0 1,0 1,1-1,-1 2,1 0,0 0,1 1,-11 2,1 0,-1 0,0 0,0 0,0 0,0 0,0 0,0 1,1-1,-1 1,0 0,0-1,0 1,-1 0,1 0,0 0,0 0,0 1,-1-1,1 0,-1 1,1-1,-1 1,1 0,-1-1,0 1,0 0,0 0,0 0,0 0,0 0,0 0,0 2,0 2,0 0,-1 0,1 0,-1 0,0 0,-1 0,0 0,0 0,0 0,0 0,-2 3,-10 19,0-1,-2 0,-1-1,-1-1,-1 0,-1-2,-1 0,-2-1,-15 12,-23 29,44-37,16-25,0 0,1 0,-1-1,0 1,1 0,-1-1,0 1,1-1,-1 1,1 0,-1-1,1 1,-1-1,1 1,0-1,-1 1,1-1,0 0,-1 1,1-1,0 0,-1 0,1 1,0-1,-1 0,1 0,0 0,0 0,-1 0,1 0,0 0,0 0,-1 0,1 0,0 0,0-1,-1 1,1 0,21-2,-1-1,0-1,0-1,0-1,13-6,-12 5,122-45,-79 24</inkml:trace>
  <inkml:trace contextRef="#ctx0" brushRef="#br0" timeOffset="2536.055">2698 219,'-101'254,"-17"92,112-328,7-25,10-34,148-488,-106 348,-53 182,0-1,1 0,-1 0,0 1,0-1,1 0,-1 0,0 0,1 1,-1-1,0 0,1 0,-1 0,1 0,-1 0,0 0,1 0,-1 0,0 0,1 0,-1 0,1 0,-1 0,0 0,1 0,-1 0,0 0,1 0,-1 0,0-1,1 1,-1 0,0 0,1 0,-1-1,0 1,0 0,1 0,-1-1,0 1,0 0,1-1,-1 1,0 0,0-1,0 1,0 0,1-1,-1 1,0 0,0-1,0 1,0-1,0 1,0 0,0-1,0 1,0 0,0-1,0 1,0-1,0 1,-1 0,1-1,0 1,6 31,-6-25,12 90,4 1,20 61,81 206,-108-316,-11-40</inkml:trace>
  <inkml:trace contextRef="#ctx0" brushRef="#br0" timeOffset="2788.865">2484 580,'18'0,"18"-2,18-3,18-6,16-2,8-2,-12 1</inkml:trace>
  <inkml:trace contextRef="#ctx0" brushRef="#br0" timeOffset="3029.225">3420 594,'1'0,"-1"-1,1 1,0-1,0 1,-1-1,1 1,0-1,0 1,0 0,0 0,-1-1,1 1,0 0,0 0,0 0,0 0,0 0,0 0,0 0,0 0,-1 1,1-1,0 0,0 0,0 1,0-1,-1 1,1-1,0 1,0-1,-1 1,1-1,0 1,-1-1,1 1,0 0,-1 0,1-1,-1 1,1 0,-1 0,0-1,1 1,-1 0,0 0,1 0,-1 0,0 0,0 0,0-1,0 1,0 0,0 0,0 0,0 0,0 0,0 0,-1 0,1-1,0 1,-1 0,1 0,-48 111,33-56,2 1,3 0,3 1,2 0,3 0,4 48,1-65</inkml:trace>
  <inkml:trace contextRef="#ctx0" brushRef="#br0" timeOffset="3682.571">3941 166,'-6'51,"-3"-1,-2 1,-2-1,-3-1,-1-1,-3 0,-2-2,-1 0,-3-1,-24 31,25-47,25-30,0 1,0-1,0 1,0 0,0-1,0 1,0-1,0 1,0-1,0 1,0-1,0 1,-1 0,1-1,0 1,0-1,-1 1,1 0,0-1,0 1,-1 0,1-1,0 1,-1 0,1 0,-1-1,1 1,0 0,-1 0,1-1,-1 1,1 0,0 0,-1 0,1 0,-1 0,1 0,-1 0,1 0,-1 0,1 0,0 0,-1 0,1 0,-1 0,1 0,-1 0,1 1,-1-1,1 0,0 0,-1 0,1 1,0-1,-1 0,1 1,0-1,-1 0,1 1,0-1,-1 0,1 1,0-1,0 1,2-16,1 0,0 1,1 0,1 0,1 0,0 0,1-1,6-15,167-443,-170 445,35-71,-45 99,1 0,-1-1,0 1,1 0,-1 0,0-1,1 1,-1 0,0-1,1 1,-1 0,1 0,-1 0,0 0,1-1,-1 1,1 0,-1 0,0 0,1 0,-1 0,1 0,-1 0,1 0,-1 0,1 0,-1 0,0 0,1 1,-1-1,1 0,-1 0,0 0,1 0,-1 1,1-1,-1 0,0 1,1-1,-1 0,0 0,0 1,1-1,-1 0,0 1,0-1,1 1,-1-1,0 0,0 1,0-1,0 1,0-1,0 1,1-1,-1 0,0 1,0-1,0 1,0-1,-1 1,1-1,0 0,0 1,0-1,0 1,0-1,29 220,3-54,7-2,49 126,-76-249,-4-16,-9-27</inkml:trace>
  <inkml:trace contextRef="#ctx0" brushRef="#br0" timeOffset="3935.649">3754 447,'28'-3,"26"-4,23-4,16-3,9 2,0 2,-17 4</inkml:trace>
  <inkml:trace contextRef="#ctx0" brushRef="#br0" timeOffset="4185.972">4596 754,'-1'13,"1"0,0 1,1-1,0 0,1 0,1 0,0 0,1 0,0 0,1-1,0 0,5 7,-7-15,1 0,0 0,-1-1,2 1,-1-1,0 0,1 0,-1 0,1-1,0 0,0 1,0-2,0 1,0-1,0 1,1-1,-1-1,0 1,0-1,1 0,-1 0,0-1,1 1,-1-1,0 0,0-1,1 1,1-1,1-1,0 1,-1-1,1-1,-1 0,0 0,0 0,-1 0,1-1,-1 0,0-1,0 1,-1-1,1-1,-1 1,-1-1,3-3,-4 4,-1 1,0 0,0-1,0 0,-1 0,0 1,0-1,0 0,-1 0,0 0,0 0,0 0,-1 0,0 1,0-1,0 0,-1 0,0 1,0-1,0 1,-1 0,0-1,0 1,0 0,-1 1,1-1,-1 1,0-1,-2 0,-4-4,1 1,-1 0,0 1,-1 0,0 0,0 1,0 1,0 0,-1 1,0 0,0 0,-1 1,-7 0,-100 10,64 8</inkml:trace>
  <inkml:trace contextRef="#ctx0" brushRef="#br0" timeOffset="4702.642">3380 594,'-18'21,"-17"19,-15 18,-12 12,-7 3,9-10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0:06.54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1,'245'28,"-244"-27,43 10,-44-11,1 0,0 1,0-1,0 1,0-1,-1 1,1-1,0 1,0 0,-1-1,1 1,0 0,-1-1,1 1,-1 0,1 0,-1 0,0-1,1 1,-1 0,0 0,1 0,-1 0,0 0,0 0,0 0,0 0,0 0,0 0,0-1,0 1,0 0,0 0,-1 0,1 0,0 0,-1 0,1 0,0-1,-1 1,1 0,-1 0,0 0,-6 8,-1 1,0-1,0-1,-1 0,0 0,-1-1,0 0,0 0,0-1,-2 0,-49 35,60-41,0 0,0 1,0-1,0 1,1-1,-1 1,0-1,0 1,0 0,1-1,-1 1,0 0,1-1,-1 1,1 0,-1 0,1 0,-1 0,1 0,-1 0,1 0,0-1,-1 1,1 0,0 0,0 0,0 0,0 0,0 0,0 0,0 0,0 0,0 0,1 0,-1 0,0 0,0 0,1 0,-1 0,1 0,-1 0,1 0,-1-1,1 1,0 0,-1 0,1-1,0 1,0 0,0 0,10 4,1-1,0 1,0-2,1 0,-1 0,1-1,10 0,23 5,-41-6,6 0,1 1,-1 1,1-1,-1 2,0 0,0 0,-1 1,1 0,-1 1,0 0,0 0,-1 1,0 1,-7-6,-1-1,1 1,-1 0,0 0,0 0,0 0,0 1,0-1,0 0,-1 0,1 1,-1-1,1 0,-1 1,0-1,0 0,0 1,0-1,0 0,-1 1,1-1,-1 0,1 1,-1-1,0 0,0 0,0 0,0 0,0 0,-1 0,1 0,-1 0,0 0,-61 50,33-36,-1-1,-1-1,0-2,-34 8,54-18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0:05.52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241 153,'-216'495,"201"-466,9-24,9-20,114-560,-99 499,-18 75,0 1,0-1,0 0,1 1,-1-1,0 0,0 1,1-1,-1 0,0 1,1-1,-1 0,1 1,-1-1,0 1,1-1,-1 1,1-1,0 1,-1 0,1-1,-1 1,1 0,0-1,-1 1,1 0,0 0,-1-1,1 1,0 0,-1 0,1 0,0 0,0 0,-1 0,1 0,0 0,-1 0,1 0,0 1,-1-1,1 0,0 0,-1 1,1-1,0 0,-1 1,1-1,-1 1,1-1,27 32,-24-26,29 36,-2 2,-2 1,-2 2,-1 0,-3 2,-3 0,-1 2,-2 0,-3 1,-2 0,-3 1,1 23,-9-68,-9 49,1-49</inkml:trace>
  <inkml:trace contextRef="#ctx0" brushRef="#br0" timeOffset="251.581">0 501,'16'-3,"17"0,18-4,19-4,18-1,8-2,0 0,-15 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0:07.62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41,'304'-12,"-193"11,359-12,-406 6,-76 2,9 4,0 1,0-1,0 1,0 0,0 0,0 0,-1 0,1 0,0 0,0 1,0 0,0 0,0 0,0 0,0 0,0 0,1 1,-1-1,0 1,-1 1,5-1,-1-1,1 0,0 0,0 1,0-1,0 0,0 0,0 0,0 0,0 0,1 0,-1 0,0 0,1-1,-1 1,0 0,1-1,-1 1,1-1,-1 0,1 1,-1-1,1 0,-1 0,1 0,1 0,-1 0,20 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0:08.69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15 225,'-9'90,"4"0,4 49,2-71,-1 45,0-734,0 642,10 96,-9-114,0 0,1 1,-1-1,1 0,-1 0,1 0,0 0,0 0,0 0,0-1,1 1,-1-1,1 1,0-1,-1 0,1 0,0 0,0-1,0 1,1 0,-1-1,0 0,0 0,1 0,-1 0,1-1,-1 1,1-1,-1 0,1 0,2 0,12-4,1 0,0 0,-1-2,0 0,-1-1,1-1,-1-1,-1 0,1-1,-2-1,0 0,0-1,-1-1,0-1,-1 1,4-7,-17 20,0 1,0 0,0-1,0 1,0-1,1 1,-1 0,0-1,1 1,-1-1,0 1,1-1,-1 1,0 0,1-1,-1 0,1 1,-1-1,1 1,-1-1,1 0,-1 1,1-1,-1 0,1 1,0-1,-1 0,1 0,0 0,-1 0,1 1,-1-1,1 0,0 0,-1 0,1 0,0 0,-1-1,1 1,0 0,-1 0,1 0,-1-1,1 1,0 0,-1 0,1-1,-1 1,1 0,-1-1,1 1,-1-1,1 1,-1-1,1 1,-1-1,0 1,1-1,-5 99,1-76,1-1,0 1,1 0,2 0,0 0,2 0,0-1,1 1,1-1,1 0,1 0,1-1,1 0,0 0,2-1,1 1,-5-11,2 0,0 0,0-1,0 0,1-1,0 0,10 5,21 8</inkml:trace>
  <inkml:trace contextRef="#ctx0" brushRef="#br0" timeOffset="381.979">1098 132,'-9'-1,"-125"-6,126 7,1 0,-1 1,1 0,-1 1,1 0,-1 0,1 0,0 1,0 0,0 0,1 1,-1 0,1 0,0 1,0-1,-1 3,5-6,1 1,-1-1,1 1,-1 0,1 0,0 0,0-1,0 1,0 0,0 0,1 0,-1 1,0-1,1 0,0 0,-1 0,1 0,0 1,0-1,0 0,0 0,1 0,-1 0,1 1,-1-1,1 0,0 0,0 0,0 0,0 0,0 0,0-1,0 1,0 0,1 0,-1-1,1 1,0-1,-1 1,1-1,1 1,82 48,-81-48,42 19,-30-16,-1 1,1 0,-1 2,-1-1,0 2,0 0,0 0,-1 2,-1-1,1 2,-2-1,0 2,0 0,0 1,-9-9,0-1,0 1,0 0,-1-1,0 1,0 0,0 0,0 0,-1-1,0 1,0 0,0 0,0 0,-1 0,0 0,0 0,0-1,-1 1,0 0,0-1,0 1,0-1,-1 0,1 0,-1 0,0 0,0 0,-1-1,-1 3,-5 3,0 0,0-1,-1 0,0 0,-1-1,0-1,0 0,0 0,0-2,-6 2,13-3,-1-1,0 0,0 0,0 0,0-1,0 0,0 0,0-1,0 0,0 0,0 0,0-1,0 1,0-1,0-1,0 1,0-1,0 0,1-1,-1 1,1-1,-1 0,5 1,0 0,0 0,0 0,0 0,0 0,0 0,1 0,-1-1,1 1,-1 0,1 0,0 0,0-1,0 1,0 0,0 0,0 0,1-1,-1 1,1 0,0 0,0-1,10-26</inkml:trace>
  <inkml:trace contextRef="#ctx0" brushRef="#br0" timeOffset="1019.644">1472 293,'3'38,"1"0,2 0,2-1,1 0,2-1,1 0,2 0,2 0,9 11,-25-46,1-1,-1 0,1 0,-1 0,0 0,1 0,-1 0,0 0,1 0,-1 0,1 0,-1 0,0 0,1 0,-1 0,0-1,1 1,-1 0,0 0,1 0,-1 0,0-1,1 1,-1 0,0 0,1-1,-1 1,0 0,0-1,1 1,-1 0,0-1,0 1,0 0,0-1,1 1,-1 0,0-1,0 1,0 0,0-1,0 1,0-1,0 1,0 0,0-1,0 1,0-1,0 1,0 0,0-1,-1 1,1 0,0-1,0 1,0 0,0-1,-1 1,1-1,-9-239,6 196,3 0,1-1,3 1,1 0,3 0,1 0,3-3,14-2,-26 48,1 0,0 0,-1 0,1 0,0 0,0 1,-1-1,1 0,0 1,0-1,0 1,0-1,0 1,0-1,0 1,0-1,0 1,0 0,0 0,0 0,0-1,0 1,0 0,0 0,0 0,0 1,0-1,0 0,0 0,0 1,0-1,0 0,0 1,0-1,0 1,0-1,0 1,0-1,0 1,0 0,-1 0,1-1,0 1,-1 0,1 0,0 0,-1 0,1 0,3 6,0 0,-1 1,0-1,0 1,-1 0,1 0,-2 0,1 0,-1 0,-1 0,1 0,-1 0,-1 1,1-1,-1 0,-1 0,0 0,0 2,-3 4,-1-1,0 0,-1 0,0 0,-1-1,0 0,-1 0,-1-1,0 0,0-1,-10 7,10-6,10-10,0 0,0-1,1 1,-1 0,0 0,1-1,-1 1,1 0,-1-1,0 1,1 0,0-1,-1 1,1-1,-1 1,1-1,0 1,-1-1,1 0,0 1,-1-1,1 0,0 1,0-1,0 0,-1 0,1 0,0 1,0-1,0 0,-1 0,1 0,0 0,0-1,0 1,-1 0,1 0,0 0,0-1,-1 1,1 0,0-1,-1 1,1-1,0 1,3 0,78-4,-49 2,1 1,0 1,0 2,0 1,10 4,-40-7,0 0,0 1,0 0,0 0,0 0,-1 0,1 1,-1-1,1 1,-1 0,1 0,-1 0,0 1,0-1,0 1,0-1,0 1,-1 0,1 0,-1 1,0-1,0 0,0 1,0-1,-1 1,1-1,-1 1,0 0,0 0,0 0,-1 0,1-1,-1 1,0 0,0 0,-1 0,1 0,-1 0,1 0,-2 2,-5 4,-1 0,-1 0,1-1,-1 0,-1-1,1 0,-1 0,-1-1,0 0,0-1,0-1,0 1,-1-2,0 1,0-2,0 0,-9 1,16-2,0-1,0 0,0 0,0 0,0-1,0 0,0 0,0 0,1-1,-1 1,0-1,-5-1,-3-5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0:16.48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1575,'222'-24,"-124"10,510-39,-540 42,-67 11,-1 0,1 0,-1 0,1 0,-1 0,1 0,-1 0,1 0,-1 0,1-1,-1 1,1 0,-1 0,1-1,-1 1,1 0,-1-1,0 1,1 0,-1-1,0 1,1-1,-1 1,0 0,1-1,-1 1,0-1,0 1,1-1,-1 1,0-1,0 1,0-1,0 1,0-1,0 1,0-1,0 1,0-1,0 1,0-1,0 0,0 1,0-1,-1 1,1-1,0 1,21 12,-5-4</inkml:trace>
  <inkml:trace contextRef="#ctx0" brushRef="#br0" timeOffset="1050.822">816 1187,'57'29,"-24"-12,-1 1,-1 1,0 1,-2 2,0 1,-2 2,10 11,-32-32,1 1,-1 0,0 0,-1 0,1 1,-1-1,0 1,-1 0,1 1,-1-1,0 0,-1 1,1 0,-1-1,-1 1,1 0,-1 0,-1 0,1 0,-1 0,0 0,-1 1,1-1,-1 0,-1-1,1 1,-1 0,-1 0,-1 3,-15 16,0-2,-2 0,-1-1,-1-1,0-1,-2-1,0-2,-26 14,42-25,-143 89,91-63</inkml:trace>
  <inkml:trace contextRef="#ctx0" brushRef="#br0" timeOffset="4050.243">5121 746,'-4'0,"-18"-3,1 2,0 1,-1 0,1 2,0 0,-1 2,1 0,1 1,-1 1,1 1,0 1,0 1,1 0,1 2,-9 5,23-12,-1 0,1 0,1 0,-1 0,1 1,-1-1,1 1,1 0,-1 0,1 0,0 0,0 0,0 1,1-1,-1 1,1-1,1 1,-1-1,1 1,0-1,0 1,1 0,0-1,0 1,0-1,0 1,1-1,0 0,0 0,0 0,3 4,11 15,1-2,1-1,1 0,0-1,2-1,0-1,1 0,19 9,60 53,-87-68,-1 0,1 0,-2 1,0 1,0 0,-1 1,-1 0,-1 0,0 1,-1 0,-1 1,1 2,-8-16,1-1,-1 1,0 0,1 0,-1 0,-1 0,1 0,0 0,-1 0,1 0,-1-1,0 1,0 0,0 0,-1-1,1 1,0-1,-1 1,0-1,0 0,1 1,-1-1,0 0,-1 0,1 0,0-1,-1 1,1 0,-1-1,1 0,-1 1,0-1,1 0,-1 0,0-1,0 1,-108 17,110-18,-226-3,219 2,10 1</inkml:trace>
  <inkml:trace contextRef="#ctx0" brushRef="#br0" timeOffset="4295.602">5415 1267,'0'18,"0"18,0 13,0 11,0 6,0 3,0-1,2-3,1-6,0-12</inkml:trace>
  <inkml:trace contextRef="#ctx0" brushRef="#br0" timeOffset="4762.892">6003 786,'-4'-6,"-1"0,0 0,0 1,-1-1,1 1,-1 0,0 1,0 0,-1 0,1 0,-1 0,0 1,0 1,0-1,0 1,-1 0,1 0,-1 1,1 0,-1 1,1-1,-1 1,1 1,-1 0,1 0,-1 0,1 1,-1 0,1 0,0 1,-1 0,-3 3,-1 0,1 1,0 0,1 1,0 0,0 0,0 1,1 1,1 0,0 0,0 0,1 1,0 0,1 1,0-1,1 1,0 0,1 1,0-1,1 1,0 0,1 3,2-10,0-1,1 1,0-1,0 1,1-1,-1 0,1 1,0-1,0 0,1 0,0 0,0-1,0 1,0-1,1 1,-1-1,1 0,0-1,1 1,-1-1,4 3,107 52,13-16,-89-31,0 1,-1 2,0 2,-1 2,-1 1,7 6,-39-23,0 0,0 0,0 1,0-1,-1 1,1 0,-1 0,0 0,0 0,0 0,0 1,0 0,-1-1,0 1,0 0,0 0,0 0,0 0,-1 1,0-1,0 0,0 1,0-1,-1 0,1 1,-1-1,0 1,-1-1,1 1,-1-1,-1 4,-5 1,0 0,-1-1,0-1,0 1,-1-1,1 0,-2-1,1 0,-1-1,0 0,0 0,0-1,-1 0,0-1,1-1,-4 1,-19 5,0-1,0-2,-1-1,1-2,-1-1,-29-3,132-2,-32 4</inkml:trace>
  <inkml:trace contextRef="#ctx0" brushRef="#br0" timeOffset="5062.16">6310 1468,'29'30,"-23"-22,1 1,0-1,0-1,0 1,1-1,0-1,1 1,0-1,-1-1,2 1,-1-2,1 1,-1-1,1-1,1 0,-1 0,0-1,1 0,-1-1,1 0,-1-1,-4 0,-1-1,0 0,0-1,1 1,-1-1,0 0,0-1,-1 1,1-1,0 0,-1 0,0 0,1-1,-1 1,-1-1,1 0,0 0,-1 0,0-1,0 1,0-1,-1 0,0 0,0 0,0 0,0 0,-1 0,1 0,-1-1,-1 1,1-1,-1 1,0 0,0-1,-1 1,1-1,-1 1,-1-1,1-2,0 0,-1 0,0 1,0-1,0 1,-1-1,-1 1,1 0,-1 0,0 0,-1 1,1-1,-1 1,-1 0,1 1,-1-1,0 1,0 0,-1 1,1-1,-1 1,0 1,0-1,0 1,-1 0,1 1,-1 0,0 0,1 0,-1 1,0 0,0 1,0 0,0 0,0 1,1 0,-2 0,-1 4,-1 0,1 1,0 0,1 0,-1 1,1 0,0 1,1 0,0 1,0 0,1 0,0 0,1 1,0 0,0 0,1 1,1-1,-1 1,2 0,-1 0,0 9,-8 27</inkml:trace>
  <inkml:trace contextRef="#ctx0" brushRef="#br0" timeOffset="2348.53">2421 853,'-31'0,"0"1,0 2,0 1,1 1,-1 2,1 1,1 1,0 2,0 1,1 1,1 1,-6 5,26-15,0 0,0 1,1 0,0 0,0 0,0 1,0 0,1 0,0 0,0 1,1 0,-1-1,2 2,-2 0,5-5,1 0,-1 0,0 0,1 0,0 0,-1 0,1 0,0 0,0-1,1 1,-1 0,1-1,-1 1,1-1,0 1,0-1,0 0,0 0,0 0,0 0,1 0,-1 0,1-1,-1 1,1-1,0 0,0 0,-1 0,1 0,0 0,0 0,0-1,3 1,46 14,0-2,1-3,32 2,-4 0,-62-8,15 0,-1 1,1 2,-1 1,0 2,-1 1,0 2,23 13,-51-24,-1-1,1 1,-1 0,0 0,1 0,-1 1,0-1,0 1,-1-1,1 1,0 0,-1 0,0 0,0 1,0-1,0 0,0 1,-1 0,1-1,-1 1,0 0,0-1,0 1,-1 0,1 0,-1 0,0 0,0 0,-1 0,1 0,-1-1,0 1,0 0,0 0,0-1,0 1,-1 0,0-1,0 1,-9 7,-2 0,1-1,-1 0,0-1,-1 0,0-1,-1 0,0-2,0 0,0 0,-1-1,1-1,-4 0,-30 7,0-1,0-3,0-2,-1-2,-47-4,88 0,21 0,12 0</inkml:trace>
  <inkml:trace contextRef="#ctx0" brushRef="#br0" timeOffset="2782.675">2808 1307,'9'-5,"0"0,0 0,1 1,0 0,0 0,0 1,0 0,0 1,1 0,-1 1,1 0,-1 1,1 0,-1 1,1 0,-1 0,1 1,-1 1,0-1,0 2,0-1,0 1,7 5,-13-6,-1 0,0 0,0 0,0 0,0 0,0 1,-1-1,0 1,1 0,-1 0,-1 0,1 0,0 0,-1 0,0 0,0 1,0-1,-1 0,1 1,-1-1,0 0,0 1,-1-1,1 1,-1-1,0 0,0 0,-1 0,1 1,-4 7,0 0,-1 0,0 0,-1-1,0 0,-1 0,0-1,0 0,-2 1,-3 1,0 0,0-1,-1 0,-1-2,1 1,-1-2,-1 0,0 0,9-4,21-8,-3 1,12-3,0 1,1 1,-1 1,1 1,0 1,0 1,0 1,-1 2,1 0,-1 1,9 3,-29-6,1 0,-1-1,0 1,0 0,0 1,0-1,0 1,0-1,-1 1,1 0,0 0,-1 0,1 0,-1 0,0 0,0 1,0 0,0-1,0 1,0 0,-1 0,1-1,-1 1,0 1,0-1,0 0,0 0,-1 0,1 0,-1 1,0-1,0 0,0 0,0 1,-1-1,1 0,-1 0,0 0,0 0,0 0,0 1,-8 8,0 0,-1-1,0 0,-1-1,0 0,-1-1,0 0,0-1,-1 0,0-1,0 0,-1-1,-4 1,1 2,-1-1,-1-1,1 0,-1-1,0-1,0-1,-1-1,-8 1,9-9,7-3</inkml:trace>
  <inkml:trace contextRef="#ctx0" brushRef="#br0" timeOffset="3262.395">3797 786,'-23'2,"-1"1,1 1,0 1,0 1,1 1,0 0,-13 8,31-13,-10 2,0 2,0-1,1 2,-1 0,2 1,-1 0,1 0,0 2,1-1,-8 9,18-16,0-1,0 1,0 0,0 0,0-1,0 1,0 0,1 0,-1 0,0 0,1 0,0 0,-1 0,1 1,0-1,0 0,0 0,1 0,-1 0,0 0,1 0,0 0,-1 0,1 0,0 0,0 0,0-1,0 1,0 0,0 0,0-1,1 1,-1-1,1 1,-1-1,3 2,65 40,36 2,-67-31,-1 2,-1 2,0 1,23 17,-54-32,0-1,0 1,-1 0,1 0,-1 1,0-1,0 1,0 0,-1 0,0 0,0 1,0-1,-1 1,1 0,-1-1,-1 1,1 0,-1 0,0 0,0 0,-1 1,0-1,0 0,0 0,-1 0,0 0,0 0,0 0,-1 0,0 0,0 0,-7 9,0-1,-1 0,0-1,-2 0,1-1,-1 0,-1 0,0-1,-1-1,0-1,0 0,-1 0,0-2,-1 1,1-2,-2 0,0-1,-74 9,88-14,0 0,0 0,0 0,0-1,0 1,1-1,-1 0,0 0,0 0,1 0,-1 0,1 0,-1-1,1 1,-1-1,1 0,0 0,0 0,0 0,0 0,0 0,0-1,1 1,-1 0,1-1,0 0,-1 1,1-1,0 0,0 0,1 0,0 0,0 0,0-1,1 1,-1 0,1 0,-1 0,1 0,0 0,0 0,1 0,-1 0,0 1,1-1,0 0,0 1,0-1,0 1,0 0,0-1,0 1,1 0,-1 0,1 1,0-1,-1 0,1 1,0 0,1-1,21-10</inkml:trace>
  <inkml:trace contextRef="#ctx0" brushRef="#br0" timeOffset="3601.414">3945 1294,'21'-6,"1"1,0 0,0 2,0 0,0 1,0 2,16 1,-36-1,1 0,0 0,-1 1,1-1,-1 1,1 0,0 0,-1 0,0 0,1 0,-1 0,0 1,1-1,-1 1,0-1,0 1,0 0,0 0,-1 0,1 0,0 0,-1 0,0 1,1-1,-1 0,0 1,0-1,0 1,-1-1,1 1,-1 0,1-1,-1 1,0 0,0-1,0 1,0 0,-1 1,-4 15,-1-1,-1 1,0-2,-1 1,-2-1,1 0,-2-1,0 0,-1-1,-1 0,-8 7,0 3,-98 125,118-149,0 0,0 0,0 0,1 0,-1 0,0 0,0 1,1-1,-1 0,1 1,-1-1,1 0,0 1,-1-1,1 0,0 1,0-1,0 0,0 1,0-1,0 1,0-1,1 0,-1 1,0-1,1 0,-1 1,1-1,0 0,-1 0,1 1,0-1,0 0,-1 0,1 0,0 0,0 0,0 0,1 0,-1 0,0-1,0 1,0 0,1 0,9 2,0 0,0 0,0-1,0 0,1-1,-1-1,0 1,10-2,-6 0,186-15,-137 7</inkml:trace>
  <inkml:trace contextRef="#ctx0" brushRef="#br0" timeOffset="7349.911">1725 344,'12'1503,"-24"-588,20-816,-8-99,0 1,1 0,-1 0,0 0,0 0,1 0,-1 0,0 0,1 0,-1 0,1-1,-1 1,1 0,-1 0,1-1,0 1,-1 0,1-1,0 1,-1 0,1-1,0 1,0-1,0 1,0-1,0 0,-1 1,1-1,0 0,0 0,0 0,0 1,0-1,0 0,0 0,0 0,0-1,0 1,0 0,0 0,0 0,0-1,0 1,41-27,-28 16,20-10,0 2,1 1,1 2,1 2,0 1,0 1,2 2,-1 2,23-1,70-4,0 6,29 6,-108 0,133 1,565-15,662-76,-274 79,-721 13,-157-6,-1-11,0-11,16-15,-273 42,0 0,-1 0,1-1,0 1,0 0,0-1,-1 0,1 1,0-1,0 0,-1 0,1 0,-1 0,1 0,-1 0,1 0,-1 0,0-1,1 1,-1 0,0-1,0 1,0-1,0 0,0 1,-1-1,1 0,0 1,-1-1,1 0,-1 0,0 0,1 1,-1-1,0 0,0 0,0 0,0 0,-1 1,1-1,0 0,2-116,-4-518,-6 486,-7 1,-6 0,-14-32,-9 16,-7 1,-7 4,-67-129,115 267,-2-5,-1-1,-1 2,-2 0,0 1,-2 1,0 0,12 18,1 1,-1 0,0 0,0 1,0 0,-1 0,1 0,-1 1,0 0,0 0,0 1,-1-1,1 2,-1-1,1 1,-1 0,1 1,-1 0,1 0,-5 1,-15 2,-1 2,1 1,0 1,-24 11,45-16,-70 24,-32 11,-1-4,-38 3,-48-10,-1-8,-1-9,-42-10,193 2,-660-3,-1333 33,310 80,1489-106,258-5,5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09:02.88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2330 468,'-12'192,"10"56,2-209,-2-20,-3-38,-7-46,3-1,3 0,3 0,4-33,1 77,0 0,2 0,0 0,2 0,0 1,1 0,2-3,-4 15,-1-1,1 0,1 1,0 0,0 0,0 1,1-1,1 2,-1-1,1 1,1 0,-1 0,1 1,0 1,7-4,-12 7,1 0,0 0,-1 1,1 0,0 0,0 0,-1 0,1 1,0-1,0 1,0 1,0-1,0 1,-1 0,1 0,0 0,0 0,-1 1,1 0,-1 0,0 0,1 1,-1-1,0 1,0 0,-1 0,1 1,-1-1,1 1,-1 0,0-1,0 1,-1 1,1-1,-1 0,0 1,0-1,0 1,0 2,1-1,-1 1,0 0,0-1,0 1,-1 0,1 0,-2 1,1-1,-1 0,0 0,-1 0,1 0,-2 0,1 0,-1 0,0 0,0 0,0-1,-1 1,-1-1,1 1,-1-1,0 0,0-1,0 1,-1-1,0 0,0 1,-8 3,0-1,0 0,-1 0,0-1,0-1,-1-1,0 0,-5 1,51-3,-6-3,0 1,-1 2,1 0,0 2,-1 0,0 2,-1 1,1 0,-1 2,-1 1,0 0,-1 2,10 7,-28-18,1 0,-1 1,0-1,1 1,-1-1,-1 1,1 0,0 0,-1 0,1 1,-1-1,0 0,0 1,0 0,-1-1,1 1,-1 0,0 0,0 0,0 0,-1 0,1 0,-1 0,0 0,0 0,-1 0,1 0,-1 0,0-1,0 1,0 0,-1 3,-6 1,-1 0,1 0,-1-1,-1 0,1-1,-1 1,0-2,-1 0,1 0,-1-1,0 0,0-1,0 0,-3 0,12-3,-228 48,218-47,11-2</inkml:trace>
  <inkml:trace contextRef="#ctx0" brushRef="#br0" timeOffset="533.797">3346 482,'-29'75,"4"3,2 0,-3 39,11-52,7-35,8-30,0-1,0 1,-1 0,1 0,0 0,0 0,0 0,-1 0,1 0,0 0,0-1,0 1,-1 0,1 0,0 0,0 0,-1 0,1 0,0 0,0 0,-1 0,1 1,0-1,0 0,0 0,-1 0,1 0,0 0,0 0,0 0,-1 0,1 1,0-1,0 0,0 0,0 0,-1 0,1 1,0-1,0 0,-2-27,2 26,5-75,3-1,4 1,3 1,3 1,3 0,28-61,-48 132,23-60,-24 63,0 0,0 1,0-1,0 0,0 0,1 0,-1 1,0-1,0 0,0 0,0 0,0 0,0 1,1-1,-1 0,0 0,0 0,0 0,1 0,-1 1,0-1,0 0,0 0,1 0,-1 0,0 0,0 0,0 0,1 0,-1 0,0 0,0 0,1 0,-1 0,0 0,0 0,0 0,1 0,-1 0,0 0,0 0,1 0,-1 0,0-1,0 1,0 0,0 0,1 0,-1 0,0 0,0-1,0 1,0 0,1 0,-1 0,0-1,0 1,0 0,3 26,-3-22,4 44,2 1,2-1,2-1,2 0,2 0,3-1,1-1,17 30,48 66,29 64,-97-154,-16-38</inkml:trace>
  <inkml:trace contextRef="#ctx0" brushRef="#br0" timeOffset="796.105">3199 777,'20'-9,"23"-8,23-3,17-1,14 4,5 5,-2 3,-14 5,-22 2</inkml:trace>
  <inkml:trace contextRef="#ctx0" brushRef="#br0" timeOffset="1499.889">3306 990,'-2'16,"-6"12,-3 8,-3 0,2-6</inkml:trace>
  <inkml:trace contextRef="#ctx0" brushRef="#br0" timeOffset="-2009.282">391 308,'0'13,"0"10,0 7,0 6,0 1,0-1,0-2,0-3,0-4,0-4,0-4,0-3,0-2,0-1,0 0,0-5,0-4</inkml:trace>
  <inkml:trace contextRef="#ctx0" brushRef="#br0" timeOffset="-1049.23">325 295,'46'13,"34"16,-2 3,33 20,-85-39,-1 2,-1 1,0 1,-1 0,0 2,-2 1,-1 0,0 2,-1 1,-9-10,-2 0,0 0,0 0,-2 1,1 0,-2 1,0 0,0 0,-2 0,0 0,0 5,-2-12,0 1,-1-1,0 1,-1-1,0 0,0 1,-1-1,0 0,-1 0,1 0,-1 0,-1 0,0 0,0-1,0 0,-1 0,0 0,0 0,-1-1,0 0,-1 1,-5 2,-1 0,1-1,-1 0,-1-1,1-1,-1 0,0-1,-1 0,1-1,-1-1,0 0,0-1,0 0,-11-2,-27 0,-1-2,1-3,-24-6,56 7,-50 2,71 2,-1 0,1 0,0 1,0-1,0 0,-1 0,1 1,0-1,0 0,0 1,0-1,0 0,-1 1,1-1,0 0,0 1,0-1,0 0,0 1,0-1,0 0,0 1,0-1,0 0,0 1,1-1,-1 0,0 1,0-1,0 0,0 1,0-1,1 0,-1 0,0 1,0-1,1 0,-1 0,0 1,0-1,1 0,-1 0,0 0,1 1,-1-1,0 0,0 0,1 0,-1 0,0 0,1 0,-1 0,1 0,-1 0,0 0,1 0,-1 0,0 0,1 0,-1 0,0 0,1 0,-1 0,0 0,1 0,25 6,4 0</inkml:trace>
  <inkml:trace contextRef="#ctx0" brushRef="#br0" timeOffset="-681.215">1649 509,'-1'-4,"1"0,-1 1,1-1,-1 0,0 1,0-1,-1 0,1 1,-1 0,0-1,1 1,-1 0,-1 0,1 0,0 0,-1 0,0 1,0-1,1 1,-1-1,-1 1,1 0,0 0,-3-1,-3-1,0 0,0 1,-1 0,1 0,-1 1,1 0,-1 1,0 0,0 0,-1 1,1-1,-1 1,0 1,1 0,-1 1,1 0,-1 0,1 1,0 0,0 1,0 0,1 1,-1 0,1 0,0 1,1 0,-1 1,1 0,0 0,1 1,0 0,0 0,1 0,0 1,0 0,1 1,0-1,0 1,2 0,-1 0,1 0,0 0,0 4,3-4,0 1,1-1,0 0,1 0,0 0,0 0,1 0,0 0,1-1,0 0,1 1,0-1,0-1,1 1,0-1,0 0,1 0,0-1,1 0,-1 0,1-1,0 0,1 0,0-1,0 0,0 0,0-1,1-1,-1 1,1-1,0-1,9 1,17 4,1-1,0-3,0-1,0-1,1-2,-1-2,0-1,12-5,31-6</inkml:trace>
  <inkml:trace contextRef="#ctx0" brushRef="#br0" timeOffset="39967.128">405 670,'0'4,"0"9,0 8,0 11,0 8,2 6,1-4</inkml:trace>
  <inkml:trace contextRef="#ctx0" brushRef="#br0" timeOffset="83338.495">124 1,'6'16,"1"1,-2 0,0 0,-2 0,1 1,-2 0,0 13,0-11,4 124,-7 0,-6 0,-7 0,-13 46,26-186,-30 214,-47 453,78-663,-4 20,2 1,1-1,1 1,2-1,0 1,2-1,1 0,2 0,0 0,8 14,-13-38,0 0,1 0,-1 0,1 0,0-1,0 1,1-1,-1 0,1 0,-1 0,1 0,0-1,0 0,0 1,1-1,-1-1,0 1,1-1,-1 1,1-1,-1-1,1 1,0-1,-1 1,1-1,0-1,0 1,16-3,0 0,0-2,-1 0,0-1,11-6,-4 3,106-26,2 6,1 6,1 6,1 5,94 7,-196 4,1316-53,-1150 43,1008-41,-886 56,106 24,-372-22,182 6,-175-24,-64 12,1 0,-1-1,1 0,-1 1,1-1,-1 0,0 0,1 0,-1 0,0 0,0 0,1 0,-1 0,0-1,0 1,0 0,0-1,-1 1,1-1,0 1,-1-1,1 1,-1-1,1 1,-1-1,0 0,1 1,-1-1,0 0,0 1,0-1,-1 1,1-1,0 0,0 1,-1-2,-63-124,53 102,2-1,1 0,1 0,1 0,1-1,2 0,0 0,2 0,1 0,1 0,2-6,10-58,3 1,21-61,-10 41,0-7,-5 0,-5-1,-5-1,-5-33,-7 122,-1 0,-2-1,-1 2,-1-1,-2-3,5 25,-1-1,1 1,-2-1,1 1,-1 0,0 0,-1 0,0 1,0 0,-1 0,0 0,0 0,0 1,-1 0,0 0,0 1,-1 0,1 0,-3 0,-11-2,0 1,0 1,-1 0,0 2,0 1,1 0,-1 2,0 1,-1 0,-19 0,-647-24,-363 48,612-7,136-13,-72-16,-973-15,1271 26,-70 3,148-3,0 0,0 0,0 0,0 0,0 1,0-1,1 0,-1 0,0 0,0 1,0-1,0 0,0 0,0 0,0 1,0-1,0 0,0 0,0 0,0 1,0-1,-1 0,1 0,0 0,0 1,0-1,0 0,0 0,0 0,0 0,-1 1,1-1,0 0,0 0,0 0,0 0,0 0,-1 0,1 1,0-1,0 0,0 0,-1 0,1 0,20 6,2-1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0:31.00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41,'21'0,"19"-3,18-2,14-1,14-2,7 1,4 2,2 1,-16 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0:31.41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58 0,'1'67,"-3"-1,-3 1,-10 46,2-58,7-32,0 1,2 0,1 0,0 0,2 14,1-32,1-1,0 1,0-1,0 1,1-1,0 0,0 0,0 0,1 0,-1 0,1 0,0 0,1-1,-1 0,1 1,0-1,0-1,0 1,0-1,1 1,0-1,-1 0,1-1,0 1,3 0,8 3,1 0,0-1,1-1,-1 0,1-2,0 0,6-1,1 0,-1-3,0 0,0-1,0-1,0-1,-1-1,1-2,16-7,-4 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0:32.05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382 153,'-18'-4,"0"2,0 0,0 1,0 1,0 0,-1 2,1 0,0 1,1 1,-1 0,1 1,-1 2,1-1,1 2,0 0,0 1,0 1,-13 11,26-19,-1 1,1 0,0 1,0-1,1 1,-1-1,1 1,-1 0,1 0,0 0,1 0,-1 0,1 0,-1 1,2-1,-1 0,0 1,1-1,-1 1,1-1,1 0,-1 1,0-1,1 1,0-1,0 0,1 1,-1-1,1 0,0 0,0 0,0 0,0 0,1-1,-1 1,1-1,1 1,15 15,2 0,0-2,1 0,1-2,1 0,0-1,0-2,2-1,-1 0,1-2,1-1,7 0,103 42,-134-49,3 1,1 1,-1 0,0 0,0 0,0 0,0 1,-1 0,1 1,-1-1,0 1,0 0,-1 0,3 3,-7-7,1 0,-1 1,1-1,-1 1,1-1,-1 1,0-1,0 1,0-1,0 1,0-1,0 1,0-1,0 1,-1-1,1 1,-1-1,1 1,-1-1,1 1,-1-1,0 0,1 1,-1-1,0 0,0 0,0 0,0 1,0-1,-1 0,1 0,0-1,0 1,-2 0,-49 27,4-14,0-2,-1-1,-1-3,1-2,-1-2,-32-3,48 0</inkml:trace>
  <inkml:trace contextRef="#ctx0" brushRef="#br0" timeOffset="674.334">890 354,'-6'38,"1"1,1-1,3 1,1 0,2 0,1-1,2 1,2-1,2 0,1 0,0 10,-6-25,-5-23,1 0,0-1,0 1,0 0,0 0,0 0,0-1,0 1,-1 0,1 0,0 0,0 0,0-1,0 1,-1 0,1 0,0 0,0 0,0 0,-1 0,1 0,0 0,0 0,-1 0,1-1,0 1,0 0,0 0,-1 0,1 0,0 1,0-1,-1 0,1 0,0 0,0 0,-1 0,1 0,-9-31,1 0,2 0,1 0,1-1,2 0,1-9,0 20,-5-144,8-1,7-13,-8 168,-2 7,1-1,1 1,-1-1,1 1,-1-1,1 1,1-1,-1 1,1-1,-1 1,1 0,0 0,1 0,-1 0,2-1,-2 4,0 1,1-1,-1 1,0-1,1 1,-1 0,0 0,1 0,-1 0,0 0,1 1,-1-1,0 1,1 0,-1-1,0 1,0 0,0 0,0 0,0 1,0-1,0 0,0 1,0 0,0 0,1 0,11 7,0 1,0 0,-1 1,-1 1,0 0,-1 0,0 1,0 1,-2 0,0 0,0 1,-1 0,-1 0,-1 1,1 2,-6-12,0 0,0 0,-1 0,0 0,0 0,0 0,-1 0,1 0,-1-1,-1 1,1 0,-1 0,0-1,0 1,-1-1,0 1,0-1,0 0,0 0,-1-1,0 1,0-1,-5 5,-5 3,-1 0,0-1,-1 0,0-2,-1 0,-16 7,11-6,22-10,0 0,0 0,0 0,1 0,-1 0,0 0,0 0,0 0,0 0,1 0,-1 1,0-1,0 0,0 0,1 0,-1 0,0 0,0 0,0 0,0 0,0 0,1 1,-1-1,0 0,0 0,0 0,0 0,0 1,0-1,0 0,1 0,-1 0,0 0,0 1,0-1,0 0,0 0,0 0,0 1,0-1,0 0,0 0,0 0,0 1,0-1,0 0,27-2,-23 2,-2 0,30-3,0 1,0 1,0 2,0 1,10 3,-35-4,1 0,-1 1,0 0,1 0,-1 1,0 0,-1 0,1 1,-1-1,1 2,-1-1,0 1,-1-1,1 2,-1-1,0 0,0 1,0 0,-1 0,0 1,0-1,-1 1,0 0,0 0,1 5,-2-7,-1 1,0-1,-1 0,1 0,-1 1,0-1,0 0,-1 1,1-1,-1 0,0 0,-1 1,1-1,-1 0,0 0,0-1,-1 1,0 0,1-1,-1 1,-1-1,1 0,-1 0,1 0,-1-1,-1 1,1-1,0 0,-3 1,-9 6,-1 0,0-1,-1-1,0-1,0-1,0 0,-12 1,-31 3,40-8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0:30.41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290 2,'-30'-1,"0"1,0 2,0 1,0 2,1 0,-18 7,44-11,0-1,0 1,0 0,0 0,0 0,0 0,0 1,0-1,0 1,1 0,-1 0,1 0,-1 0,1 0,0 0,0 0,0 1,0-1,0 1,1 0,-1-1,1 1,-1 0,1 0,0 0,0 0,1 0,-1 0,1 0,-1 1,1-1,0 0,0 0,0 0,1 1,5 7,0 0,1-1,0 0,1 0,0-1,1 1,0-2,0 1,1-2,0 1,0-1,1-1,0 0,6 3,-10-5,130 71,-84-49,-1 3,-1 2,26 23,-25-2,-51-50,1 0,-1 0,0 0,0 0,0 0,0 0,0 0,0 0,0 1,-1-1,1 0,-1 1,0-1,0 0,0 0,0 1,0-1,0 0,0 1,-1-1,1 0,-1 0,0 1,1-1,-1 0,0 0,0 0,-2 2,-4 2,-1 0,0-1,0 1,-1-2,1 1,-1-1,0 0,-1-1,1 0,0-1,-1 0,0 0,1-1,-1 0,0-1,-9 0,14 0,-83 3,0-5,-67-9,133 8,33 1,13 1</inkml:trace>
  <inkml:trace contextRef="#ctx0" brushRef="#br0" timeOffset="332.164">797 523,'0'4,"-1"-1,1 0,0 1,0-1,0 1,1-1,-1 1,1-1,0 1,0-1,0 0,0 0,0 1,1-1,-1 0,1 0,0 0,0 0,0-1,1 1,-1-1,0 1,1-1,0 0,0 0,-1 0,1 0,0 0,1-1,-1 1,0-1,0 0,4 1,2 1,1-1,0-1,0 0,0 0,0-1,1 0,-1 0,0-1,0-1,0 0,-1 0,1-1,0 0,-1 0,1-1,-1-1,0 1,-1-2,3-1,-9 6,1-1,-1 0,1 0,-1 0,0-1,0 1,0 0,0-1,-1 1,1-1,-1 0,1 0,-1 1,0-1,0 0,0 0,0 0,-1 0,1 0,-1 0,0 0,0-1,0 1,0 0,-1 0,1 0,-1 0,1 0,-1 0,0 0,0 0,-1 1,1-1,-1 0,1 1,-1-1,0 0,0 1,0 0,0 0,0-1,0 1,-1 0,1 1,-1-1,0 0,-5-3,0 0,0 1,0 0,0 0,-1 1,0 0,1 1,-1 0,0 0,0 0,0 1,0 1,0 0,-1 0,1 1,0 0,0 0,0 1,1 0,-1 1,0 0,1 0,-1 1,1 0,0 0,0 1,1 0,0 1,0-1,0 1,0 1,-1 2,6-7,0 0,1 0,0 0,-1 0,1 0,0 0,0 1,0-1,1 0,-1 1,0-1,1 0,0 1,-1-1,1 1,0-1,0 1,1-1,-1 1,0-1,1 0,0 1,-1-1,1 0,0 1,0-1,0 0,0 0,1 0,-1 0,1 0,-1 0,1 0,-1 0,2 0,21 16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0:29.51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0 320,'16'-2,"17"-3,18-3,17-1,14 0,13 1,9 2,6 2,3 4,-3 2,-6 2,-7 2,-9-1,-12-1,-13-1,-16-2</inkml:trace>
  <inkml:trace contextRef="#ctx0" brushRef="#br0" timeOffset="350.651">896 0,'-2'4,"0"0,1 0,-1 0,1 0,-1 1,1-1,1 0,-1 1,1-1,-1 1,1-1,0 1,1-1,-1 0,1 1,0-1,0 0,0 1,1-1,0 0,-1 0,1 0,1 0,-1 0,0-1,1 1,0-1,0 1,0-1,0 0,1 0,-1-1,3 3,20 11,1-1,1-1,0-1,0-2,2-1,-1-1,1-1,4-1,-8-1,4 2,2-1,0 2,-1 0,0 3,-1 0,10 7,-35-17,-1 0,0 0,0 1,0-1,0 1,-1-1,1 1,-1 0,1 1,-1-1,0 1,0-1,-1 1,1 0,-1 0,0 0,0 0,0 0,0 1,-1-1,0 1,0-1,0 1,0-1,-1 1,0-1,0 1,0 0,0-1,-1 1,0-1,0 2,-6 8,-1 1,-1-1,0-1,-1 0,0 0,-1-1,-1 0,0-1,0 0,-1-1,-1-1,1 0,-13 6,-64 38,5-9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0:35.31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88 222,'-9'103,"-1"11,-5 0,-14 47,21-131,8-31,0 1,-1 0,1 0,0 0,0-1,0 1,-1 0,1 0,0 0,0 0,0 0,-1 0,1-1,0 1,0 0,-1 0,1 0,0 0,-1 0,1 0,0 0,0 0,-1 0,1 0,0 0,0 0,-1 0,1 1,0-1,0 0,-1 0,1 0,0 0,0 0,-1 1,-3-200,1 111,3-191,11 225,-10 53,-1 1,0-1,0 1,0-1,0 1,0 0,0-1,0 1,1 0,-1-1,0 1,0-1,1 1,-1 0,0 0,0-1,1 1,-1 0,0-1,1 1,-1 0,0 0,1 0,-1-1,0 1,1 0,-1 0,1 0,-1 0,0 0,1 0,-1 0,1 0,-1 0,1 0,-1 0,0 0,1 0,-1 0,1 0,-1 0,0 0,1 0,-1 0,1 1,-1-1,0 0,1 0,-1 1,0-1,1 0,-1 0,0 1,0-1,1 0,-1 1,0-1,0 0,1 1,-1-1,0 1,0-1,0 0,0 1,0-1,0 1,1-1,11 32,-12-29,4 8,1 9,1 0,1 0,1-1,1-1,6 11,-13-25,1 0,-1-1,1 1,0 0,0-1,0 0,1 0,-1 0,1 0,-1 0,1-1,0 0,0 1,0-1,1-1,-1 1,0-1,1 1,-1-1,0-1,1 1,0-1,-1 1,1-1,-1 0,1-1,-1 1,1-1,9-4,-1 0,0-1,0-1,0 0,-1-1,0 0,0-1,-1 0,0 0,-1-2,0 1,-1-1,0-1,0 1,-1-1,-1-1,0 0,3-8,17-63,-38 152,2 0,3 1,4 62,0-113,2 0,0 0,1-1,1 1,0 0,2-1,0 1,1-1,0 0,1-1,2 1,-1-1,9 13,13 1</inkml:trace>
  <inkml:trace contextRef="#ctx0" brushRef="#br0" timeOffset="368.068">1037 102,'-18'-2,"-1"2,1 0,-1 0,1 2,0 1,0 0,0 1,0 1,1 0,-1 2,1 0,1 1,-1 0,1 1,-12 11,25-18,0 0,1 1,0 0,-1-1,1 1,0 0,0 0,1 0,-1 0,1 0,-1 1,1-1,0 0,0 1,1-1,-1 0,1 1,-1-1,1 1,0-1,0 1,1-1,-1 1,1-1,0 1,0-1,0 0,0 1,0-1,1 0,-1 0,1 0,0 0,0 0,0 0,1-1,1 3,11 9,1-1,0-1,1-1,0 0,1-1,0-1,0-1,14 4,7 5,-13-5,-8-6,0 1,-1 1,1 1,-2 0,1 2,-1-1,-1 2,0 0,0 1,-2 1,1 0,0 3,-12-14,0 1,0-1,-1 1,1 0,-1-1,0 1,0 0,-1 0,1-1,-1 1,0 0,0 0,0 0,0 0,-1 0,1 0,-1-1,0 1,0 0,0 0,-1-1,0 1,1-1,-1 1,0-1,-1 0,1 0,0 0,-1 0,0 0,0-1,0 1,0-1,0 1,0-1,0 0,-4 1,-9 6,-1-1,1 0,-2-1,1-1,-1-1,0 0,0-1,0-1,0-1,-1-1,1 0,-1-1,-11-2,-8-7,9-4</inkml:trace>
  <inkml:trace contextRef="#ctx0" brushRef="#br0" timeOffset="979.906">1545 342,'-14'58,"2"-20,2 1,2-1,2 1,1 1,2-1,2 1,2 22,3-41,-3-27,-4-38,1 21,-6-31,2 0,3 0,2-1,2 1,3 0,2-1,2 2,3-1,14-38,-23 84,1 0,0 0,1 0,0 0,0 1,0-1,1 1,0 0,1 1,0-1,0 1,0 0,6-4,-11 10,1 0,-1 0,0 0,1 0,-1 1,0-1,1 0,-1 1,0-1,1 0,-1 1,0 0,0-1,0 1,0 0,1 0,-1 0,0-1,0 1,0 0,-1 0,1 0,0 1,0-1,0 0,-1 0,1 0,-1 1,1-1,-1 0,1 0,-1 1,0-1,0 1,0-1,1 0,-1 1,0-1,-1 0,1 1,0-1,0 0,-1 2,1 18,-2-1,0 1,-2-1,0 0,-1 0,-1 0,0 0,-2-1,0 0,-1-1,-1 0,-5 6,14-23,0 0,0 0,0 0,0-1,0 1,0 0,0 0,0 0,0 1,0-1,1 0,-1 0,0 0,1 0,-1 1,1-1,-1 0,1 1,0-1,0 0,-1 1,1-1,0 0,0 1,0-1,0 0,1 1,-1-1,0 1,1-1,-1 0,0 0,1 1,0-1,-1 0,1 0,0 0,-1 1,1-1,0 0,0 0,0 0,0 0,0-1,0 1,0 0,1 0,-1-1,0 1,0 0,0-1,1 1,0-1,122-2,-32-4,-82 7,1 0,-1 0,0 1,0 0,0 1,0 0,0 0,-1 1,1 1,-1-1,3 3,-9-4,0-1,1 0,-1 1,0 0,-1-1,1 1,0 0,-1 1,0-1,0 0,0 1,0-1,0 1,0 0,-1-1,0 1,0 0,0 0,0 0,-1 0,0 0,1 0,-1 0,-1 0,1 0,0 0,-1 0,0-1,0 1,-1 2,-4 6,0-1,-1 0,0-1,0 0,-1 0,-1 0,1-1,-2 0,1-1,-1 0,0 0,-1-1,0-1,0 0,0 0,-1-1,-8 2,19-6,0 0,-1 0,1 0,0-1,-1 1,1 0,0-1,-1 1,1-1,-1 0,1 1,-1-1,1 0,-1 0,1 0,-1 0,1 0,-1 0,1 0,-1-1,1 1,-1 0,1-1,0 1,-1-1,1 0,0 1,-1-1,1 0,0 0,0 0,-1 0,1 0,0 0,0 0,0 0,1 0,-1-1,0 1,0 0,0-1,1 1,-1 0,1-1,-1 0,-1-14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0:34.01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374 11,'-16'-4,"0"2,1 0,-1 0,0 2,0 0,0 1,0 0,1 2,-1-1,0 2,1 0,0 1,0 1,0 0,1 1,0 0,0 1,1 1,0 0,0 1,1 0,-9 11,18-18,1-1,-1 1,1-1,0 1,0 0,1 0,-1 0,0 0,1 1,0-1,0 0,0 0,0 1,0-1,1 1,-1-1,1 1,0-1,0 1,0-1,1 0,-1 1,1-1,0 1,0-1,0 0,0 1,1-1,-1 0,1 0,0 0,0 0,0-1,0 1,0 0,1-1,-1 1,3 1,14 7,0-1,0-1,0 0,1-2,1 0,-1-1,13 1,7 3,-10-3,0 1,0 1,0 2,-1 0,-1 3,0 0,-1 1,0 2,14 13,-38-28,1 0,-1 0,0 1,0 0,0 0,0-1,-1 2,1-1,-1 0,0 0,0 1,0-1,0 1,0 0,-1 0,0-1,0 1,0 0,0 0,0 0,-1 0,0 0,0 0,0 0,0 0,-1 0,1 0,-1 0,0 0,0 0,-1 0,-1 2,-4 1,0-1,-1 0,0 0,0-1,-1 0,1-1,-1 0,0 0,-1-1,1 0,0-1,-1 0,-3 1,10-3,-53 11,-1-2,0-3,-1-3,-13-2,44-2,27 1,0-1,-1 1,1 0,0-1,0 1,0-1,0 1,0 0,0-1,-1 1,1-1,0 1,0 0,0-1,0 1,0-1,1 1,-1 0,0-1,0 1,0-1,0 1,0 0,0-1,1 1,-1 0,0-1,0 1,1 0,-1-1,0 1,0 0,1-1,-1 1,0 0,1 0,-1-1,0 1,1 0,-1 0,1 0,-1 0,0 0,1-1,-1 1,1 0,-1 0,0 0,1 0,-1 0,1 0,-1 0,0 0,1 0,-1 1,1-1,-1 0,0 0,1 0,25-9</inkml:trace>
  <inkml:trace contextRef="#ctx0" brushRef="#br0" timeOffset="435.834">895 371,'6'0,"9"-4,1 1,-1 1,1 0,-1 2,1-1,-1 2,1 0,-1 1,1 1,-1 0,0 1,0 0,6 4,-19-7,0 0,0 0,0 1,1-1,-1 1,-1-1,1 1,0 0,0 0,-1 0,1 0,-1 0,1 0,-1 0,0 1,0-1,0 0,0 1,0-1,-1 0,1 1,-1-1,0 1,1 0,-1-1,0 1,-1-1,1 1,0-1,-1 1,1-1,-1 1,0-1,0 0,0 3,-4 3,1 0,-1 0,0-1,-1 1,1-1,-2 0,1-1,-1 1,-2 1,-90 59,100-66,-1 0,1 0,0 0,0 0,0-1,0 1,0 0,0 0,0-1,0 1,0 0,0-1,1 1,-1-1,0 1,0-1,1 0,-1 0,0 1,0-1,1 0,-1 0,0 0,0 0,1-1,-1 1,0 0,0 0,1-1,0 1,-1 0,40 0,-16-2,1 1,-1 1,1 1,-1 2,1 0,-1 2,0 1,-1 0,1 2,-1 1,-1 1,0 1,8 6,-28-16,-1 1,1-1,0 1,-1 0,0 0,0 0,1 0,-1 0,0 1,-1-1,1 0,0 1,-1 0,1-1,-1 1,0 0,0 0,0 0,0 0,0 0,-1 0,1 0,-1 0,0 0,0 0,0 0,-1 0,1 0,0 0,-1 0,0 0,0 0,0-1,0 1,0 0,-1 0,1-1,-1 1,0-1,0 1,-9 8,-2-1,0 0,0-1,-1 0,0-1,0 0,-1-1,0-1,-10 3,8-3,3 0,-86 23,81-30</inkml:trace>
  <inkml:trace contextRef="#ctx0" brushRef="#br0" timeOffset="685.24">1657 358,'14'-2,"18"-1,17 0,16 0,14 1,10 1,5-1,-1-2,-15 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0:38.30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0 286,'12'0,"15"0,16 0,17 0,16 0,14 0,7 0,-1 3,-8 2,-19 1</inkml:trace>
  <inkml:trace contextRef="#ctx0" brushRef="#br0" timeOffset="1566.439">482 6,'1'0,"-1"-1,1 1,-1-1,1 1,0-1,-1 1,1-1,-1 1,1 0,0-1,-1 1,1 0,0 0,0 0,-1-1,1 1,0 0,-1 0,1 0,0 0,0 0,-1 0,1 0,0 0,-1 1,1-1,0 0,0 0,-1 1,1-1,-1 0,1 1,0-1,-1 0,1 1,-1-1,1 1,2 0,318 117,-300-111,0 2,-1 0,0 1,0 2,-1-1,0 2,9 9,-26-20,1 0,-1 0,0 0,0 0,0 1,0-1,0 0,0 1,-1 0,1-1,-1 1,1 0,-1 0,0 0,-1 0,1 0,0 0,-1 0,1 0,-1 0,0 0,0 0,0 0,-1 0,1 0,-1 0,0 0,1 0,-1 0,-1 0,1 0,0 0,-1 0,1-1,-1 1,0-1,-1 2,-11 10,-1-1,0 0,-1-1,0-1,-1 0,0-2,-1 1,-10 2,11-4,-205 93,167-77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0:50.15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0 418,'22'-64,"101"-248,-107 270,-11 46,3 102,-5-17,-4 0,-4 0,-4 0,-15 66,-27 49,52-182,13-28,-4-8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0:52.28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152 183,'2'-9,"0"-1,1 1,0 0,0-1,1 1,0 1,1-1,0 0,0 1,1 0,0 1,0-1,1 1,0 0,0 1,1-1,-1 1,1 1,1 0,-1 0,1 0,7-2,-13 6,-1-1,1 1,0 0,-1 0,1 0,0 1,0-1,-1 1,1-1,0 1,0 0,0 0,-1 0,1 0,0 1,0-1,0 1,-1 0,1 0,0 0,-1 0,1 0,-1 0,1 1,-1-1,0 1,1 0,-1-1,0 1,0 0,0 0,0 1,-1-1,1 0,-1 1,1-1,-1 1,0-1,0 1,1 2,1 4,0 0,0 0,-1 0,0 1,0-1,-1 1,-1-1,0 1,0-1,-1 1,0 0,0-1,-1 0,0 1,-1-1,0 0,-1 0,1 0,-2-1,1 1,-1-1,-1 0,1 0,-3 1,-17 21,-3 0,0-1,-2-2,0-1,-5 1,-114 83,147-108,-1 1,1 0,0-1,0 1,0 0,0 1,0-1,1 0,-1 0,1 1,0-1,0 1,0-1,1 1,-1-1,1 1,0-1,0 1,0 0,0-1,1 1,-1-1,1 1,0-1,0 1,0-1,1 0,-1 1,1-1,-1 0,1 0,0 0,1 0,-1 0,1 0,3 9,0 0,1 0,1 0,0-1,0 0,1-1,0 0,4 3,-7-11,0 1,-1-1,1 0,0 0,0-1,0 0,0 0,1 0,-1-1,0 0,0 0,0-1,1 1,-1-1,0-1,0 1,0-1,5-2,-1 1,49-12,-26 5,-1 2,1 2,1 1,25-1,-55 6,0-1,1 1,-1 0,0 0,1 1,-1-1,0 1,1 0,-1 0,0 0,0 1,0 0,0-1,0 1,0 1,-1-1,1 0,-1 1,1 0,-1 0,0 0,0 0,0 0,-1 1,1 0,2 12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0:54.08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224 0,'-5'45,"-2"-1,-2-1,-1 1,-3-2,-1 1,-2-2,-2 0,-1-1,-3-1,-2 0,-19 44,20-25,23-57,0 0,-1-1,2 1,-1 0,0 0,0 0,0 0,0 0,0 0,1-1,-1 1,0 0,1 0,-1 0,1-1,-1 1,1 0,-1-1,1 1,-1 0,1-1,0 1,-1 0,1-1,0 1,0-1,-1 0,1 1,0-1,0 0,0 1,-1-1,1 0,0 0,0 1,0-1,0 0,0 0,0 0,0 0,0-1,41-2,-41 3,34-9,0 0,0-3,-2 0,1-2,-2-2,0-1,5-5,-29 17,-1 0,0-1,-1 1,1-1,-1 0,0-1,0 1,-1-1,0-1,0 1,-1-1,0 1,0-1,-1 0,0-1,0 1,-1 0,0-1,-1 1,1-9,-2 16,1 1,-1-1,0 0,1 1,-1-1,0 1,0-1,0 0,0 1,0-1,0 0,1 1,-1-1,-1 0,1 1,0-1,0 0,0 1,0-1,0 1,-1-1,1 0,0 1,0-1,-1 1,1-1,0 1,-1-1,1 0,-1 1,1 0,-1-1,1 1,-1-1,1 1,-1 0,1-1,-1 1,0 0,1-1,-1 1,1 0,-1 0,0 0,1 0,-1-1,0 1,1 0,-1 0,0 0,1 1,-1-1,1 0,-1 0,0 0,1 0,-1 0,0 1,1-1,-1 0,1 1,-1-1,1 0,-1 1,1-1,-1 1,0-1,-3 9,0-1,0 1,1-1,0 1,1 0,0 0,0 0,1 0,0 1,0 0,-1 11,-53 433,38-366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0:54.99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84 147,'-3'5,"0"1,1-1,0 1,0-1,0 1,0-1,1 1,0 0,0 0,1 0,-1 0,1 0,1 0,-1 0,1-1,0 1,0 0,1 0,-1-1,3 4,7 25,3 0,1-1,1 0,2-2,9 14,-6-11,16 26,-20-35,-1 0,-1 2,-1-1,-2 2,0 0,6 26,-17-51,0 0,-1 0,1 0,-1 0,1 0,-1 0,0 0,0 0,0 0,0 0,-1 0,1-1,-1 1,0 0,0 0,0 0,0 0,0-1,-1 1,1 0,-1-1,0 1,0-1,0 0,0 0,0 1,0-1,0-1,-1 1,1 0,-1 0,1-1,-1 0,0 1,0-1,0 0,1 0,-1-1,0 1,-3 0,-9 1,1 0,-1-1,0 0,0-1,0-1,1-1,-1 0,0 0,1-2,0 0,0 0,0-1,0-1,1 0,-3-3,12 6,1 1,-1-1,1 0,0 0,0 0,0 0,0 0,0-1,1 0,0 1,-1-1,2 0,-1 0,0 0,1 0,-1 0,1-1,0 1,1 0,-1 0,1-1,0 1,0-1,0 1,1 0,-1-1,1 1,0 0,0 0,1 0,-1-1,1 1,0 0,1-2,14-25,1 1,2 1,1 1,1 0,3 0,7-10,-8 12,-1-2,0-1,-3 0,0-2,-2 0,-1-1,-2-1,-1 0,-1-1,5-26,-17 53,0 0,-1 0,0 0,0 0,0 0,-1 0,0 1,0-1,-1 0,0 1,-2-5,3 8,0 1,0 0,0-1,-1 1,1 0,-1 0,1 0,-1 0,0 0,0 0,0 0,0 1,0-1,-1 0,1 1,0 0,-1 0,1 0,-1 0,1 0,-1 0,0 1,1-1,-1 1,0-1,1 1,-1 0,0 0,1 1,-3-1,-7 5,1 0,0 0,0 1,1 0,0 1,0 0,0 1,1 0,1 0,-1 1,1 0,0 1,1-1,0 2,1-1,-5 10,-27 46,5-3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1:03.73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0 392,'94'-190,"-14"-11,-73 242,19 329,-24-346,-1 0,-1 0,-1 0,-2-1,0 1,-1-1,-1 1,-2-1,0-1,-1 1,-2-1,0-1,-1 0,-1 0,-4 4,-29 13,44-37,-1-1,1 1,0-1,0 1,-1-1,1 1,0-1,-1 0,1 1,0-1,-1 0,1 0,0 0,-1 0,1 0,0 0,-1-1,1 1,0 0,-1-1,1 1,0-1,-1 1,1-1,0 0,0 1,0-1,0 0,0 0,0 0,0 0,0 0,0 0,0 0,0 0,0 0,1 0,-1-1,1 1,-1-1,1 2,0-1,0 0,0 0,0 0,0 1,0-1,1 0,-1 0,0 0,1 1,-1-1,0 0,1 1,-1-1,1 0,-1 1,1-1,-1 0,1 1,0-1,-1 1,1-1,0 1,-1-1,1 1,0 0,0-1,-1 1,1 0,0-1,0 1,-1 0,1 0,0 0,0 0,0 0,0 0,-1 0,1 0,0 0,0 0,0 1,2-2,383-47,-310 43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1:03.98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1,'20'0,"21"0,21 0,19 0,15 0,11 0,-14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1:06.60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79 154,'-4'5,"0"1,0 0,1 0,0 0,0 0,0 0,1 0,0 1,0-1,1 1,0 0,0 0,0-1,1 1,0 0,1 0,-1-1,1 1,0 0,1-1,0 1,55 134,-31-91,-7-16,-1 1,-2 0,-1 2,-2-1,1 12,-13-45,0 1,0-1,-1 0,1 1,-1-1,0 1,1 0,-2-1,1 1,0-1,-1 1,1-1,-1 0,0 1,0-1,-1 0,1 1,-1-1,1 0,-1 0,0 0,0 0,-1-1,1 1,0 0,-1-1,0 0,1 1,-1-1,0 0,0-1,0 1,0 0,-1-1,1 0,0 0,-1 0,1 0,0 0,-1-1,1 1,-3-1,0 0,0 0,1 0,-1-1,0 0,0 0,0 0,1-1,-1 0,1 0,-1 0,1-1,0 1,0-1,0-1,0 1,1-1,-1 0,1 0,0 0,0 0,1-1,-1 1,1-1,0 0,0 0,0-1,-1-3,0-3,0 1,0-1,1 0,0 0,1 0,1 0,0-1,0 1,1 0,1-1,0 1,3-12,5-2,1-1,0 2,2 0,2 0,0 1,1 1,1 0,1 1,1 1,6-4,84-119,-100 132,-1 0,0-1,-1 0,-1 0,0 0,0-1,0-9,-4 22,-1 0,0-1,0 1,0-1,0 1,0-1,0 1,-1-1,1 1,0-1,-1 1,1 0,-1-1,1 1,-1 0,0-1,0 1,1 0,-1 0,0-1,0 1,0 0,0 0,0 0,-1 0,1 1,0-1,0 0,-1 0,1 1,0-1,-1 1,1-1,-1 1,1-1,0 1,-1 0,1 0,-1 0,1 0,-2 0,-63 6,58-4,1-1,-1 1,0 1,1 0,-1 0,1 0,0 1,0 0,1 0,-1 1,1-1,0 2,0-1,0 1,1-1,0 2,0-1,0 0,1 1,-1 1,5-5,0 0,1-1,-1 1,1-1,-1 1,1-1,0 1,0-1,0 0,0 1,0-1,0 0,1 0,-1 1,1-1,-1 0,1-1,0 1,0 0,0 0,0-1,0 1,0-1,1 0,-1 0,0 0,1 0,-1 0,1 0,-1 0,1-1,-1 1,3-1,37 12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1:06.79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35,'25'-4,"24"-4,20-1,16 1,-6 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1:08.71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68 171,'-24'182,"12"-116,-19 165,33-370,18-242,-20 379,0-4,0 1,0 0,0 0,0 0,1-1,0 1,0 0,0 0,1 0,0 0,0 0,0 1,0-1,1 1,0-1,0 1,0 0,0 0,1 0,0 0,0 1,0-1,0 1,0 0,0 0,1 1,0-1,-1 1,2 0,6 1,0 0,1 0,-1 1,0 1,1 0,-1 1,0 0,0 1,0 0,0 1,0 0,-1 1,0 0,0 1,0 0,-1 1,1 0,8 8,-15-11,-1 0,1 0,-1 1,0-1,0 1,-1-1,1 1,-1 0,0 0,0 0,0 0,-1 0,0 1,0-1,0 0,-1 1,0-1,0 0,0 1,0-1,-1 1,0-1,0 0,-1 0,1 0,-1 0,0 0,-1 0,1 0,-1 0,0-1,0 1,0-1,-1 0,1 0,-8 6,0 0,-1 0,0-1,0-1,-1 0,0-1,0 0,-1-1,1-1,-9 3,77 1,-32-6,-1 0,1 2,-1 0,1 2,-2 0,1 2,-1 0,0 1,-1 1,-1 1,1 1,-2 1,0 0,-1 1,0 1,0 2,-14-15,0 0,0 0,-1 0,1 0,-1 0,0 1,0-1,0 1,-1-1,1 1,-1 0,0 0,0 0,0 0,0 0,-1 0,1 0,-1 0,0 0,0 0,-1 0,1-1,-1 1,0 0,0 0,0 0,-1 0,0 1,-4 2,-1 0,0-1,-1 0,1 0,-1 0,0-1,-1 0,1 0,-1-1,0-1,0 1,0-1,-1-1,1 0,-5 1,-14 4,-1-1,0-2,1 0,-1-2,0-1,0-2,0-1,-3-1,-7-5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1:09.53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0,'34'2,"0"1,0 2,0 1,0 2,-1 1,0 2,15 8,-34-15,-1 0,1 2,-1-1,0 2,0 0,-1 0,0 1,0 1,-1 0,0 0,-1 1,0 0,0 1,-1 1,0-1,-1 1,-1 0,0 1,0 0,-2 0,1 1,-2-1,0 1,1 3,-7 10,0 0,-2 0,-1-1,-1 0,-1 0,-2 0,0-1,-1 0,-2-1,-1 0,0-1,-17 20,20-25,-32 52,11-23,2 1,2 2,3 1,1 1,3 0,2 2,1 9,15-50,0-1,1 1,1 0,0 0,0 0,2-1,-1 1,2 0,0-1,0 1,2 0,-3-7,0 0,1 0,0 0,0-1,1 1,-1-1,1 0,0 0,1 0,-1 0,1-1,0 0,0 0,0 0,1-1,-1 1,1-1,0-1,0 1,0-1,0 0,5 1,-7-2,1-1,0 1,0-1,0 0,0 0,-1-1,1 1,0-1,0 0,-1 0,1-1,0 1,-1-1,1 0,-1-1,0 1,0-1,0 1,0-1,0 0,-1-1,1 1,-1-1,0 1,0-1,2-3,54-112,-51 99,-4 39,-49 282,24-144,8 1,6 0,10 82,6-122,1 112,-9-222,-1 0,0-1,-1 1,0 0,0 0,-1 0,1-1,-2 1,1-1,-1 0,0 1,-1-1,0 0,0-1,0 1,-1-1,0 0,0 0,0 0,-1-1,0 0,-4 3,-2-3,0-1,0-1,-1 0,1-1,-1 0,1-1,-1 0,0-1,0 0,1-1,-11-2,-71 1,94 2,1 1,0-1,-1 1,1-1,-1 0,1 1,-1-1,1 1,-1 0,1-1,-1 1,0-1,1 1,-1 0,0-1,0 1,1 0,-1-1,0 1,0 0,0-1,0 1,0 0,0-1,0 1,0 0,0-1,0 1,0 0,0 0,0-1,-1 1,1 0,0-1,-1 1,1-1,0 1,-1 0,1-1,-1 1,1-1,0 1,-1-1,0 1,1-1,-1 0,1 1,-1-1,1 1,-1-1,0 0,1 0,-1 1,0-1,1 0,-1 0,0 0,0 0,1 0,-1 0,0 0,1 0,-1 0,0 0,1 0,-1 0,0-1,2 2,0-1,0 0,0 0,0 0,0 1,0-1,0 0,0 0,0 0,0-1,0 1,0 0,1 0,-1-1,0 1,0 0,0-1,-1 1,1-1,0 1,0-1,0 0,0 1,0-1,-1 0,1 0,0 1,0-1,-1 0,1 0,-1 0,5-10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1:07.52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53 120,'1'99,"1"-20,-3 0,-3 1,-4-1,-10 38,3-81,10-42,1-102,6 55,26-400,-24 424,2 77,-6-44,-1 0,1 1,0-1,0 0,0 1,0-1,1 0,0 1,0-1,0 0,0 0,1 0,0 0,-1 0,1 0,1 0,-1-1,1 1,-1-1,1 1,0-1,0 0,0 0,1-1,-1 1,1-1,0 1,-1-1,1 0,0 0,0-1,0 1,0-1,3 1,10-3,0 0,0-1,0-1,-1 0,1-1,-1-1,0 0,0-2,-1 1,1-2,-2 0,1-1,-1-1,12-10,-6 5,0-1,-2-1,0 0,-1-2,6-8,-23 27,0 1,0-1,0 0,1 0,-1 1,0-1,0 0,1 1,-1-1,0 0,1 0,-1 0,0 1,0-1,1 0,-1 0,1 0,-1 0,0 0,1 0,-1 0,0 1,1-1,-1 0,0 0,1 0,-1 0,1-1,-1 1,-12 56,2-1,3 1,2 1,3-1,4 53,23 2,-8-72</inkml:trace>
  <inkml:trace contextRef="#ctx0" brushRef="#br0" timeOffset="401.032">1176 14,'-33'-6,"0"2,0 2,0 1,-1 1,1 2,0 1,0 2,-6 2,-35 33,72-39,0 1,0 0,0 0,1 0,-1-1,1 2,0-1,-1 0,1 0,0 0,0 1,0-1,1 0,-1 1,0-1,1 1,0-1,0 1,-1-1,1 1,1-1,-1 1,0-1,1 1,-1-1,1 0,0 1,-1-1,1 0,0 1,1-1,-1 1,7 6,-1 0,1 0,0 0,1-1,0-1,0 0,1 0,0 0,0-1,1-1,1 1,-4-1,104 49,-75-38,-2 1,0 2,-1 1,1 3,-32-21,0-1,0 1,0 0,0 0,-1 0,1 0,-1 1,1-1,-1 1,0-1,0 1,0 0,0 0,-1 0,1 0,-1 0,1 0,-1 0,0 1,-1-1,1 0,0 1,-1-1,0 0,0 1,0-1,0 1,0-1,-1 0,0 1,1-1,-1 0,0 0,-1 1,1-1,0 0,-1 0,-1 2,-10 5,1 0,-1-1,-1 0,0-1,0-1,0 0,-1-1,0 0,0-2,0 1,-1-2,-11 2,-142 18,162-22,-29-9,36-2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1:04.51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78 6,'2'43,"-3"1,-1 0,-3 0,-1 0,-2-1,-2 0,-7 13,-5 33,21-87,0 0,0 0,0 1,0-1,0 0,0 1,1-1,-1 0,1 1,0-1,-1 1,1-1,0 1,1-1,-1 0,0 1,1-1,-1 1,1-1,0 0,0 1,0-1,0 0,0 0,0 0,0 0,1 0,-1 0,1 0,0 0,-1 0,1-1,0 1,0-1,0 1,0-1,0 0,1 1,18 1,-1 0,1-1,-1-1,1-1,0 0,18-4,5 1,278-9,-255 11</inkml:trace>
  <inkml:trace contextRef="#ctx0" brushRef="#br0" timeOffset="419.878">1135 46,'-26'-5,"-1"2,0 0,0 2,0 1,0 1,0 1,1 1,-1 2,1 1,0 1,0 1,-8 4,30-10,0 0,0 0,1 0,-1 1,1-1,0 1,0 0,0 0,0 0,0 0,1 0,-1 0,1 1,0 0,0-1,0 1,0 0,1 0,0 0,0 0,0 0,0 0,0 0,1 0,0 1,0-1,0 0,0 0,1 0,-1 0,1 0,0 0,0 0,1 0,-1 0,1 0,0 0,0-1,0 1,1 0,13 14,0-1,1-1,1-1,0 0,1-1,1-1,0-1,1 0,0-2,5 1,14 10,-18-10,9 4,-1 2,-1 1,0 1,19 17,-46-35,0 0,-1 0,1 0,0 0,0 0,-1 0,1 0,0 1,-1-1,1 1,-1-1,0 1,1 0,-1-1,0 1,0 0,0 0,0 0,-1 0,1 0,0 0,-1 0,0 0,1 0,-1 0,0 0,0 0,0 0,0 0,0 0,-1 0,1 0,0 0,-1 0,0 0,1 0,-1 0,0 0,0 0,0 0,-1-1,1 1,0 0,0-1,-1 1,0 0,-14 4,0-1,1 0,-2-1,1-1,0 0,-1-1,0-1,1-1,-13-1,4 2,-149-9,145-1,22-2,14 1</inkml:trace>
  <inkml:trace contextRef="#ctx0" brushRef="#br0" timeOffset="1037.536">1550 272,'-12'31,"1"-1,2 1,1 1,2 0,1 0,1 0,2 1,1-1,3 17,-4-130,3 1,5-1,2 1,4 0,4 0,-15 74,0 0,0 0,1 0,0 0,0 0,1 0,-1 1,1-1,1 1,-1 0,1-1,0 2,0-1,0 0,0 1,1 0,0 0,0 0,0 0,0 1,1 0,-1 0,1 1,0-1,0 1,0 1,5-2,-1 2,1 1,-1 0,1 1,0 0,-1 1,1 0,-1 0,0 1,0 1,0 0,0 0,0 1,0 1,-5-4,0 1,0 0,-1 0,1 1,-1-1,0 1,0 0,0 0,0 0,-1 1,1 0,-1-1,-1 1,1 0,-1 0,1 0,-2 1,1-1,0 1,-1-1,0 1,0-1,-1 1,0-1,0 3,-3 3,-2 0,1 0,-1 0,-1-1,0 1,0-1,-1-1,-1 0,1 0,-1 0,-1-1,0 0,0 0,0-1,-1-1,0 1,-1-2,-8 5,2 1,18-11,-1 0,0 0,0 0,0-1,1 1,-1 0,0 0,0 0,1 0,-1 0,0 0,0 0,1 0,-1 0,0 0,0 0,1 0,-1 0,0 0,0 0,1 0,-1 0,0 0,0 0,1 0,-1 0,0 1,0-1,1 0,-1 0,0 0,0 0,0 0,1 1,-1-1,0 0,0 0,0 0,0 1,0-1,1 0,-1 0,0 1,0-1,0 0,0 0,0 1,0-1,0 0,0 0,0 1,0-1,0 0,0 0,0 1,0-1,0 0,0 0,0 1,0-1,0 0,0 0,-1 1,1-1,0 0,0 0,0 1,25-2,16-4,-30 2,-1 1,2 0,-1 0,0 1,0 1,0 0,0 0,1 1,-1 0,0 1,0 1,0 0,-1 0,1 1,-1 0,0 1,0 0,7 4,-14-5,0 0,0 0,0 0,0 0,-1 0,0 0,0 1,0-1,0 1,-1 0,1 0,-1-1,0 1,-1 0,1 0,-1 0,0 0,0 0,-1 0,1 0,-1 0,0-1,0 1,-1 0,0-1,1 1,-2-1,1 1,0-1,-1 0,0 0,0 0,0 0,0 0,-1-1,1 1,-1-1,-1 1,-17 12,0-1,-1 0,-1-2,0-1,-1 0,0-2,-1-1,0-1,-17 3,-19 3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1:02.38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0 321,'103'-5,"-1"-4,33-10,-7 2,-12 1,1 6,0 5,18 6,-78 8,-57-9,1 0,-1 0,1 1,0-1,-1 0,1 1,-1-1,1 1,-1-1,1 0,-1 1,1-1,-1 1,0-1,1 1,-1-1,0 1,1 0,-1-1,0 1,0-1,1 1,-1 0,0-1,0 1,0 0,0-1,0 1,0 0,0-1,0 1,0-1,0 1,0 0,-1-1,1 1,0 0,0-1,0 1,-1-1,1 1,0-1,-1 1,1-1,-1 1,1-1,-1 1,1-1,-1 1,1-1,-1 1,1-1,-1 0,-9 8</inkml:trace>
  <inkml:trace contextRef="#ctx0" brushRef="#br0" timeOffset="303.232">855 0,'12'7,"14"7,18 3,14 3,13 3,8 2,0 3,-6 5,-12 5,-16 5,-20 7,-25 6,-30 5,-27 6,-24 2,-17 0,8-13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1:12.16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0 562,'20'10,"0"0,0-2,1-1,0 0,0-1,0-2,1 0,8 0,1 1,1-1,1-1,-1-2,0-1,0-2,1-1,-1-1,-1-2,5-2,-28 6,-1 0,1 0,-1-1,0 0,0-1,0 1,-1-1,1-1,-1 1,0-1,0 0,-1 0,0-1,1 0,-2 0,1 0,-1 0,0-1,0 0,-1 0,1 0,-2 0,1 0,-1-1,0 1,-1-1,1 1,-2-1,1 0,-1 1,0-1,-1 0,0 0,1 1,-2 1,1 0,-1-1,0 1,0 0,0 0,-1 0,0 1,0-1,-1 1,0-1,0 1,0 0,0 1,-1-1,0 1,-3-3,6 6,-1 1,1-1,-1 1,1 0,-1 0,0 0,1 0,-1 0,1 0,-1 1,1-1,-1 1,1 0,-1 0,1 0,-1 0,1 0,0 0,0 0,-1 1,1-1,0 1,0 0,1 0,-1 0,0 0,0 0,1 0,0 0,-1 0,1 0,0 1,0-1,0 1,0-1,1 1,-1-1,0 1,1-1,0 1,-12 32,2 1,2 0,1 0,2 1,1 0,2 16,1-47,-10 533,12-304,-10-1,-16 46,16-224,1-18</inkml:trace>
  <inkml:trace contextRef="#ctx0" brushRef="#br0" timeOffset="986.454">106 1204,'80'-20,"1"5,1 2,31 2,-47 4,217-23,-257 33,-28 16,-9-3,7-14,1 1,0 0,0 0,0 0,1 0,-1 0,1 0,0 0,0 1,0 0,0-1,0 1,1 0,0 0,0 0,0-1,0 1,0 0,1 1,0-1,0 0,0 0,0 0,1 0,-1 0,1 0,0 0,0 0,1-1,-1 1,1 0,0 0,0-1,3 1,0 0,1 0,0 0,0-1,0 0,0 0,0-1,0 1,1-1,-1-1,1 1,0-1,-1 0,1-1,0 0,0 0,-1 0,1-1,5-1,-8 2,0-1,0 0,0 0,0 0,0-1,-1 1,1-1,-1 0,1 0,-1 0,1 0,-1-1,0 1,0-1,0 0,0 0,-1 0,1 0,-1 0,0-1,0 1,0-1,0 1,-1-1,1 0,-1 0,0 0,0 0,-1 1,1-1,-1 0,0-1,0 1,0-3,-1 0,0 0,0 0,-1 0,0 1,0-1,-1 1,0 0,0-1,0 1,-1 0,0 1,0-1,0 1,-1 0,1 0,-1 0,-1 0,1 1,-1 0,1 0,-7-2,-2-2,-1 0,0 2,0 0,-1 0,0 2,0 0,0 1,0 0,-2 1,-40 9,57-6,1-1,-1 0,1 1,-1-1,1 1,-1-1,1 1,0-1,-1 1,1-1,0 1,-1-1,1 1,0-1,0 1,-1 0,1-1,0 1,0 0,0-1,0 1,0-1,0 1,0 0,0-1,0 1,0 0,0-1,1 1,-1-1,0 1,0 0,0-1,1 1,-1-1,0 1,1-1,-1 1,1-1,-1 1,1-1,-1 1,0-1,1 0,0 1,-1-1,1 0,-1 1,1-1,-1 0,1 0,0 1,9 4,-1-1,1 0,1 0,-1-1,0-1,1 1,0-2,-1 1,1-1,0-1,9-1,1 2,0-2,0 0,0-1,0-1,-1-1,1-1,-1-1,0-1,0 0,-1-2,0 0,0-1,-1-1,0-1,-1 0,-1-1,0-1,0-1,-2 0,0-1,-1 0,0-1,-1-1,-1 0,0-3,7-26,-3 0,-1-2,-3 0,-2 0,-1-1,-4 0,-1 0,-3-18,1 44,0 11,0 1,-1-1,0 1,-1-1,0 0,-1 1,0 0,-1-1,-1 1,-4-9,8 20,0 0,-1 0,1 0,0 1,-1-1,1 0,-1 0,0 0,1 1,-1-1,0 0,1 1,-1-1,0 0,0 1,1-1,-1 1,0-1,0 1,0 0,0-1,0 1,0 0,0-1,0 1,0 0,0 0,1 0,-1 0,0 0,0 0,0 0,0 0,0 1,0-1,0 0,0 1,0-1,0 0,0 1,0-1,1 1,-1-1,-30 35,15-2,1 1,2 0,1 1,2 1,1 0,2 0,-2 35,1-19,2 1,3-1,2 1,2-1,2 1,3-1,2 0,2-1,3 0,9 22,-19-62,1 1,0-1,1-1,1 1,-1-1,2 0,-1 0,1 0,1-1,0 0,0-1,0 0,1 0,1-1,-1 0,1 0,8 3,-14-9,-1 0,1 0,0-1,-1 1,1-1,0 0,-1 0,1 0,-1-1,1 1,0-1,-1 0,1 0,-1 0,1 0,-1-1,0 1,0-1,1 0,-1 0,0 0,-1 0,1-1,0 1,-1-1,1 0,-1 1,0-1,0 0,1-1,45-101,-29 23,-20 91,2 0,-1 0,1 1,0-1,1 0,0 0,1 0,0 0,0 0,0-1,1 0,1 1,0-1,0-1,0 1,1-1,0 0,0 0,1 0,0-1,0 0,0-1,1 1,0-2,0 1,0-1,1 0,-1-1,1 1,0-2,0 1,0-2,6 2,-10-3,1-1,-1 0,1 1,-1-2,0 1,0-1,0 1,0-1,0-1,0 1,0-1,-1 0,1 0,-1 0,0-1,0 1,0-1,0 0,-1 0,1 0,-1-1,0 1,0-1,-1 0,1 0,-1 0,0 0,-1 0,2-5,0 0,-1 0,0 1,-1-1,0 0,0 0,-1 0,0 0,-1 0,0 0,0 0,-1 0,-1 1,0-1,0 1,0-1,-2 0,2 5,1 1,-1 0,-1-1,1 1,0 0,-1 1,0-1,0 0,0 1,-1 0,1 0,-1 0,1 1,-1 0,0 0,0 0,0 0,0 1,0-1,0 1,-1 1,1-1,0 1,0 0,-1 0,1 0,0 1,0 0,-1 0,1 0,0 1,0 0,0 0,0 0,1 0,-1 1,1-1,-1 1,1 1,0-1,0 1,0-1,0 1,1 0,0 0,0 1,0-1,0 1,0-1,1 1,1 0,0-1,0 1,0-1,1 1,0 0,0-1,0 1,0-1,1 1,0-1,0 1,0-1,0 1,1-1,0 0,0 1,0-1,0 0,1 0,-1-1,1 1,0-1,0 1,0-1,1 0,26 26</inkml:trace>
  <inkml:trace contextRef="#ctx0" brushRef="#br0" timeOffset="1486.802">2353 843,'-9'-4,"-1"1,1 0,-1 0,0 1,0 0,0 1,1 0,-1 1,0 0,0 0,0 1,0 0,0 1,0 0,-9 4,17-5,0 0,0 0,0 1,0-1,0 1,0-1,0 1,1 0,-1 0,1-1,-1 1,1 0,-1 1,1-1,0 0,0 0,0 1,1-1,-1 0,0 1,1-1,-1 0,1 1,0-1,0 1,0-1,0 1,0-1,1 1,-1-1,1 0,0 1,37 70,198 159,-235-232,1 1,-1 0,1 0,-1 0,1 0,-1 0,0 0,0 0,1 1,-1-1,0 0,0 1,0-1,0 1,0-1,-1 1,1-1,0 1,-1 0,1-1,-1 1,0 0,1-1,-1 1,0 0,0 0,0-1,0 1,0 0,-1 0,1-1,0 1,-1 0,0-1,1 1,-1 0,0-1,0 1,1-1,-1 1,0-1,-1 0,1 1,0-1,-1 1,-5 1,0-1,0-1,0 1,0-1,0 0,0 0,0-1,0 0,0 0,0-1,0 0,0 0,0-1,0 0,1 0,-1 0,-5-4,10 6,1-1,-1 0,1 0,-1-1,1 1,0 0,0 0,-1-1,1 1,0 0,0-1,0 1,0-1,1 1,-1-1,0 0,1 1,-1-1,1 0,-1 0,1 1,0-1,0 0,0 0,0 1,0-1,0 0,0 0,1 1,-1-1,1 0,-1 0,1 1,0-1,-1 1,1-1,0 0,0 1,1-1,49-55,-6 23,1 2,2 2,1 2,12-2,4 6,-63 25,1 0,-1 0,0 0,0 0,0 1,0 0,0-1,0 1,0 0,0 0,-1 0,1 0,-1 0,1 0,-1 0,0 0,0 1,0-1,0 0,0 1,-1-1,1 1,-1-1,0 1,1-1,-1 1,0 0,0-1,-1 1,1-1,-1 1,1-1,-1 1,0 0,1 11,1 2,0-1,1 0,1 0,0 0,1 0,1 0,0-1,6 11,-8-19,0 0,1 0,-1 0,2-1,-1 1,0-1,1 0,0 0,0-1,1 1,-1-1,1 0,0-1,0 0,0 0,0 0,1 0,-1-1,1 0,3 0,20 2</inkml:trace>
  <inkml:trace contextRef="#ctx0" brushRef="#br0" timeOffset="1731.15">2727 481,'18'0,"6"0</inkml:trace>
  <inkml:trace contextRef="#ctx0" brushRef="#br0" timeOffset="1906.687">3088 0,'-2'25,"-1"24,2 23,2 18,0 15,1 8,1 2,3 1,5-2,5-4,7-7,3-12,3-17,-2-17,-5-22,-7-17</inkml:trace>
  <inkml:trace contextRef="#ctx0" brushRef="#br0" timeOffset="2135.072">2834 629,'20'-7,"23"-2,25 0,23 4,19 8,11 7,2 7,-10 5,-19 4,-26-3</inkml:trace>
  <inkml:trace contextRef="#ctx0" brushRef="#br0" timeOffset="2331.553">3716 816,'-11'11,"0"0,1 1,0 0,1 0,1 1,0 1,-2 4,8-14,0 1,1 0,-1 0,1 0,0 0,0 0,0 0,1 0,0 0,0 0,0 0,1 0,-1 0,1 0,0 0,1 0,-1 0,1 0,0 0,0-1,1 1,-1-1,4 4,1 1,2 0,0 0,0-1,0 0,1-1,0 0,0 0,1-1,0 0,0-1,0 0,1-1,0-1,0 1,0-2,0 0,0 0,0-1,10-1,-17 0,0 0,0-1,0 1,0-1,0-1,-1 1,1-1,0 1,-1-1,1-1,-1 1,0-1,1 1,-1-1,-1 0,1-1,0 1,-1-1,1 0,-1 1,0-2,-1 1,1 0,-1 0,1-1,-1 1,-1-1,1 0,-1 0,0 1,1-4,-1 0,1-1,-2 0,1 1,-1-1,-1 0,0 1,0-1,0 1,-1-1,0 1,-1-1,0 1,0 0,-1 0,0 1,0-1,-6-6,4 8,0 0,-1 0,1 1,-2-1,1 2,0-1,-1 1,0 0,0 0,0 1,0 0,-1 1,1 0,-1 0,0 1,1 0,-1 0,0 1,0 0,0 1,1 0,-1 0,0 1,1 0,-1 0,1 1,0 0,0 1,0 0,0 0,1 0,-1 1,1 1,0-1,1 1,-1 0,1 0,1 1,-1 0,1 0,-4 8,3-8,2 0,-1 1,1 0,0 0,1 0,0 1,0-1,1 1,0-1,0 1,1 0,0 0,1 0,0 0,0 0,1-1,0 1,1 0,0 0,0-1,1 1,0-1,0 1,19 28</inkml:trace>
  <inkml:trace contextRef="#ctx0" brushRef="#br0" timeOffset="2504.091">3984 307,'-18'-6,"-16"-3,-5 3,-4 6,3 11,9 10,11 10,10 1</inkml:trace>
  <inkml:trace contextRef="#ctx0" brushRef="#br0" timeOffset="2662.667">3971 949,'4'21,"4"15,6 9,4 3,8 1,12-4,14-7,22-8,25-9,21-10,-10-7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1:10.54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108 416,'-5'21,"-4"17,-2 17,1 12,1 4,3 1,3-4,1-8,1-11,-1-16,-3-21,-1-13</inkml:trace>
  <inkml:trace contextRef="#ctx0" brushRef="#br0" timeOffset="352.46">0 403,'5'-32,"1"0,1 1,1 0,2 0,1 1,2 0,0 1,8-10,-15 30,0 0,1 1,0 0,0 0,1 0,0 1,0 0,1 1,0-1,0 2,0-1,1 1,-1 1,1 0,1 0,-1 1,0 0,1 1,0 0,-1 1,1 0,0 1,0 0,-1 0,1 1,0 1,0 0,3 1,0 0,-1 1,0 1,0 1,0-1,-1 2,1 0,-2 0,1 1,-1 1,0 0,-1 0,0 1,0 1,-1-1,-1 1,0 1,0 0,-1 0,0 0,-1 1,3 10,-7-16,0 0,-1 0,0 0,0 1,0-1,-1 0,0 1,-1-1,1 0,-1 0,-1 0,1 1,-1-1,-1 0,1-1,-1 1,0 0,-1-1,0 0,0 0,0 0,0 0,-1 0,0-1,0 0,-1 0,0 0,1-1,-3 1,-13 6,0 0,-1-2,-1 0,0-2,0 0,0-2,0 0,-1-2,0 0,0-2,-2-1,25 0,0 0,-1-1,1 1,-1-1,1 1,-1 0,1 0,-1 0,1 0,-1 0,1 0,-1 0,1 0,-1 1,1-1,-1 0,1 1,-1-1,1 1,0 0,-1-1,1 1,0 0,-1 0,1 0,0 0,0 0,0 0,0 0,0 1,0-1,0 0,0 0,1 1,-1-1,0 1,1-1,-1 1,1-1,-1 0,1 1,0 0,0-1,0 1,0-1,0 1,0-1,0 1,0 0,7 13,0 0,1-1,0 0,1 0,1-1,0 0,10 8,-10-8,15 18,1-2,1 0,2-2,0-1,2-1,1-2,1-1,1-1,0-2,2-2,0-1,1-2,0-1,1-2,22 3,0-8</inkml:trace>
  <inkml:trace contextRef="#ctx0" brushRef="#br0" timeOffset="1034.762">1190 737,'-11'-6,"0"0,0 1,0 0,0 1,-1 0,0 1,0 0,0 1,0 0,0 1,0 0,0 1,-1 1,1 0,0 0,0 1,0 0,0 2,0-1,1 1,0 1,-1 0,1 0,1 1,-1 1,1 0,1 0,-10 9,17-14,0 1,0-1,0 1,0 0,0 0,0 0,1 0,0 1,-1-1,1 0,0 0,1 1,-1-1,0 1,1-1,0 1,0-1,0 1,0-1,1 0,-1 1,1-1,0 1,0-1,0 0,1 0,-1 1,1-1,-1 0,1 0,0-1,0 1,0 0,1-1,-1 1,1-1,-1 0,2 1,6 4,1-1,0-1,0 0,0-1,1 0,0 0,-1-1,1-1,0 0,1-1,-1 0,0 0,0-2,0 1,0-2,0 0,0 0,0-1,0 0,0-1,-1 0,1-2,-6 3,0 0,-1 0,0-1,0 0,0 0,0 0,0-1,-1 1,0-1,0 0,0 0,-1-1,1 1,-1-1,0 0,-1 0,0 0,0 0,0 0,-1 0,1-3,-2 18,0 0,0 0,1 0,0 0,1-1,0 1,0 0,1-1,0 0,0 1,1-1,0-1,1 1,0 0,0-1,0 0,1 0,0-1,0 0,1 0,0 0,0-1,0 1,1-2,0 1,1 0,-5-4,0 0,0 1,-1-1,1 0,0-1,0 1,0-1,0 0,0 0,0 0,0 0,0-1,0 1,0-1,0 0,0-1,0 1,-1-1,1 1,0-1,-1 0,1 0,-1-1,0 1,0-1,0 1,0-1,0 0,0-1,4-6,0 1,0-1,-1-1,0 1,-1-1,0 0,-1 0,0 0,0-5,16-151,-18 116,-2 50,0-1,0 1,-1-1,1 1,0-1,0 1,1-1,-1 1,0-1,0 1,1-1,-1 1,1 0,-1-1,1 1,0-1,-1 1,1 0,0 0,0-1,0 1,0 0,0 0,0 0,0 0,0 0,1 0,-1 1,0-1,1 0,-1 0,0 1,1-1,-1 1,1 0,-1-1,1 1,-1 0,1 0,-1 0,1 0,18 3,-1 1,0 2,0 0,0 0,-1 2,0 0,5 5,-17-11,0 0,0 1,0 0,-1 0,1 1,-1-1,0 1,0 1,0-1,0 0,-1 1,0 0,0 0,0 1,0-1,-1 1,0-1,0 1,-1 0,1 0,-2 1,1-1,0 0,-1 1,0-1,-1 2,-46 120,46-126,0 0,0-1,0 1,0 0,1 0,-1-1,0 1,1 0,-1-1,1 1,0-1,-1 1,1-1,0 1,0-1,0 1,0-1,0 0,0 1,0-1,1 0,-1 0,0 0,1 0,-1 0,1 0,-1 0,1-1,-1 1,1-1,-1 1,1-1,1 1,64 9,-60-9,76 2,-1-4,0-4,59-11,-39 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1:11.42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549 192,'-6'-6,"1"1,-1 0,0 1,0-1,-1 1,1 0,-1 1,0-1,0 1,0 1,0-1,0 1,-1 1,1-1,-1 1,1 0,-1 1,-6 0,-43-5,52 3,0 1,-1 0,1 0,-1 0,0 0,1 1,-1 0,0 0,1 1,-1-1,1 1,-1 1,1-1,-1 1,1 0,0 0,0 0,0 1,0-1,0 1,0 1,1-1,-1 1,-1 1,-24 28,20-24,1 0,1 1,0 0,0 0,1 1,0 0,-3 9,-47 128,42 7,-26 238,28-148,22-11,13-54,-10-125,-2-5,2 0,2-1,3-1,13 27,-23-61,1 0,1-1,0 0,0 0,2-1,-1 0,1-1,1 0,0-1,1 0,0-1,0-1,1 0,0 0,0-2,1 1,0-2,0 0,0-1,0-1,1 0,0-1,0 0,-1-1,1-1,9-2,-7-3,0-1,0-1,0-1,-1 0,0-1,-1-1,0-1,-1 0,0-1,0-1,-2 0,1-1,-2 0,0-1,2-4,2-4,-1-1,-1 0,-1 0,-1-1,-1-1,-1 0,-2-1,0 1,-2-2,-1 1,-1-1,-2 1,-1-1,0-2,6-450,-1 393,0-3,-3-1,-10-88,-34-101,31 243,-2 0,-2 1,-1 1,-2 0,-1 1,-2 1,-1 0,-15-16,32 44,0 0,-1 0,1 0,-1 0,0 1,0 0,0 0,0 1,-1-1,0 1,1 0,-1 0,-1 1,1 0,0 0,0 0,-1 1,1 0,-1 0,1 1,-1 0,1 0,-1 0,1 1,-1 0,1 0,0 1,-56 19,31-6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1:17.14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1137 364,'-105'-137,"89"120,-2 1,0 1,-1 1,0 1,-2 0,1 1,-1 1,-1 1,0 2,-1-1,-25-8,8 2,-1 1,0 2,-1 2,0 2,-1 1,-10 2,29 6,-1 2,1 1,0 1,0 0,0 2,1 1,-8 4,-12 4,23-9,1 2,0 0,1 1,0 1,1 0,0 2,1 0,-4 5,14-12,1 1,1-1,-1 2,1-1,1 0,-1 1,1-1,0 1,1 0,0 0,0 0,1 0,0 1,0-1,1 0,0 6,-4 26,-3 142,50-18,17 63,-7 3,53 73,-11-85,-83-191,2-2,1 0,1-1,0 0,2-1,1-1,1-1,1-1,0 0,2-2,0 0,18 9,-26-18,-1 0,2-1,-1-1,1 0,0-2,0 1,1-2,0 0,-1-1,1-1,0 0,1-2,-1 0,0 0,0-2,0 0,0-1,-1-1,1 0,-1-1,2-2,-2 0,-1-2,0 0,0 0,-1-1,0-1,0-1,-2 0,1 0,-2-1,0-1,0 0,-1-1,-1 1,0-2,-1 1,-1-1,3-11,8-23,-2 0,-3-1,-2-1,-2 0,-2-1,-3 1,-1-22,0-46,-5 0,-5 0,-5 1,-6 0,-16-49,29 145,-1-1,-2 1,0 0,-1 1,-1 0,-2 1,0 0,-1 0,0 1,-2 1,-1 1,0 0,-1 1,-1 0,0 2,-2 0,1 1,-2 1,-20-5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1:19.46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659 51,'0'-3,"-1"1,1-1,-1 1,0-1,0 1,0 0,0-1,-1 1,1 0,-1 0,1 0,-1 0,0 0,1 0,-1 0,0 0,0 1,-1-1,1 1,0-1,0 1,-1 0,1 0,-1 0,1 1,-1-1,1 0,-1 1,1 0,-1-1,0 1,1 0,-1 0,0 1,1-1,-1 0,1 1,-1 0,0 0,-116 80,76-47,10-6,1 3,1 0,2 2,2 2,-18 27,-6 6,35-47,0 0,1 1,2 0,0 1,1 0,1 1,2 1,-2 6,-4 29,3 2,2 0,3 0,2 0,3 9,2-6,-2-26,1 1,2-1,2 0,1 0,3 0,0 0,3-1,1-1,7 13,-3-25,1-1,1 0,2-2,0 0,1 0,1-2,1-1,20 13,-30-22,-4-3,1-1,-1 0,1-1,1 0,-1 0,1-1,0 0,0-1,0 0,0 0,0-1,1 0,-1-1,1-1,-1 1,1-1,-1-1,1 0,3-2,7 1,0 0,0-2,0-1,-1 0,1-2,-2 0,1-1,-1-1,0-1,-1-1,0 0,0-2,-2 0,10-9,-12 7,0-1,-1 0,-1-1,-1 0,0-1,-1 0,-1-1,-1 0,0 0,-2-1,0 0,-1 0,0-9,6-57,-3-1,-5-1,-6-66,-5 85,-3 1,-3 0,-2 1,-4 1,-3 1,-6-8,29 73,-12-33,-1 0,-2 2,-1-1,-8-8,22 36,0 1,-1 0,0-1,1 1,-1 0,0 1,0-1,-1 1,1-1,-1 1,1 0,-1 0,0 0,1 1,-1-1,0 1,0 0,0 0,0 0,0 1,0 0,0-1,-1 1,1 1,0-1,0 0,0 1,0 0,0 0,0 0,0 1,0-1,1 1,-4 2,-70 41,38-18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1:14.88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1096 1253,'-2'-10,"-1"1,0-1,-1 1,0 0,0 0,-1 1,0 0,0-1,-1 1,0 1,-1-1,0 1,0 1,0-1,-1 1,0 0,-7-4,-10-3,12 5,0 0,-1 1,0 1,-1 0,1 1,-1 1,0 0,0 1,-14-2,-187 5,202 2,0 0,0 0,0 1,1 1,-1 0,1 1,0 1,1 0,-1 1,1 0,0 0,1 1,0 1,0 0,-5 6,-72 76,0 77,26-42,12 9,38-109,1 1,2 0,1 1,1 0,-3 24,2 63,2 124,7-147,-14 92,6-139,3 0,2 0,2 0,2 1,5 29,3-24,2 0,2 0,13 27,-14-52,1-1,1 0,2-1,0-1,2 0,0-2,1 0,2-1,0-1,0-1,7 2,-6-1,1-1,1-1,1-2,0 0,1-2,1-1,0-1,1-1,0-1,0-2,0-1,1-2,0 0,0-2,6-2,-9-6,0-1,-1-1,0-2,-1-1,0 0,0-2,-2-1,0-1,22-18,-35 26,18-10,-1 0,-1-2,-1-1,-1-2,0 0,-2-1,0-1,-2-1,-1-1,-1-1,-1-1,-1 0,9-44,-2-1,-4-1,-4-1,-2 0,-4-1,-3 0,-3-1,-6-36,-3 19,-4 0,-4 1,-5 1,-18-51,24 86,-3 0,-3 2,-2 0,-2 1,-3 1,-2 2,-2 0,-2 2,-2 2,-22-23,-106-77,114 109</inkml:trace>
  <inkml:trace contextRef="#ctx0" brushRef="#br0" timeOffset="7732.67">1337 236,'-13'124,"13"-96,-16 322,13-328,4 64,0-84,-1 0,1-1,0 1,0-1,0 1,0-1,0 1,0-1,0 1,1-1,-1 0,0 0,1 0,-1 0,1 0,-1 0,1 0,0 0,-1 0,1-1,0 1,-1-1,1 1,0-1,0 0,-1 0,1 0,0 0,0 0,0 0,0 0,56-12,220-90,-265 99</inkml:trace>
  <inkml:trace contextRef="#ctx0" brushRef="#br0" timeOffset="8457.226">2058 129,'-18'5,"0"1,0 0,0 2,1 0,0 1,1 0,0 2,-4 3,13-9,0 1,1-1,-1 1,1 1,0-1,1 1,0 0,0 1,1-1,-1 1,2 0,-1 0,1 0,0 0,1 1,0-1,0 1,0 7,2-13,0 1,0-1,1 1,-1 0,1-1,0 0,0 1,0-1,0 1,1-1,-1 0,1 0,0 0,0 0,0 0,0 0,0 0,1-1,-1 1,1-1,0 0,0 0,0 0,0 0,0 0,0 0,0-1,1 0,-1 1,1-1,108 18,73-13,-181-5,-1-1,0 1,-1 0,1 0,0 0,0 0,0 1,0-1,-1 1,1-1,-1 1,1 0,-1 0,0 0,0 1,0-1,0 0,0 1,0-1,-1 1,1 0,-1-1,0 1,1 0,-1 0,-1 0,1 0,0 0,-1 0,1 0,-1 0,0 0,0 0,0 0,-1 0,1 0,-1 0,0 0,1 0,-1 0,-1 0,1 0,-1 1,-3 7,-2 1,0-1,0 0,-1-1,0 0,0 0,-1 0,-1-1,0-1,0 0,0 0,-1-1,0 0,-1-1,0 0,0-1,0 0,0-1,-1 0,1-1,-1 0,0-1,-10 0,5-5,19-1</inkml:trace>
  <inkml:trace contextRef="#ctx0" brushRef="#br0" timeOffset="9314.448">2459 210,'12'341,"-17"-249,4-93,1 1,0 0,0-1,0 1,-1 0,1-1,0 1,0 0,-1-1,1 1,0 0,-1-1,1 1,0 0,-1 0,1-1,0 1,-1 0,1 0,-1 0,1 0,-1-1,1 1,0 0,-1 0,1 0,-1 0,1 0,0 0,-1 0,1 0,-1 0,1 1,-1-1,1 0,0 0,-1 0,1 0,-1 0,1 1,0-1,-1 0,1 0,0 1,-1-1,1 0,0 1,0-1,-1 0,1 1,0-1,0 0,-1 1,1-1,0 1,0-1,0 0,0 1,0-1,0 1,-1-1,1 1,0-1,0 0,0 1,1-1,-1 1,-15-34,5-7,1 0,3-1,1 0,0-40,4 52,1 0,1 0,1 0,2 0,6-20,-8 39,1 0,0 0,1 0,0 1,0-1,1 1,0 0,1 0,0 1,0 0,1 0,0 0,0 1,1 0,0 0,0 1,7-4,-12 8,0-1,1 1,0 0,-1 0,1 0,0 0,0 1,0-1,0 1,0 0,0 0,1 1,-1-1,0 1,0 0,1 0,-1 0,0 1,0 0,0-1,0 1,0 1,1-1,-2 1,1-1,0 1,0 0,-1 0,1 1,-1-1,1 1,-1 0,0 0,0 0,0 0,1 3,-1 2,0 0,-1 0,0 1,0-1,-1 0,0 1,0-1,-1 0,0 1,-1-1,0 1,0-1,-1 0,0 1,0-1,-1 0,-2 4,-2 5,-1 1,-1-1,-1-1,-1 0,0 0,-1-1,-3 3,-25 19,40-37,0 0,0 0,0 0,0 0,0-1,0 1,0 0,-1 0,1 0,0 0,0 0,0-1,0 1,0 0,0 0,-1 0,1 0,0 0,0 0,0 0,0-1,0 1,-1 0,1 0,0 0,0 0,0 0,-1 0,1 0,0 0,0 0,0 0,0 0,-1 0,1 0,0 0,0 0,0 0,0 0,-1 0,13-16,-4 6,1 1,0 0,0 1,1 0,0 0,0 1,1 0,0 1,0 0,1 1,-1 0,1 1,0 0,1 1,-1 0,0 1,1 1,-1 0,1 0,0 1,-1 1,12 1,-19 0,0 0,0 0,-1 0,1 0,0 1,-1 0,0 0,0 0,0 0,0 0,0 1,-1 0,1 0,-1 0,0 0,-1 0,1 1,0-1,-1 1,0 0,-1 0,1 0,-1 0,1 0,-2 0,2 4,-2 0,1 0,-1 0,0 0,-1 0,0 0,-1-1,0 1,0 0,-1-1,0 1,0-1,-1 0,0 0,0-1,-3 4,-1-1,-1 0,0-1,-1 0,1 0,-2-1,1 0,-1-1,-1 0,1-1,-1 0,0-1,0 0,-1-1,1 0,-1-1,0 0,0-1,0-1,0 0,0-1,-1 0,-5-2,6 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2:55.67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260 85,'-26'46,"2"0,2 2,-3 12,20-46,0 1,1 0,1 0,0 0,1 0,1 0,0 1,1-1,0 0,2 0,0 1,0-1,3 6,-2-13,0-1,0 1,1-1,0 0,0 0,1 0,0 0,0-1,1 0,0 0,0 0,0-1,0 0,1 0,0-1,0 1,0-2,1 1,0-1,-1 0,1 0,0-1,0 0,0-1,4 1,-2-1,0 0,0 0,0-1,0-1,0 1,0-2,0 1,0-1,0-1,0 0,-1 0,1-1,-1 0,0-1,0 1,-1-2,1 0,-1 0,-1 0,6-6,-3-2,-1 0,0-1,-1 0,0-1,-2 0,0 0,0 0,-2-1,0 1,-1-1,0 0,-1-1,-2 1,1 0,-2 0,0 0,-1 0,-4-14,3 16,0 0,-1 0,-1 0,0 0,-1 1,-1 0,0 1,-1-1,0 1,-1 1,-7-9,11 15,-1 0,0 1,0-1,0 1,-1 0,0 1,0-1,0 2,0-1,-1 1,1 0,-1 0,0 1,0 0,0 0,0 1,0 0,0 0,0 1,0 0,-1 1,-6 1,3 1,0 0,-1 1,1 1,1 0,-1 1,1 0,0 0,0 1,1 1,0 0,0 0,1 1,0 0,0 0,-4 8,-4 6,2-1,0 2,2 0,0 0,2 1,-7 23,6-10,3-1,1 2,1-1,2 8,-1 40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2:56.18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0 487,'22'-85,"3"2,4 1,3 1,7-5,-5 18,-34 68,0 1,0-1,0 0,0 1,0-1,1 1,-1-1,0 0,0 1,0-1,1 0,-1 0,0 1,0-1,1 0,-1 1,0-1,0 0,1 0,-1 0,0 1,1-1,-1 0,0 0,1 0,-1 0,0 1,1-1,-1 0,1 0,-1 0,0 0,1 0,-1 0,0 0,1 0,-1 0,1 0,-1-1,0 1,1 0,-1 0,0 0,1 0,-1-1,0 1,1 0,-1 0,0 0,1-1,-1 1,0 0,0-1,1 1,-1 0,0 0,0-1,0 1,1 0,-1-1,0 1,0-1,0 1,0 0,0-1,0 1,0 0,0-1,0 1,0-1,5 32,-5 366,-2-68,2-235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2:57.05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1 383,'3'-40,"2"-1,1 1,3 0,1 1,12-28,-21 63,37-103,-37 107,-1 0,0 0,0 0,0 1,0-1,1 0,-1 0,0 0,0 1,0-1,1 0,-1 0,0 0,0 0,0 0,1 0,-1 1,0-1,0 0,1 0,-1 0,0 0,1 0,-1 0,0 0,0 0,1 0,-1 0,0 0,0 0,1 0,-1 0,0-1,0 1,1 0,-1 0,0 0,0 0,1 0,-1-1,0 1,0 0,0 0,0 0,1 0,-1-1,0 1,0 0,0 0,0-1,0 1,1 0,-1 0,0-1,0 1,0 0,0 0,0-1,0 1,0 0,0 0,0-1,0 1,0 0,3 23,9 318,-10-312,8 150,-9 101,0-279,-1 1,0-1,1 1,-1-1,0 1,0-1,0 1,0-1,0 0,-1 1,1-1,0 1,-1-1,1 1,-1-1,1 0,-1 1,0-1,0 0,1 0,-1 0,0 1,0-1,0 0,0 0,0 0,-1 0,1-1,0 1,0 0,-1 0,1-1,0 1,-1-1,1 1,0-1,-1 1,1-1,-1 0,1 0,-1 0,1 0,-2 0,39-4,199-27,-197 25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3:07.27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477 198,'0'0,"0"0,0 0,-1-1,1 1,0 0,0 0,0 0,0 0,-1-1,1 1,0 0,0 0,0 0,0 0,-1 0,1 0,0 0,0-1,-1 1,1 0,0 0,0 0,0 0,-1 0,1 0,0 0,0 0,-1 0,1 0,0 0,0 0,0 0,-1 1,1-1,0 0,0 0,0 0,-1 0,1 0,0 0,0 0,0 1,-1-1,1 0,0 0,0 0,0 0,0 1,0-1,0 0,-1 0,1 0,0 1,0-1,0 0,0 0,0 1,0-1,0 0,-8-28,5 16,0 3,-1 0,1 0,-2 0,1 1,-1-1,-1 1,1 0,-1 1,-1-1,1 1,-1 1,-1-1,1 1,-1 0,0 1,0 0,-1 0,0 1,1 0,-2 0,1 1,0 0,0 1,-10-2,11 2,-1 1,0 0,1 0,-1 1,0 0,0 1,1 0,-1 0,1 0,-1 1,1 1,-1-1,1 2,0-1,0 1,1 0,-1 0,1 1,0 0,0 1,0-1,1 1,0 0,0 1,-4 6,-1 9,1 0,1 0,1 0,1 1,1 0,0 1,2 0,1-1,1 1,2 0,0 0,1 0,1 0,5 20,-3-12,1-1,1 0,1 0,2 0,2-1,0-1,2 0,1-1,10 15,-18-35,0 0,0 0,1-1,0 1,0-2,0 1,1-1,0 0,1-1,-1 1,1-2,0 1,0-1,0-1,1 0,-1 0,1-1,0 0,0 0,0-1,-1-1,1 0,0 0,4-1,12-4,1-2,-1-1,0-1,-1-1,0-1,-1-1,0-1,-1-1,0-1,-1-2,-1 0,-1-1,12-13,-19 20,0-1,-1 0,-1 0,1-2,-2 1,0-1,-1-1,0 0,-1 0,-1 0,0-1,-2 0,1-1,-2 1,0-1,-1-1,-1 150,0-114,2 0,0-1,0 1,2-1,0 0,1 0,1-1,0 0,10 15,-13-24,1 0,-1-1,1 1,0-1,0 0,1 0,0-1,0 0,0 0,1-1,-1 1,1-2,0 1,1-1,-1-1,0 1,1-1,-1-1,1 1,0-2,4 1,-6-1,0-1,0 0,0-1,0 1,0-1,0-1,-1 1,1-1,-1 0,1-1,-1 1,-1-1,1-1,0 1,-1-1,0 0,0 0,0 0,-1-1,0 1,0-1,0 0,-1-1,1 1,-2 0,1-1,-1 0,0 0,0 1,-1-1,0 0,0-1,7-182,-8 190,0 0,0 0,0 0,0 0,1 0,-1 0,0 0,0 0,0 0,0 0,1 0,-1 0,0 0,0 0,0 0,0 0,1 0,-1 0,0 0,0-1,0 1,0 0,0 0,0 0,0 0,1 0,-1 0,0-1,0 1,0 0,0 0,0 0,0 0,0-1,0 1,0 0,0 0,7 19,-6-17,4 16,0-1,1 0,1 0,1-1,0 0,1 0,1-1,0 0,1-1,1 0,0-1,1 0,0-1,1 0,0-1,6 3,6-2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3:07.89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 0,'-3'21,"1"0,2 0,0 0,1 0,1 0,1 0,0 0,4 7,-4-18,0 0,1 0,0 0,0-1,1 0,1 0,-1 0,1-1,1 1,0-2,0 1,0-1,1 0,0 0,0-1,1 0,7 4,-12-8,1-1,-1 1,0-1,0 0,1 0,-1 0,1-1,-1 1,1-1,-1 0,1 0,-1-1,1 0,-1 1,0-1,1-1,-1 1,0-1,0 0,0 1,0-2,0 1,0 0,-1-1,1 0,-1 0,1 0,-1 0,0 0,-1-1,1 0,0 1,-1-1,0 0,0 0,7-11,-1 0,-1 0,0-1,-1 0,-1 0,0 0,-2-1,0 0,0 0,-2 0,0 1,-1-2,-2 5,-1 19,-4 23,5-20,1 0,-1-1,1 1,1 0,-1 0,2 0,-1 0,1 0,1 0,-1 0,1 0,1 0,0-1,0 1,1-1,0 0,0 0,1-1,0 1,0-1,5 5,-3-6,1-1,-1 0,1-1,1 1,-1-1,0-1,1 0,0 0,-1-1,1 0,0 0,1-1,-1 0,0-1,0 0,0 0,0-1,0 0,0-1,0 0,0 0,0-1,0 0,-1 0,0-1,1 0,-2-1,1 0,0 0,-1-1,0 0,5-5,-4 1,0 0,0-1,-1 0,-1 0,1 0,-2-1,0 0,0-1,-1 1,-1-1,0 1,0-1,-2 0,1 0,-2 0,0-1,0 1,-1 0,-1-4,2 16,0 0,1 1,-1-1,0 0,0 0,0 0,0 1,0-1,0 0,0 0,0 0,0 0,0 1,0-1,0 0,0 0,-1 0,1 1,0-1,-1 0,1 0,0 1,-1-1,1 0,-1 1,1-1,-1 1,0-1,1 0,-1 1,1-1,-1 1,0-1,0 1,1 0,-1-1,0 1,0 0,1 0,-1-1,0 1,0 0,0 0,1 0,-1 0,0 0,0 0,0 0,0 0,1 0,-1 0,0 1,0-1,0 1,-4 10,0 0,2 0,-1 1,1-1,1 1,0 0,1 0,0 0,1 0,0 0,1 0,1 6,-1-4,1-1,0 1,1-1,1 1,0-1,1 0,0-1,1 1,1-1,0 0,0 0,1-1,0 0,1-1,1 1,0-2,0 1,0-2,1 1,1-1,-1-1,13 5,3-1,1-1,0-1,0-2,1-1,0-1,0-2,1 0,-1-2,1-2,-1 0,10-3,42-7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3:09.11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0 490,'47'-130,"17"-85,-29 90,-35 124,0 0,1 0,-1 0,1 0,-1 0,0 0,1 0,0 0,-1 0,1 1,-1-1,1 0,0 0,0 1,-1-1,1 0,0 1,0-1,0 1,0-1,0 1,0-1,0 1,0 0,0 0,0-1,0 1,0 0,0 0,0 0,0 0,0 0,0 0,0 0,0 0,0 1,0-1,0 0,0 1,0-1,0 0,0 1,0 0,35 32,2 12,-3 1,-2 2,-2 1,-1 1,19 51,-31-37,-18-62,0-1,0 1,0-1,0 1,-1 0,1-1,0 1,-1 0,1-1,-1 1,0-1,1 1,-1-1,0 0,0 1,0-1,0 0,0 1,0-1,0 0,-1 0,1 0,0 0,-1 0,1 0,-1-1,1 1,-1 0,1-1,-1 1,1-1,-1 1,0-1,1 0,-1 0,1 1,-2-1,-5-1,0 1,0-1,1 0,-1-1,0 1,1-2,-1 1,1-1,0 0,0 0,0-1,0 0,0-1,1 1,0-1,0 0,0-1,1 1,0-1,0 0,0-1,-1-2,5 8,0 0,0 0,1 0,-1 0,0 0,1-1,-1 1,1 0,-1 0,1 0,0-1,-1 1,1 0,0-1,0 1,0 0,0 0,0-1,0 1,0 0,0-1,1 1,-1 0,1 0,-1-1,1 1,-1 0,1 0,-1 0,1 0,0 0,0 0,0 0,-1 0,1 0,0 0,0 0,0 0,0 1,1-1,-1 0,0 1,0-1,0 1,1-1,59-14,39 5,-58 8,0-1,-1-3,0-1,0-2,0-2,-1-2,-1-1,2-3,-33 13,-1-1,1 1,-1-1,0 0,-1-1,1 0,-1 0,0 0,3-5,-8 9,1 0,-1 0,0 0,0 0,0 0,0 0,0 0,-1-1,1 1,0 0,-1-1,0 1,0 0,0-1,0 1,0 0,0-1,0 1,-1 0,1-1,-1 1,1 0,-1 0,0-1,0 1,0 0,-1 0,1 0,0 0,-1 0,1 1,-1-1,1 0,-1 1,0-1,-1 0,-2-2,-1 0,0 1,0 0,0 0,0 0,0 0,0 1,-1 0,1 1,-1 0,1-1,-1 2,0-1,1 1,-1 0,0 1,1-1,-1 2,0-1,1 0,0 1,-1 0,1 1,0 0,0-1,0 2,0-1,1 1,-1 0,1 0,0 0,0 1,1 0,-1 0,1 0,0 1,0-1,1 1,0 0,0 0,0 0,1 0,-1 0,2 1,-1-1,1 1,0-1,0 5,1-6,0 1,0-1,1 0,0 1,0-1,1 0,-1 0,1 0,0 0,1 0,-1 0,1 0,0-1,0 1,0-1,1 0,-1 0,1 0,0 0,0-1,1 0,-1 0,1 0,-1 0,6 1,7 5,0-2,1-1,1 0,-1-1,1-1,16 2,182 4,-109-14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3:09.4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1,'2'13,"1"14,0 10,1 4,3 3,0 0,1-3,-1-5,-2-8,-1-7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3:10.16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1 693,'44'-6,"0"3,1 1,-1 2,0 3,1 1,-1 2,-1 2,36 11,-65-15,0 1,-1 0,1 1,-1 1,0 0,-1 0,0 2,0-1,-1 1,0 1,0 0,-1 1,0 0,-1 0,0 1,-1 0,-1 0,7 14,-7-5,-1 1,0-1,-2 1,0 0,-2 0,0 0,-2 1,0-1,-1 0,-2 0,0 0,-3 6,6-24,-1-4,1 1,-1 0,1-1,-1 1,1 0,0-1,-1 1,1 0,0-1,0 1,-1 0,1 0,0-1,0 1,0 0,0 0,0-1,0 1,0 0,0 0,0-1,1 1,-1 0,0 0,0-1,1 1,-1 0,0 0,1-1,-1 1,1-1,-1 1,1 0,-1-1,1 1,-1-1,1 1,0-1,-1 1,1-1,0 0,-1 1,1-1,0 0,-1 1,1-1,0 0,0 0,5-3,1 0,-1 0,0-1,-1 0,1 0,-1 0,1-1,-1 1,-1-1,3-3,3-2,163-197,-171 205,19-21,-20 23,-1 0,0-1,1 1,-1 0,1 0,-1-1,0 1,1 0,-1 0,1 0,-1-1,1 1,-1 0,0 0,1 0,-1 0,1 0,-1 0,1 0,-1 0,1 0,-1 0,1 0,-1 1,1-1,-1 0,0 0,1 0,-1 0,1 1,-1-1,0 0,1 1,-1-1,0 0,1 0,-1 1,0-1,1 1,-1-1,0 0,0 1,1-1,-1 1,0-1,0 0,0 1,0-1,0 1,1-1,-1 1,0-1,0 1,0-1,0 1,-1-1,28 165,-23-156,0 0,0 0,1 0,0-1,0 0,1 0,0-1,1 1,-1-1,1-1,1 1,-1-1,1-1,0 1,1-1,-1-1,1 1,0-1,0-1,0 0,0 0,1-1,-1 0,10 0,1 0,1 0,0-2,-1 0,1-2,-1 0,1-1,-1-2,0 1,-1-2,1-1,7-4,-11 4,0-2,0 1,-1-2,0 0,-1-1,0 0,-1-1,0-1,-1 0,0-1,-1 0,-1-1,0 0,-1 0,-1-1,0 0,-1-1,-1 1,0-2,-2 1,1-2,6-52,-3-1,-3 1,-3-1,-4-26,1 71,-19-432,15 417,0 28,0 30,-6 53,4 1,3-1,2 3,1-30,1-19,-5 66,4 0,4-1,4 1,3-1,7 10,-14-81,0-1,1 0,1 0,1 0,0 0,1-1,1 0,0 0,1-1,0 0,1-1,1 0,0 0,1-1,0-1,1 0,0 0,1-2,0 0,0 0,1-1,0-1,1 0,-1-1,8 1,-17-6,1 0,-1 0,1-1,-1 0,1 0,0-1,-1 1,1-1,-1-1,0 1,5-2,14-10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3:10.44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1,'21'4,"27"2,30 0,29-2,27-3,17-1,8-2,-23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3:11.17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116 536,'51'-95,"-34"68,-1 0,-2-1,0-1,-2 0,-1-1,-2 0,-1 0,-1-1,0-10,-6 36,0 0,0 0,-1 0,1 0,-1 0,0-1,-1 1,1 0,-1 0,0 0,0 0,-1 0,1 0,-1 1,0-1,0 0,-1 1,1-1,-1 1,0 0,0 0,-1 0,1 1,-1-1,0 1,0-1,0 1,0 1,-1-1,1 0,-3 0,-1 3,0-1,0 2,1-1,-1 1,0 0,0 0,0 1,1 1,-1-1,1 1,0 0,0 0,0 1,0 0,0 1,1-1,0 1,0 0,0 1,1-1,-1 1,1 1,1-1,-1 0,1 1,0 0,1 0,0 0,-1 2,-1 3,0-1,1 1,1 0,-1 0,2 0,0 0,0 0,1 1,1-1,0 1,1-1,0 0,1 1,0-1,1 0,0 0,1 0,0-1,1 1,1-1,-1 0,2 0,-1-1,2 0,-1 0,1-1,2 2,8 7,1 0,0-1,1-1,1 0,0-2,1-1,1 0,0-2,0-1,1 0,1-2,-1-1,1-1,0-1,19 1,-38-6,1 0,0 0,0-1,-1-1,1 1,-1-1,1 0,-1 0,0-1,0 0,0 0,0 0,0-1,-1 0,1 0,-1 0,0-1,-1 1,1-1,-1-1,0 1,2-3,7-12,0-1,-2-1,0 1,-2-1,5-16,-4 10,-1 1,-2-1,-1-1,-1 1,-1-1,-2 0,-1 0,-1 0,-3-17,2 40,0 0,-1 0,1 1,-1-1,-1 0,1 1,-1-1,0 1,0 0,0 0,-1 0,-1-1,2 1,3 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3:12.34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60,'18'-5,"20"-8,0 2,0 2,1 1,1 2,-1 2,8 1,-42 3,-1 0,1 0,0 0,0 1,-1 0,1 0,-1 0,1 1,-1-1,1 1,-1 0,0 0,0 1,0-1,0 1,0 0,0 0,-1 0,1 1,-1-1,0 1,0 0,-1 0,1 0,-1 0,0 0,0 0,0 1,0-1,-1 1,0-1,0 1,0 0,0 3,0 17,-1 0,-2 1,0-1,-2 0,0-1,-2 1,-1-1,-5 14,-15 59,26-93,-1-1,1 0,0 1,0-1,0 1,1 0,-1-1,1 1,0 0,0-1,0 1,0-1,1 1,0 0,-1-1,1 1,1-1,-1 1,0-1,1 0,-1 1,1-1,0 0,0 0,1 0,-1-1,1 1,-1 0,1-1,0 0,0 1,0-1,0 0,1 0,13 2,1-2,-1 1,1-2,0-1,-1 0,1-1,0 0,-1-2,1 0,-1-1,0-1,8-4,20-4,-1-3,-1-2,-1-2,6-4,9-9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3:12.84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230 1,'-11'31,"2"1,1 1,2 0,0 0,3 0,1 0,1 0,2 6,4 170,24 137,-10-151,15 323,-34-478,-6-29,-4-26,-65-197,56 150,-1-1,-12-25,5-1,3-1,4-2,5 0,3-1,1-91,12 161,1 1,1-1,1 1,1-1,1 1,1 1,1-1,1 1,3-4,-7 16,0-1,1 1,0 1,1-1,0 1,0 0,1 1,0 0,0 0,1 0,0 1,0 1,0-1,1 2,0-1,0 1,0 1,0-1,1 2,3-1,-2 1,0 2,0-1,0 1,0 1,0 0,-1 1,1 0,0 1,-1 0,1 1,-1 0,0 0,0 2,-1-1,1 1,-1 1,-1 0,1 0,-1 1,0 0,-1 1,0 0,0 0,-1 0,0 1,-1 1,2 2,-6-9,0 0,-1 0,1 0,-1 0,0 0,0 0,0 0,0 0,-1 0,1 0,-1 0,0 1,-1-1,1 0,-1 0,1 0,-1 0,0 0,-1 0,1 0,-1 0,0 0,0-1,0 1,0 0,-1-1,1 0,-1 0,0 0,0 0,0 0,0 0,-1-1,-2 2,-12 6,-1-1,1-1,-2 0,1-2,-1 0,0-1,0-1,-1-1,-16 0,7-1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3:14.43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26 533,'-7'-28,"0"-1,3 1,0-1,1 1,2-1,1 0,1 0,2 1,2-10,-2 8,12-178,31 234,-26-20,0 0,1-1,-1-1,1-1,0-1,0-1,0-1,6 0,16 0,-39 0,19 0,0 2,-1 0,1 1,0 1,7 3,-25-6,0 1,1 0,-1 0,0 1,0-1,-1 1,1 0,0 0,-1 1,0-1,0 1,0 0,0 0,0 0,-1 1,0-1,0 1,0 0,-1 0,1 0,-1 0,0 0,-1 1,1 2,1 10,-2-1,0 1,-2-1,0 1,0-1,-2 1,-3 13,-4 38,9-66,0 0,1 0,0 0,-1 0,1 0,0 0,1 0,-1 0,0 0,1 0,0 0,0 0,0 0,0 0,0 0,0-1,1 1,0 0,-1-1,1 1,0-1,0 0,0 1,0-1,1 0,-1 0,1 0,-1-1,1 1,0-1,-1 1,1-1,0 0,3 1,8 0,0 0,1-1,-1 0,1-1,0-1,-1 0,0-1,1-1,-1 0,0-1,0-1,0 0,-1 0,0-1,0-1,0-1,2-2,-4 1,0-1,0 0,-1-1,-1 0,0-1,0 0,-1-1,-1 1,0-1,0-1,-2 1,0-1,0 0,-1 0,-1-1,0 1,-1-1,-1 0,0 1,-1-6,1 15,-1 0,0 0,0 1,0-1,0 0,-1 0,1 0,-1 0,-1 1,1-1,0 0,-1 1,0-1,0 1,-1 0,1 0,-1 0,0 0,0 0,0 0,-1 1,1-1,-1 1,-3-2,5 5,-1 0,1 1,-1-1,1 0,-1 1,1 0,-1 0,1 0,0 0,-1 0,1 0,0 0,0 1,0-1,0 1,0 0,0 0,1-1,-1 1,1 0,-1 0,1 0,-1 1,1-1,0 0,0 1,0-1,0 0,1 1,-1-1,1 2,-6 12,0 0,2 1,0 0,1-1,1 1,0 0,1 1,1-1,1 0,0 0,2 0,-1 0,2-1,2 5,-3-9,1 0,1-1,0 1,0-1,1 0,1 0,0 0,0-1,1-1,0 1,1-1,0 0,1-1,-1 0,1-1,1 0,0 0,0-1,8 3,-3-3,0-1,0-1,1-1,0 0,-1-1,1 0,0-2,0 0,0-1,0 0,-1-2,1 0,0-1,-1 0,0-1,1-2,40-17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3:14.8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83 7,'-2'0,"1"-1,-1 0,0 0,1 1,-1-1,1 0,-1 1,0 0,0-1,1 1,-1 0,0 0,1 0,-1 0,0 0,0 0,1 1,-1-1,0 1,1-1,-1 1,0-1,1 1,-1 0,1 0,-1 0,1 0,0 0,-1 0,1 0,0 0,0 1,-1-1,1 0,0 1,1-1,-2 2,-20 66,20-24,1 0,3 1,1-1,3 0,1 0,2-1,2 0,6 10,-1 4,3 0,2-2,2 0,19 28,-39-77,0 0,0-1,1 1,-1-1,2 0,-1 0,1 0,0 0,0-1,0 0,1 0,0 0,0-1,0 1,0-2,1 1,0-1,-1 0,1 0,0-1,1 0,-1 0,0 0,1-1,-1 0,1-1,6 0,-1-6,0 0,-1-1,0-1,0 0,-1-1,0 0,0-1,-1 0,-1 0,1-1,-2 0,1-1,-2 0,0 0,0-1,-1 0,0 0,-2 0,4-11,-4 12,1 0,-2 0,1 0,-2 0,0 0,0-1,-1 1,-1-3,0 16,0-1,0 0,0 0,0 1,0-1,-1 0,1 0,0 1,0-1,0 0,-1 0,1 0,0 1,0-1,-1 0,1 0,0 0,0 0,-1 1,1-1,0 0,0 0,-1 0,1 0,0 0,-1 0,1 0,0 0,-1 0,1 0,0 0,0 0,-1 0,1 0,0 0,-1 0,1 0,0 0,0-1,-1 1,1 0,0 0,0 0,-1 0,1-1,0 1,0 0,-1 0,1 0,0-1,0 1,0 0,0-1,-7 15,1 1,1-1,1 1,0 0,1 0,0 0,1 1,1-1,1 0,0 1,1-1,2 14,-2-23,0-1,1 0,0 0,0 0,0 0,1 0,-1 0,1-1,0 1,1-1,-1 0,1 0,-1 0,1 0,1-1,-1 1,0-1,1 0,-1 0,1-1,0 0,0 1,0-2,0 1,3 0,4 1,0-1,0 0,1-1,-1 0,0-1,0 0,1-1,-1-1,0 0,10-2,26-11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3:15.09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1,'25'2,"35"3,42 1,45 2,40-1,31-2,18 2,-31-2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3:16.19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295 112,'-133'-17,"127"17,-1 0,1 0,-1 1,1 0,0 1,-1 0,1 0,0 0,0 0,0 1,0 0,1 0,-1 1,1 0,0 0,0 0,0 0,0 1,0 0,0 1,0 0,1 1,0-1,0 1,0 0,1 0,-1 0,2 1,-1-1,1 1,1 0,-1-1,1 1,0 0,1 0,0 0,0 0,1-1,0 1,0 0,1 0,0-1,0 1,1-1,0 0,0 1,1-1,-1-1,2 1,-1 0,1-1,0 0,0 0,1-1,-1 1,1-1,1 0,-1-1,1 0,3 2,2-1,-1-2,0 0,1 0,0-1,-1 0,1-1,0-1,0 0,0 0,0-1,-1-1,1 0,0 0,5-3,-10 3,1 0,-1-1,0 0,0 0,0 0,-1-1,1 0,-1-1,0 1,0-1,0 0,-1-1,0 1,0-1,0 0,-1 0,0-1,0 1,0-1,-1 0,0 0,2-7,-2-66,-3 80,0 0,0 1,0-1,-1 0,1 0,0 1,0-1,0 0,0 0,0 0,-1 1,1-1,0 0,0 0,0 0,-1 1,1-1,0 0,0 0,0 0,-1 0,1 0,0 0,0 1,-1-1,1 0,0 0,0 0,-1 0,1 0,0 0,0 0,-1 0,1 0,0 0,-1 0,1 0,0 0,0-1,-1 1,1 0,0 0,0 0,0 0,-1 0,1 0,0-1,-3 18,0-1,1 0,1 1,1-1,0 1,1-1,1 0,1 1,0-1,1 0,0 0,2-1,-1 1,2-1,2 3,-3-8,-1 0,1 0,1-1,0 0,0-1,0 1,1-1,1-1,-1 1,1-1,0-1,1 0,0 0,0-1,0 0,0-1,1 0,0-1,-1 0,1 0,1-1,6 0,-9-2,0 0,0 0,0-1,0-1,-1 1,1-2,-1 1,1-1,-1 0,0-1,0 0,0 0,0 0,-1-1,0-1,0 1,0-1,-1 0,1 0,-2-1,1 0,-1 0,0-1,0 1,-1-1,0 0,0 0,-1 0,2-8,3-15,-1-1,-2 1,-1-1,-1-1,-2-9,0 13,0 0,2 0,1 0,2 0,0 1,7-16,-12 40,1 0,-1 0,1 1,0-1,0 0,0 0,1 1,-1 0,1-1,0 1,0 0,0 0,0 0,0 1,1-1,-1 1,1 0,-1 0,1 0,0 0,0 1,0-1,0 1,0 0,0 0,1 1,-1-1,0 1,0 0,1 0,-1 0,0 1,0-1,0 1,0 0,0 1,0-1,0 1,0-1,2 2,4 3,1 1,-1 0,0 0,-1 1,0 0,0 1,0 0,-1 0,-1 1,0 0,0 0,-1 1,0 0,0 2,9 19,-3 0,0 1,-2 0,2 18,4 47,-5 1,-3 0,-6 99,-2-60,14 78,-13-193,1 1,1-2,1 1,1 0,1-1,1 0,1 0,1-1,0 0,2-1,1 0,0 0,1-1,1-1,1 0,1-1,3 2,-16-16,0 0,0-1,0 1,1-1,-1 1,1-1,0 0,-1 0,1 0,0-1,0 0,0 1,0-1,1-1,-1 1,0-1,0 1,0-1,1 0,-1-1,0 1,0-1,0 0,0 0,0 0,0 0,0-1,0 1,0-1,0 0,-1-1,1 1,-1 0,1-1,-1 0,0 0,0 0,-1 0,3-4,1-8,-1-1,0-1,-1 1,-1-1,-1 0,0 1,-2-1,1 0,-2 0,0 0,-2 0,1 1,-2-1,0 1,-4-8,-12-38,-2 2,-4 0,-1 2,-4 0,-1 3,-4 0,-38-45,27 44,-3 1,-1 3,-3 2,-30-19,47 38,36 31,1-1,-1 1,1 0,-1 0,0 0,1-1,-1 1,1 0,-1-1,1 1,-1 0,1-1,-1 1,1-1,-1 1,1-1,0 1,-1-1,1 1,0-1,-1 1,1-1,0 1,0-1,-1 1,1-1,0 0,0 1,0-1,0 0,0 1,0-1,0 1,0-1,0 0,0 1,0-1,0 0,0 1,1-1,-1 1,0-1,0 1,1-1,-1 0,0 1,1-1,-1 1,1 0,-1-1,1 1,-1-1,1 1,-1-1,1 1,-1 0,1 0,-1-1,1 1,-1 0,1 0,0-1,-1 1,1 0,-1 0,1 0,0 0,98-9,428-26,-496 32,-20 1,0 1,1 0,-1 1,1 0,-1 1,0 0,1 0,3 3,-14-3,1 1,-1-1,0 1,0-1,1 1,-1 0,0 0,0 0,-1 0,1 0,0 0,-1 0,1 0,-1 0,0 0,1 0,-1 0,0 0,0 0,-1 0,1 0,0 0,-1 0,1 0,-1 0,1 0,-1 0,0 0,0 0,0 0,0 0,0-1,-1 1,1 0,0-1,-2 2,-1 4,0 2,-22 65,26-72,0 0,0 1,0-1,0 0,0 0,0 1,1-1,-1 0,1 1,0-1,-1 0,1 0,0 0,0 0,1 0,-1 0,0 0,1 0,-1-1,1 1,-1 0,1-1,0 1,0-1,0 0,0 1,0-1,0 0,0 0,0 0,0-1,1 1,11 3,1 0,1-1,-1-1,0-1,1 0,-1 0,0-2,1 0,-1-1,0 0,1-1,-1-1,-1-1,1 0,7-4,-15 7,0 0,0-1,0 0,0 0,-1-1,0 0,1 0,-1 0,-1-1,1 0,-1 0,0 0,0-1,0 0,-1 1,0-2,0 1,0 0,-1-1,0 0,0 0,-1 0,0 0,0 0,-1 0,0-1,0 1,0 0,-1-1,0-1,-2 2,1 0,-1 0,-1-1,1 1,-1 0,0 1,-1-1,1 0,-1 1,-1 0,1 0,-1 0,0 1,-1 0,1-1,-1 2,0-1,0 1,0 0,-1 0,1 1,-1-1,0 2,0-1,0 1,-1 0,0 0,-3 0,1 0,-1 0,0 1,0 1,0 0,0 1,0 0,0 0,1 1,-1 0,0 1,1 0,0 1,0 0,0 1,0 0,1 0,-5 4,7-3,-1-1,1 1,0 1,0 0,1-1,0 2,0-1,1 1,0 0,0 0,1 1,0-1,0 1,1 0,0 0,1 0,0 0,0 0,1 1,0-1,1 1,0-1,0 0,1 1,0 0,1-6,0 0,0 0,0 0,1 0,0-1,-1 1,1-1,0 0,0 0,1 0,-1 0,1 0,0-1,-1 1,1-1,0 0,0 0,0-1,1 1,-1-1,0 0,1 0,-1 0,3 0,32 3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3:16.45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277 14,'-16'-4,"-14"-2,-9 2,-5 10,-1 9,4 12,9 10,11 11,13 5,7-5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3:16.71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1,'16'13,"12"8,10-1,8-4,8-3,5-8,2-8,-9-4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3:18.87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1 160,'46'-25,"1"1,1 3,1 2,1 2,1 2,32-5,-58 14,-14 3,1 0,-1 1,1 0,-1 1,1 0,0 0,0 1,9 2,-20-2,0 0,0 0,0 0,0 1,0-1,0 0,0 1,0-1,0 0,0 1,0-1,0 1,0 0,-1-1,1 1,0 0,0-1,0 1,-1 0,1 0,0 0,-1 0,1 0,-1-1,1 1,-1 0,1 0,-1 0,0 0,0 1,1-1,-1 0,0 0,0 0,0 0,0 0,0 0,0 0,0 0,-1 0,1 0,0 0,-1 0,1 0,-1 1,-27 45,-14 6,9-11,1 1,2 2,-2 8,24-39,1 0,1 1,0 0,1 1,0-1,2 1,0 0,0 0,1 0,1 0,1 0,1 11,31 89,-11-67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3:19.16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19,'2'0,"1"-2,-2-6,-2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3:22.81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176 0,'-14'10,"0"1,1-1,0 2,1 0,1 0,0 1,1 1,0 0,1 0,0 1,1 0,1 0,0 1,2 0,-1 0,2 0,0 1,1 0,1 0,0 0,2 0,0 7,-1-11,0 0,2 0,-1 0,2-1,-1 1,2 0,0 0,0-1,1 0,1 0,0 0,0 0,1-1,1 1,0-2,1 1,0-1,0 0,1-1,0 0,1 0,0-1,0 0,1-1,0 1,1-2,0 1,0-2,0 1,1-2,0 0,0 0,0-1,0-1,1 0,-1-1,0 0,1-1,-1-1,1 0,-1-1,0 0,0-1,0 0,0-2,0 1,-1-1,1-1,-1 0,-1-1,1 0,-1-1,-1 0,1 0,-1-2,-1 1,0-1,0 0,2-5,-4 0,0 0,0-1,-2 0,0 0,-1 0,0-1,-1 1,-1-1,-1 0,0 0,-1 0,-1 0,-1 1,0-1,-1 0,-1 1,-1-1,0 1,-1 1,-1-1,0 1,-1 0,0 0,-2 1,1 0,-11-10,14 17,-1 0,1 0,-1 0,-1 1,0 0,1 0,-2 1,1 0,0 0,-1 1,0 0,0 1,0 0,-1 0,1 1,-1 0,1 1,-1 0,0 1,1 0,-1 0,0 1,1 0,-1 0,-8 4,3-1,1 1,-1 0,1 1,0 1,1 0,-1 1,2 0,-1 1,1 1,0 0,1 1,0 0,1 0,0 1,1 0,0 1,1 0,1 1,0 0,1 0,0 0,1 0,0 2,4-8,0 0,0 0,1 0,-1 0,2 0,-1 0,1 0,1 0,0 0,0 0,0 0,1 0,0-1,0 0,1 1,0-1,0 0,1-1,0 1,0-1,1 0,-1 0,1-1,0 1,1-1,35 27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3:23.21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1 465,'16'-171,"-5"-118,-10 285,2 29,-2-19,14 225,-9 26,-5-123,9-60,-2-54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3:23.52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1 439,'26'-120,"-6"-1,2-77,-8 347,35 438,-46-529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3:25.37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1 520,'12'-76,"3"0,4 1,9-17,25-16,-50 103,0 0,0 0,1 1,0 0,0-1,0 2,0-1,1 0,0 1,0 0,-1 0,2 0,-1 0,0 1,0 0,1 0,-1 0,1 1,3 0,-1 2,1 1,-1 0,0 1,1 0,-2 1,1-1,0 1,-1 1,1-1,-1 2,-1-1,1 0,-1 1,0 1,0-1,0 1,-1 0,0 0,-1 0,0 1,0-1,1 5,3-1,-1 0,-1 0,0 1,-1 0,0 1,-1-1,-1 1,0-1,0 1,-1 0,-1 0,0 0,-1 1,0-1,-1 0,-1 3,2-13,0-1,-1 0,1 0,-1 0,0 1,1-1,-1 0,0 0,0 0,-1 0,1 0,0-1,0 1,-1 0,0-1,1 1,-1 0,0-1,1 0,-1 1,0-1,0 0,0 0,0 0,0 0,-1-1,1 1,0 0,0-1,0 0,-1 1,1-1,0 0,0 0,-1 0,1-1,0 1,0 0,0-1,-1 1,1-1,0 0,0 0,0 0,-2-3,0 1,1-1,0-1,0 1,0 0,0-1,1 1,-1-1,1 0,0 0,1 0,-1 0,1 0,0 0,0-1,1 1,0 0,0-3,1 5,1 0,0-1,1 1,-1 0,0 1,1-1,0 0,0 1,0-1,0 1,0 0,0 0,0 0,1 0,-1 1,1-1,-1 1,1 0,-1 0,1 0,0 1,0-1,-1 1,1 0,2 0,5-2,124-23,193-46,-213 31,-115 40,-1 0,1 0,0 0,-1 1,1-1,0 0,-1 0,1 0,0 0,-1 0,1 0,0 0,0 0,-1-1,1 1,0 0,-1 0,1 0,0 0,-1 0,1 0,0-1,0 1,-1 0,1 0,0 0,0-1,-1 1,1 0,0 0,0 0,0-1,0 1,-1 0,1-1,0 1,0 0,0 0,0-1,0 1,0 0,0-1,0 1,0 0,0-1,0 1,0 0,0-1,0 1,0 0,0-1,0 1,0 0,0 0,0-1,1 1,-1 0,0-1,0 1,0 0,0 0,1-1,-21 0,0 1,1 1,-1 0,1 1,-1 1,1 1,0 1,0 1,1 0,-1 2,1 0,-10 6,22-11,-1 0,1 1,-1 0,1 0,0 0,0 0,1 1,0 0,-1 0,1 1,1 0,-1-1,1 2,0-1,1 0,0 1,0-1,0 1,0 0,1 0,0 0,1 1,0-1,0 0,0 0,1 1,0-1,1 0,-1 1,1-1,1 0,-1 0,1 0,1 2,1-2,-1-1,1 0,0 0,1-1,-1 1,1-1,0 0,0-1,1 1,0-1,-1 0,1 0,1 0,-1-1,0 0,1-1,0 1,-1-1,1 0,0-1,0 0,4 1,0-1,0-1,0 1,-1-2,1 1,0-2,0 1,-1-1,1-1,-1 0,0-1,1 0,-2 0,1-1,5-3,-2-3,-1 0,0 0,0-1,-1-1,0 0,-1-1,-1 0,0 0,-1-1,-1 0,0 0,-1-1,-1 0,0 0,-1-1,-1 1,0-1,-1 1,-1-1,-1 0,0 0,-1 0,-1 1,-2-6,0 5,-4 32,6 6,2-1,0 1,1 0,1-1,1 0,0 1,2-1,0 0,2-1,0 0,1 0,1 0,8 13,-12-24,0 0,0-1,0 0,1 0,0 0,1-1,-1 0,1 0,0-1,1 0,-1 0,1 0,0-1,0 0,1-1,-1 0,1 0,-1-1,1 0,0 0,0-1,0 0,0-1,0 0,0 0,0-1,0 0,0-1,0 0,-1 0,1-1,-1 0,4-2,-2-1,-1-1,0-1,0 1,0-1,-1-1,0 0,-1 0,0 0,0-1,-1 0,0 0,-1-1,0 0,-1 0,0 0,1-8,4-15,-2-1,-1 0,-2 0,-1-33,-3 6,-13 275,13-206,-2 9,2 0,0 1,0-1,2 0,0 0,0 0,2 0,0-1,1 1,1-1,2 4,-7-16,1 0,0 0,1 0,-1 0,0 0,1-1,0 1,-1-1,1 0,0 1,0-1,0-1,1 1,-1 0,0-1,1 0,-1 0,1 0,-1 0,1 0,-1-1,1 1,0-1,-1 0,1 0,-1-1,1 1,0-1,-1 1,4-2,2-2,1 1,-1-1,0-1,0 1,-1-1,1-1,-1 0,0 0,-1-1,6-5,5-12,0-1,-1-1,-2-1,0 0,-2-1,-1 0,-2-1,0 0,-2-1,-1 0,-2 0,2-27,-5 45,-1 17,-3 21,-1 5,1 0,1 1,2-1,3 12,-3-33,1 0,0 0,0-1,1 1,1-1,0 1,0-1,1 0,0 0,0-1,1 0,0 1,0-2,1 1,6 4,5 0,0-2,0 0,1-1,0-1,0-1,1-1,0 0,1-2,-1 0,1-1,-1-1,1-1,0-1,0-1,18-3,60-8,-12-5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3:26.62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1 605,'60'-378,"-52"151,-9 476,5 160,2-336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3:26.94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0 475,'16'-149,"-4"-92,-12 157,48 468,-35-288,4-1,9 16,-18-82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3:27.33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23 239,'-5'16,"0"1,1 0,1 0,1 0,0 0,1 0,1 0,1 1,2 14,-2-23,1 1,0-1,1 0,-1 0,2 0,0 0,0 0,0-1,1 0,0 0,1 0,0-1,0 1,0-1,1-1,0 1,1-1,3 2,-2-2,2 0,-1-1,1 0,0 0,0-1,0 0,0-1,1-1,-1 0,1 0,0-1,0 0,-1-1,1-1,0 0,0 0,-1-1,1-1,-1 0,0 0,0-1,0-1,0 0,-1 0,1-1,-1 0,-1-1,1 0,3-4,-2-3,0 1,-1-1,-1-1,0 1,-1-2,-1 1,0-1,-1 0,-1 0,0-1,-1 0,-1 0,-1 0,0 0,-1 0,-1 0,-1 0,0 0,-1-1,-1 2,-1-1,0 0,-1 1,-1-1,0 1,-4-5,7 14,0 0,0 1,-1-1,0 1,0-1,-1 1,0 0,0 1,0-1,0 1,-1 0,0 0,0 1,0 0,-1 0,1 0,-1 1,0 0,0 0,0 1,-1 0,1 0,0 0,-1 1,1 0,-1 1,0 0,1 0,-1 1,1-1,-4 2,-9 6,1 1,1 0,0 1,0 1,1 1,0 0,1 2,1 0,0 0,1 1,0 1,-2 6,-51 58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3:29.02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1,'0'70,"29"1123,0-827,12 158,-22 152,-44-73,25-600,0-10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3:30.48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1 480,'111'161,"70"111,-149-216,-3 2,-2 0,-3 2,6 27,-10-29,-20-58,1 1,-1-1,0 0,1 1,-1-1,1 0,-1 1,1-1,-1 0,1 0,-1 0,1 1,-1-1,1 0,-1 0,1 0,-1 0,1 0,-1 0,1 0,0 0,-1 0,1 0,-1 0,1-1,-1 1,1 0,-1 0,1 0,-1-1,1 1,-1 0,1 0,-1-1,0 1,1-1,-1 1,1 0,-1-1,0 1,0-1,1 1,-1-1,0 1,0-1,1 1,-1-1,0 1,0-1,0 1,0-1,0 1,0-1,0 1,0-1,44-129,-37 103,23-118,-6-1,-7-1,-7-5,10-76,-19 228,-1 0,0 0,0 0,0 1,0-1,1 0,-1 0,0 0,0 0,0 0,1 0,-1 0,0 0,0 0,0 0,1 0,-1 0,0 0,0 0,0 0,1 0,-1 0,0 0,0 0,0 0,1 0,-1 0,0 0,0 0,0 0,1-1,-1 1,0 0,0 0,0 0,0 1,0-1,0 1,0-1,0 1,0 0,0-1,0 1,0 0,0-1,0 1,0 0,0-1,1 1,-1-1,0 1,0 0,1-1,-1 1,0-1,1 1,-1-1,0 1,1-1,-1 1,1-1,-1 1,1-1,-1 0,1 1,-1-1,1 0,0 1,-1-1,1 0,-1 0,1 0,0 1,-1-1,1 0,0 0,-1 0,1 0,0 0,-1 0,1 0,0 0,-1-1,1 1,-1 0,1 0,0 0,-1-1,1 1,-1 0,1-1,-1 1,1 0,-1-1,1 1,-1-1,1 1,-1-1,1 1,-1-1,0 1,1-1,63-140,0-16,-57 139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3:31.69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258 3982,'-12'-954,"-72"-362,22 793,-24-266,83 752,-3-25,3 1,2-1,3 0,4-13,6 34,6 58,27 38,-29-30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3:32.38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290 0,'-100'241,"-45"44,105-228,36-59,29-58,-4 16,8-13,-2-1,-3-2,-2 0,-3-1,7-47,-17 51,-8 57,-1-1,1 1,-1 0,1-1,-1 1,1 0,-1-1,1 1,-1 0,1 0,-1-1,1 1,-1 0,1 0,-1 0,1 0,0 0,-1 0,1 0,-1 0,1 0,0 0,-1 0,1 0,-1 0,1 0,-1 0,1 1,-1-1,1 0,-1 1,1-1,-1 0,1 1,-1-1,1 0,-1 1,1-1,-1 1,0-1,1 1,-1-1,0 1,1-1,-1 1,0-1,0 1,0-1,1 1,-1-1,0 1,0 0,0-1,0 1,0-1,0 1,0-1,0 1,0 0,0-1,-1 1,1-1,0 1,0-1,-1 1,1-1,11 27,-1-1,2 0,0 0,1-1,2 0,11 13,3-5,2-2,1-1,1-2,4 0,54 49,-64-46,-28-29,0-1,0 0,0 0,0 1,0-1,0 0,0 0,-1 0,1 0,0-1,-1 1,1 0,-1 0,1-1,-1 1,1-1,-1 0,1 1,-1-1,0 0,1 0,-1 0,1 0,-1 0,1 0,-1 0,0-1,1 1,-1 0,1-1,-2 0,3 1,-348-65,339 64,-1 0,1 1,-1 0,1 1,-1 0,1 0,0 1,-1 0,1 1,0 0,0 0,1 1,-1 0,1 1,-1-1,-2 4,-39 28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4:05.25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514 48,'-6'-6,"-1"1,1 0,-1 1,0 0,-1 0,1 1,-1-1,1 1,-1 1,0 0,0 0,0 1,-1-1,1 2,0-1,0 1,0 1,-1-1,1 1,0 1,0-1,0 2,0-1,0 1,1 0,-1 0,1 1,-14 14,1 1,2 0,-1 1,2 1,1 1,1 1,0 0,2 0,1 2,1-1,1 2,1-1,1 1,-2 16,-21 111,8 1,6 1,7 1,6 0,10 41,-5-39,1 453,18-381,47 219,-4-48,12 246,-56-512,6 0,5-2,48 126,162 360,-227-583,2 0,1-1,19 29,-29-54,0-1,1 0,0 0,1-1,0 0,0 0,1-1,0 0,0 0,1-1,-1 0,1-1,1 0,-1-1,6 2,-7-3,1 0,0-1,-1-1,1 1,0-1,0-1,0 0,0-1,0 1,0-2,0 0,0 0,-1 0,1-1,-1-1,0 0,0 0,0 0,0-1,-1-1,0 0,0 0,2-2,34-31,-1-2,-2-2,20-29,-38 35,-2-1,-1-1,-2-1,-2 0,-1-2,-3 1,-1-2,-2 1,-2-1,-2-1,-1-6,10-86,-6 0,-6-1,-8-50,-1 75,-19-475,23 502,-4 1,-4-1,-3 1,-5 1,-7-15,-54-226,-2-92,-23-163,22-154,52 504,-45-124,76 352,-1-4,0 1,0-1,-1 0,0 1,1-1,-1 1,-1-1,1 1,-1 0,1 0,-1 0,0 0,-4-2,6 6,0 0,0 1,0-1,0 1,0-1,0 1,0 0,0-1,1 1,-1 0,0 0,0 0,1 0,-1-1,0 1,1 0,-1 0,1 0,-1 0,1 0,-1 0,1 1,0-1,-1 0,1 0,0 0,0 0,0 0,0 0,0 1,0-1,0 0,1 0,-1 1,0-2,-1 3,1 1,-1-1,1 1,0-1,0 1,0-1,1 0,-1 1,1-1,0 1,0-1,0 0,0 1,0-1,1 0,0 0,-1 0,3 3,8 4</inkml:trace>
  <inkml:trace contextRef="#ctx0" brushRef="#br0" timeOffset="644.54">1464 1024,'1'0,"0"1,0-1,0 1,0-1,0 0,0 1,0-1,0 0,0 0,0 0,0 0,0 0,0 0,0 0,0 0,0 0,0 0,0 0,0-1,0 1,0 0,0-1,0 1,0-1,0 1,0-1,-1 1,1-1,0 0,0 0,0 1,-1-1,2 0,150-104,-120 80,681-560,-606 507,-106 77,-1 1,1-1,-1 1,1-1,-1 1,1-1,0 1,-1-1,1 1,0-1,-1 1,1 0,0-1,0 1,-1 0,1 0,0-1,0 1,-1 0,1 0,0 0,0 0,0 0,-1 0,1 0,0 1,0-1,-1 0,1 0,0 0,0 1,-1-1,1 1,0-1,-1 0,1 1,0-1,-1 1,1-1,-1 1,1 0,-1-1,1 1,-1-1,1 1,-1 0,1-1,-1 1,0 0,-7 38,-10 0</inkml:trace>
  <inkml:trace contextRef="#ctx0" brushRef="#br0" timeOffset="905.354">1891 1599,'16'-12,"17"-14,14-17,12-13,6-10,3-3,-4 4,-7 10,-12 14,-13 22,-12 13</inkml:trace>
  <inkml:trace contextRef="#ctx0" brushRef="#br0" timeOffset="1174.635">1864 2561,'21'-14,"15"-15,14-15,6-8,4-5,-2 0,-6 6,-8 9,-8 12,-9 11,-9 8</inkml:trace>
  <inkml:trace contextRef="#ctx0" brushRef="#br0" timeOffset="1422.973">1958 3176,'21'-20,"17"-21,14-14,8-10,4-3,-1 4,-5 10,-8 15,-12 13</inkml:trace>
  <inkml:trace contextRef="#ctx0" brushRef="#br0" timeOffset="1632.411">1851 3898,'23'-16,"16"-12,11-12,8-10,2-4,-2 0,-4 4,-9 12,-8 11,-11 13,-10 8</inkml:trace>
  <inkml:trace contextRef="#ctx0" brushRef="#br0" timeOffset="1852.908">1945 4406,'9'7,"10"-5,8-11,7-14,7-14,2-10,2-4,-3 3,-4 4,-6 10,-8 16,-9 10</inkml:trace>
  <inkml:trace contextRef="#ctx0" brushRef="#br0" timeOffset="2037.412">1932 4848,'23'-21,"18"-20,16-17,11-12,4-5,1 2,-7 10,-12 18,-16 16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4:12.58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3078 381,'-66'-51,"35"25,-1 2,-1 1,-1 2,-35-16,1 13,-1 3,-1 3,-1 3,0 4,-1 2,0 3,0 4,-1 3,1 3,0 3,-161 19,-140 36,212-27,0 6,3 8,-97 45,180-62,2 2,2 4,1 2,-12 14,53-34,1 1,2 2,0 1,1 1,2 1,0 1,2 1,1 0,1 2,-13 30,23-37,0 2,2-1,0 1,2 0,1 0,1 0,1 1,1-1,2 1,0-1,2 0,0 1,2-1,1 0,1-1,1 0,1 0,1 0,5 7,7 20,3-1,2 0,2-2,2-2,2 0,2-3,2 0,2-3,1-1,2-2,2-2,1-1,1-3,2-2,6 1,39 5,2-3,1-5,1-4,1-4,1-4,0-5,16-4,110 6,153-14,-297-5,1-3,-1-3,-1-4,-1-4,0-3,-2-3,-1-4,30-18,4-7,-3-4,-3-5,85-70,-148 102,-2-2,-1-1,-2-2,-2-1,-2-2,-1-2,-2 0,21-44,-35 56,-1 0,-2-1,-1 0,-1-1,-2 0,-1 0,-2-1,-1 0,-2 0,-1 0,-1-1,-2 1,-2 0,-2-4,-8-17,-2 1,-3 1,-2 0,-2 1,-2 2,-3 0,-2 2,-2 1,-18-18,24 31,-1 2,-3 1,0 2,-2 0,0 2,-19-10,32 24,-1 1,-1 1,0 1,0 1,-1 1,0 0,0 2,-1 0,0 2,0 1,0 0,-14 1,7 4,0 1,0 1,0 2,1 1,0 1,0 1,1 2,0 0,-20 14,-20 13,1 4,3 2,-6 9,-55 47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4:13.4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269 1899,'520'-359,"-113"80,12 19,69-13,-138 102,67-9,-328 145,2 4,22-2,-74 25,-39 8,0 0,-1 1,1-1,0 0,0 1,0-1,0 0,0 1,0-1,0 0,0 1,0-1,0 0,0 1,0-1,0 0,0 1,0-1,0 0,0 1,0-1,0 0,0 0,0 1,1-1,-1 0,0 1,0-1,0 0,1 0,-1 1,0-1,0 0,1 0,-1 0,0 1,0-1,1 0,-1 0,0 0,1 0,-1 0,0 1,0-1,1 0,-1 0,1 0,-14 7,1-1,-1 1,0-2,0 0,-1-1,0 0,-9 1,21-5,-51 12</inkml:trace>
  <inkml:trace contextRef="#ctx0" brushRef="#br0" timeOffset="390.496">1 1,'9'2,"0"0,-1 1,1 1,-1-1,1 1,-1 1,0 0,-1 0,1 0,3 4,-2-2,320 261,-225-179,293 243,13-17,341 192,-455-340,-93-54,166 123,-303-184,-54-40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5:24.33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83 47,'-1'0,"0"0,0 0,-1 0,1 0,0 0,0 0,0 1,0-1,0 1,0-1,0 0,0 1,0 0,0-1,0 1,1 0,-1-1,0 1,0 0,0 0,1 0,-1-1,1 1,-1 0,0 0,1 0,0 0,-1 0,1 0,0 0,-1 1,1-1,0 0,-11 26,1 0,1 1,1 0,2 0,1 1,1 0,2 0,0 0,2 0,2 15,3-5,1 1,2-1,2-1,1 0,13 30,-20-57,-1-1,1 0,1-1,0 1,0-1,1 0,0 0,0 0,1-1,0 0,1 0,0-1,0 0,5 3,-7-5,1 0,1-1,-1 0,1 0,-1 0,1-1,0 0,0 0,1-1,-1 0,0-1,1 0,-1 0,1-1,-1 0,1 0,-1-1,1 0,-1-1,1 1,-1-2,0 1,0-1,0 0,0-1,2-2,2-4,0 0,0-2,-1 1,-1-1,0-1,-1 0,0 0,-1-1,0 0,-1-1,-1 1,0-1,-2-1,1 1,-2-1,0 1,0-1,-2 0,0-4,2-4,-1 0,-2 0,0-1,-2 1,0 0,-2 0,-1 0,0 0,-2 1,-1 0,-2-2,-12-31,17 40,-1 1,0-1,-2 1,1 0,-2 1,0 0,-1 0,0 1,-6-6,9 14,-1 1,0 0,0 0,-1 1,1 0,-1 1,1 0,-1 0,0 1,0 0,1 0,-1 1,0 0,0 1,0 0,0 0,1 1,-1 0,-2 1,7-2,-1 1,1-1,-1 1,1 0,0 1,0-1,0 1,0-1,0 1,1 0,-1 1,1-1,0 0,0 1,0 0,1 0,-1 0,1 0,0 0,0 0,0 1,0-1,1 1,-1 2,-12 116,13-118,1 25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5:25.64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8 481,'0'0,"0"0,0 0,0-1,1 1,-1 0,0 0,0-1,0 1,0 0,0-1,1 1,-1 0,0 0,0-1,0 1,0 0,0-1,0 1,0 0,0-1,0 1,0 0,0-1,0 1,-1 0,1-1,0 1,0 0,0-1,0 1,0 0,-1 0,1-1,0 1,0 0,0 0,-1-1,1 1,0 0,0 0,-1 0,1 0,0-1,-1 1,1 0,0 0,0 0,-1 0,1 0,0 0,-1 0,1 0,0 0,-1 0,1 0,0 0,-1 0,1 0,0 0,-1 0,6-28,2 1,0-1,2 1,1 1,5-8,-5 9,12-29,1 2,3 1,14-20,-8 33,-32 37,1 0,0 1,-1-1,1 0,0 1,0-1,0 1,-1 0,1-1,0 1,0 0,0-1,0 1,0 0,0 0,0 0,0 0,-1 0,1 0,0 0,0 0,0 0,0 0,0 0,0 0,0 1,0-1,0 1,-1-1,1 0,0 1,0-1,0 1,-1 0,1-1,0 1,-1-1,1 1,0 0,-1 0,1-1,-1 1,1 0,-1 0,0 0,1 0,-1 0,0-1,5 15,0-1,-1 1,-1-1,-1 1,0 0,-1 0,0 0,-1 0,-2 9,2 7,-14 314,11-319,0-15,1 0,1-1,0 1,0 0,1 0,1 0,0 0,0-1,1 1,0 0,1-1,0 1,0-1,2 0,-1 0,1 0,0-1,10 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5:26.53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1 510,'84'-180,"-18"48,3-65,-69 197,1 1,-1-1,0 0,0 1,1-1,-1 1,0-1,1 0,-1 0,0 1,1-1,-1 0,0 0,1 1,-1-1,0 0,1 0,-1 0,1 0,-1 1,1-1,-1 0,0 0,1 0,-1 0,1 0,-1 0,1 0,-1 0,0 0,1-1,-1 1,1 0,-1 0,0 0,1 0,-1-1,1 1,-1 0,0 0,1-1,-1 1,0 0,1 0,-1-1,0 1,0 0,1-1,-1 1,0-1,10 39,-1 1,-2-1,-2 1,-1 0,-2 10,-1-36,8 459,-4-418,0-12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5:27.32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0 472,'165'-334,"-99"197,-67 137,1 1,0-1,0 1,-1-1,1 1,0-1,0 1,0 0,0-1,0 1,0-1,0 1,0 0,0-1,0 1,0-1,0 1,0 0,0-1,1 1,-1-1,0 1,0-1,1 1,-1-1,0 1,1-1,-1 1,1-1,-1 1,1-1,-1 0,0 1,1-1,-1 0,1 1,0-1,-1 0,1 0,-1 1,1-1,-1 0,1 0,0 0,-1 0,1 0,-1 0,1 0,0 0,-1 0,1 0,-1 0,1 0,0 0,-1 0,1-1,-1 1,1 0,-1 0,1-1,-1 1,1 0,-1-1,1 1,-1-1,1 1,-1 0,0-1,1 0,5 44,-1-1,-3 1,-2 40,0-50,-30 455,29-469,-1-7,1 0,0 1,1-1,0 0,1 0,0 0,1 0,0 0,1 0,3 9,8 2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5:29.00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1 458,'184'-318,"-127"202,-56 115,-1 1,-1-1,1 0,0 0,0 0,0 1,0-1,0 0,0 0,1 1,-1-1,0 0,0 0,0 1,1-1,-1 0,0 0,1 1,-1-1,1 0,-1 1,1-1,-1 1,1-1,-1 0,1 1,0-1,-1 1,1 0,0-1,-1 1,1 0,0-1,-1 1,1 0,0 0,0-1,0 1,-1 0,1 0,0 0,0 0,-1 0,1 0,0 0,0 0,0 0,-1 1,1-1,0 0,0 0,-1 1,1-1,0 1,-1-1,1 0,0 1,-1-1,1 1,14 115,1 135,-12 97,-12-278,-25-107,31 35,0 1,-1-1,1 1,0 0,-1-1,1 1,-1 0,1 0,-1 1,1-1,-1 0,0 1,1 0,-1-1,0 1,1 0,-1 0,0 1,1-1,-1 1,0-1,1 1,-1 0,1 0,-1 0,1 0,0 0,-1 1,1-1,0 1,0-1,0 1,0 0,0 0,0 0,-1 1,4-1,-1-1,1 0,-1 1,1-1,0 0,-1 0,1 0,0 0,0 1,0-1,0 0,0 0,0-1,0 1,0 0,1 0,-1 0,0-1,0 1,1-1,-1 1,0-1,1 1,-1-1,0 0,1 0,-1 0,1 0,-1 0,0 0,1 0,0 0,-1 0,31 1,1-1,-1-1,0-2,1-1,-1-2,30-9,-16 4,20-3,-11 3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4:25.44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19745 1352,'-14'31,"1"1,2 1,1 0,1 1,2-1,2 2,1-1,1 0,2 1,2 0,3 21,-2-24,1-1,2 0,2 0,0-1,2 1,2-2,0 1,2-2,1 1,-7-16,0 0,1-1,1 0,0-1,0 1,1-2,0 1,1-1,0-1,1 0,0-1,0 0,1-1,0 0,0-1,1 0,0-1,0-1,0 0,5 0,-9-3,0 0,0-1,-1 0,1-1,0 0,-1 0,1-1,-1 0,1-1,-1 0,0-1,0 0,0 0,-1-1,0 0,1 0,-2-1,1 0,-1 0,0-1,0 0,0 0,-1-1,2-4,9-12,-1-1,-1-1,-1-1,-2 0,0 0,-2-1,3-16,-2 9,-2-1,-1 0,-2 0,-2-1,-1 1,-2-1,-1 0,-2 0,-1 0,-3 1,0-1,-3 2,0-1,-4-1,9 25,-1 0,0 0,-1 1,0 0,-1 0,-1 0,1 1,-2 0,1 0,-1 1,-1 1,0-1,0 1,0 1,-1 0,0 0,-1 1,1 1,-1 0,0 0,-1 1,1 1,-1 0,1 1,-1 0,0 1,0 0,0 1,0 1,0 0,1 0,-1 2,0-1,-8 4,8 0,0 1,1 1,-1-1,2 2,-1 0,1 0,0 1,1 0,0 1,1 0,0 1,1 0,0 0,1 1,0 0,1 0,1 0,-2 7,-1 5,1 0,1 0,1 1,1 0,1 0,2 0,0 1,2-1,4 22,16 52,7-13</inkml:trace>
  <inkml:trace contextRef="#ctx0" brushRef="#br0" timeOffset="446.315">20641 1940,'-3'-49,"2"0,3 0,1 0,8-30,-3 6,25-304,-32 491,-37 555,39-520,2-95</inkml:trace>
  <inkml:trace contextRef="#ctx0" brushRef="#br0" timeOffset="4433.154">23930 1218,'0'-3,"0"-1,1 1,0-1,-1 1,1 0,0-1,1 1,-1 0,0 0,1 0,0 0,0 0,0 0,0 0,0 1,0-1,1 1,-1-1,1 1,0 0,0 0,0 0,0 0,0 1,0-1,0 1,0 0,1 0,97-18,-84 18,-1 1,1 0,-1 2,1-1,-1 2,0 0,0 1,0 1,0 0,-1 1,0 1,0 0,-1 1,4 3,-15-8,1 0,-1 0,0 0,0 0,0 0,0 1,0 0,-1-1,0 1,0 0,0 0,0 0,0 1,-1-1,0 0,0 1,0-1,0 1,-1-1,0 0,0 1,0-1,0 1,-1-1,1 1,-1-1,0 1,-1-1,1 0,-1 0,0 0,0 0,0 0,0 0,-1 0,0-1,1 1,-3 1,-15 17,-1-1,-1-1,0-1,-2-1,0-1,-18 9,-36 27,78-52,1-1,0 0,-1 0,1 0,-1 1,1-1,-1 0,1 0,-1 1,1-1,-1 0,1 1,-1-1,0 1,1-1,-1 1,0-1,1 1,-1-1,0 1,0-1,1 1,-1-1,0 1,0-1,0 1,0 0,1-1,-1 1,0-1,0 1,0-1,0 1,-1 0,1-1,0 1,0-1,0 1,0-1,-1 1,1-1,0 1,0-1,-1 1,1-1,0 1,-1-1,1 1,-1-1,1 1,0-1,-1 0,1 1,-1-1,1 0,-1 1,1-1,-1 0,1 0,-1 0,0 1,1-1,-1 0,1 0,-1 0,1 0,-1 0,0 0,0 0,182-7,-157 9,1 0,-1 2,-1 1,1 1,-1 1,0 1,0 0,-1 2,0 1,-1 1,0 0,8 9,-25-18,0-1,0 1,0 0,-1 1,1-1,-1 1,0-1,0 1,-1 0,1 0,-1 0,0 0,0 1,0-1,0 1,-1-1,0 1,0-1,0 1,0 0,-1 0,0-1,0 1,0 0,0-1,-1 1,0 0,0 0,0-1,-1 2,-7 7,0 1,-1-2,0 1,-1-1,-1-1,0 0,0 0,-1-1,0-1,-1 0,0-1,0-1,-1 0,0 0,0-2,0 0,-1-1,0 0,-8 0,-7 1,1-1,-1-1,1-2,-1-1,0-1,-4-2,35 2,1 1,-1 0,0-1,1 1,-1 0,0 0,1-1,-1 1,0 0,0-1,1 1,-1-1,0 1,0 0,0-1,0 1,1-1,-1 1,0-1,0 1,0 0,0-1,0 1,0-1,0 1,0-1,0 1,0-1,0 1,-1 0,1-1,0 1,0-1,0 1,0 0,-1-1,1 1,0 0,-1-1,1 1,0 0,0-1,-1 1,1 0,0-1,-1 1,1 0,-1 0,1 0,0-1,-1 1,1 0,-1 0,1 0,-1 0,1 0,0 0,-1 0,1 0,-1 0,1 0,-1 0,1 0,-1 0,1 0,10-8</inkml:trace>
  <inkml:trace contextRef="#ctx0" brushRef="#br0" timeOffset="4860.53">25881 1338,'-9'3,"2"0,6-1,12 1,14-2,16 0,13 0,8-1,5 0,1 0,-3 0,-3 2,-6 3,-9 3,-14 3,-11 1,-10-1</inkml:trace>
  <inkml:trace contextRef="#ctx0" brushRef="#br0" timeOffset="5125.056">25881 1619,'19'7,"18"2,20 0,19-2,14-4,7-6,4-3,-4-2,-8 1,-13 0,-21 0</inkml:trace>
  <inkml:trace contextRef="#ctx0" brushRef="#br0" timeOffset="5452.168">26523 1111,'-11'1,"24"12,12 2,0 0,2-2,0-1,28 9,-20-7,22 7,8 3,-2 3,-1 2,48 31,-103-57,0 1,-1 1,1-1,-1 1,0 0,0 1,0-1,-1 1,0 0,0 1,0-1,-1 1,0 0,0 0,-1 0,0 0,0 1,-1-1,0 1,0 0,-1 0,0 0,0-1,-1 4,-5 5,-1 1,-1-1,-1-1,0 1,-1-1,0-1,-1 0,-1 0,-1-1,0 0,0-1,-1-1,0 0,-15 9,-271 198,240-176</inkml:trace>
  <inkml:trace contextRef="#ctx0" brushRef="#br0" timeOffset="796.377">21136 1646,'0'-476,"5"436,1 42,18 96,-22-82,10 142,-7-1,-7 1,-8 15,4-55,4-99,0-1,1 1,1 0,1-1,1 1,0-1,1 0,1 0,1 0,1 0,0 0,1-1,1 0,16 13</inkml:trace>
  <inkml:trace contextRef="#ctx0" brushRef="#br0" timeOffset="2001.978">21657 2328,'17'-19,"1"1,0 0,1 2,1 0,1 1,0 1,1 1,0 1,1 1,0 1,11-3,-31 12,0-1,0 1,0 0,0 0,0 1,0-1,0 0,0 1,0 0,1 0,-1 0,0 0,0 0,0 1,0-1,1 1,-1 0,0 0,0 0,0 0,0 1,-1-1,1 1,0-1,-1 1,1 0,-1 0,1 1,1 1,-1 6,0 0,-1 0,0 1,0-1,-1 1,-1 0,0-1,0 1,-1-1,0 1,-1-1,0 1,-1-1,0 0,-1 0,1 0,-5 6,-19 49,-3-1,-2-1,-25 32,26-43,24-40,-21 56,29-66,0-1,0 1,0-1,0 1,0-1,0 0,0 1,1-1,-1 0,0 0,1 0,-1 0,1 0,-1 0,1-1,-1 1,1 0,0-1,-1 1,1-1,0 0,0 1,-1-1,1 0,0 0,0 0,-1 0,1-1,0 1,0 0,1-1,0 1,36-3,-1-1,0-2,0-2,1-1,-3 1,227-60,-235 57,-8 1</inkml:trace>
  <inkml:trace contextRef="#ctx0" brushRef="#br0" timeOffset="2394.927">22700 1499,'9'2,"10"1,8 0,9-1,6 0,3-1,5 0,-1-1,-3 0,-3 0,-7 2,-9 1</inkml:trace>
  <inkml:trace contextRef="#ctx0" brushRef="#br0" timeOffset="2654.233">22740 1793,'22'5,"20"1,16-1,11-2,11-5,4-7,0-3,-14-1</inkml:trace>
  <inkml:trace contextRef="#ctx0" brushRef="#br0" timeOffset="6322.867">19157 4627,'7'0,"14"0,18-3,22-2,20-3,15 0,9 1,1 2,-9 2,-12 2,-18 2,-20 4,-19 3,-13 1</inkml:trace>
  <inkml:trace contextRef="#ctx0" brushRef="#br0" timeOffset="6572.824">19398 4828,'-5'13,"11"8,17-1,23-6,24-11,21-12,13-8,2-6,-5-2,-13 2,-22 5</inkml:trace>
  <inkml:trace contextRef="#ctx0" brushRef="#br0" timeOffset="6853.607">19932 4360,'0'3,"1"-1,-1 1,0 0,1 0,-1-1,1 1,0 0,0-1,0 1,0-1,1 1,-1-1,1 0,-1 0,1 1,0-1,0 0,0 0,0-1,0 1,0 0,0-1,1 1,-1-1,0 0,1 0,0 1,-1-2,1 1,0 0,-1-1,1 1,-2-1,45 19,1-2,1-3,21 4,127 43,-189-59,-1 0,1 1,-1 0,0 0,0 1,0-1,0 2,0-1,-1 0,0 1,0 0,0 0,-1 1,0-1,0 1,0 0,0 0,-1 0,0 0,0 2,-2 1,0 0,0-1,-1 1,0-1,-1 1,0 0,0-1,-1 1,0-1,0 0,-1 1,0-1,-1-1,0 1,-1 2,-78 110,2-32,-4-4,-3-3,-79 53,112-90,12-9</inkml:trace>
  <inkml:trace contextRef="#ctx0" brushRef="#br0" timeOffset="16268.322">26671 5897,'2'19,"1"0,2-1,-1 1,2-1,1 0,0-1,1 0,1 0,1 0,0-1,1-1,0 1,2-2,8 9,-7-7,1-1,0 0,1-1,0-1,1 0,1-1,0-1,0-1,1-1,0 0,1-2,0 0,0-1,1-1,-1 0,1-2,0-1,0 0,19-2,-31-1,-1 0,0 0,0-1,0 0,0-1,0 1,-1-2,1 1,-1-1,1 0,-2-1,1 1,0-1,-1-1,0 1,0-1,0 0,-1-1,0 1,0-1,-1 0,1 0,-2 0,1-1,-1 0,0 1,-1-1,1 0,-2 0,1-1,-1 0,0 1,0-1,0 0,-2 1,1-1,-1 1,0-1,0 0,-1 1,-1 0,1-1,-1 1,-1 0,1 0,-1 1,-1-1,-3-5,7 12,0 0,0 0,0 0,0 1,0-1,0 0,0 0,0 1,0-1,0 0,-1 1,1-1,0 1,0 0,0-1,-1 1,1 0,0 0,-1 0,1-1,0 2,0-1,-1 0,1 0,0 0,-1 0,1 1,0-1,0 1,0-1,-1 1,1-1,0 1,0 0,0-1,0 1,0 0,0 0,0 0,0 0,0 0,1 0,-1 0,0 0,1 0,-1 0,1 1,-28 59,17-10,2 0,3 0,2 1,2 0,2 0,3-1,7 41,12 51,32 103,-22-107,12 116,-41-240,-1 0,-1 0,0-1,-1 1,0 0,-1 0,-1 0,0 0,-1-1,-1 1,0-1,-3 3,7-15,-1 0,0 0,0 0,0 0,0 0,-1-1,1 1,0-1,-1 1,1-1,-1 1,0-1,1 0,-1 1,0-1,0 0,0 0,0-1,0 1,0 0,0-1,0 1,0-1,0 1,0-1,0 0,0 0,0 0,0 0,0-1,-1 1,1 0,0-1,0 1,0-1,0 0,0 0,1 0,-1 0,0 0,0 0,1 0,-1-1,0 1,1-1,-1 1,1-1,-8-8,0 0,1-1,0 0,1-1,0 0,1 0,1 0,-1-1,2 1,0-1,1-1,0 1,0 0,2-1,0 1,0-1,1 1,1-1,0 1,3-9,1 5,0 0,1 0,1 1,1-1,0 2,2-1,-1 2,2-1,0 1,0 0,2 1,-1 1,2 0,-1 1,2 0,-1 1,1 1,1 0,0 1,0 0,1 2,0 0,0 1,0 0,0 2,1 0,0 1,-1 0,1 2,0 0,0 1,8 2,-17-1,1 0,0 1,-1 0,0 0,0 1,0 1,0-1,-1 2,1-1,5 6,-10-8,-1-1,0 2,0-1,0 0,0 0,0 1,-1 0,0-1,0 1,0 0,0 0,0 1,-1-1,1 0,-1 0,0 1,-1-1,1 0,-1 1,0-1,0 1,0-1,-1 1,0 3,-3 1,1 0,-2 0,1 0,-2 0,1-1,-1 0,0 0,0 0,-1-1,0 0,-1 0,1-1,-1 0,-1 0,1-1,-1 0,0-1,-6 3,15-7,1 0,-1 1,0-1,0 0,0 0,0 0,0 1,0-1,1 0,-1 1,0-1,0 0,0 0,0 1,0-1,0 0,0 0,0 1,0-1,0 0,-1 1,1-1,0 0,0 0,0 1,0-1,0 0,0 0,0 0,-1 1,1-1,0 0,0 0,0 1,-1-1,1 0,0 0,0 0,-1 0,1 0,0 1,0-1,-1 0,1 0,0 0,0 0,-1 0,1 0,0 0,0 0,-1 0,1 0,0 0,-1 0,1 0,27 0,-19 0,21-2,1 2,-1 1,1 2,-1 1,15 4,-37-7,0 1,0 0,-1 0,1 1,-1 0,1 0,-1 0,0 1,0 0,-1 0,1 1,-1-1,0 1,0 0,-1 1,1-1,-1 1,0 0,-1 0,1 0,-1 0,-1 1,1-1,-1 1,0-1,0 4,-1-5,-1 1,1 0,-1 0,-1-1,1 1,-1 0,0 0,0-1,0 1,-1-1,0 1,0-1,-1 0,1 1,-1-1,0-1,-1 1,1 0,-1-1,0 0,0 1,0-2,-1 1,1 0,-1-1,0 0,-1 1,-6 3,0 0,-1-1,1 0,-1-1,0-1,-1 0,1-1,-1 0,0-1,1 0,-2-1,3-2,-1 1,1-2,-1 1,1-2,-1 0,1 0,0-1,1-1,-1 0,1 0,-10-7,-23-16</inkml:trace>
  <inkml:trace contextRef="#ctx0" brushRef="#br0" timeOffset="7695.357">21857 4708,'-13'-8,"0"1,0 0,-1 2,0-1,-1 2,1 0,-1 1,1 0,-1 1,0 0,-12 1,21 3,1-1,0 1,0 0,0 0,0 0,1 1,-1-1,1 1,-1 1,1-1,0 0,0 1,1 0,-1 0,1 0,-1 0,1 1,1-1,-1 1,1 0,-1 0,2 0,-1 0,0 0,1 0,0 0,0 0,0 2,0-2,0 1,0 0,0-1,1 1,0 0,0-1,0 1,1 0,0-1,0 1,0 0,1-1,0 1,0-1,0 0,1 0,0 0,-1 0,2 0,-1-1,1 1,-1-1,1 0,0 0,1 0,1 1,-3-4,0 1,0-1,0 0,1 0,-1 0,0 0,1 0,-1-1,1 1,-1-1,1 0,-1 0,1-1,-1 1,0-1,1 1,-1-1,0 0,1 0,-1-1,0 1,0-1,0 1,0-1,0 0,0 0,0-1,62-73,-57 62,-1 0,0 0,-1-1,-1 0,0 0,-1-1,0 1,-2-1,0 0,0 0,-2 0,0 0,0 15,1 1,-1-1,0 0,0 1,1-1,-1 1,0-1,0 0,0 1,0-1,0 0,0 1,0-1,0 0,0 1,0-1,0 1,-1-1,1 0,0 1,0-1,-1 1,1-1,0 0,-1 1,1-1,0 1,-1-1,1 1,-1-1,1 1,-1 0,1-1,-1 1,1-1,-1 1,1 0,-1 0,0-1,1 1,-1 0,1 0,-1 0,0 0,1-1,-1 1,-3 10,1 0,0 1,1-1,0 0,0 1,1-1,1 1,0-1,0 1,2 7,-2-2,2 0,0 0,1 0,0-1,1 1,1-1,1 0,0 0,2 2,-5-10,1 0,0-1,1 1,0-1,0 0,0-1,0 1,1-1,0 0,0 0,1-1,-1 0,1 0,0 0,0-1,0 0,0-1,1 1,7 0,34 3,-3-6</inkml:trace>
  <inkml:trace contextRef="#ctx0" brushRef="#br0" timeOffset="10072.688">22539 4667,'-5'-6,"-1"0,0 1,-1 0,1 0,-1 0,0 1,-1 0,1 0,-1 1,1 0,-1 0,0 1,0 0,0 0,0 1,0 0,-1 1,1-1,0 2,0-1,-1 1,1 0,0 1,0 0,0 0,0 1,1 0,-1 0,1 1,-1 0,-3 4,1 2,0-1,1 1,0 1,0 0,1 0,0 1,1-1,1 2,0-1,0 1,1 0,1 0,0 0,1 1,0-1,1 1,1 0,0 1,1-8,-1-1,2 1,-1-1,1 1,0-1,0 1,0-1,1 0,0 1,1-1,-1 0,1 0,0-1,1 1,-1-1,1 1,0-1,0 0,1 0,0-1,-1 0,2 1,-1-2,0 1,1 0,0-1,-1 0,1-1,6 3,1-2,0 0,-1-1,2 0,-1-1,0-1,0 0,0 0,0-1,0-1,0 0,0-1,0-1,-1 0,0 0,1-1,-1-1,9-4,0-2,-1 0,-1-1,0 0,-1-2,0 0,-1-1,10-13,-9 6,-1-1,-1-1,-1 0,-2 0,0-2,-2 1,0-2,-2 1,-2-2,0 1,1-20,4-51,-5 1,-5-79,-2 89,8-208,-6 282,-2 45,32 771,-31-787,1 37,3-1,2 0,2 0,3 3,-12-50,1-1,0 1,0 0,0 0,0 0,1-1,-1 1,1-1,0 1,0-1,0 1,1-1,-1 0,1 0,0 0,-1-1,1 1,0-1,1 1,-1-1,0 0,1 0,-1-1,1 1,0-1,-1 1,1-1,0 0,0-1,0 1,0-1,0 1,0-1,0-1,0 1,1-1,6-4,0-1,0 0,-1-1,0-1,-1 1,0-1,0-1,0 0,-1 0,-1-1,1 0,-2 0,1 0,-2-1,1 0,-1-1,2-6,48-113,-44 122,-7 28,-9 82,2-82,2 1,0-1,1 0,0 1,2-1,3 17,-4-33,0 0,0 0,0 0,1 0,-1 0,1-1,-1 1,1 0,0-1,0 1,0-1,1 0,-1 0,0 0,1 0,-1 0,1 0,0-1,0 1,0-1,-1 1,1-1,0 0,1-1,-1 1,0 0,0-1,0 0,0 0,0 0,1 0,-1 0,0 0,0-1,0 0,0 1,0-1,0-1,31-8</inkml:trace>
  <inkml:trace contextRef="#ctx0" brushRef="#br0" timeOffset="10321.025">23395 4386,'-13'0,"-8"0,1-2,3-1</inkml:trace>
  <inkml:trace contextRef="#ctx0" brushRef="#br0" timeOffset="10522.484">22754 4240,'25'-3,"24"0,22-2,21 0,17 0,6 2,1 0,-20 2</inkml:trace>
  <inkml:trace contextRef="#ctx0" brushRef="#br0" timeOffset="10732.762">23689 4534,'-2'10,"1"1,0 0,0-1,1 1,0 0,1 0,0-1,1 1,0 0,1-1,0 0,1 0,0 0,0 0,1 0,0-1,1 0,0 0,1 1,4 4,0-2,1 1,1-1,0-1,1 0,-1-1,2 0,0-2,0 1,0-2,7 2,-21-8,1 0,0-1,0 1,0-1,0 0,0 0,0 0,0 0,0 0,0 0,0 0,0-1,0 1,0-1,0 1,0-1,0 0,0 0,-1 1,1-1,0-1,-1 1,1 0,-1 0,1-1,-1 1,1 0,-1-1,0 0,0 1,0-1,0 0,0 1,0-1,0-2,20-74,-19 66,5-35,-3 14,1 1,2 1,1-1,1 1,1 0,2 1,6-8,24-11,-22 38</inkml:trace>
  <inkml:trace contextRef="#ctx0" brushRef="#br0" timeOffset="12227.124">24250 4774,'17'-9,"0"0,-1-2,-1 0,1-1,-2 0,0-1,0-1,-2 0,1-1,-2 0,0-1,-1-1,0 1,-2-1,0-1,0 0,-2 0,1-5,-6 22,0-1,0 0,-1 1,1-1,0 0,-1 1,1-1,-1 0,0 0,1 0,-1 1,0-1,0 0,0 0,0 0,-1 0,1 1,0-1,-1 0,1 0,-1 1,0-1,0 0,1 1,-1-1,0 1,0-1,-1 1,1-1,0 1,0 0,-1-1,1 1,0 0,-1 0,1 0,-1 0,0 0,1 1,-1-1,0 0,1 1,-1-1,0 1,0 0,0 0,1-1,-1 1,0 0,0 0,0 1,0-1,0 0,-7 5,1-1,-1 1,1 1,0 0,0 0,0 0,1 1,0 0,0 1,1-1,0 1,0 1,1-1,0 1,1 0,0 0,0 0,1 0,0 1,0 0,1 1,0-5,1 0,-1 0,1 0,0 0,0 1,1-1,0 0,0 1,1-1,-1 0,1 0,1 1,-1-1,1 0,0 0,1 0,-1-1,1 1,0 0,1-1,-1 0,1 0,0 0,0 0,1-1,-1 1,5 2,6 0,-1 0,1-1,0-1,0-1,1 0,-1-1,1 0,0-1,0-1,-1-1,1 0,0-1,0-1,0 0,4-2,21-5,0-1,0-2,-1-2,0-1,-1-2,-1-2,-1-2,-1-1,24-20,-55 39,3-2,0 0,-1-1,0 0,0 0,0-1,-1 0,0 0,0-1,0 0,-1 0,2-3,-7 10,0 0,1 0,-1 0,0 0,0 0,0 0,0 0,1 0,-1 0,-1-1,1 1,0 0,0 0,0 0,0 0,-1 0,1 0,0 0,-1 1,1-1,-1 0,1 0,-1 0,0 0,1 0,-1 1,0-1,0 0,1 1,-1-1,0 0,0 1,0-1,0 1,0-1,0 1,0 0,0-1,0 1,0 0,0-1,-46-4,32 4,1 1,-1 1,1 1,-1 0,1 1,0 0,0 1,0 0,0 2,1-1,-1 2,2 0,-1 0,1 1,-4 4,13-10,1 1,-1-1,1 1,0-1,0 1,0 0,0 0,0 0,1 0,-1 0,1 0,0 0,0 1,0-1,1 0,-1 1,1-1,-1 1,1-1,0 0,1 1,-1-1,0 0,1 1,0-1,0 0,0 1,0-1,1 0,-1 0,1 0,-1 0,1 0,0 0,0-1,1 1,-1-1,0 1,1-1,0 0,-1 0,1 0,0 0,0-1,0 1,0-1,8 3,-1-1,1-1,0 0,0 0,0-1,0-1,0 1,0-2,0 0,0 0,0-1,0 0,0-1,-1 0,1-1,-1 0,0-1,0 0,0 0,-1-1,0 0,0-1,0 0,-1 0,7-9,-10 10,0 0,-1 0,1 0,-1 0,-1-1,1 0,-1 0,-1 0,1 0,-1 0,0 0,-1-1,1-7,-2 16,0-1,0 1,0-1,0 1,0-1,0 1,0-1,0 0,-1 1,1-1,0 1,0-1,-1 0,1 1,0-1,0 1,-1-1,1 0,0 1,-1-1,1 0,-1 0,1 1,0-1,-1 0,1 0,-1 0,1 1,-1-1,1 0,0 0,-1 0,1 0,-1 0,1 0,-1 0,1 0,-1 0,1 0,-1 0,1 0,-1 0,1-1,0 1,-1 0,1 0,-1 0,1-1,-1 1,1 0,0 0,-1-1,1 1,0 0,-1-1,1 1,0 0,0-1,-1 1,1-1,0 1,0-1,-5 10,0-1,1 1,1-1,-1 1,2 0,-1 1,1-1,0 0,1 1,0-1,1 4,0-9,0 1,0-1,0 1,1-1,-1 0,1 1,0-1,1 1,-1-1,1 0,0 0,0 0,0 0,1 0,-1-1,1 1,0 0,0-1,0 0,0 0,1 0,-1 0,1-1,2 2,0-1,1 0,-1 0,0-1,1 0,-1-1,1 1,0-1,-1-1,1 1,0-1,0 0,-1-1,1 0,0 0,0 0,-1-1,1 1,-1-2,0 1,0-1,1 0,-2 0,5-3,1-2,0 0,0 0,-1-1,0-1,-1 0,1 0,-2-1,0 0,0 0,-1-1,1-4,21-50,-23 49,0 1,2 0,-1 0,2 1,0 0,1 0,3-2,-10 14,-1 1,1 0,0-1,-1 1,1 0,0 0,0 1,0-1,1 0,-1 1,0 0,1 0,-1 0,1 0,-1 1,1-1,-1 1,1 0,-1 0,1 0,-1 0,1 1,-1-1,1 1,-1 0,0 0,1 1,-1-1,0 0,0 1,0 0,2 1,8 5,-1 1,0 0,-1 1,0 0,0 1,-1 0,2 4,5 8,-1 1,-1 1,-1 1,-1 0,-2 0,0 1,-2 1,-1 0,-1 0,-1 3,9 67,-4 1,-4 28,-4-90,-2-17,-2 14,2 1,1-1,2 1,1-1,2-1,2 1,0-1,3 0,0-1,2-1,15 25,-26-52,0 1,0 0,0-1,1 0,0 0,0 0,0 0,0-1,0 1,1-1,0 0,-1-1,1 1,0-1,0 0,1 0,-1 0,2-1,-4-1,-1-1,0 0,0 0,1 0,-1 0,0 0,0-1,0 1,0-1,0 1,0-1,-1 0,1 1,0-1,-1 0,1 0,-1 0,0 0,0-1,0 1,0 0,0-1,0 1,-1 0,1-1,-1 1,1-1,-1 1,0 0,0-1,0 1,-1-2,2-32,-2 0,-2 0,-1 0,-2 0,-1 1,-2 0,-1 0,-2 1,-1 1,-2 0,-1 0,-7-6,-22-48,-5 3,-3 2,-4 2,-34-35,59 66,33 48,0 0,-1 0,1 0,0 0,0 0,-1 0,1 0,0 1,0-1,0 0,0 0,0 1,0-1,0 1,0-1,1 1,-1-1,0 1,0 0,0-1,0 1,1 0,-1 0,0 0,0 0,0 0,1 0,-1 0,1 1,0-1,238 5,11 11,-249-17,1 1,-1 0,1 0,-1 0,1 1,0-1,-1 0,1 1,-1 0,1 0,-1-1,0 1,1 1,-1-1,0 0,0 1,1-1,-1 1,0-1,-1 1,1 0,0 0,0 0,-1 0,1 0,-1 0,0 1,0-1,0 0,0 1,0-1,0 1,0-1,-1 1,1-1,-1 3,-1 4,0-4,0 1,0 0,1-1,0 1,0 0,0 0,1-1,0 1,0 0,0-1,1 1,0-1,0 0,0 1,0-1,2 1,-2-2,0 0,1 0,-1 0,1 0,0 0,1-1,-1 1,0-1,1 0,0 0,0 0,0-1,0 1,0-1,0 0,1 0,-1 0,1-1,-1 0,1 0,0 0,-1 0,1-1,0 1,0-1,-1 0,1-1,0 1,0-1,-1 0,1 0,-1-1,1 1,-1-1,1 0,-1 0,0-1,3-1,-1-2,-1 0,1 0,-1-1,-1 0,1 0,-1 0,0 0,-1-1,0 1,0-1,0 0,-1 0,-1 0,1 0,-1 0,0-1,-1 1,0 0,-1-4,1 6,0 0,0 0,-1 0,0 1,0-1,-1 0,1 1,-1-1,0 1,-1-1,1 1,-1 0,0 0,-1 0,1 1,-1-1,0 1,0-1,0 1,-1 1,1-1,-1 1,0-1,0 1,0 1,0-1,-3 0,2 2,1 0,0 0,-1 0,1 1,0 0,-1 0,1 1,0 0,-1 0,1 0,0 0,0 1,0 0,0 0,0 0,0 0,0 1,1 0,0 0,-1 0,1 1,0 0,-6 5,0 1,0 0,1 0,1 1,-1 0,2 1,0 0,0 1,3-4,0-1,0 1,1 0,0 0,1 0,0 0,0 1,1-1,0 1,1-7,0 0,0 0,0 0,1 0,-1 1,1-1,0 0,0 0,0 0,0 0,0 0,1-1,-1 1,1 0,0 0,0-1,0 1,0-1,0 0,0 0,1 0,-1 0,1 0,-1 0,1 0,0-1,0 0,1 1,34 7,0-6</inkml:trace>
  <inkml:trace contextRef="#ctx0" brushRef="#br0" timeOffset="12555.244">26671 4079,'-16'-10,"0"1,0 1,-1 1,0 0,0 1,-1 1,0 0,-5 1,17 2,-1 2,1-1,-1 1,1 0,-1 0,1 0,-1 1,1 0,0 0,-1 1,1 0,0 0,0 0,0 1,0 0,1 0,-1 1,1-1,0 1,0 0,0 1,0-1,1 1,-3 4,3-4,1 0,0 1,0-1,0 1,1 0,-1 0,2 0,-1 0,1 0,-1 0,2 0,-1 1,1-1,0 0,0 1,1-1,0 0,0 0,0 0,1 1,0-1,0-1,0 2,7 13,1-1,1 0,0-1,2 0,0-1,3 3,9 11,38 47,-3 2,0 9,-36-49,-16-24,0-1,1 1,0-1,1 0,1-1,1-1,0 0,0 0,1-1,1 0,0-2,1 1,0-2,4 2,5-4,1-2,-1 0,1-2,0-1,1-1,-1-1,0-1,0-1,0-1,0-1,-1-2,2-1,37-8</inkml:trace>
  <inkml:trace contextRef="#ctx0" brushRef="#br0" timeOffset="16812.389">26497 5562,'18'3,"20"0,21 0,19 0,19-2,12 0,6 0,-1-1,-7 0,-15 0,-19 0,-19 0,-21 2,-16 1</inkml:trace>
  <inkml:trace contextRef="#ctx0" brushRef="#br0" timeOffset="13255.931">21670 6285,'3'14,"2"15,1 15,1 10,3 7,0 0,0-2,0-7,-2-10,1-12,-2-14,-2-9</inkml:trace>
  <inkml:trace contextRef="#ctx0" brushRef="#br0" timeOffset="13531.218">21630 5871,'-16'-3,"-5"5,1 5,6 10,10 9,13 9,13 7,8 5,-1-5</inkml:trace>
  <inkml:trace contextRef="#ctx0" brushRef="#br0" timeOffset="13812.551">21898 6579,'22'-2,"1"-1,0-1,-1 0,0-2,0-1,-1-1,0 0,0-2,-1 0,0-2,-1 0,3-3,-14 10,0 1,-1-1,0 0,0-1,0 0,0 0,-1 0,0-1,0 0,-1 0,0 0,0-1,-1 0,0 0,0 0,-1 0,0-1,0 1,0-3,-5 8,1 0,-1-1,1 1,-1 0,0 0,0 0,0 0,0 0,-1 0,1 1,-1-1,0 1,0 0,1 0,-2 0,1 0,0 0,0 0,0 1,-1 0,1 0,-1 0,1 0,-1 0,1 1,-1-1,0 1,1 0,-1 0,0 0,1 1,-1-1,1 1,-1 0,0 0,-7 1,0 1,0-1,0 2,0 0,0 0,1 1,-1 0,1 1,1 0,-1 1,1 0,0 0,1 1,-1 0,2 1,-1-1,1 1,1 1,-1 0,2 0,-1 0,1 0,1 1,0 0,0 0,1 0,1 0,0 0,0 1,1-1,1 1,0-1,0 1,2 3,0-8,1-1,-1 0,2 0,-1 0,1-1,0 1,0-1,0 1,1-2,0 1,0 0,0-1,1 0,-1 0,1 0,0-1,0 0,0 0,0-1,1 1,-1-1,1-1,-1 1,1-1,0 0,0-1,4 0,41 5</inkml:trace>
  <inkml:trace contextRef="#ctx0" brushRef="#br0" timeOffset="14274.349">22726 6204,'-11'-2,"0"0,-1 1,0 0,1 1,-1 0,1 1,-1 0,1 1,-1 0,1 1,0 0,0 1,0 0,0 1,1 0,0 1,0 0,0 0,1 1,0 0,0 1,1 0,-7 7,14-13,-1 0,1 1,0-1,-1 0,1 1,0-1,0 0,1 1,-1-1,0 1,1 0,0-1,-1 1,1-1,0 1,0 0,1-1,-1 1,0-1,1 1,0-1,-1 1,1-1,0 1,0-1,0 0,1 1,-1-1,1 0,-1 0,1 0,0 0,0 0,0 0,78 49,15-11,-58-26,0 2,-1 1,32 22,-65-38,0 0,-1 0,1 0,-1 0,0 1,1-1,-1 1,0 0,0-1,0 1,0 0,0 0,0 0,-1 1,1-1,-1 0,1 1,-1-1,0 1,0-1,0 1,0-1,-1 1,1 0,-1-1,1 1,-1 0,0 0,0-1,0 1,0 0,-1 0,1-1,-1 1,0 0,0-1,1 1,-2 0,-5 2,-1-1,0 1,0-2,-1 1,1-1,-1 0,0-1,1 0,-1 0,0-1,0 0,0-1,-8 0,-62-14,78 14,-1-1,1 0,-1 0,1 0,-1 0,1 0,0 0,-1 0,1 0,0 0,0-1,0 1,0-1,0 1,0-1,0 1,1-1,-1 1,0-1,1 1,-1-1,1 0,0 0,-1 1,1-1,0 0,0 1,0-1,0 0,1 0,-1 1,0-1,1 0,-1 1,1-1,-1 1,1-1,0 0,0 1,0-1,0 1,0 0,0-1,0 1,13-17,1 1,0 0,1 2,1 0,1 0,17-11,-10 8,227-176,-196 160,-55 34,0 0,-1-1,1 1,0 0,0 0,0 0,0 0,-1 0,1 0,0 0,0 1,0-1,-1 0,1 0,0 0,0 1,0-1,-1 1,1-1,0 0,-1 1,1-1,0 1,-1 0,1-1,-1 1,1-1,-1 1,1 0,-1-1,1 1,-1 0,1 0,-1-1,0 1,0 0,1 0,-1 0,0-1,0 1,0 0,0 0,0 0,2 44,-2-36,-2 30,1-21,-1 0,2 0,1 0,0 0,1 0,1 0,0 0,2-1,0 0,1 0,2 5,-6-18,0-1,0 0,1 1,-1-1,1 0,-1 0,1 0,0 0,0-1,1 1,-1-1,0 0,1 0,-1 0,1 0,0-1,0 1,0-1,-1 0,1 0,0 0,0-1,0 0,1 1,-1-1,0-1,0 1,1-1,18-6</inkml:trace>
  <inkml:trace contextRef="#ctx0" brushRef="#br0" timeOffset="14546.618">23154 5857,'-5'16,"4"14,10 11,11 11,2-5</inkml:trace>
  <inkml:trace contextRef="#ctx0" brushRef="#br0" timeOffset="15018.574">23595 6592,'-13'-24,"0"0,1-1,2-1,0 1,2-2,0 1,2-1,2 0,0-1,1 0,2 24,-1-1,1 0,0 0,0 0,1 0,-1 0,1 0,0 0,1 1,-1-1,1 0,0 0,0 0,0 0,1 1,-1-1,1 0,0 1,1-1,-1 1,1 0,0 0,0 0,0 0,1 1,-1-1,1 1,0 0,0 0,0 0,3-1,10 1,1 2,-1 0,1 0,0 2,-1 0,1 1,-1 1,0 1,0 0,0 1,7 4,112 45,-130-50,-1-1,1 1,-1 0,1 0,-1 0,0 1,-1 0,1 0,-1 0,0 0,0 1,-1 0,0-1,0 1,0 1,0-1,-1 0,0 1,-1-1,1 5,-5 55,3 17,1-80,0 0,0 0,0 0,1 0,-1 0,1 0,0-1,-1 1,1 0,1-1,-1 0,0 1,0-1,1 0,-1 0,1 0,0-1,0 1,-1-1,1 1,0-1,0 0,0 0,0 0,1 0,12 1,0-1,1-1,-1 0,0-1,1 0,-1-1,0-1,0-1,0 0,-1-1,0-1,0 0,0-2,0 1,-1-1,12-11,-13 12,-1-1,0-1,0 0,-1 0,0-2,-1 1,0-1,-1 0,0-1,-1 0,0-1,-1 0,0 0,-1 0,3-11,-8 22,0 0,-1 0,1 0,0-1,-1 1,0 0,1 0,-1 0,0-1,0 1,0 0,-1 0,1 0,-1-1,1 1,-1 0,1 0,-1 0,0 0,0 0,0 0,0 0,-1 0,1 0,0 1,-1-1,1 0,-1 1,0-1,1 1,-1 0,0-1,0 1,0 0,0 0,0 0,0 0,0 1,0-1,-1 1,1-1,0 1,-1 0,-3 1,-1 1,1 0,0 0,-1 1,1-1,1 1,-1 1,0-1,1 1,0 0,-1 1,2-1,-1 1,0 0,1 0,0 0,0 0,1 1,-1 0,1 0,1 0,-1 0,1 0,0 0,0 1,1-1,0 1,0-1,0 1,1 0,0 0,0-2,1 1,0 0,0 0,0-1,1 1,0 0,0-1,0 0,1 1,0-1,0 0,0-1,1 1,-1 0,1-1,0 0,0 0,1 0,-1 0,1-1,0 0,5 3,6 3,0-1,1-1,0 0,0-2,1 0,14 3,24 1,1-3,-1-1,1-4,16-2,22-4</inkml:trace>
  <inkml:trace contextRef="#ctx0" brushRef="#br0" timeOffset="15383.625">25253 6418,'-3'-12,"-1"0,-1-1,1 1,-2 1,0-1,0 1,-1 0,0 0,-1 1,0 0,-1 1,-7-8,13 13,0 0,0 0,-1 0,1 1,-1-1,0 1,0 0,0 0,-1 0,1 0,-1 1,1-1,-1 1,0 1,0-1,0 1,0 0,0 0,0 0,0 0,0 1,0 0,0 0,-1 1,1-1,0 1,0 0,0 0,0 1,0 0,1-1,-1 2,0-1,-2 2,-2 7,0 1,0 0,1 0,1 1,0 0,1 0,1 0,0 1,0 0,1 0,1 0,1 1,0-1,0 5,1-16,0 0,1 0,-1 0,1 0,-1 0,1 1,0-1,0 0,1 0,-1 0,1 0,-1 0,1 0,0 0,0 0,0 0,1 0,-1 0,1-1,-1 1,1-1,0 1,0-1,0 1,0-1,1 0,-1 0,0 0,1 0,0-1,-1 1,1-1,0 1,0-1,2 1,4-3,-1 1,1-1,0-1,-1 1,1-2,-1 1,1-1,-1 0,0-1,0 0,-1 0,1-1,-1 0,0 0,0 0,5-6,0 1,1 0,-2 0,0-1,0-1,-1 0,0 0,-1-1,-1 0,0 0,-1-1,0 0,4-13,-9-15,-3 42,0 0,-1 0,1 0,0 0,-1 0,1 0,0 0,-1 0,1 0,0 0,-1 1,1-1,0 1,0-1,-1 1,1-1,0 1,0 0,0 0,0-1,0 1,0 0,0 0,0 0,0 0,0 0,0 0,1 1,-1-1,0 0,1 0,-1 0,1 1,-1 0,-3 4,0-1,1 1,-1 0,1 0,0 0,1 1,0-1,0 1,0-1,1 1,0 0,0 0,0-1,1 1,0 0,0 0,1 0,0-1,0 1,1 0,0-1,0 1,3 5,3 0,2 0,-1 0,2-1,-1 0,1 0,1-1,0-1,0 0,1-1,0 0,1-1,0 0,0-1,0-1,2 0,37 13,1-1,0-4,32 4,40 2</inkml:trace>
  <inkml:trace contextRef="#ctx0" brushRef="#br1" timeOffset="-152100.654">3141 295,'-2'46,"2"-1,1 0,3 1,2 4,0 6,84 1149,-46 467,-48-1403,-9-201,5-59</inkml:trace>
  <inkml:trace contextRef="#ctx0" brushRef="#br1" timeOffset="-150485.686">3102 282,'-3'-10,"1"0,0 0,1-1,0 1,1 0,0-1,0 1,1-1,1 1,0 0,0-1,1 1,0 0,1 1,0-1,0 1,1-1,0 1,1 1,0-1,1 1,-1 0,1 0,1 1,0 0,-5 5,1 0,0 0,0 1,0 0,0-1,0 1,0 1,0-1,0 0,1 1,-1 0,0 0,0 1,0-1,1 1,-1-1,0 1,0 1,0-1,0 1,-1-1,1 1,0 0,0 0,-1 1,0-1,1 1,-1 0,2 1,26 15,7-4,1-2,0-2,1-1,0-2,0-2,1-2,0-1,-1-2,40-5,51 5,148 13,25 0,53-14,569-55,698 40,17-2,-124-12,389 0,-732 20,-946 10,344-15,-572 14,-1 1,1-1,0 0,0 1,-1-1,1 1,0-1,0 0,0 1,0-1,-1 1,1-1,0 1,0-1,0 0,0 1,0-1,0 1,0-1,0 1,0-1,0 1,0-1,1 0,-1 1,0-1,0 1,0-1,1 1,-1-1,0 0,0 1,1-1,-1 0,0 1,1-1,-1 0,0 1,1-1,-1 0,0 0,1 1,-1-1,1 0,-1 0,0 0,1 0,-1 0,1 1,-1-1,1 0,-1 0,1 0,-1 0,1 0,-1 0,0 0,1-1,-1 1,1 0,-3 3,-7 14,1 1,1 0,0 1,2 0,0 0,1 0,1 0,-1 15,2-20,-21 233,11 1,12 82,1-202,9 287,61 379,-38-540,84 718,-109-881,58 459,-49-458,4-1,4 0,3-2,36 74,20-7,-47-101</inkml:trace>
  <inkml:trace contextRef="#ctx0" brushRef="#br1" timeOffset="-148491.695">3315 3744,'-10'179,"7"581,3-735,-1-7,1 0,0 0,2 0,0 0,1 0,0-1,2 1,0-1,1 0,4 8,-4-18,0-2,1 1,-1-1,1 0,0 0,1-1,-1 0,1 0,0-1,0 1,0-2,0 1,1-2,-1 1,0-1,1 0,-1 0,1-1,0 0,-1-1,1 0,-1 0,0-1,5-1,279-60,-77 13,-76 32,2 6,-1 6,1 6,52 11,1077-4,-768-13,741-29,-472 7,1184-42,-743 41,-425 20,-730 6,899-25,-534 40,-326-10,179 17,18 2,-159 6,-128-26</inkml:trace>
  <inkml:trace contextRef="#ctx0" brushRef="#br1" timeOffset="-147021.805">1 1124,'4'4,"1"-1,0 0,0 0,1-1,-1 1,0-1,1 0,0-1,-1 1,1-1,0 0,2 0,-5-1,57 8,1-3,0-3,13-3,-17 1,147-2,37 1,11 11,98 44,-246-42,1-4,0-5,35-6,172 6,101 19,-143-30,0-6,-256 7,-14 3</inkml:trace>
  <inkml:trace contextRef="#ctx0" brushRef="#br1" timeOffset="-145561.467">3623 1044,'-86'433,"72"-388,2-61,7-23,2 0,1 0,2 0,2 1,2-1,1-4,-4 41,1-23,4-38,3 1,2 1,6-10,8 19,-24 52,0 0,1 0,-1 0,1 0,-1 0,0 0,1 0,-1 0,1 0,-1 0,0 1,1-1,-1 1,0-1,1 1,-1 0,0-1,0 1,1 0,-1 0,0 0,0 0,0 0,0 0,0 0,0 0,-1 0,1 0,0 1,0-1,-1 0,1 0,-1 1,1-1,-1 1,0-1,1 0,-1 1,0-1,0 1,0-1,23 59,-3 2,-3 0,-3 1,-1 7,-6-37,45 267,-47-279,0-8</inkml:trace>
  <inkml:trace contextRef="#ctx0" brushRef="#br1" timeOffset="-145288.779">3302 1285,'14'2,"17"1,21-2,18-7,14-5,9-5,-1 0,-6 1,-18 4</inkml:trace>
  <inkml:trace contextRef="#ctx0" brushRef="#br1" timeOffset="-144958.613">4010 1352,'8'-6,"0"0,0 1,0 0,0 1,1 0,0 0,0 1,0 0,0 0,0 1,0 0,1 1,-1 0,1 1,-1 0,1 0,-1 1,1 0,4 2,-11-2,-1 0,1 0,-1 0,1 1,-1-1,0 1,1 0,-1 0,0-1,0 1,0 1,-1-1,1 0,0 0,-1 1,1-1,-1 1,0-1,0 1,0-1,0 1,-1 0,1-1,-1 1,1 0,-1 0,0 0,0-1,0 1,0 0,-1 0,1 0,-1-1,0 1,1 0,-2 1,-45 93,-106 94,151-188,1-3,0 1,0-1,0 1,1-1,-1 1,0-1,0 1,1 0,-1-1,0 1,1 0,-1 0,0 0,1-1,-1 1,1 0,0 0,-1 0,1 0,0 0,-1 0,1 0,0 0,0 0,0 0,0 0,0 0,0 0,0 0,0 0,0 0,1 0,-1 0,0 0,1-1,-1 1,1 0,-1 0,0 0,1 0,0 0,-1-1,1 1,0 0,-1-1,1 1,0 0,0-1,0 1,11 2,0-2,1 1,-1-2,0 0,0 0,1-1,-1 0,0-1,3-2,4 2,243-48,-180 34</inkml:trace>
  <inkml:trace contextRef="#ctx0" brushRef="#br1" timeOffset="-144286.408">3783 2207,'-4'58,"-3"-1,-3-1,-2 1,-2-2,-3 0,-2-1,-2 0,-17 25,14-38,22-50,55-199,36-178,-61 296,-28 89,0 0,1 0,-1 0,0 0,0 0,0 1,0-1,1 0,-1 0,0 0,1 1,-1-1,1 0,-1 0,1 1,-1-1,1 0,-1 1,1-1,0 1,-1-1,1 1,0-1,-1 1,1-1,0 1,0 0,0-1,-1 1,1 0,0 0,0-1,0 1,0 0,-1 0,1 0,0 0,0 0,0 0,0 0,0 1,-1-1,1 0,0 0,0 1,0-1,-1 0,1 1,0-1,0 1,-1-1,1 1,0-1,-1 1,1 0,-1-1,1 1,0 0,-1-1,0 1,1 0,-1 0,1-1,-1 1,0 0,0 0,1 0,-1 0,0-1,0 2,43 142,-33-98,21 82,5-2,17 29,-23-99,-24-54</inkml:trace>
  <inkml:trace contextRef="#ctx0" brushRef="#br1" timeOffset="-143992.685">3650 2488,'-3'3,"5"2,10 1,15-1,16-6,15-7,13-7,11-5,4-2,0 1,-6 4,-17 5</inkml:trace>
  <inkml:trace contextRef="#ctx0" brushRef="#br1" timeOffset="-143707.378">4452 2354,'-2'14,"-4"13,0 12,-1 10,0 8,1 6,2 6,2 7,1-10</inkml:trace>
  <inkml:trace contextRef="#ctx0" brushRef="#br1" timeOffset="-143286.603">3944 3343,'-13'102,"-4"-1,-4 0,-5-2,-9 15,25-90,10-24,0 0,0-1,0 1,1 0,-1 0,0-1,0 1,0 0,0-1,0 1,0 0,0-1,0 1,0 0,0-1,0 1,0 0,0-1,0 1,0 0,0-1,0 1,-1 0,1 0,0-1,0 1,0 0,0 0,-1-1,1 1,0 0,0 0,-1-1,1 1,0 0,0 0,-1 0,1-1,0 1,0 0,-1 0,1 0,0 0,-1 0,1 0,0 0,-1 0,1 0,0 0,-1 0,1 0,0 0,-1 0,1 0,0 0,28-151,-7 27,-8 41,3 1,18-49,-4 69,-29 62,-1 0,1 0,-1-1,1 1,0 0,-1 0,1 0,0-1,-1 1,1 0,0 0,-1 0,1 0,0 0,-1 0,1 1,0-1,-1 0,1 0,0 0,-1 1,1-1,-1 0,1 1,0-1,-1 0,1 1,-1-1,1 1,-1-1,1 1,-1-1,0 1,1-1,-1 1,0-1,1 1,-1 0,0-1,1 1,-1 0,0-1,0 1,0 0,0-1,0 1,0 0,0-1,0 1,7 23,-1 0,-1 0,-2 0,0 1,-1 3,3 22,-2-3,3-2,1 1,3-1,1 0,3-1,1 0,2-1,2-1,2-1,16 22,-18-39</inkml:trace>
  <inkml:trace contextRef="#ctx0" brushRef="#br1" timeOffset="-143032.771">3703 3691,'18'5,"18"1,18-3,18-5,18-9,9-5,3-4,-3 1,-10 2,-20 5</inkml:trace>
  <inkml:trace contextRef="#ctx0" brushRef="#br1" timeOffset="-142815.354">4559 3785,'-1'31,"0"-24,-1 0,1 1,0-1,1 0,0 0,0 0,0 1,1-1,0 0,1 0,0 0,0 0,0 0,1-1,-1 1,2 0,-1-1,1 0,0 0,0 0,1-1,-1 1,1-1,1 0,-1 0,5 3,-3-6,-1 0,1 0,0 0,0-1,0 0,0 0,0-1,0 0,0 0,0-1,0 0,0 0,0 0,-1-1,1 0,0-1,-1 1,0-1,1 0,-1-1,0 0,-1 0,1 0,0-1,3-2,0-1,-1 0,0 0,0-1,-1 0,0 0,0 0,-1-1,-1 0,1-1,-2 1,1-1,-2 0,2-4,-4 7,0 1,0-1,-1 0,0 1,0-1,-1 0,1 0,-2 1,1-1,-1 1,-1-1,1 1,-1 0,0 0,-1 0,0 0,0 1,0-1,-1 1,0 0,0 0,0 1,-1 0,0-1,0 2,0-1,-1 1,1 0,-1 0,0 1,0 0,-1 0,1 1,0 0,-1 0,1 1,-1 0,0 0,0 1,1-1,-1 2,0-1,-3 2,-12 3,-1 2,1 1,0 1,1 0,0 2,0 1,2 0,-20 16,37-26,-43 28</inkml:trace>
  <inkml:trace contextRef="#ctx0" brushRef="#br1" timeOffset="-141435.293">121 2502,'149'10,"922"-7,636-3,-1704-1,0 1,0 0,0 0,0 0,0 1,0-1,0 1,0-1,0 1,0 0,0 0,0 1,0-1,0 0,-1 1,1 0,-1 0,1-1,-1 2,0-1,1 0,-1 0,0 1,1 1,-4 4</inkml:trace>
  <inkml:trace contextRef="#ctx0" brushRef="#br1" timeOffset="-140273.252">53 4186,'285'-26,"408"2,293-17,-463 24,-225 5,-208-1,31-2,-36 16,-159-1,53 0</inkml:trace>
  <inkml:trace contextRef="#ctx0" brushRef="#br1" timeOffset="-136373.513">5762 3852,'3'10,"0"-1,1 1,0-1,1 1,0-1,0 0,1-1,0 1,1-1,0-1,0 1,0-1,1 0,0-1,1 0,-1 0,1-1,1 0,-1 0,0-1,1-1,0 1,0-1,0-1,0 0,0-1,1 0,5 0,-7-3,0-1,0-1,0 0,0 0,-1 0,1-1,-1 0,-1-1,1 0,-1 0,0-1,0 0,0 0,-1 0,-1-1,1 0,-1 0,0 0,-1-1,0 0,0 0,-1 0,0 0,-1 0,0-1,0 1,-1-1,-1-4,-4 17,-6 25,3 27,3 0,3 0,1 0,4 1,1-1,8 25,3 53,-12-100,-1-11,-1 1,0 0,-2 0,0-1,-2 1,0 0,-3 5,4-24,0 0,-1 0,1 0,-1 0,0 0,0 0,0 0,-1-1,1 1,-1-1,0 0,0 1,0-1,0-1,0 1,-1 0,1-1,-1 0,0 0,0 0,0 0,0 0,0-1,0 0,0 0,-1 0,1 0,0-1,0 0,-1 1,1-2,0 1,-1 0,1-1,0 0,0 0,-1 0,1 0,0-1,0 0,1 0,-1 0,-1-1,-12-9,0-1,1-1,0 0,1-1,1-1,1 0,0-1,1-1,0 0,2 0,-3-8,-25-48,38 73,0 0,1 0,-1-1,1 1,-1 0,1 0,0 0,0 0,-1 0,1 0,0 0,0 0,0 0,0 0,0 0,0 0,0 1,0-1,0 0,1 1,-1-1,0 1,0-1,1 1,-1 0,0-1,0 1,1 0,-1 0,0 0,1 0,-1 0,0 0,1 0,-1 1,0-1,0 0,1 1,-1-1,0 1,0-1,0 1,1 0,-1 0,11 0,39-3,-1-2,1-2,-1-3,41-11,95-16,-182 36,-2-2,1 1,0 1,0-1,0 0,0 1,0-1,0 1,0 0,0 0,0 0,0 0,0 1,0-1,0 1,0 0,0 0,0 0,0 0,-1 0,1 1,0-1,-1 1,1 0,-1 0,0 0,1 0,-1 0,0 0,0 0,0 1,0 0,4 95,-5-93,-1 0,1 0,0-1,0 1,1 0,-1-1,1 1,0-1,0 0,1 1,-1-1,1 0,0 0,0-1,0 1,0-1,1 1,0-1,-1 0,1 0,0-1,1 1,-1-1,0 0,1 0,-1 0,1-1,-1 1,1-1,0 0,0-1,0 1,-1-1,1 0,0 0,0 0,0-1,-1 0,1 0,4-1,-2-1,-1-1,1 0,0 0,-1-1,0 1,0-2,0 1,-1 0,0-1,0 0,0 0,0-1,-1 1,-1-1,1 0,-1 0,0 0,0 0,-1-1,0 1,0-1,-1 2,0 1,0-1,0 1,-1-1,0 1,0-1,0 1,0-1,-1 1,0-1,0 1,-1 0,0-1,0 1,0 0,0 0,-1 0,0 1,0-1,0 0,0 1,-1 0,0 0,0 0,0 0,0 1,0 0,-1-1,-3 0,2 0,-1 1,1 1,-1-1,0 1,0 1,0-1,0 1,0 0,0 1,0-1,0 1,0 1,0 0,0 0,0 0,0 0,0 1,0 1,0-1,1 1,-1 0,1 0,0 1,0 0,0 0,1 0,-1 1,1 0,0 0,0 0,1 1,-1 0,1-1,1 2,-1-1,1 0,-2 6,4-8,0-1,0 1,1 0,-1-1,1 1,0 0,0 0,0-1,1 1,-1 0,1-1,0 1,0 0,0-1,2 3,9 17</inkml:trace>
  <inkml:trace contextRef="#ctx0" brushRef="#br1" timeOffset="-135503.3">7326 3852,'4'16,"1"1,1-1,0 0,1 0,1-1,1 0,0-1,0 1,2-2,0 1,0-2,1 1,1-2,4 4,-7-6,1-1,0 0,0-1,0 0,1-1,0 0,7 1,-15-5,-1-1,0 0,1 0,-1 0,1 0,-1-1,1 0,-1 1,1-1,0 0,-1-1,1 1,-1-1,1 0,-1 1,1-1,-1-1,0 1,1 0,-1-1,0 0,0 0,0 0,0 0,-1 0,1-1,0 1,-1-1,0 1,1-1,4-9,0 1,-1-1,0 0,-1-1,0 1,-1-1,0 0,-1 0,-1 0,0-1,-1 1,0-1,-1 1,0-1,-1 1,-1 0,0-1,-13-17,15 31,0 0,0-1,-1 1,1 0,-1-1,1 1,0 0,-1-1,1 1,-1 0,1 0,0-1,-1 1,1 0,-1 0,1 0,-1 0,1 0,-1-1,1 1,-1 0,1 0,-1 0,1 1,-1-1,1 0,-1 0,1 0,-1 0,1 0,-1 0,1 1,-1-1,1 0,0 0,-1 1,1-1,-1 0,1 1,0-1,-1 0,1 1,0-1,-1 1,1-1,0 0,0 1,0-1,-1 1,1-1,0 1,0-1,0 1,0-1,0 1,0-1,0 1,0-1,0 1,0-1,0 1,0-1,0 1,-5 21,1 1,1 0,1 0,0 0,2 0,3 17,-3-14,33 394,-33-420,-1 92,1-89,0 0,-1 0,0 0,1 0,-1 0,0 0,-1-1,1 1,0 0,-1-1,1 1,-1-1,0 1,0-1,0 0,0 0,0 0,-1 0,1 0,-1-1,1 1,-1-1,1 1,-1-1,0 0,0 0,0 0,0 0,0-1,-4-1,0 0,-1-1,1 0,0 0,0-1,1 0,-1 0,0-1,1 1,0-2,0 1,0 0,1-1,-1 0,1-1,0 1,1-1,-1 0,1 0,-1-3,-4-1,1-1,0 0,1-1,0 0,0 0,2 0,0-1,0 0,1 0,0 0,1 0,0-9,4 18,0 1,0 0,1 1,-1-1,1 0,0 0,0 0,0 1,0-1,0 1,1 0,-1 0,1 0,-1 0,1 0,0 0,0 1,-1-1,1 1,1 0,-1 0,0 0,0 0,0 0,0 1,1-1,-1 1,0 0,0 0,1 0,-1 1,0-1,0 1,1 0,1 0,9-1,277-19,-235 13</inkml:trace>
  <inkml:trace contextRef="#ctx0" brushRef="#br1" timeOffset="-135219.344">8208 4212,'-2'16,"-1"12,0 9,1 3,0 1,3 0,4-3,3-3,5-3,2-7,-1-8</inkml:trace>
  <inkml:trace contextRef="#ctx0" brushRef="#br1" timeOffset="-134513.8">8743 3744,'9'16,"9"20,2-1,1 0,2-2,1-1,1 0,2-2,2-1,13 9,-39-34,0-1,1 0,0 0,-1 0,1 0,0-1,1 1,-1-1,0 0,0 0,1-1,0 1,-1-1,1 0,-1-1,1 1,0-1,0 1,-1-2,1 1,0 0,0-1,-1 0,1 0,-1 0,1-1,-1 1,1-1,-1 0,2-1,2-7,-1 0,0 0,0-1,-1 0,0 0,-1-1,0 1,-1-1,0 0,-1 0,-1-1,0 1,0 0,-1-1,-1 1,0-3,2-98,-3 102,1 22,3 33,2 1,3-1,1 0,2 1,4 19,4 20,-4 0,-4 1,0 85,-20-101,9-67,-1-1,1 1,-1-1,1 1,-1-1,1 1,-1-1,0 1,0-1,0 0,0 1,0-1,0 0,0 0,0 0,0 0,0 0,-1 0,1 0,0 0,-1 0,1 0,-1-1,1 1,-1-1,1 1,-1-1,1 0,-1 1,0-1,1 0,-1 0,0 0,1 0,-1 0,1-1,-1 1,1 0,-1-1,0 1,-5-5,1 1,-1-1,1-1,-1 1,1-1,1 0,-1 0,1-1,0 1,1-1,-1 0,2-1,-1 1,1-1,-2-5,-3-4,0-1,2 1,0-1,1 0,1 0,0-1,2 1,0-1,1 0,1-2,0 17,1 1,0 0,-1-1,1 1,0 0,1 0,-1 0,1 0,-1 0,1 0,0 0,0 0,0 1,0-1,1 1,-1-1,1 1,0 0,-1 0,1 0,0 1,0-1,0 0,0 1,0 0,1 0,-1 0,0 0,2 0,103-6,-91 8,76 2,115-3,-186-3</inkml:trace>
  <inkml:trace contextRef="#ctx0" brushRef="#br1" timeOffset="-134173.685">9732 4159,'6'8,"24"-3,35 8,-64-13,1 1,-1 0,1-1,0 1,-1 0,0 0,1 0,-1 0,1 1,-1-1,0 0,0 1,0-1,0 0,0 1,0-1,0 1,0 0,-1-1,1 1,-1 0,1-1,-1 1,1 0,-1-1,0 1,0 0,0 0,0 0,0-1,0 1,-1 1,-2 9,-2-1,1 1,-1-1,-1 0,0 0,-1-1,0 1,0-2,-1 1,-1 0,-6 9,-6 7,12-15,-1 0,1 1,1 0,0 0,1 1,0 0,1 0,0 1,0 5,6-17,0 0,1 1,-1-2,1 1,0 0,0 0,0 0,0 0,0 0,0-1,0 1,1 0,-1-1,1 1,-1-1,1 0,-1 1,1-1,0 0,0 0,0 0,-1 0,1 0,0 0,0-1,0 1,0-1,0 1,0-1,1 0,-1 0,0 0,0 0,0 0,0 0,0-1,0 1,0-1,0 1,0-1,1 0,53-6,-1-2,0-3,0-2,10-6,-6 2</inkml:trace>
  <inkml:trace contextRef="#ctx0" brushRef="#br1" timeOffset="-133780.704">10749 3972,'-7'11,"-2"7,2-1,5-2,3-7,2-6,-1-7,-2-4,-4 0,-3 1,-1 3,2 7,1 3,8 5,5-1</inkml:trace>
  <inkml:trace contextRef="#ctx0" brushRef="#br1" timeOffset="-133502.908">11150 4066,'0'2,"0"-1,0-4,0-2,0-4,-3 0,-2 1,-3 3,-3 4,1 4,2 5,3 2,4 0,2-2</inkml:trace>
  <inkml:trace contextRef="#ctx0" brushRef="#br1" timeOffset="-133209.638">11497 4025,'0'5,"0"-1,0-4,-2-1,-3-1,-1 2,0 4,2 3,1 3,7 2,5-2,10-1,10-3,0-3</inkml:trace>
  <inkml:trace contextRef="#ctx0" brushRef="#br1" timeOffset="-132504.458">12380 3544,'3'24,"2"-1,1 0,0-1,2 1,1-1,0-1,2 1,0-2,7 8,-12-19,0 0,1 0,0 0,1-1,0-1,0 1,1-1,0 0,0-1,0 0,1-1,0 0,0 0,0-1,0 0,1-1,0 0,0-1,0 0,10 0,-13-2,0 0,0-1,0 0,0-1,0 0,0 0,0 0,0-1,-1 0,1-1,-1 0,0 0,0 0,0-1,-1 0,0 0,0-1,0 0,0 0,-1 0,0-1,-1 1,1-1,-1-1,0 1,0-3,5-10,-1 0,-1 0,-1 0,-1-1,-1 0,0 0,-2 0,0-1,-2-12,-5-4,-1 42,-8 91,14-77,2 57,3-1,4 1,3-2,3 0,5 3,12 72,-27-128,-1-4,-1 1,0 0,-2-1,1 1,-2 0,-1 15,1-29,-1-1,1 1,-1 0,0 0,0-1,0 1,0-1,0 1,0-1,-1 1,1-1,-1 1,0-1,0 0,0 0,0 0,0 0,0 0,0-1,-1 1,1-1,-1 1,1-1,-1 0,1 0,-1 0,0 0,1-1,-1 1,0-1,0 1,0-1,0 0,1 0,-1 0,0 0,0-1,0 1,1-1,-1 0,0 0,-10-4,0 0,0-1,1 0,0-1,0-1,1 0,0-1,0 1,1-2,0 0,0 0,1-1,1 0,0 0,0-1,2 0,-1-1,1 1,-3-10,7 15,-1-1,1 1,0-1,0 1,1-1,0 1,0-1,1 0,0 1,0-1,1 0,0 1,1-1,-1 1,1-1,1 1,-1 0,1-1,1 2,-1-1,1 0,0 1,1-1,-1 1,1 0,1 1,-1-1,1 1,0 0,0 1,0-1,3 0,11-5,0 2,1 1,-1 0,2 1,-1 2,0 0,1 1,0 1,0 1,0 1,11 2,4-1</inkml:trace>
  <inkml:trace contextRef="#ctx0" brushRef="#br1" timeOffset="-132161.4">13422 3892,'18'-7,"-1"0,0 1,1 1,0 1,1 1,-1 0,0 1,18 1,-31 1,-1-1,0 1,1 1,-1-1,1 0,-1 1,0 0,1 0,-1 0,0 1,0-1,0 1,0 0,0 0,0 0,-1 1,1-1,-1 1,1 0,-1 0,0 0,0 1,-1-1,1 1,-1-1,1 1,-1 0,0 0,-1 0,2 3,1 13,-1 1,-2 0,0 0,0 0,-2 0,-1 0,-1 0,0 0,-2 0,-5 14,-4 35,9-45,1-7,0 0,1-1,2 1,-1 0,2 0,0 0,2 0,2 14,-4-30,0-1,0 1,0-1,0 1,0-1,0 1,1-1,-1 1,1-1,-1 0,1 1,0-1,-1 0,1 1,0-1,0 0,0 0,0 0,0 0,0 0,0 0,0 0,1 0,-1 0,0 0,0-1,1 1,-1 0,1-1,-1 1,0-1,1 0,-1 1,1-1,-1 0,1 0,-1 0,1 0,-1 0,1 0,-1-1,1 1,-1 0,0-1,1 1,-1-1,1 1,-1-1,0 0,1 0,-1 1,1-2,13-39,-12 18</inkml:trace>
  <inkml:trace contextRef="#ctx0" brushRef="#br1" timeOffset="-131910.065">13436 4092,'18'-2,"17"-3,19-3,16-3,12-1,8 1,5 0,-3 3,-10 1,-16 3,-20 2</inkml:trace>
  <inkml:trace contextRef="#ctx0" brushRef="#br1" timeOffset="-130844.856">6176 4948,'-3'-1,"1"0,-1-1,0 1,0 1,0-1,0 0,0 1,0 0,0-1,0 1,0 0,0 1,1-1,-1 0,0 1,0 0,0-1,0 1,0 0,1 1,-1-1,0 0,1 1,-1 0,1-1,0 1,-1 0,1 0,0 0,0 1,0-1,0 0,1 1,-1-1,0 3,-5 8,1 0,0 0,1 1,1-1,0 1,1 0,0 0,1 0,1 1,0-1,1 0,1 1,0-1,1 5,1-13,-1 0,1 0,0 0,0 0,0-1,1 0,0 1,0-1,0 0,1-1,0 1,0-1,0 0,0 0,0-1,1 0,0 1,0-2,-1 1,2-1,-1 0,0 0,0-1,1 1,-1-1,1-1,-1 1,1-1,-1-1,1 1,-1-1,0 0,1 0,-1-1,0 0,0 0,0 0,0-1,0 0,0 0,-1-1,1 0,5-2,-1-1,-1-1,1 0,-1 0,-1-1,1 0,-1 0,-1-1,0 0,0 0,-1-1,-1 1,0-2,0 1,-1 0,0-1,-1 0,0 0,-1 0,-1 0,1 0,-2 0,0 0,0-1,-2 1,1 0,-2-6,2 11,-1 0,1 0,-1 1,-1-1,1 0,-1 1,0-1,-1 1,1 0,-1 0,0 0,-1 1,1 0,-1-1,0 1,-1 1,1-1,-1 1,0 0,0 0,0 1,0 0,-1 0,1 0,-1 1,0 0,0 0,0 1,0 0,0 0,0 0,0 1,0 0,0 1,0-1,0 2,0-1,0 1,0-1,1 2,-1-1,-3 3,0 2,0 0,1 2,0-1,0 1,1 0,0 1,0 0,1 0,0 1,1 0,1 0,-1 0,2 1,-1 0,2 0,0 0,0 0,1 0,0 1,1-1,1 6,2 19</inkml:trace>
  <inkml:trace contextRef="#ctx0" brushRef="#br1" timeOffset="-130592.531">6190 5429,'0'23,"0"18,0 19,2 17,3 16,4 20,1 19,0 22,-2 24,-5 19,-7 16,-5 10,-4 1,0-8,3-16,8-23,4-42</inkml:trace>
  <inkml:trace contextRef="#ctx0" brushRef="#br1" timeOffset="-129674.915">7740 4921,'-8'1,"-1"1,1 0,0 0,0 1,0 0,0 0,1 1,-1 0,1 0,0 1,0 0,0 0,1 0,-1 1,1 0,1 1,-1-1,1 1,1 0,-1 0,1 1,0-1,1 1,0 0,0 0,0 0,1 0,-1 8,3-9,1 0,0 0,0-1,0 1,1-1,0 1,0-1,0 1,1-1,0 0,0 0,1 0,0-1,0 1,0-1,0 0,1 0,0 0,0-1,0 0,1 0,0 0,-1-1,1 1,0-1,3 0,0 1,1 0,-1-1,1 0,0 0,0-1,0-1,0 1,0-2,0 0,0 0,0 0,0-1,0-1,0 0,0 0,0-1,4-2,-2 0,-1-1,0-1,-1 1,1-2,-1 1,-1-2,1 1,-1-1,-1 0,0-1,0 0,-1 0,0-1,-1 0,0-1,-2 5,-1-1,1 0,-2 0,1 0,-1 0,-1-1,1 1,-1-1,-1 1,0-1,0 1,0-1,-1 1,0 0,-1-1,0 1,0 0,-1 0,0 0,0 0,-1 0,-3-4,4 6,0 1,-1-1,0 1,0 0,0 0,0 0,-1 0,0 1,0 0,0 0,-1 0,1 0,-1 1,0 0,0 0,0 1,0 0,0 0,0 0,-1 1,1 0,-1 0,1 0,-1 1,1 0,-1 0,1 1,-1 0,1 0,-1 0,-4 3,0 3,1 0,1 1,-1 1,1 0,1 0,0 0,0 1,1 0,0 1,0 0,1 0,1 0,0 0,1 1,0 0,0 0,1 0,1 1,0 4,-6 28</inkml:trace>
  <inkml:trace contextRef="#ctx0" brushRef="#br1" timeOffset="-129427.213">7834 5336,'-2'18,"-3"22,-1 22,0 24,2 24,1 25,2 24,2 21,2 19,3 12,2 4,4 0,7-10,5-15,5-20,-2-41</inkml:trace>
  <inkml:trace contextRef="#ctx0" brushRef="#br1" timeOffset="-128625.361">9398 4854,'-9'-1,"0"0,-1 0,1 1,-1 0,1 1,-1 0,1 1,0 0,-1 0,1 1,0 0,0 0,1 1,-1 1,1-1,0 1,0 1,0-1,1 1,0 1,0-1,1 1,0 0,-6 8,5-4,0 1,1-1,0 1,1 0,1 1,0-1,0 1,1 0,1 0,0 0,0 7,2-14,0-1,0 1,0 0,1 0,-1-1,1 1,1 0,-1-1,1 1,0-1,0 1,1-1,0 0,0 0,0 0,0 0,1-1,-1 1,1-1,1 0,-1 0,0-1,1 1,0-1,0 0,5 3,3-2,0 1,1-2,0 0,-1 0,1-1,0-1,0 0,1-1,-1-1,0 0,0-1,0-1,-1 0,1 0,-1-1,1-1,-1-1,-1 0,1 0,-1-1,0-1,0 0,-1 0,0-1,-1-1,0 0,-1 0,0-1,0 0,-1-1,6-11,-10 13,0 0,-1 0,-1 0,0-1,0 1,-1-1,0 0,-1 1,0-1,-1 0,0 1,-1-1,0 1,0 0,-1-1,-1 1,0 0,0 1,-1-1,0 1,0 0,-1 0,0 0,-1 1,0 0,-1 0,1 1,-1 0,-1 0,1 1,-1 0,0 0,0 1,-8-3,11 6,0 1,1-1,-1 1,0 1,0-1,1 1,-1 0,0 0,0 0,0 1,1 0,-1 0,0 1,1-1,-1 1,1 0,-1 1,1-1,0 1,0 0,0 1,1-1,-1 1,1 0,0 0,0 0,0 0,0 1,0 2,-3 3,0-1,1 2,1-1,-1 0,2 1,0 0,0 0,1 1,0-1,1 1,0-1,1 1,0 0,1 3,5 28,4-8</inkml:trace>
  <inkml:trace contextRef="#ctx0" brushRef="#br1" timeOffset="-128355.569">9425 5242,'-2'18,"-1"20,0 21,0 20,2 18,2 16,4 13,3 13,2 10,3 9,0 10,-2 8,-2 3,-3 2,-3-9,-1-14,-2-34</inkml:trace>
  <inkml:trace contextRef="#ctx0" brushRef="#br1" timeOffset="-127965.608">10869 5937,'7'12,"13"-2,4-1</inkml:trace>
  <inkml:trace contextRef="#ctx0" brushRef="#br1" timeOffset="-127685.841">11631 6044,'16'-2,"14"-3,2-1</inkml:trace>
  <inkml:trace contextRef="#ctx0" brushRef="#br1" timeOffset="-127408.586">12259 6098,'3'7,"2"2,1-1</inkml:trace>
  <inkml:trace contextRef="#ctx0" brushRef="#br1" timeOffset="-126932.347">12794 4801,'-10'11,"1"0,0 2,1-1,0 1,1 0,0 0,-2 10,7-18,0 0,1 0,0 1,0-1,0 0,1 0,-1 0,1 1,0-1,1 0,0 0,-1 1,2-1,-1 0,0 0,1 0,0 0,0-1,1 1,-1 0,1-1,0 0,1 2,8 4,0 0,1 0,0-1,1-1,0 0,0-1,0 0,1-1,0-1,0-1,1 0,0 0,-1-2,1 0,0-1,10 0,-10 0,1 0,-1 0,1-2,-1 0,0-1,1-1,-1 0,0-1,0-1,-1 0,0-1,1-1,-2-1,1 0,-1 0,-1-2,3-2,-11 8,-1-1,0 0,0 0,-1 0,0-1,0 1,0-1,0 0,-1 0,0 0,0 0,-1 0,0 0,0 0,0-1,-1 1,1 0,-2 0,1-1,-1 1,0 0,0 0,0-1,-1 1,0 0,-1 1,1-1,-1 0,0 1,0-1,-1 1,0 0,1 0,-3-2,-4-4,0 1,-1-1,0 2,0-1,-1 2,0-1,-1 2,1-1,-2 2,1 0,-1 0,0 1,0 1,0 1,0 0,-1 0,1 2,-1 0,0 0,0 1,1 1,-4 1,12 0,0 0,0 0,0 0,0 1,1-1,0 2,-1-1,1 0,0 1,1 0,-1 0,1 1,-1-1,1 1,1 0,-1 0,1 0,0 0,0 1,0-1,1 1,-1 0,2 0,-2 3,0 6,0 1,1-1,0 1,1-1,1 1,1 0,0-1,1 1,1 1,8 34</inkml:trace>
  <inkml:trace contextRef="#ctx0" brushRef="#br1" timeOffset="-126660.988">13021 5109,'-4'20,"0"23,3 27,5 28,3 26,3 25,0 26,-2 24,-3 20,-3 15,-6 6,-1 0,7-10,14-21,16-28,3-45</inkml:trace>
  <inkml:trace contextRef="#ctx0" brushRef="#br1" timeOffset="-125605.613">1297 3892,'-20'-4,"31"26,12-2,0-2,1 0,1-2,1 0,0-2,1-1,28 9,42 16,83 41,-176-78,0 1,0 0,0 0,0 0,0 1,-1-1,1 1,-1 0,0 0,0 0,0 0,0 0,0 1,0-1,-1 1,0 0,0 0,0 0,0 0,-1 0,1 0,-1 1,0-1,0 0,-1 1,0-1,1 0,-1 1,0-1,-1 1,1-1,-1 0,-1 5,-33 53,-13 0</inkml:trace>
  <inkml:trace contextRef="#ctx0" brushRef="#br1" timeOffset="-124764.899">1510 2248,'-1'-1,"-2"-3,-1 0,0 0,0 0,0 1,0-1,0 1,-1 0,1 0,-1 1,0-1,0 1,0 0,-3 0,7 2,0 0,0 0,0 0,0 0,0 0,0 0,0 0,0 1,0-1,0 0,0 1,0-1,0 1,0-1,0 1,0-1,1 1,-1 0,0-1,0 1,1 0,-1 0,0-1,1 1,-1 0,1 0,-1 0,1 0,-1 0,1 0,-1 0,1 0,0 0,0 0,0 0,0 0,-1 0,1 0,1 0,-1 0,0 0,0 0,0 0,0 0,1 0,-1 0,13 50,-4-40,1 0,0 0,1-1,0-1,0 0,1 0,0-1,1 0,-1-1,1-1,1 0,-1-1,1 0,0-1,0-1,1 0,12 1,10 5,-20-5,-10-3,0 0,0 1,0 0,0 0,0 0,0 1,0 0,-1 0,1 1,-1 0,0 0,0 0,-1 1,1 0,-1 0,2 3,-6-5,0 1,0-1,-1 1,1 0,-1-1,0 1,0 0,0-1,-1 1,1 0,-1-1,0 1,0 0,0-1,-1 1,1-1,-1 0,1 0,-1 1,0-1,-1 0,1 0,0-1,-1 1,0 0,-24 28,-1-1,-1-2,-1 0,-15 8,-76 58,-1-5</inkml:trace>
  <inkml:trace contextRef="#ctx0" brushRef="#br1" timeOffset="-123906.623">1336 897,'0'-1,"-1"1,0-1,0 0,1 1,-1-1,0 1,0 0,0-1,0 1,0 0,0 0,1-1,-1 1,0 0,0 0,0 0,0 0,0 0,0 0,0 0,0 1,0-1,0 0,0 0,0 1,1-1,-1 0,0 1,0-1,0 1,0-1,1 1,-1 0,0-1,1 1,-1 0,0-1,1 1,-1 0,1 0,-1 0,1 0,0-1,-1 1,1 0,0 0,-1 0,1 0,0 0,0 0,0 0,0 0,0 0,0 0,0 0,0 0,0-1,1 1,-1 0,0 0,1 0,-1 0,5 6,0-1,0 0,1 0,0-1,0 1,0-2,1 1,-1 0,1-1,0-1,0 1,7 1,-1 2,27 13,-24-14,-1 1,0 1,0 1,-1 0,0 0,-1 2,0-1,0 2,-1 1,-8-8,-1 1,0 0,-1 0,1 0,-1 0,-1 0,1 1,-1-1,0 0,0 1,-1-1,0 1,0-1,0 1,-1-1,0 1,-1-1,1 1,-1-1,0 0,-1 0,1 0,-1 0,0 0,-1-1,1 0,-1 1,0-1,-4 3,-67 88,-13-2</inkml:trace>
  <inkml:trace contextRef="#ctx0" brushRef="#br1" timeOffset="-121832.304">6016 6672,'5'9,"3"10,5 9,5 6,6 4,6-2,5-5,5-7,5-9,2-13,0-16,-2-19,-1-18,-4-14,-4-7,-8 0,-9 5,-8 13</inkml:trace>
  <inkml:trace contextRef="#ctx0" brushRef="#br1" timeOffset="-121112.099">7633 6779,'17'27,"0"-6,2-1,1-1,0-1,1-1,1-1,1 0,0-2,1-1,4 2,-24-15,-1 1,1-1,0 0,-1 0,1 0,-1-1,1 1,-1-1,1 0,-1 0,1 0,-1 0,0 0,1-1,-1 0,0 0,0 0,0 0,0 0,-1 0,1-1,0 1,-1-1,0 0,0 0,0 0,0 0,0 0,0 0,-1 0,0-1,1 1,-1-1,0 2,182-338,-135 257,-4 10</inkml:trace>
  <inkml:trace contextRef="#ctx0" brushRef="#br1" timeOffset="-120362.556">9211 6592,'199'252,"-195"-247,4 5,1 1,0-1,1 0,0-1,0 0,1-1,0 0,1-1,-1 0,11 5,-19-12,0 1,0-1,0 0,0 0,-1 0,1 0,0 0,0 0,0-1,0 0,0 1,-1-1,1 0,0 0,-1 0,1-1,-1 1,1-1,-1 1,0-1,1 0,-1 0,0 0,1-2,44-61,-42 57,193-359,-105 214,-56 95</inkml:trace>
  <inkml:trace contextRef="#ctx0" brushRef="#br1" timeOffset="-119512.526">12927 6579,'-7'24,"12"-7,0-1,1-1,1 1,0-1,1 0,0 0,2-1,-1-1,8 8,-7-9,0 0,1 0,0-1,1-1,0 0,1-1,0 0,1-1,-1 0,1-1,1-1,0 0,-10-4,0-1,0 0,1-1,-1 1,0-1,0 0,0 0,1-1,-1 0,0 1,0-2,0 1,0-1,0 1,0-1,-1-1,1 1,-1-1,1 0,-1 0,0 0,0 0,0-1,-1 1,1-1,-1 0,1-2,11-13,-2 0,0-2,-1 1,-2-2,3-6,24-61,-5 4</inkml:trace>
  <inkml:trace contextRef="#ctx0" brushRef="#br1" timeOffset="-118540.063">7500 1191,'-3'20,"0"24,1 19,-1 15,2 13,-2 8,-1 4,1-2,1-6,0-14,1-17,1-21</inkml:trace>
  <inkml:trace contextRef="#ctx0" brushRef="#br1" timeOffset="-118186.012">7433 1191,'2'-1,"0"0,0 0,0 0,0 0,0 1,0-1,0 0,0 1,0 0,0 0,0-1,0 1,0 0,1 1,-1-1,0 0,0 1,0-1,0 1,0-1,0 1,0 0,0 0,0 0,0 0,0 1,0-1,24 12,0 2,0 1,-2 1,0 1,-1 1,-1 1,-1 1,-1 1,0 1,-2 0,-1 2,4 7,-4-5,0 1,-2 0,-1 1,-2 0,0 1,-2 1,-2 0,0 0,-2 1,-2-1,-1 1,-1 12,-1-37,-1 0,-1 0,1 0,-1-1,-1 1,1 0,-1 0,0 0,-1-1,1 1,-1-1,-1 0,1 0,-1 0,0 0,0-1,-1 1,0-1,0 0,0-1,0 1,-1-1,0 0,0 0,0-1,-1 1,-17 3,0 0,0-2,-1-1,0-1,0-1,0-1,0-1,-21-3,15 2,-141 1,165 2,10 0</inkml:trace>
  <inkml:trace contextRef="#ctx0" brushRef="#br1" timeOffset="-117811.438">8877 1459,'-6'-13,"-1"1,-1 1,0-1,0 1,-1 1,-1-1,1 2,-2-1,1 1,-1 1,-1 0,1 0,-10-3,13 7,0 0,0 1,-1 0,1 1,-1 0,1 0,-1 1,0 0,0 0,1 1,-1 0,0 1,0 0,0 0,1 1,-1 0,1 0,-1 1,1 0,0 1,-6 3,3 1,0-1,0 2,1-1,1 1,-1 1,1 0,1 0,0 1,0 0,1 0,1 1,0-1,0 1,1 1,1-1,0 1,1 0,0 0,0 4,2-5,-1-1,1 0,1 1,0-1,0 0,1 1,1-1,0 0,0 0,1 0,1 0,0-1,0 1,1-1,0 0,1 0,0 0,0-1,1 0,1 0,-1-1,7 5,-1-3,0-1,1-1,0-1,0 0,0 0,1-1,0-1,0-1,0 0,1-1,-1 0,17-1,-1 0,1-2,0-2,0 0,-1-2,31-9,122-51,-109 28</inkml:trace>
  <inkml:trace contextRef="#ctx0" brushRef="#br1" timeOffset="-117562.558">9465 1191,'-11'14,"-4"15,0 17,6 15,6 9,8 8,8 1,4-1,-1-8,-1-8,-3-12,-1-22,-3-16</inkml:trace>
  <inkml:trace contextRef="#ctx0" brushRef="#br1" timeOffset="-117310.234">9505 1338,'-43'-157,"43"157,0 0,1 0,-1 0,0 0,1 0,-1 0,0 0,1 0,-1 0,0 0,0 0,1 0,-1 0,0 0,1 0,-1 0,0 0,1 0,-1 0,0 0,0 0,1-1,-1 1,0 0,0 0,1 0,-1-1,0 1,0 0,1 0,-1 0,0-1,0 1,0 0,0-1,1 1,-1 0,0 0,0-1,0 1,0 0,0-1,0 1,0 0,0-1,0 1,0 0,0 0,0-1,0 1,0 0,0-1,0 1,0 0,0-1,-1 1,1 0,0 0,0-1,0 1,0 0,-1 0,22 20,219 276,-20-37,-173-176,-46-80,0 1,0-1,-1 0,1 1,-1-1,0 0,0 1,0-1,0 1,-1-1,1 0,-1 1,0-1,0 0,0 0,-1 0,1 0,-1 0,1 0,-1 0,0 0,0 0,-1-1,1 1,0-1,-3 2,-12 9,-1-1,0-1,-1-1,0-1,-1 0,0-1,-3-1,-291 92,137-49</inkml:trace>
  <inkml:trace contextRef="#ctx0" brushRef="#br0" timeOffset="-40736.387">4117 3103,'-59'-7,"-29"3,-74 35,145-25,0 2,1 0,0 1,0 1,1 1,0 0,1 0,1 1,0 1,0 1,1 0,1 0,0 1,-2 6,-85 164,76-138,12-23,2 0,1 0,1 1,1 0,1 0,2 0,0 0,1 1,4 24,-2 11,3-1,3 0,6 23,-8-60,1 0,1 0,1-1,0 0,2 0,1-1,0 0,2-1,0 0,3 1,-4-8,0-1,1-1,0 0,1 0,0-1,1-1,-1-1,2 0,-1-1,1 0,1-2,6 2,22 5,0-3,1-2,1-1,-1-3,30-2,0-3,0-3,47-11,-85 11,27-7,1-2,-2-3,0-2,-2-4,0-2,15-11,156-96,-216 123,-1-2,0 0,0-1,-1-1,0 0,-1-1,-1 0,0-1,-1-1,-1 0,0 0,-1-1,-1 0,-1-1,0 0,-1-1,1-8,-2-3,-1-1,-1 1,-2-1,-1 1,-2-1,-1 0,-1 1,-2 0,0 0,-2 0,-2 0,-1 1,-1 1,-1 0,-1 0,-2 1,-1 1,-11-14,10 14,-2 0,-1 1,-1 1,-1 1,-1 1,-1 1,0 1,-2 1,0 1,-1 2,-1 0,-1 2,0 1,-1 2,0 0,0 2,-24-3,17 8,-1 2,0 1,0 2,0 2,0 1,1 2,-1 2,1 1,1 2,0 2,1 1,-7 4,-24 16,1 2,2 4,1 2,2 2,-36 38,31-23</inkml:trace>
  <inkml:trace contextRef="#ctx0" brushRef="#br0" timeOffset="-39746.28">3783 4333,'-21'17,"1"2,1 1,1 0,0 1,2 1,0 0,2 2,-1 2,8-14,-370 604,96-222,-184 189,226-290,205-251,-89 109,6 4,-87 158,196-298,9-14,-1-1,0 0,0 0,1 1,-1-1,0 0,1 0,-1 0,0 1,1-1,-1 0,0 0,1 0,-1 0,0 0,1 0,-1 0,0 0,1 0,-1 0,0 0,1 0,-1 0,1 0,-1 0,0 0,1 0,-1 0,0 0,1 0,-1-1,0 1,1 0,-1 0,0 0,0-1,1 1,-1 0,0 0,0-1,1 1,-1 0,0-1,0 1,0 0,0-1,1 1,-1 0,0-1,0 1,0 0,0-1,0 1,0 0,0-1,0 1,0 0,0-1,0 1,11-13</inkml:trace>
  <inkml:trace contextRef="#ctx0" brushRef="#br0" timeOffset="-39058.085">2340 5964,'48'-40,"-11"3,2 1,1 2,2 2,1 1,1 3,11-4,-45 27,0 0,0 1,0 1,1-1,0 2,0-1,0 1,5 1,-15 1,1 0,0 0,-1 0,1 0,-1 1,1-1,0 1,-1-1,1 1,-1 0,1-1,-1 1,0 0,1 0,-1 0,0 0,1 0,-1 0,0 1,0-1,0 0,0 1,0-1,0 0,-1 1,1-1,0 1,-1-1,1 1,-1 0,1-1,-1 1,0 0,0-1,0 1,0 0,-4 63,-11 0,-3 0,-2-1,-4-2,-3 4,-32 85,41-78,23-58,5-10</inkml:trace>
  <inkml:trace contextRef="#ctx0" brushRef="#br0" timeOffset="-38231.56">1471 7648,'37'321,"-35"-275,-1-15,1 0,2 0,1-1,6 23,-10-49,0-1,0 1,0-1,0 1,1-1,-1 0,1 1,0-1,0 0,0 0,0 0,0 0,1-1,0 1,-1-1,1 1,0-1,0 0,0 0,0 0,1-1,-1 1,0-1,1 1,-1-1,1 0,0-1,-1 1,1-1,-1 1,1-1,0 0,3-1,11-3,0-2,0 0,0-1,-1 0,0-2,0 0,-1-1,2-2,0 1,74-45,-53 34</inkml:trace>
  <inkml:trace contextRef="#ctx0" brushRef="#br0" timeOffset="-37773.785">2259 7461,'-11'2,"0"0,0 1,0 0,0 1,0 0,1 1,0 0,0 1,0 0,0 0,1 1,0 0,1 0,0 1,0 1,0-1,1 1,0 0,1 1,-3 6,8-14,0 0,0 0,1-1,-1 1,0 0,1 0,0 0,-1 0,1 1,0-1,0 0,0 0,0 0,1 0,-1 0,0 0,1 0,-1 0,1 0,0 0,0-1,0 1,0 0,0 0,0-1,0 1,1 0,-1-1,0 1,1-1,0 0,-1 1,1-1,0 0,-1 0,1 0,0 0,0 0,0-1,0 1,0-1,0 1,0-1,1 1,117 13,-105-14,0 0,0 1,0 0,-1 1,1 1,0 1,-1 0,0 0,0 2,0 0,9 6,-19-10,-1 1,1 0,-1 0,0 0,0 1,0-1,0 1,-1 0,0 0,0-1,0 2,0-1,0 0,-1 0,0 0,1 1,-2-1,1 1,0-1,-1 1,0-1,0 0,-1 1,1-1,-1 1,0-1,0 1,0-1,0 0,-1 0,0 0,0 0,0 0,0 0,-1 0,0 0,1-1,-4 3,-4 5,-1 1,0-2,-1 0,0 0,0-1,-1 0,0-1,-1-1,0 0,0-1,0 0,-1-2,-11 4,26-9,0 1,0 0,0 0,0 0,1 0,-1 0,0-1,0 1,0 0,0 0,0 0,0 0,0-1,0 1,0 0,0 0,0 0,0 0,0-1,0 1,0 0,0 0,0 0,0 0,0-1,0 1,0 0,0 0,0 0,0 0,-1-1,1 1,0 0,0 0,0 0,0 0,0 0,0-1,-1 1,1 0,0 0,0 0,0 0,0 0,-1 0,1 0,0 0,10-9</inkml:trace>
  <inkml:trace contextRef="#ctx0" brushRef="#br0" timeOffset="-37106.164">2688 7435,'-5'50,"3"0,3-1,1 1,3 0,3 10,6 79,-14-139,0 0,0-1,-1 1,1 0,0 0,-1-1,1 1,0 0,-1 0,1 0,-1-1,1 1,0 0,-1 0,1 0,0 0,-1 0,1 0,-1 0,1 0,0 0,-1 0,1 0,-1 0,1 0,-1 0,1 0,0 0,-1 0,1 1,0-1,-1 0,1 0,0 0,-1 1,1-1,0 0,-1 0,1 1,0-1,0 0,-1 1,1-1,0 0,0 1,-1-1,1 0,0 1,0-1,0 1,0-1,0 0,0 1,0-1,0 1,0-1,0 0,0 1,0-1,0 1,0-1,0 0,0 1,0-1,0 1,-16-33,6-8,2 0,2-1,1 0,2 0,3-27,-1 50,1 1,-2-20,2 1,1-1,2 0,2 0,6-28,-9 60,-1 0,1-1,-1 1,1 0,1 0,-1 0,1 0,0 1,0-1,0 1,0 0,1-1,0 2,0-1,0 0,0 1,1 0,-1-1,1 2,0-1,0 1,0 0,0 0,0 0,1 0,-1 1,0 0,1 0,-1 1,1-1,-1 1,1 0,-1 1,1-1,-1 1,0 0,5 2,-3 0,0 1,0 0,0 0,-1 1,1 0,-1 0,0 0,-1 1,1 0,-1 0,0 0,-1 1,1-1,-1 1,-1 0,1 1,-1-1,-1 0,1 1,-1 0,0 0,-1-1,0 1,0 0,-1 0,0 0,0 0,-1 0,0 0,0 0,-1 0,0-1,0 1,-1 0,0-1,0 0,-5 6,4-4,-2 0,1-1,-1 0,0 0,-1 0,1-1,-2 0,1 0,-1-1,0 1,8-8,1 0,-1 0,1 0,-1 1,1-1,-1 0,0 0,1 0,-1 0,0 0,0 1,0-1,0 0,1 0,-1 0,0 0,-1 0,1 0,0 0,0 0,0 0,0 0,-1 1,1-1,-1 0,1 0,0 0,-1 0,1 1,-1-1,0 0,1 1,-1-1,1 0,-1 1,0-1,0 1,1-1,-1 1,0-1,0 1,0-1,0 1,1 0,-1 0,0-1,0 1,0 0,0 0,0 0,0 0,0 0,0 0,0 0,1 0,-1 0,0 1,0-1,0 0,0 1,0-1,0 0,1 1,-1-1,6-8,1-1,1 1,-1 1,1-1,1 1,-1 0,1 1,0-1,1 2,-1-1,1 1,0 1,1-1,-1 1,1 1,0 0,0 1,0-1,0 2,2-1,-8 3,1-1,0 1,0 0,0 1,0-1,-1 1,1 0,-1 0,1 0,-1 0,0 1,0 0,0 0,0 0,0 0,-1 1,0-1,1 1,-1 0,-1 0,1 0,0 0,-1 1,0-1,1 4,2 3,-1 0,0 0,-1 1,0-1,-1 1,0 0,-1-1,-1 1,1 0,-2 5,-2-6,0 1,0 0,-2-1,1 0,-1 0,-1 0,0-1,0 0,-1 0,-1 0,1-1,-2 0,1-1,-1 1,0-2,-1 1,0-1,0-1,0 0,-1 0,0-1,0-1,-1 0,1 0,-1-1,1 0,-1-1,0-1,0 0,0 0,0-1,-1-1,-1 0,-6-2,6-2</inkml:trace>
  <inkml:trace contextRef="#ctx0" brushRef="#br0" timeOffset="-36056.145">482 9213,'50'573,"-22"-444,-26-124,0 0,0-1,0 1,0 0,1-1,0 1,0-1,0 0,0 0,1 0,0 0,0-1,0 1,0-1,0 0,1-1,-1 1,1-1,0 1,-1-1,1-1,0 1,3 0,7-3,-1 0,-1 0,1-2,0 1,0-2,-1 0,0-1,0 0,0-1,0 0,-1-1,0 0,0-1,-1-1,0 1,-1-2,0 0,1-2,58-67,-47 45</inkml:trace>
  <inkml:trace contextRef="#ctx0" brushRef="#br0" timeOffset="-35802.821">107 9680,'-14'7,"-4"5,8-1,14-5,21-12,19-13,20-13,16-10,10-7,3-1,-3 2,-7 8,-19 10</inkml:trace>
  <inkml:trace contextRef="#ctx0" brushRef="#br0" timeOffset="-35158.515">989 9961,'1'-94,"1"26,-3-1,-3 0,-10-48,12 106,-20-52,22 63,0 0,0 1,1-1,-1 0,0 0,0 0,0 0,0 1,1-1,-1 0,0 0,0 1,0-1,0 0,0 0,0 0,0 1,0-1,0 0,1 0,-1 1,0-1,0 0,0 1,0-1,-1 0,1 0,0 1,0-1,0 0,0 0,0 1,0-1,0 0,0 0,0 0,-1 1,1-1,0 0,0 0,0 0,0 1,-1-1,1 0,0 0,0 0,-1 0,1 0,0 1,0-1,0 0,-1 0,1 0,5 3,-1 0,1-1,0 0,0 0,0 0,1 0,-1-1,0 0,1 0,-1 0,1-1,-1 1,1-1,-1-1,5 0,-2 1,46-2,-37 0,-1 1,1 0,-1 2,1 0,-1 0,0 2,9 2,-19-2,0 0,-1 1,1-1,-1 1,0 1,0-1,0 1,0-1,-1 1,0 1,0-1,0 1,-1-1,0 1,0 0,0 0,-1 0,0 1,0-1,-1 1,1-1,-1 1,-1 3,33 77,-32-85,0 0,1 0,-1-1,0 1,0-1,1 1,-1-1,1 1,-1-1,1 0,0 0,0 0,-1 0,1 0,0 0,0 0,0-1,0 1,0-1,0 1,0-1,0 0,0 1,0-1,0 0,0-1,0 1,0 0,0-1,0 1,0-1,0 1,0-1,0 0,0 0,-1 0,1 0,55-55,-46 41,-2 0,0-1,-1 0,0 0,-1-1,-1 0,-1 0,0 0,-1-1,-1 0,-1 0,-1 0,0 0,-1 0,-1 0,-1 1,-2-11,4 25,-1-1,1 1,-1 0,0 0,0 0,0 0,0 0,-1 0,1 0,-1 0,0 1,0-1,0 0,0 1,0 0,0-1,-1 1,1 0,-1 0,0 0,0 1,2 1,-1 1,0 0,1 0,-1-1,1 1,-1 0,1 1,-1-1,1 0,0 0,0 1,-1-1,1 0,0 1,0-1,0 1,0 0,1-1,-1 1,0 0,1-1,-1 1,1 0,0 0,-1-1,1 1,0 0,0 0,0 0,0 0,1 0,-1 1,-2 13,0 1,2 0,0 0,1 0,1-1,0 1,2-1,0 1,0-1,2 0,0 1,-2-9,-1 1,1-1,1 0,0 0,0-1,0 1,1-1,0-1,1 1,-1-1,1 0,0 0,1-1,-1 0,1 0,0-1,1 0,-1 0,0-1,1 0,2 0,-3-2,1 0,-1-1,1 1,-1-2,1 1,-1-1,1-1,-1 0,1 0,-1 0,0-1,0 0,0-1,0 0,-1 0,0 0,0-1,0 0,0-1,-1 1,1-1,-2-1,4-2,24-32</inkml:trace>
  <inkml:trace contextRef="#ctx0" brushRef="#br0" timeOffset="-34167.568">1778 8771,'-3'18,"2"0,-1 0,2 1,1-1,0 0,1 0,1 0,2 7,80 322,-81-331,-2-6,1 0,0 0,1-1,-1 1,2-1,-1 0,2 0,-1-1,3 3,-8-10,1 0,0 0,-1 0,1 0,0 0,0-1,0 1,-1 0,1 0,0-1,0 1,0-1,0 1,0-1,1 1,-1-1,0 1,0-1,0 0,0 0,0 0,0 0,1 0,-1 0,0 0,0 0,0 0,0 0,1 0,-1-1,0 1,0 0,0-1,0 1,0-1,0 0,0 1,0-1,0 0,0 1,-1-1,1 0,0 0,0 0,-1 0,1 0,0 0,-1 0,1 0,-1 0,1-1,23-58,-14 18,-8 29,1-1,0 1,1 0,0 0,1 1,1-1,0 1,0 0,1 1,4-4,-10 14,0 0,0-1,0 1,0 0,1 0,-1 0,1 1,-1-1,0 0,1 0,-1 1,1-1,-1 1,1-1,0 1,-1 0,1 0,0-1,-1 1,1 0,-1 1,1-1,0 0,-1 0,1 1,-1-1,1 1,0-1,-1 1,0-1,1 1,-1 0,1 0,-1 0,0 0,1 0,-1 0,0 0,0 0,0 1,0-1,39 58,-32-42,-1 0,0 1,-2 0,0 0,0 0,-2 0,-1 1,0-1,-1 1,-1 0,-1 7,1-23,0 0,0-1,0 1,-1 0,1-1,-1 1,1 0,-1-1,0 1,0-1,0 1,-1-1,1 1,0-1,-1 0,0 0,1 0,-1 0,0 0,0 0,0 0,-1-1,1 1,0-1,0 1,-1-1,1 0,-1 0,1 0,-1 0,0 0,1-1,-1 1,0-1,1 0,-1 0,0 0,0 0,1 0,-1 0,0-1,1 1,-1-1,0 0,1 0,-1 0,-1-1,-2-4,-1 0,1-1,1 0,-1 0,1 0,0 0,1-1,0 0,0 0,0 0,1-1,1 1,-1-1,1 1,1-1,0 0,0 0,0 0,1 1,1-1,-1 0,2 0,-1 0,1 1,0-1,1 0,1-3,0 0,1 1,0 0,0 0,1 0,1 0,0 1,0 0,1 1,1 0,-1 0,1 1,1 0,-1 0,1 1,1 0,-1 1,1 0,0 1,1 0,-1 1,1 0,0 1,0 0,11-1,-17 5,0-1,0 1,0 1,-1-1,1 1,-1 0,1 0,-1 0,0 1,0 0,0 0,0 0,0 1,-1 0,1 0,-1 0,0 0,-1 0,1 1,-1 0,1 0,-1 0,-1 0,1 0,-1 1,0-1,1 6,41 59,-43-69,1 1,-1-1,0 1,0-1,1 1,-1-1,1 0,-1 0,1 1,-1-1,1 0,0-1,-1 1,1 0,0 0,0-1,0 1,0-1,0 1,-1-1,1 0,0 0,0 0,0 0,0 0,0 0,0-1,0 1,0-1,0 1,-1-1,1 0,0 1,0-1,-1 0,1 0,0 0,-1-1,1 1,-1 0,0 0,1-1,-1 1,0-1,1-1,8-14,-1 0,-1 0,-1-1,0 0,-1 0,-1-1,-1 1,0-1,-2 0,0-6,0 11,-2 0,0 0,0 0,-1 0,-1 0,-1 0,-1-4,4 18,0 0,0 0,-1 0,1 0,0 1,0-1,-1 0,1 0,0 0,0 0,0 0,-1 0,1 0,0 0,-1 0,1 0,0 0,0 0,-1 0,1 0,0 0,0 0,-1 0,1 0,0 0,0 0,-1 0,1-1,0 1,0 0,0 0,-1 0,1 0,0-1,0 1,0 0,-1 0,1 0,0-1,0 1,0 0,0 0,0-1,0 1,0 0,-1 0,1-1,0 1,0 0,0 0,-2 25,3-17,0 1,1 0,0-1,1 0,0 1,0-1,0 0,1-1,0 1,1-1,0 1,5 5,-7-10,0 0,0 0,0 0,0 0,0 0,1-1,-1 0,1 1,0-1,-1-1,1 1,0 0,0-1,0 0,0 0,0 0,1-1,-1 1,0-1,0 0,0 0,1 0,-1-1,0 1,0-1,0 0,3-1,5-5,-1 1,0-1,0-1,0 0,-1-1,0 0,-1 0,0-1,-1 0,0 0,0-1,-1 0,0-1,-1 0,0 0,-1 0,-1 0,0-1,-1 0,0 0,1-12,7-77,-10 102,-1 0,0 1,1-1,-1 0,0 0,1 0,-1 0,0 0,1 0,-1 0,0 0,1 0,-1 0,0 0,1 0,-1 0,0 0,1-1,-1 1,0 0,1 0,-1 0,0 0,1-1,-1 1,0 0,0 0,1 0,-1-1,0 1,0 0,0-1,1 1,-1 0,0 0,0-1,0 1,0 0,0-1,1 1,-1 0,0-1,0 1,0 0,0-1,0 1,0-1,0 1,0 0,0-1,0 1,13 32,5 26,-10-30,1-1,1 0,1 0,1-1,12 18,-22-41,1 1,-1-1,1 1,-1-1,1 0,0 0,0 0,0-1,1 1,-1-1,1 0,-1 0,1 0,0 0,0 0,0-1,0 0,0 0,0 0,0 0,0-1,0 1,1-1,0 0,15-5</inkml:trace>
  <inkml:trace contextRef="#ctx0" brushRef="#br0" timeOffset="-33887.995">2847 8410,'-16'0,"-7"0,0 2,4 6,7 3,15 5,17 4,15 1,12 3,-3-2</inkml:trace>
  <inkml:trace contextRef="#ctx0" brushRef="#br0" timeOffset="-33605.778">3222 8865,'15'-14,"0"-1,-1 0,0-1,-1 0,-1-1,-1 0,-1-1,0-1,-1 1,-1-1,-1-1,-1 0,0 0,-1 0,-2 0,0-1,-1-1,-1 17,-1 0,0 1,0-1,0 0,0 1,-1-1,1 0,-1 1,-1-1,1 1,-1-1,1 1,-1 0,-1 0,-1-3,3 6,0 1,-1-1,1 1,0-1,-1 1,1 0,0 0,-1 0,1 0,-1 0,1 0,0 0,-1 0,1 0,-1 1,1-1,0 1,-1-1,1 1,0-1,0 1,-1 0,1-1,0 1,0 0,0 0,0 0,0 0,0 0,0 0,0 0,0 1,1-1,-1 0,0 0,1 1,-1-1,1 0,-1 1,1-1,0 1,-7 16,0 0,2 0,0 1,1 0,1 0,0 0,2 0,0 0,2 8,-3-19,2 0,-1 0,1 0,0 0,1 1,-1-1,2 0,-1 0,1 0,0-1,1 1,0 0,0-1,1 0,0 0,0 0,0 0,1 0,0-1,1 0,-1 0,1 0,0-1,1 0,-1 0,1 0,0-1,0 0,0-1,1 1,-1-2,2 2,6-3,0 0,-1-1,1-1,0 0,-1-1,1 0,-1-1,0-1,0 0,0-1,0-1,10-5,37-20</inkml:trace>
  <inkml:trace contextRef="#ctx0" brushRef="#br0" timeOffset="-33095.057">4425 8116,'-29'21,"0"0,2 2,1 1,1 2,-17 22,40-47,0 0,0 1,0-1,0 1,1 0,-1 0,0 0,1-1,-1 1,1 1,0-1,0 0,0 0,0 0,0 1,0-1,0 0,1 1,-1-1,1 1,0-1,0 1,0-1,0 0,0 1,0-1,1 1,-1-1,1 1,0-1,-1 0,1 1,0-1,1 0,-1 0,0 0,0 0,1 0,0 0,-1 0,1 0,1 0,6 0,1 0,0-1,0-1,0 1,0-2,0 1,0-1,0-1,0 0,0 0,-1-1,1 0,-1-1,0 0,0 0,0-1,2-2,18-7,-1-1,-1-1,-1-2,0 0,-2-2,0-1,-1-1,4-5,-21 19,-1 1,1-1,-1 0,-1-1,1 1,-1-1,-1 1,0-1,0-1,-1 1,0 0,0 0,-1-1,0 1,-1-5,5 0,5 36,-8-15,0-2,5 16,0-1,1 0,1 0,1-1,1 0,1-1,0 0,2-1,5 6,-17-21,-1 0,1-1,0 1,0-1,-1 1,1-1,0 1,0-1,1 0,-1 0,0 0,0 0,0 0,1-1,-1 1,0-1,1 1,-1-1,1 0,-1 0,0 0,1 0,-1 0,1-1,-1 1,0-1,1 1,12-10</inkml:trace>
  <inkml:trace contextRef="#ctx0" brushRef="#br0" timeOffset="-32839.733">4665 7661,'-13'19,"-3"7,8 0,13-4,15-7,3-5</inkml:trace>
  <inkml:trace contextRef="#ctx0" brushRef="#br0" timeOffset="-32464.729">4907 7180,'-2'6,"1"0,-1 0,2-1,-1 1,1 0,-1 0,2 0,-1 0,1 0,0 0,1 5,-1-3,28 126,5-2,50 121,-76-228,1 6,1 0,1-1,1 0,2-1,1 0,2-1,0-1,2-1,1-1,2 2,-19-24,0 1,0-1,1 0,-1 0,1 0,0 0,0-1,0 0,0 1,0-2,1 1,-1 0,0-1,1 0,0 0,-1 0,1 0,-1-1,1 0,0 0,-1 0,1 0,0-1,-1 0,1 0,-1 0,1 0,-1-1,2-1,4-7,0 0,-1-1,0 0,-1 0,0-1,-1 0,0-1,-1 1,0-1,-1-1,-1 1,0-1,2-13,-3 15,42-145,-38 151,-6 26,-1 19,0-19,0 0,1 0,1 0,0 0,2-1,2 8,-6-25,1 1,0-1,0 1,0-1,0 1,0-1,0 1,0-1,1 0,0 0,-1 0,1 0,0 0,0 0,0 0,0-1,0 1,0-1,0 1,1-1,-1 0,0 0,1 0,-1 0,1 0,-1-1,1 1,0-1,-1 0,1 1,-1-1,1 0,0-1,-1 1,3-1,14-6</inkml:trace>
  <inkml:trace contextRef="#ctx0" brushRef="#br0" timeOffset="-32172.512">5561 7582,'-13'6,"-8"4,-1-2,0-1,-1-2,4-2</inkml:trace>
  <inkml:trace contextRef="#ctx0" brushRef="#br0" timeOffset="-31926.161">5013 7568,'14'-2,"17"-5,21-9,19-11,15-9,12-8,-12 4</inkml:trace>
  <inkml:trace contextRef="#ctx0" brushRef="#br0" timeOffset="-31672.431">5735 6940,'-1'7,"-1"1,1 0,0-1,1 1,0 0,0 0,1-1,0 1,0 0,0-1,1 1,1-1,1 5,0 2,99 367,-30-63,-69-303,2-1,0 1,0-1,1 0,1-1,0 0,1 0,8 8,-13-16,1-1,-1 1,1-1,1 0,-1 0,0 0,1-1,0 0,0 0,0 0,0-1,0 0,1 0,-1-1,1 0,-1 0,1 0,-1-1,1 0,0 0,2-1,-1 0,-1-1,1 0,0 0,-1-1,0 0,1 0,-1-1,0 0,-1 0,1 0,-1-1,0 0,0-1,0 1,-1-1,0 0,0-1,0 1,-1-1,0 0,0 0,-1 0,0 0,0-1,-1 1,1-3,7-28</inkml:trace>
  <inkml:trace contextRef="#ctx0" brushRef="#br0" timeOffset="-31437.066">5615 7287,'18'-4,"22"-9,23-8,20-11,19-10,13-8,3-2,-10 6,-19 10,-24 12</inkml:trace>
  <inkml:trace contextRef="#ctx0" brushRef="#br0" timeOffset="-29158.255">762 10777,'3'27,"73"248,-73-266,-2-3,1 0,0 0,1 0,-1 0,1 0,0-1,0 1,1-1,0 0,0 0,4 5,-7-10,1 1,-1 0,0-1,0 1,0-1,0 1,0-1,1 0,-1 1,0-1,0 0,1 0,-1 0,0 0,0 0,1 0,-1 0,0-1,0 1,1 0,-1-1,0 1,0 0,0-1,0 0,0 1,0-1,0 0,0 1,0-1,0 0,0 0,0 0,0 0,0 0,0 0,28-43,-28 41,19-40,-1-1,-3-2,-1 1,-2-2,-3 0,1-14,-2 154,-7-75,0 0,2 0,0 0,1 0,1-1,3 8,-7-21,0 0,0 0,0 0,1 0,-1-1,1 1,0-1,0 0,0 0,1 0,-1 0,1 0,-1-1,1 1,0-1,0 0,0 0,0-1,0 1,0-1,1 0,-1 0,0 0,1-1,-1 1,1-1,-1 0,1-1,1 1,7-4,-1-1,1 0,-1-1,0 0,-1-1,0-1,0 1,0-2,-1 1,0-2,-1 1,0-1,0-1,-1 1,0-1,-1-1,-1 0,0 0,0 0,-1-1,11-24,-2 0,-1-1,-2-1,-2 0,-2-1,-1 1,-2-1,-2 0,-1-1,-2 1,-2 0,-6-27,4 35,0-1,-3 1,0 0,-2 1,-2 0,-8-16,20 45,-1 0,1-1,-1 1,0 0,0 0,0-1,0 1,0 0,-1 0,1 0,-1 1,1-1,-1 0,0 0,0 1,1-1,-1 1,0 0,0-1,-1 1,1 0,0 0,0 0,-1 0,1 1,0-1,-1 1,1-1,0 1,-1 0,1 0,-1 0,1 0,-1 1,-3 4,1 0,-1 0,1 1,1-1,-1 1,1 0,0 1,0-1,1 1,0 0,0 0,1 0,0 0,-1 6,2-12,-5 19,1 0,0 1,2 0,0-1,1 1,1 0,1 0,1 0,1 0,1 0,1 0,0-1,2 1,0-1,1 0,1-1,1 0,1 0,1-1,0 0,1-1,1-1,0 1,7 4,5 2,0-2,1 0,1-2,1-1,0-1,1-1,1-2,1-1,0-1,19 3,-46-13,-1-1,0 1,1-1,-1 0,1-1,0 1,-1 0,1-1,-1 0,1 0,0 0,-1 0,1-1,0 0,-1 1,1-1,-1 0,1-1,-1 1,0-1,1 1,-1-1,0 0,2-2,0-3,0-2,0 1,-1 0,0-1,0 0,-1 0,0 0,-1 0,0-1,0 1,-1-1,0-5,-1 13,8-99,-4 0,-5-1,-5 1,-3 0,-5 0,-13-35,-19-61,36 172,10 24,-1 1,1 0,0 0,-1-1,1 1,0 0,-1 0,1-1,-1 1,1 0,0 0,-1 0,1 0,-1 0,1 0,-1 0,1 0,-1 0,1 0,0 0,-1 0,1 0,-1 0,1 0,-1 0,1 0,0 0,-1 1,1-1,-1 0,1 0,0 1,-1-1,1 0,0 0,-1 1,1-1,0 0,-1 1,1-1,0 0,0 1,-1-1,1 1,0-1,0 0,0 1,0-1,0 1,-1-1,1 1,0-1,0 0,0 1,0-1,0 1,0-1,1 1,-1-1,0 1,0-1,0 0,0 1,0-1,1 1,-1-1,-3 29,1-1,1 1,2 0,1-1,1 1,2-1,5 18,22 86,5-3,7-1,44 88,-78-191,-6-11,2 1,0-1,1-1,0 1,1-1,0 0,1-1,1 0,5 5,-14-16,0 0,0 0,0 0,0-1,0 1,0 0,0-1,0 1,1-1,-1 0,0 1,0-1,0 0,1 1,-1-1,0 0,0 0,1 0,-1 0,0 0,1-1,-1 1,0 0,0-1,0 1,1 0,-1-1,0 1,0-1,0 0,0 1,0-1,0 0,0 0,0 0,0 0,0 0,0 0,26-44,-8-3,-2-1,-2 0,-3-1,4-32,-2 37,-13 44,-1 1,1 0,-1 0,1 0,0 0,-1 1,1-1,0 0,-1 0,1 0,-1 0,1 1,-1-1,1 0,0 0,-1 1,1-1,-1 1,1-1,-1 0,1 1,-1-1,0 1,1-1,-1 1,0-1,1 1,-1-1,0 1,1-1,-1 1,0 0,0-1,0 1,0 0,0-1,1 1,-1-1,0 1,-1 0,2-1,13 39,-10-24,0 0,2-1,0 0,0 0,1-1,1 0,1 0,-1 0,2-1,2 2,39 11,-28-24</inkml:trace>
  <inkml:trace contextRef="#ctx0" brushRef="#br0" timeOffset="-28889.387">2366 10122,'-18'2,"-11"3,-4 1,-5 2,6-1</inkml:trace>
  <inkml:trace contextRef="#ctx0" brushRef="#br0" timeOffset="-27966.27">1778 10189,'58'-42,"1"2,2 3,1 3,2 2,2 3,37-9,-93 33,0 2,1-1,-1 1,1 1,0-1,-1 2,1 0,0 0,0 1,0 0,0 1,0 0,0 1,0 0,-1 1,1 0,-1 1,1 0,-1 0,-1 1,1 1,-1 0,2 1,1 8,0 2,-2-1,1 1,-2 1,-1 0,0 0,-1 1,-1-1,0 2,-2-1,0 0,-1 1,-1 9,17 67,15-7,-32-86,-1 0,1 0,0 0,0 0,0 0,0-1,1 1,-1-1,1 0,0 1,0-1,-1 0,1-1,0 1,1 0,-1-1,0 0,0 0,1 0,-1 0,0 0,1-1,-1 1,1-1,-1 0,1 0,0-1,-1 0,1 0,0 0,0-1,-1 1,1-1,-1 0,1 0,-1 0,0-1,0 1,0-1,0 0,0 1,-1-1,1-1,-1 1,0 0,0 0,0-1,0 1,0-3,25-83,-16-121,-11 209,0 0,-1 1,1-1,0 1,0-1,0 1,0-1,0 1,0-1,0 0,0 1,0-1,0 1,0-1,0 1,0-1,1 0,-1 1,0-1,0 1,1-1,-1 1,0-1,0 1,1-1,-1 1,1 0,-1-1,0 1,1 0,-1-1,1 1,-1 0,1-1,-1 1,1 0,-1 0,1-1,-1 1,1 0,0 0,-1 0,1 0,-1 0,1 0,-1 0,1 0,0 0,18 24,-4 8,-12-23,1 1,0-1,0 0,1 0,0 0,0-1,1 0,0 0,1 0,0-1,0 0,1 0,-1-1,1 0,8 5,-14-11,0 1,0 0,1-1,-1 1,0-1,0 0,1 0,-1 0,0 0,0 0,1-1,-1 1,0 0,0-1,0 0,1 0,-1 1,0-1,0 0,0-1,-1 1,1 0,0-1,0 1,-1-1,1 1,0-1,-1 0,0 1,1-1,-1 0,1-1,30-72,-29 68,6-20,-1-1,-1-1,-2 1,0-1,-2 0,-2 0,-1-25,-3 38,0 23,-1 29,3-20,1 0,0 0,1 0,1 0,1-1,0 1,1-1,1 1,0-1,1 0,1-1,1 3,-4-13,-1 0,0 0,1 0,0-1,0 1,0-1,1 0,-1 0,1 0,-1-1,1 0,0 0,0 0,0 0,0-1,0 0,0 0,0 0,1-1,-1 1,0-1,1 0,-1-1,0 0,0 1,0-2,1 1,16-5,1 0,-2-2,1 0,-1-2,11-6,14-8,-1-2,-1-3,-2 0,0-3,-3-2,0-2,-36 35,0-1,-1 1,1-1,-1 0,1 0,-1 0,0-1,0 1,0-1,0 1,0-1,0 1,-1-1,1 0,-1 0,0 0,0 0,0 0,0 0,0 0,-1 0,1 0,-1 0,0-1,0 1,0 0,0 0,-1 0,1 0,-1 0,0-1,0 1,0 0,0 1,-1-1,1 0,-1 0,1 0,-1 1,-2-2,-7-4,-1 1,-1 0,0 1,1 0,-2 1,1 1,0 0,-1 1,0 0,0 1,0 0,0 2,-10 0,20 0,0 0,-1 1,1-1,0 1,-1 0,1 0,0 1,0-1,0 1,0 0,1 0,-1 1,0-1,1 1,-1-1,1 1,0 0,0 0,0 1,1-1,-1 1,1-1,-1 1,1 0,0 0,1 0,-1 0,1 0,0 0,0 0,0 0,0 1,1-1,-1 0,1 3,0 2,0 0,0 0,1 0,0 0,1 0,0 0,0-1,1 1,0 0,0-1,1 0,2 3,-4-7,0 0,0 0,1-1,-1 1,1-1,0 0,0 1,0-1,1-1,-1 1,1 0,-1-1,1 0,0 0,0 0,0 0,0-1,0 1,0-1,1 0,-1 0,0-1,0 1,1-1,-1 0,3 0,-1-2,0 1,-1 0,1-1,-1 0,1-1,-1 1,0-1,0 0,0 0,0-1,-1 1,1-1,-1 0,0 0,0-1,0 1,-1-1,0 0,1 0,-2 0,1 0,0-1,3-7,0-1,-1 0,-1 0,0-1,-1 1,0-1,-1 0,-1-2,-1-10,-1 18,0 18,0-3,0 1,1 0,-1 0,1 0,1 0,-1 0,1-1,0 1,1 0,-1 0,1-1,1 1,-1-1,1 0,0 0,1 0,-1 0,1 0,0-1,1 1,-1-1,6 4,5-1,1-2,-1 0,1-1,0 0,0-1,1-1,-1-1,1 0,-1-1,1-1,0-1,-1 0,1-1,-1-1,1 0,13-5,59-13</inkml:trace>
  <inkml:trace contextRef="#ctx0" brushRef="#br0" timeOffset="-26885.453">5080 9279,'-125'30,"120"-27,-1 0,1 0,-1 0,1 0,0 1,0 0,1 0,-1 0,1 0,0 1,0 0,0 0,1 0,-1 0,1 1,1-1,-1 1,1 0,-1 2,1 0,0 0,0 0,1 0,0 0,1 0,0 1,0-1,1 0,0 0,1 3,-2-9,1 1,-1-1,1 1,0-1,0 1,0-1,0 0,0 0,0 1,1-1,-1 0,1 0,0 0,-1-1,1 1,0 0,0-1,0 1,0-1,1 1,-1-1,0 0,0 0,1 0,-1 0,1-1,-1 1,1 0,-1-1,1 0,-1 0,1 0,-1 0,3 0,4-3,0 0,0-1,-1 0,1 0,-1 0,0-2,-1 1,1-1,-1 0,0 0,0-1,-1 1,0-2,0 1,0-1,-1 0,0 0,1-5,7-9,-1-1,-1-1,-1 0,-1-1,-1 0,-1 0,-2-1,0 0,-2 0,-1 0,-1 0,-1 0,-1 0,-1 0,-2 0,0 0,-7-19,2 12,-1 2,-1-1,-2 1,-1 1,-6-7,-9-2,29 38,-1 1,0-1,1 0,-1 1,1-1,-1 1,0-1,1 1,-1-1,0 1,0-1,0 1,1-1,-1 1,0 0,0 0,0-1,0 1,0 0,1 0,-1 0,0 0,0 0,0 0,0 0,0 0,0 1,1-1,-1 0,0 0,0 1,0-1,0 0,1 1,-1-1,0 1,0-1,1 1,-1 0,0-1,1 1,-1 0,1-1,-1 1,1 0,-1-1,1 1,-1 0,1 0,-4 9,1-1,0 1,0 1,1-1,1 0,0 0,0 1,1 5,-2 24,1 1,3 0,1-1,7 29,-7-52,1 0,1 0,0 0,1-1,1 0,0 0,2 0,-1-1,2 0,0-1,1 0,3 3,-5-9,0 0,1-1,0 0,1 0,-1-1,1 0,1-1,-1 0,1-1,-1 0,1-1,1 0,-1-1,0-1,0 0,1 0,-1-1,0-1,1 0,-1 0,4-2,5-1,-1-1,1-1,-1-1,0 0,-1-2,0 0,0-1,-1-1,0 0,-1-2,0 0,0-2,35-54,-51 68,0-1,0 0,0 0,0 1,0-1,0 0,-1 0,1 0,-1 0,1 0,-1 0,0 0,0 0,0 0,0 0,0 0,0 0,-1 0,1 0,-1 0,1 0,-1 0,0 0,1 0,-1 0,0 1,0-1,-1 0,1 1,0-1,0 0,-1 1,1 0,-1-1,0 1,1 0,-1 0,0 0,-1-1,-4 1,-1 0,1 0,-1 0,0 1,1 0,-1 1,0 0,1 0,-1 0,1 1,0 0,-1 1,1 0,0 0,0 0,1 1,-1 0,1 0,-1 1,2-1,-4 4,2-3,0 0,1 1,0-1,0 1,0 0,1 0,0 1,0 0,0 0,1 0,0 0,1 1,-1-1,2 1,-1 0,1 0,0 0,1 0,-1 1,2-1,-1 3,2-9,0 1,-1-1,1 1,1-1,-1 0,0 0,0 0,1 0,-1 0,1 0,0 0,-1 0,1-1,0 1,0 0,0-1,0 0,1 1,-1-1,0 0,0 0,1 0,-1-1,1 1,-1-1,1 1,-1-1,1 0,-1 0,1 0,-1 0,2 0,79-18,-70 11,1 0,-1-1,0 0,-1-1,0-1,0 0,-1 0,0-1,-1-1,-1 1,1-2,-2 1,0-1,0-1,-2 1,1-1,2-11,-8 25,-1 0,0 0,0 1,1-1,-1 0,0 0,1 0,-1 1,0-1,1 0,-1 0,0 0,1 0,-1 1,0-1,1 0,-1 0,0 0,1 0,-1 0,1 0,-1 0,0 0,1 0,-1 0,0-1,1 1,-1 0,0 0,1 0,-1 0,0 0,1-1,-1 1,0 0,1 0,-1 0,0-1,0 1,1 0,-1-1,0 1,0 0,4 9,-3-4,0-1,1 0,0 0,0 0,0 0,0 0,0 0,1-1,-1 1,1-1,0 1,0-1,1 0,-1 0,1 0,-1-1,1 0,0 1,0-1,0 0,0-1,0 1,0-1,1 0,-1 0,0 0,1 0,-1-1,1 0,-1 0,1 0,-1 0,0-1,1 1,-1-1,0-1,1 1,-1 0,0-1,0 0,1 0,8-10,-1 0,-1 0,0-1,0 0,-1-1,-1 0,0-1,-1 0,-1 0,0-1,-1 0,-1 0,-1-1,0 1,-1-1,0 0,-2 0,0-2,5-67,-5-1,-3 1,-4-1,-3 1,-5 1,-5-9,-3-2,16 92,0 89,4-18,3 0,3 0,3-1,3 0,2 0,4-1,6 13,-17-63,1 0,0-1,1 1,0-1,1 0,1-1,0 0,1-1,0 0,1 0,0-1,1 0,12 8,4-8,-6-9</inkml:trace>
  <inkml:trace contextRef="#ctx0" brushRef="#br0" timeOffset="-26404.715">5815 8571,'70'-3,"329"-114,-395 115,0 1,0 0,0 0,0 0,1 1,-1-1,0 1,1 0,-1 0,0 1,0-1,1 1,-1 0,0 0,0 0,0 1,0-1,0 1,0 0,-1 0,1 1,0-1,-1 1,0 0,0 0,2 1,0 7,-1 1,0 0,-1 0,0 0,-1 0,0 0,-1 1,0-1,-1 1,0-1,-1 0,-1 4,1 9,0 8,-1-12,1-1,1 1,1 0,1 0,1-1,0 1,3 4,-5-22,0 0,0 0,0 0,1 0,-1 0,1 0,0-1,0 1,0-1,0 1,0-1,0 0,1 0,-1 0,1 0,0 0,-1 0,1-1,0 1,0-1,0 0,0 0,0 0,0 0,1 0,-1-1,0 0,0 1,0-1,1 0,-1-1,0 1,0 0,0-1,0 0,1 0,-1 0,0 0,0 0,-1-1,1 1,0-1,0 0,-1 1,2-3,4-3,-1-1,-1 0,1 0,-1-1,0 0,-1 0,0 0,-1-1,0 0,0 0,-1 0,0 0,-1 0,0-1,-1 1,0-1,-1 1,0-1,0 1,-1-1,0 1,-1-1,0 1,-4-8,3 8,-1 0,-1 1,1 0,-1-1,-1 2,0-1,0 1,-1 0,0 0,0 1,-1 0,-7-6,12 11,-1-1,1 0,-1 1,0-1,0 1,0 0,0 0,0 1,0-1,-1 1,1 0,0 0,-1 1,1-1,-1 1,1 0,-1 0,1 0,-1 1,1-1,0 1,-1 0,1 1,0-1,0 1,-1 0,1 0,0 0,1 0,-3 2,-2 5,0 1,1 0,0 0,1 1,0-1,1 1,0 0,0 1,1-1,1 1,0 0,1 0,0 0,1 0,0 0,1 1,0-1,2 9,-3-16,1-1,0 0,0 1,0-1,0 0,1 0,-1 1,1-1,0 0,0 0,1 0,0 0,-1 0,1 0,0-1,1 1,-1 0,1-1,-1 0,1 0,0 0,0 0,1 0,-1 0,0-1,1 1,0-1,0 0,-1 0,1-1,0 1,0-1,1 0,-1 0,0 0,0 0,0-1,1 0,-1 0,0 0,0 0,1-1,0 0,34-15,-4-6</inkml:trace>
  <inkml:trace contextRef="#ctx0" brushRef="#br0" timeOffset="-26127.425">6631 8129,'-21'-6,"-13"-1,-8 8,-1 11,2 12,6 12,9 5,8 4,13 0,11-2,14-5,3-8</inkml:trace>
  <inkml:trace contextRef="#ctx0" brushRef="#br0" timeOffset="-25928.952">6804 8732,'10'13,"6"10,6 2,4-2,4-5,4-11,3-16,4-12,-1-10,-4-4,-8 1,-10 7</inkml:trace>
  <inkml:trace contextRef="#ctx0" brushRef="#br0" timeOffset="22975.025">10534 3798,'168'205,"-157"-191,-7-7,1 0,0 0,0 0,0 0,1-1,0 0,0 0,1 0,-1-1,1 0,1 0,-1-1,0 0,1 0,0-1,0 0,0 0,8 1,-9-7,0 0,0 0,0-1,-1 0,1 0,-1 0,0-1,0 0,0 0,-1 0,1-1,-1 0,-1 0,1 0,-1-1,0 1,-1-1,0 0,0 0,0-1,1-4,9-23,-2 0,-1-1,-2 0,-1-1,1-34,-8 187,20 291,-18-387,-2 83,0-99,-1-1,0 0,0 0,0 1,0-1,0 0,0 0,-1 0,1 0,-1 0,0-1,0 1,0-1,-1 1,1-1,0 1,-1-1,1 0,-1 0,0-1,0 1,0 0,0-1,0 0,0 0,0 1,0-2,-2 1,0 0,1-1,-1 1,0-1,0 0,0-1,0 1,0-1,0 0,0 0,0-1,1 0,-1 1,0-2,1 1,0 0,-1-1,1 0,0 0,1 0,-1 0,0-1,1 1,0-1,0 0,0 0,0 0,0-1,0-1,-1-1,0-1,0 0,1 1,0-1,1 0,0-1,0 1,1 0,-1 0,2-1,-1 1,1-1,1 1,0-1,0 1,2-7,-1 9,0 0,1 0,0 1,1-1,-1 0,1 1,0 0,0 0,1 0,-1 1,1-1,0 1,1 0,-1 1,1-1,-1 1,1 0,4-2,115-31,-123 35,17-3,-1 0,1 0,0 2,0 1,0 0,0 1,0 1,0 1,18 4,-35-5,1 0,0 0,0 0,-1 1,1-1,-1 1,1 0,-1 0,0 0,0 0,0 0,0 0,0 1,0-1,0 1,-1-1,1 1,-1 0,0-1,0 1,0 0,0 0,0 0,-1 0,0 0,1 0,-1 0,0 0,0 0,0 0,-1 0,1 0,-1 0,0-1,1 1,-1 0,-1 0,1 0,0-1,-1 1,1-1,-1 1,0-1,0 1,0-1,0 1,-6 7,0-1,0 0,0 0,-1 0,-1-1,0-1,0 0,0 0,-1 0,0-2,0 1,0-1,4-8,19-6,-2 4,-1 1,1 0,0 1,0-1,0 2,0-1,0 2,1-1,-1 1,0 1,-5 0,-1 0,0 0,0 0,0 1,0 0,1 0,-1 0,0 0,0 1,-1-1,1 1,0 0,0 0,-1 0,1 1,-1-1,0 1,0 0,0 0,0 0,0 0,-1 1,1-1,-1 1,2 3,-2-1,0-1,0 1,-1 0,1 0,-1 0,-1 0,1 1,-1-1,0 0,0 0,-1 0,0 0,0 0,0 0,-1 0,0 0,0 0,0 0,-1-1,0 1,0-1,0 0,-1 0,1 0,-2 0,-6 8,0-1,0 0,-1-1,-1 0,0-1,-1 0,1-1,-14 6,13-8,0-1,0-1,0 0,-1-1,1 0,-1-1,0-1,0 0,-12-1,27-1,0 0,0 0,1 0,-1 0,0-1,0 1,0 0,0 0,0 0,0 0,0 0,0 0,0-1,0 1,0 0,-1 0,1 0,0 0,0 0,0 0,0-1,0 1,0 0,0 0,0 0,0 0,0 0,0 0,0 0,-1 0,1-1,0 1,0 0,0 0,0 0,0 0,9-4</inkml:trace>
  <inkml:trace contextRef="#ctx0" brushRef="#br0" timeOffset="24718.511">10828 4828,'-9'19,"1"1,0 0,2 0,0 1,1 0,2 0,0 0,0 17,3-34,0 0,0 0,0 0,1 0,0 0,-1 0,2 0,-1-1,0 1,1 0,0-1,-1 1,1-1,1 0,-1 1,0-1,1 0,0 0,0-1,-1 1,2-1,-1 1,0-1,0 0,1 0,-1 0,1-1,0 1,-1-1,1 0,4 1,10 2,0-1,1-1,0 0,0-1,-1-2,1 0,0 0,0-2,-1 0,0-2,1 0,-2-1,1 0,-1-1,0-2,16-9,-24 13,0-2,0 1,-1-1,0 0,0-1,-1 0,0 0,0-1,-1 0,0 0,1-2,-5 6,0 1,0 0,0-1,0 1,-1-1,0 0,0 1,0-1,-1 0,0 0,0 0,0 1,0-1,-1 0,1 0,-1 0,0 1,-1-1,1 1,-1-1,0 1,0-1,-1 1,1 0,-1 0,0 0,-5-6,0 2,-1-1,0 1,-1 1,1-1,-2 1,1 1,0 0,-1 1,0 0,-1 0,1 2,-1-1,0 1,1 1,-1 0,0 0,-6 1,9 1,-1-1,1 1,0 1,0 0,0 0,0 1,1 0,-1 0,0 1,1 0,-1 1,1 0,0 0,0 1,1 0,-1 0,1 1,0 0,1 0,-1 0,1 1,1 0,-1 0,-3 7,6-8,0 1,0-1,1 1,0 0,0 0,1-1,-1 1,1 0,1 0,0 0,0 1,0-1,1 0,0 0,0 0,0-1,1 1,0 0,1 0,0-1,0 0,0 1,1-1,-1 0,1-1,1 1,-1-1,1 1,0-1,0-1,1 1,1 0,31 20,-3-8</inkml:trace>
  <inkml:trace contextRef="#ctx0" brushRef="#br0" timeOffset="25441.074">11015 5095,'-1'0,"1"0,-1 1,0 0,0-1,0 1,1-1,-1 1,0 0,1-1,-1 1,0 0,1 0,-1 0,1-1,-1 1,1 0,0 0,-1 0,1 0,0 0,0 0,-1 0,1 0,0 0,0 0,0 0,0 0,0 0,1 0,-1 0,0 0,0 0,0 0,1-1,-1 1,1 0,-1 0,1 0,-1 0,1 0,-1-1,1 1,0 0,-1-1,1 1,1 7,27 256,-24-199,20 1102,-27-863,2-246,0 251,37 287,6-278,33 290,-57-401,9-2,50 184,111 341,-128-486,-60-232,0 0,0 1,-1-1,-1 1,0-1,-1 0,0 0,0 0,-2 0,-3 9,3-13,4-15,2-18,10-69,-11 62</inkml:trace>
  <inkml:trace contextRef="#ctx0" brushRef="#br0" timeOffset="26243.604">11056 8571,'-1'0,"1"-1,-1 1,1 0,-1-1,1 1,-1 0,0 0,1 0,-1 0,1 0,-1-1,0 1,1 0,-1 0,1 0,-1 1,0-1,1 0,-1 0,1 0,-1 0,1 1,-1-1,1 0,-1 0,1 1,-1-1,1 0,-1 1,1-1,-1 1,1-1,-1 0,1 1,0-1,-1 1,1-1,0 1,-1-1,1 1,0 0,0-1,0 1,0-1,-1 1,1-1,0 1,0 0,0-1,0 1,0-1,0 1,0 0,1-1,-1 1,9 36,27 49,3-2,4-2,19 23,-18-46,-43-59,0 1,-1-1,1 1,0-1,0 0,0 0,0 1,0-1,0 0,0 0,0 0,0 0,0 0,0 0,0-1,0 1,0 0,0 0,0-1,0 1,0 0,0-1,-1 1,1-1,0 1,0-1,0 0,-1 1,1-1,0 0,-1 0,1 1,0-1,-1 0,1 0,-1 0,0 0,1 1,-1-1,0 0,1 0,-1 0,0 0,0 0,0 0,0 0,0 0,0 0,0 0,0 0,0 0,0 0,0 0,-1 0,1 0,63-341,2-51,-51 332,-14 61,0 1,0-1,0 0,0 0,0 1,0-1,0 0,0 1,0-1,0 0,0 0,1 1,-1-1,0 0,0 0,0 1,0-1,1 0,-1 0,0 1,0-1,0 0,1 0,-1 0,0 1,0-1,1 0,-1 0,0 0,1 0,-1 0,0 0,0 0,1 0,-1 0,0 0,1 0,-1 0,0 0,1 0,-1 0,0 0,0 0,1 0,-1 0,0 0,1 0,-1 0,0 0,0-1,1 1,-1 0,0 0,0 0,4 31,-3-26,0 6,-1 0,1 0,-1 0,-1 0,0 0,-1 0,0 0,-1 0,0-1,0 1,-7 6</inkml:trace>
  <inkml:trace contextRef="#ctx0" brushRef="#br0" timeOffset="27141.608">11015 8530,'30'-2,"0"-2,-1-1,0-2,0 0,-1-2,0-1,26-14,20-5,89-24,-118 54,-45 0,0 1,0-1,-1 0,1 1,0-1,-1 0,1 0,-1 0,1 1,-1-1,0 0,0 0,1 0,-1 0,0 0,0 0,0 0,0 0,0 0,0-1,0 1,0 0,0-1,0 1,-1 0,1-1,-28 15,0-2,0-1,-2-1,1-1,-1-2,-1-2,1 0,-1-2,0-1,-18-2,17 2,-30 4,73-1,20-5,-1-2,0-1,1-1,-1-1,-1-2,1-1,-1-1,0-1,10-6,27-6,-38 12,-89 25,-284 83,328-92,29-3,28-1,-29-5,0-1,0 0,0-1,0 1,-1-2,0 0,0 0,0 0,-1-1,0-1,0 1,0-1,-1-1,0 1,0-1,-1-1,0 1,2-5,-7 13,0-1,0 0,0 1,-1-1,1 0,0 0,0 0,-1 0,1 0,0 0,-1 0,1 0,-1 0,1 0,-1 0,0 0,1 0,-1 0,0 0,0 0,0-1,1 1,-1 0,-1 0,1 0,0 0,0 0,0-1,-1 1,1 0,0 0,-1 0,1 0,-1 0,1 0,-1 0,0 0,1 0,-1 0,0 0,0 1,0-1,1 0,-1 0,0 1,0-1,0 1,0-1,0 1,0-1,0 1,-1-1,1 1,0 0,0 0,0-1,0 1,0 0,-1 0,1 0,-1 1,-1-1,1 0,-1 1,0-1,1 1,-1 0,1-1,-1 1,1 1,-1-1,1 0,0 0,-1 1,1 0,0-1,0 1,0 0,0 0,1 0,-1 0,0 0,1 1,-1-1,1 0,0 1,0-1,0 1,0-1,0 1,1-1,-1 2,-11 84,14-25,3 0,2 0,4-1,13 48,-24-110,13 52</inkml:trace>
  <inkml:trace contextRef="#ctx0" brushRef="#br0" timeOffset="30683.893">12593 9614,'-7'-4,"0"0,-1 1,1 0,0 0,-1 1,0 0,0 0,1 1,-1 0,0 0,0 1,0 0,0 1,0-1,0 2,0-1,0 1,1 0,-1 0,1 1,-1 0,1 1,0 0,0 0,1 0,-1 1,1 0,0 0,-2 2,1 2,1 0,0 0,0 1,1-1,0 1,1 0,0 1,1-1,0 1,1 0,0-1,0 1,1 0,1 0,-1 0,2 0,1 10,-1-18,0 1,0 0,0-1,0 0,1 1,-1-1,1 0,0 0,0 0,0 0,1 0,-1 0,0 0,1-1,0 1,0-1,0 0,0 0,0 0,0 0,0-1,1 1,-1-1,1 0,-1 0,1 0,-1 0,1-1,0 1,-1-1,1 0,0 0,-1 0,1-1,0 1,-1-1,1 0,-1 0,1 0,-1 0,2-1,5-3,0-1,-1 0,1 0,-1-1,0 0,-1 0,0-1,0 0,0-1,-1 1,0-2,-1 1,0-1,-1 0,0 0,0 0,-1-1,0 1,-1-1,-1 0,1 0,-2-1,1 1,-2 0,1 0,-2-1,1 1,-3-11,-6 11,4 37,4-15,0-1,0 0,1 0,0 1,1-1,0 0,1 1,0-1,0 0,1 0,0-1,1 1,0-1,1 1,0-1,0-1,1 1,0-1,1 0,0 0,0-1,0 1,1-2,0 1,0-1,1 0,0-1,0 0,40 11,-3-5</inkml:trace>
  <inkml:trace contextRef="#ctx0" brushRef="#br0" timeOffset="31368.578">13168 9627,'-9'-1,"1"0,0 1,-1 0,1 0,-1 1,1 0,-1 0,1 1,0 0,0 1,0 0,0 0,1 1,-1 0,1 0,0 0,0 1,0 0,1 1,-1 0,1 0,1 0,-1 0,1 1,0 0,1 0,-3 5,4-8,0 1,0-1,1 1,-1 0,1 0,0 0,0 0,1 0,0 0,0 0,0 0,0 1,1-1,0 0,0 1,0-1,1 0,0 0,0 1,0-1,0 0,1 0,0 0,0 0,0-1,1 1,0 0,0-1,0 0,0 1,1-1,-1-1,1 1,0 0,0-1,2 1,8 1,1 0,-1-1,1-1,0 0,0-1,1 0,-1-1,0-1,0-1,1 0,-1-1,0 0,0-1,0-1,-1-1,1 0,-1-1,0 0,-1-1,1 0,-1-1,-1-1,6-5,2-1,0-2,-1-1,-1 0,0-1,-2-1,0-1,-1 0,-1-1,-1 0,-1-1,-1-1,-2 0,0 0,-1-1,-1 0,-2 0,0 0,-2-1,0-15,-1 4,-2 0,-1 0,-2 0,-2 0,-1 1,-2 0,-1 0,-9-19,17 51,0 1,0 0,1 0,-1 1,-1-1,1 0,0 0,-1 1,1-1,-1 1,0-1,0 1,0 0,0 0,0 0,0 0,-1 0,1 0,-1 0,1 3,1 0,-1 0,0 0,1 0,-1 0,0 0,1 0,0 1,-1-1,1 0,0 1,0-1,-1 1,1 0,0-1,1 1,-1 0,0 0,0-1,1 1,-1 0,1 0,0 0,-1 0,1 0,0 0,0 0,-8 51,3 0,2 0,2 0,3 0,1 0,12 52,-8-36,4-1,3 0,2 0,3-2,16 33,21-12,-54-85,0 1,0-1,0 0,0 0,1 0,-1 0,1 0,-1 0,1-1,0 0,0 1,-1-1,1 0,0 0,0 0,0-1,0 1,0-1,0 1,1-1,-1 0,0 0,0-1,0 1,0-1,0 1,0-1,0 0,0 0,-1 0,2-1,5-5,0-1,-1 0,0-1,-1 1,0-1,0-1,-1 1,0-1,-1 0,0 0,-1-1,0 0,1-2,-3 7,52-133,-54 139,0-1,-1 1,1-1,0 1,0 0,0-1,0 1,0-1,0 1,0 0,0-1,0 1,1-1,-1 1,0 0,0-1,0 1,0 0,0-1,1 1,-1-1,0 1,0 0,1 0,-1-1,0 1,0 0,1-1,-1 1,0 0,1 0,-1 0,0-1,1 1,-1 0,1 0,-1 0,0 0,1 0,-1 0,1-1,-1 1,0 0,1 0,-1 0,1 0,-1 1,0-1,1 0,-1 0,1 0,-1 0,0 0,1 0,-1 1,0-1,1 0,-1 0,0 1,1-1,-1 0,0 0,1 1,6 27,-2 24,-5-39,1 0,0-1,0 1,2 0,0 0,0-1,1 1,0-1,1 0,1 0,1 2,35 13,-21-26</inkml:trace>
  <inkml:trace contextRef="#ctx0" brushRef="#br0" timeOffset="31620.902">14104 9533,'-16'0,"-8"2,-1 2,-2-1,0-1,-1 0,5-1</inkml:trace>
  <inkml:trace contextRef="#ctx0" brushRef="#br0" timeOffset="31805.409">13449 9386,'11'0,"18"0,22 0,20-2,19-3,16-3,12-1,5 2,-18 2</inkml:trace>
  <inkml:trace contextRef="#ctx0" brushRef="#br0" timeOffset="32042.3">14545 9627,'-1'13,"1"0,1-1,0 1,0 0,1 0,1-1,0 1,1-1,0 0,1 0,0 0,1-1,0 0,1 0,2 3,-4-7,0 0,0-1,0 0,1 0,0 0,0-1,1 0,-1 0,1-1,0 0,0 0,0 0,1-1,0 0,-1-1,1 1,0-1,0-1,0 0,0 0,0 0,0-1,1-1,2 1,-4-2,-1 1,1-1,-1 1,1-2,-1 1,0-1,0 0,0 0,0-1,-1 0,0 0,1 0,-1 0,-1-1,1 0,-1 0,1 0,-1-1,-1 1,1-1,-1 0,0-1,7-17,-1 1,-1-2,-1 1,-2-1,1-5,-3 15,-2 8,0 0,0-1,1 1,0 0,1 0,0 1,0-1,0 0,1 1,0 0,0 0,1 0,-1 0,1 1,0-1,1 1,5-3,13-6</inkml:trace>
  <inkml:trace contextRef="#ctx0" brushRef="#br0" timeOffset="32678.113">15494 9586,'-25'-4,"0"0,-1 2,1 0,-1 2,0 1,1 1,0 1,-1 1,1 2,-4 2,21-5,1 0,-1 0,1 1,0 1,0-1,1 1,0 0,-1 1,2-1,-1 1,1 0,0 1,0-1,0 1,1 0,0 0,1 0,-1 1,1 0,1-1,-1 1,2 0,-2 7,3-12,-1 0,1 0,0-1,0 1,1 0,-1 0,0 0,1 0,0 0,0-1,0 1,0 0,0-1,0 1,1-1,-1 1,1-1,0 1,0-1,-1 0,1 0,1 0,-1 0,0-1,0 1,1 0,-1-1,1 0,0 1,-1-1,1 0,0 0,0-1,-1 1,1 0,0-1,0 0,0 0,0 0,0 0,12-2,0-1,-1 0,1-1,-1 0,0-2,0 0,0 0,-1-1,0-1,0 0,-1-1,0 0,0-1,-1 0,6-8,71-97,-89 156,0-36,0 0,0-1,1 1,-1 0,1 0,0-1,0 1,1 0,0 0,-1-1,2 1,-1 0,0-1,1 1,0-1,0 0,0 1,1-1,-1 0,1 0,0-1,0 1,1 0,-1-1,1 0,-1 0,1 0,0 0,2 0,5-1,1-1,0 0,0-1,0 0,-1-1,1 0,0-1,-1-1,1 1,-1-2,0 0,0 0,0-1,0 0,-1-1,0 0,0 0,0-1,7-8,-2 4,-1-1,0-1,-1 0,0 0,-1-1,-1-1,0 0,-1-1,-1 0,0 0,-1-1,-1 0,0 0,-2-1,0 0,3-17,-4-22,-2 0,-2 0,-3 1,-2-1,-3 1,-2 0,-3 1,-4-6,-12-37,17 90,6 28,-2 187,8-181,-2 48,4-1,2 0,4 0,3-1,4 4,-14-66,1-1,1 1,0-1,0 1,1-1,0 0,1 0,0 0,0-1,1 0,0 0,0 0,1-1,0 0,0 0,1-1,-1 0,2 0,-1 0,-5-6,0 0,0 0,1 0,-1-1,0 1,0-1,0 1,0-1,0 0,0 0,-1-1,1 1,0 0,0-1,-1 0,1 0,-1 1,1-2,-1 1,0 0,0 0,0-1,0 1,0-1,-1 1,1-1,-1 0,0 0,0 0,0 1,0-1,0 0,0 0,-1-1,1 1,-1 0,0 0,0 0,0-1,4-35</inkml:trace>
  <inkml:trace contextRef="#ctx0" brushRef="#br0" timeOffset="32961.357">15681 9186,'-14'-2,"-15"-1,-12 0,-9 3,3 3,6 7,11 3,19 1,21 0,26-4,29-5,22-9,20-7,15-7,6-1,-4 4,-24 4</inkml:trace>
  <inkml:trace contextRef="#ctx0" brushRef="#br0" timeOffset="33214.678">16376 9640,'-2'14,"0"-9,1 0,-1 0,1-1,0 1,1 0,-1 0,1 0,0 0,0 0,0 0,1 0,0 0,0 0,0-1,0 1,1 0,0-1,0 1,0-1,0 1,1-1,0 0,0 0,3 3,-1-6,-1 0,1-1,0 0,0 0,0 0,-1 0,1-1,0 0,0 0,-1 0,1 0,-1-1,1 0,-1 1,0-2,1 1,-1-1,0 1,0-1,-1 0,1 0,-1-1,1 1,-1-1,0 0,1-2,4-4,-1 0,0 0,-1 0,0-1,-1 0,0 0,0-1,-1 1,-1-1,0 0,-1 0,0 0,-1-1,0 1,-1 0,0 0,-1-1,0 1,-1 0,-1 0,0 0,0 0,-1 0,3 8,-1 0,0 1,0-1,0 0,0 1,0-1,-1 1,1-1,-1 1,0 0,0 0,0 1,0-1,-1 0,1 1,-1 0,1 0,-1 0,0 0,0 1,0 0,0-1,0 1,0 1,0-1,0 0,0 1,-1 0,1 0,0 0,0 1,0 0,0-1,0 1,0 1,0-1,0 0,0 1,0 0,0 0,1 0,-2 1,-4 5,0 0,0 0,1 1,0 0,1 0,0 1,0 0,1 0,1 0,-1 1,2 0,-1 0,2 0,-1 1,2-1,-1 1,2 0,-1 8,2-17,0 1,0 0,0 0,1-1,-1 1,1 0,0-1,0 1,0-1,1 1,-1-1,1 1,0-1,0 0,0 0,0 0,1 0,-1 0,1-1,0 1,0-1,0 1,0-1,0 0,0 0,3 1,23 9</inkml:trace>
  <inkml:trace contextRef="#ctx0" brushRef="#br0" timeOffset="33401.587">16511 8985,'-19'-7,"-14"-2,-9 3,-4 9,1 11,6 12,10 11,10 8,12 8,14 3,7-6</inkml:trace>
  <inkml:trace contextRef="#ctx0" brushRef="#br0" timeOffset="33590.598">16550 9667,'16'19,"12"9,10 3,11-3,10-8,11-8,12-14,7-13,-10-4</inkml:trace>
  <inkml:trace contextRef="#ctx0" brushRef="#br0" timeOffset="33849.908">18155 8290,'-16'18,"-10"25,-7 29,-7 32,-9 35,-6 31,-11 24,-9 18,-11 10,-1-2,4-13,15-21,18-28,18-42</inkml:trace>
  <inkml:trace contextRef="#ctx0" brushRef="#br0" timeOffset="34508.655">18342 9854,'115'-259,"-25"41,-89 215,0 0,0 0,0 0,0 1,0-1,1 0,-1 1,1-1,0 1,-1-1,1 1,1 0,-1 0,0 0,0 0,1 0,-1 0,1 1,0-1,-1 1,1 0,0-1,0 2,0-1,0 0,0 0,0 1,0-1,0 1,0 0,0 0,0 0,0 1,0-1,5 8,0 0,-1 0,-1 0,1 1,-1 0,-1 0,0 0,0 1,-1 0,0 0,0 0,-1 0,-1 1,1 5,1-1,0-4,-1-3,-1 0,0-1,0 1,0 0,-1 0,0 0,0 0,-1 0,0 0,-1 1,-1 6,2-14,-1 1,1-1,0 0,-1 0,1 0,-1 0,1 0,-1 0,0-1,1 1,-1 0,0 0,0 0,0-1,1 1,-1 0,0-1,0 1,0 0,0-1,0 1,0-1,0 0,-1 1,1-1,0 0,0 0,0 0,0 0,0 0,0 0,0 0,-1 0,1 0,0 0,0 0,0-1,0 1,0-1,0 1,0 0,0-1,0 0,0 1,-1-1,-38-36,39 36,0 0,0 0,0 0,0 0,-1-1,2 1,-1-1,0 1,0-1,0 1,1-1,-1 1,1-1,-1 1,1-1,0 0,-1 1,1-1,0 0,0 1,0-1,1 0,-1 1,0-1,0 1,1-1,-1 0,1 1,0-1,-1 1,1-1,0 1,0-1,0 1,0 0,0 0,0-1,0 1,0 0,1 0,-1 0,0 0,1 0,-1 0,1 1,-1-1,1 0,-1 1,3-1,111 0,-44 5,-57-4,0 0,1-1,-1 0,0-2,0 1,-1-2,1 0,0 0,-1-1,0-1,0 0,-1-1,0 0,5-4,-14 8,-1 1,1 0,-1 0,1-1,-1 1,0-1,0 0,0 0,0 0,-1 0,1 0,-1 0,0 0,0 0,0 0,0-1,0 1,-1-1,1 1,-1 0,0-1,0 1,-1-1,1 1,-1 0,1-1,-1 1,0 0,0 0,0-1,-1 1,1 0,-1 0,0 0,0 1,0-1,0 0,0 1,0-1,-1 1,0 0,1 0,-1 0,0 0,0 0,0 0,0 1,0-1,0 1,0 0,-3 0,1 0,-1 1,1 0,0 0,-1 0,1 1,0-1,0 2,0-1,-1 0,1 1,1 0,-1 0,0 0,0 1,1 0,-1 0,1 0,0 0,0 1,0-1,1 1,-1 0,1 0,0 1,0-1,-1 2,-2 4,0 1,0-1,1 1,1 0,0 0,0 0,1 1,1-1,0 1,0 0,1 4,1-9,1-1,-1 0,1 1,1-1,-1 0,1 0,0 0,0 0,1 0,0-1,0 1,0-1,1 0,-1 0,1 0,1 0,-1 0,1-1,-1 0,1 0,0 0,1-1,-1 0,1 0,-1 0,1 0,0-1,0 0,0 0,0-1,3 1,16 2,-1 0,1-2,0-1,-1-1,1-1,0-1,-1-1,21-5,37-9</inkml:trace>
  <inkml:trace contextRef="#ctx0" brushRef="#br0" timeOffset="35094.36">19531 9333,'33'-36,"-1"-2,-3 0,-1-2,-1-2,-3 0,-2-1,-1-2,-2 0,-3-1,-1 0,-2-2,-3 1,-1-1,-3-1,-1-11,-5 59,2-7,-1 0,0 0,-1 0,0 1,0-1,-1 0,1 0,-2 0,1 1,-1-1,0 0,-1 1,0 0,0-1,-1 1,0 0,0 1,0-1,0 5,1 1,-1 0,1 0,-1 0,1 1,-1-1,1 1,-1 0,0 0,1 0,-1 1,1-1,-1 1,0 0,1-1,0 2,-1-1,1 0,0 1,-1 0,1-1,0 1,0 0,0 1,1-1,-1 0,0 1,1 0,0-1,0 1,-1 0,1 2,-21 24,1 1,2 1,0 1,3 0,1 2,1 0,2 0,-6 26,0-5,3 1,3 0,2 1,2 0,3 1,3 0,3 50,0-97,1 0,0 0,0 1,1-1,1 0,0 0,0 0,1-1,0 1,1-1,0 0,1 0,0-1,1 0,-1 0,2 0,-1-1,1 0,1 0,-1-1,1 0,1 0,-1-1,1-1,0 0,0 0,7 2,-2-5,1 0,-1-2,0 1,0-2,1 0,-1-1,0 0,0-2,0 1,-1-2,1 0,-1-1,0 0,0-1,-1 0,0-1,0-1,-1 0,0-1,-1 0,0-1,0 0,-1-1,-1 0,0 0,2-6,-5 11,-1 0,0-1,-1 0,0 0,0 0,0 0,-1-1,-1 0,1 1,-1-1,-1 0,0 0,0 0,0 0,-1 0,-1 0,0 0,0 0,0 0,-1 0,-1 0,0 1,-1-4,2 10,0 0,0 0,-1 0,1 0,-1 1,1-1,-1 1,1 0,-1 0,0 0,1 0,-1 0,0 1,0-1,0 1,1-1,-1 1,0 0,0 0,0 1,0-1,0 1,1-1,-1 1,0 0,0 0,1 0,-1 0,0 1,1-1,0 1,-1-1,1 1,0 0,0 0,-1 0,2 0,-1 0,0 0,0 1,1-1,-2 3,-4 3,1 1,0 0,0 0,1 1,0 0,1-1,0 2,0-1,1 0,1 1,0-1,-1 11,2-15,1 0,0 0,0 0,0 0,1 0,0 0,0-1,0 1,1 0,0 0,0-1,0 1,1-1,0 0,0 1,0-1,1-1,-1 1,1 0,0-1,1 0,-1 0,6 3,1 0,1-1,0 0,0-1,1-1,0 0,-1-1,1 0,4 0,46 6</inkml:trace>
  <inkml:trace contextRef="#ctx0" brushRef="#br0" timeOffset="35617.522">20494 9186,'-9'8,"1"-1,0 1,1 1,-1-1,1 1,1 1,0-1,0 1,1 0,0 0,1 1,0-1,1 1,0 0,0 0,1 0,1 0,0 1,0 1,1-7,1 0,-1 0,1 0,0 0,1 0,-1 0,1 0,0 0,1-1,-1 1,1-1,0 1,1-1,-1 0,1 0,0-1,0 1,0-1,1 0,0 0,0 0,0-1,0 1,0-1,1-1,-1 1,1-1,0 0,0 0,-1 0,1-1,0 0,1 0,-1-1,0 1,0-1,0-1,0 1,3-2,13-3,1-1,-1-1,-1-1,1-2,-1 0,-1 0,0-2,0-1,-2 0,1-2,-2 0,0-1,6-7,-2-1,-2 0,-1-1,0-1,-2 0,-1-2,-2 0,0 0,-2-1,-1 0,-1-1,-2 0,0-6,8-59,-4-1,-5 0,-4-25,-7-2,5 124,-1 0,1 0,0 0,-1 0,1 0,-1-1,0 1,1 0,-1 0,1-1,-1 1,0-1,0 1,1 0,-1-1,0 1,0-1,0 0,0 1,0-1,1 0,-1 1,0-1,0 0,0 0,0 0,0 0,0 0,0 0,0 0,0 0,0 0,0 0,0-1,1 1,-1 0,0 0,0-1,0 1,0-1,0 1,1-1,-1 1,0-1,0 0,1 1,-1-1,0 0,1 1,-1-1,1 0,-1 0,1 0,0 0,-1 1,1-1,0 0,-1 0,1 0,0 0,0 0,0 0,0 0,-17 34,3 0,1 1,1 0,2 1,1 0,2 1,1 2,-6 13,3 0,1 0,4 1,1 0,2-1,3 1,2 0,3 0,1-1,7 17,-12-58,0 1,1-1,0 0,0 0,1 0,1-1,-1 1,1-1,1 0,0-1,0 0,1 0,0 0,0-1,1-1,0 1,0-1,0-1,2 2,20-4,-6-8</inkml:trace>
  <inkml:trace contextRef="#ctx0" brushRef="#br0" timeOffset="36332.729">20561 8852,'129'15,"101"0,-131-11,47 3,34 0,0 8,22 11,-192-24,-1-1,0 0,0 1,-1 0,1 1,0 0,-1 0,0 0,0 1,0 0,2 3,-9-7,-1 1,1-1,-1 1,1 0,-1-1,1 1,-1 0,0 0,1-1,-1 1,0 0,0 0,1-1,-1 1,0 0,0 0,0 0,0-1,0 1,0 0,0 0,-1 0,1-1,0 1,0 0,0 0,-1-1,1 1,-1 0,1-1,0 1,-1 0,1-1,-1 1,1 0,-1-1,0 1,1-1,-1 1,1-1,-1 1,0-1,0 0,1 1,-1-1,0 0,0 0,1 1,-1-1,0 0,0 0,0 0,1 0,-1 0,-1 0,-128 35,113-34,1 2,0 0,1 1,-1 0,1 1,-1 1,2 0,-1 1,1 1,0 1,0-1,1 2,0 0,0 2,7-5,0 1,1 0,0 0,0 0,1 0,0 1,1 0,-1 0,2 0,-1 0,1 0,1 0,0 1,0 5,1-10,-1 0,1 0,1 0,-1 0,1 0,0 0,0 0,0 0,1 0,0 0,0-1,0 1,0-1,1 0,0 1,0-1,0 0,0-1,0 1,1-1,0 1,0-1,0 0,0 0,0-1,0 1,1-1,0 0,4 0,1-1,0-1,-1 0,1 0,0-1,-1 0,1 0,0-1,-1-1,0 1,1-1,-1-1,0 0,-1 0,1-1,-1 0,0-1,0 0,0 0,-1 0,0-1,5-6,10-9,-1-1,-1-1,-1 0,-1-1,-1-1,-2-1,4-10,-7 18,-12 18,0 1,0 0,1 0,-1 0,0 0,1 0,-1 0,0 0,1 0,-1 0,0 0,0-1,1 1,-1 1,0-1,1 0,-1 0,0 0,1 0,-1 0,0 0,1 0,-1 0,0 0,0 1,1-1,-1 0,0 0,0 0,1 1,-1-1,0 0,0 0,0 1,1-1,-1 0,0 0,0 1,0-1,0 0,0 0,0 1,1-1,-1 0,0 1,0-1,0 0,0 1,0-1,0 0,0 1,0-1,0 0,-1 0,1 1,0-1,0 0,0 1,0-1,0 0,0 0,-1 1,1-1,0 0,0 0,0 1,-1-1,1 0,0 1,1 35,-1-17,1 0,0 0,1 0,2 0,4 16,-7-30,0-1,1 0,0 0,0 0,0 0,0 0,1-1,-1 1,1-1,0 1,0-1,0 0,1 0,-1 0,1-1,-1 1,1-1,0 0,0 0,0 0,0-1,0 1,1-1,-1 0,0 0,1 0,3-1,9-1,-1-2,0 0,1 0,-1-2,-1 0,1 0,-1-2,0 0,0-1,-1 0,0-1,-1-1,0 0,0 0,-1-2,0 0,5-7,8-9,-2-1,-1-1,-2 0,0-2,-2 0,-2-2,-1 1,7-26,2-18,-3-1,-3-1,1-35,-5 14,-5 0,-4-26,-5 118,1 1,0 0,-1-1,0 1,-1 0,0 0,0 0,0 0,-1 0,0 1,0-1,0 0,-4-6,4 13,0 0,1-1,-1 1,1 0,-1 0,0 0,1 0,-1 0,0 0,1 1,-1-1,1 0,-1 1,1-1,-1 1,1 0,-1-1,1 1,-1 0,1 0,0 0,-1 0,1 0,0 0,0 1,0-1,0 0,0 0,0 1,0-1,1 1,-1-1,0 1,1-1,-1 1,1-1,-1 1,1-1,0 1,-16 32,1 1,2 0,1 1,2 0,1 0,-1 28,-4 9,3 0,4 1,3-1,3 1,8 65,-6-119,2-1,-1 0,2 0,1 0,0-1,1 1,1-1,1-1,1 1,0-1,1-1,0 0,2 0,0-1,1 0,9 8,-17-20,0 1,0-1,0 0,0 0,0-1,1 1,-1-1,1 0,0-1,-1 1,1-1,0 0,0-1,0 1,1-1,27-5</inkml:trace>
  <inkml:trace contextRef="#ctx0" brushRef="#br0" timeOffset="36824.655">21885 8584,'22'12,"0"0,1-2,0-1,1-1,0 0,0-2,0-1,1-1,15 0,-40-4,268 24,-169-19,-1 4,47 13,-130-19,0 1,-1 0,1 1,-1 1,0 0,0 1,1 1,-11-6,0 1,-1-1,1 1,-1 0,1 0,-1 0,0 1,0-1,0 1,-1 0,0 0,1 0,-1 0,0 0,-1 0,1 0,-1 1,0-1,0 1,0-1,-1 1,1-1,-1 1,0-1,-1 1,-2 13,-1 0,0 0,-2 0,0-1,-1 0,-1 0,-1-1,-3 5,-12 26,17-33,2-6,1-1,-1 1,2 0,-1 0,1 1,0-1,1 1,0-1,1 1,-1 0,2 0,-1 0,1 0,0 0,2 5,-1-11,1 0,-1 0,1-1,0 1,0-1,0 1,0-1,0 0,0 0,1 0,-1 0,0 0,1 0,0-1,0 0,-1 1,1-1,0 0,0 0,0 0,0-1,0 1,0-1,0 1,0-1,1 0,80-12,-76 9,-1-1,1 0,-1 0,0-1,0 0,0 0,-1 0,0-1,0 0,0 0,-1-1,0 0,0 0,-1 0,1 0,-2-1,1 1,-1-1,0 0,-1 0,0 0,0 0,0-1,-1 1,-1-1,1 1,-1 0,-1-1,0 1,0-1,0 1,-1 0,-1 0,0-3,1 6,0 1,0 0,0 0,0 0,-1 0,1 0,-1 0,0 0,-1 1,1 0,0-1,-1 1,0 0,0 1,0-1,0 1,0 0,0 0,-1 0,1 0,-1 1,1 0,-1 0,0 0,1 0,-1 1,0 0,1 0,-1 0,0 0,1 1,-1 0,0 0,1 0,-1 1,1-1,-1 1,1 0,-1 0,-8 5,-1 0,1 1,0 0,1 0,0 2,0-1,1 2,0 0,1 0,0 0,0 1,2 1,-1 0,2 0,-3 7,8-17,1 0,-1 0,1 0,0 0,0 0,0 0,1 0,-1 0,1 0,0 0,0 0,0 0,0 0,0 1,1-1,-1 0,1 0,0 0,0 0,0 0,0 0,1-1,-1 1,1 0,-1 0,1-1,0 1,0-1,0 0,1 0,-1 0,0 0,1 0,-1 0,1 0,0-1,0 1,0-1,-1 0,1 0,0 0,0 0,1 0,9 0,0 1,0-2,0 0,0 0,0-1,-1-1,1 0,0-1,-1 0,1-1,6-3,34-12</inkml:trace>
  <inkml:trace contextRef="#ctx0" brushRef="#br0" timeOffset="37085.14">23207 8517,'-20'-13,"-16"-5,-11 0,-5 9,-1 12,2 13,6 12,9 8,10 8,14 4,13 5,8-8</inkml:trace>
  <inkml:trace contextRef="#ctx0" brushRef="#br0" timeOffset="37262.185">23168 9172,'18'16,"15"8,11 1,7-3,7-5,4-8,4-10,-1-9,-5-8,-7-8,-14-3,-12 3</inkml:trace>
  <inkml:trace contextRef="#ctx0" brushRef="#br0" timeOffset="38921.578">10534 3678,'0'-16,"14"-10,25-4,30-1,27 4,20 6,7 6,-4 11,-22 11,-26 3</inkml:trace>
  <inkml:trace contextRef="#ctx0" brushRef="#br1" timeOffset="70366.268">11671 4266,'-49'42,"62"-87,-13 44,0-1,0 1,1 0,-1 0,-1-1,1 1,0 0,0 0,0-1,-1 1,1 0,0 0,-1 0,1-1,-1 1,1 0,-1 0,0 0,0 0,1 0,-1 0,0 0,0 0,0 1,0-1,0 0,0 0,0 1,0-1,0 1,-1-1,1 1,0-1,0 1,0 0,-1-1,1 1,0 0,0 0,-1 0,1 0,0 0,-1 1,-1-1,1 0,-1 1,1 0,0-1,-1 1,1 0,0 0,0 0,0 1,0-1,0 1,0-1,0 1,0-1,0 1,1 0,-1 0,1 0,-1 0,1 0,0 0,0 0,0 0,0 1,0-1,1 0,-1 1,0-1,1 1,0-1,0 0,0 1,0 1,2-2,1 0,-1 0,1 0,0 0,0-1,0 1,0-1,0 0,0 0,0 0,0 0,0 0,1-1,-1 1,0-1,1 0,-1 0,0 0,0-1,1 1,-1-1,0 0,3 0,24-5</inkml:trace>
  <inkml:trace contextRef="#ctx0" brushRef="#br1" timeOffset="70743.12">11912 4227,'0'0,"1"0,0 1,0-1,-1 1,1-1,0 0,0 1,0-1,-1 0,1 0,0 0,0 0,0 0,0 1,-1-2,1 1,0 0,0 0,0 0,0 0,-1 0,1-1,0 1,0 0,0-1,-1 1,1-1,0 1,-1-1,1 1,0-1,-1 1,1-1,-1 0,1 1,0-1,-1 0,0 1,1-1,-1 0,1 0,-1 1,0-1,0 0,1 0,-1 0,0 0,0 1,0-1,0 0,0 0,0 0,0 0,0 1,0-1,-1 0,1 0,0 0,-1 0,1 1,0-1,-1 0,1 0,-1 1,1-1,-1 0,1 1,-1-1,0 0,-1 0,0 1,0-1,0 1,0-1,0 1,0 0,0 0,0 0,0 0,0 0,0 0,0 1,0-1,1 0,-1 1,0 0,0-1,0 1,0 0,0 0,1 0,-1 0,0 1,1-1,-1 0,1 1,0-1,-1 1,1-1,0 1,0-1,0 1,0 0,0 0,0 0,0-1,1 1,-1 0,1 0,-1 0,1 0,0 0,0 0,0 0,0 0,0 0,0 0,0 1,2-2,-1 0,0 1,1-1,-1 0,1 0,-1 0,1 0,-1-1,1 1,-1 0,1 0,0-1,0 1,-1-1,1 0,0 0,0 1,-1-1,1 0,0 0,0-1,-1 1,1 0,0 0,0-1,-1 1,2-1,-1 0,65-14,-35 4</inkml:trace>
  <inkml:trace contextRef="#ctx0" brushRef="#br1" timeOffset="71102.955">12245 4186,'1'3,"-1"-1,1 1,0-1,0 1,0-1,0 0,0 1,0-1,1 0,-1 0,1 0,-1 0,1 0,0 0,0 0,0 0,0-1,0 1,0-1,0 0,1 0,-1 1,0-1,1-1,-1 1,1 0,-1-1,1 1,0-1,-1 0,1 1,-1-1,1-1,0 1,-1 0,1-1,-1 1,1-1,-1 0,1 1,-1-1,0-1,1 1,-1 0,0 0,0-1,0 0,0 1,0-1,0 0,0 0,0 0,-1 0,1 0,-1 0,0 0,1-2,-1 3,-1 0,1 0,0 0,-1-1,1 1,-1 0,0 0,1-1,-1 1,0 0,0-1,0 1,0 0,0-1,0 1,0 0,0-1,0 1,-1 0,1-1,-1 1,1 0,-1 0,1-1,-1 1,0 0,1 0,-1 0,0 0,0 0,0 0,0 0,0 0,0 0,0 0,0 1,0-1,0 0,-1 1,0-1,-54-4,55 5,0 0,0 0,0 0,0 0,-1 0,1 0,0 0,0 0,0 1,0-1,0 0,0 1,0-1,0 1,0-1,0 1,0-1,0 1,0 0,1-1,-1 1,0 0,0 0,1-1,-1 1,0 0,1 0,-1 0,1 0,-1 0,1 0,-1 0,1 0,0 0,0 0,-1 0,1 0,0 1,0-1,0 0,0 0,0 0,0 0,1 0,-1 0,0 0,0 0,1 0,-1 0,1 0,-1 0,1 0,-1 0,1 0,0 0,-1 0,1 0,0 0,10 5,-1-1</inkml:trace>
  <inkml:trace contextRef="#ctx0" brushRef="#br1" timeOffset="72536.396">11671 5964,'-5'9,"0"-2,0 0,1 0,0 1,0 0,1 0,0 0,0 0,1 0,0 1,0-1,1 1,0-1,1 1,0 0,1-7,0 1,1-1,0 0,-1 0,1 0,0 0,0 0,0 0,1 0,-1 0,0-1,1 0,-1 1,1-1,-1 0,1 0,-1 0,1 0,0-1,0 1,-1-1,1 0,0 1,0-1,0 0,-1-1,1 1,0 0,0-1,-1 0,1 0,0 1,-1-2,1 1,-1 0,1 0,-1-1,0 1,0-1,1 0,-1 0,0 0,0 0,-1 0,1 0,0 0,-1-1,1 0,0 1,-1-1,0 1,1-1,-1 0,0 0,0 0,-1 0,1 0,-1 0,1 0,-1 0,0 0,0 0,0 0,-1 0,1 0,-1 0,1 0,-1 0,0 0,0 1,-1-1,1 0,0 0,-1 1,0-1,1 1,-1-1,0 1,0 0,-1 0,1 0,0 0,-1 0,1 1,-2-1,1-1,-1 1,0 0,1 0,-1 0,0 1,0 0,0-1,-1 2,1-1,0 0,0 1,-1-1,1 1,0 1,0-1,-1 0,1 1,0 0,0 0,0 0,0 1,0-1,0 1,0 0,-3 2,5-3,-1 0,1 0,0 1,0-1,0 0,0 1,0-1,0 1,1 0,-1 0,0 0,1-1,-1 2,1-1,0 0,0 0,0 0,0 0,0 1,0-1,1 0,-1 1,1-1,-1 1,1-1,0 1,0-1,0 1,0-1,1 0,-1 1,1-1,-1 1,1-1,0 0,0 1,0-1,0 0,0 0,1 0,-1 0,0 0,1 0,0 0,-1 0,1-1,0 1,2 1,57 10,-27-13</inkml:trace>
  <inkml:trace contextRef="#ctx0" brushRef="#br1" timeOffset="72895.434">12032 6084,'-1'1,"1"0,-1 1,1-1,-1 0,1 1,-1-1,1 1,0-1,0 0,0 1,0-1,0 1,0-1,0 1,0-1,0 0,1 1,-1-1,1 1,-1-1,1 0,-1 1,1-1,0 0,-1 0,1 0,0 0,0 1,0-1,0 0,0 0,0-1,1 1,-1 0,0 0,0 0,1-1,-1 1,0-1,1 1,-1-1,0 0,1 1,-1-1,1 0,-1 0,0 0,1 0,-1 0,1 0,-1 0,1-1,-1 1,1-1,2-1,0-1,0 0,0 0,-1-1,1 1,-1-1,0 0,0 1,-1-2,1 1,-1 0,1 0,-1-1,-1 1,1-1,-1 1,0-1,0 0,0 0,0 0,-1 1,0-3,0 5,-1 1,1-1,-1 1,1-1,-1 1,0 0,1-1,-1 1,0 0,0 0,0-1,0 1,0 0,0 0,-1 0,1 0,0 0,0 1,-1-1,1 0,0 1,-1-1,1 1,-1-1,1 1,-1-1,1 1,-1 0,1 0,-1 0,1 0,-1 0,0 0,1 0,-1 1,1-1,-1 0,1 1,0-1,-1 1,0 0,-55 33,55-33,1 0,-1 1,0-1,1 1,-1 0,1-1,0 1,0 0,-1 0,1 0,0 0,1 0,-1 0,0 0,0 0,1 0,-1 0,1 1,0-1,0 0,0 0,0 0,0 1,0-1,0 0,1 0,-1 0,1 1,0-1,0 0,0 0,-1 0,2 0,-1-1,0 1,0 0,1 0,-1 0,1-1,-1 1,1-1,0 1,55 2,-24-8</inkml:trace>
  <inkml:trace contextRef="#ctx0" brushRef="#br1" timeOffset="73277.427">12433 6058,'1'5,"1"0,-1 0,1 0,0 0,0 0,0 0,1 0,0-1,0 1,0-1,1 0,-1 0,1 0,0 0,0 0,0-1,1 0,-1 0,1 0,-1-1,1 1,0-1,0 0,0 0,1-1,-1 0,0 0,1 0,-1 0,1-1,-3-1,0 0,-1 0,1 0,0-1,-1 1,1-1,-1 1,1-1,-1 0,0 0,0 0,0 0,0-1,0 1,0 0,-1-1,1 1,-1-1,0 0,1 1,-1-1,-1 0,1 0,0 0,-1 0,1 0,-1 0,0 0,0 0,0 0,0 0,0 1,-1-1,0 0,1 0,-1 0,0 0,0 0,-1 1,1-1,0 1,-1-1,0 1,1-1,-3-1,1 2,0 0,0-1,0 2,0-1,0 0,-1 1,1-1,-1 1,1 0,-1 0,1 0,-1 1,1-1,-1 1,0 0,1 0,-1 0,0 1,1-1,-1 1,1 0,-1 0,1 0,-1 0,1 0,0 1,-1 0,1 0,0 0,0 0,0 0,1 0,-1 1,0-1,1 1,0 0,0 0,-1 0,2 0,-1 0,0 0,1 1,-1-1,1 1,0-1,0 1,0-1,0 3,2-4,-1 0,0-1,1 1,-1-1,1 1,-1-1,1 1,0-1,-1 1,1-1,0 0,0 0,0 1,0-1,0 0,1 0,-1 0,0 0,0 0,1 0,-1 0,0 0,1-1,-1 1,1-1,-1 1,1-1,0 1,-1-1,1 0,-1 0,1 0,0 0,-1 0,1 0,-1 0,2 0,9-1</inkml:trace>
  <inkml:trace contextRef="#ctx0" brushRef="#br1" timeOffset="82083.801">5856 3571,'-12'-3,"2"0,10 1,18-1,21 0,20-6,20-3,15-1,8-2,2 3,-17 2</inkml:trace>
  <inkml:trace contextRef="#ctx0" brushRef="#br1" timeOffset="82580.524">7540 3478,'-14'0,"-6"0,-1 2,11 1,16 0,21-1,21-3,21-5,17-5,10 0,4 2,-14 2</inkml:trace>
  <inkml:trace contextRef="#ctx0" brushRef="#br1" timeOffset="82923.604">8770 3571,'2'0,"12"0,20-3,25-6,26-10,23-8,-8 1</inkml:trace>
  <inkml:trace contextRef="#ctx0" brushRef="#br1" timeOffset="83654.69">12459 3277,'25'2,"34"-1,35-8,39-12,33-9,20-7,-21 2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6:39.13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58 97,'-3'10,"-1"0,2 1,-1-1,1 1,1-1,0 1,0-1,1 1,1 0,0 3,0 14,-1-10,-1 13,2 0,1 0,1 0,7 25,-9-48,2-1,-1 1,1 0,0-1,1 1,-1-1,2 0,-1 0,1 0,0-1,0 0,1 0,-1 0,2 0,-1-1,0 0,1 0,0-1,0 0,5 2,-6-3,-1 0,0-1,1 1,0-1,0-1,-1 1,1-1,0 0,0 0,0 0,0-1,0 0,1-1,-1 1,0-1,0 0,-1 0,1-1,0 0,0 0,-1 0,1-1,-1 0,0 0,0 0,0 0,0-1,2-2,1-10,0 0,-1 0,-1-1,0 0,-1 0,-1 0,-1-1,0 1,-1-1,-1 0,-1 0,-1 1,-1-14,2 30,1-16,-1-1,0 0,-2 0,0 0,0 1,-2-1,0 1,-1 0,-1 0,-1 0,0 1,-1 0,0 0,-2 1,-6-9,14 22,0 0,1 0,-1 0,0 0,0 1,0-1,-1 1,1-1,0 1,0 0,-1 0,1 0,-1 0,1 0,-1 0,0 1,1-1,-1 1,1 0,-1 0,0 0,1 0,-1 0,0 0,1 1,-1-1,1 1,-1 0,0 0,1 0,0 0,-1 0,1 1,0-1,0 0,-2 2,-6 7,0 1,0 0,1 0,1 1,0 0,0 0,2 1,-2 2,-83 186,48-95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6:39.95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0 337,'2'-21,"0"1,2-1,0 1,1-1,2 1,0-1,2-6,50-133,-59 160,0 0,1 0,-1 0,0 0,0 0,1 0,-1 1,0-1,0 0,1 0,-1 0,0 0,1 0,-1 0,0 0,0 0,1 0,-1 0,0 0,0 0,1 0,-1-1,0 1,0 0,1 0,-1 0,0 0,0 0,1 0,-1-1,0 1,0 0,0 0,1 0,-1-1,0 1,0 0,0 0,0-1,0 1,1 0,-1 0,0-1,0 1,0 0,0 0,0-1,0 1,0 0,0-1,1 29,-1-24,0 43,-2-4,3-1,1 1,2 0,2-1,7 21,32 99,-34-113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6:40.83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0 319,'74'-214,"-42"110,-32 104,0 1,0-1,0 1,0-1,0 0,0 1,0-1,0 0,0 1,0-1,1 1,-1-1,0 0,0 1,0-1,1 0,-1 0,0 1,0-1,1 0,-1 1,0-1,1 0,-1 0,0 1,1-1,-1 0,0 0,1 0,-1 0,0 0,1 1,-1-1,0 0,1 0,-1 0,1 0,-1 0,0 0,1 0,-1 0,1 0,-1 0,0-1,1 1,-1 0,0 0,1 0,-1 0,0-1,1 1,-1 0,0 0,1 0,-1-1,0 1,0 0,1-1,17 182,-2 111,-13-228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7:18.25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35,'13'0,"14"-2,14-1,11-2,8-3,3 0,-3 2,-6 4,-10 4,-14 7,-10 4,-10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7:18.45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9,'21'4,"19"3,20-4,16-3,5-5,1-4,-13 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7:19.08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114 89,'-14'17,"2"1,0 0,1 0,1 1,0 1,2 0,0 0,1 0,2 1,0 0,1 1,1-1,0 1,2-1,1 1,0-14,-1-1,2 1,-1-1,1 1,0-1,0 1,1-1,0 0,1 0,0 0,0 0,0 0,1-1,-1 1,2-1,-1 0,1 0,0 0,0-1,0 0,1 0,0 0,0-1,0 1,1-1,-1-1,1 0,0 0,0 0,0 0,0-1,0-1,1 1,-1-1,1 0,1-1,-1 0,1-2,-1 1,0-1,1 0,-1-1,0 0,0-1,-1 1,1-1,-1-1,0 1,0-1,0-1,-1 1,1-1,-1 0,-1-1,1 1,-1-1,0 0,-1 0,0-1,2-3,1-4,-1 0,0-1,-1 0,0 0,-1 0,-1 0,-1-1,0 1,-1-1,-1 1,-2-12,1 15,-1 0,0 0,-1 0,-1 1,0-1,0 1,-1 0,-1 1,-5-9,9 16,-1 0,0-1,0 1,-1 0,1 1,-1-1,0 1,0-1,0 1,0 0,-1 1,1-1,-1 1,0 0,1 0,-1 0,0 1,0-1,0 1,-1 1,1-1,0 1,0-1,0 1,-3 1,2 0,1 0,-1 1,0-1,0 1,1 0,-1 1,1 0,0-1,0 2,0-1,0 1,0-1,1 1,-1 0,1 1,0-1,1 1,-1 0,1 0,0 0,0 0,0 1,1-1,0 1,-3 5,1 0,1 0,0 0,1 0,0 1,1-1,0 1,0-1,1 1,1 0,0-1,1 2,15 41,5-8</inkml:trace>
  <inkml:trace contextRef="#ctx0" brushRef="#br0" timeOffset="271.262">635 477,'5'-62,"-3"-1,-3 0,-3 1,-2 0,-3 0,-4-6,7 39,1 24,3 20,21 290,-17-265,-1 5,3 0,2-1,10 44,-9-66</inkml:trace>
  <inkml:trace contextRef="#ctx0" brushRef="#br0" timeOffset="551.982">890 410,'19'-94,"-3"-1,-4-13,-4-2,-7 245,-2-70,2 0,3-1,3 1,11 40,0-39,-1-12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7:17.13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363 207,'10'83,"-8"-96,-1 10,0-21,0 0,-2 0,-1-1,0 1,-4-8,6 27,-1 1,0-1,-1 0,1 1,-1-1,0 1,0 0,0-1,-1 1,1 0,-1 0,0 1,0-1,-1 0,1 1,-1 0,0 0,1 0,-1 0,-1 1,1-1,0 1,0 0,-1 0,0 1,1 0,-1-1,0 1,1 1,-2-1,-5 2,0 1,0 0,0 1,1 0,-1 0,1 1,0 1,0 0,0 0,1 1,0 0,0 0,0 1,1 1,0-1,1 1,-1 1,1-1,1 1,0 0,0 1,1-1,-4 10,1-4,0 0,1 1,0 0,1 0,1 0,1 1,0 0,2 0,-1 0,2 0,0 1,2-1,-1 0,2 0,0 0,2 0,-1 0,5 9,-4-18,1-1,0 1,0-1,1 0,0-1,0 0,1 1,-1-2,1 1,0-1,1 0,0-1,-1 1,1-2,1 1,-1-1,7 2,4 0,1 0,-1-2,1 0,0-1,0-1,1-1,5-1,-2-1,0-1,-1-1,1-1,-1-1,0-1,-1-2,0 0,0-1,-1-1,0-1,-1-1,0 0,-1-2,-1 0,0-1,-1-1,-1-1,-1 0,0-1,-1-1,-1 0,-1 0,-1-2,-1 1,-1-1,-1-1,-1 0,0 0,-2 0,-1-1,0-9,-5 9,-5 20,-21 56,15-2,1 0,3 0,2 1,2 0,2 1,3 5,2 21,6-62,0-35,0-31,-3 0,-2 0,-2-14,2-23,-2 55,0-9,1 1,3 0,9-39,-14 76,-1 1,0-1,1 1,0 0,-1-1,1 1,0-1,0 1,1 0,-1 0,0 0,1 0,-1 0,1 0,-1 0,1 0,0 1,0-1,0 0,0 1,0 0,0-1,1 1,-1 0,0 0,1 0,-1 1,0-1,1 1,-1-1,1 1,-1 0,1 0,-1 0,1 0,-1 0,1 0,6 4,0 0,0 0,-1 1,0 0,0 0,0 1,-1 0,1 0,-1 1,-1 0,1 0,-1 0,-1 1,1 0,-1 0,-1 1,1-1,-1 1,-1 0,0 0,0 1,-1-1,0 0,-1 1,0-1,0 1,-1 0,0-1,-1 1,0-1,0 1,-1-1,-1 4,1-6,0-1,0 0,0 0,-1 0,1 0,-2 0,1 0,-1-1,1 1,-2-1,1 0,0-1,-1 1,0-1,0 1,0-2,-1 1,1 0,-1-1,0 0,0-1,0 1,0-1,-1 0,1-1,-2 1,8-2,1-1,-1 1,1-1,-1 1,1 0,-1-1,0 1,1-1,-1 0,1 1,-1-1,0 1,0-1,1 1,-1-1,0 0,0 1,0-1,0 0,0 1,0-1,0 0,0 1,0-1,0 1,0-1,0 0,0 1,0-1,0 0,-1 1,1-1,0 1,-1-1,1 0,0 1,-1-1,1 1,0-1,-1 1,1 0,-1-1,1 1,-1-1,1 1,-1 0,0-1,1 1,-1 0,1 0,-1-1,0 1,1 0,-1 0,0 0,1 0,-1 0,1 0,-1 0,0 0,1 0,-1 0,0 0,1 0,-1 0,0 1,1-1,8-3,0 1,0 0,1 0,-1 1,1 0,0 1,-1 0,1 0,-1 0,1 1,-1 1,1 0,-1 0,0 0,1 1,-1 0,-1 1,1 0,0 0,-1 0,0 1,0 0,0 1,-1 0,0 0,0 0,0 0,2 6,-2-7,-1 1,0-1,0 2,0-1,-1 0,0 1,0 0,-1 0,0 0,0 0,0 0,-1 1,0-1,-1 1,0 0,0-1,0 1,-1 0,0 0,-1-1,0 1,0 0,-1-1,1 1,-2-1,1 1,-1-1,0 0,-1 0,1 0,-1-1,-1 1,1-1,-1 0,-4 4,0-3,0-1,0 0,-1 0,0-1,0 0,0-1,0 0,-1-1,0 0,1 0,-1-1,0-1,0 0,0 0,-1-1,-2-1,12 1,0 0,0-1,0 1,0-1,0 0,0 1,0-1,0 0,0 0,0 0,1-1,-1 1,0 0,1-1,-1 1,1-1,0 1,-1-1,1 0,0 1,0-1,0 0,0 0,0 0,1 0,-1 0,1 0,-1 0,1 0,-1 0,1 0,0 0,0 0,0 0,0 0,1 0,-1 0,1 0,-1 0,1 0,-1 0,1 0,0 0,0 0,0 0,1 0,11-26</inkml:trace>
  <inkml:trace contextRef="#ctx0" brushRef="#br0" timeOffset="434.132">1378 233,'-112'421,"108"-398,4-23,0 0,0-1,0 1,1 0,-1 0,0-1,0 1,0 0,0 0,0-1,0 1,0 0,1 0,-1-1,0 1,0 0,0 0,1 0,-1-1,0 1,0 0,0 0,1 0,-1 0,0 0,0 0,1-1,-1 1,0 0,1 0,-1 0,0 0,0 0,1 0,-1 0,0 0,0 0,1 0,-1 0,0 0,1 0,-1 1,0-1,0 0,1 0,-1 0,0 0,0 0,0 0,1 1,-1-1,0 0,0 0,16-31,-2-1,-2-1,-1 0,2-10,-8 24,84-336,-87 347,-1 5,-1-1,1 1,0 0,0 0,0 0,1 0,-1 0,1 0,-1 0,1 0,0 0,0 1,0-1,0 1,3-2,-4 4,1 0,-1 1,0-1,1 1,-1 0,0-1,0 1,1 0,-1 0,0 0,0 0,0 0,0 0,0 0,0 0,0 0,-1 1,1-1,0 0,-1 1,1-1,0 0,-1 1,0-1,1 1,-1-1,0 0,0 1,0-1,1 1,45 208,-24-91,-16-82,2-1,1 0,2 0,1-1,2 0,1-2,2 1,1-2,2-1,11 14,-18-34,-5-6</inkml:trace>
  <inkml:trace contextRef="#ctx0" brushRef="#br0" timeOffset="707.403">1378 487,'-4'-2,"4"-1,15 0,20-2,22-2,21-4,14-3,9 1,-11 3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7:13.96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119 21,'-2'16,"1"19,3 19,4 19,1 13,-2 5,0-1,-4-10,-3-10,-2-19,-1-19,1-15</inkml:trace>
  <inkml:trace contextRef="#ctx0" brushRef="#br0" timeOffset="804.665">38 115,'-17'-99,"17"99,0-1,0 1,-1-1,1 1,0-1,0 1,0-1,0 1,0-1,0 1,0-1,0 1,1-1,-1 1,0 0,0-1,0 1,0-1,1 1,-1-1,0 1,0-1,1 1,-1 0,0-1,1 1,-1 0,0-1,1 1,-1 0,0-1,1 1,-1 0,1 0,-1 0,1-1,-1 1,1 0,-1 0,1 0,-1 0,1 0,-1 0,1 0,-1 0,1 0,-1 0,1 0,-1 0,0 0,1 0,-1 0,1 1,23 18,8 24,-3 1,-1 2,-2 1,-2 2,12 34,-35-80,21 46,-1 1,-3 0,-2 2,-3 0,-1 0,-3 4,-7-50,-1 0,0-1,-1 1,0 0,0 0,0 0,0 0,-1 0,0 0,0 0,-1 0,1-1,-1 1,-1 0,1-1,-1 0,0 0,0 1,0-2,-1 1,0 0,0-1,0 0,0 1,-1-2,0 1,0 0,0-1,0 0,-2 1,-4-1,0 0,0 0,0-1,0-1,-1 0,1 0,0-1,0-1,-1 0,1 0,0-1,0 0,0-1,0 0,1-1,-1-1,1 1,0-1,0-1,1 0,0 0,0-1,-5-4,13 10,0 0,0 1,0-1,1 0,-1 1,0-1,0 0,0 0,0 0,1 0,-1 0,0 0,1 0,-1 0,1 0,-1 0,1 0,0 0,-1-1,1 1,0 0,0 0,0 0,0 0,0-1,0 1,0 0,0 0,0 0,1 0,-1 0,0-1,1 1,-1 0,1 0,-1 0,1 0,0 0,-1 0,1 0,0 0,0 0,-1 1,1-1,0 0,0 0,0 1,0-1,0 1,0-1,0 1,0-1,1 0,131-27,233-38,-223 30,-142 36,0 0,-1 1,1-1,0 0,0 0,-1-1,1 1,0 0,-1 0,1 0,0 0,-1 0,1-1,0 1,-1 0,1-1,0 1,-1-1,1 1,-1 0,1-1,-1 1,1-1,-1 1,1-1,-1 0,0 1,1-1,-1 1,0-1,1 0,-1 1,0-1,0 0,0 1,1-1,-1 0,0 0,0 1,0-1,0 0,0 1,0-1,0 0,-1 1,1-1,0 0,0 1,-1-1,1 0,0 1,0-1,-1 0,1 1,-1-1,1 1,-1-1,1 1,-1-1,1 1,-1-1,1 1,-1 0,0-1,1 1,-46-16,40 15,-1-1,1 1,-1 1,1-1,-1 1,1 0,0 1,-1 0,1 0,-1 0,1 1,0-1,0 2,0-1,0 1,0-1,1 2,-1-1,1 1,0-1,0 2,0-1,0 0,1 1,-1 0,1 0,1 0,-1 1,1-1,0 1,0 0,0 0,1 0,0 0,0 0,1 0,0 1,0-1,0 1,1-4,0 0,0 0,0 0,1 0,-1 0,1 0,0 0,0 0,0 0,0 0,1-1,-1 1,1 0,-1-1,1 1,0-1,0 0,0 1,0-1,1 0,-1 0,1 0,-1-1,1 1,-1-1,1 1,0-1,0 0,0 0,0 0,0 0,0-1,0 1,0-1,4 1,-1-1,1 1,0-2,-1 1,1-1,-1 0,1 0,-1-1,1 0,-1 0,0 0,0-1,0 0,0 0,2-2,2-3,-1 0,0 0,0-1,-1 0,0 0,0-1,-1 0,-1-1,1 1,-2-1,0 0,0-1,-1 1,0-1,-1 0,2-12,-4 14,-4 15,-3 20,6-22,-3 118,3-116,1-1,0 0,0 0,1 1,-1-1,1 0,0 0,0 0,0-1,0 1,1 0,-1-1,1 0,0 1,0-1,1 0,-1 0,0-1,1 1,0-1,-1 0,1 0,0 0,0 0,0-1,2 1,89 3,-47-12</inkml:trace>
  <inkml:trace contextRef="#ctx0" brushRef="#br0" timeOffset="1393.65">1309 529,'-13'-2,"0"0,0 1,0 1,0 0,1 1,-1 0,0 1,0 0,1 1,-1 0,1 1,0 1,0 0,0 0,1 1,0 1,0 0,1 1,-1-1,2 2,-1 0,1 0,0 0,-3 7,10-14,1 1,-1 0,1-1,-1 1,1 0,0 0,0 0,0-1,1 1,-1 0,1 0,0 0,-1 0,1 0,1 0,-1 0,0 0,1 0,-1 0,1 0,0 0,0 0,0 0,1 0,-1-1,0 1,1-1,0 1,0-1,0 1,0-1,0 0,0 0,0 0,1 0,-1 0,1-1,-1 1,2 0,12 3,0 0,1-1,-1-1,1-1,-1 0,1-1,0 0,0-2,-1 0,1-1,0 0,11-5,20-4,-1-2,0-2,-1-2,-1-2,-1-2,7-6,-51 27,1-1,-1 0,1 0,0 0,-1 1,1-1,0 0,-1 1,1-1,0 1,0-1,-1 1,1-1,0 1,0-1,0 1,0 0,0-1,0 1,0 0,0 0,0 0,0 0,-1 0,1 0,0 0,0 0,0 0,0 0,0 0,0 1,0-1,0 0,0 1,0-1,0 1,-1-1,1 1,0-1,0 1,-1-1,1 1,0 0,-1 0,1-1,0 1,-1 0,1 0,-1 0,0-1,1 1,-1 0,1 0,-1 0,0 0,0 0,0 0,0 1,0 2,0 0,0 0,1 0,-1 0,1 0,0 0,0-1,0 1,1 0,-1 0,1-1,0 1,0-1,0 1,0-1,1 0,-1 0,1 0,0 0,0 0,0 0,0-1,0 0,1 1,-1-1,1-1,-1 1,3 1,2-1,0 0,0 0,0 0,0-1,0 0,0-1,0 0,0 0,0 0,0-1,0 0,0-1,0 0,0 0,0-1,-1 0,1 0,-1-1,0 0,0 0,0-1,-1 1,0-2,0 1,0-1,0 1,-1-2,0 1,0-1,0 1,-1-1,2-5,-5 9,-1-1,1 1,-1 0,0 0,0 0,0-1,0 1,-1 0,1 0,-1 0,0-1,0 1,0 0,0 0,-1 1,1-1,-1 0,1 0,-1 1,0-1,0 1,-1-1,1 1,0 0,-1 0,-2-2,-77-35,74 36,1 1,-1 0,0 1,0 0,1 0,-1 1,0 0,0 0,0 1,0 0,1 0,-1 1,0 0,1 0,-1 0,1 1,0 1,0-1,0 1,1 0,-1 1,1-1,0 2,0-1,0 0,1 1,0 0,0 0,0 1,1-1,0 1,0 0,1 0,-2 6,4-10,1-1,0 1,-1 0,1 0,0 0,0-1,1 1,-1 0,0 0,1-1,0 1,0 0,0-1,0 1,0 0,0-1,1 1,-1-1,1 0,0 0,-1 1,1-1,0 0,0-1,1 1,-1 0,0 0,0-1,1 0,-1 1,1-1,0 0,-1 0,1 0,0-1,-1 1,1-1,1 1,8 0,0 0,0 0,-1-1,1-1,0 0,0 0,0-1,0-1,-1 0,4-2,29-9</inkml:trace>
  <inkml:trace contextRef="#ctx0" brushRef="#br0" timeOffset="1694.039">2017 168,'-6'-4,"-1"-1,1 1,-1 0,0 1,0 0,0 0,-1 0,1 1,0 0,-1 0,0 1,1 0,-1 1,0-1,0 1,1 1,-1 0,0 0,0 0,-3 2,8-1,1 0,-1 1,0-1,1 1,0 0,0 0,0 0,0 0,0 0,0 0,1 0,-1 0,1 1,0-1,0 1,0-1,1 1,-1-1,1 1,0-1,0 1,0 1,14 80,67 100,-14-39,-50-97,-12-33,0 0,1 0,0 0,1-1,1 0,1 0,8 11,-11-20,0-1,0 0,0 0,1-1,-1 0,1 0,0 0,0-1,0 0,1-1,-1 1,1-1,-1-1,1 0,0 0,0 0,-1-1,4 0,137-19,-88 4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6:46.91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3503 869,'12'-191,"-6"149,-2 0,-2 0,-2 0,-1 0,-3 0,-1 0,-2 1,-12-38,-42-146,61 223,0 1,0 0,0-1,0 1,0-1,0 1,-1-1,1 1,0 0,-1-1,1 1,-1-1,1 1,-1 0,0 0,1-1,-1 1,0 0,0 0,0 0,0 0,0 0,0 0,0 0,-1 0,1 0,0 1,0-1,-1 0,1 1,0-1,-1 1,1-1,0 1,-1 0,1 0,-1 0,1 0,-1 0,1 0,-1 0,1 0,0 0,-1 0,1 1,-1-1,1 1,0-1,-1 1,-78 65,77-64,0 1,0-1,0 0,0 0,-1 0,1-1,-1 1,1-1,-1 0,0 0,1 0,-1 0,0-1,0 1,1-1,-1 0,0 0,0-1,0 1,1-1,-1 1,0-1,0 0,1-1,-2 0,1 0,1 0,-1 0,-1 1,1-1,0 1,0 0,0 0,-1 0,1 1,-1-1,1 1,0 0,-1 0,1 1,0-1,-1 1,1 0,0 0,0 1,-1-1,1 1,0 0,1 0,-4 2,-8 5,-2 1,0 1,1 1,1 0,0 1,-13 14,-14 11,36-35,1 1,0 0,0 0,1 0,-1 1,1-1,0 1,0 0,0 0,1 1,0-1,0 1,0 0,0 3,-10 43,2 1,2 0,1 30,-19 129,14-50,0-3,14 77,12-69,-6 49,7 2,-9 110,-19-59,7-35,0 113,8-214,-22 246,14-39,8-220,3-25,4-1,4 0,4 0,25 77,12-55,-13-23,-34-74,0-1,2-1,0 1,1-1,1-1,0 0,1 0,6 5,-1-4,-14-13,0 0,1 0,-1-1,1 0,0 1,0-1,0 0,1 0,-1-1,1 1,-1-1,1 0,0 1,0-2,0 1,0 0,0-1,1 0,-1 0,0 0,1-1,-1 1,0-1,1 0,-1 0,5-1,109-53,-97 49,0 2,0 0,0 2,0 0,12 2,23-2,-52 1,-1-1,1 1,-1-1,0 0,1 0,-1 0,0 0,0-1,0 1,0-1,0 0,0 0,-1 0,1 0,0 0,-1-1,0 1,1-1,-1 0,0 1,0-1,-1 0,1 0,0-2,25-82,-24 76,4-42,-2-1,-3 1,-2-1,-2 0,-3 1,-1 0,-13-45,2-3,-44-349,6-99,42 429,6 0,5-61,2 150,2-1,1 0,1 1,2-1,1 1,11-29,45-135,-57 174,-1 0,0 0,-2 0,0-1,-2 0,0 0,4-41,38-258,-30 106,-13 212,-1-52,2-1,3 0,2 1,8-29,16-100,-17 33,13-44,-18 38,-6 150,0 0,0-1,-1 1,0-1,0 1,-1-1,0 1,-1-1,1 1,-1 0,-1-1,1 1,-2 0,1 0,0 0,-1 0,-1 0,1 0,-1 1,0 0,0-1,-1 2,0-1,0 0,0 1,-1 0,0 0,-1 0,-22-4,26 8,1 1,-1-1,0 0,0 0,0 0,0 0,1 0,-1 0,1-1,-1 0,1 1,-1-1,1 0,0 0,0 0,0 0,-1-3,-12-20,13 21,1 0,-1 0,-1 1,1-1,-1 0,1 1,-1 0,0-1,0 1,0 0,-1 1,1-1,-3-1,-18-6,-1 3</inkml:trace>
  <inkml:trace contextRef="#ctx0" brushRef="#br0" timeOffset="2021.61">3061 5654,'-17'-2,"-1"1,1 1,-1 0,1 1,-1 1,1 0,0 2,0 0,-8 3,18-5,0 1,0 0,1 0,0 0,0 1,0 0,0 0,0 0,1 1,-1 0,1 0,1 0,-1 1,1-1,0 1,0 0,1 1,-1-1,1 1,1-1,-1 1,1 0,0 0,0 2,2-3,-1 0,1-1,-1 1,1 0,1 0,-1-1,1 1,0 0,1-1,-1 1,1-1,0 1,0-1,1 0,0 0,0 0,0 0,0-1,1 1,-1-1,1 0,1 0,-1 0,0 0,1-1,0 0,0 0,0 0,0 0,71 34,-67-34,0-1,0 1,-1 1,1 0,-1 0,1 0,-1 1,-1 0,1 1,-1 0,0 0,0 1,0-1,-1 1,0 1,-1-1,0 1,0 0,0 1,-1-1,0 1,-1-1,0 1,1 6,-3-10,-1 1,1 0,-1 0,-1 0,1 0,-1-1,0 1,0 0,0-1,-1 1,0-1,0 1,-1-1,1 0,-1 0,0 0,-1 0,1 0,-1-1,0 1,0-1,0 0,0 0,-1-1,0 1,0-1,0 0,0 0,0-1,0 0,-1 0,1 0,-1 0,0-1,-5 1,8-2,0 0,0-1,0 1,0-1,0 1,1-1,-1 0,0 0,0 0,0 0,1-1,-1 1,0-1,1 0,0 0,-1 0,1 0,0 0,0 0,0 0,0-1,0 1,1-1,-1 1,1-1,0 0,-1 0,1 0,0 1,1-1,-1 0,1 0,-1 0,1 0,0 0,0 0,0 0,0 0,1 0,-1 0,1 0,0 0,0 0,0 0,0 0,1-2,6-1,-1 0,1 0,0 0,0 1,1 0,0 1,0 0,0 0,0 1,0 0,1 1,-1 0,1 1,8-1,15-5,-30 7,121-38,-119 36,0 0,0-1,0 0,0 0,-1 0,0 0,1-1,-1 1,0-1,-1 0,1 0,-1-1,1 1,-2-1,1 0,0 1,-1-1,0-1,0 1,0 0,-1 0,1-2,-2 3,0 0,-1 0,1 0,-1 0,1 0,-1 0,0 0,-1 1,1-1,-1 0,0 0,0 1,0-1,0 1,0 0,-1 0,0 0,1 0,-1 0,0 0,-1 1,1-1,0 1,-1 0,1 0,-3-1,3 2,1-1,-1 1,0-1,0 1,0 0,0 0,0 0,0 1,0-1,0 1,0 0,-1-1,1 2,0-1,0 0,0 0,0 1,0 0,0 0,0 0,0 0,0 0,0 0,0 1,1-1,-1 1,0 0,1 0,-1 0,1 0,0 0,0 1,-2 1,0 3,1 0,0 1,0-1,0 0,1 1,0 0,1-1,-1 1,2 0,-1 0,1 0,0-1,1 1,-1 0,2 0,-1 0,1-1,0 1,1-1,0 1,0-1,0 0,1 0,0-1,1 1,-1-1,1 1,0-2,1 1,-1 0,1-1,0 0,1-1,-1 1,1-1,0 0,5 1,-3-3,0 0,1 0,0-1,-1 0,1-1,0 0,-1 0,1-1,-1-1,1 1,-1-2,1 1,-1-1,0-1,0 1,-1-2,1 1,-1-1,0 0,3-3,8-6,-2-1,1 0,-2-1,0-1,-1-1,0 0,-2-1,0-1,-1 2,-1 0,0-2,-2 1,0-1,-1 0,-2-1,0 1,-1-2,0 1,-2 0,-1-1,-1 1,0-1,-2 0,0 1,-2-1,0 1,-1 0,-2-1,-7-18,10 32,-1 1,-1-1,0 1,0 1,0-1,0 0,-1 1,0 0,-5-3,9 8,0-1,1 1,-1 0,0 0,0 0,0 0,0 0,0 0,0 1,0-1,0 1,0-1,0 1,0 0,0 0,0 0,-1 0,1 0,0 0,0 0,0 1,0-1,0 1,0 0,0 0,0-1,0 1,0 0,0 1,1-1,-1 0,0 0,1 1,-1-1,1 1,-1 0,1-1,0 1,0 0,-1 1,-6 12,1 1,0 0,1 0,1 1,1 0,0 0,1 0,1 0,0 0,2 1,0-1,2 17,0-4,1-1,1 1,1-1,2 0,1-1,1 1,2-2,1 1,0-2,8 11,-12-24,0 0,1-1,1 0,0 0,0-1,1-1,1 1,-1-2,2 0,-1 0,1-1,1-1,-1 0,1 0,0-2,1 0,-1 0,1-2,0 1,15 0,-24-3,0-1,0 1,-1-1,1 0,0-1,0 1,0-1,0-1,-1 1,1-1,-1 0,1 0,-1 0,0-1,1 1,-1-2,-1 1,1 0,0-1,-1 0,0 0,0 0,0-1,0 1,-1-1,1 0,-1 0,-1 0,1 0,1-4,4-15,-1 0,-1-1,-1 0,-2 0,0 0,-1 0,-2-1,-1-2,-7-30,8 58,0 0,-1-1,1 1,-1 0,1-1,-1 1,1 0,-1 0,1 0,-1 0,1-1,-1 1,1 0,-1 0,1 0,-1 0,1 0,-1 0,1 0,-1 0,1 0,-1 1,1-1,-1 0,1 0,-1 0,1 1,-1-1,1 0,-1 0,1 1,-1-1,1 0,0 1,-1-1,1 1,0-1,-1 0,1 1,0-1,0 1,-1-1,1 1,0-1,0 1,0-1,-1 1,1-1,0 1,0-1,0 1,0-1,0 1,0 0,0-1,0 1,-8 22,1 1,0 1,2-1,1 1,1 0,1 0,1 8,0-26,0-1,0 1,1 0,0 0,0-1,0 1,1 0,0-1,1 1,-1 0,1-1,0 0,1 1,0-1,0 0,0 0,0 0,1-1,0 1,1-1,-1 0,1 0,0-1,0 1,0-1,5 3,1-4,-1-1,0 0,1 0,0-1,-1-1,1 0,0 0,-1-1,1-1,-1 1,1-2,-1 1,0-2,9-2,40-15</inkml:trace>
  <inkml:trace contextRef="#ctx0" brushRef="#br0" timeOffset="2535.285">4372 5802,'-12'9,"0"1,1 0,0 1,1 1,0-1,1 1,0 1,1 0,0 0,1 0,1 1,0 0,1 1,1-1,0 1,0 0,2 0,0 1,2-10,0-1,0 0,0 1,1-1,0 0,0 0,1 0,0 1,-1-2,2 1,-1 0,0 0,1-1,0 1,0-1,0 0,1 0,0 0,-1 0,1 0,0-1,1 0,-1 0,1 0,-1 0,1-1,0 0,0 0,0 0,0-1,0 1,0-1,1 0,-1-1,0 1,6-1,1 0,1 0,0-1,-1 0,1-1,-1-1,0 0,1-1,-1 0,-1 0,1-1,-1-1,1 0,-2-1,1 0,-1 0,0-1,-1-1,1 1,2-5,4-6,0 0,-1-1,-1 0,-1-1,-1-1,-1 0,-1-1,-1 0,3-12,-2-15,-2 0,-2 0,-3-1,-2 0,-2 1,-2-1,-2 1,-3 0,-2 0,-2 1,-5-11,0 10,11 54,-3 62,3 115,10 48,-2-188,1 0,2 0,2 0,5 14,-9-44,0-1,0 1,1-1,1 0,0 1,0-2,1 1,0-1,0 0,1 0,1-1,-1 0,1 0,1-1,0 0,-1 0,2-1,3 2,-11-6,0 0,0-1,0 1,1-1,-1 0,0 0,0 0,1 0,-1 0,1 0,-1-1,1 1,-1-1,1 1,-1-1,1 0,-1 0,1 0,-1-1,1 1,-1 0,1-1,-1 0,1 0,-1 0,0 0,1 0,-1 0,0 0,0-1,0 1,0-1,0 1,0-1,0 0,-1 0,1 0,-1 0,2-1,2-19</inkml:trace>
  <inkml:trace contextRef="#ctx0" brushRef="#br0" timeOffset="2809.553">4291 5561,'27'-6,"28"-8,24-5,22-2,16 0,12 4,1 9,-21 7</inkml:trace>
  <inkml:trace contextRef="#ctx0" brushRef="#br0" timeOffset="3365.575">5334 5748,'-115'-58,"109"55,-1 1,1 1,0-1,-1 1,0 0,1 1,-1 0,0 0,1 0,-1 1,1 0,-1 0,1 0,-1 1,1 0,0 1,0-1,-1 1,-2 4,0-1,1 1,0 1,1-1,0 1,0 1,0-1,1 1,0 0,1 1,0-1,0 1,1 0,1 0,0 0,0 1,1-1,0 1,0 0,2-1,-1 1,1 3,0-9,0 1,1-1,-1 0,1 0,0 1,1-1,-1 0,1 0,0 0,0 0,0 0,1-1,0 1,0-1,0 0,0 0,1 0,-1 0,1 0,0-1,0 1,1-1,-1 0,1-1,-1 1,1-1,0 0,0 0,0 0,0-1,0 1,1-1,-1-1,0 1,0-1,1 0,-1 0,0 0,3-1,1-1,1 0,-1-1,0 0,0 0,0-1,0 0,-1 0,0-1,0 0,0-1,0 0,-1 0,0-1,0 0,-1 0,1 0,-2-1,5-6,-2 1,0 0,-1-1,-1 1,0-2,-1 1,0 0,-1-1,0 0,-2 0,0 0,0-8,-7-21,5 44,-1 0,1-1,0 1,0 0,-1 0,1 0,0-1,-1 1,1 0,0 0,-1 0,1 0,0 0,-1 0,1 0,0 0,-1 0,1 0,0 0,-1 0,1 0,0 0,-1 0,1 0,0 0,-1 0,1 0,0 0,-1 1,1-1,0 0,-1 0,1 0,0 1,0-1,-1 0,1 0,0 1,0-1,0 0,-1 0,1 1,0-1,0 0,0 1,0-1,0 0,-1 1,1-1,0 0,0 1,0-1,0 0,0 1,0-1,0 1,0-1,0 0,0 1,1-1,-1 0,0 1,-3 11,0 0,0 0,2 0,0 1,0-1,1 0,0 1,1-1,1 1,0-1,0 0,1 0,1 0,0 0,1-1,0 0,6 11,-8-18,0 0,0 0,0-1,0 1,1-1,-1 0,1 0,0 0,0 0,0-1,0 1,0-1,1 0,-1 0,1-1,-1 1,1-1,0 0,-1 0,1-1,0 1,0-1,-1 0,1-1,0 1,0-1,2 0,6-2,-1-1,-1 0,1-1,0 0,-1 0,0-1,-1-1,1 0,-1 0,1-3,6-5,-1-1,-1-1,0 0,-2-1,0 0,-1-1,0-1,-2 0,0 0,-2-1,0 0,-1 0,-1-1,1-13,1-16,-1 0,-3-1,-3 1,-1-1,-7-44,-1 28,-2 0,-3 1,-13-37,3 57,15 56,0 115,9-90,32 455,-22-372,-9-85,2 17,1 0,3 0,13 44,4-46,-24-46,-1-1,1 0,0 0,-1 0,1 0,0 0,-1 1,1-1,0 0,-1-1,1 1,0 0,-1 0,1 0,0 0,-1 0,1-1,0 1,-1 0,1 0,0-1,-1 1,1-1,-1 1,1 0,-1-1,1 1,-1-1,1 1,-1-1,0 0,1 1,-1-1,0 1,1-1,-1 0,0 1,0-1,0 0,1 1,-1-1,0 0,0 1,0-1,0 0,8-30,-1-5</inkml:trace>
  <inkml:trace contextRef="#ctx0" brushRef="#br0" timeOffset="3883.705">5415 5508,'-6'1,"0"1,0-1,0 1,0 1,0-1,1 1,-1 0,1 0,0 1,0-1,-3 4,8-7,0 1,0-1,0 1,-1-1,1 1,0-1,0 1,0-1,0 1,0-1,0 1,0-1,1 1,-1-1,0 0,0 1,0-1,0 1,1-1,-1 1,0-1,0 0,1 1,-1-1,0 1,1-1,-1 0,0 1,1-1,-1 0,0 0,1 1,-1-1,1 0,-1 0,1 0,-1 1,1-1,-1 0,1 0,-1 0,0 0,1 0,-1 0,1 0,-1 0,1 0,-1 0,1 0,-1 0,1 0,-1-1,1 1,-1 0,1 0,14 0,0-1,0 0,1-1,-1 0,0-2,-1 0,11-3,4-2,-2 2,29-9,0 2,1 3,48-3,-100 13,1 0,0 1,0-1,0 1,0 1,0-1,0 1,-1 0,1 0,0 0,0 1,-1 0,1 0,-1 1,0 0,1-1,-1 2,-1-1,1 1,0-1,-1 1,0 0,0 1,0-1,0 1,-1 0,1 0,0 3,4 16,-2 0,0 1,-2-1,-1 1,-1 0,-1 0,-1 0,-3 17,2 14,1-35,-1-10,1 0,0 0,0 0,1 0,1 0,0 0,0 0,1 0,0 0,2 1,-4-10,0 0,1 0,-1-1,0 1,1 0,-1-1,1 1,0-1,-1 1,1-1,0 0,0 1,0-1,0 0,0 0,0-1,0 1,0 0,1-1,-1 1,0-1,0 0,0 1,1-1,-1 0,0-1,0 1,1 0,-1-1,0 1,0-1,0 1,0-1,1 0,-1 0,0 0,-1 0,1-1,69-53,-63 46,-1 1,0-1,0-1,-1 1,0-1,-1 0,0 0,-1-1,0 0,2-9,-5 15,0 0,0-1,-1 1,0 0,1-1,-2 1,1-1,-1 1,0 0,0-1,0 1,-1 0,1 0,-1 0,-1 0,1 0,-1 0,0 0,0 1,0-1,0 1,-1 0,-1-1,1 2,1-1,-1 1,0 0,0 1,0-1,0 1,-1 0,1 0,0 0,-1 0,0 1,1 0,-1 0,0 0,0 0,1 1,-1 0,0 0,0 0,0 1,0-1,1 1,-1 0,0 1,1-1,-1 1,1 0,-1 0,1 0,0 1,-2 1,-3 1,1 2,0-1,0 1,0 0,1 1,0 0,1 0,0 0,0 1,0 0,1 0,1 0,-1 1,0 3,3-9,0 0,0 1,0-1,1 0,-1 1,1-1,0 1,1 0,-1-1,1 1,0 0,0-1,0 1,1 0,-1 0,1-1,0 1,1-1,-1 1,1-1,0 0,0 1,0-1,0 0,1 0,0-1,0 1,0 0,0-1,1 0,-1 0,1 0,0 0,1 1,0-3,1 0,0 0,0 0,0-1,-1 0,1 0,0-1,0 1,0-1,-1-1,1 1,0-1,-1 0,0 0,1 0,-1-1,0 0,3-2,81-71,-52 28,-6 0</inkml:trace>
  <inkml:trace contextRef="#ctx0" brushRef="#br0" timeOffset="4228.782">6310 5200,'-6'-7,"1"0,-2 0,1 1,-1 0,0 0,0 0,0 1,-1 0,0 1,0 0,0 0,-1 1,1 0,-1 0,0 1,1 0,-1 0,0 1,0 0,0 1,0 0,0 0,0 1,0 1,0-1,0 1,-8 3,10-1,0 0,0 1,0 0,1 0,-1 0,1 1,1 0,-1 0,1 1,0-1,0 1,1 0,0 1,-2 4,4-8,1 0,-1 0,1 0,0 0,0 0,0 0,0 0,1 1,0-1,0 0,0 0,0 1,1-1,0 0,0 0,0 0,0 0,0 0,1 0,0 0,0 0,0 0,0-1,1 1,-1-1,1 0,0 0,3 3,210 146,-197-132,0 1,-2 0,0 1,-1 2,-2-1,0 2,-1 0,-2 0,3 12,-6-17,-6-12,0 0,0 1,1-1,0 0,0-1,1 1,0 0,1-1,-1 0,1 0,1 0,-1-1,1 0,0 0,1 0,0-1,-1 0,2 0,-1-1,0 1,1-2,0 1,0-1,1 0,5-4,0-1,0 0,0-1,-1-1,1 0,-1-1,0 0,-1-1,1-1,-1 0,0 0,-1-1,1-1,-2 0,1 0,0-3,-5 7,-1 1,1 0,-1 0,0-1,0 0,-1 0,1-1,-1 1,0-1,-1 0,1 0,-1 0,0-2,-5-6,-7 6</inkml:trace>
  <inkml:trace contextRef="#ctx0" brushRef="#br0" timeOffset="17211.166">1056 4719,'-36'26,"101"-85,-54 49,88-78,70-83,-49 40,57-44,369-365,-239 250,-80 81,-192 174,114-96,-5 56,-144 75,0 0,0 0,-1 0,1 0,0 0,-1 0,1 0,0 0,-1 0,1 0,0 0,0 0,-1 0,1 0,0 0,-1 0,1 0,0 0,-1 0,1 0,0 0,0-1,-1 1,1 0,0 0,0 0,-1-1,1 1,0 0,0 0,0 0,-1-1,1 1,0 0,0-1,0 1,0 0,0 0,0-1,-1 1,1 0,0-1,0 1,0 0,0 0,0-1,0 1,0 0,0-1,0 1,0 0,1-1,-1 1,0 0,0 0,0-1,0 1,0 0,0-1,1 1,-13 0</inkml:trace>
  <inkml:trace contextRef="#ctx0" brushRef="#br0" timeOffset="17464.104">2835 2821,'-9'4,"-3"5,0-1</inkml:trace>
  <inkml:trace contextRef="#ctx0" brushRef="#br0" timeOffset="18197.981">2273 3275,'-29'24,"48"-23,157-85,-169 81,3-2,0 0,0 1,0 0,0 1,1 0,-1 1,1 0,0 0,4 1,-14 1,0 0,0 1,1-1,-1 0,0 0,0 1,1-1,-1 1,0-1,0 1,0-1,0 1,0 0,0-1,0 1,0 0,0 0,0 0,0 0,0 0,-1 0,1 0,0 0,-1 0,1 0,-1 0,1 1,-1-1,1 0,-1 0,0 0,0 1,0-1,1 0,-1 1,0-1,-1 0,1 0,0 1,-13 50,-139 241,48-86,75-148</inkml:trace>
  <inkml:trace contextRef="#ctx0" brushRef="#br0" timeOffset="19147.527">335 5374,'-14'28,"2"0,1 1,1 1,2 0,1 0,1 1,2 0,0 0,3 0,0 0,4 27,-2-47,1 1,0-1,0 0,1 0,0 0,1-1,0 1,1-1,0 0,1 0,0 0,0-1,1 0,1 0,-1-1,1 0,1 0,-1-1,1 0,0 0,1-1,0-1,0 1,0-1,4 0,-6-1,0-1,0-1,0 1,0-1,0-1,1 1,-1-2,0 1,1-1,-1 0,0-1,1 0,-1 0,0-1,0 0,0 0,0-1,0 0,0 0,-1-1,1 0,-1 0,0-1,-1 0,1 0,-1-1,0 0,0 0,1-2,7-14,-1-2,0 0,-2 0,-1-1,-1 0,-1-1,-1 0,-2-1,0 1,-2-1,-1 0,-1-18,1 26,-1 1,0-1,-2 0,0 1,-1-1,-1 1,-1 0,0 0,-2 0,0 0,-1 1,0 0,-1 0,-1 1,-1 0,-8-10,13 22,0 0,0 0,0 0,0 1,0 0,-1 0,0 0,0 0,1 1,-1 0,0 1,-1-1,1 1,0 0,0 1,0-1,-1 1,1 0,0 1,-1 0,1 0,0 0,0 1,0-1,0 2,0-1,0 1,-12 5,2 0,-1 2,1 0,1 0,0 2,0 0,1 1,-7 9,6-6,1 2,0 0,2 1,0 0,1 0,1 1,1 1,-4 14,-4 20</inkml:trace>
  <inkml:trace contextRef="#ctx0" brushRef="#br0" timeOffset="19460.668">0 4853,'2'27,"4"25,-1 20,3 15,-1 12,-1 4,-2-15</inkml:trace>
  <inkml:trace contextRef="#ctx0" brushRef="#br0" timeOffset="26029.965">1097 5040,'-5'14,"-3"15,-1 15,1 11,2 7,3 7,1 3,1-10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7:22.0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68 120,'0'0,"0"0,-1-1,1 1,-1 0,1-1,0 1,-1 0,1 0,-1 0,1-1,-1 1,1 0,0 0,-1 0,1 0,-1 0,1 0,-1 0,1 0,-1 0,1 0,-1 0,1 0,-1 0,1 1,-1-1,1 0,0 0,-1 0,1 1,-1-1,1 0,0 0,-1 1,1-1,0 0,-1 1,1-1,0 1,-1-1,1 0,0 1,0-1,0 1,-1-1,1 1,0-1,0 0,0 1,0-1,0 1,0-1,0 1,0-1,0 1,0-1,0 1,0-1,0 1,0-1,0 1,0-1,1 0,-1 1,0-1,0 1,1-1,-1 1,-1-5,-1 0,1 0,0 0,0 1,1-1,-1 0,1 0,0-1,0 1,0 0,1 0,-1 0,1 0,0 1,0-1,0 0,1 0,-1 0,1 1,0-1,0 1,0-1,1 1,-1 0,1 0,0 0,0 0,0 1,0-1,0 1,0-1,1 1,-1 0,1 1,0-1,-1 0,1 1,0 0,0 0,0 0,0 1,0-1,1 0,0-1,0 1,0 0,0 1,0-1,0 1,0 0,0 0,0 0,0 1,0 0,-1 0,1 0,0 1,0 0,-1-1,1 2,-1-1,1 0,-1 1,0 0,0 0,0 0,0 1,-1-1,1 1,-1 0,0 0,0 0,-1 0,1 0,-1 1,0-1,0 1,0 0,0-1,-1 1,0 0,0 0,0 3,-4 3,0-1,-1 1,0-1,-1 1,0-1,0-1,-1 1,-1-1,1 0,-1 0,-1-1,0 1,0-2,-1 1,1-2,-1 1,-1-1,-5 3,-4 4,0-1,0-1,-1-1,0-1,-1 0,-2-1,14-6,23-6,0 2,1 1,0 0,0 1,0 0,0 1,0 1,0 1,0 0,-1 1,1 0,-1 1,0 1,-1 0,1 1,3 2,-12-5,1 0,0 0,1-1,-1 0,1 0,-1 0,1-1,0 0,0 0,0 0,0-1,0 0,0-1,0 0,0 0,0 0,0-1,1 0,-1 0,-1-1,1 0,6-2,-12 3,1-1,-1 1,1-1,-1 1,1-1,-1 0,0 1,0-1,0 0,0 0,0 0,0 0,-1 0,1 0,-1 0,1 0,-1 0,0 0,0 0,0 0,0 0,0 0,0 0,0 0,-1 0,1 0,-1 0,1 0,-1 0,0 0,0 0,0 0,0 0,0 1,-2-2,-2-7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7:22.7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23,'4'0,"7"0,8 0,12 0,12 0,10-2,5-3,2-1,-5 0,-6 2,-11 4,-11 4,-12 3,-9 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7:23.01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0,'20'10,"19"2,13-1,12-2,4-6,-3-8,-12-1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7:25.04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 41,'56'-21,"-51"20,12-4,0 1,-1 1,1 0,0 1,1 1,-1 1,0 0,6 2,-20-2,-1 0,0 1,1-1,-1 1,0 0,0 0,0 0,0 0,1 0,-1 0,-1 1,1-1,0 1,0-1,0 1,-1 0,1 0,-1-1,1 1,-1 0,0 0,0 1,0-1,0 0,0 0,0 0,-1 1,1-1,-1 0,0 1,1-1,-1 0,0 1,0-1,-1 0,1 1,0-1,-1 2,-1 4,0 1,-1 0,0-1,0 0,-1 1,0-1,0-1,-1 1,-4 4,1 0,-1-1,0 0,-1-1,0 0,-1 0,0-1,-1-1,0 0,-12 7,160-32,-123 16,0 2,0-1,-1 2,1 0,0 0,-1 1,0 1,1 0,0 1,-9-4,0 1,0 0,0 1,0-1,0 1,-1 0,1-1,-1 2,0-1,0 0,0 1,0-1,0 1,-1 0,0 0,0 0,0 0,0 0,0 0,-1 1,0-1,0 1,0-1,-1 1,1-1,-1 1,0-1,-2 8,-1-1,0 1,-1-1,-1 0,1 0,-2-1,1 0,-1 0,-1 0,0 0,0-1,-1 0,0-1,-1 0,0 0,0-1,0 0,-1 0,0-1,0 0,-1-1,0 0,0-1,-4 1,-9 2,1 0,-1-2,0-1,-1-1,1-1,-1-1,1-1,-21-3,28-2,25-1,32-6,-38 12,65-16,-37 9</inkml:trace>
  <inkml:trace contextRef="#ctx0" brushRef="#br0" timeOffset="486.529">672 670,'7'-20,"-1"-1,-1 1,-1-1,0 0,-2 0,-1 0,0 0,-1-1,-3-11,3 20,-39 399,46-340,2-33</inkml:trace>
  <inkml:trace contextRef="#ctx0" brushRef="#br0" timeOffset="893.495">940 656,'-2'4,"1"0,0 1,0-1,0 1,1-1,0 1,0-1,0 1,0-1,1 1,-1-1,1 0,1 1,-1-1,0 0,1 1,0-1,0 0,0 0,0 0,1-1,0 1,0-1,0 1,0-1,0 0,0 0,1 0,0 0,-1-1,1 0,0 0,0 0,1 0,2 1,-2-2,0 0,0-1,0 0,-1 0,1 0,0 0,0-1,0 1,0-1,-1-1,1 1,0-1,-1 1,1-1,-1-1,0 1,0-1,0 1,0-1,0 0,0-1,-1 1,1 0,0-2,2-3,1 0,-1 0,0-1,-1 1,0-1,0 0,-1-1,0 1,-1-1,0 0,0-2,-2 8,0 0,-1 0,1 1,-1-1,0 0,0 0,0 0,0 0,-1 0,1 0,-1 1,0-1,0 0,-1 1,1-1,-1 0,0 1,0 0,0-1,0 1,0 0,-1 0,1 0,-1 0,0 1,0-1,0 1,0 0,-1 0,1 0,0 0,-1 0,0 1,1-1,-1 1,0 0,-7-1,0 0,0 0,0 1,0 0,-1 1,1 0,0 1,0 1,0 0,0 0,0 1,0 0,0 1,1 0,-1 1,1 0,1 0,-1 1,1 0,-2 3,9-8,0 0,0 1,0-1,0 1,1-1,-1 1,1 0,-1 0,1 0,-1 0,1 0,0 0,0 0,0 0,0 1,0-1,1 0,-1 1,1-1,-1 0,1 1,0-1,0 1,0-1,0 0,1 1,-1-1,1 1,-1-1,1 0,0 2,19 13,4-4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7:42.91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0 316,'20'-45,"3"0,1 2,2 0,2 2,9-9,-2 2,-55 133,17-43,1 0,2 0,2 0,1 0,3 0,4 11,12 153,-21-197,0 0,-1 1,0-1,0 1,-1-1,-1 0,0 0,0 1,0-1,-1 0,-1-1,1 1,-2 0,1-1,-1 0,0 0,-1-1,1 1,-2-1,1 0,-1-1,-3 3,10-9,-1 1,0 0,0-1,0 1,0-1,0 1,-1-1,1 0,0 1,0-1,0 0,0 0,0 0,0 1,-1-1,1-1,0 1,0 0,0 0,0 0,0-1,0 1,0 0,0-1,-1 1,1-1,0 1,1-1,-1 0,0 1,-1-2,3 1,0 0,0 0,0-1,0 1,1 0,-1 0,0 0,0 0,1 1,-1-1,1 0,-1 0,1 1,-1-1,1 1,-1-1,1 1,-1 0,1 0,0 0,-1 0,1 0,0 0,-1 0,230-7,-154 8,25 0,-82-1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7:26.47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13 574,'3'7,"9"2,12 0,11-2,13-2,10-2,6-1,0-2,-5 0,-10 0,-14 2,-12 1</inkml:trace>
  <inkml:trace contextRef="#ctx0" brushRef="#br0" timeOffset="261.317">0 816,'18'4,"13"4,10 1,10-2,9-1,7-5,2-4,0-4,-13-1</inkml:trace>
  <inkml:trace contextRef="#ctx0" brushRef="#br0" timeOffset="529.668">548 374,'-1'0,"1"0,-1-1,1 1,-1 0,1 0,-1 0,1-1,-1 1,1 0,-1 0,1 0,-1 0,1 0,-1 0,0 0,1 0,-1 1,1-1,-1 0,1 0,-1 0,1 0,-1 1,1-1,-1 0,1 1,-1-1,1 0,0 1,-1-1,1 0,-1 1,1-1,0 1,-1-1,1 1,0-1,0 1,0-1,-1 1,1-1,0 1,0-1,0 1,0-1,0 1,0-1,0 1,0-1,0 1,0 0,0-1,0 1,0-1,0 1,0-1,1 1,-1-1,0 1,0-1,1 1,-1-1,0 1,28 27,136 72,-121-78,-2 1,-1 2,18 17,-47-33,0 0,-1 1,0 0,0 1,-1 0,-1 1,0 0,-1 0,0 0,-1 1,0 0,-1 0,3 10,-6-12,0 0,-1 0,-1 1,1-1,-2 0,1 0,-2 0,0 0,0 0,0 0,-2 0,1-1,-1 1,-1-1,0 0,0 0,-1-1,-1 1,1-2,-1 1,-1 0,-6 5,-28 28,-2-2,-2-2,-2-1,-1-3,-47 24,15-12</inkml:trace>
  <inkml:trace contextRef="#ctx0" brushRef="#br0" timeOffset="3444.651">1805 13,'-5'7,"4"2,12 0,22-2,24-2,26-4,19-7,11-3,-1 1,-12 2,-19 1,-23 4,-24 5,-17 1</inkml:trace>
  <inkml:trace contextRef="#ctx0" brushRef="#br0" timeOffset="2370.622">1872 254,'0'0,"0"0,1 0,-1 0,0 0,1 1,-1-1,0 0,1 0,-1 0,0 1,1-1,-1 0,0 0,0 1,1-1,-1 0,0 0,0 1,0-1,1 0,-1 1,0-1,0 0,0 1,0-1,0 0,0 1,0-1,0 0,0 1,0-1,0 1,0-1,0 0,0 1,0-1,0 0,0 1,0-1,0 0,-1 1,1-1,0 0,0 1,0-1,0 0,-1 1,1-1,0 0,0 0,-1 1,1-1,0 0,-1 0,1 0,0 0,-1 1,1-1,0 0,-1 0,1 0,0 0,-1 0,1 0,0 0,-1 0,11 15,1 0,0-2,1 1,1-1,0-1,1 0,0-1,1-1,0 0,0-1,1-1,0 0,1-1,0 0,15 2,-21-6,0 0,0-1,0-1,0 0,1-1,-1 0,0 0,0-1,0-1,4 0,-10 0,0 1,-1-1,1 0,0 0,0 0,-1 0,0-1,1 0,-1 0,0 0,0-1,0 1,-1-1,0 0,1 0,-1 0,0 0,-1-1,1 1,-1-1,0 0,0 0,0 0,0 0,-1 0,1 0,-1 0,0 0,0 0,-1 0,1 0,-1-1,0 1,-1 0,1 0,-1 0,0 0,0 0,0 0,-1 0,0 0,0 1,-1-2,2 5,0 1,1 0,-1-1,0 1,0 0,0 0,1-1,-1 1,0 0,0 0,0 0,0 0,0 0,1 0,-1 0,0 1,0-1,0 0,0 0,1 1,-1-1,0 0,0 1,1-1,-1 1,0-1,1 1,-1-1,0 1,1 0,-1-1,1 1,-1 0,1-1,-1 1,1 0,-1 0,1-1,0 1,0 0,-1 0,1 0,0-1,0 1,0 0,0 0,0 0,0 0,0 0,0 0,-6 26,1 1,1 0,2 0,0 0,2 0,3 17,-3-33,54 548,-53-544,0 1,-1 0,-1-1,0 1,-2-1,0 0,0 0,-2 0,0 0,-1 0,0-1,-1 0,-1-1,-6 9,12-20,0 0,0 0,-1-1,1 1,-1-1,0 1,0-1,0 0,0 0,0 0,0 0,-1-1,1 0,-1 1,1-1,-1 0,1-1,-1 1,1 0,-1-1,0 0,1 0,-1 0,0-1,1 1,-1-1,1 1,-1-1,1-1,-1 1,1 0,-1-1,1 1,0-1,0 0,-3-3,-3-6,0 0,0-1,1 0,1 0,0-1,1 0,0 0,1-1,0 0,1 0,1 0,0 0,1 0,1-1,0-4,-2 11,2-1,-1 1,1 0,1 0,0-1,0 1,0 0,1-1,0 1,1 0,0 0,0 0,1 0,-1 0,2 1,-1-1,1 1,1 0,-1 0,1 0,0 1,1-1,-1 1,1 0,0 1,1 0,-1 0,1 0,6-3,5 2,0 1,1 1,-1 1,1 0,0 1,-1 1,2 1,28-1</inkml:trace>
  <inkml:trace contextRef="#ctx0" brushRef="#br0" timeOffset="2866.905">2593 896,'2'-3,"-1"0,1 0,0 1,0-1,0 1,0 0,0-1,0 1,0 0,1 0,0 1,-1-1,1 0,0 1,-1 0,1-1,0 1,0 0,0 1,0-1,0 0,2 1,-4 0,81-14,-80 14,1 0,-1 0,0 0,1 0,-1 0,0 0,1 1,-1-1,0 1,0 0,0 0,1 0,-1 0,0 0,0 0,0 0,-1 1,1-1,0 1,0-1,-1 1,1 0,-1-1,1 1,-1 0,0 0,0 0,0 0,0 0,0 1,0-1,0 0,-1 0,1 1,-1 1,0 0,-1 0,1 0,-1 1,1-1,-1 0,0 0,-1 0,1 0,-1 0,0 0,0-1,0 1,0-1,-1 1,1-1,-1 0,0 0,-3 3,-66 51,69-55,-50 36,54-37,0 0,0 0,0 0,0-1,1 1,-1 0,0-1,1 1,-1-1,0 1,1-1,-1 0,0 0,1 1,-1-1,1 0,-1 0,0 0,1-1,-1 1,1 0,-1 0,0-1,1 1,-1-1,2 1,17-2,2-1,1 0,-1 1,0 2,0 0,1 1,-1 1,0 1,0 1,0 1,-1 1,0 1,0 1,19 10,-35-15,-1-1,0 1,0 0,-1 0,1 0,-1 1,1-1,-1 1,0 0,0 0,-1 0,1 0,-1 1,0-1,0 0,0 1,-1 0,1-1,-1 1,0 0,-1 0,1 0,-1-1,0 1,0 0,0 0,-1 0,0 0,0 0,0-1,-1 1,1-1,-1 1,0-1,0 1,-1-1,1 0,-3 2,-6 6,-1-2,0 0,-1 0,0-1,0-1,-1 0,0-1,0 0,-1-1,0-1,0 0,-1-1,1-1,-1 0,-1-1,11-1,-1 0,0 0,0-1,0 1,0-2,1 1,-1-1,0 0,0 0,1-1,-1 0,1 0,-1 0,1-1,0 0,0 0,0-1,0 0,1 0,-3-3,-14-15</inkml:trace>
  <inkml:trace contextRef="#ctx0" brushRef="#br0" timeOffset="5888.814">3449 387,'7'0,"11"-2,14-3,11-3,9 0,5-1,0 0,-4 3,-7 2,-13 4,-11 4,-10 2</inkml:trace>
  <inkml:trace contextRef="#ctx0" brushRef="#br0" timeOffset="6144.173">3516 548,'13'4,"15"5,15 0,14-2,11-1,8-5,4-4,-2-2,-5-2,-15 0</inkml:trace>
  <inkml:trace contextRef="#ctx0" brushRef="#br0" timeOffset="7081.228">4398 415,'-10'15,"6"-10,0-1,1 1,-1 0,1 0,0 0,0 1,0-1,1 1,0 0,0-1,0 1,1 0,0 0,0 0,0 0,1 0,0 0,0 0,1 0,-1 0,1 0,1 0,-1 0,1 0,0 0,2 3,5-1,0 1,1-1,0-1,0 0,1 0,0-1,0-1,0 1,1-2,0 0,0 0,0-1,0-1,1 0,-1 0,1-1,-1-1,1 0,1-1,-6 2,0 0,0-1,1 1,-1-2,0 1,0-1,0-1,0 1,-1-1,1-1,0 0,-1 0,1 0,-1-1,0 0,0 0,-1 0,1-1,-1 0,0-1,0 0,-1 1,1-2,-1 1,-1-1,1 1,-1-1,0-1,-1 1,0 0,0-1,0 0,-1-2,-1 0,0-1,-1 1,-1-1,1 1,-2-1,0 1,0 0,-1-1,0 1,0 0,-1 1,-1-1,-4-7,6 12,0 0,-1 0,1 0,-1 1,0 0,0-1,-1 2,1-1,-1 0,0 1,0 0,0 0,0 0,-1 1,1 0,-1 0,1 0,-1 0,0 1,0 0,0 1,1-1,-1 1,0 0,-3 0,-4 3,-1 0,1 1,0 1,0 0,1 0,-1 2,1-1,0 1,1 1,0 0,0 1,0 0,1 1,1 0,0 0,0 1,1 0,0 0,1 1,0 0,1 1,1-1,-4 13,1 12,7-7</inkml:trace>
  <inkml:trace contextRef="#ctx0" brushRef="#br0" timeOffset="8440.717">1457 0,'-14'10,"-1"1,1 0,1 0,0 2,1 0,0 0,1 1,1 0,0 1,1 0,0 1,1 0,1 0,1 1,0-1,1 1,1 1,-1 9,-1 24,2 1,2 0,2 0,3 0,2 0,3-1,1 0,3 0,2-1,2-1,8 13,30 81,39 64,-88-199,0 1,0 0,0 0,-1 0,-1 0,0 1,0 0,0-1,-2 1,1 0,-1 0,0 0,-1 0,-1 1,1-1,-1 0,-1-1,0 1,0 0,-1 0,-4 8,-7 0,0 0,-2 0,0-1,-1-1,0-1,-1 0,-1-2,-1 0,0-1,-7 3,-52 35,78-49,0-1,0 0,0 0,0 0,0 0,0 1,1-1,-1 0,0 1,0-1,1 1,-1-1,0 1,0-1,1 1,-1 0,1-1,-1 1,0 0,1-1,-1 1,1 0,0 0,-1-1,1 1,0 0,-1 0,1 0,0 0,0-1,0 1,-1 0,1 0,0 0,0 0,1 0,-1 0,0-1,0 1,0 0,0 0,1 0,-1 0,0-1,1 1,-1 0,1 0,-1 0,1-1,-1 1,1 0,0-1,-1 1,1-1,0 1,-1-1,1 1,0-1,0 1,-1-1,2 1,44 21,-32-16,0-1,-1 2,0 0,0 1,0 0,-1 1,0 0,-1 1,0 0,-1 1,0 0,7 10,-7 2,-1 2,-2-1,0 1,-1 0,-1 1,-2-1,0 1,-2-1,-1 1,-1 0,-1 0,-1-1,-6 21,-42 252,-8 78,55-321,1-1,4 0,1 0,3 0,2 0,3 1,25 80,-21-87</inkml:trace>
  <inkml:trace contextRef="#ctx0" brushRef="#br0" timeOffset="9513.403">1792 2714,'11'-76,"-2"26,-2-1,-2-1,-3 1,-1 0,-4-5,3 50,-2-15,0-1,-2 1,0 0,-1 0,-2 0,-4-11,11 31,0 0,0 1,0-1,0 0,0 0,-1 0,1 0,0 0,0 0,-1 0,1 1,-1-1,1 0,-1 0,1 0,-1 1,1-1,-1 0,1 1,-1-1,0 1,0-1,1 0,-1 1,0-1,0 1,1 0,-1-1,0 1,0 0,0-1,0 1,0 0,0 0,1 0,-1 0,0 0,0 0,0 0,0 0,0 0,0 0,0 1,0-1,1 0,-1 1,0-1,0 0,0 1,0-1,1 1,-1-1,0 1,1 0,-1-1,0 1,1 0,-1-1,1 1,-1 0,1 0,-1 0,0 1,1-1,-1 1,1 0,0-1,-1 1,1-1,0 1,0 0,0-1,0 1,0 0,1-1,-1 1,0-1,1 1,-1-1,1 1,-1-1,1 1,0-1,0 1,0-1,0 0,0 1,0-1,0 0,0 0,0 0,1 0,-1 0,0 0,1 0,-1 0,0 0,2 0,57 20,64-6,52 12,-171-26,0 0,0 0,0 1,0 0,0 0,-1 0,1 1,-1 0,1-1,-1 1,0 1,0-1,0 1,-1 0,1 0,-1 0,0 0,0 0,0 1,-1-1,1 1,-1 0,0-1,-1 1,1 0,-1 1,0-1,0 2,0 9,-2 0,0 1,-1-1,0 0,-1-1,-1 1,0 0,-2-1,-14 68,19-79,1 0,-1 0,1 1,0-1,1 0,-1 0,1 1,-1-1,1 0,1 0,-1 0,0 0,1 0,0 0,0-1,0 1,0-1,1 1,-1-1,1 0,0 1,0-1,0-1,1 1,-1 0,0-1,1 0,0 0,-1 0,1 0,0-1,0 1,0-1,0 0,1 0,-1 0,1-1,3 1,-1 0,0-1,1 0,-1-1,1 1,-1-1,0-1,0 1,0-1,1-1,-2 1,1-1,0-1,-1 1,1-1,-1 0,0 0,0-1,-1 0,1 0,2-3,3-5,1 0,-2 0,0-1,-1-1,0 1,-1-2,-1 1,6-16,-7 12,0-1,-1 0,-1 0,-1 0,0-1,-2 1,0-1,-2-1,2 21,-1-1,0 0,1 1,-1-1,0 1,0-1,0 0,0 1,0-1,0 1,-1-1,1 0,0 1,-1-1,1 1,-1-1,0 1,1 0,-1-1,0 1,0-1,0 1,0 0,0 0,0 0,0 0,-1 0,1 0,0 0,-1 0,1 0,0 0,-1 1,1-1,-1 0,1 1,-1 0,0-1,1 1,-1 0,1 0,-1-1,0 1,1 1,-1-1,1 0,-1 0,1 1,-1-1,0 0,1 1,-1 0,1-1,-2 2,-6 6,0 0,1 1,0 1,0-1,1 1,0 0,0 1,2 0,-1 0,1 0,1 0,0 1,0 0,1 0,1 0,0 0,0 9,1-12,1-1,0 1,0-1,0 1,1-1,0 0,1 1,0-1,0 0,1 0,0 0,1 0,-1-1,1 1,1-1,-1 0,1 0,1-1,-1 1,1-1,0 0,1-1,-1 1,1-1,0-1,0 1,1-1,-1 0,1-1,0 0,6 2,0-1,0 0,0-1,0-1,1 0,-1-1,3-1,39-1</inkml:trace>
  <inkml:trace contextRef="#ctx0" brushRef="#br0" timeOffset="10739.324">3022 2139,'-18'6,"0"0,1 2,0 0,0 1,1 1,0 0,1 1,0 1,1 1,0 0,-9 12,20-22,0 1,1-1,0 1,0 0,0 0,0 0,1 1,-1-1,1 0,0 1,0-1,1 0,-1 1,1-1,0 1,1-1,-1 1,1-1,-1 0,1 1,0-1,1 0,-1 0,1 1,0-1,0 0,0-1,1 1,-1 0,1-1,0 1,0-1,0 0,0 0,4 3,13 9,0-1,1 0,0-1,1-2,1 0,19 7,55 26,-95-43,1 0,0-1,-1 1,1 0,-1 1,1-1,-1 0,1 1,-1-1,0 1,0 0,0-1,0 1,0 0,0 1,0-1,-1 0,1 0,-1 1,0-1,1 1,-1-1,0 1,0-1,-1 1,1 0,-1-1,1 1,-1 0,0 0,0-1,0 1,0 0,0 0,-1-1,1 1,-2 2,-6 5,-1-1,0 0,-1 0,0 0,0-1,-1-1,0 0,0 0,-1-1,0-1,0 0,0 0,-1-2,13-2,-1 0,0-1,1 1,-1 0,1-1,-1 1,0-1,0 0,1 1,-1-1,0 1,0-1,0 0,1 0,-1 1,0-1,0 0,0 0,0 0,0 0,1 0,-1 0,0 0,0 0,0-1,0 1,0 0,1 0,-1-1,0 1,0 0,1-1,-1 1,0-1,0 1,1-1,-1 1,1-1,-1 0,0 1,1-1,-1 0,1 1,-1-1,1 0,0 0,-1 1,1-1,0 0,0 0,-1 0,1 0,0 1,0-1,0 0,0 0,0 0,0 0,0 0,0 1,0-1,1 0,-1 0,0 0,1 0,-1 1,0-1,1 0,0 0,64-102,-36 64,28-44,-3-3,-5-2,-3-2,7-26,-14 12,-4 0,-5-2,7-61,-32 127,-5 40,0 1,0-1,0 0,-1 0,1 0,0 0,0 0,0 0,-1 0,1 0,0 0,0 0,0 0,-1 0,1 0,0 0,0 0,-1 0,1 0,0 0,0-1,0 1,-1 0,1 0,0 0,0 0,0 0,0 0,-1-1,1 1,0 0,0 0,0 0,0 0,0-1,0 1,0 0,-1 0,1 0,0-1,0 1,0 0,0 0,0-1,0 1,0 0,0 0,0 0,0-1,0 1,0 0,0 0,0 0,0-1,0 1,1 0,-1 0,0 0,0-1,-12 19,-8 29,2 0,3 1,1 0,2 1,3 1,2-1,1 17,1-19,2 0,2 0,2 0,3 0,8 41,-8-66,1-1,1 0,1 0,0 0,2-1,0-1,2 1,0-2,1 1,0-1,2-1,0-1,13 12,36 17,-61-44,0 0,0 0,1 0,-1 0,0 0,1 0,-1-1,1 0,-1 1,1-1,-1 0,1 0,-1 0,1 0,-1-1,1 1,-1-1,1 1,-1-1,0 0,1 0,-1 0,0 0,0 0,0-1,0 1,0-1,2-1,5-10,0-1,0 1,-2-2,0 1,-1-1,0 0,-1 0,0-1,-2 1,2-10,-2 9,21-83,-24 131,-3-3,1-15,0 1,1-1,0 1,2 0,-1-1,2 1,0 0,1-1,2 8,-4-20,0 1,0 0,1-1,-1 1,1-1,-1 1,1-1,0 0,0 0,0 0,0 0,0 0,0 0,1 0,-1-1,1 1,-1-1,1 0,-1 1,1-1,0-1,0 1,0 0,-1-1,1 1,0-1,0 0,0 0,0 0,0 0,2-1,3 0,-1-1,1 0,0-1,-1 1,1-1,-1-1,0 0,0 0,0 0,0-1,-1 0,9-9,-1-1,0-1,-1 0,0-1,-2 0,0-1,-1-1,-1 1,0-1,1-7,-9 23,7-13,0 29,-7 2,-1-5,-1-1,1 1,1-1,0 1,0 0,1-1,0 0,0 1,1-1,1 0,-1 0,2-1,-1 1,1-1,0 0,1 0,0 0,0-1,0 0,1 0,0 0,1-1,4 2,-4-4,0 0,1-1,0 0,0-1,0 1,0-2,0 0,0 0,0 0,0-1,0 0,0-1,1 0,-1-1,0 0,0 0,-1-1,1 0,-1 0,1-1,5-4,1 0,0-2,-1 0,0 0,0-2,-1 1,-1-2,0 1,-1-2,0 0,-1 0,1-3,11-30,-1 0,-3-2,-2 0,-2-1,-2 0,-2-1,-3 0,-2-1,-2 0,-3-38,0 73,2 0,-1-1,-1 0,0 1,-2-1,0 1,-1-1,0 1,-2 0,0 0,-1 1,-2-5,7 20,1 0,-1 0,1 0,-1 0,0 0,1 0,-1 0,0 0,0 0,1 0,-1 0,0 0,0 1,0-1,0 0,0 1,0-1,0 1,0-1,0 1,-1 0,1-1,0 1,0 0,0 0,0 0,0 0,-1 0,1 0,0 0,0 0,0 0,0 0,-1 1,1-1,0 0,0 1,0-1,0 1,0-1,0 1,0 0,0 0,0-1,0 1,-34 47,12 4,3 2,2 0,2 1,3 1,2 0,-2 36,7-58,1 0,1 1,2-1,1 1,2-1,2 1,0-1,3 0,1 0,1 0,10 24,-12-47,1 0,-1 0,2-1,-1 0,1 0,1-1,0 0,0-1,1 1,0-2,0 0,1 0,0-1,0 0,0 0,1-2,0 1,0-2,0 1,0-2,1 1,23 2</inkml:trace>
  <inkml:trace contextRef="#ctx0" brushRef="#br0" timeOffset="10990.684">2887 1791,'14'-5,"18"-1,19 3,22 1,26 4,23 1,20 1,9-1,-1-1,-25-1</inkml:trace>
  <inkml:trace contextRef="#ctx0" brushRef="#br0" timeOffset="11647.972">2032 3503,'-4'16,"-2"11,0 10,1 6,2 0,3 1,2-4,2-5,2-7,1-9,2-6,-1-9,1-7,-1-3</inkml:trace>
  <inkml:trace contextRef="#ctx0" brushRef="#br0" timeOffset="11924.759">2045 3275,'-11'-13,"-9"-10,-2-3,-3 4,1 4,4 11,6 11,12 11,13 8,14 6,9 9,0-4</inkml:trace>
  <inkml:trace contextRef="#ctx0" brushRef="#br0" timeOffset="12144.171">2179 3770,'24'-6,"1"-1,-2 0,1-2,-1-1,0 0,-1-2,0-1,-1 0,-1-2,0 0,5-7,6-28,-31 48,1 1,-1 0,0-1,0 1,0 0,0 0,0-1,0 1,-1 0,1-1,0 1,0 0,-1 0,1-1,-1 1,1 0,-1 0,0 0,1 0,-1 0,0 0,0 0,0 0,0 0,0 0,0 0,0 1,0-1,0 0,0 0,0 1,-1-1,1 1,0 0,0-1,0 1,-1 0,1-1,0 1,-1 0,1 0,0 0,-1 0,-8 1,1 0,0 0,0 1,-1 0,1 0,0 1,1 1,-1-1,1 1,-1 1,1 0,1 0,-1 0,1 1,-1 0,2 0,-1 1,1 0,0 0,0 1,1-1,0 1,0 0,1 1,-1 2,2-6,1 0,-1 0,1 0,0 0,0 1,0-1,1 1,0-1,0 1,1-1,-1 1,1 0,0-1,1 1,-1 0,1-1,0 1,0-1,1 1,0-1,0 0,0 0,1 0,-1 0,1 0,1 0,-1-1,1 2,4 0,1-1,-1 0,1 0,0-1,0 0,1 0,-1-1,1 0,-1-1,1 0,0 0,0-1,0-1,3 0,41 2</inkml:trace>
  <inkml:trace contextRef="#ctx0" brushRef="#br0" timeOffset="12629.872">2821 3475,'-13'-1,"0"-1,0 1,0 1,-1 1,1-1,0 2,-10 2,19-3,0 0,1 0,-1 0,1 0,0 1,-1 0,1-1,0 1,0 0,0 1,0-1,1 0,-1 1,0-1,1 1,0 0,0 0,0 0,0 0,0 0,0 1,1-1,0 1,0-1,0 0,0 1,0 0,0-1,1 1,0 0,2 6,0 0,0 0,1 0,1-1,0 1,0-1,1 0,0 0,0 0,1-1,0 0,1 0,0 0,0-1,1 0,0 0,0-1,9 5,15 14,-21-18,-1 1,0 0,0 1,0 0,-1 0,-1 1,7 9,-14-17,0-1,0 1,0 0,0 0,-1 0,1 0,0 0,-1 0,0 0,1 0,-1 0,0 0,0 0,0 0,0 1,0-1,-1 0,1 0,-1 0,1 0,-1 0,0 0,0-1,0 1,0 0,0 0,0 0,0-1,-1 1,1-1,-1 1,1-1,-1 1,1-1,-1 0,0 0,0 0,1 0,-3 1,-1 1,-1 0,0-1,0 0,0 0,0 0,0 0,0-1,0 0,-1 0,1-1,0 0,-6 0,11 0,-1-1,0 1,1 0,-1 0,1-1,-1 1,1-1,-1 1,1-1,0 0,-1 1,1-1,0 0,-1 0,1 0,0 0,0 0,0 0,0 0,0-1,0 1,0 0,0-1,1 1,-1 0,0-1,1 1,-1-1,1 1,0-1,-1 1,1-1,0 1,0-1,0 0,0 1,0-1,0 1,0-1,1 1,-1-1,1 1,-1-1,1 1,0-1,34-67,-20 48,2 0,0 2,1-1,0 2,2 1,0 0,1 1,1 2,0 0,1 1,0 1,15-4,-36 15,0-1,1 1,-1 0,1 0,-1 0,1 1,-1-1,1 0,0 1,-1 0,1 0,-1 0,1 0,0 0,-1 0,1 0,0 1,-1 0,1-1,-1 1,1 0,-1 0,1 0,-1 1,0-1,0 1,0-1,1 1,-1 0,-1-1,1 1,0 0,0 0,-1 1,1-1,-1 0,0 0,0 1,1-1,-1 1,10 119,-12-105,1-1,1 0,0 0,1 1,1-1,0-1,1 2,-4-16,1 0,-1 1,0-1,1 0,-1 1,1-1,-1 0,1 1,-1-1,1 0,0 0,0 0,0 0,-1 0,1 0,0 0,0 0,0 0,1 0,-1 0,0-1,0 1,0-1,1 1,-1 0,0-1,1 0,-1 1,0-1,1 0,-1 0,0 0,1 0,-1 0,0 0,1 0,-1 0,0 0,1-1,-1 1,0-1,1 1,-1-1,0 1,0-1,1 0,-1 1,0-1,0 0,0 0,18-17,-1-3</inkml:trace>
  <inkml:trace contextRef="#ctx0" brushRef="#br0" timeOffset="12898.233">3168 3222,'-13'0,"-8"4,-1 9,2 9,7 7,13 8,13 4,11 3,1-7</inkml:trace>
  <inkml:trace contextRef="#ctx0" brushRef="#br0" timeOffset="13374.109">3449 3850,'-7'-127,"3"-54,16 131,-12 49,0 0,1 0,-1 0,0 0,1 0,-1 0,1 0,-1 0,1 0,-1 1,1-1,0 0,-1 0,1 1,0-1,0 0,-1 1,1-1,0 1,0-1,0 1,0-1,0 1,0 0,0-1,0 1,0 0,0 0,0 0,0 0,0 0,0 0,0 0,0 0,0 0,0 0,0 0,0 1,0-1,0 0,0 1,0-1,-1 1,1-1,0 1,1 0,94 99,-71-77,-19-19,1 1,-1 0,0 0,-1 1,1 0,-1 0,0 0,-1 0,1 1,-1 0,-1 0,1 0,-1 0,0 0,-1 1,0-1,0 1,-1 0,1 4,-24 110,22-121,0 1,0 0,0-1,0 1,0-1,0 1,0-1,0 1,0-1,1 1,-1-1,1 1,-1-1,1 1,0-1,-1 0,1 1,0-1,0 0,0 0,0 1,0-1,0 0,0 0,0 0,0 0,1-1,-1 1,0 0,1 0,-1-1,1 1,-1-1,1 1,-1-1,1 1,-1-1,1 0,-1 0,1 0,-1 0,1 0,63-17,-53 12,-1-1,0-1,0 0,-1 0,0-1,0-1,-1 0,0 0,0 0,-1-1,0-1,-1 1,0-1,-1 0,0-1,-1 0,0 1,-1-2,2-9,-9 43,1 0,1 1,1-1,1 1,1-1,0 0,2 0,0 0,3 3,-7-21,1-1,0 1,0 0,0 0,0 0,1-1,-1 1,1 0,0-1,0 0,0 1,0-1,0 0,0 0,0 0,1 0,-1-1,1 1,-1 0,1-1,0 0,0 0,-1 0,1 0,0 0,0 0,0-1,0 1,0-1,0 0,0 0,0 0,0 0,0-1,0 1,0-1,2 0,12-11</inkml:trace>
  <inkml:trace contextRef="#ctx0" brushRef="#br0" timeOffset="13545.163">3930 3195,'-11'20,"-4"14,7 10,12 7,13 1,9-1,1-9</inkml:trace>
  <inkml:trace contextRef="#ctx0" brushRef="#br0" timeOffset="14159.981">4224 3690,'26'-29,"-1"-2,-2 0,-1-1,-1-2,-2 0,-1-1,-2 0,-2-2,-1 0,-2 0,-1-1,-2 0,2-30,-8 57,-1-1,0 1,-1 0,0 0,0 0,-1 0,-1 0,0 0,0 0,-1 0,-1 1,0-1,-4-7,7 16,0 0,0 1,0-1,-1 0,1 1,-1-1,1 1,-1-1,1 1,-1 0,0 0,0 0,1 0,-1 0,0 0,0 0,0 0,0 1,0-1,0 1,0-1,-1 1,1 0,0 0,0 0,0 0,0 0,0 1,0-1,0 1,0-1,0 1,0 0,0 0,0-1,0 2,-59 52,44-28,2 0,1 1,0 1,3 0,0 1,2 0,1 1,1-1,2 2,0-1,3 0,0 25,2-36,1 1,1-1,1 0,1 0,0 0,2 0,0-1,1 0,0 0,8 12,-10-22,-1 0,1-1,0 1,1-1,0-1,0 1,0-1,1 0,0 0,0-1,0 0,1 0,0-1,0 0,0 0,0-1,1 0,-1 0,1-1,0 0,0-1,-1 0,1 0,2-1,-4-1,1 0,0-1,-1 1,1-1,-1-1,0 0,0 0,0 0,0-1,0 0,0 0,-1-1,0 1,0-2,-1 1,1-1,-1 1,0-1,0-1,-1 1,0-1,0 1,-1-1,1-1,0-2,-4 10,0 0,0 0,0 0,0 0,1 0,-1 0,0 0,0 1,0-1,0 0,1 0,-1 0,0 0,0 0,0 0,0 0,1 0,-1 0,0 0,0 0,0 0,0 0,1 0,-1 0,0 0,0 0,0 0,1 0,-1 0,-5 33,3-17,0-10,1 1,-1-1,2 1,-1-1,1 1,0 0,0 0,1-1,-1 1,2-1,-1 1,1-1,0 1,0-1,0 0,1 0,0 0,1 0,-1 0,1-1,0 1,0-1,1 0,0-1,0 1,0-1,3 2,-4-3,1-1,0 0,0 0,0-1,1 0,-1 0,0 0,0 0,1-1,-1 0,0 0,1 0,-1-1,0 1,1-1,-1-1,0 1,0-1,0 0,0 0,0 0,-1-1,1 1,-1-1,1 0,-1-1,0 1,0-1,0 0,-1 0,0 0,1 0,-1-1,-1 1,1-1,-1 0,1 0,0-3,0-2,-1 1,1-1,-2 0,1 0,-2 0,1 0,-1 0,-1 0,1 0,-2 0,0 0,0 1,0-1,-1 0,-1 1,0 0,0 0,0 0,-1 0,-1 1,0 0,0 0,-1 0,6 6,0-1,-1 1,1 0,-1 0,0 1,0-1,0 0,0 0,0 1,0 0,0-1,0 1,-1 0,1 0,0 0,-1 0,1 0,-1 1,1-1,-1 1,1 0,-1-1,1 1,-1 0,0 1,1-1,-1 0,1 1,-1-1,1 1,-1 0,1 0,0 0,-1 0,1 0,0 1,0-1,0 0,0 1,-2 1,0 2,1 1,-1-1,1 1,0-1,1 1,-1 0,1 0,0 0,1 1,0-1,0 0,0 1,0-1,1 0,0 1,1-1,-1 1,1-1,0 0,1 1,0-1,0 0,0 0,0 0,1 0,0-1,1 1,15 23</inkml:trace>
  <inkml:trace contextRef="#ctx0" brushRef="#br0" timeOffset="14573.873">4919 3823,'4'-25,"-1"-1,-1 0,-2 0,-1 0,0 1,-2-1,-1 0,-1 1,-3-5,6 24,2 6,-1-1,1 1,-1-1,1 1,-1-1,1 1,-1-1,1 0,0 1,-1-1,1 1,0-1,0 0,-1 1,1-1,0 0,0 1,0-1,0 0,0 0,0 1,0-1,0 0,0 1,0-1,1 0,-1 1,0-1,0 0,1 1,-1-1,0 0,1 1,-1-1,0 1,1-1,-1 1,1-1,-1 1,1-1,-1 1,1-1,0 1,-1 0,1-1,-1 1,1 0,0-1,-1 1,1 0,0 0,127 26,30 8,-155-33,-1 0,1 0,0 0,-1 0,1 1,-1-1,1 1,-1-1,1 1,-1 0,0 0,0 0,0 0,0 0,0 1,-1-1,1 1,-1-1,1 1,-1-1,0 1,0 0,0-1,0 1,-1 0,1 0,-1 0,0 0,0 0,0 0,0-1,0 1,0 0,-1 2,-56 197,57-200,-1-1,1 1,0 0,0-1,0 1,0 0,0-1,0 1,1 0,-1-1,0 1,1 0,-1-1,1 1,0-1,-1 1,1-1,0 1,0-1,0 1,0-1,0 0,0 1,1-1,-1 0,0 0,1 0,-1 0,0 0,1 0,-1-1,1 1,0 0,-1-1,1 1,-1-1,1 0,0 1,0-1,-1 0,1 0,0 0,-1 0,1 0,0-1,-1 1,2-1,39 1,1-3,-1-2,0-1,0-2,-1-2,8-5,40-10</inkml:trace>
  <inkml:trace contextRef="#ctx0" brushRef="#br0" timeOffset="15618.135">5909 2647,'-5'0,"2"0,7 0,10 0,12 0,12 0,12 0,6 0,3 0,-2 0,-7 0,-8 0,-10 2,-10 3,-9 1</inkml:trace>
  <inkml:trace contextRef="#ctx0" brushRef="#br0" timeOffset="15832.56">5936 2834,'0'7,"7"4,9 1,12-2,17-3,15-2,12-5,7-4,1-2,-3-1,-6-3,-16 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8:28.22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819 190,'-4'-6,"1"0,-1 0,0 1,0-1,-1 1,0 0,0 1,0-1,0 1,0 0,-1 0,0 1,0-1,0 1,0 1,-1-1,1 1,-1 0,1 1,-1-1,0 1,1 1,-7-1,-63-1,-1 4,1 3,-19 6,81-9,1 1,-1 0,1 0,-1 2,1 0,0 0,1 1,0 1,0 0,0 1,1 0,0 1,-9 8,1 6,1 1,0 0,2 1,1 1,1 1,1 0,1 1,2 0,1 1,1 0,1 0,2 1,1-1,1 1,1 0,2 1,2-1,2 20,-3-35,1 0,0 0,1 0,1 0,0 0,1 0,0-1,1 0,1 0,0-1,1 0,1 0,-1-1,2 0,0 0,1-1,0-1,0 1,1-2,0 0,4 2,23 5,0-2,0-2,1-1,1-2,0-2,0-1,0-3,4-1,9 3,80 8,134 12,55-11,424-15,-206-40,-495 38,-1-2,1-2,-1-1,0-3,25-11,-58 16,0 0,0-2,0 1,-1-2,0 1,-1-1,0-1,-1 0,0 0,0-1,-1 0,0-1,-1 0,-1 0,0 0,0-1,-1 0,1-5,3-8,-2-1,-1 1,-1-1,-1 0,-1 0,-1 0,-2-1,-1 1,-1 0,-1 0,-7-25,3-12,6 41,0 1,-1 0,-1 0,-2 0,0 0,-1 1,-1 0,-1 0,0 0,-2 1,-1 1,0 0,-1 0,-1 1,-16-17,15 23,-2 1,1 0,-1 0,-1 2,0 0,0 1,-1 1,0 0,0 2,-1 0,-13-2,-32-2,-1 2,-51 2,108 5,-295-1,0 13,-218 40,-296 82,618-99,-67-2,213-29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8:29.7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744 169,'-5'-8,"0"0,0 1,-1-1,1 1,-2 0,1 0,-1 1,0 0,0 0,-1 1,0-1,0 2,0-1,0 1,-1 0,1 1,-1 0,0 1,-7-2,-18-2,-1 2,0 1,0 2,-21 2,44-1,-2-1,-1 1,0 0,0 2,0-1,0 2,0 0,1 1,0 0,0 1,0 1,0 0,1 1,0 0,0 1,-6 6,3 3,1 0,0 1,2 1,0 0,1 1,1 0,1 1,1 0,0 0,2 1,1 0,0 1,2 0,0-1,2 1,1 0,0 0,2 1,0-1,4 13,-4-23,1 0,1 1,0-1,0 0,1-1,1 1,0-1,1 1,0-2,1 1,0-1,1 0,0 0,1-1,0 0,1-1,0 0,0 0,1-1,0 0,0-1,5 1,10 4,1-2,0-1,1-1,0-2,0-1,0-1,0-1,1-1,0-2,-1-1,1-1,7-2,-16 2,0-1,0 0,0-2,0 0,-1-1,0-1,0-1,-1-1,0 0,0-1,-1-1,0-1,-1 0,-1-1,0-1,0 0,-2-1,0-1,0 0,-2-1,0 0,-1 0,0-1,-2-1,0 0,0-3,-2 4,-1-1,-1 1,-1-1,0 0,-2 0,0-1,-1 1,-1 0,-1 0,0 0,-2 0,0 0,-1 1,-1-1,0 1,-2 0,0 1,-1 0,0 0,-2 1,0 0,0 1,-2 1,-11-12,8 14,0 1,0 1,-1 0,-1 1,1 1,-2 0,1 2,-1 0,0 1,0 1,0 0,-1 2,1 0,-1 1,1 1,-19 3,-88 14,1 7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5:09.54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245 647,'-7'16,"-5"12,1 10,1 8,3 3,4 3,3-4,4-8,1-10</inkml:trace>
  <inkml:trace contextRef="#ctx0" brushRef="#br0" timeOffset="244.623">57 353,'-16'-12,"-5"2,5 8,13 12,18 14,15 8,3 0</inkml:trace>
  <inkml:trace contextRef="#ctx0" brushRef="#br0" timeOffset="431.658">485 914,'41'-40,"-2"-2,-1-1,-3-2,11-20,-46 64,24-47,-24 47,1 0,-1 0,0 0,1 0,-1 0,0 0,0 0,0 0,0 0,0 0,0 0,0 0,0 0,0 0,0 0,0 0,-1 0,1 0,0 0,-1 0,1 0,-1 0,1 0,-1 1,1-1,-1 0,0 0,0 0,1 1,-1-1,0 0,0 1,0-1,1 1,-1-1,0 1,0-1,0 1,0-1,0 1,0 0,0 0,0 0,0-1,-1 1,-7 1,-1 0,1 0,-1 1,1 0,0 0,0 1,0 0,0 1,0 0,1 0,0 1,0 0,0 1,0 0,1 0,0 0,0 1,1 0,0 0,-3 5,5-8,0 1,0-1,1 1,0 0,0 0,0 1,0-1,1 0,0 1,0 0,1-1,-1 1,1 0,0 0,1 0,-1-1,1 1,1 0,-1 0,1 0,0 0,0 0,0-1,1 1,0 0,0-1,1 1,-1-1,1 0,1 0,-1 0,0 0,1-1,0 1,3 1,7 3,1-2,0 1,1-2,-1 0,1-1,1-1,-1 0,0-1,1-1,15 1,41 3</inkml:trace>
  <inkml:trace contextRef="#ctx0" brushRef="#br0" timeOffset="977.843">1287 594,'-8'-1,"0"1,1 0,-1 0,0 1,1 0,-1 0,0 1,1-1,0 2,-1-1,1 1,0 0,0 1,1 0,-1 0,1 0,0 1,0 0,0 0,1 0,-1 1,1 0,1 0,-1 0,1 1,0-1,1 1,-1 0,1 0,1 0,-1 0,1 1,0 4,1-4,2 0,-1-1,1 1,1 0,-1 0,1 0,0-1,1 1,0-1,0 0,1 1,0-2,0 1,1 0,-1-1,1 0,1 0,-1 0,1-1,0 1,1-1,16 13,0-2,1-1,0-1,1-1,9 3,124 54,-157-70,-1 0,1 0,-1 1,1-1,-1 0,1 0,-1 0,1 0,-1 1,0-1,1 0,-1 0,1 1,-1-1,0 0,1 0,-1 1,0-1,1 1,-1-1,0 0,0 1,1-1,-1 1,0-1,0 0,0 1,0-1,1 1,-1-1,0 1,0-1,0 1,0-1,0 1,0-1,0 0,0 1,0-1,-1 1,1-1,0 1,0-1,0 1,0-1,-1 1,1-1,0 0,0 1,-1-1,1 0,-1 1,-24 8,-178 1,176-10,1-1,20-3,19-3,-12 7,94-39,-35 17,-1-3,-1-3,-1-2,-2-2,17-16,-72 48,6-4,-1 1,-1-1,1 0,0 0,-1-1,0 1,0-1,0 0,-1 0,0 0,0 0,1-1,-17 22,10-7,1-1,0 1,0-1,1 1,0 0,1 0,0-1,0 1,1 0,0 0,0-1,1 1,0-1,1 1,0-1,0 0,1 0,0 0,0 0,1-1,0 0,0 0,0 0,1 0,0-1,1 0,-1 0,1-1,0 0,1 0,-1-1,1 1,3 0,21 6,-3-5</inkml:trace>
  <inkml:trace contextRef="#ctx0" brushRef="#br0" timeOffset="1227.365">1848 460,'-13'-3,"-5"10,1 13,5 16,12 12,6-1</inkml:trace>
  <inkml:trace contextRef="#ctx0" brushRef="#br0" timeOffset="1698.156">2089 1035,'11'-23,"-1"-1,-1 0,-2 0,0-1,-1 0,-2 0,0 0,-2-1,-1 1,-1-1,-2-21,0 26,0 1,-1 0,-1 0,-1 0,0 1,-2 0,-3-8,68 51,-6-4,1-3,1-2,53 8,66 17,-168-39,0 0,-1 0,1 0,0 1,-1-1,1 1,-1 0,0 0,0 1,0-1,0 1,0 0,0 0,-1 0,1 1,-1-1,0 1,0 0,0 0,-1 0,0 0,1 0,-1 1,0-1,-1 1,1 2,-16 80,11-79,0 0,1 1,0-1,0 1,1-1,0 1,1-1,-1 1,2 5,-1-11,1 0,-1-1,1 1,0-1,0 1,0-1,0 1,0-1,1 0,-1 0,1 1,-1-1,1 0,0 0,0 0,0-1,0 1,0 0,0-1,0 1,1-1,-1 0,1 0,-1 0,0 0,1 0,0 0,-1-1,1 1,-1-1,1 0,0 0,-1 0,1 0,0 0,3-1,1 1,-1-1,0 0,0-1,0 0,0 0,0 0,0 0,-1-1,1 0,-1 0,1-1,-1 0,2-1,3-7,-1-1,1 1,-2-1,0-1,-1 0,0 0,-1 0,0-1,-1 0,-1 0,-1 0,0 0,0-4,-2 12,-4 18,-4 25,0 89,8-119,0 0,0 0,0 0,0 0,1 0,0-1,0 1,1-1,0 0,0 1,0-1,0 0,1-1,0 1,0-1,0 1,1-1,-1-1,5 4,27 10,-1-6</inkml:trace>
  <inkml:trace contextRef="#ctx0" brushRef="#br0" timeOffset="1942.525">3038 246,'-2'9,"1"12,3 12,2 0</inkml:trace>
  <inkml:trace contextRef="#ctx0" brushRef="#br0" timeOffset="2480.223">3439 861,'23'-48,"-2"-1,-2-2,-2 1,-2-2,-3 0,-2 0,-2-1,-3-1,-2 1,-2-15,1 40,-2 0,0 0,-2 0,-1 0,-1 0,-2 0,-1-3,7 29,0 0,-1 0,1 0,0 0,-1-1,1 1,-1 0,0 0,0 0,0 0,0 0,0 0,0 0,0 1,0-1,-1 0,1 0,-1 1,0-1,1 1,-1 0,0-1,0 1,0 0,0 0,1 0,-2 0,1 1,0-1,0 0,0 1,0-1,0 1,-1 0,1 0,0 0,0 0,0 0,0 0,-1 1,1-1,0 1,0 0,0-1,-1 1,-7 8,0 0,1 0,0 1,0 0,1 1,0 0,1 0,1 0,-1 1,2 0,-5 12,9-22,-13 29,0 0,2 1,2 0,1 0,1 1,2 0,1 1,2 0,1-1,2 1,1 0,2 0,1-1,1 1,2-1,2-1,10 29,-11-42,0 0,2 0,0-1,0 0,2-1,0 0,1-1,1 0,0-1,2 0,-1-2,1 0,1 0,1-2,-1 0,2-1,-1-1,1 0,1-2,0 0,0-1,0-1,0-1,1-1,17 0,-30-2,-1-1,1-1,0 1,0-1,-1-1,1 1,0-1,-1 0,0-1,1 0,-1 0,0-1,0 0,-1 0,1 0,-1-1,0 0,0 0,-1-1,0 0,1 1,-2-2,1 1,-1-1,0 1,0-1,-1 0,0 0,0-1,0-2,-2 14,0 0,0 0,0 0,1 0,0-1,-1 1,1 0,1-1,-1 1,0-1,1 0,0 0,0 0,0 0,0 0,0-1,0 1,1-1,-1 0,1 0,0 0,-1 0,1-1,4 2,-4-2,0 1,0-1,0 0,0 0,1 0,-1 0,0-1,1 1,-1-1,1 0,-1-1,1 1,-1-1,0 0,0 0,1 0,-1-1,0 1,0-1,0 0,0 0,0 0,-1-1,1 0,-1 1,0-1,1 0,-1-1,0 1,-1 0,1-1,-1 0,1 1,-1-1,0 0,-1 0,1 0,0-1,0-5,0 0,0-1,-1 1,0-1,-1 1,0 0,-1-1,0 1,0-1,-1 1,-1 0,1 0,-2 0,1 0,-2 1,1-1,-1 1,-1 0,1 0,-1 1,-1 0,0 0,-1-1,6 7,1 1,-1-1,0 1,0-1,0 1,0 0,0 0,0 0,0 0,0 0,0 0,-1 1,1-1,0 1,-1-1,1 1,0 0,-1 0,1 0,0 0,-1 1,1-1,0 0,0 1,-1 0,1-1,0 1,0 0,0 0,0 0,0 1,0-1,0 0,0 1,0-1,1 1,-1 0,1 0,-1-1,1 1,0 0,-1 0,1 0,0 0,0 1,1-1,-1 0,0 2,-2 5,1-1,0 0,0 1,1-1,0 1,0-1,1 1,0-1,2 8,4 31</inkml:trace>
  <inkml:trace contextRef="#ctx0" brushRef="#br0" timeOffset="2912.066">4415 1048,'-13'-179,"2"-37,11 213,0 2,-1 0,1 0,0 0,0 0,0 0,0 0,0 0,0 0,0 0,0 0,0 0,0 0,0 0,0 0,1 0,-1 0,1 0,-1 0,0 0,1 0,0 0,-1 0,1 0,0 0,-1 1,1-1,0 0,0 0,-1 1,1-1,0 1,0-1,0 1,0-1,0 1,1-1,56 42,-25-23,1-3,0 0,1-3,15 4,100 40,-147-55,0 0,-1-1,1 1,0 1,-1-1,1 0,-1 1,1-1,-1 1,0 0,0 0,0 0,0 0,0 0,0 0,0 0,-1 1,1-1,-1 1,1-1,-1 1,0-1,0 1,-1 0,1 0,0-1,-1 1,0 0,1 0,-1 0,0 0,0-1,-1 1,1 0,-1 0,1 0,-2 1,-31 46,28-45,1 0,0-1,0 2,0-1,1 0,0 1,0-1,0 1,1 0,-1 0,1 0,1 0,-1 1,1-1,0 0,1 1,0 5,1-7,1-1,1 0,-1 0,1 0,-1 0,1 0,0 0,1-1,-1 0,1 0,-1 0,1 0,0 0,0 0,0-1,0 0,1 0,-1 0,0-1,1 1,0-1,-1 0,3 0,45 10,0-3,0-2,1-2,-1-2,18-3,-66 1,209-12,-174 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5:06.83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50 513,'-2'-16,"-1"-8,0 6,0 12,2 20,-2 22,-1 24,-1 16,-1 12,-1 7,1-4,1-11,4-16,2-19</inkml:trace>
  <inkml:trace contextRef="#ctx0" brushRef="#br0" timeOffset="254.283">37 513,'7'23,"11"18,11 12,13 8,8 6,4-1,1 1,-5-5,-7-6,-8-10,-10-10,-9-12</inkml:trace>
  <inkml:trace contextRef="#ctx0" brushRef="#br0" timeOffset="499.123">584 259,'0'-16,"0"-7,0 6,0 14,0 18,0 21,3 17,2 14,1 8,2 6,-1 5,-2 1,-1-2,-1-5,-2-16</inkml:trace>
  <inkml:trace contextRef="#ctx0" brushRef="#br0" timeOffset="817.275">785 888,'2'7,"0"0,1 1,-1-1,1-1,1 1,-1 0,1-1,0 0,1 1,-1-2,1 1,1 0,-1-1,1 0,0-1,0 1,0-1,0 0,1 0,0-1,-1 0,1 0,1-1,-1 0,0 0,0 0,1-1,-1 0,1-1,-1 0,1 0,-1 0,1-1,-1 0,1-1,-1 1,0-1,0-1,0 0,0 0,5-3,-7 4,0-1,-1 0,1 0,-1 0,1-1,-1 1,0-1,-1 0,1 0,-1-1,0 1,0-1,0 0,0 0,-1 0,0 0,0 0,0 0,-1 0,1-1,-1 1,0-1,-1 1,0-1,0 1,0-1,0 1,-1-1,0 1,0 0,0-1,-1 1,0 0,0 0,0 0,-1 0,1 0,-1 0,0 1,-2-2,2 1,-1 0,0 1,0 0,0 0,0 0,-1 0,0 1,0-1,0 1,0 1,0-1,0 1,-1-1,1 1,-1 1,1-1,-1 1,0 0,0 1,1-1,-1 1,0 0,0 0,0 1,0 0,1 0,-1 0,0 1,1 0,-1 0,1 0,0 1,0-1,0 1,0 1,0-1,0 1,1 0,0 0,-2 2,2-2,1 1,-1-1,1 1,0-1,1 1,-1 0,1 0,0 1,1-1,-1 0,1 1,0-1,0 0,0 1,1 0,0-1,0 1,0-1,1 1,0-1,0 1,1-1,-1 0,1 0,0 1,0-1,1 0,-1-1,1 1,1 1,30 25,4-9</inkml:trace>
  <inkml:trace contextRef="#ctx0" brushRef="#br0" timeOffset="1117.69">1400 246,'-6'-32,"1"0,1 0,2-1,1 0,3-14,6 17,-8 30,0-1,1 1,-1 0,0-1,0 1,1-1,-1 1,0 0,0 0,1-1,-1 1,0 0,1-1,-1 1,0 0,1 0,-1 0,0-1,1 1,-1 0,1 0,-1 0,0 0,1 0,-1 0,1 0,-1 0,1 0,-1 0,0 0,1 0,-1 0,1 0,-1 0,0 0,1 0,-1 1,1-1,-1 0,0 0,1 0,-1 1,0-1,1 0,-1 1,0-1,0 0,1 1,-1-1,0 0,0 1,1-1,-1 0,0 1,0-1,0 0,0 1,0-1,1 1,-1-1,0 1,0-1,0 0,0 1,0-1,0 1,-1-1,7 14,-2 0,0 0,-1 0,0 0,-1 1,0-1,-2 1,0 1,2 7,-2 339,-4-88,4-249,0 1,2-1,1 0,1 0,1 0,1-1,2 0,7 19,21-2,-20-38</inkml:trace>
  <inkml:trace contextRef="#ctx0" brushRef="#br0" timeOffset="1281.259">1213 500,'-16'-2,"-1"-1,15 0,20 0,28 4,29 3,22 4,15 7,-11 0</inkml:trace>
  <inkml:trace contextRef="#ctx0" brushRef="#br0" timeOffset="2474.522">2136 794,'-25'-7,"-112"-17,130 24,1 0,-1 0,0 1,1 0,-1 0,1 1,-1-1,1 1,0 1,0-1,0 1,0 1,0-1,1 1,-1-1,1 2,0-1,0 0,-1 3,0 1,0 0,1 0,0 0,0 0,1 1,0 0,1 0,0 0,0 0,1 1,0-1,1 1,0 0,0-6,1 0,0 0,-1 0,2 0,-1 0,0 0,1 0,0 0,0 0,0 0,0-1,1 1,-1 0,1-1,0 1,0-1,0 1,1-1,-1 0,1 0,0 0,0 0,0-1,0 1,0-1,0 0,1 0,-1 0,1 0,0-1,-1 1,2-1,5 0,-1-1,1 0,0 0,-1-1,1-1,0 0,-1 0,1-1,-1 0,0 0,0-1,0 0,-1-1,1 0,-1 0,0-1,-1 0,1-1,-1 1,-1-1,1 0,-1-1,0 0,-1 0,4-7,40-80,-49 95,1 0,-1 1,0-1,0 0,0 0,0 0,0 0,1 0,-1 0,0 0,0 0,0 0,1 1,-1-1,0 0,0 0,0 0,1 0,-1 0,0 0,0 0,0 0,0 0,1 0,-1-1,0 1,0 0,0 0,1 0,-1 0,0 0,0 0,0 0,0 0,1 0,-1-1,0 1,0 0,0 0,0 0,0 0,0 0,1-1,-1 1,0 0,0 0,0 24,0-20,-1 20,2 1,0-1,2 0,0 0,7 23,-9-41,1-1,0 1,0-1,0 0,0 0,1 0,0 0,0 0,0-1,1 1,-1-1,1 0,0 0,0 0,1 0,-1-1,1 1,0-1,0-1,0 1,0-1,0 0,0 0,1 0,-1-1,1 1,0-1,3 0,-5-1,1 0,0-1,-1 1,1-1,-1 0,1 0,-1 0,1-1,-1 1,0-1,0 0,1-1,-2 1,1 0,0-1,0 0,-1 0,1 0,-1-1,0 1,0-1,-1 0,1 1,-1-1,1 0,-1-1,0 0,5-10,-1-1,-1 1,0-1,-1 0,-1 0,0-1,-1-2,0-7,-1 0,-1-1,-2 1,0 0,-6-23,9 50,-1-1,0 1,1-1,-1 0,1 1,0-1,-1 0,1 1,-1-1,1 0,-1 0,1 0,0 0,-1 1,1-1,-1 0,1 0,0 0,-1 0,1 0,0-1,-1 1,1 0,-1 0,1 0,0 0,-1-1,1 1,-1 0,1-1,-1 1,1 0,-1-1,1 1,-1 0,1-1,-1 1,0-1,1 1,-1-1,1 1,-1-1,0 1,0-1,1 0,-1 1,0-1,0 1,0-1,0 0,0 1,0-1,1 1,-1-1,-1 0,1 1,0-1,0 0,0 1,0-1,0 1,-1-1,1 0,0 1,0-1,-1 1,1-1,-1 0,198 63,-193-61,0 1,0 0,0 0,-1 1,1-1,-1 1,1 0,-1 0,0 0,0 0,0 0,0 1,-1-1,1 1,-1 0,0 0,0 0,0 0,-1 0,0 0,1 0,-1 0,-1 1,1-1,-1 0,1 1,-1 3,-9 73,6-68,1-1,0 1,1 0,0 0,2 0,-1 0,3 13,-2-22,0-1,1 1,0 0,-1 0,1-1,1 1,-1-1,0 0,1 0,0 1,-1-2,1 1,1 0,-1-1,0 1,0-1,1 0,0 0,-1 0,1 0,0-1,0 0,2 1,94 8,-88-10,-1-1,1 0,0-1,-1 0,1-1,-1 0,0-1,0 0,0-1,-1 0,1-1,-1 0,-1 0,1-1,-1 0,0-1,0 0,-1-1,0 0,-1 0,0 0,0-1,-1 0,-1 0,1-1,-2 1,1-1,-1 0,-1-1,0 1,0-4,-3 6,0 0,0-1,-1 1,0 0,-1-1,0 1,0 0,-1 0,0 0,-1-1,3 7,0 1,0-1,-1 0,1 1,0 0,-1-1,0 1,0 0,1 0,-1 0,-1 0,1 0,0 0,0 0,-1 1,1-1,-1 1,1 0,-1 0,1 0,-1 0,0 0,0 0,1 1,-1-1,0 1,0 0,0 0,0 0,1 0,-1 1,0-1,0 1,0-1,0 1,-2 2,-1 0,0 0,1 1,0-1,0 1,0 0,0 1,1-1,-1 1,1 0,0 0,1 0,-1 1,1-1,0 1,1 0,-1 0,1 0,0 0,1 0,-1 0,1 0,0 1,1-1,-1 0,2 1,-1-1,0 1,1-1,0 0,1 0,-1 1,1-1,1 0,-1-1,1 1,6 5,1-1,0 0,0-1,1 0,0 0,1-2,0 1,0-1,0-1,1 0,0-1,0 0,1-1,-1-1,1 0,0-1,0 0,0-1,67 10,1-4,0-3,0-4,4-4,-44 3,0-2,-1-2,0-2,0-2,0-1,-1-2,7-5,6-22,-52 38,-1-1,1 1,0 0,0-1,-1 1,1 0,-1-1,1 1,-1-1,0 1,0-1,1 1,-1-1,0 1,0-1,-1 1,1-1,0 1,0-1,-1 1,1-1,-1 1,1 0,-1-1,1 1,-1 0,0-1,0 1,0 0,0 0,0 0,0-1,0 1,0 0,0 1,0-1,-1 0,1 0,-2 0,-8-5,-1 0,0 1,0 0,0 1,0 1,-1 0,0 1,1 0,-1 0,0 2,0 0,-2 0,10-1,-1 1,1 0,0 0,-1 0,1 0,-1 1,1 0,-1 0,1 0,0 1,0 0,0 0,0 0,0 1,0-1,0 1,1 0,-1 1,1-1,0 1,0 0,1 0,-1 0,1 0,0 1,0-1,0 1,0 0,1 0,0 0,0 0,0 0,1 1,0-1,0 0,0 1,0 4,2-5,0-1,0 1,1-1,-1 0,1 0,0 0,0 0,1 0,-1 0,1-1,0 1,0-1,0 1,0-1,0 0,1-1,-1 1,1 0,0-1,0 0,0 0,0 0,0 0,1-1,5 3,0-1,0-1,0 1,0-1,1-1,-1 0,1-1,-1 0,0 0,1-1,-3 0,-1 0,0 0,0-1,0 0,0 0,0-1,-1 1,1-1,-1-1,1 0,-1 0,0 0,-1 0,1-1,-1 0,0 0,0 0,0-1,-1 0,0 0,0 0,0 0,-1-1,0 1,0-1,-1 0,1 0,-2 0,1 0,-1 0,0 0,0-1,-1-4,-6 2,-1 34,8-18,1 0,-1 0,1 0,0 0,1-1,-1 1,1-1,0 1,0-1,1 0,0 0,0 0,0-1,0 1,1-1,-1 0,1-1,0 1,1-1,-1 0,0 0,1 0,0-1,-1 0,1 0,0 0,4 0,27 9,0-1,1-2,37 2,27 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5:13.73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0,'3'0,"4"0,9 0,10 0,15 0,14 0,11 0,8 0,2 2,1 1,-5 2,-9 1,-11-2,-13-1,-12 2,-11 2,-8-1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5:14.50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153 49,'-15'9,"0"2,1 0,1 0,0 1,0 1,1 0,1 1,0 0,7-8,0 0,0 0,0 0,1 1,0-1,0 1,1-1,0 1,0 0,1 0,0 0,0 0,0 0,1 1,0-1,0 0,1 0,0 0,0 0,1 0,0 1,3 0,-1 0,1 0,1 0,-1-1,1 1,1-1,-1-1,1 1,0-1,1-1,-1 1,1-1,0-1,1 1,-1-1,1-1,0 1,0-2,0 1,0-1,0 0,0-1,1 0,-1-1,5 0,-10 0,1 0,-1-1,1 1,-1-1,1 0,-1 0,0-1,1 1,-1-1,0 0,0 0,0-1,0 1,-1-1,1 1,-1-1,1 0,-1-1,0 1,0-1,-1 1,1-1,-1 0,1 0,-1 0,0 0,-1 0,1 0,-1-1,0 1,0-1,0 1,-1-1,1 1,-1-1,0 0,1-10,-1-1,0 1,-1 0,-1 0,-1-1,0 1,0 1,-2-1,0 0,0 1,-1 0,-1 0,-1 1,0 0,0 0,-1 1,-1 0,0 1,-1 0,0 0,-1 1,10 8,0 0,-1 0,1 0,-1 1,1-1,-1 1,0-1,0 1,1 0,-1 0,0 1,0-1,0 0,0 1,0 0,0 0,0 0,0 0,0 0,0 1,0-1,0 1,0-1,0 1,1 0,-1 1,0-1,0 0,1 1,-1-1,0 2,-3 3,0 1,0 0,1 0,0 1,0-1,0 1,1 0,1 0,-1 1,1-1,1 1,-1 0,1 3,-7 30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5:14.75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70 4,'-16'3,"-7"2,2 3,11 3,20-1,23-2,27-3,25-6,24-8,14-4,1-3,-19 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5:15.37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9 1,'13'20,"8"17,2 7,-4 9,-3 7,-11 3,-14 4,-15-2,-12-6,-1-14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5:15.84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1 443,'10'-35,"14"-48,-3 0,-4-2,4-63,-21 140,-3 21,-12 94,5 1,4 0,7 64,1-123,0-10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5:16.10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41,'27'-5,"30"-1,28-2,22 0,13 2,0 1,-20 3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5:16.49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41 0,'14'14,"6"11,3 10,-3 9,-5 8,-9 6,-15 8,-20 3,-20 2,-3-12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5:17.00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9,'54'-5,"1"2,0 3,35 5,-7 17,-80-21,-1 0,1 0,-1 1,0-1,1 1,-1 0,0 0,0 0,0 0,0 0,0 0,-1 0,1 1,-1-1,1 1,-1-1,0 1,0-1,0 1,0 0,-1 0,1-1,-1 1,1 0,-1 0,0 0,0 0,-1 1,-2 7,0-1,-1 0,0 0,-1 0,0-1,-1 0,0 0,0 0,-1-1,0 0,0 0,-1 0,0-1,-6 3,-178 158,190-167,0 0,1 0,-1 0,1 0,-1 1,1-1,0 1,-1-1,1 1,0-1,0 1,0-1,0 1,0 0,1 0,-1 0,0-1,1 1,-1 0,1 0,0 0,0 0,0 0,0 0,0 0,0 0,0 0,0 0,1-1,-1 1,1 0,0 0,-1 0,1 0,0-1,0 1,0 0,0-1,0 1,1-1,-1 1,0-1,1 0,-1 1,1-1,0 1,10 2,-1 1,1-1,-1-1,1 0,0-1,1 0,-1-1,2 0,76 4,0-3,0-4,0-4,20-7,-34 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5:17.28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1,'25'0,"29"0,25 0,23 2,14 1,3 0,-19-1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5:17.85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0,'2'2,"6"2,5-1,1-1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5:18.10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43,'16'-5,"12"-5,8-4,-2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5:18.27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14,'11'-2,"11"-4,1 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5:18.53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0,'7'0,"11"0,11 0,2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5:19.75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1,'4'0,"14"0,23 0,28 0,30 2,22 1,11 2,-16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5:19.23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0,'41'18,"0"-2,2-1,0-3,0-1,1-2,0-2,1-2,-1-2,1-2,6-2,-50 0,0 1,1 0,-1 0,0-1,0 1,1 0,-1 0,0 0,1 1,-1-1,0 0,1 0,-1 1,0-1,0 1,0-1,1 1,-1-1,0 1,0 0,0 0,0-1,0 1,0 0,0 0,0 0,-1 0,1 0,0 0,0 0,-1 1,1-1,-1 0,1 0,-1 0,1 1,-1-1,0 0,0 1,0-1,0 0,0 0,0 1,0-1,0 0,0 1,0-1,-1 0,1 1,-29 206,17 136,13-314</inkml:trace>
  <inkml:trace contextRef="#ctx0" brushRef="#br0" timeOffset="267.289">282 455,'9'-2,"14"-1,20-3,18 1,14-2,9 0,-1 0,-9 1,-15 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5:21.15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1,'9'2,"14"3,17 4,18-1,15-1,8-2,7-2,-1-1,-3-1,-9 1,-14 1,-16-1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5:22.37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0,'5'18,"0"-2,1 1,1-1,0 0,1 0,1 0,0-2,1 1,1-1,0 0,1-1,1-1,-1 0,2 0,0-1,0-1,1-1,0 0,1 0,0-2,0 0,1-1,0 0,0-2,0 0,7 0,-20-2,0-1,0 0,0 0,0 0,0-1,0 0,1 0,-1 0,0 0,0 0,0-1,1 0,-1 0,0 0,0 0,0-1,0 1,-1-1,1 0,0 0,-1 0,1-1,-1 0,0 1,0-1,0 0,0 0,0-1,1-1,-2-3,1-1,-1 0,0 0,-1 0,0 0,0 0,-1 0,0 0,-1 0,0 0,0 0,-1 0,0 0,-1 0,0 1,0-1,-1 1,-2-3,6 11,0 0,0 1,0-1,0 1,0-1,0 1,0-1,-1 0,1 1,0-1,0 1,0-1,-1 0,1 1,0-1,-1 0,1 1,0-1,-1 0,1 0,0 1,-1-1,1 0,0 0,-1 1,1-1,-1 0,1 0,0 0,-1 0,1 0,-1 0,1 0,-1 0,1 0,-1 0,1 0,0 0,-1 0,1 0,-1 0,1 0,-1 0,1-1,0 1,-1 0,1 0,-1 0,1-1,0 1,24 157,7 30,-7 2,-9 0,-8 4,-5-159,-2 0,-2 1,-1-1,-2-1,-1 1,-1 0,-2-1,-2-1,-2 4,11-31,0 0,0-1,0 1,0 0,-1-1,0 0,0 0,0 0,0 0,-1 0,0 0,1-1,-1 0,-1 0,1 0,0 0,-1-1,1 1,-1-1,0 0,0-1,0 1,0-1,0 0,0 0,0 0,0-1,0 0,0 0,0 0,0-1,0 0,-4 0,0-6,0 0,1-1,-1 0,1 0,1-1,0 0,0 0,1-1,0 0,0 0,1 0,0-1,1 1,1-1,0 0,0-1,1 1,-1-9,-3-5,1 0,1-1,1 1,1-1,2 0,0 0,2 1,1-1,1 1,1 0,1 0,8-20,-11 37,2 0,-1 1,1-1,0 1,1 0,0 0,0 0,1 1,-1 0,1 0,0 1,1 0,0 0,-1 0,1 1,1 1,-1-1,1 1,-1 1,1-1,0 1,0 1,0 0,0 0,0 1,0 0,5 1,31 4,0 1,0 3,-1 2,0 1,0 2,21 12,-51-21,-10-4,1 0,-1 0,1 0,-1 1,1 0,-1 0,0 0,0 0,0 0,0 1,0 0,0 0,-1 0,1 0,-1 1,0-1,0 1,0 0,-1-1,1 1,-1 1,0-1,0 0,0 1,-1 136,25-13,-25-122,2 0,-1 0,1 0,0-1,0 1,0-1,1 0,0 0,0 0,0 0,1-1,-1 1,1-1,0 0,0-1,1 1,-1-1,1 0,1 0,-4-2,1 0,0 0,-1 0,1-1,0 0,0 0,-1 0,1 0,0 0,-1-1,1 0,0 1,-1-1,1-1,0 1,-1 0,0-1,1 0,-1 0,0 0,0 0,0 0,0-1,0 1,-1-1,1 0,-1 0,0 0,0 0,0 0,1-1,2-5,0-1,0 1,-1-1,0 1,0-1,-1 0,-1-1,0 1,0 0,0-9,-2 13,0 0,-1-1,0 1,0 0,0 0,-1-1,1 1,-1 0,-1 0,1 1,-1-1,0 1,-1-1,1 1,-1 0,0 0,0 0,-1 1,1-1,-1 1,0 0,0 1,-1-1,1 1,-1 0,1 0,-1 1,0-1,0 1,0 1,0-1,-1 1,1 0,0 1,0-1,-1 1,1 0,0 1,-1-1,1 1,0 1,0-1,0 1,-1 1,-2 0,0 1,0 0,1 0,0 1,0 1,0-1,1 1,-1 0,1 1,1 0,-1 0,1 0,0 1,1 0,0 0,0 0,1 1,0 0,1 0,-1 0,2 0,-1 0,1 1,0 2,1 23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5:22.90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14 1,'-7'4,"1"5,7 2,15 2,21-2,23-2,20-3,16-2,5-2,-15-2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5:24.42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0,'19'45,"2"6,2-1,2-2,18 27,-35-63,1 0,0 0,1 0,0-1,1-1,0 1,1-2,0 0,0 0,1-1,0-1,1 0,-1-1,1 0,4 0,-9-4,-1 0,1 0,0-1,0 0,0-1,0 0,0-1,-1 1,1-2,0 1,0-1,-1-1,1 1,-1-2,0 1,0-1,0 0,0-1,-1 1,1-2,-1 1,-1-1,1 0,4-6,-3 3,0 0,0-1,-1-1,-1 1,1-1,-2 0,1 0,-2-1,0 0,0 0,-1 0,0 0,-1 0,-1-1,0 1,0-1,-2-5,-13-34,14 51,-1 0,1 0,-1 0,0 0,1 0,-1 0,0 0,0 0,1 0,-1 0,0 1,0-1,0 0,0 1,0-1,0 0,0 1,0-1,0 1,-1 0,1-1,0 1,0 0,0 0,0 0,0 0,-1 0,1 0,0 0,0 0,0 0,0 0,-1 1,1-1,0 0,0 1,0-1,0 1,0-1,0 1,0 0,-1 0,-3 4,0 0,1 0,-1 1,1 0,0 0,1 0,-1 0,1 0,1 1,-1 0,1-1,0 1,0 0,1 0,0 0,0 0,1 5,-2 36,2 0,3 1,1-1,3-1,1 1,9 19,1 23,-1 4,-4 1,-2 23,-9-84,-2 1,-2-1,0 0,-3 0,0-1,-3 1,0-2,-3 1,8-20,-2-1,0 0,0-1,-1 1,-1-1,0 0,0-1,-1 0,0 0,-1 0,0-1,-10 8,16-15,1-1,-1 1,0-1,1 0,-1 1,0-1,0 0,0-1,0 1,0 0,0-1,0 0,0 0,0 0,0 0,0 0,0 0,0-1,0 0,0 1,0-1,0 0,0 0,0-1,1 1,-1-1,0 1,1-1,0 0,-1 0,1 0,-6-5,1-1,0 0,0 0,0-1,1 1,1-1,0-1,-2-3,-4-9,2 0,0 0,1-1,1 0,2 0,0-1,1 0,2 0,0 0,2-20,1 36,0 0,1 0,0 1,0-1,1 1,0-1,0 1,1 0,0 0,0 1,1-1,-1 1,2 0,-1 0,0 0,1 1,0 0,1 0,-1 1,1-1,-1 1,1 1,1-1,-1 1,2 0,18-6,0 2,0 1,1 1,0 1,-1 2,1 1,0 0,0 3,18 2,21 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5:24.73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0 319,'10'-40,"1"1,2-1,1 2,17-31,-23 51,31-57,-38 75,-1 0,1 0,-1 0,0 0,1 0,-1 0,1 0,-1 0,1 0,-1 0,0 1,1-1,-1 0,1 0,-1 0,0 0,1 1,-1-1,1 0,-1 1,0-1,1 0,-1 0,0 1,0-1,1 0,-1 1,0-1,0 1,1-1,-1 0,0 1,0-1,0 1,0-1,0 1,0-1,0 0,0 1,0-1,0 1,0-1,0 1,0-1,0 1,0-1,0 0,0 1,0-1,0 1,5 40,-1 1,-2-1,-3 33,1-19,7 156,-2-182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5:25.23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3,'0'-2,"9"1,14 3,20 2,22-1,21 0,17-1,8 0,-3 1,-20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5:25.78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0,'13'9,"10"8,2 7,3 7,-2 5,-6 3,-5 4,-6 4,-7 3,-10 6,-13 3,-3-8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5:26.62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0,'16'12,"12"10,8 10,3 10,-1 8,-7 7,-11 6,-16 3,-17 2,-19-2,-9-5,1-13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5:28.05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0,'25'5,"24"3,22 1,24-1,18-3,16-1,5-2,-19-1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5:28.48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6,'16'0,"12"-2,1-2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5:28.65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8,'14'2,"15"1,17-2,14-7,-3-1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5:28.82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0,'14'2,"4"1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5:30.40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1,'25'4,"26"3,24 1,20-1,18 0,10-3,-17-1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5:29.38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15,'0'13,"0"0,0 0,1-1,1 1,0-1,1 1,0-1,1 0,1 0,0 0,0 0,1-1,0 0,1 0,6 6,-2-3,1-2,1 1,0-2,0 0,1 0,1-1,0-1,0-1,0 0,1-1,0 0,1-1,0-1,0-1,0-1,0 0,0-1,1 0,-1-2,1 0,-1-1,0-1,1 0,-1-2,0 0,8-3,-15 2,0-1,-1 0,0 0,0-1,-1 0,1-1,-1 1,-1-2,0 1,0-1,-1 0,0-1,0 1,-1-1,0 0,-1 0,0-1,-1 1,0-1,-1 0,0 0,0 0,-1 0,-1 0,0 0,-1 0,0 0,0-1,-1 2,-1-5,3 13,0 0,-1 0,1 0,0 0,-1 0,1 0,-1 0,0 0,0 0,1 1,-1-1,-1 0,1 0,0 1,0-1,0 0,-1 1,1 0,-1-1,0 1,1 0,-1 0,0-1,1 1,-1 1,0-1,0 0,0 0,0 1,0-1,0 1,0-1,0 1,0 0,0 0,0 0,-1 0,-4 5,0 0,1 0,0 0,0 1,1 0,-1 0,1 0,0 0,1 1,0 0,0 0,0 1,1-1,0 0,-2 9,5-15,-18 56,2 2,3-1,2 2,3-1,3 1,2 0,3 15,-1 509,1-573,0 17,-1 1,-1 0,-1-1,-2 0,-1 1,-9 26,14-52,1 0,-1 0,0 0,0 0,0-1,0 1,-1 0,1 0,-1-1,0 1,1 0,-1-1,0 0,-1 0,1 1,0-1,-1 0,1-1,-1 1,1 0,-1-1,0 1,0-1,0 0,0 0,0 0,0-1,0 1,0 0,0-1,0 0,0 0,0 0,0 0,-2-1,-3-3,1-1,0-1,1 1,-1-1,1 0,0 0,1-1,-1 1,1-2,1 1,-1 0,1-1,0 0,1 1,0-2,-1-2,-6-18,1 1,1-1,1 0,2-1,1 1,1-1,2 0,1 0,1 0,2 0,1 0,-3 21,0 1,1-1,0 1,1 0,-1 0,2 0,-1 0,1 1,0-1,1 1,0 0,0 0,0 1,1-1,0 1,0 0,1 1,0 0,-1 0,2 0,-1 1,1 0,-1 0,1 1,6-2,116-13,-67 19</inkml:trace>
  <inkml:trace contextRef="#ctx0" brushRef="#br0" timeOffset="318.187">750 1005,'17'-6,"-1"0,1 2,0 0,0 1,0 0,1 2,-1 0,18 2,-29-1,0 0,0 1,0 0,0 0,0 1,-1 0,1 0,0 0,-1 1,1-1,-1 1,0 1,0-1,0 1,0-1,-1 2,0-1,0 0,0 1,0 0,0 0,-1 0,0 0,0 0,-1 1,1-1,-1 2,3 17,-1 0,-2 0,0 0,-1 1,-2-1,0 0,-2 1,-1-1,0 0,-2-1,-2 5,-8 47,-3 91,25-138,-6-29,0 1,0 0,0 0,-1-1,1 1,0 0,0-1,0 1,0 0,0-1,0 1,0 0,0-1,0 1,0-1,0 1,0 0,0-1,0 1,0 0,0-1,0 1,0 0,1-1,-1 1,0 0,0-1,0 1,0 0,1 0,-1-1,0 1,0 0,1 0,-1-1,0 1,1 0,-1 0,0 0,1 0,-1-1,0 1,1 0,-1 0,0 0,1 0,-1 0,0 0,1 0,-1 0,0 0,1 0,-1 0,0 0,1 0,-1 0,0 0,1 0,-1 1,0-1,1 0,-1 0,0 0,1 0,-1 1,0-1,0 0,1 0,3-22,-1-2</inkml:trace>
  <inkml:trace contextRef="#ctx0" brushRef="#br0" timeOffset="548.085">884 1325,'24'-7,"23"-2,21-1,18-1,11 1,6-3,-1-3,-18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5:27.64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1,'13'34,"2"0,2-1,1-1,1-1,2 0,1-2,2 0,0-2,22 19,-41-41,0 0,0 0,1-1,0 1,0-1,0-1,0 1,1-1,-1 0,1 0,0-1,0 0,0 0,0-1,0 0,0 0,1 0,-1-1,0 0,0-1,1 0,-1 0,0 0,0-1,0 0,0 0,-1-1,1 0,0 0,2-2,1-4,1-1,-2 0,0 0,0-1,0 0,-2 0,1-1,-2 0,1 0,-2-1,0 0,0 0,-1 0,-1-1,0 1,-1-1,0 0,-1 0,0 1,-2-1,-1-13,-2 70,-4 744,11-428,-3-353,0 3,0 0,-1-1,0 1,0-1,-1 1,0-1,0 0,-1 1,0-1,0 0,-1-1,0 1,-1 0,3-7,1-1,0 1,-1 0,1-1,-1 0,1 1,-1-1,1 0,-1 0,1 0,-1 0,1 0,-1 0,0 0,1 0,-1-1,1 1,0 0,-1-1,1 0,-1 1,1-1,0 0,-1 0,1 1,0-1,0 0,0 0,-1 0,1-1,0 1,1 0,-1 0,0-1,0 1,0 0,1-1,-1 1,1 0,-1-1,1 1,-1-1,1 1,0-1,0 0,-9-21,1 0,1 0,1-1,1 0,1 0,1 0,1 0,1-7,0 22,0 0,0 0,1 0,0 0,1 0,0 0,0 0,1 0,0 0,1 0,0 1,0-1,1 1,0 0,0 0,1 0,0 0,0 1,1 0,0 0,0 0,1 1,0 0,0 0,0 1,1 0,0 0,5-2,13 0,-1 2,1 1,0 1,0 1,0 1,0 2,0 0,-1 2,1 1,0 0,-1 2,0 2,0 0,10 5,-15-7,-1 1,1 1,-1 0,-1 2,0 0,0 1,-1 1,11 9,-26-19,0 0,0 0,0 0,-1 0,1 0,0 0,-1 1,0-1,1 1,-1-1,0 1,-1-1,1 1,0 0,-1-1,1 1,-1 0,0-1,0 1,0 0,0 0,0-1,-1 1,1 0,-1-1,0 1,0 0,0-1,0 1,0-1,0 1,-1-1,1 0,-1 0,0 1,1-1,-1 0,-1 0,-101 83,85-73,1 1,1 1,0 0,0 1,-8 12,22-24,1-1,0 0,0 1,0-1,0 1,1 0,-1 0,1 0,-1 0,1 0,0 0,0 0,0 0,1 0,-1 0,1 1,0-1,0 0,0 0,0 1,0-1,1 0,0 0,-1 0,1 0,0 1,0-1,1 0,-1-1,1 1,-1 0,1 0,0-1,0 1,0-1,1 1,-1-1,2 2,13 5,-1 0,1-1,1-1,-1-1,1 0,0-1,1-1,-1-1,1-1,-1 0,1-1,0-1,3-1,37 1,1-3,-1-2,29-7,-20-2</inkml:trace>
  <inkml:trace contextRef="#ctx0" brushRef="#br0" timeOffset="652.026">1672 254,'23'2,"14"1,0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8:27.48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184 7928,'-2'-1,"-1"1,0-1,0 1,1 0,-1 0,0 0,0 0,1 0,-1 1,0-1,0 1,1 0,-1-1,0 1,1 1,-1-1,1 0,0 1,-1-1,1 1,0 0,0-1,0 1,0 0,0 0,0 1,1-1,-1 0,1 1,-1-1,1 0,0 1,0 0,0-1,0 1,1 0,-1 1,0 0,0 0,0 0,1 1,-1-1,1 0,0 1,0-1,0 0,1 0,0 1,0-1,0 0,0 0,1 0,-1 0,1 1,-1-5,0 1,0-1,0 0,0 0,0 1,0-1,0 0,0 0,-1 0,1 0,0 0,0 0,0 0,0 0,0-1,0 1,0 0,0 0,-1-1,1 1,0-1,0 1,0-1,-1 1,1-1,0 1,0-1,-1 0,1 1,-1-1,1 0,0 0,-1 1,0-1,1 0,-1 0,1 0,-1 0,0 1,0-1,1 0,-1 0,0 0,0 0,0 0,0 0,0 0,0 0,0 0,0 0,-1 1,1-2,-2-1,0 0,0 0,0 0,0 0,0 0,-1 0,1 1,-1-1,0 1,0-1,0 1,0 0,0 1,0-1,0 0,-1 1,1 0,-1 0,1 0,-1 0,1 0,-1 1,0-1,1 1,-1 0,1 0,-1 1,0-1,1 1,-1 0,1 0,-1 0,1 0,-1 0,1 1,0-1,0 1,0 0,-1 0,3 0,-1 1,0-1,1 0,-1 0,1 1,0-1,0 1,0-1,0 1,0-1,0 1,1 0,-1-1,1 1,0 0,0 0,0-1,0 1,0 0,0 0,1-1,0 1,-1 0,1-1,0 1,0-1,0 1,1-1,-1 1,1-1,-1 0,1 0,0 0,0 0,0 0,0 0,0 0,0-1,0 1,1-1,-1 1,0-1,1 0,-1 0,1 0,0 0,-1-1,1 1,0-1,-1 1,1-1,1 0,-2 1,1-1,0 0,-1 1,1-1,0 0,-1 0,1-1,0 1,-1-1,1 1,-1-1,1 0,-1 0,1 0,-1 0,1 0,-1 0,0-1,0 1,1-1,-1 0,0 0,-1 0,1 0,0 0,0 0,-1 0,1 0,-1-1,0 1,0 0,0-1,0 1,0-1,0 0,-1 1,1-1,-1-1,5-69,-5 72,0-1,0 0,0 1,-1-1,1 1,-1-1,1 1,-1-1,1 1,-1 0,0-1,0 1,0 0,1-1,-1 1,0 0,-1 0,1 0,0 0,0 0,0 0,-1 0,1 0,0 1,-1-1,1 0,-1 1,1-1,-1 1,1-1,-1 1,1 0,-1 0,1 0,-1 0,0 0,1 0,-1 0,1 0,-1 1,1-1,-1 0,1 1,-1 0,-2 0,0 1,1 0,0 0,-1 0,1 0,0 1,0-1,0 1,1-1,-1 1,0 0,1 0,0 1,0-1,0 0,0 1,0-1,1 1,0 0,-1-1,1 1,1 0,-1 0,0-1,1 1,0 0,0 0,0 0,0-1,0 0,0 0,0 0,0 0,1 0,-1-1,1 1,0 0,0 0,0-1,0 1,0 0,0-1,1 1,-1-1,1 0,0 1,0-1,0 0,0 0,0 0,0 0,1 0,-1-1,0 1,1-1,0 0,-1 1,1-1,0 0,-1-1,1 1,0 0,0-1,0 1,0-1,2 0,0-2,0 0,1 0,-1 0,0-1,0 1,0-1,-1-1,1 1,-1-1,1 1,-1-1,0 0,-1-1,1 1,-1-1,0 0,0 1,0-1,0-1,-1 1,0 0,0 0,-1-1,1 1,-1-1,-1 0,1 1,-1-1,0 0,0 1,0-1,-1 0,0 1,0-1,0 1,-1-3,1 6,0-1,0 1,0-1,0 1,0 0,0-1,0 1,-1 0,1 0,-1 0,0 0,0 0,0 0,0 0,0 1,0-1,0 1,0-1,-1 1,1 0,0 0,-1 0,1 0,-1 0,1 1,-1-1,0 1,1-1,-1 1,1 0,-1 0,0 0,1 1,-1-1,0 1,1-1,-1 1,1 0,-1 0,1 0,0 0,-1 0,1 1,-2 0,-1 2,0 0,0 1,1-1,0 1,-1 0,2 0,-1 0,1 0,-1 1,1-1,1 1,-1 0,1 0,0 0,0 0,1 0,0 0,0 1,1-5,0 0,0 0,1 0,-1 0,0-1,1 1,0 0,-1 0,1 0,0 0,0-1,0 1,0 0,0-1,0 1,0-1,1 1,-1-1,1 1,-1-1,1 0,-1 0,1 0,0 0,-1 0,1 0,0 0,0-1,0 1,0-1,0 1,-1-1,1 0,1 1,68-1,-68-1,-1 1,0-1,1 0,-1 0,0 0,0 0,0 0,0 0,0 0,0-1,0 1,0-1,-1 0,1 1,-1-1,1 0,-1 0,1 0,-1 0,0 0,0 0,0 0,0-1,0 1,-1 0,1 0,-1-1,0 1,1-1,-1 1,0 0,0-1,0 1,-1 0,1-1,-1 0,-30-82,31 83,-1-1,1 1,-1 0,1 0,-1 0,0 1,0-1,0 0,0 0,0 0,0 1,-1-1,1 0,0 1,-1-1,1 1,-1 0,0-1,1 1,-1 0,0 0,0 0,0 0,0 0,0 1,0-1,0 1,0-1,0 1,0 0,0-1,0 1,0 0,0 1,0-1,-1 0,1 0,0 1,0-1,0 1,0 0,0 0,1 0,-3 0,-1 8,0 1,0-1,0 1,1 0,1 0,0 0,0 1,1-1,0 0,1 1,0 0,1 3,0-11,-1 0,1 0,0 0,0 0,0 0,0 0,0 0,1 0,0 0,-1 0,1-1,0 1,0 0,1 0,-1-1,1 1,-1 0,1-1,0 0,0 1,0-1,0 0,0 0,0 0,1 0,-1 0,1-1,-1 1,1-1,0 0,0 1,-1-1,1 0,0-1,0 1,0 0,0-1,0 0,0 0,0 0,0 0,0 0,0 0,0-1,0 0,0 1,0-1,2-1,1-1,-1 0,0 0,0 0,0 0,-1-1,1 0,-1 0,0 0,0 0,0-1,0 1,-1-1,0 0,0 0,0-1,-1 1,0 0,0-1,0 0,0 1,-1-1,0 0,0 0,-1 0,0 0,0 1,0-1,-1 0,1 0,-1 0,-1 0,0-2,1 6,-1-1,1 1,-1 0,0 0,1 0,-1 0,0 0,0 0,0 0,-1 1,1-1,0 1,0 0,-1-1,1 1,-1 0,1 1,-1-1,0 0,1 1,-1-1,0 1,1 0,-1 0,0 0,1 0,-1 0,0 1,1-1,-1 1,0-1,1 1,-1 0,1 0,-1 1,1-1,0 0,-1 1,1-1,0 1,0 0,0 0,0 0,0 0,1 0,-1 0,1 0,-1 1,1-1,0 0,0 1,-1 2,0-2,0 0,0 0,0 0,1 0,0 0,-1 1,1-1,0 1,1-1,-1 1,1-1,-1 1,1 0,0-1,0 1,1-1,-1 1,1-1,0 1,0-1,0 1,0-1,0 1,1-1,-1 0,1 0,0 0,0 0,1 0,-1 0,0-1,1 1,0-1,-1 1,1-1,0 0,0 0,0-1,0 1,4 1,-4-2,0 0,0 0,0 0,1 0,-1-1,0 1,1-1,-1 0,0 0,1 0,-1 0,0 0,1-1,-1 0,0 0,0 0,0 0,1 0,-1 0,0-1,-1 0,1 1,0-1,0 0,-1-1,1 1,-1 0,0-1,1 1,-1-1,-1 0,1 1,0-1,0 0,-1 0,0 0,0-1,0 1,0 0,0 0,0-1,-1 1,0 0,0-1,0-1,0 0,0 1,-1 0,0 0,0 0,-1 0,1 0,-1 0,1 0,-1 0,0 0,-1 1,1-1,-1 1,1 0,-1-1,0 1,0 1,-1-1,1 0,-1 1,1-1,-1 1,0 0,0 1,1-1,-1 0,-1 1,1 0,0 0,-1 0,3 1,1 0,-1 0,1 1,0-1,-1 0,1 0,-1 1,1-1,0 1,-1-1,1 1,0 0,0 0,0-1,-1 1,1 0,0 0,0 0,0 0,0 0,1 0,-1 1,0-1,0 0,1 0,-1 1,0-1,1 0,-1 1,1-1,0 0,-1 1,1-1,0 1,0-1,0 1,4 52,4-27</inkml:trace>
  <inkml:trace contextRef="#ctx0" brushRef="#br0" timeOffset="2070.165">51 9238,'0'2,"0"-1,0 1,0-1,0 1,0-1,0 1,0-1,1 1,-1-1,1 0,-1 1,1-1,0 0,-1 1,1-1,0 0,0 0,0 1,0-1,0 0,0 0,0 0,0 0,0-1,0 1,1 0,-1 0,0-1,1 1,-1 0,0-1,1 0,-1 1,1-1,-1 0,1 0,-1 0,1 1,-1-2,1 1,-1 0,2 0,0-1,0 1,0-1,0 0,0 1,-1-1,1-1,0 1,0 0,-1-1,1 1,-1-1,1 0,-1 0,0 0,0 0,0 0,0 0,0-1,0 1,0-1,-1 1,0-1,1 0,-1 0,0 1,0-1,0 0,-1 0,1 0,-1 0,1 0,-1 0,0 0,0 0,-1 0,1 0,0 0,-1 0,0 0,0 0,0 0,0 1,0-1,0 0,-1 1,0-1,1 0,-1 1,0 0,0 0,0-1,0 1,-1 0,1 1,-3-3,3 3,-1 0,1 1,-1-1,0 0,1 1,-1 0,0 0,1-1,-1 1,0 1,0-1,1 0,-1 1,1-1,-1 1,0 0,1 0,-1 0,1 0,0 0,-1 1,1-1,0 1,0 0,0-1,0 1,0 0,0 0,0 0,1 0,-1 1,1-1,-1 0,1 1,0-1,0 2,-2 2,0 0,1 1,0 0,0 0,0-1,1 1,0 0,0 0,1 0,0 0,0 0,1 0,1 5,-1-10,0 0,0 0,0 0,0 0,0 0,0 0,1 0,-1 0,1-1,0 1,-1 0,1-1,0 0,0 1,0-1,0 0,0 0,0 0,0 0,1 0,-1-1,0 1,0-1,1 1,-1-1,0 0,1 0,-1 0,0 0,1 0,-1-1,0 1,0-1,1 1,-1-1,0 0,0 0,0 0,0 0,0 0,0 0,0-1,0 1,0-1,-1 1,1-1,1-1,3-3,-1 0,0-1,0 1,0-1,-1 0,0 0,0 0,-1-1,1 0,-2 1,1-1,-1 0,-1 0,1 0,-1 0,-1-1,1 1,-1 0,-1 0,0 0,0-1,1 8,0 0,0 0,0 0,0 0,0 0,0 0,-1 0,1 0,0 0,-1 0,1 0,0 0,-1 1,1-1,-1 0,0 0,1 0,-1 1,0-1,1 0,-1 0,0 1,0-1,1 1,-1-1,0 1,0-1,0 1,0-1,0 1,0 0,0 0,0-1,0 1,0 0,0 0,0 0,0 0,0 0,0 0,0 0,0 1,0-1,0 0,-31 33,29-28,1 0,-1 0,1 0,0 0,0 0,1 0,-1 1,1-1,1 1,-1-1,1 1,0-1,0 1,0-1,1 1,0-1,0 1,0-1,1 0,0 1,0-1,0 0,0 0,1-1,0 1,0 0,0-1,1 0,0 1,0-1,0-1,0 1,2 1,-5-5,0 1,0-1,0 0,1 1,-1-1,0 0,0 0,1 0,-1 0,0 0,0 0,1 0,-1 0,0-1,0 1,0 0,1-1,-1 1,0-1,0 1,0-1,0 0,0 1,0-1,0 0,0 0,0 0,0 0,0 0,-1 0,1 0,0 0,-1 0,1 0,-1 0,1 0,-1 0,1-1,-1 1,0 0,0 0,1 0,-1-1,0 1,2-58,-3 57,0 0,1 1,-1-1,0 1,0-1,0 1,0-1,-1 1,1 0,0-1,-1 1,1 0,0 0,-1 0,1 0,-1 0,0 1,1-1,-1 0,0 1,1-1,-1 1,0-1,0 1,0 0,1 0,-1 0,0 0,0 0,0 0,1 0,-1 1,0-1,0 1,1-1,-1 1,0 0,1-1,-1 1,1 0,-1 0,1 0,-1 0,1 1,0-1,-1 0,1 0,0 1,0-1,0 1,0-1,0 1,0 0,1-1,-1 2,-4 2,1 1,0-1,0 1,1-1,-1 1,1 0,0 0,1 1,0-1,0 0,0 1,1 0,0-1,0 1,1 0,-1-1,2 3,-1-7,1-1,-1 1,1 0,-1-1,1 1,0-1,0 1,0-1,0 0,0 1,0-1,0 0,1 0,-1 0,0 0,1 0,-1 0,1 0,-1 0,1 0,-1-1,1 1,0-1,-1 1,1-1,-1 0,1 1,0-1,0 0,-1 0,1 0,0 0,-1-1,1 1,0 0,-1-1,1 1,0-1,-1 0,1 1,62-33,-24-29,-39 60,0 1,-1-1,1 0,-1 1,1-1,-1 0,1 1,-1-1,0 0,0 1,0-1,0 0,0 0,0 1,0-1,-1 0,1 1,-1-1,1 0,-1 1,0-1,1 1,-1-1,0 1,0-1,0 1,0-1,0 1,-1 0,1 0,0 0,-1 0,1 0,0 0,-1 0,1 0,-1 0,0 0,1 1,-2-1,-1 1,-1 1,1 0,0 0,0 0,-1 1,1-1,0 1,0 0,0 0,1 0,-1 1,0-1,1 1,0 0,-1 0,1 0,1 1,-1-1,0 1,1-1,-1 1,1 0,0 0,0 0,1-2,-1-1,0 1,0-1,1 1,-1 0,1-1,0 1,-1 0,1 0,0 0,0 0,0 0,1 0,-1 0,0 1,1-1,-1 0,1 0,0 0,0 1,0-1,0 0,0 0,0 1,1-1,-1 0,1 0,-1 1,1-1,0 0,0 0,0 0,0 0,0 0,0 0,1-1,-1 1,1 0,-1 0,1-1,0 1,-1-1,1 0,0 0,0 1,0-1,0 0,0 0,1 0,1 0,0-1,0 1,0-1,0 1,0-1,0 0,0-1,0 1,0-1,0 1,0-1,0-1,-1 1,1 0,0-1,0 0,-1 0,1 0,-1 0,0 0,0-1,0 0,0 1,0-1,0 0,-1 0,1-1,-1 1,0-1,0 1,0-1,-1 1,1-1,-1 0,0 0,0 0,0 0,0 0,-1 0,0 0,0 0,0 0,0 0,0 0,-1 0,0 0,0 0,-1-2,0 1,-1 1,-1-1,1 1,-1 0,1 0,-1 0,0 0,-1 1,1 0,-1 0,1 0,-1 0,0 1,0-1,0 1,0 1,0-1,-1 1,1 0,-1 0,3 0,0 1,0 0,-1-1,1 1,0 1,0-1,0 0,0 1,0-1,0 1,0 0,0 0,1 0,-1 1,0-1,0 1,1-1,-1 1,1 0,0 0,-1 0,1 0,0 1,0-1,0 0,1 1,-1 0,0-1,1 1,0 0,0 0,0-1,0 1,0 0,0 3,0-3,0 0,0 0,0 1,0-1,1 0,0 0,-1 0,1 1,0-1,1 0,-1 0,0 0,1 1,0-1,0 0,0 0,0 0,0 0,1 0,-1-1,1 1,0 0,0-1,0 1,0-1,0 1,1-1,-1 0,1 0,-1 0,1 0,0-1,-1 1,1-1,0 0,0 1,0-1,0 0,1-1,-1 1,1-1,-1 1,0-1,0 0,0 1,0-2,1 1,-1 0,0-1,0 1,0-1,0 0,0 0,0 0,0 0,-1-1,1 1,0-1,-1 1,1-1,-1 0,1 0,-1 0,0-1,0 1,0-1,0 1,0-1,-1 1,1-1,-1 0,0 0,0 0,0 0,0 0,0 0,0 0,-1 0,0 0,1 0,-1 0,0 0,-1 0,1 0,0 0,-1 0,0-1,0 1,0-2,0 0,-1 0,0 0,0 0,0 0,-1 0,0 0,0 1,0-1,0 1,-1 0,0 0,1 0,-1 1,-1-1,1 1,-1 0,1 0,-1 0,0 1,0 0,0 0,0 0,0 0,0 1,-6-1,10 2,-1 0,0 0,0 0,1 1,-1-1,0 0,0 1,1-1,-1 1,0 0,1 0,-1 0,1 0,-1 0,1 0,0 0,-1 0,1 0,0 0,0 1,-1-1,1 1,0-1,1 1,-1-1,0 1,0-1,1 1,-1 0,1 0,-1-1,1 1,0 0,-1 0,9 60,11-33,4-6</inkml:trace>
  <inkml:trace contextRef="#ctx0" brushRef="#br0" timeOffset="3868.891">78 10468,'-13'55,"14"21,1-75,-1 0,0 0,0 0,1-1,-1 1,0 0,1 0,-1-1,1 1,-1-1,1 0,-1 1,1-1,-1 0,1 0,-1 0,1 0,-1 0,1 0,-1 0,1 0,-1-1,1 1,-1-1,1 1,-1-1,1 1,-1-1,0 0,1 0,-1 0,0 0,0 0,1 0,-1 0,0 0,0 0,0 0,-1-1,1 1,0 0,0-1,0 0,2-3,0 1,-1-1,1 1,-1-1,0 0,-1 0,1 0,-1 0,0-1,0 1,0 0,-1 0,0-1,0 1,0-1,-1 4,1-1,0 1,0 0,-1-1,0 1,1 0,-1 0,0 0,0-1,0 1,0 0,-1 0,1 0,0 1,-1-1,1 0,-1 0,0 1,0-1,1 1,-1 0,0-1,0 1,0 0,-1 0,1 0,0 0,0 1,0-1,-1 1,1-1,0 1,-1 0,-1 0,1 0,0 0,0 1,0-1,0 1,0 0,0 0,0 0,0 0,1 1,-1-1,0 1,1-1,-1 1,1 0,0 0,-1 0,1 0,0 1,0-1,0 1,1-1,-1 1,1 0,-1-1,1 1,0 0,0 1,-2 3,0 1,1 0,0-1,0 1,1 0,0 0,0 0,1 0,0 0,0 2,1-8,-1 1,0-1,1 1,0-1,-1 1,1-1,0 0,0 0,1 1,-1-1,0 0,1 0,-1 0,1 0,0-1,-1 1,1 0,0-1,0 1,0-1,0 1,1-1,-1 0,0 0,0 0,1 0,-1-1,1 1,-1 0,1-1,-1 0,1 0,-1 0,1 0,3 0,0 0,0 0,0-1,0 0,0 0,-1-1,1 1,0-1,-1-1,1 1,-1-1,0 0,5-3,-4 1,-1 0,0 0,-1 0,1 0,-1-1,0 0,0 0,-1 0,0-1,0 1,0-1,-1 1,0-1,0 0,-1 0,0-2,0 6,0-1,-1 0,0 1,0-1,0 1,0-1,-1 0,1 1,-1-1,0 1,0-1,0 1,-1 0,1-1,-1 1,1 0,-1 0,0 0,-1 0,1 0,0 1,-1-1,1 1,-1-1,0 1,0 0,0 0,0 0,0 0,-1 1,1-1,-1 1,0 0,1 0,-1 0,1 0,-1 0,1 1,-1-1,0 1,1 0,-1 1,1-1,-1 0,0 1,1 0,-1 0,1 0,0 0,-1 1,1-1,0 1,0 0,0 0,0 0,0 0,0 0,0 1,1-1,0 1,-1 0,1-1,0 1,-1 3,-2 2,0 1,1-1,0 1,0 1,1-1,1 0,-1 1,1-1,1 1,0 0,0 2,1-9,0-1,0 1,0-1,0 1,1-1,-1 1,1-1,-1 1,1-1,0 1,0-1,0 0,0 0,0 1,1-1,-1 0,1 0,-1 0,1 0,0 0,0-1,0 1,0-1,0 1,0-1,0 1,0-1,1 0,-1 0,0 0,1-1,-1 1,1 0,-1-1,1 0,-1 1,1-1,-1 0,1 0,-1-1,1 1,0 0,-1-1,0 0,1 1,-1-1,1 0,-1 0,2-2,1 0,-1-1,0 0,0 0,-1 0,1-1,-1 1,0-1,0 0,-1 0,1 0,-1 0,0 0,0 0,-1-1,0 1,0-1,0 1,0-1,-1 1,0-1,0 1,0-1,-1 0,0 1,0-1,-1 1,1 0,-1-1,0 1,-2-4,3 8,1 0,-1 0,1 0,-1 0,0-1,1 1,-1 0,0 0,0 0,0 0,0 0,0 1,0-1,0 0,0 0,0 1,0-1,0 0,0 1,-1-1,1 1,0 0,0-1,-1 1,1 0,0 0,-1 0,1 0,0 0,0 0,-1 0,1 0,0 0,-1 1,1-1,0 0,0 1,0-1,-1 1,1 0,0-1,0 1,0 0,0 0,0 0,0-1,0 1,0 0,1 0,-1 0,0 0,0 1,-35 62,22-13,13-50,1 0,0 0,0 0,0 0,0 0,0 0,0 0,0 0,0 0,0 0,0 0,1 0,-1 0,0 0,1 0,-1-1,1 1,-1 0,1 0,-1 0,1 0,-1-1,1 1,0 0,0 0,-1-1,1 1,0-1,0 1,0-1,0 1,-1-1,1 1,0-1,0 0,0 1,0-1,0 0,0 0,0 0,0 0,0 0,0 0,0 0,0 0,0 0,0-1,0 1,0 0,3-1,0 0,0-1,0 1,0-1,0 0,-1 0,1 0,-1 0,0-1,1 1,-1-1,0 0,0 0,-1 0,1 0,-1 0,1-1,-1 1,0-1,-1 0,1 0,0 1,-1-1,0 0,0 0,0 0,-1 0,1-2,-6-5,-3 3</inkml:trace>
  <inkml:trace contextRef="#ctx0" brushRef="#br0" timeOffset="5686.54">145 11724,'-1'1,"-1"1,1-1,0 0,0 1,0-1,0 0,0 1,1-1,-1 1,0-1,1 1,-1 0,1-1,-1 1,1 0,0-1,0 1,0 0,0-1,0 1,0 0,0 1,0-1,0-1,-1 0,1 0,-1 0,1 1,0-1,0 0,0 0,0 0,0 0,0 1,0-1,0 0,0 0,0 0,1 0,-1 0,0 1,1-1,-1 0,1 0,-1 0,1 0,0 0,-1 0,1 0,0-1,0 1,-1 0,1 0,0 0,0-1,0 1,0-1,0 1,0 0,0-1,0 0,0 1,1-1,-1 0,0 1,0-1,0 0,0 0,0 0,1 0,-1 0,0 0,0 0,0-1,0 1,1 0,-1-1,0 1,0-1,0 1,0-1,0 1,0-1,0 0,0 1,0-1,-1 0,1 0,0 0,1 0,-1-1,1 0,-1 0,1 0,-1 0,0 0,0 0,1 0,-2 0,1-1,0 1,0 0,-1 0,1-1,-1 1,0 0,0-1,0 1,0-1,0 1,0 0,0-1,-1 1,1 0,-1-1,0 1,0 0,0 0,0 0,0-1,0 1,-1 0,1 1,-1-1,1 0,-1 0,0 1,1-1,-1 1,0-1,0 1,0 0,0 0,0-1,-1 2,1-1,0 0,0 0,-1 1,1-1,0 1,-1 0,1 0,-1 0,1 0,0 0,-1 0,1 0,0 1,-1 0,1-1,-2 2,-1-1,0 1,0 0,1 1,-1-1,1 1,-1 0,1 0,0 1,0-1,0 1,1 0,-1-1,1 2,0-1,0 0,1 1,-1-1,1 1,0 0,0 0,0 0,1 0,0 0,0 0,0 3,2-4,1-1,0 1,0-1,0 0,0 1,1-1,-1 0,1 0,0-1,0 1,0 0,0-1,1 0,-1 0,0 0,1 0,0 0,-1-1,1 0,0 0,0 0,0 0,0 0,-1-1,1 1,0-1,0 0,0-1,0 1,0-1,0 1,0-1,0 0,-1 1,0-1,0 0,1 0,-1 0,0 0,0 0,0-1,0 1,0-1,0 0,-1 0,1 0,-1 0,1-1,-1 1,0-1,0 1,0-1,0 0,0 0,0 0,-1 0,0 0,1 0,-1 0,0 0,-1 0,1-1,0 1,-1 0,0-1,0 1,0 0,0-1,0 1,-1 0,0-1,1 1,-1 0,0 0,-1 0,1-1,-2-1,1 0,-1 0,0 0,-1 1,1-1,-1 0,0 1,0 0,-1 0,1 0,-1 1,0 0,0-1,0 2,0-1,0 0,-1 1,1 0,-1 0,1 1,-1 0,0 0,0 0,0 1,1-1,-1 1,0 1,-4 0,8 0,0 0,0 0,1 0,-1 0,0 0,1 1,-1-1,1 1,-1-1,1 1,0 0,0-1,-1 1,1 0,1 0,-1 0,0 0,0 0,1 0,-1 0,1 0,-1 0,1 0,0 0,0 0,0 0,0 0,0 0,1 0,-1 0,1 1,-1-1,1-1,0 1,-1 0,1 0,0 0,0 0,1 0,-1-1,0 1,0 0,1-1,-1 0,1 1,0-1,-1 0,1 1,0-1,0 0,0 0,1 2,0-1,1 1,-1-1,1 0,0 0,-1 0,1 0,0-1,0 1,0-1,0 0,0 0,0 0,1-1,-1 0,0 0,0 0,0 0,1 0,-1-1,0 0,0 0,0 0,0 0,0-1,0 1,-1-1,1 0,0 0,-1-1,1 1,-1-1,0 0,0 0,0 0,0 0,0 0,-1 0,0-1,1 1,-1-1,-1 0,1 0,0 0,-1 0,1-2,-2 1,0 0,0 0,0 0,-1 1,1-1,-1 0,0 1,-1-1,1 0,-1 1,0 0,0-1,0 1,-1 0,0 0,1 0,-1 0,-1 1,1-1,0 1,-1 0,0 0,0 0,0 0,0 1,0-1,0 1,-1 0,1 1,-1-1,1 1,-1 0,0 0,2 1,1 0,-1 0,1 1,-1 0,1-1,-1 1,1 0,-1 0,1 0,0 1,0-1,0 0,-1 1,1-1,1 1,-1 0,0 0,0 0,1 0,-1 0,1 0,-1 0,1 1,0-1,0 0,0 1,0 0,-15 69,16-69,0 0,0 1,0-1,0 0,0 0,1 0,-1 0,1 1,0-1,0 0,0 0,0 0,0-1,1 1,0 0,-1 0,1-1,0 1,0-1,0 0,1 1,-1-1,0 0,1 0,0-1,-1 1,1 0,0-1,0 0,0 1,0-1,0 0,0-1,0 1,0 0,0-1,1 0,-1 0,0 0,0 0,0 0,0-1,1 1,1-2,-1-1,1 0,-1-1,0 0,0 0,0 0,0-1,-1 1,1-1,-1 0,0 0,-1 0,1 0,-1-1,0 1,-1-1,1 1,-1-1,0 1,0-1,-1 0,0 0,0 1,0-1,-1 0,1 1,-1-1,-1 0,-1-3,3 7,-1 1,1 0,-1 0,0-1,0 1,0 0,0 0,0 0,0 0,0 0,0 0,0 0,0 0,0 1,0-1,-1 0,1 1,0-1,-1 1,1-1,0 1,-1 0,1-1,-1 1,1 0,-1 0,1 0,0 0,-1 0,1 0,-1 1,1-1,0 0,-1 1,1-1,0 1,-1-1,1 1,0 0,0 0,0-1,-1 1,1 0,0 0,0 0,0 0,0 0,1 1,-1-1,0 0,0 0,1 0,-1 1,1-1,-1 0,1 1,-1-1,1 1,0-1,-1 2,-1 2,0 0,0 0,0 1,1-1,-1 1,1 0,0-1,1 1,0 0,0 0,0-1,0 1,1 0,0-1,0 1,1-1,1 5,-2-8,1-1,0 0,0 1,0-1,-1 0,1 0,0 0,0 0,0 0,1-1,-1 1,0-1,0 1,0-1,0 0,1 1,-1-1,0-1,0 1,0 0,1 0,-1-1,0 1,0-1,0 0,0 0,0 1,0-1,0-1,0 1,0 0,-1 0,1-1,0 1,-1-1,1 1,-1-1,1 0,-1 0,0 1,0-1,0 0,0 0,0 0,0-2,1 0,-1 0,1 0,-2-1,1 1,0 0,-1 0,1-1,-1 1,0 0,-1 0,1-1,-1 1,0 0,0 0,0 0,0 0,-1 0,0 0,-1-3,2 6,1 1,-1-1,1 1,0-1,-1 1,1 0,-1-1,1 1,-1-1,1 1,-1 0,0 0,1-1,-1 1,1 0,-1 0,0 0,1 0,-1 0,1 0,-1-1,0 1,1 1,-1-1,0 0,1 0,-1 0,1 0,-1 0,0 1,1-1,-1 0,1 0,-1 1,1-1,-1 0,1 1,-1-1,1 1,-1-1,1 0,0 1,-1-1,1 1,-1 0,1-1,0 1,0-1,-1 1,1-1,0 1,0 0,-13 33,7 15,5-28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19:54.95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7006 4167,'-308'0,"51"-48,105 34,0 6,-85 10,76-1,-965 0,530 12,-73-13,559 6,2 4,-1 6,-90 25,-79 11,-170 6,188-20,-122 39,-212 41,536-104,0 4,2 2,0 2,1 3,2 2,0 2,2 3,2 2,1 2,-10 12,41-33,0 0,1 1,0 1,1 1,1 0,1 1,1 0,0 1,2 0,0 1,1 0,2 1,0 0,-3 16,-4 58,4 0,4 1,4 0,5 7,-2-19,-3 170,-14 29,-18 573,36-245,24-67,-38-27,15-390,5 0,17 75,31 86,-31-160,-7 1,0 68,1 15,-7-71,-7 1,-10 82,-10-57,-7-1,-17 45,12-25,8 1,8 1,12 142,1-247,4-1,4 0,3-1,3 0,5-1,3-1,3-1,30 58,-27-74,14 31,4-2,57 80,-65-122,3-2,1-2,3-2,28 20,10 10,-4-1,503 438,-483-425,58 67,-120-112,2-2,2-2,1-1,2-3,1-1,2-3,46 21,-51-32,1-1,1-2,1-2,0-3,0-1,1-3,0-1,11-3,526-18,-405 12,0-8,49-14,-165 16,72-10,107-2,-79 18,1 8,145 24,102 14,312 30,-647-62,0-4,1-3,0-3,-1-4,1-3,24-8,154-23,-216 31,-1-2,1-2,-2-1,24-12,91-27,-70 34,-54 13,0-2,-1-1,0-1,-1-2,1 0,4-5,150-71,-162 76,0 0,0-1,-1-1,-1-1,0 0,-1-2,0 0,-1-1,8-10,14-22,-2-2,-2-2,1-5,-25 31,-1 1,0-1,-2-1,-2 0,0 0,-1 0,-2 0,-1-1,-1 1,-3-25,2 5,-4-51,-4 1,-13-51,-8-185,16 122,-69-413,70 527,4-1,5 1,4-1,4-10,-2-271,-16-192,8 467,5 1,4-1,4 1,10-31,5 11,-5 0,-6-1,-5-12,-8-660,-11 280,13 336,-1-148,-34-237,15 354,9-148,9 299,-2 1,-2 0,-3 0,-3 1,-8-21,-16-74,7-2,1-43,-9-57,10 130,-40-110,36 133,26 77,-2 0,-1 0,-1 1,0 0,-2 1,-1 0,-1 0,-1 1,-1 1,-1 0,-17-17,-117-125,125 132,-8-4,-2 1,-1 2,-36-26,38 31,21 17,0-2,2 1,-1-1,1-1,1 0,0 0,1-1,1-1,0 1,1-1,0-1,1 1,1-1,0 0,2 0,-2-12,1 5,0 4,0-1,2 0,0 1,1-1,1 0,1 0,3-13,6-2,-8 32,0-1,0 1,0-1,-1 1,1-1,-1 0,0 0,0 0,-1 0,1 0,-1 0,1 0,-1 0,0 0,-1 0,1 0,-1 0,0 0,0 0,0 0,0 0,-1 0,0 1,1-1,-1 1,-1-1,1 1,0 0,-1-1,0 1,1 1,-3-3,-3 1,1 0,-1 1,0 0,-1 0,1 0,0 1,-1 0,1 1,-1 0,0 0,1 1,-1 0,0 1,1 0,-7 1,12-1,1 1,-1 0,1-1,-1 1,1 0,0 0,0 0,0 0,0 1,0-1,0 0,1 1,-1-1,1 1,0 0,0 0,-1 0,-8 15,-2-1</inkml:trace>
  <inkml:trace contextRef="#ctx0" brushRef="#br0" timeOffset="4738.362">5629 5918,'0'0,"0"-1,0 1,0 0,0-1,0 1,0-1,0 1,0 0,0-1,-1 1,1-1,0 1,0 0,0-1,-1 1,1-1,0 1,0 0,-1 0,1-1,0 1,-1 0,1-1,0 1,-1 0,1 0,0 0,-1-1,1 1,-1 0,1 0,0 0,-1 0,1 0,-1 0,1 0,-1 0,1 0,0 0,-1 0,1 0,-1 0,1 0,-1 0,1 0,0 0,-1 1,1-1,0 0,-1 0,1 0,-1 1,1-1,0 0,-1 0,1 1,0-1,0 0,-1 1,1-1,0 0,0 1,0-1,-1 1,1-1,0 0,0 1,0-1,0 1,4-36,25-42,3 2,25-43,-32 68,620-1174,-565 1078,392-687,-306 570,12 8,25-11,-65 105,7 7,6 5,7 8,6 6,5 8,179-101,-254 175,-76 54,-16 3</inkml:trace>
  <inkml:trace contextRef="#ctx0" brushRef="#br0" timeOffset="5930.726">5723 5303,'-29'201,"-98"484,121-671,4-39,-4-228,4-216,10 380,-4 121,-4-29,0 0,0 0,0 0,0 1,1-1,-1 0,1 0,0 0,0 0,0 0,0 0,0 0,1-1,0 1,-1 0,1-1,0 1,0-1,0 0,1 1,-1-1,0 0,1 0,0-1,-1 1,1 0,0-1,0 0,2 1,18 6,0-2,1-1,0 0,0-2,8-1,37 7,-59-8,107 30,-115-30,-1-1,1 1,-1-1,1 1,-1 0,0 0,1 0,-1 0,0 0,1 0,-1 0,0 0,0 0,0 0,0 1,0-1,0 0,0 1,-1-1,1 1,0-1,-1 1,1-1,-1 1,0 0,1-1,-1 1,0 0,0-1,0 1,0-1,0 1,0 0,-1-1,1 1,-1-1,1 1,-1 0,1-1,-1 0,0 1,0-1,0 1,-8 10,0 0,0-2,-1 1,-1-1,0 0,0-1,-2 0,-22 20,-11 11,1 2,1 2,3 2,2 1,-26 43,24-1,38-63</inkml:trace>
  <inkml:trace contextRef="#ctx0" brushRef="#br0" timeOffset="7770.103">8891 1453,'2'-10,"0"0,1 0,0 0,0 0,1 1,1-1,0 1,0 0,0 1,1-1,0 1,1 0,0 1,0-1,8-4,23-20,2 2,1 2,1 2,2 1,0 3,2 1,0 3,40-11,179-56,5 12,149-16,412-30,-643 97,668-48,-794 67,912-27,-83 44,-166-23,467 15,-906-2,305 13,-230-9,-295-1,31-3,-76-17,-16 5</inkml:trace>
  <inkml:trace contextRef="#ctx0" brushRef="#br0" timeOffset="8888.12">18289 76,'4'54,"1"-1,4-1,1 1,3-1,6 10,20 92,-24-69,-3 0,-3 1,-5 0,-3 1,-6 25,-24 228,-8 148,21 244,27-584,-7-190,-4 28,-1 12,1 0,-1-1,0 1,1-1,0 1,0-1,0 1,0-1,0 1,0-1,1 1,-1-1,1 1,0 0,-1-1,1 1,0 0,1 0,-1-1,0 1,1 0,-1 0,1 0,-1 0,1 1,0-1,0 0,0 1,0-1,0 1,1-1,116 2,952-28,-1066 28,1846-138,-1168 83,-508 55,-143 10,-38-8,-13-7,-7-4</inkml:trace>
  <inkml:trace contextRef="#ctx0" brushRef="#br0" timeOffset="10818.612">18423 62,'1'0,"-1"0,0 0,0 0,1 0,-1 0,0 0,0 0,0 0,0 0,1 0,-1-1,0 1,0 0,0 0,1 0,-1 0,0 0,0 0,0-1,0 1,0 0,0 0,1 0,-1-1,0 1,0 0,0 0,0 0,0-1,0 1,0 0,0 0,0 0,0-1,0 1,0 0,0 0,0 0,0-1,0 1,0 0,0 0,0 0,0-1,0 1,-1 0,1 0,0 0,0-1,0 1,0 0,0 0,0 0,-1 0,1 0,0-1,0 1,0 0,21-3,64-2,679-30,334 26,514 14,-617 13,-663-6,-185 2,-146-15,1 1,0 0,-1 0,1 0,-1 1,1-1,-1 0,1 1,-1-1,1 0,-1 1,0 0,1-1,-1 1,0 0,1 0,-1 0,0 0,0 0,0 0,0 0,0 0,0 0,0 0,0 1,0-1,0 0,-1 1,1-1,0 1,-1-1,0 0,1 1,-1-1,0 1,1-1,-1 1,0 0,0-1,-1 1,1-1,0 1,9 82,20 281,-43 173,-13 63,38-287,-8 230,-6-481,2-62,0 0,-1 0,1 0,0 0,-1 0,1-1,0 1,-1-1,1 1,-1-1,1 1,-1-1,1 0,-1 0,1 0,-1 0,1 0,-1 0,1 0,-1 0,1-1,-1 1,1 0,-1-1,1 1,0-1,-2 0,-5-1,-231-18,155 17,-342-37,261 17</inkml:trace>
  <inkml:trace contextRef="#ctx0" brushRef="#br0" timeOffset="22229.344">16966 1145,'1'-1,"0"0,0-1,0 1,0 0,0-1,0 1,0 0,0 0,1 0,-1 0,0 0,1 0,-1 0,1 1,-1-1,1 0,-1 1,1-1,0 1,-1 0,1-1,-1 1,1 0,0 0,-1 0,1 0,1 1,1-2,261-11,659 1,-788 4,-128 5,-16 2,-15 1,9 2</inkml:trace>
  <inkml:trace contextRef="#ctx0" brushRef="#br0" timeOffset="23503.575">17194 2202,'-29'-1,"1"1,-1 2,1 1,0 1,-15 5,27 0,47-7,-29-2,429-24,-421 23,717-29,-716 31,-10-1,0 0,1 1,-1-1,0 0,1 0,-1 0,0 0,1 0,-1 0,0 0,1 0,-1 0,0-1,0 1,1 0,-1-1,0 1,0-1,0 0,0 1,1-1,-1 0,0 0,0 0,0 0,0 1,-1-1,1-1,0 1,0 0,-1 0,1 0,0-1,2-6</inkml:trace>
  <inkml:trace contextRef="#ctx0" brushRef="#br0" timeOffset="30223.13">18838 851,'-1'45,"-1"0,-2 0,-3 0,-1-1,-2 0,-2-1,-2 0,-13 28,1-31,22-45,29-89,-7 13,-3 0,-4 0,-3-8,-7 75,0 0,-1 10,0-1,0 0,0 0,0 0,1 1,0-1,0 0,1 1,-1-1,1 1,0-1,0 1,0 0,1 0,-1 0,1 0,2-2,-1 5,-1 2,0-1,0 0,1 1,-1-1,0 1,0 0,0 0,0 0,0 0,0 1,0-1,0 1,0 0,-1 0,1 0,-1 0,1 0,-1 1,0-1,0 1,0-1,0 1,0 0,-1 0,1 0,-1 0,1 1,-1-2,16 28,-1 1,-2 1,0 0,-3 1,-1 0,-1 1,-1 0,-3 0,0 0,-3 1,0 0,-3-1,-1 10,7 27,0-65,0-5</inkml:trace>
  <inkml:trace contextRef="#ctx0" brushRef="#br0" timeOffset="30498.905">18825 1119,'-7'-4,"2"-3,9 2,13 0,19-1,20-1,14-2,11-2,0-2,-6 3,-16 2</inkml:trace>
  <inkml:trace contextRef="#ctx0" brushRef="#br0" timeOffset="31195.915">18784 1894,'-10'50,"3"1,1 0,2 45,2-63,3-26,-2 0,1 0,-1-1,0 1,0 0,-1-1,0 1,0 0,0-1,-1 0,0 0,0 0,-1 1,4-7,0 0,-1 1,1-1,0 1,0-1,0 0,-1 1,1-1,0 0,0 1,-1-1,1 0,0 1,-1-1,1 0,0 1,-1-1,1 0,-1 0,1 0,0 1,-1-1,1 0,-1 0,1 0,0 0,-1 0,1 0,-1 0,1 0,-1 0,1 0,-1 0,1 0,0 0,-1 0,1 0,-1 0,1-1,0 1,-1 0,1 0,-1 0,1-1,0 1,-1 0,1 0,0-1,-1 1,1 0,0-1,0 1,-1-1,1 1,0 0,0-1,0 1,-1-1,1 1,0 0,0-1,-5-29,5-9,2 0,1 1,3-1,1 1,1 1,3-2,-7 24,2-1,-1 1,2 0,0 1,0 0,1 0,10-12,-15 21,1 1,-1 0,1 0,0 0,0 0,0 1,1-1,-1 1,1 0,0 0,0 1,0 0,0-1,0 2,0-1,1 1,-1-1,0 2,1-1,-1 0,1 1,-1 0,1 0,3 1,-6 0,1 0,-1 0,0 0,0 0,0 1,0-1,0 1,0-1,-1 1,1 0,0 0,-1 0,0 1,1-1,-1 1,0-1,0 1,0 0,-1-1,1 1,-1 0,1 0,-1 0,0 1,0-1,0 0,-1 0,1 0,-1 1,0-1,0 0,0 1,0 5,0-1,0 1,-1 0,-1-1,1 1,-1-1,-1 1,0-1,0 0,0 0,-4 6,-4 1,0-1,-1 0,-1-1,0 0,0-1,-1 0,-1-1,0 0,-1-2,-6 3,41-20,0 1,0 0,0 2,1 0,18-2,-33 7,0-1,0 1,0-1,0 2,-1-1,1 0,0 1,0 0,0 0,-1 0,1 1,0 0,-1 0,1 0,-1 0,0 1,0-1,0 1,0 0,0 0,-1 1,1-1,-1 1,0 0,0 0,0 0,0 2,-1-2,0 1,0-1,-1 1,1 0,-1-1,0 1,-1 0,1 0,-1 0,0 0,0 0,-1 0,1-1,-1 1,0 0,0 0,-1 0,0-1,1 1,-1-1,-1 1,1-1,-1 0,0 0,0 0,0 0,0-1,0 1,-1-1,0 0,0 0,0 0,0 0,0-1,-1 0,1 1,0-2,-1 1,0 0,0-1,-8 3,-1-1,1 0,-1-1,0 0,1-1,-1-1,0 0,0-1,-12-2,-16-4</inkml:trace>
  <inkml:trace contextRef="#ctx0" brushRef="#br0" timeOffset="34728.416">22287 2375,'0'3,"2"2,3 1,6-1,4-1,8 1,6 0,10 1,7 2,5-1,0 1,-1-1,-5-1,-7-3,-11-1</inkml:trace>
  <inkml:trace contextRef="#ctx0" brushRef="#br0" timeOffset="44802.159">19774 2723,'-3'-3,"0"1,0 0,0 0,0 0,0 0,-1 0,1 0,-1 1,1 0,-1 0,1 0,-1 0,0 0,1 1,-1-1,0 1,0 0,1 0,-1 1,0-1,1 1,-1 0,0 0,1 0,-1 0,1 0,-1 1,1 0,0-1,0 1,0 1,0-1,0 0,0 1,-1 1,-2 8,0 1,0 0,1 0,1 1,0-1,1 1,0 0,1 0,1 0,0 0,1 0,0 0,1 0,2 10,-1-17,-1 0,1 1,0-1,0 0,1 0,0-1,1 1,-1 0,1-1,0 0,1 0,-1 0,1-1,0 1,1-1,-1 0,1-1,0 1,0-1,1 0,-1-1,1 0,0 0,0 0,0-1,0 0,0 0,1-1,-1 0,0 0,1 0,-1-1,1 0,-1-1,6-1,-5 0,0-1,0 0,-1 0,1-1,-1 0,0 0,0 0,0-1,-1-1,0 1,0-1,0 0,0 0,-1 0,0-1,-1 0,1 0,-1 0,-1-1,1 1,-1-1,-1 0,1 0,-2 0,1 0,-1 0,0 0,0 0,-1-1,0 1,-1 0,0 0,0-1,0 1,-3-6,3 4,-1 0,0-1,-1 1,0 0,0 0,-1 1,0-1,-1 1,0-1,-1 2,0-1,0 1,-1-1,0 2,0-1,-1 1,1 0,-2 1,-3-3,9 8,0-1,-1 1,1 0,-1 0,1 0,-1 0,1 1,-1-1,0 1,1 0,-1 0,0 0,1 1,-1-1,0 1,1 0,-1 0,1 0,0 0,-1 1,1-1,0 1,0 0,-1 0,2 0,-1 0,0 1,0-1,1 1,-1 0,1 0,-2 2,-4 6,1 1,0-1,0 1,2 0,-1 1,2-1,-1 1,0 5,-4 26</inkml:trace>
  <inkml:trace contextRef="#ctx0" brushRef="#br0" timeOffset="45054.485">19746 3057,'0'21,"0"17,0 17,3 12,2 11,3 8,3 5,1 3,1 0,-1-6,-1-8,0-11,-2-17</inkml:trace>
  <inkml:trace contextRef="#ctx0" brushRef="#br0" timeOffset="45666.981">20709 2616,'-10'4,"0"0,0 1,0 0,1 0,-1 1,1 1,1-1,-1 1,1 1,1 0,-1 0,1 0,1 1,-1 0,-2 6,6-9,0 0,0 1,0-1,1 1,0 0,0 0,1-1,-1 1,2 1,-1-1,1 0,0 0,0 0,1 0,0 0,0 0,1 0,0 0,0-1,1 1,-1-1,2 1,-1-1,2 3,1-1,0-1,0 1,0-1,1 0,1 0,-1-1,1 1,0-2,0 1,1-1,-1-1,7 3,-11-5,0-1,1 1,-1-1,0 0,1 0,-1 0,1 0,-1-1,1 0,-1 0,1 0,-1 0,1-1,-1 0,1 0,-1 0,0 0,1-1,-1 0,0 0,0 0,0 0,0-1,-1 1,1-1,-1 0,1 0,-1-1,4-5,0 0,-1-1,0 0,-1-1,0 1,-1-1,0 0,0 0,-1 0,-1 0,0 0,-1-1,0 1,0-1,-1 1,-2-12,2 18,-1 0,1 1,-1-1,0 0,-1 0,1 1,-1-1,0 1,0-1,0 1,-1 0,1 0,-1 0,0 0,0 1,-1-1,1 1,-1-1,1 1,-1 0,0 1,0-1,-1 1,1 0,0 0,-1 0,1 0,-1 1,0 0,0 0,1 0,-1 0,0 1,0 0,0 0,0 0,1 1,-1-1,0 1,0 0,1 1,-1-1,-4 3,1 0,0 0,0 1,0 0,1 0,-1 0,1 1,0 1,1-1,0 1,0 0,0 0,1 1,0 0,0 0,1 0,0 0,1 1,0 0,0-1,0 2,-4 20</inkml:trace>
  <inkml:trace contextRef="#ctx0" brushRef="#br0" timeOffset="45950.38">20763 2923,'-2'23,"-1"19,0 13,3 11,3 9,4 6,6 4,-1 1,1-1,1-3,-3-2,-3-14</inkml:trace>
  <inkml:trace contextRef="#ctx0" brushRef="#br0" timeOffset="46504.485">21484 2629,'-10'5,"1"0,-1 0,1 1,0 1,1-1,-1 2,1-1,1 1,-1 0,1 0,1 1,-1 0,2 0,-1 1,0 3,3-7,0 0,1 0,0 1,0-1,0 0,1 1,0-1,1 1,-1 0,1-1,0 1,1 0,0-1,0 1,0-1,1 1,0-1,0 0,0 0,1 0,0 0,0 0,1 0,0-1,2 4,3-1,-1-1,2 1,-1-2,1 1,0-1,0-1,1 0,-1 0,1-1,0 0,1-1,-1 0,0-1,1-1,-1 1,1-2,0 0,-1 0,1-1,0 0,-1-1,1 0,-1-1,0-1,0 0,0 0,-1-1,1 0,8-6,-13 7,-1-1,1 1,-1-1,0 0,-1-1,1 1,-1-1,0 0,0 0,-1 0,0 0,0-1,0 1,-1-1,0 0,0 0,-1 0,0 0,0 0,-1 0,1 0,-1 0,-1 0,0 0,0 0,0 0,-1 0,0 0,0 1,0-1,-1 1,-3-6,2 3,-1 1,1-1,-1 1,-1 0,1 1,-1-1,-1 1,1 0,-1 1,0 0,-1 0,1 0,-1 1,-1 0,1 1,-1 0,1 0,-1 0,0 1,0 1,-1 0,1 0,0 1,-5-1,6 4,1-1,-1 1,0 1,1 0,0 0,-1 0,1 1,1 0,-1 0,1 0,-1 1,1 0,0 1,1-1,0 1,-1 0,2 0,-1 1,1-1,0 1,0 0,1 1,0-1,0 0,1 1,0-1,0 1,1 0,0 0,0 0,1-1,0 6,-2 26</inkml:trace>
  <inkml:trace contextRef="#ctx0" brushRef="#br0" timeOffset="46770.738">21592 3017,'-5'14,"-1"13,-2 14,0 13,2 9,1 7,3 9,0 3,2 2,0 0,0 0,3-2,2-2,4-6,-1-16</inkml:trace>
  <inkml:trace contextRef="#ctx0" brushRef="#br0" timeOffset="47461.462">22540 2629,'-6'2,"0"0,0 0,0 0,0 1,0 0,0 0,1 1,-1 0,1 0,0 0,0 0,1 1,-1 0,1 0,0 0,0 0,1 1,0-1,0 1,0 0,0 0,1 0,0 0,0 1,1-1,0 1,0-1,0 1,1-1,0 1,0-1,1 1,0-1,0 1,0-1,1 0,1 4,1-1,0-1,1 0,0-1,0 1,0-1,1 0,0 0,1 0,0-1,0 0,0-1,0 1,1-1,0-1,0 0,0 0,1 0,-1-1,1 0,0-1,0 0,0 0,0-1,0 0,0 0,0-1,0-1,0 1,1-2,-1 1,0-1,-1 0,1-1,0 0,-1-1,1 1,-1-2,0 1,3-4,-4-1,-1 0,0-1,0 0,-1 0,0 0,-1-1,0 1,-1-1,0 0,0-1,-1 1,-1 0,0 0,-1-1,0 1,0-1,-2 1,1 0,-1 0,-1-1,-2-7,2 9,-1-1,0 1,0 0,-1 0,0 0,-1 1,0-1,-1 1,0 1,0-1,-1 1,0 1,-7-6,11 9,-1 0,0 1,-1 0,1 0,0 1,-1-1,1 1,-1 0,0 1,0 0,0-1,0 2,0-1,0 1,0 0,0 0,1 0,-1 1,0 0,0 0,0 1,0 0,1 0,-1 0,-5 3,3 0,0 1,0 0,0 1,1-1,0 2,0-1,1 1,0 0,0 0,0 0,1 1,1 0,0 0,0 0,0 1,1-1,1 1,0 0,0-1,1 1,0 0,0 0,1 0,1 6,4 30</inkml:trace>
  <inkml:trace contextRef="#ctx0" brushRef="#br0" timeOffset="47714.323">22675 2843,'-3'21,"0"20,0 21,1 21,0 18,3 18,4 12,3 7,3 6,1 2,-1-5,0-7,-2-11,-3-26</inkml:trace>
  <inkml:trace contextRef="#ctx0" brushRef="#br0" timeOffset="48883.885">19572 1667,'10'14,"4"13,3 11,3 9,2 2,1 1,-3-5,1-6,-1-11,0-10,-3-8</inkml:trace>
  <inkml:trace contextRef="#ctx0" brushRef="#br0" timeOffset="49136.422">19907 1600,'-9'16,"-6"12,-1 8,-2 7,1 6,1 5,1 3,0 3,1 0,0 0,3-5,1-4,2-6,3-7,1-7,2-9</inkml:trace>
  <inkml:trace contextRef="#ctx0" brushRef="#br0" timeOffset="49497.764">19894 2215,'-1'4,"1"0,-1 0,1 0,0 0,0 0,1 0,-1-1,1 1,0 0,0 0,0 0,0 0,1-1,-1 1,1 0,0-1,0 0,1 1,-1-1,1 0,-1 0,1 0,0-1,0 1,0-1,1 1,-1-1,0 0,1 0,0-1,-1 1,1-1,0 1,2-1,1 0,-1-1,1-1,-1 1,0-1,1 0,-1 0,0-1,0 0,0 0,0 0,0-1,0 0,-1 0,1 0,-1-1,0 0,0 0,0 0,-1-1,1 1,-1-1,0 0,0-1,-1 1,0 0,0-1,0 0,0 0,-1 0,0 0,0 0,-1 0,0-1,0 1,0 0,-1-1,0 1,0-1,-1 1,1 0,-1-1,-2-3,2 7,0 0,-1 0,0-1,1 1,-1 0,-1 1,1-1,0 0,-1 1,1-1,-1 1,0 0,1 0,-1 0,0 0,0 0,-1 0,1 1,0 0,-1 0,1 0,0 0,-1 0,1 1,-1-1,1 1,-1 0,1 0,-1 0,1 1,-1-1,1 1,-1 0,1 0,-1 0,1 0,0 0,0 1,0 0,0 0,0 0,0 0,0 0,0 0,1 1,-1-1,1 1,0 0,-2 1,-10 20,4-2</inkml:trace>
  <inkml:trace contextRef="#ctx0" brushRef="#br0" timeOffset="50172.967">20682 1693,'-4'12,"1"0,0 0,1 0,0 0,1 0,0 0,1 1,1-1,0 0,0 0,1 1,1-1,0 0,1-1,0 1,0-1,1 0,1 0,0 0,1-1,0 1,0-1,-5-8,0 0,0-1,0 1,0 0,0-1,0 1,0-1,1 1,-1-1,0 0,1 0,-1 0,1-1,0 1,-1 0,1-1,-1 0,1 1,0-1,-1 0,1-1,0 1,-1 0,1-1,-1 1,1-1,0 0,-1 0,0 0,1 0,-1 0,0-1,1 1,-1-1,0 1,0-1,0 0,0 0,-1 0,1 0,0 0,-1 0,2-2,8-15,0-1,-1 0,0 0,-2-1,-1 0,5-18,19-53,-50 189,-76 269,86-301,11-54</inkml:trace>
  <inkml:trace contextRef="#ctx0" brushRef="#br0" timeOffset="50521.519">20937 2175,'26'-55,"19"-79,-40 121,-3 19,-5 22,-3 17,1-17,2 0,0 0,2 1,1-1,4 23,1-27</inkml:trace>
  <inkml:trace contextRef="#ctx0" brushRef="#br0" timeOffset="51041.748">21338 1627,'153'219,"-152"-216,0 0,1 0,-1 0,1 0,0 0,0-1,0 1,0-1,1 1,-1-1,0 0,1 0,0 0,-1 0,1 0,0-1,0 1,0-1,0 0,0 0,1 0,-1 0,0-1,0 1,1-1,-1 0,0 0,0 0,1 0,-1 0,0-1,0 0,1 1,-1-1,0-1,0 1,0 0,0-1,9-9,-1 0,-1-1,0-1,0 1,-1-2,-1 1,0-1,-1-1,0 1,-1-1,-1 0,3-14,9-36,-33 92,-17 60,4 1,3 1,5 1,4 1,3 6,10-73</inkml:trace>
  <inkml:trace contextRef="#ctx0" brushRef="#br0" timeOffset="51372.468">21752 2001,'25'-8,"1"1,-1 0,1 2,0 1,1 2,4 0,37 13,-66-10,0 0,0 0,-1 0,1 0,-1 0,1 0,-1 1,1-1,-1 0,0 1,0 0,0-1,0 1,0 0,0-1,0 1,0 0,-1 0,1 0,-1 0,1-1,-1 1,0 0,0 0,0 0,0 0,0 0,0 0,0 0,-1 0,1 0,-1 0,1 0,-1 0,-3 8,-1 1,0-1,0 0,-1 0,-1-1,1 0,-1 0,-1 0,-5 4,-38 52,51-65,-1 1,0 0,1-1,-1 1,1 0,-1 0,1 0,0-1,-1 1,1 0,0 0,0 0,-1 0,1 0,0 0,0 0,0 0,0-1,0 1,0 0,0 0,1 0,-1 0,0 0,0 0,1 0,-1-1,0 1,1 0,-1 0,1 0,-1-1,1 1,0 0,-1-1,1 1,0 0,-1-1,1 1,0-1,0 1,40 6,51-22,-44 1</inkml:trace>
  <inkml:trace contextRef="#ctx0" brushRef="#br0" timeOffset="51873.172">22420 1573,'14'35,"58"76,-68-106,1 0,0-1,0 1,0-1,0 0,1 0,0 0,0-1,0 0,0 0,0-1,1 1,-1-2,1 1,-1 0,1-1,0-1,2 1,-4-1,0-1,-1 0,1 0,0 0,-1-1,1 1,-1-1,0 0,0 0,1-1,-1 1,-1-1,1 0,0 0,-1 0,1-1,-1 1,0-1,0 0,-1 0,1 0,-1 0,0 0,0 0,0-1,1-2,3-9,-1 0,-1 0,0 0,-1-1,-1 0,1-15,-4 18,-11 200,-80 196,86-339,5-29</inkml:trace>
  <inkml:trace contextRef="#ctx0" brushRef="#br0" timeOffset="52310.555">22808 1907,'8'-1,"10"-2,0 1,0 0,1 1,-1 1,0 1,0 0,0 2,1 0,3 2,-21-5,1 0,-1 0,1 1,-1-1,1 1,-1 0,0-1,1 1,-1 0,0 0,0-1,1 1,-1 0,0 0,0 0,0 1,0-1,0 0,0 0,-1 1,1-1,0 0,-1 1,1-1,-1 0,1 1,-1-1,1 1,-1-1,0 1,0-1,0 1,0-1,0 1,0-1,0 1,-1-1,1 1,-1-1,1 1,-1-1,1 0,-1 1,0-1,1 0,-1 1,-1 0,-81 65,83-65,-1 0,1-1,0 1,0 0,0 0,0-1,1 1,-1 0,0-1,1 1,-1 0,1-1,0 1,-1 0,1-1,0 1,0-1,0 0,0 1,0-1,0 0,1 1,-1-1,0 0,1 0,-1 0,1 0,-1 0,1 0,-1-1,1 1,-1-1,1 1,0-1,0 1,-1-1,1 0,0 0,-1 0,2 0,5 4,1 0,-4-3,-1 0,0 1,1 0,-1 0,0 0,0 0,0 1,0-1,0 1,0 0,-1 0,0 1,1-1,-1 1,-1 0,1-1,0 1,-1 0,0 1,2 3,-6-5,1 1,-1 0,0-1,0 1,-1-1,1 1,-1-1,1 0,-1 0,0 0,0-1,-1 1,1-1,0 1,-1-1,1 0,-1-1,0 1,0-1,0 1,0-1,0 0,0 0,0-1,0 1,2-1,-138 23,98-22</inkml:trace>
  <inkml:trace contextRef="#ctx0" brushRef="#br0" timeOffset="52565.874">22313 1092,'16'0,"17"5,13 3,14 3,5 2,1 1,-5 0,-10 0,-13 0,-14-2</inkml:trace>
  <inkml:trace contextRef="#ctx0" brushRef="#br0" timeOffset="53141.448">21445 1480,'18'2,"13"1,10 0,10-1,4 0,4-1,-6-1,-8 1,-12-1</inkml:trace>
  <inkml:trace contextRef="#ctx0" brushRef="#br0" timeOffset="53497.013">20709 1386,'3'0,"6"0,12 0,14 0,12 0,9 0,2 0,-7-2,-11-1</inkml:trace>
  <inkml:trace contextRef="#ctx0" brushRef="#br0" timeOffset="54019.156">19506 1399,'4'-2,"12"-1,13 0,14 1,12 0,10 1,-3 1,-12-1</inkml:trace>
  <inkml:trace contextRef="#ctx0" brushRef="#br0" timeOffset="65307.686">20402 343,'0'18,"0"13,2 8,1 4,2 2,1-2,-2-5,-1-3,0-6,-2-5,-1-10,0-6</inkml:trace>
  <inkml:trace contextRef="#ctx0" brushRef="#br0" timeOffset="65620.369">20282 236,'2'5,"0"-1,0 1,0-1,1 1,0-1,0 0,0 0,0 0,1-1,-1 1,1-1,3 3,-5-4,34 26,1-1,2-2,30 15,80 55,-141-89,0 0,0 1,-1 1,0-1,0 1,-1 1,0-1,4 8,-8-13,0 0,-1 1,0-1,1 0,-1 1,-1-1,1 1,0-1,-1 1,0-1,1 1,-2-1,1 1,0-1,-1 1,1-1,-1 0,0 1,0-1,0 1,-1-1,1 0,-1 0,0 0,0 0,0 0,-1 0,-7 6,-1 0,-1-1,1 0,-1-1,-1-1,1 0,-1-1,0 0,0 0,-1-2,1 0,-1 0,0-1,0-1,-5 0,18-1,-5 2,-1-1,1 0,-1 0,1 0,-1-1,1 0,-1 0,1 0,-1-1,1 0,0 0,-1-1,1 0,0 0,0 0,0-1,0 0,0 0,1-1,-1 1,1-1,-2-2,0-8</inkml:trace>
  <inkml:trace contextRef="#ctx0" brushRef="#br0" timeOffset="65917.56">21097 450,'-12'-6,"0"0,-1 1,1 0,-1 1,-1 1,1 0,0 1,-1 0,1 1,-1 0,1 1,-1 1,0 0,1 1,0 0,-1 1,1 1,0 0,1 1,-1 0,1 1,0 0,0 1,-10 7,19-12,0 1,1-1,-1 1,0 0,1 0,-1 0,1 0,0 0,0 0,0 1,1-1,-1 1,1-1,0 1,0 0,0-1,0 1,1 0,-1 0,1-1,0 1,0 0,0 0,1 0,-1-1,1 1,0 0,0-1,1 1,-1 0,1-1,-1 0,1 1,0-1,0 0,1 0,1 2,8 4,1 0,1-1,0 0,0-1,0 0,1-2,0 0,0 0,1-1,-1-1,1-1,-1 0,1-1,15-1,131-1,-91-5</inkml:trace>
  <inkml:trace contextRef="#ctx0" brushRef="#br0" timeOffset="66159.914">21431 330,'0'16,"0"12,0 8,0 5,0 2,0-2,0 0,-2-6,-1-6,0-6,1-9,0-11,1-7</inkml:trace>
  <inkml:trace contextRef="#ctx0" brushRef="#br0" timeOffset="66353.776">21391 317,'-4'0,"4"4,11 11,11 10,11 7,9 5,5 1,1-1,-6-3,-9-3,-14-1,-18-5,-23-1,-31-2,-6-6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9:54.83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202 107,'-15'-96,"15"96,0-1,0 1,0-1,0 1,0-1,-1 1,1-1,0 1,0 0,0-1,-1 1,1-1,0 1,0 0,-1-1,1 1,0 0,-1-1,1 1,0 0,-1-1,1 1,-1 0,1 0,0 0,-1-1,1 1,-1 0,1 0,-1 0,1 0,0 0,-1 0,1 0,-1 0,1 0,-1 0,1 0,-1 0,1 0,-1 0,1 0,0 0,-1 1,1-1,-1 0,1 0,0 0,-1 1,1-1,-1 0,1 1,0-1,-1 0,1 1,0-1,0 0,-1 1,1-1,0 1,0-1,0 0,-1 1,1-1,0 1,0-1,0 1,0-1,-16 34,6 7,2 0,2 0,1 0,3 0,1 1,2 12,-1-13,16 586,-17 36,-25-198,31-248,0-124,-5 0,-3 0,-8 33,0-57,-13 91,-2 129,7 120,-4 209,23 621,27-661,0-73,11 227,-33-656,28 613,42-43,-8 94,-47-558,-3 150,-10 316,-3-173,-21 10,0 124,13 187,41-245,-20-213,-4-138,-4-95,-5 0,-5 12,-12 54,3 3,-8-10,19 92,3-231,1 1,1-1,1 0,1-1,11 23,-15-36,2 5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9:58.30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231 4,'-16'0,"-1"1,0 1,0 0,1 1,-1 1,1 0,-6 4,16-6,1 0,-1 0,1 1,0 0,0 0,0 0,0 0,0 1,1 0,0 0,0 0,0 1,0-1,0 1,1 0,0 0,0 0,1 1,-1-1,1 0,0 1,0 3,1-4,1 0,-1 0,1 0,1 1,-1-1,1 0,0 0,0 1,0-1,1 0,-1 0,1-1,1 1,-1 0,1-1,-1 1,1-1,1 0,-1 0,0 0,1 0,0 0,0-1,0 0,0 0,4 2,4 3,1 0,1-1,-1-1,1 0,0 0,1-2,-1 0,14 2,-17-4,1 0,-1-1,1-1,0 1,0-2,-1 0,1 0,0-1,-1-1,0 0,1 0,-1-1,0 0,-1-1,1-1,-1 1,0-2,0 1,-1-1,0-1,0 0,-1 0,0 0,0-1,-1-1,0 1,-1-1,0 0,0-1,-1 1,-1-1,0 0,0 0,-1-1,0 1,-1-1,0-32,-8 83,5-32,1 0,-1 0,1 0,0 0,1 0,0 0,0 0,1 0,-1 0,2 0,-1-1,1 1,0-1,0 0,0 1,1-1,0-1,0 1,1-1,0 1,0-1,0 0,0-1,1 0,0 0,0 0,0 0,0-1,0 0,1 0,-1-1,1 1,1-1,-1-2,1 1,0-2,-1 1,1-1,0 0,-1 0,1-1,-1 0,0 0,0-1,1 0,-2 0,1 0,0-1,-1 0,1-1,-1 0,0 0,-1 0,1 0,-1-1,0 0,1-2,2-2,-1-2,0 1,0-1,-1 0,-1 0,0-1,0 1,-2-1,1 0,-2 0,0-1,1-11,-5 11,-4 20,-7 22,11-23,0 0,0 1,1 0,0-1,-1 1,2 0,-1 0,1 0,0-1,0 1,1 0,-1 0,1 0,0-1,1 1,0 0,0-1,0 0,0 1,1-1,0 0,0 0,0 0,1-1,0 1,-1-1,2 0,3 4,32 14,3-4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9:58.85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41 12,'-11'-7,"-4"2,2 10,12 12,11 10,5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0:14.00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0 274,'8'-31,"0"0,3 1,0 0,2 1,1 0,1 1,15-18,-17 27,-13 19,0 0,0 0,0 1,0-1,-1 0,1 0,0 1,0-1,0 0,0 0,0 1,1-1,-1 0,0 0,0 1,0-1,0 0,0 0,0 0,0 1,0-1,0 0,1 0,-1 1,0-1,0 0,0 0,1 0,-1 0,0 0,0 1,0-1,1 0,-1 0,0 0,0 0,0 0,1 0,-1 0,0 0,0 0,1 0,-1 0,0 0,0 0,1 0,-1 0,0 0,0 0,1 0,-1 0,0 0,0 0,1 0,-1 0,0 0,0 0,0-1,1 1,-1 0,-23 184,18-130,3-1,2 0,3 1,1-1,3 0,8 23,-7-41,-4-22,0-1,-1 1,-1 0,0 0,-1 0,0 1,-1-1,-1 5,0-15,-1 0,1 0,-1 0,0 0,0-1,0 1,0-1,0 1,0-1,-1 0,1 0,-1 0,0 0,0 0,1 0,-1-1,0 0,0 1,0-1,-1 0,1 0,0-1,0 1,0-1,-1 0,1 1,0-1,0-1,-1 1,1 0,0-1,0 0,-1 0,1 0,0 0,0 0,0 0,-1-2,15-4,16 5,-1 1,1 1,0 2,-1 1,10 2,-13-2,49 7,-7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0:14.16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0:12.85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26 14,'0'20,"0"23,0 22,0 21,0 16,0 11,0 5,-2-3,-3-8,-3-16,0-24</inkml:trace>
  <inkml:trace contextRef="#ctx0" brushRef="#br0" timeOffset="532.819">0 134,'1'-3,"-1"-3,1 1,0 0,0 0,0-1,1 1,0 0,0 0,0 1,0-1,1 0,0 1,0-1,0 1,1 0,-1 0,1 0,0 1,0-1,0 1,0 0,1 0,-1 0,1 1,3-2,2 5,-1 0,1 1,0 0,-1 0,0 1,1 0,-1 1,0 0,-1 0,6 4,-3-3,9 4,0 1,0 0,0 2,-2 0,1 1,-2 1,1 0,-2 2,0 0,-1 0,0 3,-14-18,0 1,0-1,0 1,-1-1,1 1,0-1,-1 1,1-1,-1 1,1 0,-1-1,0 1,0 0,1-1,-1 1,-1 0,1-1,0 1,0 0,0-1,-1 1,1-1,-1 1,0 0,1-1,-1 1,0-1,0 1,0-1,0 0,0 1,0-1,0 0,0 0,-1 0,0 1,-59 21,38-19,0-1,0-1,-1-1,1-1,-1-1,1-1,0-1,-19-5,41 9,1-1,-1 0,1 0,-1 0,1 1,-1-1,1 0,-1 0,1 0,-1 0,0 0,1 0,-1 0,1 0,-1 0,1 0,-1 0,1-1,-1 1,1 0,-1 0,1 0,-1-1,1 1,0 0,-1-1,1 1,-1 0,1-1,0 1,-1 0,1-1,0 1,-1-1,1 1,0-1,0 1,-1-1,1 1,0-1,0 1,0-1,0 1,0-1,0 1,0-1,0 1,0-1,0 1,0-1,0 1,0-1,0 1,0-1,0 1,0-1,1 1,-1-1,0 1,0-1,1 1,-1-1,0 1,1 0,-1-1,0 1,1 0,-1-1,1 1,38-14,179 3,-8 0,-206 12,0-1,0-1,-1 1,1 0,0-1,0 0,-1 0,1 0,-1 0,1-1,-1 1,1-1,-1 0,0 0,0 0,0-1,0 1,0-1,0 1,-1-1,1 0,-1 0,0 0,0 0,0-1,0 1,-1 0,1-1,-1 0,0 1,0-1,0 1,0-4,-2-1,-1-1,0 0,0 1,-1-1,0 1,0 0,-1 0,0 0,-1 1,0-1,0 1,0 0,-1 1,0-1,0 1,-1 0,0 1,0-1,0 1,0 1,-1-1,-2 0,9 4,-1 0,0 0,0 0,0 0,0 0,0 1,0-1,0 1,0-1,0 1,0 0,0-1,0 1,0 0,0 0,-1 1,1-1,0 0,0 1,0-1,0 1,0 0,0 0,0-1,0 1,1 0,-1 1,0-1,1 0,-1 1,0-1,1 0,-1 1,1 0,0-1,0 1,0 0,-1 0,1 0,1 0,-2 1,0 4,-1 1,1 0,1 1,-1-1,2 0,-1 0,1 1,0-1,0 0,1 1,1-1,-1 0,1 0,1 0,-1 0,1 0,0-1,1 1,0-1,0 0,1 0,4 5,1 1,1 0,0 0,1-2,1 1,0-1,0-1,1 0,1-1,-1-1,15 6,46 12,-5-8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0:11.00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261 843,'-3'-5,"-2"1,1-1,0 1,-1 0,0 0,0 0,0 0,0 1,-1 0,1 0,-1 0,0 1,0 0,1 0,-2 1,1-1,0 1,0 1,0-1,0 1,-1 0,1 0,0 1,0 0,-1 0,1 0,0 1,0 0,1 0,-1 0,0 1,1 0,-1 0,1 1,0-1,-3 3,4-1,-1-1,0 1,1 0,0 0,0 0,1 1,-1-1,1 1,0 0,1 0,-1 0,1 0,0 1,1-1,0 0,0 1,0-1,1 1,0 0,0-1,0 1,1-1,0 1,0-1,1 0,0 1,0-1,0 0,1 0,0 0,0-1,1 1,-1-1,1 1,0-1,1 0,2 0,1-1,0 1,0-2,1 1,-1-1,1 0,0-1,-1 0,1 0,0-1,0 0,0 0,0-1,0-1,1 1,-1-1,-1-1,1 0,0 0,0-1,-1 0,1 0,-1-1,0 0,0 0,0-1,-1 0,0-1,0 0,0 0,-1 0,1-1,-2 1,1-2,-1 1,0-1,0 1,-1-1,0-1,0 0,-2 4,0-1,0 1,-1-1,1 0,-1 1,-1-1,1 0,-1 0,0 0,0 0,-1 0,1 1,-1-1,-1 0,1 0,-3-4,4 10,0-1,0 0,-1 1,1-1,-1 1,1-1,0 0,-1 1,1-1,-1 1,1-1,-1 1,0 0,1-1,-1 1,1-1,-1 1,0 0,1 0,-1-1,0 1,1 0,-1 0,0 0,1 0,-1-1,0 1,0 0,1 0,-1 1,0-1,1 0,-1 0,0 0,1 0,-1 1,0-1,1 0,-1 1,0-1,1 0,-1 1,1-1,-1 1,0-1,1 1,-1-1,1 1,0-1,-1 1,1-1,-1 1,1 0,0 0,-16 38,17-33,0 1,0-1,0 0,1 0,0 0,1 0,-1 0,1 0,0-1,0 1,1-1,0 0,0 0,0 0,0-1,1 1,0-1,0 0,0 0,0-1,0 0,1 0,0 0,-1 0,1-1,0 0,1 0,-1-1,4 1,39 13</inkml:trace>
  <inkml:trace contextRef="#ctx0" brushRef="#br0" timeOffset="647.405">970 816,'-17'-2,"0"0,0 2,-1-1,1 2,0 1,0 0,0 1,-6 2,16-3,0 0,1 0,-1 1,1 0,0 0,-1 0,1 1,1 0,-1 0,1 0,0 1,0 0,0 0,0 0,1 1,0-1,0 1,0 0,1 0,0 0,-1 6,2-8,1 1,0 0,0 0,0 0,0-1,1 1,0 0,0 0,1 0,-1 0,1 0,0 0,0 0,1-1,-1 1,1 0,0-1,0 1,1-1,-1 0,1 0,0 0,0 0,1 0,-1-1,1 1,-1-1,1 0,0 0,2 0,7 6,1-1,-1-1,1 0,0-1,1-1,0 0,0-1,0 0,4-1,-6 0,0-1,0-1,-1 0,1 0,0-2,0 1,0-2,0 0,-1 0,1-1,-1-1,0 0,0 0,0-1,0-1,-1 0,0-1,0 0,-1 0,1-1,-2-1,1 0,0-2,4-11,-1-1,0-1,-2-1,-1 1,-1-2,-1 1,-1-1,-2 0,0 0,-2-2,-3 26,31-187,-9 0,-5-65,-24 153,7 99,-1 1,0 0,0 0,0-1,0 1,0 0,0 0,-1 0,1 1,0-1,0 0,-1 0,1 1,-1-1,1 0,0 1,-1 0,1-1,-1 1,1 0,-1 0,1 0,-1-1,1 2,-1-1,1 0,-1 0,1 0,-1 1,1-1,-1 1,1-1,0 1,-1 0,1-1,0 1,-1 0,1 0,0 0,0 0,0 0,0 0,0 0,0 0,0 0,0 1,0-1,1 0,-1 1,0-1,1 1,-1-1,-13 19,1 0,1 1,0 1,2 0,0 0,2 1,0 0,2 1,0 0,2 0,0 0,2 0,1 0,1 9,0 11,2 0,2 0,1 0,3 0,2-1,1 0,2-1,2 0,2-2,2 0,1 0,2-2,2-1,3 2,-15-24,0 1,1-1,0-1,1-1,1 0,4 2,-16-12,1 0,0 0,1-1,-1 1,0-1,1 0,-1 0,1-1,0 1,-1-1,1 0,0 0,0-1,0 1,0-1,0 0,0 0,0-1,0 0,-1 0,1 0,0 0,0-1,-1 1,1-1,-1-1,1 1,4-6,0-1,0 0,-1 0,0-1,0 0,-1 0,0 0,-1-1,-1-1,1 1,-2-1,0 1,0-1,-1 0,0-1,-1 1,0-3,-2 14,0 1,1 0,-1 0,0-1,1 1,-1 0,0 0,1-1,-1 1,0-1,0 1,1 0,-1-1,0 1,0 0,0-1,0 1,1-1,-1 1,0-1,0 1,0 0,0-1,0 1,0-1,0 1,0-1,0 1,0-1,0 1,-1 0,1-1,0 1,0-1,0 1,0 0,-1-1,1 1,0 0,0-1,-1 1,1 0,0-1,-1 1,1 0,0-1,-1 1,1 0,-1 0,1 0,0-1,-1 1,1 0,-1 0,1 0,0 0,-1 0,1 0,-1 0,1 0,-1 0,1 0,-1 0,1 0,0 0,-1 0,1 0,-1 0,1 0,-21 25,18-20,0-1,0 1,0 0,1 0,0 0,0 0,0 0,1 1,-1-1,1 1,1-1,-1 0,1 1,0-1,0 1,1-1,-1 1,1-1,0 1,1-1,-1 0,1 0,0 1,0-1,1-1,0 1,2 3,21 12,2-6</inkml:trace>
  <inkml:trace contextRef="#ctx0" brushRef="#br0" timeOffset="901.687">1892 777,'-18'-9,"-13"-6,-5-2,-5 0,2-1,-1 2,8 3</inkml:trace>
  <inkml:trace contextRef="#ctx0" brushRef="#br0" timeOffset="1146.312">1184 402,'23'-9,"25"-3,25 0,26 7,18 9,8 11,-18 2</inkml:trace>
  <inkml:trace contextRef="#ctx0" brushRef="#br0" timeOffset="1401.649">2107 870,'-2'13,"1"0,1 0,0 0,1 0,0 0,1-1,1 1,0 0,0-1,1 1,4 6,-5-12,0-1,1 0,0 0,0-1,0 1,1-1,-1 0,1 0,0 0,1-1,-1 1,1-1,0-1,0 1,0-1,1 0,-1 0,1-1,-1 0,1 0,0-1,1 1,-4-2,-1 1,1-1,-1 0,0 0,1 0,-1-1,1 1,-1-1,0 0,1 0,-1 0,0 0,0 0,1-1,-1 0,0 1,-1-1,1 0,0 0,-1-1,1 1,-1 0,1-1,-1 0,0 0,0 1,0-1,-1 0,1 0,-1-1,0 1,1 0,-1-2,19-116,-13-60,-2 163</inkml:trace>
  <inkml:trace contextRef="#ctx0" brushRef="#br0" timeOffset="1564.74">2547 1057,'16'-4,"0"0,-1 0,0-2,0 0,0 0,0-1,-1-1,-1-1,1 0,-1-1,-1 0,0-1,0 0,-1-1,-1 0,8-11,-4-33,-14 55,0 0,0-1,-1 1,1 0,0-1,-1 1,1 0,-1 0,0-1,1 1,-1 0,0 0,1 0,-1 0,0 0,0 0,0 0,0 0,0 0,0 0,0 1,-1-1,1 0,0 1,0-1,0 1,-1-1,1 1,0 0,-1-1,1 1,0 0,-1 0,1 0,0 0,-1 0,1 0,0 0,-1 1,0-1,-2 2,-1-1,1 1,-1 0,1 1,0-1,0 1,0 0,0 0,0 0,0 0,1 1,0-1,0 1,0 0,0 0,0 0,1 0,0 1,0-1,0 1,0-1,1 1,0 0,0-1,0 1,0 0,1 0,0 0,0 0,0 0,0-1,1 1,0 0,0 0,0 0,1-1,0 1,0-1,0 1,0-1,2 2,6 7,0-1,1-1,0 0,1-1,0 0,0 0,1-2,1 1,-1-2,1 0,1 0,-1-1,4 0,64 25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0:08.79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36 295,'-4'22,"-4"18,-1 7,2 4,1 0,5-8,6-7,8-11,5-11,0-9</inkml:trace>
  <inkml:trace contextRef="#ctx0" brushRef="#br0" timeOffset="264.294">23 1,'-4'11,"-2"4</inkml:trace>
  <inkml:trace contextRef="#ctx0" brushRef="#br0" timeOffset="526.953">278 576,'59'-44,"-34"26,0 0,0-2,-2-1,-1 0,0-2,-2-1,4-6,-23 29,0-1,1 1,-1 0,0 0,0 0,0-1,0 1,0-1,-1 1,1 0,0-1,-1 1,1-1,-1 0,1 1,-1-1,0 1,0-1,0 0,1 1,-2-1,1 0,0 1,0-1,0 1,-1-1,1 0,-1 1,1-1,-1 1,0-1,0 1,1 0,-1-1,0 1,0 0,-1-1,1 1,0 0,-5 0,-1-1,0 2,1-1,-1 1,0 0,1 0,-1 0,1 1,-1 0,0 1,1 0,0 0,-1 0,1 0,0 1,0 0,0 1,1-1,-1 1,1 0,0 0,0 1,0 0,1-1,-1 2,0-2,1 1,-1-1,1 1,0 0,0 1,0-1,1 1,0-1,0 1,0 0,1 0,0 0,0 1,0-1,1 1,0-1,0 0,1 1,0 0,0-1,0 1,1-1,0 1,0-1,1 0,-1 1,1-1,1 0,2 5,1-3,1-1,0 0,1-1,-1 1,1-1,1-1,-1 0,1 0,0-1,0 0,0 0,0-1,1 0,2 0,40 11</inkml:trace>
  <inkml:trace contextRef="#ctx0" brushRef="#br0" timeOffset="940.343">1026 335,'-17'-7,"-1"1,1 0,-1 1,0 1,0 1,-1 1,1 0,-1 1,1 1,-1 1,1 0,0 2,-4 0,20-2,-1-1,1 0,-1 1,1-1,0 1,-1-1,1 1,0 0,-1 0,1 0,0 1,0-1,0 0,0 1,0 0,0-1,1 1,-1 0,0 0,1 0,-1 0,1 0,0 0,0 0,0 0,0 1,0-1,0 0,0 1,1-1,-1 1,1-1,0 0,0 1,0-1,0 1,0-1,0 1,1-1,-1 1,1-1,0 0,0 1,0-1,0 2,10 10,1-1,0 0,1 0,1-2,0 1,0-2,1 0,0 0,16 6,-14-6,22 12,81 59,-119-81,-1 1,1-1,0 1,-1-1,1 1,0-1,-1 1,1-1,-1 1,1-1,-1 1,1 0,-1-1,1 1,-1 0,1 0,-1-1,0 1,0 0,1 0,-1 0,0-1,0 1,0 0,0 0,0 0,0-1,0 1,0 0,0 0,0 0,-1 0,1-1,0 1,0 0,-1 0,1-1,-1 1,1 0,0-1,-1 1,1 0,-1-1,0 1,1-1,-1 1,1 0,-1-1,0 0,0 1,1-1,-1 1,0-1,0 0,1 0,-1 1,0-1,0 0,0 0,1 0,-1 0,-55 8,53-8,-6 1,0 0,-1-1,1 0,0-1,0 0,0 0,0-1,0 0,-5-2,13 4,0-1,0 1,0-1,0 1,0-1,0 1,0-1,0 0,0 1,0-1,0 0,1 0,-1 0,0 0,0 1,1-1,-1 0,0 0,1 0,0-1,-1 1,1 0,-1 0,1 0,0 0,0 0,0 0,-1-1,1 1,0 0,0 0,1 0,-1 0,0 0,0-1,1 1,-1 0,0 0,1 0,-1 0,1 0,-1 0,1 0,36-40,33-12,1 4,3 3,14-4,-41 34,-46 17,0 0,-1 0,1 0,0 0,-1 0,1 0,-1 0,1 0,-1 0,0 0,0 0,1 0,-1 0,0 1,0-1,0 0,0 0,0 0,0 0,0 0,-1 1,1-1,0 0,-1 0,1 0,-1 0,0 1,1 1,-11 37,-12 82,23-116,0 0,0 0,0 0,1 0,0 0,1-1,-1 1,1 0,0-1,0 1,1-1,0 0,0 1,0-1,0-1,1 1,0 0,0-1,3 2,-3-2,0 0,1-1,0 0,0 0,0 0,0-1,0 0,1 0,-1 0,1 0,-1-1,1 0,-1 0,1-1,0 1,0-1,-1 0,2-1,23-4</inkml:trace>
  <inkml:trace contextRef="#ctx0" brushRef="#br0" timeOffset="1192.18">1347 1,'7'20,"7"19,5 13,-1-2</inkml:trace>
  <inkml:trace contextRef="#ctx0" brushRef="#br0" timeOffset="1642.091">1521 629,'20'-34,"-2"-2,-1 0,-2-1,-1-1,7-36,-16 53,0-1,-2 1,-1 0,0-1,-2 0,0-3,-7 12,5 33,6-12,1-1,0 1,0-1,1 0,0 0,0-1,1 0,-1 0,1 0,1-1,-1 0,1 0,0-1,0 0,0 0,0-1,1 0,0 0,23 9,-20-8,0 1,0 0,0 0,0 2,-1-1,0 1,-1 1,1 0,-1 0,2 3,-10-6,1 1,-1-1,0 1,-1-1,1 1,-1 0,0 0,0 0,-1-1,0 1,0 0,0 0,-1 0,0 0,0-1,0 1,-1 0,0-1,0 1,-1 0,-7 43,9-47,1 1,0-1,0 0,0 1,0-1,0 0,0 1,0-1,1 0,-1 0,1 1,0-1,0 0,0 0,0 0,0 0,0 0,0 0,1 0,-1 0,1-1,-1 1,1 0,0-1,0 1,0-1,-1 0,1 0,1 0,-1 0,0 0,0 0,0 0,0-1,1 1,-1-1,0 1,10-1,-1 0,1-1,-1 0,1-1,-1 0,0-1,0-1,0 1,0-1,0-1,-1 0,0-1,0 0,0 0,-1-1,0 0,1-2,5-6,-1-1,0 0,-1-1,0-1,-2 1,8-16,-14 24,-12 53,4-29,0-1,1 1,0 0,2 0,-1 0,2 0,1 5,-2-16,0-1,1 1,0-1,0 1,0-1,0 1,0-1,1 0,0 1,-1-1,1 0,0 0,1 0,-1-1,0 1,1 0,0-1,-1 0,1 1,0-1,0 0,0-1,1 1,-1 0,0-1,1 0,-1 0,1 0,-1 0,1 0,-1-1,3 1,17-1</inkml:trace>
  <inkml:trace contextRef="#ctx0" brushRef="#br0" timeOffset="1891.389">2336 161,'5'16,"1"5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0:00.92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251 679,'-6'-5,"0"1,0 0,-1 1,0 0,0 0,0 0,0 1,0 0,0 0,-1 1,1 0,-1 0,1 1,0 0,-1 0,1 0,-1 1,1 1,-1-1,1 1,0 0,0 1,0-1,0 2,1-1,-2 1,2 2,1 0,-1 0,1 1,1 0,-1 0,1 0,0 0,0 1,1-1,0 1,1 0,0 0,0 0,0 0,1 1,0 0,1-4,-1 1,1-1,1 0,-1 0,1 1,-1-1,2 0,-1 0,0 0,1 0,0 0,0-1,0 1,1 0,0-1,0 0,0 0,0 0,1 0,-1 0,1 0,0-1,0 0,0 0,1 0,-1 0,2-1,-1 1,0-1,1 0,-1 0,1-1,0 0,-1 0,1 0,0-1,0 0,0 0,-1 0,1-1,0 1,0-2,-1 1,1-1,-1 1,1-1,-1-1,0 1,0-1,0 0,0 0,0-1,0 1,-1-1,0 0,0 0,0 0,0-1,-1 0,1 1,-1-1,-1 0,1-1,0-1,1-2,0 1,-1-1,0 0,-1-1,0 1,0 0,-1-1,0 1,-1-1,0 0,-1 1,0-1,0 1,-1 0,0-1,-1 0,3 9,0 0,0 1,-1-1,1 0,0 0,-1 0,1 0,-1 0,1 1,-1-1,0 0,1 0,-1 1,0-1,1 0,-1 1,0-1,0 1,1-1,-1 1,0-1,0 1,0 0,0-1,0 1,0 0,0 0,1 0,-1 0,0-1,0 1,0 0,0 1,0-1,0 0,0 0,0 0,0 0,0 1,0-1,0 1,1-1,-1 0,0 1,0-1,0 1,1 0,-1-1,0 1,1 0,-1-1,0 1,1 0,-1 0,1-1,-1 1,1 0,0 0,-1 0,1 0,0 0,-1 0,1 0,0 0,0-1,0 1,0 0,0 1,-2 6,0 0,0-1,0 1,1 0,1 0,-1 0,1 1,1-1,-1 0,1 0,1 0,-1 0,1-1,1 1,0 0,0-1,0 0,1 1,0-1,0-1,1 1,0-1,0 1,0-1,1 0,29 28</inkml:trace>
  <inkml:trace contextRef="#ctx0" brushRef="#br0" timeOffset="651.765">732 692,'-11'5,"0"0,1 1,-1 0,1 1,0 0,0 0,1 1,0 0,1 1,0 0,-4 5,9-10,0 0,0 0,1 0,-1 1,1-1,0 1,0-1,0 1,1 0,-1 0,1-1,0 1,1 0,-1 0,1 0,0 0,0 0,0 0,1 0,0 0,0 0,0 0,1-1,-1 1,1 0,0-1,1 1,1 2,4 1,-1-1,1 0,1-1,-1 0,1 0,0-1,0 0,1 0,-1-1,1-1,0 1,0-1,1-1,-1 0,0-1,1 0,-1 0,1-1,-1-1,1 1,-1-2,1 1,-1-2,6-1,-2 0,0-1,-1 0,1-1,-1-1,-1 0,1-1,-1 0,0-1,-1 0,0 0,-1-2,0 1,0-1,-1-1,-1 1,0-2,0 1,-1-1,-1 0,0-1,-1 1,0-1,-1 0,-1 0,1-9,6-49,-3 1,-3-1,-4-1,-2 1,-7-28,8 91,-1-31,-3 0,-1 1,-2 0,-3-7,-8 11,19 35,-1-1,0 1,0 0,0-1,0 1,0 0,1 0,-1 0,0-1,0 1,0 0,0 0,0 0,0 0,0 1,0-1,1 0,-1 0,0 0,0 1,0-1,0 0,0 1,1-1,-1 1,0-1,0 1,1 0,-1-1,0 1,1-1,-1 1,1 0,-1 0,1-1,-1 1,1 0,-1 0,1 0,0 0,-13 20,2 1,0 0,1 0,2 1,0 0,1 1,2 0,0 0,0 15,0-4,1 0,2 0,1 0,2 1,1-1,2 0,2 0,1 0,1-1,2 0,1 0,2-2,1 1,2-2,1 0,9 11,-16-27,1-1,1 0,0-1,1-1,0 0,1 0,13 8,-22-17,0 1,1-1,-1 0,1-1,-1 1,1-1,0 0,0-1,0 1,0-1,0 0,0-1,0 0,0 0,0 0,0 0,0-1,0 0,0 0,0-1,0 0,0 0,0 0,2-2,2-5,1-1,-1 0,0-1,-1 0,-1 0,0-1,0 0,-1 0,0-1,-1 0,-1 0,0 0,-1-1,0 0,-1 0,-1 0,1-6,3-26,-22 98,3 70,14-118,-1 0,0 1,1-1,0 0,0 0,0 0,0 0,1 0,0 0,0 0,0 0,0 0,0-1,1 1,0-1,-1 0,1 0,0 0,1 0,-1 0,0-1,1 0,0 1,-1-1,1 0,0-1,1 1,64 2,-37-11</inkml:trace>
  <inkml:trace contextRef="#ctx0" brushRef="#br0" timeOffset="901.898">1629 638,'-12'-13,"-5"-10,-5-5,-3 0,-5 0,4 5</inkml:trace>
  <inkml:trace contextRef="#ctx0" brushRef="#br0" timeOffset="1150.799">1000 344,'18'-7,"20"-4,19-3,21 1,15 1,9 2,-11 3</inkml:trace>
  <inkml:trace contextRef="#ctx0" brushRef="#br0" timeOffset="1398.137">1869 679,'3'6,"7"16,0-1,2 0,0 0,1-1,1-1,1 0,1-1,0-1,7 5,-22-20,1 0,-1-1,1 0,-1 1,1-1,0 0,0 0,-1 0,1 0,0 0,0 0,0 0,0-1,0 1,0-1,0 1,0-1,0 0,0 0,0 0,1 0,-1 0,0 0,0-1,0 1,0-1,0 1,0-1,0 0,0 0,0 0,-1 0,1 0,0 0,-1 0,1-1,0 1,0-1,4-9,0-1,-1 1,0-1,-1 0,0 0,-1-1,0 1,-1-1,-1 1,0-1,0 1,-1-1,-2-6,3-10,-1 8,-1 15,1 1,-1-1,1 0,0 0,1 0,-1 0,1 0,0 0,1 0,-1 1,1-1,0 0,1 1,-1 0,1-1,0 1,1 0,-1 0,4-3,8 1</inkml:trace>
  <inkml:trace contextRef="#ctx0" brushRef="#br0" timeOffset="1633.508">2350 825,'17'-4,"0"-1,-1-1,0-1,0 0,0-1,-1 0,0-2,-1 0,0 0,0-1,-1-1,-1 0,0-1,-1 0,0-1,-1 0,0-1,-2 0,1 0,2-9,-11 23,1 0,0-1,-1 1,1 0,-1-1,1 1,-1 0,0-1,0 1,1 0,-1-1,0 1,0-1,0 1,-1-1,1 1,0 0,0-1,-1 1,1 0,-1-1,1 1,-1 0,0 0,1-1,-1 1,0 0,0 0,0 0,0 0,0 0,0 0,0 0,0 0,0 1,-1-1,1 0,0 0,0 1,-1-1,1 1,0 0,-1-1,1 1,-1 0,1 0,0 0,-1 0,1 0,-1 0,0 0,-5 2,0 1,1-1,-1 1,1 1,0-1,0 1,0 0,0 1,1-1,-1 1,1 0,1 1,-1-1,1 1,0 0,0 0,0 0,1 0,0 1,0-1,1 1,0 0,0 0,0 0,1 0,0 0,1 0,-1 0,1 0,1 6,1-7,-1 0,1 1,0-1,1 0,-1 0,1 0,1-1,-1 1,1-1,0 1,0-1,0-1,1 1,0 0,0-1,0 0,0 0,1-1,4 3,7 3,0 0,1-2,0 0,1 0,-1-2,3 0,142 15,-86-19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9:59.56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228 260,'-32'-1,"21"0,0 0,-1 1,1 0,0 0,0 1,0 1,0 0,0 0,0 1,1 1,-1 0,1 0,-10 6,17-8,1 0,-1 1,0-1,1 1,0 0,0 0,-1 0,2 0,-1 0,0 0,1 0,-1 0,1 1,0-1,0 1,0-1,1 1,-1-1,1 1,0-1,0 1,0-1,0 1,1 0,-1-1,1 1,0-1,0 0,1 2,1 4,1 0,1 0,0 0,0 0,0-1,1 0,1 0,-1 0,8 6,112 74,-49-38,-75-50,-1 0,1 0,-1 1,0-1,0 1,1-1,-1 1,0 0,0-1,1 1,-1 0,0 0,0 0,0 0,0 0,0 0,0 0,0 0,-1 0,1 0,0 0,0 1,-1-1,1 0,-1 1,1-1,-1 0,0 1,0-1,1 0,-1 1,0-1,0 1,0-1,0 0,-1 1,1-1,0 0,-1 1,1-1,-1 0,1 1,-1-1,1 0,-1 0,0 1,0-1,1 0,-1 0,0 0,0 0,0 0,0 0,-1 0,1-1,0 1,0 0,-15 5,1-2,-1 1,0-2,0 0,0-1,-1-1,-9 0,24 0,1 0,-1-1,1 1,-1-1,0 0,1 1,-1-1,1 0,-1 0,0 0,1 0,-1 0,1 0,-1 0,0-1,1 1,-1 0,1-1,-1 0,1 1,-1-1,1 0,-1 0,1 1,0-1,0 0,-1 0,1-1,0 1,0 0,0 0,0-1,0 1,0 0,0-1,1 1,-1-1,1 1,-1-1,1 1,-1-1,1 1,0-1,-1 0,1 1,0-1,0 1,0-1,1 0,-1 1,0-1,1 0,8-13,2 1,0 0,0 1,1 0,1 1,0 1,1 0,0 0,10-4,-14 7,14-11,1 2,1 0,1 1,0 2,1 0,1 3,7-3,-35 14,1-1,-1 1,0-1,1 1,-1 0,0 0,1-1,-1 1,1 0,-1 0,0 0,1 1,-1-1,1 0,-1 0,0 1,1-1,-1 1,0-1,0 1,1-1,-1 1,0 0,0 0,0 0,0 0,0 0,0 0,0 0,0 0,0 0,0 0,0 0,-1 0,1 1,0-1,-1 0,0 1,1-1,-1 0,1 1,-1-1,0 1,-4 69,2-55,0 1,-2 83,5-96,-1-1,1 0,-1 0,1 0,0 0,0 0,0 0,1 0,-1 0,1 0,0 0,-1-1,1 1,0-1,1 1,-1-1,0 0,1 0,-1 0,1 0,0 0,-1 0,1-1,0 0,0 1,0-1,0 0,2 0,19 1,-1-5</inkml:trace>
  <inkml:trace contextRef="#ctx0" brushRef="#br0" timeOffset="249.36">603 32,'-7'19,"-2"14,3 11,2-1</inkml:trace>
  <inkml:trace contextRef="#ctx0" brushRef="#br0" timeOffset="751.406">790 647,'8'-23,"-1"-1,0 1,-2-1,-1 0,-1-1,-1 1,-1-1,-2 1,0-1,-1 1,-2 0,-2-9,6 33,0-3,-1 0,1 0,-1 1,0-1,0 0,0 1,0-1,0 1,-1-1,1 1,-1 0,1-1,-1 1,0 0,0 0,0 0,0 0,0 1,-1-1,-1-1,3 3,1 1,-1-1,1 0,-1 0,0 1,1-1,-1 1,1-1,-1 0,1 1,-1-1,1 1,-1-1,1 1,0-1,-1 1,1 0,0-1,-1 1,1-1,0 1,0 0,0-1,0 1,-1 0,1-1,0 1,0 0,0-1,0 1,0 0,1-1,-1 1,0 0,0-1,0 1,1 0,-1-1,0 1,0-1,1 1,-1-1,1 1,-1 0,0-1,1 0,-1 1,1-1,-1 1,1-1,7 7,-1-1,1 0,1 0,-1-1,1 0,0 0,0-1,1 0,-1-1,1 0,0 0,-1-1,1-1,0 1,2-2,-2 2,26 4,70 20,-102-23,0 1,-1-1,0 1,0-1,0 1,0 0,-1 0,0 1,0-1,0 0,0 1,0-1,-1 1,0 0,0-1,0 1,-1 0,1 0,-1-1,0 1,-1 0,1 0,-1-1,0 1,0 0,0-1,-1 1,0-1,1 1,-2-1,1 0,-4 23,4-17,1-8,0 0,0 0,0 0,0 0,0 0,1 1,-1-1,1 0,-1 0,1 1,0-1,0 0,0 1,0-1,1 0,-1 0,0 1,1-1,0 0,0 0,-1 0,1 0,0 1,1-1,-1-1,0 1,0 0,1 0,-1 0,1-1,0 1,0-1,-1 1,1-1,0 0,1 1,6-2,0 0,0 0,0-1,0 0,0-1,0 0,-1 0,1-1,0 0,-1-1,0 1,0-2,0 1,0-1,-1 0,0-1,3-2,2-1,1 0,-1-2,-1 1,0-1,-1-1,0 0,0 0,-1-1,-1 0,-1-1,1 0,-2 0,0 0,-1-1,2-9,-8 41,-1 100,2-111,1-1,0 1,0-1,1 1,-1-1,1 0,0 1,0-1,1 0,0-1,0 1,0 0,0-1,1 1,-1-1,1 0,0-1,1 1,0 1,53 10,-29-18</inkml:trace>
  <inkml:trace contextRef="#ctx0" brushRef="#br0" timeOffset="1006.759">1552 5,'-18'-2,"-11"-1,-2 5,4 6,8 9,13 8,16 5,6-3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9:58.60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77,'2'16,"1"12,0 11,2 2,2 2,2-2,0-6,0-8,-1-10</inkml:trace>
  <inkml:trace contextRef="#ctx0" brushRef="#br0" timeOffset="496.673">295 251,'25'-19,"0"-1,-1-1,-1-1,-1-1,-1-2,14-20,-33 44,0-1,0 0,-1 1,1-1,-1 0,1 0,-1 0,0 0,0 0,0 0,0 0,0 0,0-1,-1 1,1 0,0 0,-1-1,0 1,0-1,0 1,0 0,0-1,0 1,-1 0,1-1,-1 1,1 0,-1 0,0-1,0 1,0 0,0 0,0 0,-1-1,-3 3,1 0,0 0,0 0,-1 1,1 0,0 0,0 0,0 0,0 0,0 1,0 0,0 0,0 0,1 0,-1 1,1-1,0 1,-1 0,1 0,0 0,1 0,-1 1,-1 1,-3 4,1-1,0 1,1 0,-1 0,2 1,-1-1,2 1,-1 0,0 6,2-12,1 0,0 0,1 0,-1 0,1 0,0 0,0 0,0 0,0 0,1 0,-1 0,1 0,0 0,0-1,1 1,-1 0,1-1,0 1,0 0,0-1,0 0,1 0,-1 0,1 0,0 0,1 1,6 2,1-1,-1 0,1-1,0 0,0-1,1 0,-1 0,1-2,0 1,-1-1,12-1,-10 0,50 3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19:56.338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210 188,'0'25,"0"24,-2 20,-1 11,-2 9,-2 0,-1-6,2-12,2-16,1-18</inkml:trace>
  <inkml:trace contextRef="#ctx0" brushRef="#br0" timeOffset="334.143">157 1,'3'35,"2"0,1 0,1 0,2-1,2 0,1-1,2 0,3 3,154 329,-170-363,2 2,0 1,-1-1,1 1,-1 0,0 0,-1 0,1 0,-1 0,0 0,0 1,0-1,-1 0,0 1,0-1,-1 0,1 0,-1 1,0-1,0 0,-1 0,0 0,1 0,-2 0,1 0,-1-1,1 1,-2 0,-9 3,0-1,-1-1,0 0,0-1,0-1,-1 0,1 0,-1-2,0 0,0-1,-14 0,29-1,-206 5,186-6</inkml:trace>
  <inkml:trace contextRef="#ctx0" brushRef="#br0" timeOffset="652.938">1000 428,'-138'-3,"131"4,0 0,0 1,0 0,1 0,-1 0,1 1,-1 0,1 0,0 1,0-1,0 2,1-1,-1 0,1 1,0 0,0 0,1 1,-2 1,1 1,0-1,0 1,0 0,1 1,0-1,1 1,0 0,0 0,1 0,0 0,1 0,0 0,0 1,1-1,0 0,1 1,0-1,0 0,1 0,0 0,1 0,0 0,0 0,1-1,0 0,1 1,-1-1,2-1,-1 1,1-1,0 0,0 0,1-1,0 0,0 0,8 5,-3-6,0-1,-1 0,1 0,0-1,1-1,-1 0,0 0,1-2,-1 1,1-2,-1 1,1-2,-1 0,4-1,16-4,0-3,0 0,-1-2,21-11,4-5</inkml:trace>
  <inkml:trace contextRef="#ctx0" brushRef="#br0" timeOffset="897.715">1401 362,'0'13,"0"15,0 13,0 11,0 8,0 5,0 1,0-7,0-8,2-13,3-15,1-12</inkml:trace>
  <inkml:trace contextRef="#ctx0" brushRef="#br0" timeOffset="1148.101">1427 241,'0'1,"-1"0,1 0,-1-1,1 1,-1 0,1 0,0 0,-1 0,1-1,0 1,0 0,0 0,0 0,0 0,0 0,0 0,0 0,0 0,0-1,0 1,1 0,-1 0,0 0,1 0,-1 0,0-1,1 1,-1 0,1 0,-1-1,1 1,0 0,-1-1,1 2,98 170,-39-74,-38-62,-2 1,-1 1,-2 1,-2 0,-1 1,-3 0,1 11,-10-46,-1 0,0 0,0 0,0 0,-1 0,0 0,0 1,0-1,-1 0,1 0,-1 0,-1 0,1 0,-1 0,1-1,-1 1,-1 0,1-1,-1 0,1 1,-1-1,0 0,-1 0,1-1,-1 1,0-1,-1 2,-11 1,-1 0,-1 0,1-2,0 0,-1-1,0-1,0 0,0-2,0 0,0-1,-2-1,-2 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1:38.31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483 40,'-20'-5,"0"1,0 1,-1 1,1 0,-1 2,1 0,-1 1,1 2,-1 0,1 1,0 0,0 2,1 1,0 0,0 1,0 1,1 1,1 1,-1 0,2 1,-12 11,-14 41,41-62,1 0,-1-1,1 1,0 0,-1-1,1 1,0 0,0 0,0-1,0 1,0 0,1-1,-1 1,0 0,1 0,-1-1,1 1,0-1,0 1,-1-1,1 1,0-1,0 1,0-1,1 0,-1 1,0-1,0 0,1 0,-1 0,1 0,-1 0,1 0,-1-1,1 1,-1 0,1-1,0 1,-1-1,1 0,0 1,0-1,152 10,-102-11,-22 0,0 1,0 1,0 2,0 1,0 1,-1 1,0 2,0 1,16 8,-40-15,-1 0,0 0,0 0,-1 1,1 0,0-1,-1 1,1 1,-1-1,0 0,0 1,-1 0,1-1,-1 1,1 0,-1 0,-1 1,1-1,0 0,-1 1,0-1,0 1,0-1,-1 1,1-1,-1 1,0-1,-1 1,1 0,-1-1,0 1,0-1,0 0,-1 1,1-1,-1 1,-3 2,0 0,0 0,0-1,-1 1,0-1,0 0,0-1,-1 1,0-2,0 1,-1 0,1-1,-1-1,0 1,0-1,0-1,-7 2,-146 18,-31-21,164 3,27-4,1 0,-1 0,1 1,-1-1,1 0,-1 0,1 0,0 0,-1 0,1 0,-1 1,1-1,-1 0,1 0,0 1,-1-1,1 0,0 1,-1-1,1 0,0 1,0-1,-1 0,1 1,0-1,0 1,0-1,-1 1,1-1,0 0,0 1,0-1,0 1,0-1,0 1,0-1,0 1,0-1,0 0,0 1,0-1,0 1,0-1,1 1,-1-1,0 1,0-1,0 0,1 1,-1-1,0 0,0 1,1-1,-1 0,0 1,1-1,-1 1,57 27,-19-16</inkml:trace>
  <inkml:trace contextRef="#ctx0" brushRef="#br0" timeOffset="330.679">804 682,'-2'-34,"1"0,2 0,2 1,1-1,1 1,2-1,1 2,2-1,9-18,-15 39,2-6,-1 43,-11 69,2-61,1-1,2 1,2 0,0 0,3-1,0 1,2 1,22 47,-14-49</inkml:trace>
  <inkml:trace contextRef="#ctx0" brushRef="#br0" timeOffset="984.918">1406 1,'-15'1,"-1"0,1 1,0 1,0 1,0 0,1 1,-1 0,1 1,1 1,-1 0,1 1,0 0,1 1,0 1,0 0,1 0,-4 5,11-10,0-1,0 1,0-1,0 1,1 1,0-1,0 0,0 1,1-1,-1 1,2 0,-1 0,0 0,1 0,0 0,1 0,-1 0,1 0,0 0,1 1,0-1,0 0,0 0,0 0,1 0,0-1,0 1,1 0,0-1,0 1,0-1,0 0,1 0,3 3,9 5,1-1,1 0,0-1,1-1,0-1,0-1,1-1,0 0,0-1,0-2,16 3,29 8,-51-11,-3-2,0 0,0 1,0 0,0 0,0 1,-1 1,0 0,0 0,0 1,0 0,-1 1,0 0,-1 0,1 1,-1 0,5 8,-11-13,-1 0,0 0,0 0,1 1,-2-1,1 0,0 0,-1 1,0-1,1 1,-1-1,-1 0,1 1,0-1,-1 1,0-1,1 0,-2 0,1 1,0-1,0 0,-1 0,0 0,1 0,-1-1,-1 1,1 0,0-1,0 1,-1-1,0 0,0 1,-7 4,0 0,0 0,0-1,-1 0,0-1,0 0,0-1,-8 2,-13 1,0 0,0-3,-1-1,0-1,0-2,-4-1,37 1,0 0,0 0,0 0,0-1,0 1,0 0,0 0,0 0,0 0,0-1,0 1,0 0,0 0,0 0,0 0,0-1,0 1,0 0,0 0,0 0,0 0,1-1,15-2</inkml:trace>
  <inkml:trace contextRef="#ctx0" brushRef="#br0" timeOffset="1379.86">1780 576,'3'7,"0"1,1-1,0 0,0 0,0 0,1 0,0-1,1 0,-1 0,1 0,0-1,1 1,-1-2,1 1,0-1,0 0,1 0,-1-1,1 0,0 0,-1-1,1 0,0 0,0-1,1 0,-1-1,4 0,-9 1,0-1,0-1,0 1,1 0,-1-1,0 1,0-1,0 0,0 0,0 0,0-1,0 1,-1-1,1 0,0 1,-1-1,1 0,-1 0,0-1,0 1,0 0,0-1,0 0,0 1,-1-1,1 0,-1 0,0 0,1 0,-2 0,1 0,0 0,0 0,-1 0,0 0,0 0,0 0,0-1,0 1,0 0,-1 0,0 0,1 0,-1 0,0 0,-1 0,1 0,-1-1,-2-2,0-1,-1 0,1 1,-1 0,-1 0,1 0,-1 1,0 0,0 0,-1 1,0-1,1 1,-1 1,-1-1,1 1,0 1,-1-1,1 1,-1 0,0 1,0 0,0 0,0 1,1 0,-1 0,0 1,0 0,0 0,0 1,1 0,-1 0,-2 2,8-4,0 1,-1 0,1 0,0 0,0 0,0 0,0 1,0-1,0 0,0 1,0 0,0-1,1 1,-1 0,1 0,-1 0,1 0,0 0,0 0,0 0,0 1,0-1,0 0,1 0,-1 1,1-1,-1 1,1-1,0 0,0 1,0-1,0 1,1-1,-1 0,1 1,-1-1,1 0,0 1,0-1,0 0,0 0,0 0,0 0,1 0,-1 0,1 0,-1 0,1 0,0-1,0 1,28 14,3-4</inkml:trace>
  <inkml:trace contextRef="#ctx0" brushRef="#br0" timeOffset="1633.845">2342 282,'20'0,"14"0,10-3,7 0,3-2,2-1,-3 2,-10 0,-11 2</inkml:trace>
  <inkml:trace contextRef="#ctx0" brushRef="#br0" timeOffset="1791.974">2542 482,'14'-5,"13"-5,14-4,9-2,7 0,-6 2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1:44.35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238 162,'0'2,"0"0,0 0,0 0,0 0,0 0,0 0,0 0,-1 0,1 0,-1 0,0 0,1-1,-1 1,0 0,0 0,0 0,-1-1,1 1,0-1,0 1,-1-1,1 1,-1-1,0 0,1 1,-1-1,0 0,1 0,-1-1,0 1,0 0,0 0,0-1,0 1,0-1,0 0,0 0,0 0,-1 0,2 0,0 0,0 0,0-1,0 1,0 0,0-1,0 1,0-1,0 1,0-1,0 1,1-1,-1 0,0 1,0-1,1 0,-1 0,1 0,-1 1,1-1,-1 0,1 0,-1 0,1 0,0 0,-1 0,1 0,0 0,0 0,0 0,0 0,0 0,0 0,0 0,0 0,0 0,0 0,0 0,1 0,-1 0,1 0,-1 0,0 0,1 0,-1 1,1-1,0 0,-1 0,1 0,0 1,-1-1,1 0,0 1,0-1,0 0,0 1,0-1,11-15,0 0,2 1,0 1,0 0,2 0,-1 2,2 0,0 0,13-5,41-10,-69 26,0 1,1 0,-1-1,1 1,-1 0,0 0,1 1,-1-1,1 0,-1 1,0 0,0-1,1 1,-1 0,0 0,0 0,0 0,0 1,0-1,0 0,0 1,0 0,0-1,-1 1,1 0,-1 0,1 0,-1 0,1 2,2 9,-1 0,0 1,-1 0,0 0,-1-1,-1 1,0 0,-1 0,-1 0,0 0,0-1,-2 1,1-1,-2 0,0 0,0 0,-2-1,1 1,-4 3,-7 14,-2-1,0-1,-2-1,-1 0,-1-2,-1 0,-1-2,-2-1,0-1,-1-1,-1-1,-1-2,-8 3,-36 0,73-20,0-1,0 1,0-1,0 0,0 1,0-1,0 0,0 0,1 1,-1-1,0 0,0 0,1 0,-1 0,1 0,-1 0,1 0,-1 0,1 0,0 0,-1 0,1-1,0 1,0 0,0 0,0 0,0 0,0 0,0-1,0 1,1 0,-1 0,0 0,1 0,-1 0,0 0,1 0,-1 0,1 0,0 0,-1 0,1 0,0 0,0 0,0 1,-1-1,1 0,0 1,0-1,0 0,0 1,0-1,0 1,0 0,1-1,8-6,-1 1,1 0,1 1,-1 0,1 0,0 1,0 1,0 0,0 0,1 1,-1 0,1 1,0 1,-1 0,1 0,-1 1,1 1,-1 0,1 0,-1 1,0 0,8 5,68 36,-75-36,1 0,1-1,-1 0,1-1,0 0,1-1,-1-1,1 0,0-1,0-1,15 1,-21-5,-1 0,0 0,0-1,0 0,0-1,-1 0,1 0,-1 0,0-1,0 0,0-1,-1 1,0-1,0-1,0 1,-1-1,0 0,0 0,-1 0,0-1,0 0,-1 1,2-9,4-2</inkml:trace>
  <inkml:trace contextRef="#ctx0" brushRef="#br0" timeOffset="413.905">1040 509,'0'18,"0"16,-2 10,-1 5,-2 4,0 0,0 0,2-3,1-6,5-10,2-11</inkml:trace>
  <inkml:trace contextRef="#ctx0" brushRef="#br0" timeOffset="750.55">1294 737,'-1'5,"-1"1,2 0,-1-1,1 1,0 0,0 0,0-1,1 1,0 0,0-1,0 1,1 0,0-1,0 0,0 1,1-1,0 0,0 0,0 0,0-1,1 1,0-1,0 0,0 0,0 0,1-1,0 1,0-1,4 3,-4-4,-1 0,0-1,1 1,-1-1,1 0,-1 0,1 0,-1 0,1-1,0 0,-1 0,1 0,0-1,-1 1,1-1,-1 0,1-1,-1 1,1-1,-1 0,0 0,0 0,0 0,0-1,0 1,0-1,-1 0,1-1,-1 1,0 0,0-1,0 0,0 0,-1 0,0 0,0 0,0 0,0-1,0 1,0-3,0 0,0 0,-1-1,0 1,0-1,0 0,-1 1,0-1,-1 1,1-1,-1 1,-1-1,0 1,0 0,0-1,-1 1,0 0,0 0,-1 1,0-1,0 1,0 0,-1 0,0 0,0 1,-1-1,1 1,-1 0,0 1,0 0,-4-2,5 6,-1 0,1 0,0 0,-1 1,1 0,0 0,0 0,0 1,-1-1,2 1,-1 1,0-1,0 1,1 0,-1 0,1 0,0 0,0 1,0 0,0-1,1 1,0 1,-1-1,2 1,-1-1,-2 5,-21 31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1:40.72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1 343,'3'-7,"17"-35,-1-2,-3 0,-1-1,-3 0,-1-1,1-24,-21 154,7-45,3 1,1-1,2 1,2-1,1 0,12 36,-12-52,-1 0,-1 0,-1 1,-1 0,0 14,-3-30,0 0,-1-1,1 1,-2-1,1 1,-1-1,0 0,0 1,-1-1,0 0,-1-1,1 1,-1 0,0-1,-1 0,0 0,0 0,0-1,-4 3,8-6,0-1,0 0,0 0,0 0,0 0,0 0,0 0,-1 0,1 0,0-1,-1 1,1 0,-1-1,1 1,-1-1,1 0,-1 1,1-1,-1 0,1 0,-1 0,1 0,-1 0,1 0,-1-1,1 1,-1 0,1-1,-1 1,1-1,-1 1,1-1,0 0,-1 0,1 0,0 1,0-1,-1-1,1 1,0 0,0 0,0 0,0 0,1-1,-1 1,0 0,0-1,1 1,-1-1,1 1,-1-1,1 1,0-1,0 1,-1-2,1 2,0 0,0-1,0 1,1 0,-1-1,0 1,0 0,1 0,-1-1,1 1,-1 0,1 0,-1 0,1 0,0-1,0 1,-1 0,1 0,0 0,0 0,0 1,0-1,0 0,0 0,1 1,-1-1,0 0,0 1,0-1,1 1,-1 0,0-1,0 1,1 0,-1 0,1 0,55-3,-48 3,280 15,-242-14</inkml:trace>
  <inkml:trace contextRef="#ctx0" brushRef="#br0" timeOffset="460.743">616 343,'0'22,"9"102,-8-118,1 0,-1 0,1 0,1 0,-1-1,1 1,0-1,0 1,1-1,0 0,0 0,0 0,0-1,1 0,-1 0,1 0,0 0,3 1,4 0,0-1,0 0,0-1,0-1,1 0,-1 0,1-1,0-1,-1 0,1 0,0-2,-1 1,1-2,-1 0,0 0,0-1,0 0,0-1,-1-1,0 0,0 0,0-1,-1 0,0-1,0 0,-1-1,0 0,-1 0,0-1,0 0,-1-1,0 0,-1 0,1-3,-4 6,0-1,-1 1,0-1,-1 0,1 0,-2 0,1 1,-1-1,-1 0,0 0,0 0,-1 0,0 1,0-1,-1 0,0 1,0 0,-1 0,0 0,-2-2,-2-3,-1 0,0 0,-1 1,0 0,0 1,-2 0,1 1,-1 0,-1 1,0 0,-5-2,11 7,0 1,0-1,-1 1,1 0,-1 1,0 0,0 0,1 1,-1 0,0 0,0 1,0 0,0 0,0 1,0 0,0 0,0 1,0 0,0 0,1 1,-1 0,1 0,0 1,0 0,0 0,-5 6,1-1,1 1,1 0,0 0,1 1,0 0,0 1,1 0,1 0,0 0,1 1,0 0,0 0,2 0,0 1,0-1,1 1,1 0,0-1,1 1,1 0,0 0,0-1,2 4,12 41</inkml:trace>
  <inkml:trace contextRef="#ctx0" brushRef="#br0" timeOffset="1623.61">1445 665,'0'-1,"0"0,1 0,-1 0,1 0,-1-1,0 2,1-1,0 0,-1 0,1 0,0 0,-1 0,1 0,0 1,0-1,0 0,-1 0,1 1,0-1,0 1,0-1,0 1,0-1,0 1,1 0,-1 0,0-1,0 1,0 0,0 0,0 0,0 0,1 0,1-1,-1 0,1 0,0 1,0-1,-1 1,1-1,0 1,0 0,0 0,-1 0,1 1,0-1,0 1,-1-1,1 1,0 0,-1 0,1 0,0 0,-1 1,0-1,1 1,-1-1,0 1,0 0,0 0,0 0,0 0,0 0,0 0,-1 1,1-1,-1 0,0 1,1 0,-1-1,-1 1,1 0,0-1,0 1,-1 3,-1 7,0 1,-1 0,-1-1,0 0,-1 1,0-1,-1 0,0-1,-2 1,1-1,-1-1,-1 1,-7 9,-52 72,66-92,0 0,1-1,-1 1,0 0,1 0,-1 0,1 0,-1 0,1 0,-1 0,1 1,0-1,0 0,-1 0,1 0,0 0,0 0,0 0,0 1,0-1,1 0,-1 0,0 0,0 0,1 0,-1 0,1 0,-1 0,1 0,-1 0,1 0,-1 0,1 0,0 0,0 0,0 0,-1-1,1 1,0 0,0-1,0 1,0 0,0-1,0 1,0-1,0 0,0 1,1-1,-1 0,18 3,-1-1,0-1,1 0,-1-2,0 0,1-1,-1-1,7-2,9 0,95-20,-114 19</inkml:trace>
  <inkml:trace contextRef="#ctx0" brushRef="#br0" timeOffset="1892.889">1953 558,'16'0,"12"4,8 9,5 9,-1 9,-1 12,-9 11,-8 10,-13 7,-17 3,-19 2,-18-2,-15-6,3-14</inkml:trace>
  <inkml:trace contextRef="#ctx0" brushRef="#br0" timeOffset="2290.837">1365 611,'-16'2,"-10"6,-7 5,-3 8,1 12,1 13,4 13,8 10,11 5,18 1,18-6,17-7,16-10,15-14,-5-13</inkml:trace>
  <inkml:trace contextRef="#ctx0" brushRef="#br0" timeOffset="2778.217">2501 183,'20'4,"17"3,10-2,9 0,4-1,-2-2,-5-1,-11-1,-11 0</inkml:trace>
  <inkml:trace contextRef="#ctx0" brushRef="#br0" timeOffset="2979.192">2568 423,'16'0,"14"0,14-2,12-5,14-4,5-5,-10 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0:17.74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2827 375,'1'1,"0"-1,0 1,0 0,0 0,0 0,0 0,0 0,-1 0,1 0,0 0,-1 0,1 0,-1 1,1-1,-1 0,1 0,-1 1,0-1,0 0,0 0,0 1,0-1,0 0,0 0,0 1,0-1,0 0,-1 1,1-2,7 530,71 239,-28-255,-9-110,-10-120,-8 114,-19-213,13 49,-1 19,-15 215,-1-459,-14 631,-27 190,29-671,-28 363,30-449,-4 27,-2 100,16-193,0-2,-1-1,1 1,0 0,0 0,0-1,1 1,0 0,0-1,0 1,0 0,1-1,0 0,0 1,0-1,1 1,5-5,0-9</inkml:trace>
  <inkml:trace contextRef="#ctx0" brushRef="#br0" timeOffset="2421.645">2840 442,'-36'-216,"36"214,-1 1,1-1,0 0,-1 1,1-1,0 0,0 1,0-1,0 0,1 1,-1-1,0 1,1-1,-1 0,1 1,0-1,-1 1,1-1,0 1,0-1,0 1,0 0,0 0,0-1,0 1,0 0,1 0,-1 0,0 0,1 0,-1 0,1 1,-1-1,1 0,-1 1,1-1,0 1,-1-1,1 1,0 0,-1 0,1 0,1 0,171-4,688-12,-364-21,150-3,-252 19,36 17,-408 5,1 1,-1 0,0 2,0 1,13 5,-34-9,-1 1,0 0,0 0,1 0,-1 0,0 0,-1 0,1 0,0 1,-1-1,1 1,-1-1,0 1,1 0,-1-1,-1 1,1 0,0 0,-1 0,1-1,-1 1,0 0,0 0,0 0,0 0,-1 0,1 0,-1 0,1-1,-1 1,0 0,-1 15,24 768,-15-648,4 676,-13-529,2-217,18 840,9-236,31 3,0-108,-21-254,-6 187,-33-333,8 178,1-296,1-1,3 0,2 0,4 6,9 34,-18-51,-2 1,-2-1,-1 1,-2-1,-3 27,1-19,1 0,3 0,5 27,22 61,-25-125,-1-5</inkml:trace>
  <inkml:trace contextRef="#ctx0" brushRef="#br0" timeOffset="3679.978">2840 7247,'7'4,"-1"1,1-1,0-1,0 1,0-1,1 0,-1 0,1-1,-1 0,1-1,0 0,2 2,65 9,1-2,0-4,1-3,29-5,485-22,595-24,-618 27,-201 21,-110 26,-241-26,-1 0,1 2,-1 0,0 0,0 2,0 0,12 5,-21-8,-4-2</inkml:trace>
  <inkml:trace contextRef="#ctx0" brushRef="#br0" timeOffset="5262.776">327 896,'25'10,"0"-1,0-1,1-1,0-1,0-2,1 0,-1-2,13-1,1 2,707 24,305-27,-825-14,-117 29,-76-16,-34-1,-5-1</inkml:trace>
  <inkml:trace contextRef="#ctx0" brushRef="#br0" timeOffset="6668.838">246 2233,'0'-1,"1"0,-1 1,0-1,0 0,1 0,-1 0,0 1,1-1,-1 0,1 0,-1 1,1-1,-1 0,1 1,-1-1,1 1,0-1,-1 1,1-1,0 1,0-1,-1 1,1-1,0 1,0 0,0 0,-1-1,1 1,0 0,0 0,0 0,0 0,0 0,-1 0,1 0,1 0,166-12,-92 12,349-31,133-3,229 0,-418 29,-189-9,-120 12,-51-1</inkml:trace>
  <inkml:trace contextRef="#ctx0" brushRef="#br0" timeOffset="8834.711">3602 563,'-113'44,"52"-21,0 2,-49 30,40 0,68-53,0 1,0 0,0-1,1 1,0 0,-1 0,1 0,0 0,0 0,1 0,-1 0,0 0,1 0,0 0,0 0,0 0,0 0,0 1,1-1,-1 0,1 0,0 0,0 0,0 0,1 0,0 2,5 5,1 0,0-1,0 0,1-1,0 1,1-2,0 1,0-1,0-1,1 0,0 0,0-1,1-1,-1 0,1 0,0-1,0 0,0-1,9 0,22 8,-25-7,-1 1,0 1,-1 0,1 1,-1 0,0 2,-1 0,0 1,0 0,-1 1,0 1,10 9,-23-18,1 0,0 0,0-1,-1 1,1 0,-1 1,0-1,1 0,-1 0,0 1,0-1,-1 0,1 1,0-1,-1 1,1-1,-1 1,0-1,0 1,0-1,0 1,-1-1,1 1,-1-1,1 1,-1-1,0 1,0-1,0 0,0 1,0-1,0 0,-1 0,1 0,-1 0,0 0,1 0,-1-1,0 1,0 0,0-1,0 0,-1 1,-19 10,0-2,-1-1,0 0,0-2,-1 0,-1-2,-8 4,-211 57,229-60,29-4,7-6</inkml:trace>
  <inkml:trace contextRef="#ctx0" brushRef="#br0" timeOffset="9163.831">3883 1284,'14'-383,"-11"365,10 30,9 34,-3 2,-1 1,-3 0,-2 1,-2 0,-2 1,-2 0,-2 16,-4-24</inkml:trace>
  <inkml:trace contextRef="#ctx0" brushRef="#br0" timeOffset="9931.873">3736 1739,'-52'0,"22"-3,0 2,0 1,0 2,0 1,0 1,0 1,1 2,0 1,0 1,1 2,-1 1,25-10,0-1,1 1,-1 0,1 0,-1 1,1-1,0 1,0 0,0 0,0 0,1 0,-1 0,1 0,0 1,0-1,0 1,0 0,0-1,1 1,0 0,0 0,0 0,0 0,1 0,-1 0,1 0,0 0,0 0,1 0,-1 0,1 0,0 0,0 0,0 0,0 0,1 0,0 0,0-1,0 1,0-1,0 1,10 7,0 0,0-1,1 0,1-1,-1 0,1-1,1-1,0 0,0-1,0-1,0 0,8 0,1 3,154 59,-175-66,0 0,0 1,0-1,0 1,0 0,-1 0,1 0,-1 0,1 0,-1 1,0-1,0 1,0 0,0-1,0 1,0 0,-1 0,0 0,1 0,-1 0,0 1,-1-1,1 0,0 0,-1 1,0-1,0 0,0 1,0-1,0 0,-1 1,1-1,-1 0,0 0,0 1,0-1,-1 0,1 0,-1 0,0-1,1 1,-1 0,0 0,-1-1,1 0,-1 1,-9 5,-1 0,0-1,0-1,-1 0,0-1,0-1,0 0,-1 0,0-2,1 0,-1 0,0-1,0-1,0-1,0 0,-99 9,95-1,31 0,5-5</inkml:trace>
  <inkml:trace contextRef="#ctx0" brushRef="#br0" timeOffset="10351.718">3950 2274,'6'5,"0"0,0 0,0 0,1-1,-1 0,1 0,0 0,0-1,1 0,-1-1,1 1,-1-2,1 1,0-1,0 0,0 0,0-1,-1 0,1-1,0 0,0 0,0 0,-1-1,2-1,-6 2,0 0,-1 0,1-1,0 1,-1-1,1 0,-1 0,1 1,-1-2,0 1,0 0,0 0,0-1,0 1,0-1,-1 1,1-1,-1 0,0 0,0 0,0 0,0 0,-1 0,1 0,-1 0,1 0,-1 0,0 0,0 0,-1 0,1 0,0 0,-1 0,0 0,0 0,0-1,-4-11,0 1,-1 0,0 0,-1 1,-1 0,-7-10,13 18,-1 0,0 0,0 0,-1 1,0-1,0 1,0 0,0 0,0 0,-1 1,0-1,0 1,0 0,0 1,0-1,0 1,-1 0,1 0,-1 1,0-1,1 1,-1 1,0-1,0 1,1 0,-1 0,0 0,0 1,1 0,-1 0,0 1,1 0,-5 3,1 0,1 1,-1 0,1 1,0 0,0 0,1 1,0 0,0 0,1 0,0 1,1 0,-1 0,2 1,0 0,0-1,0 1,1 1,0 3,2-10,0 0,1 0,0 0,-1 0,2 0,-1 0,0-1,1 1,-1 0,1 0,0 0,1 0,-1-1,1 1,-1-1,1 1,0-1,0 0,1 1,0 1,14 11</inkml:trace>
  <inkml:trace contextRef="#ctx0" brushRef="#br0" timeOffset="13132.789">5260 1806,'-7'20,"1"0,0 1,2 0,1 0,0 0,2 0,0 1,2-1,0 6,0-17,0 0,1-1,0 1,0-1,1 0,0 0,1 0,0 0,0 0,1-1,0 0,0 0,1 0,0 0,1-1,-1 0,1-1,1 1,-1-1,1-1,3 2,-6-4,1 0,-1 0,1-1,-1 1,1-1,0-1,0 1,0-1,0 0,0-1,0 1,1-1,-1 0,0-1,0 0,0 0,0 0,0 0,0-1,0 0,-1 0,1-1,-1 0,1 0,-1 0,0 0,0-1,0 0,-1 0,1 0,-1-1,0 1,0-1,-1 0,1 0,-1-1,3-8,0-1,0 0,-2-1,0 1,0-1,-2 0,0 1,-1-1,0 0,-2-1,1 1,-2 1,0-1,-1 0,-1 0,0 1,-6-13,8 22,1 1,-1-1,-1 0,1 1,-1-1,0 1,0 0,-1 0,1 0,-1 1,0-1,-1 1,1 0,-1 0,0 0,0 1,0 0,0-1,0 2,-1-1,1 1,-1 0,0 0,0 0,1 1,-1 0,0 0,0 1,-1-1,1 1,0 1,0-1,0 1,-1 0,-3 3,1 1,0-1,0 2,0-1,0 1,1 1,0-1,1 1,-1 1,1-1,1 1,-1 0,1 1,1 0,0 0,-1 2,-5 12,1 0,0 0,2 1,1 0,1 0,1 5,-3 25</inkml:trace>
  <inkml:trace contextRef="#ctx0" brushRef="#br0" timeOffset="13482.884">5126 1432,'21'0,"17"-3,19-2,13-3,9-1,4 3,1 1,-6 1,-16 3</inkml:trace>
  <inkml:trace contextRef="#ctx0" brushRef="#br0" timeOffset="14596.288">5380 3303,'5'-32,"2"0,1 1,2 0,1 0,1 1,12-19,-24 49,0 1,1-1,-1 0,0 1,0-1,1 1,-1-1,0 1,1-1,-1 0,1 1,-1-1,0 0,1 1,-1-1,1 0,-1 1,1-1,-1 0,1 0,-1 0,1 0,-1 0,1 1,-1-1,1 0,-1 0,1 0,-1 0,1 0,0 0,-1-1,1 1,-1 0,1 0,-1 0,1 0,-1-1,1 1,-1 0,0 0,1-1,-1 1,1 0,-1-1,1 1,-1-1,0 1,1 0,-1-1,0 1,0-1,1 1,-1-1,0 1,0-1,0 1,1-1,-1 1,0-1,0 1,0-1,6 48,-6-46,11 422,-4-386,-3-32</inkml:trace>
  <inkml:trace contextRef="#ctx0" brushRef="#br0" timeOffset="14850.606">5260 2835,'16'0,"21"0,22-2,20-6,14-5,6-2,-6 3,-16 3,-21 3</inkml:trace>
  <inkml:trace contextRef="#ctx0" brushRef="#br0" timeOffset="15727.666">5287 4359,'52'0,"-23"-2,1 2,-1 2,1 0,17 5,-44-6,0-1,1 1,-1 0,0 0,0 0,0 0,0 1,0-1,0 1,0 0,0 0,0 0,-1 0,1 0,-1 0,0 1,0-1,0 1,0 0,0 0,0 0,-1 0,1 0,-1 0,0 0,0 0,0 0,0 1,-1-1,1 0,-1 0,0 1,0-1,0 1,0-1,-1 0,1 0,-1 1,0-1,-1 3,-7 16,0-1,-2 1,-1-2,0 1,-1-2,-2 0,0 0,-1-1,0 2,-14 16,-56 86,84-120,1-1,0 1,0 0,0 0,0 0,0 0,0 0,0 1,1-1,-1 0,1 0,0 0,0 1,-1-1,2 0,-1 0,0 1,0-1,1 0,-1 0,1 0,-1 0,1 1,0-1,0 0,0 0,0 0,0-1,1 1,-1 0,1 0,-1-1,1 1,-1-1,1 1,0-1,0 0,0 1,-1-1,3 0,12 4,1-1,-1-1,1-1,0 0,-1-2,1 1,0-2,9-1,-17 1,193-22,-166 16</inkml:trace>
  <inkml:trace contextRef="#ctx0" brushRef="#br0" timeOffset="16018.371">5113 4105,'16'-7,"14"-4,16-3,14-1,9 2,8 3,4 3,-3 3,-7 7,-17 2</inkml:trace>
  <inkml:trace contextRef="#ctx0" brushRef="#br0" timeOffset="17032.04">5461 5817,'47'-1,"-23"-1,1 2,-1 1,0 1,1 1,17 5,-40-8,0 0,0 1,0 0,0-1,0 1,0 0,0 0,-1 0,1 0,0 0,-1 0,1 1,-1-1,1 0,-1 1,0-1,0 1,1 0,-1-1,0 1,0 0,-1 0,1 0,0-1,-1 1,1 0,-1 0,1 0,-1 0,0 0,0 0,0 0,0 0,0 0,0 0,-1 0,1 0,-1 0,1 0,-1 0,0 0,0-1,0 1,0 1,-10 16,-1-1,-1 0,-1 0,0-2,-1 1,-4 1,-5 8,10-14,11-9,0 0,-1-1,1 1,0 1,1-1,-1 0,0 1,1-1,0 1,0 0,0 0,0 0,0 0,1 0,0 0,2-2,-1-1,1 0,0 1,0-1,0 0,1 1,-1-1,0 0,0 0,1 0,-1 0,1 0,-1 0,1-1,-1 1,1 0,-1-1,1 1,-1-1,1 1,0-1,-1 0,1 0,0 0,0 0,-1 0,1 0,0 0,1 0,34 4,-17-4,1 2,-1 1,0 0,0 2,0 0,0 1,-1 1,6 3,-22-8,1 0,-1 0,0 0,0 0,1 1,-1-1,-1 1,1 0,0 0,-1 0,1 0,-1 0,0 0,0 1,0-1,-1 1,1-1,-1 1,0 0,0 0,0-1,0 1,-1 0,1 0,-1 0,0 0,-1 0,1 0,0 0,-1-1,0 1,0 0,0 0,-1 0,-1 2,-5 7,-1 0,0-2,-1 1,-1-1,1 0,-2-1,0 0,0-1,0-1,-1 0,0 0,-1-1,0-1,0 0,0-1,-1-1,-5 1,19-5,-1 2,0-1,0 0,0 1,0-1,0 0,0-1,-1 1,1 0,0-1,0 1,-1-1,1 1,0-1,-1 0,1 0,0 0,-1-1,1 1,0 0,-1-1,1 0,0 1,0-1,0 0,-1 0,1 0,0 0,0-1,0 1,1-1,-1 1,0-1,1 1,-1-1,0 0,1 0,0 0,0 0,-1-1,1-10</inkml:trace>
  <inkml:trace contextRef="#ctx0" brushRef="#br0" timeOffset="17316.28">5394 5602,'-2'-2,"1"-1,8 0,9 1,12 0,13 1,13 1,10 0,7 0,4 0,-2-2,-14-1</inkml:trace>
  <inkml:trace contextRef="#ctx0" brushRef="#br0" timeOffset="18044.461">6504 5910,'-15'7,"1"1,0 0,0 1,1 1,1 0,0 1,0 1,-1 1,9-8,0 0,0 0,0 1,1-1,0 1,0-1,0 1,1 0,0 0,0 0,0 1,1-1,0 0,0 1,1-1,0 0,0 1,0-1,1 1,0-1,1 6,1-5,-1 0,1-1,0 0,0 0,1 0,0 0,0 0,0-1,1 1,0-1,0 0,0-1,1 1,-1-1,1 0,0-1,0 1,1-1,1 0,9 4,0-1,0 0,1-1,0-1,0-1,15 1,-19-3,0 0,0-1,1-1,-1 0,0 0,0-2,0 0,-1 0,4-2,-12 3,1-1,-1 1,0-1,0 0,0 0,-1 0,1 0,-1-1,1 0,-1 0,-1 0,1-1,0 1,-1-1,0 0,0 0,0 0,-1 0,0 0,0-1,0 1,-1-1,2-4,-3 2,1-1,-1 1,0 0,-1-1,0 1,0 0,-1 0,0-1,-1 2,1-1,-1 0,-1 0,0 1,0 0,0 0,-1 0,0 0,0 1,-1-1,0 1,0 1,0-1,-1 1,1 0,-1 1,0-1,-1 2,1-1,-1 1,0 0,0 0,0 1,0 0,0 0,-6 1,5 0,0 1,0 0,0 1,0-1,1 2,-1 0,0 0,1 0,-1 1,1 0,0 1,0-1,0 2,1-1,-1 1,1 0,0 1,1 0,-1 0,1 0,0 1,-1 2,5-7,1 0,0 0,0 0,0 0,0 0,0 0,1 1,-1-1,0 0,1 0,0 1,0-1,-1 0,1 1,0-1,1 0,-1 0,0 1,1-1,-1 0,1 0,0 1,0-1,0 0,0 0,0 0,0 0,1 0,-1 0,0-1,1 1,0 0,-1-1,1 1,1 0,21 15</inkml:trace>
  <inkml:trace contextRef="#ctx0" brushRef="#br0" timeOffset="18329.701">7064 6097,'1823'27,"-1411"-19,-365-8,-18-1</inkml:trace>
  <inkml:trace contextRef="#ctx0" brushRef="#br0" timeOffset="19281.824">6436 4332,'-11'-1,"-1"0,1 1,0 0,0 1,-1 0,1 1,0 0,0 1,1 0,-1 1,0 0,1 0,0 1,0 1,0-1,1 2,0-1,0 1,1 1,0 0,-1 0,5-2,0 0,0 1,0-1,1 1,0-1,0 1,0 0,1 0,0 1,1-1,0 0,0 0,0 1,1-1,0 1,0-1,1 0,0 1,0-1,1 0,0 0,0 1,1-2,0 1,0 0,0 0,1-1,0 0,0 0,1 0,0 0,0-1,0 0,2 2,6 2,1 0,0 0,0-1,1-1,-1-1,2 0,-1-1,1 0,-1-1,1-1,0 0,1-2,-1 0,0 0,0-2,1 0,2-1,-14 2,1-1,0 1,-1-1,1-1,-1 1,0-1,1 0,-1 0,0 0,0-1,0 0,-1 0,1 0,-1 0,1-1,-1 0,0 0,-1 0,1 0,-1-1,1 1,-1-1,-1 0,1 0,-1 0,0 0,0 0,0-1,0-4,1-3,-1-1,-1 0,0 0,-1 0,0 0,-2 0,1 0,-2 0,0 0,0 1,-1 0,-1-1,-3-6,5 13,-1 0,0 1,0-1,0 1,-1 0,0 0,0 0,-1 0,1 1,-1 0,-1 0,1 1,0-1,-1 2,0-1,0 1,0 0,-1 0,1 0,-1 1,1 1,-1-1,1 1,-8 0,5 1,1 0,-1 0,0 1,1 0,-1 1,0 0,1 0,0 1,0 0,-1 1,2 0,-1 1,0-1,1 2,0-1,0 1,1 0,0 1,0 0,0 0,1 0,0 1,0 1,5-7,-1 1,1-1,0 1,1 0,-1-1,0 1,1 0,-1 0,1 0,0-1,0 1,0 0,1 0,-1 0,1-1,-1 1,1 0,0 0,0-1,1 2,11 19</inkml:trace>
  <inkml:trace contextRef="#ctx0" brushRef="#br0" timeOffset="19632.815">6717 4480,'425'-21,"1174"33,-1251 6,175 38,-418-36,-98-15,-22-6,-13-3</inkml:trace>
  <inkml:trace contextRef="#ctx0" brushRef="#br0" timeOffset="20567.941">6223 3036,'-6'-2,"-1"1,1 0,0 0,0 1,-1 0,1 0,0 0,-1 1,1 0,0 0,0 1,0 0,0 0,0 0,0 0,1 1,-3 2,1-3,1 2,-1-1,1 1,0 0,0 0,0 0,0 1,1 0,0 0,0 0,0 1,0 0,1 0,0 0,1 0,-1 1,1-1,0 1,1 0,0 0,0 0,0 0,1 1,0-1,0 0,1 0,0 1,0-1,1 0,0 1,0-1,1 0,0 0,0 0,0 0,1 0,0-1,1 1,2 3,4 0,2 0,-1 0,1-1,1-1,-1 0,1-1,1 0,-1-1,1 0,1-1,-1-1,0 0,1-1,0-1,0 0,0-1,0 0,0-1,0-1,1-1,-5 1,1 0,-1-1,0-1,1 0,-1 0,-1-1,1-1,0 1,-1-2,0 0,0 0,-1 0,9-9,-13 11,-1 0,1 0,-1-1,0 0,-1 0,1 0,-1-1,0 1,0-1,0 1,-1-1,0 0,0 0,-1 0,1 0,-1-1,-1 1,1 0,-1 0,0-1,0 1,-1 0,0 0,0-1,-1 1,0-1,-1-2,-1-1,0 1,0 0,-1 1,0-1,-1 1,0 0,0 1,-1-1,1 1,-2 0,1 1,-1 0,0 0,0 0,-1 1,1 1,-1-1,0 1,-1 1,1 0,-1 0,1 1,-1 0,0 1,0 0,0 0,1 1,-1 0,0 1,0 0,0 1,0 0,1 0,-1 1,0 0,0-1,0 2,1-1,0 2,-1-1,2 1,-1 0,0 1,1 0,0 1,1-1,-1 1,1 1,1-1,-1 1,-1 4,7-9,0 0,1 0,-1 0,1 0,-1 0,1 1,0-1,0 0,1 0,-1 0,0 0,1 1,0-1,0 0,0 0,0 0,1 0,-1 0,1-1,-1 1,1 0,0-1,0 1,0-1,0 0,1 0,-1 1,1-1,-1-1,1 1,0 0,0-1,0 1,0-1,0 0,0 0,0 0,0-1,0 1,0-1,3 1,37 13</inkml:trace>
  <inkml:trace contextRef="#ctx0" brushRef="#br0" timeOffset="20878.108">6663 3196,'29'-9,"1"1,0 2,0 1,0 1,9 1,-27 2,256-15,160 15,1033 52,-835-48,-606-10,-48-2,-8 0</inkml:trace>
  <inkml:trace contextRef="#ctx0" brushRef="#br0" timeOffset="21793.523">6262 1565,'-6'-2,"0"0,1 0,-2 0,1 1,0 0,0 0,0 0,0 1,-1 0,1 0,0 0,0 1,-1 0,1 1,0-1,0 1,0 0,1 0,-1 1,0 0,1 0,0 0,0 1,0 0,0 0,0 0,1 0,-1 1,1 0,1-1,-1 2,1-1,-1 0,1 1,1-1,-2 6,2-4,1 1,0-1,0 1,1 0,0-1,1 1,0 0,0-1,0 1,1-1,0 1,0-1,1 0,0 0,1 0,-1 0,1 0,0-1,1 0,0 0,0 0,0 0,2 1,4 3,0-1,1 1,0-2,0 0,1 0,0-1,0 0,0-2,1 1,0-2,11 3,-11-4,0-1,0-1,1 0,-1-1,0-1,0 0,0-1,0 0,0-1,0-1,-1 0,1-1,4-2,-10 3,-1 1,0-1,0 0,-1 0,1-1,-1 0,0 0,0-1,0 1,-1-1,0-1,0 1,-1-1,0 1,0-1,0 0,-1-1,0 1,0-1,-1 1,0-1,0 0,-1 0,0-3,-1 4,0 1,-1-1,0 1,0-1,0 1,-1 0,0 0,-1-1,1 2,-1-1,0 0,0 0,-1 1,0 0,0-1,0 2,0-1,-1 0,0 1,0 0,0 0,0 0,-2 0,-4-3,-1 0,0 1,-1 0,1 0,-1 2,0-1,-1 2,1 0,0 0,-8 1,9 1,0 2,1-1,-1 1,1 1,-1 0,1 1,0 0,0 1,0 0,0 0,0 1,-4 4,9-6,0 1,1-1,-1 1,1 1,0-1,0 1,0 0,1 0,-1 0,1 1,1-1,-1 1,1 0,0 0,0 0,0 1,1-1,0 1,1-1,-1 1,1 6,1-8,1 0,0 0,0 0,0 0,0 0,1 0,0 0,0 0,0-1,1 1,0-1,0 1,0-1,0 0,1 0,-1 0,1-1,0 1,0-1,0 0,1 0,-1-1,1 1,-1-1,1 0,0 0,0 0,0-1,4 1,35 11</inkml:trace>
  <inkml:trace contextRef="#ctx0" brushRef="#br0" timeOffset="22146.647">6757 1672,'87'-8,"0"3,1 4,5 4,-83-3,871 57,3-22,-836-35,-60 0,-5-1</inkml:trace>
  <inkml:trace contextRef="#ctx0" brushRef="#br0" timeOffset="23703.982">1089 1900,'0'0,"0"1,-1 0,1 0,0 0,0-1,0 1,0 0,0 0,0 0,0 0,0-1,0 1,0 0,0 0,0 0,1-1,-1 1,0 0,1 0,-1-1,1 1,-1 0,0-1,1 1,-1 0,1-1,0 1,-1-1,1 1,0-1,-1 1,1-1,0 1,-1-1,1 0,0 1,0-1,-1 0,1 0,0 1,0-1,21 11,1-1,0-1,0 0,1-2,3 0,38 12,-53-16,0 1,0 0,0 1,0 0,-1 1,0 0,0 1,0 0,-1 0,0 1,-1 1,9 9,-16-16,-1 1,1 0,-1-1,0 1,0 0,0 0,-1 0,1 0,-1 0,1 0,-1 0,0 0,0 0,0 0,-1 0,1 0,-1-1,0 1,1 0,-1 0,0 0,-1 0,1-1,0 1,-1-1,0 1,1-1,-1 1,0-1,-2 2,-71 58,-177 85,234-134</inkml:trace>
  <inkml:trace contextRef="#ctx0" brushRef="#br0" timeOffset="24568.35">1156 709,'16'19,"134"48,-134-60,-1-3,1 2,-1 0,0 1,0 1,-1 0,0 1,0 1,-1 0,0 0,-1 1,-1 1,1 0,7 12,-17-20,0 1,0-1,0 0,0 1,-1 0,0-1,0 1,0 0,-1-1,1 1,-1 0,0 0,-1 0,1-1,-1 1,0 0,0-1,0 1,-1 0,0-1,0 1,0-1,0 0,0 0,-1 0,0 0,0 0,-3 2,-7 8,0-1,-2-1,1 0,-2-1,1 0,-13 5,-19 10,22-13,1 1,1 1,0 1,-15 14,16-7</inkml:trace>
  <inkml:trace contextRef="#ctx0" brushRef="#br0" timeOffset="25731.735">8120 1458,'0'0,"-1"1,0-1,1 1,-1-1,1 1,-1-1,1 1,-1-1,1 1,-1-1,1 1,-1 0,1-1,0 1,-1 0,1-1,0 1,-1 0,1 0,0-1,0 1,0 0,0 0,0-1,0 1,0 0,0 0,0-1,0 1,0 0,1 0,-1-1,0 1,0 0,1-1,-1 1,0 0,1-1,0 2,4 3,0 0,1-1,0 1,0-1,1 0,-1-1,1 1,-1-1,1-1,0 1,0-1,0 0,6 0,4 3,12 1,-1 2,1 1,-1 2,-1 0,0 2,0 1,-2 1,0 1,0 2,-2 0,3 4,-23-19,0 0,0 0,0 0,0 0,0 1,-1-1,1 1,-1-1,0 1,-1 0,1 0,0 0,-1 0,0 0,0 1,0-1,-1 0,1 0,-1 1,0-1,0 0,-1 0,1 1,-1-1,0 0,0 0,0 0,-1 0,1 0,-1 0,0 0,0 0,-1-1,1 1,-1-1,-2 3,-15 9,-2-2,0 0,0-1,-1-1,-1-1,1-1,-1-2,-1 0,0-1,-23 2,-1 1</inkml:trace>
  <inkml:trace contextRef="#ctx0" brushRef="#br0" timeOffset="26412.842">8856 1739,'2'0,"4"0,4 0,8 2,12 1,15 2,18 3,16-1,13-1,9-1,3-2,-2-4,-12-1,-19-1,-26 3,-20 1</inkml:trace>
  <inkml:trace contextRef="#ctx0" brushRef="#br0" timeOffset="27215.933">8669 2875,'-1'0,"0"0,0 0,0 0,0 1,0-1,0 0,0 1,0-1,0 1,0-1,0 1,0-1,0 1,1 0,-1-1,0 1,0 0,1 0,-1 0,0-1,1 1,-1 0,1 0,-1 0,1 0,-1 0,1 0,0 0,0 0,-1 0,1 0,0 0,0 0,0 0,0 0,0 1,0-1,0 0,1 0,-1 0,0 0,1 0,-1 0,0 0,1 0,-1 0,1-1,0 2,36 38,-13-22,-9-9,0 1,-1 0,-1 1,0 0,0 1,-1 1,0 0,-2 1,1 0,-2 0,0 1,0 0,-1 1,-1-1,-1 2,3 11,-8-23,-1 0,0-1,-1 1,1-1,-1 1,0-1,0 1,0-1,-1 1,1-1,-1 0,0 0,0 0,-1 0,1 0,-1 0,0-1,0 1,0-1,-1 0,1 0,-1 0,-2 2,-97 51,98-53,-7 1,9-3,-1 0,1 0,-1 0,1 1,0-1,0 1,0-1,0 1,0 0,0 1,0-1,0 0,1 1,-1-1,1 1,0 0,0 0,0 0,-1 2,4 5</inkml:trace>
  <inkml:trace contextRef="#ctx0" brushRef="#br0" timeOffset="27794.435">9471 3143,'2'0,"6"0,7 0,12 0,11 0,14 0,11 0,9 0,5 0,2 0,-5 0,-7 0,-10 0,-14 0,-13 0</inkml:trace>
  <inkml:trace contextRef="#ctx0" brushRef="#br0" timeOffset="28513.621">8923 4225,'-1'0,"0"0,1 0,-1 0,0 0,1 0,-1 0,0 0,1 1,-1-1,0 0,1 0,-1 1,1-1,-1 0,0 1,1-1,-1 1,1-1,-1 0,1 1,-1-1,1 1,0 0,-1-1,1 1,0-1,-1 1,1-1,0 1,-1 0,1-1,0 1,0 0,0-1,0 1,0 0,0-1,0 1,0 0,0-1,0 1,0 0,0 0,0-1,1 1,-1-1,0 1,0 0,1-1,-1 1,0-1,1 1,-1 0,1-1,0 1,66 38,-50-31,43 18,-18-9,-1 1,-1 3,34 23,-71-43,0 0,0 1,-1-1,1 1,0 0,-1 0,0-1,1 2,-1-1,0 0,0 0,0 1,-1-1,1 1,-1 0,1-1,-1 1,0 0,0 0,0 0,0 0,0 0,-1 0,1 0,-1 0,0 0,0 0,0 0,-1 0,1 0,-1 0,-3 4,-1 0,-1-1,1 0,-1 0,0 0,-1-1,1 0,-1 0,0-1,0 0,-1 0,1 0,-1-1,0 0,-1 0,-4 2,-233 84,215-77</inkml:trace>
  <inkml:trace contextRef="#ctx0" brushRef="#br0" timeOffset="29079.243">9605 4533,'2'0,"6"0,7 2,16 4,16-1,18 1,16-3,8 0,3-1,-6 1,-15 2,-19 6,-19 0</inkml:trace>
  <inkml:trace contextRef="#ctx0" brushRef="#br0" timeOffset="29893.934">9030 6070,'548'1,"-397"8,-168-8,4-3</inkml:trace>
  <inkml:trace contextRef="#ctx0" brushRef="#br0" timeOffset="30261.948">9043 5817,'169'99,"-121"-74,-1 2,-2 2,17 15,-56-40,-1-1,0 1,1 0,-2 0,1 0,0 0,-1 1,0 0,0 0,-1 0,1 1,-1-1,0 1,0 0,-1-1,0 1,0 1,0-1,-1 0,0 0,0 0,0 1,-1-1,0 1,0-1,-1 0,0 1,0-1,0 0,-1 0,-1 3,-8 7,-1-1,-1-1,0 0,-1-1,-1 0,0-1,0 0,-1-2,-1 0,1 0,-2-2,1 0,-1-1,-12 2,-85 30,72-27</inkml:trace>
  <inkml:trace contextRef="#ctx0" brushRef="#br0" timeOffset="31111.088">9751 6083,'-122'0,"671"1,-504 4,-40-3</inkml:trace>
  <inkml:trace contextRef="#ctx0" brushRef="#br1" timeOffset="68312.335">6 5669,'-2'7,"-1"2</inkml:trace>
  <inkml:trace contextRef="#ctx0" brushRef="#br1" timeOffset="73071.341">1998 469,'23'-138,"-10"85,-6 23,5-30,3 0,22-54,-25 101,-8 38,-3-17,8 274,-10-182,5 1,6 14,-10-114,0-1,0 1,0-1,0 1,-1-1,1 1,0-1,0 1,0-1,0 1,0 0,0-1,0 1,0-1,0 1,0-1,1 1,-1-1,0 1,0-1,0 1,1-1,-1 0,0 1,0-1,1 1,-1-1,0 0,1 1,-1-1,1 1,-1-1,0 0,1 0,-1 1,1-1,-1 0,1 0,-1 1,1-1,-1 0,1 0,-1 0,1 0,-1 0,1 0,-1 0,1 0,4-7</inkml:trace>
  <inkml:trace contextRef="#ctx0" brushRef="#br1" timeOffset="73931.698">2145 1418,'-9'9,"0"1,1 0,0 0,1 1,0 0,1 1,0 0,0 0,2 0,-1 0,1 1,1-1,1 1,0 0,0 0,1 0,1 0,0 0,1 0,0 0,1 0,0 0,1 0,1 0,0-1,1 0,0 0,3 4,-5-10,1 0,0-1,1 0,-1 1,1-1,0-1,0 1,1-1,-1 0,1 0,0-1,0 1,0-1,1-1,-1 1,1-1,-1 0,1 0,0-1,0 0,-1 0,1-1,0 0,0 0,0-1,0 1,0-2,-1 1,1-1,0 0,-1 0,1 0,-1-1,0 0,0-1,0 1,0-1,-1 0,1-1,3-4,1-5,-1 0,-1 0,0-1,-1 0,-1-1,0 0,-1 1,-1-2,0 1,-1-1,-1 1,-1-1,0 0,-1 1,-1-1,-1-6,0 12,0-1,0 0,-1 1,-1-1,1 1,-2 0,0 0,0 1,-1-1,0 1,-1 0,0 1,-2-2,5 6,-1 1,1-1,-1 1,0 0,0 1,0-1,-1 1,1 0,-1 0,0 0,0 1,0 0,0 0,0 1,0 0,-1 0,1 0,0 1,-1 0,1 0,0 0,-1 1,1 0,0 0,-2 1,-1 1,1 0,0 0,1 1,-1 0,1 1,-1-1,1 1,0 0,1 1,0 0,0 0,0 0,0 1,1 0,0 0,1 0,-1 1,1 0,1-1,-1 1,2 1,-1 0,-1 3,1 1,0-1,1 1,1 0,0 0,0-1,1 1,1 0,0 0,1 0,1-1,0 1,0-1,3 7,17 29</inkml:trace>
  <inkml:trace contextRef="#ctx0" brushRef="#br1" timeOffset="92410.865">6864 3784,'-163'-29,"79"16,0 4,-1 4,1 4,-8 3,-2-1,-535-28,81 2,508 25,0 2,0 2,1 1,0 2,0 2,0 1,1 2,1 2,0 1,1 2,1 1,-21 15,39-24,0 1,0 1,1 0,1 1,0 1,0 0,1 1,1 0,1 1,0 1,0 0,2 1,0 0,1 0,1 1,0 0,2 0,-4 15,4 14,2 1,3-1,1 1,2 0,3-1,2 1,1-1,15 44,-16-65,2 0,0-1,2 1,0-2,2 0,1 0,1-1,0-1,2-1,1 0,0-1,2-1,0-1,1 0,21 12,-3-7,0-1,1-3,1-1,1-2,0-2,31 5,268 41,-205-41,0 0,1-6,-1-6,135-11,188-58,-355 47,0-5,56-20,-122 29,21-6,-1-2,-1-3,44-24,-82 34,-1-1,-1-1,-1-1,0 0,-1-1,0 0,3-7,25-27,-31 39,-1 0,-1-1,0 0,0-1,-2 0,1-1,-2 1,0-2,0 1,-1-1,-1 0,-1 0,0 0,-1-1,0 1,-2-1,0 0,0-3,-6-11,-1 1,-2 0,-1 0,-1 1,-1 0,-1 0,-2 1,-1 1,-1 1,-1 0,-1 1,-1 0,-1 2,-2 0,-19-15,5 5,0 2,-2 1,-1 2,-1 2,-1 1,-1 3,-1 1,-1 2,-1 2,0 2,-1 2,0 2,-1 2,0 2,0 2,0 2,-1 3,1 1,-16 4,-74 16,6 5</inkml:trace>
  <inkml:trace contextRef="#ctx0" brushRef="#br2" timeOffset="110226.405">8094 3825,'-26'65,"18"-40,2-1,1 1,1 0,0 1,2-1,2 0,0 1,1 2,-1-27,1 4,0-1,0 0,0 1,0-1,0 0,1 0,0 0,0 0,0-1,1 1,-1 0,1-1,-1 0,1 1,0-1,1 0,-1-1,0 1,1 0,0-1,-1 0,1 0,0 0,0 0,0-1,1 0,-1 1,0-1,1-1,5 4,0-1,0 0,0 0,1-1,-1-1,1 0,-1 0,11-1,-17 0,0 0,0 0,0 0,0 0,0-1,0 0,0 0,0 0,0 0,0-1,0 1,0-1,-1 0,1 0,-1 0,0-1,1 1,-1-1,0 0,0 0,-1 0,1 0,0 0,-1 0,0-1,0 1,1-3,13-26,-2-1,-1-1,-1 0,-2 0,-2-1,-1 0,-2-1,-1 1,-1-25,-4-92,1 150,0-1,-1 1,1-1,-1 1,1-1,-1 1,0 0,0-1,0 1,0 0,0 0,-1 0,1-1,-1 1,1 1,-1-1,0 0,0 0,0 1,0-1,0 1,0-1,0 1,0 0,-1 0,1 0,0 0,-1 0,1 1,-1-1,1 1,-1-1,1 1,-1 0,1 0,-1 0,0 1,-34-7,29 4,1 0,-1 1,1 0,-1 0,1 0,-1 1,0 0,1 1,-1-1,1 1,-1 1,1 0,-1 0,1 0,0 1,0 0,0 0,0 1,-4 3,6-3,-4 2,-1 1,1 0,1 1,-1 0,1 0,1 1,-1 0,2 0,-1 1,1 0,1 0,0 0,0 1,1 0,0 1,-3 137,7-112</inkml:trace>
  <inkml:trace contextRef="#ctx0" brushRef="#br2" timeOffset="111764.309">7907 2514,'1'-9,"1"0,0 0,1 1,-1-1,2 1,-1-1,1 1,0 0,1 0,1-2,4-7,107-183,-98 180,-10 37,-23 89,4 2,3 105,7-200,1-9,0 1,-1-1,1 1,-1 0,0-1,0 1,0-1,-1 1,0 0,0-1,0 1,0-1,0 0,-1 1,0-1,0 0,0 0,-1 0,1 0,-1-1,0 1,0 0,0-1,-1 0,1 0,-2 1,-1-2,3-2,0 1,1 0,-1 0,0 0,0 0,0 1,1-1,-1 1,1-1,-1 1,1 0,-1 0,1 0,0 0,0 0,0 1,0-1,1 1,-1 0,17 4,138-29,92 4,-194 28,-62-15,-3-3</inkml:trace>
  <inkml:trace contextRef="#ctx0" brushRef="#br2" timeOffset="113032.985">7667 977,'-1'0,"0"-1,1 0,-1 1,0-1,1 1,-1-1,0 0,1 0,-1 1,1-1,-1 0,1 0,0 0,-1 0,1 1,0-1,0 0,-1 0,1 0,0 0,0 0,0 0,0 0,0 0,0 1,1-1,-1 0,0 0,0 0,1 0,-1 0,0 0,1 1,-1-1,1 0,-1 0,1 0,66-225,-22-39,-45 330,-15 568,16-628,0 0,-1 0,1 0,-2 0,1 0,0 1,-1-2,0 1,0 0,0 0,-1 0,0 0,0-1,0 1,0-1,-1 1,1-1,-1 0,0 0,-1 0,1 0,-1-1,1 0,-1 1,0-1,0 0,-1-1,1 1,-1-1,1 0,-1 0,-3 1,-39-4,232 0,-53-1,-88-27,-30 16</inkml:trace>
  <inkml:trace contextRef="#ctx0" brushRef="#br2" timeOffset="114787.015">8027 5495,'2'-29,"2"0,0 0,2 0,9-27,-6 24,60-231,-69 317,-7 109,1-71,5 1,4 20,0-80,0-16,-1 0,0 1,-2-1,0 1,-1-1,-1 0,0 0,-1 1,-1-1,-3 5,3-17,0 0,0-1,-1 1,1-1,-1 0,0-1,0 1,-1-1,1 0,-1 0,1-1,-1 1,0-1,0-1,0 1,0-1,-1 0,1 0,-5-1,-1 2,78-8,234-29,-282 33,-9-1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0:55.87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2580 1671,'55'362,"-20"-71,-14 1,-12 1,-13 0,2-146,6-1,11 55,-4-111,14 125,-6 67,-18-124,2 27,10 42,6-55,-8 0,-10 97,-24 223,16 64,2-302,20 154,-5-285,-8-108</inkml:trace>
  <inkml:trace contextRef="#ctx0" brushRef="#br0" timeOffset="2151.355">2620 1926,'-7'-96,"4"-1,7-59,0 69,-3 1,-5-1,-8-37,11 119,-2-33,3 38,0-1,0 0,0 1,0-1,0 1,0-1,0 0,0 1,0-1,0 0,0 1,1-1,-1 0,0 1,0-1,1 1,-1-1,0 1,1-1,-1 1,1-1,-1 1,1-1,-1 1,1-1,-1 1,1 0,-1-1,1 1,-1 0,1 0,0-1,-1 1,1 0,0 0,-1 0,1 0,0 0,-1-1,1 1,-1 0,1 1,0-1,-1 0,1 0,0 0,-1 0,2 1,63 32,-12-14,1-4,0-1,1-3,1-3,-1-2,1-2,0-3,29-3,1000-64,-59 58,-433-8,-413 13,-178 3,0 0,0 1,0-1,-1 0,1 1,0 0,0 0,0-1,0 1,-1 0,1 0,-1 1,1-1,-1 0,1 0,-1 1,1-1,-1 1,0-1,0 1,0 0,0-1,0 1,0 0,0 0,-1 0,1 0,-1-1,1 1,-1 0,0 0,0 0,0 0,0 0,0 0,0 2,3 15,2 19,-2 0,-1 0,-1 0,-3 0,-1 0,-2 1,-3 53,5-22,2-1,4 1,3 0,7 26,1-18,16 94,5 150,-31-159,-7 1,-9 23,-6 44,10 1,22 225,-13-447,39 652,-7 325,-30-848,-6-1,-19 128,-7-67,5-35,-3 155,17 100,-7-87,16 71,2-189,-2-169,2 1,2 0,1 0,3-1,2 0,2 0,1-1,3 0,6 9,-17-43,1-1,0-1,0 1,1-1,0 0,0 0,1 0,0-1,6 5,6 1</inkml:trace>
  <inkml:trace contextRef="#ctx0" brushRef="#br0" timeOffset="3517.957">2767 7206,'-8'14,"1"188,8-128,2 619,-1-648,2 0,2 1,2-2,5 13,-9-41,1 0,1 0,0 0,1-1,1 0,1-1,0 1,0-1,2-1,-1 0,2-1,0 0,1 0,-10-9,1 1,0-2,0 1,0 0,0-1,0 1,1-1,-1-1,1 1,-1 0,1-1,0 0,-1 0,1-1,0 1,0-1,0 0,-1 0,1-1,0 1,0-1,1-1,46-9,0 3,1 1,0 3,0 2,33 4,-25-2,1256 2,-98 24,-1206-25,0 1,-1 0,1 0,-1 1,0 1,0 0,11 6,35 10,-38-14,0-2,1 0,-1-1,1-1,0-1,17-1,-37-12,-8 0</inkml:trace>
  <inkml:trace contextRef="#ctx0" brushRef="#br0" timeOffset="5507.664">67 2688,'166'10,"404"-19,-7 23,-490-9,0-3,1-4,-1-3,61-11,-118 12,1 1,0 1,0 1,0 0,0 2,13 1,215 15,-63-11,-112-7,123 1,-217 0,11 0</inkml:trace>
  <inkml:trace contextRef="#ctx0" brushRef="#br0" timeOffset="6033.255">3355 2139,'-18'-3,"-1"1,1 1,-1 0,0 1,1 1,-1 1,1 1,-1 0,1 2,0 0,1 1,-1 0,1 2,0 0,1 0,0 2,0 0,1 1,-1 2,13-11,0 0,0 0,0 0,0 0,0 1,0-1,1 1,-1 0,1 0,0 0,0 0,0 0,0 0,0 0,1 1,-1-1,1 1,0-1,0 1,1 0,-1-1,1 1,-1 0,1-1,0 1,1 0,-1-1,1 1,-1 0,1-1,0 1,0-1,1 1,-1-1,1 1,1 1,9 5,0-1,0-1,1-1,0 1,0-2,1 0,0 0,0-2,0 0,4 1,21 7,-21-6,-1 1,-1 0,1 2,-1-1,-1 2,11 8,-21-14,0-1,-1 1,1 0,-1 1,0-1,-1 1,1-1,-1 1,0 1,0-1,0 0,-1 1,1-1,-1 1,-1-1,1 1,-1 0,0 0,-1 0,1 0,-1 0,0 1,-1-2,0-1,0 0,0 1,0-1,-1 0,0 0,0 0,0 0,0 0,-1-1,1 1,-1-1,0 0,0 1,0-1,-1 0,1-1,-1 1,1-1,-1 1,0-1,0 0,-3 1,-101 24,-55-26,156-2,15 1,7 0</inkml:trace>
  <inkml:trace contextRef="#ctx0" brushRef="#br0" timeOffset="6331.45">3503 2634,'7'-48,"2"1,3 0,17-45,-24 83,-7 25,-6 17,2 1,2-1,1 1,1 0,2-1,1 1,2 0,2-1,0 1,3-1,3 8,34 81,-26-74</inkml:trace>
  <inkml:trace contextRef="#ctx0" brushRef="#br0" timeOffset="7469.967">0 3770,'1506'0,"-772"-26,-543 26,-20 26,-102-25,-112 14,29-10</inkml:trace>
  <inkml:trace contextRef="#ctx0" brushRef="#br0" timeOffset="8004.536">3329 3396,'-25'-8,"1"1,-1 1,0 1,-1 1,1 1,-1 2,1 0,-1 2,1 0,-2 2,-34 16,59-18,1 0,-1 0,1 0,-1 0,1 0,0 1,-1-1,1 0,0 1,0-1,0 1,0-1,0 1,1 0,-1-1,0 1,1 0,-1 0,1-1,0 1,-1 0,1 0,0 0,0-1,0 1,0 0,1 0,-1 0,0-1,1 1,-1 0,1-1,0 3,6 7,0 0,1 0,0 0,0-1,1 0,0-1,1 0,0 0,0-1,1 0,8 4,-17-12,76 53,-39-28,-1 2,-1 1,-1 2,6 9,-36-33,1 0,-2 1,1-1,-1 1,0 1,0-1,-1 1,0-1,0 1,-1 0,0 1,0-1,-1 0,0 1,-1-1,0 1,0 0,-1 3,-2-8,0 0,0-1,-1 1,1-1,-1 0,0 0,0 0,0 0,-1 0,1-1,-1 1,1-1,-1 0,0 0,0 0,0-1,0 1,0-1,0 0,0 0,0 0,0-1,-1 0,1 0,0 0,0 0,-1 0,1-1,-1 0,2 1,-45 2,0-3,0-2,1-1,-9-5,56 9,0 0,1 0,-1 0,0 0,0-1,0 1,0 0,0 0,0-1,0 1,0 0,1 0,-1 0,0-1,0 1,0 0,0 0,0-1,0 1,0 0,0 0,0 0,0-1,-1 1,1 0,0 0,0-1,0 1,0 0,0 0,0 0,0-1,0 1,-1 0,1 0,0 0,0 0,0-1,0 1,-1 0,1 0,17-4</inkml:trace>
  <inkml:trace contextRef="#ctx0" brushRef="#br0" timeOffset="8341.815">3623 3851,'0'6,"0"-1,0 1,0-1,1 1,0-1,0 1,1-1,-1 0,1 0,0 1,1-1,-1 0,1-1,0 1,0 0,0-1,1 0,0 0,0 0,0 0,0 0,0-1,1 0,0 0,-1 0,1-1,4 2,8 2,1-1,0 0,0-1,0-1,0-1,0-1,1-1,-1 0,1-1,-1-1,5-1,-18 2,1 0,-1 0,0-1,0 1,1-1,-1 0,0 0,-1-1,1 0,0 1,-1-2,1 1,-1 0,0-1,0 0,-1 0,1 0,-1 0,0-1,0 1,0-1,-1 0,1 0,-1 0,0 0,-1 0,1 0,-1-1,0 1,0 0,-1-1,1 1,-1-1,-1 1,1-1,-1 1,0 0,0-1,0 1,-2-4,-2 0,1 1,-2-1,1 1,-1 0,0 0,-1 1,0 0,0 0,0 1,-1 0,0 0,0 0,-1 1,0 1,1-1,-2 1,1 1,0 0,-1 0,1 1,-1 0,0 1,1 0,-1 0,0 1,0 0,0 1,0 0,1 1,-1 0,0 0,1 1,0 0,-1 1,-4 3,0-1,1 0,1 1,-1 1,1 0,1 1,-1 0,-2 4,10-10,0 1,0 0,1 0,-1 0,1 1,0-1,0 1,0 0,1 0,0 0,0 0,0 0,0 1,1-1,0 0,0 1,1-1,-1 1,1-1,0 4,7 16</inkml:trace>
  <inkml:trace contextRef="#ctx0" brushRef="#br0" timeOffset="11101.401">6297 2274,'-30'12,"29"-11,1-1,0 1,0-1,-1 1,1-1,0 1,0-1,0 1,-1-1,1 1,0-1,0 1,0-1,0 1,0-1,0 1,0 0,0-1,0 1,0-1,1 1,-1-1,0 1,0-1,0 1,1-1,-1 1,0-1,0 1,1-1,-1 0,0 1,1-1,-1 1,1-1,-1 0,1 1,-1-1,0 0,1 0,-1 1,1-1,-1 0,1 0,-1 0,1 0,0 1,-1-1,1 0,-1 0,1 0,-1 0,1 0,-1 0,1-1,-1 1,1 0,19 5,0 0,-1-2,1 0,1-2,-1 0,6-1,-2 0,623-16,-434 6,226-11,480-11,-887 32,-16 0</inkml:trace>
  <inkml:trace contextRef="#ctx0" brushRef="#br0" timeOffset="12001.115">5548 2139,'-12'-5,"10"3,0 0,-1 0,1 0,-1 1,1-1,-1 1,1-1,-1 1,0 0,0 0,1 0,-1 1,0-1,0 1,0-1,0 1,0 0,0 0,0 0,0 1,0-1,0 1,1-1,-1 1,0 0,0 0,0 0,1 1,-1-1,1 0,-1 1,1 0,0 0,-1 0,1 0,0 0,0 0,0 1,-1 11,2-1,-1 1,2-1,0 1,0 0,2-1,-1 1,2 0,0-1,0 0,1 0,1 0,0 0,1-1,6 10,-3-3,1 0,1-1,1 0,0-1,1 0,0-1,2-1,0 0,1-1,0-1,6 4,-19-15,0 1,1-1,-1-1,0 1,1 0,-1-1,1 1,0-1,-1 0,1 0,0-1,0 1,-1-1,1 0,0 0,0 0,0 0,0-1,-1 0,1 1,0-1,-1-1,1 1,-1 0,1-1,-1 0,1 0,-1 0,0 0,0 0,2-3,5-8,-1 0,-1-1,0 0,0-1,-2 1,0-1,0-1,-2 1,0-1,-1 0,0 0,-1 0,-1 0,0 0,-2-1,4-1,-1 0,-1 0,-1-1,0 1,-2-1,0 1,-1 0,-1 0,0 0,-1 0,-1 1,-1 0,-1 0,0 1,-8-13,12 25,1 0,-1 1,0-1,0 1,0-1,0 1,0 0,-1 1,0-1,1 1,-1 0,0 0,0 0,0 1,0 0,0 0,0 0,-1 0,1 1,0 0,0 0,0 1,-1-1,1 1,0 0,0 0,0 1,0 0,0 0,0 0,1 0,-1 1,1-1,-1 1,1 0,0 1,0-1,0 1,1 0,-1 0,1 0,0 1,-6 7,2 1,0 0,0 1,1-1,1 1,0 0,0 2,-9 42</inkml:trace>
  <inkml:trace contextRef="#ctx0" brushRef="#br0" timeOffset="12969.281">5535 4212,'135'-292,"-111"214,-32 182,3 319,13-356,-2-43</inkml:trace>
  <inkml:trace contextRef="#ctx0" brushRef="#br0" timeOffset="13787.175">6096 4092,'147'8,"0"-5,115-15,-147 6,235-6,315 31,-336 10,74 5,142-15,-500-21,-37-2,-30 1,-30 0,-10 1</inkml:trace>
  <inkml:trace contextRef="#ctx0" brushRef="#br0" timeOffset="14554.347">5387 5455,'7'-4,"0"1,1 1,-1-1,1 1,-1 0,1 1,-1 0,1 0,0 0,4 1,-3 0,8-1,0 1,0 0,0 2,0 0,0 1,11 3,-22-4,0-1,0 1,0 0,0 1,-1-1,1 1,-1 1,0-1,0 1,0-1,-1 1,1 1,-1-1,0 1,0-1,0 1,-1 0,1 1,-1-1,0 2,-2-2,1 0,-1 1,0 0,0-1,-1 1,0-1,0 1,0 0,0-1,-1 1,0 0,0-1,-1 0,0 1,0-1,0 0,0 0,-1 0,-2 5,-71 82,-66 42,140-133,1-1,0 1,-1 0,1 0,0 0,0 0,0 0,0 0,0 1,0-1,0 0,0 0,1 1,-1-1,0 0,1 1,-1-1,1 1,-1-1,1 1,0-1,0 1,0-1,-1 1,1-1,1 1,-1-1,0 1,0-1,1 1,-1-1,1 1,-1-1,1 1,-1-1,1 0,0 1,0-1,0 0,0 1,0-1,0 0,78 15,-11-18,0-2,-1-3,0-4,59-16,-121 26,70-16</inkml:trace>
  <inkml:trace contextRef="#ctx0" brushRef="#br0" timeOffset="15053.096">6363 5615,'38'8,"1"-1,-1-3,1-1,36-2,-29 0,1096 2,521-14,-1305 26,-297-7</inkml:trace>
  <inkml:trace contextRef="#ctx0" brushRef="#br0" timeOffset="16036.028">5468 6979,'35'-21,"-15"16,0 1,0 0,0 1,0 2,0 0,1 1,6 1,-26-1,1 0,0 0,0 0,-1 0,1 0,0 0,0 0,-1 1,1-1,0 0,-1 1,1 0,0-1,-1 1,1 0,-1 0,1 0,-1 0,1 0,-1 0,0 0,0 1,1-1,-1 0,0 1,0-1,0 1,-1-1,1 1,0 0,0-1,-1 1,1 0,-1-1,0 1,1 0,-1 0,0-1,0 1,0 0,0 0,0-1,-1 1,1 0,-1 1,-5 8,-1-1,0 1,-1-1,0-1,0 0,-1 0,0 0,-1-1,1-1,-2 0,1 0,-1-1,-4 2,-59 36,74-43,0 0,0 0,0 0,0 0,0 0,0 0,1 0,-1 0,0 0,1 0,-1 0,1 0,-1 0,1 0,-1 0,1-1,0 1,-1 0,1 0,0 0,0-1,-1 1,1 0,0-1,0 1,0-1,0 1,0-1,0 0,0 1,0-1,0 0,0 0,0 1,0-1,0 0,0 0,0 0,0 0,0 0,0-1,0 1,1 0,0 0,30 7,-16-5,1 1,-1 0,0 1,0 1,-1 1,1 0,-1 1,0 0,-1 1,0 1,0 0,-1 1,0 1,0 0,4 6,-14-13,-1 0,1 0,-1 0,0 0,0 1,-1-1,1 1,-1 0,0-1,0 1,0 0,-1 0,0 0,0-1,0 1,0 0,-1 0,0 0,0-1,0 1,-1 0,1-1,-1 1,0-1,0 0,-1 0,1 0,-1 0,0 0,0 0,0-1,-1 1,1-1,-2 1,-10 7,0 0,-1-1,0 0,-1-2,0 0,0-1,-1 0,0-1,0-2,0 1,-1-2,1-1,-11 1,22-3,0 1,0-1,1 0,-1-1,0 1,0-2,0 1,1 0,-1-1,1-1,-1 1,1-1,0 0,0 0,0-1,1 1,-1-2,-4-4</inkml:trace>
  <inkml:trace contextRef="#ctx0" brushRef="#br0" timeOffset="17566.544">6190 7206,'435'-43,"231"14,-405 21,-237 7,1685-40,-1303 42,-463 5,42-3</inkml:trace>
  <inkml:trace contextRef="#ctx0" brushRef="#br0" timeOffset="18932.412">3823 188,'-2'20,"1"17,6 10,4 6,2 4,1 1,-4-2,-1-5,-3-8,-2-9,-1-11</inkml:trace>
  <inkml:trace contextRef="#ctx0" brushRef="#br0" timeOffset="19255.776">3730 1,'10'17,"2"0,0-1,1 0,0-1,1-1,1 0,12 9,-19-16,80 66,-54-48,-1 3,-1 1,-2 1,-1 1,20 28,-45-54,0 0,0 0,-1 0,0 1,0-1,0 1,-1 0,0 0,0 0,0 0,-1 0,0 0,0 0,0 1,-1-1,0 0,0 0,-1 1,0-1,0 0,0 0,-1 0,0 0,0 0,-1 2,-8 5,0-1,-1 0,-1-1,0 0,0-1,-1-1,0 0,0 0,-1-2,0 0,-1-1,1 0,-1-1,-1-1,-7 1,0 2,0 0,-1-2,1-1,-1 0,0-2,0-1,0-1,0-2,-7-1,30 3,0 0,0 0,-1-1,1 1,0-1,0 1,0-1,0 0,0 0,0 0,1 0,-1 0,0-1,0 1,1 0,-1-1,1 1,-1-1,1 0,0 1,-1-1,1 0,0 0,0-1,-1-17</inkml:trace>
  <inkml:trace contextRef="#ctx0" brushRef="#br0" timeOffset="19531.093">4745 254,'-23'-7,"0"0,0 2,-1 0,0 1,0 2,-1 0,1 2,-20 2,35-2,0 0,0 1,0-1,-1 2,1 0,0 0,1 0,-1 1,0 0,1 1,-1 0,1 0,0 1,1 0,-1 1,1-1,0 1,0 1,1-1,0 1,0 0,0 1,1-1,0 1,1 0,0 1,0-1,1 1,0-1,-1 6,3-6,1 1,0 0,1-1,0 1,0-1,1 1,0-1,0 0,1 0,0 0,1 0,0 0,0-1,0 1,1-1,0 0,1-1,-1 1,2 0,8 7,-1 0,2-1,0-1,0 0,1-2,1 1,13 4,-1-2,0-2,0-1,1-1,1-2,-1-1,1-1,0-2,0-1,13-2,20-4</inkml:trace>
  <inkml:trace contextRef="#ctx0" brushRef="#br0" timeOffset="19998.892">5054 228,'0'-13,"0"46,34 323,-20-290,-10-82,-5-46,-3 1,-2 0,-4 1,-1 0,-4 0,-2 2,-16-37,32 93,2 2,-1 0,0 0,0 0,0 0,1 0,-1 0,0 0,0 0,1-1,-1 1,0 0,0 0,0 0,1 0,-1 0,0 0,0 0,0 0,0-1,1 1,-1 0,79 97,4-3,60 50,-109-111,0-2,-1 2,-2 2,-1 0,1 5,-28-37,0 1,-1-1,1 1,-1 0,0 0,1 0,-2 0,1 0,0 1,-1-1,0 0,0 1,0-1,-1 1,1-1,-1 1,0-1,0 1,-1-1,1 1,-1-1,0 1,0-1,-1 0,1 1,-2 1,-2 0,1-1,0 0,-1 0,0 0,-1-1,1 1,0-1,-1-1,0 1,0-1,-1 0,-115 43,-21-9</inkml:trace>
  <inkml:trace contextRef="#ctx0" brushRef="#br1" timeOffset="37507.104">1350 2006,'24'-51,"4"3,-2-2,-3 0,-2-2,-2 0,1-12,-6 19,-14 45,0 0,0 1,0-1,0 0,0 0,0 1,1-1,-1 0,0 0,0 1,0-1,0 0,1 0,-1 1,0-1,0 0,1 0,-1 0,0 1,0-1,1 0,-1 0,0 0,0 0,1 0,-1 0,0 1,1-1,-1 0,0 0,0 0,1 0,-1 0,0 0,1 0,-1 0,0 0,1-1,-1 1,0 0,0 0,1 0,-1 0,0 0,1 0,-1-1,0 1,0 0,0 0,1 0,-1-1,0 1,0 0,0 0,1-1,-1 1,0 0,0 0,0-1,0 1,0 0,1-1,-1 1,0 0,0 0,0-1,0 1,0 0,7 24,-5 7,-1 0,-2 0,-1-1,-1 1,-2 0,-1-1,-1 0,-7 18,-23 127,32 19,3-191,0 0,0 0,0-1,0 1,0-1,-1 1,1-1,-1 0,0 0,1 0,-1-1,0 1,0-1,0 1,-1-1,1 0,0 0,0 0,-1-1,1 1,0-1,-1 0,1 0,0 0,-1 0,1 0,0-1,-1 0,-1 0,4 1,0 0,0 1,1-1,-1 0,0 0,0 0,1 0,-1 0,0 0,0 0,0 0,1 0,-1 0,0 0,0 0,1-1,-1 1,0 0,0-1,1 1,-1 0,0-1,1 1,-1-1,1 1,-1-1,0 1,1-1,-1 0,1 1,0-1,-1 0,1 1,-1-1,1 0,0 1,0-1,-1 0,1 0,106-18,279-15,-348 30,-13 0</inkml:trace>
  <inkml:trace contextRef="#ctx0" brushRef="#br1" timeOffset="38267.632">1391 3062,'-9'2,"1"0,0 1,0-1,0 2,0-1,1 1,-1 1,1-1,0 1,1 0,-1 1,1 0,0 0,0 0,1 1,-1-1,2 1,-1 1,1-1,0 0,0 1,1 0,0 0,1 0,0 0,0 1,0-1,1 1,1-1,-1 1,1-1,1 1,-1-1,2 1,-1-1,1 0,0 1,1-1,0 0,0-1,1 1,0 0,0-1,1 0,-1 0,2 0,-1-1,1 1,0-1,0-1,1 1,6 3,-6-5,0-1,0 0,0 0,0-1,0 0,1-1,-1 1,1-1,0-1,-1 0,1 0,-1 0,1-1,-1 0,1 0,-1-1,1 0,-1 0,0-1,0 0,0 0,0 0,-1-1,1 0,-1-1,0 1,0-1,1-3,1 2,-1-1,0-1,-1 1,0-1,0 0,-1-1,0 1,0-1,-1 0,0 0,0 0,-1-1,-1 1,1-1,-2 0,1 0,-1 0,-1 0,0 0,0 0,-2-6,1 8,0 1,-1 0,0 0,-1 0,1 0,-1 0,-1 0,1 0,-1 1,0 0,0 0,-1 0,0 0,0 1,-1 0,1 0,-1 0,0 1,0-1,-1 2,1-1,-1 1,0 0,0 0,0 0,0 1,0 0,0 1,-1 0,1 0,-1 0,1 1,-1 0,1 1,-1 0,-2 0,1 2,0 1,0 0,0 0,1 1,-1 0,1 0,1 1,-1 0,1 0,0 1,0 0,1 0,0 0,0 1,1 0,0 1,0-1,-3 9,-9 23</inkml:trace>
  <inkml:trace contextRef="#ctx0" brushRef="#br1" timeOffset="56265.33">7166 5268,'-24'-21,"0"0,-1 2,-1 1,-1 1,0 1,-1 2,-1 1,0 1,-1 1,0 1,-1 2,-21-2,-69-12,-2 6,1 6,-2 4,1 6,0 6,-16 6,-500 47,639-59,-80 6,1 4,0 3,1 4,-56 21,119-33,0 2,0-1,1 2,0 0,1 0,0 1,0 1,1 0,0 1,1 1,0-1,1 2,0-1,1 1,1 1,0 0,0 0,1 0,1 1,1 0,0 0,1 1,0 4,-1 18,3 1,1-1,2 0,2 1,1-1,2-1,1 1,3-1,0 0,3-1,1 0,1-1,2-1,2 0,1-1,21 26,-23-36,1 1,0-2,2-1,1 0,1-2,0-1,1 0,1-2,1-1,0-1,1-1,0-1,1-1,0-2,12 2,74 10,0-4,0-6,1-4,34-6,-112 0,843 19,-804-19,0-3,0-3,-1-4,35-10,-78 11,-2 0,1-2,-2-1,1-1,-1-2,-1-1,-1-1,0-1,-1-2,-1 0,22-23,-31 25,0-1,-2 0,0-1,-1-1,-1 0,0-1,-2 0,-1-1,0 0,-2 0,0-1,-2 1,1-9,-4 14,0-1,-1 1,0-1,-2 1,0-1,-1 1,0-1,-2 1,0 0,-1 0,-1 1,0-1,-1 1,-1 0,0 1,-1 0,-1 0,-2-1,-19-16,-1 1,-1 2,-2 1,-1 2,-1 1,-1 2,-1 2,-1 1,-33-11,-49-16,-1 6,-2 5,-85-12,-5 6</inkml:trace>
  <inkml:trace contextRef="#ctx0" brushRef="#br2" timeOffset="92633.401">8315 4987,'155'-374,"-123"261,-31 113,-1 0,1 0,-1 0,0 0,1 0,-1 0,1 0,-1 0,1 0,-1 0,0 0,1 1,-1-1,1 0,-1 0,1 0,-1 1,0-1,1 0,-1 0,0 1,1-1,-1 0,0 1,0-1,1 0,-1 1,0-1,0 1,1-1,-1 0,0 1,0-1,0 1,0-1,0 1,0-1,0 0,0 1,0-1,0 1,0-1,0 1,0-1,0 1,0-1,0 0,0 1,0-1,-1 1,1-1,0 1,38 396,-19-191,-19-201,0 0,-1 0,1 0,-1 0,0 0,-1 0,1-1,-1 1,0 0,0-1,0 1,0-1,-1 0,0 1,0-1,0-1,-1 1,1 0,-1-1,0 0,0 1,0-2,0 1,-2 1,-5 1,1 0,-1-1,0 0,0 0,0-1,0-1,-1 0,1 0,-1-1,-2-1,-30 7,68-2,287-17,-21 10,-260-5,-27 1</inkml:trace>
  <inkml:trace contextRef="#ctx0" brushRef="#br2" timeOffset="93606.775">8475 3302,'-7'2,"0"-1,1 1,-1 0,0 1,0 0,1 0,0 0,0 1,0-1,0 2,0-1,1 1,-1 0,1 0,1 0,-1 0,1 1,0 0,0 0,0 0,1 1,0-1,1 1,-1-1,1 3,-1 2,0 0,1 1,1-1,0 0,1 1,0-1,0 0,1 1,1-1,0 0,0 0,1 0,1 0,0 0,3 5,-4-8,0 0,1 0,0 0,0 0,1-1,0 0,0 0,1 0,0-1,0 0,1 0,-1 0,1-1,0 0,1 0,-1-1,1 0,0 0,0-1,0 0,1-1,-1 1,1-1,-1-1,1 0,0 0,-1-1,1 0,0 0,0-1,-1 0,1-1,-1 0,1 0,-1-1,0 0,2-1,1-3,-1 0,-1-1,1 0,-2 0,1-1,-1 0,0-1,-1 0,0 0,0 0,-1-1,-1 0,0-1,0 1,-1-1,-1 0,0 0,0 0,-1-4,1-7,0 0,-2-1,-1 0,-1 1,-1-1,-1 1,-1 0,-1 0,-6-16,5 21,-1 1,0 0,-1 0,-1 1,-1 0,0 0,-1 1,-1 1,-5-6,11 14,0 0,0 0,0 1,-1 0,0 0,0 1,0 0,0 0,-1 0,0 1,1 0,-1 1,0 0,-1 0,1 1,0 0,0 0,-1 1,1 0,0 0,0 1,-1 0,2 1,0 0,0 0,0 1,0 0,0 1,1-1,0 1,-1 0,2 1,-1 0,0 0,1 0,0 0,0 1,0 0,1 0,0 0,0 0,1 1,0 0,0-1,-2 8,-4 12,2 1,0-1,2 1,1 0,0 16,0 22</inkml:trace>
  <inkml:trace contextRef="#ctx0" brushRef="#br2" timeOffset="94365">8275 1271,'-12'14,"1"0,0 1,1 1,0-1,1 1,1 1,1 0,0 0,1 0,1 1,1 0,0 0,1 0,1 1,1-1,1 0,0 1,2-1,0 1,0-1,2 0,-2-8,1 0,-1 0,2-1,-1 1,2-1,-1 0,1 0,0 0,1-1,0 0,0 0,1 0,0-1,0 0,1 0,0-1,0 0,1 0,-1-1,1 0,0 0,1-1,-1-1,1 1,0-2,0 1,0-1,0-1,0 0,0 0,0-1,0 0,0-1,0 0,1 0,-2-1,1-1,0 0,0 0,4-3,-4 0,0-1,-1 0,0 0,0-1,-1 0,0-1,0 0,-1 0,0 0,-1-1,0 0,0 0,-1-1,-1 0,0 0,0 0,-1 0,0-1,0-4,0-9,0 0,-1 0,-2 0,0 0,-2 0,-1 0,-1 1,-4-17,2 19,0-1,-2 2,0-1,-1 1,-2 1,-1-2,9 15,-1 1,0 0,0 0,-1 1,0-1,0 1,0 0,0 1,-1-1,0 1,0 0,0 0,0 1,-1 0,0 0,1 0,-1 1,0 0,0 0,0 1,-2 0,-4 2,1 1,0 1,0 0,0 1,1 0,-1 1,1 0,0 0,0 2,1-1,0 1,0 1,0 0,1 0,0 1,1 0,0 0,0 1,1 0,1 0,-1 1,0 3,-45 108,38-66</inkml:trace>
  <inkml:trace contextRef="#ctx0" brushRef="#br2" timeOffset="95482.741">8636 6377,'-9'15,"0"1,0-1,2 2,0-1,1 1,1 0,0 0,1 0,1 0,1 1,0 0,1-1,1 1,1 0,1 6,0-14,0 0,1 1,0-1,0 0,1-1,0 1,1-1,0 1,0-1,1-1,0 1,1-1,0 0,0-1,1 0,0 0,0 0,1-1,-1 0,1-1,0 0,1 0,-1-1,1 0,0-1,0 0,1 0,-1-1,0-1,1 0,-1 0,1-1,-1 0,6-1,-10 0,-1-1,1 1,-1-1,0 1,1-1,-1-1,0 1,0-1,-1 0,1 0,0-1,-1 1,0-1,0 0,0 0,0 0,-1-1,0 1,0-1,0 0,0 0,-1 0,1 0,-1 0,-1 0,2-4,2-12,-1-1,0 0,-2 0,0 0,-1 0,-2-5,1 3,0-1,-2 1,0 0,-2-1,-1 1,-1 0,0 1,-2 0,-1 0,-1 0,-1 1,-1 1,0 0,-2 0,0 2,-2-1,13 16,-1 0,1 1,-1-1,1 1,-1 0,0 0,0 0,-1 1,1-1,-1 1,1 0,-1 0,1 1,-1-1,0 1,0 0,0 1,0-1,0 1,0 0,0 0,0 0,0 1,0-1,1 1,-3 1,0 3,0 1,0-1,0 1,1 1,0-1,0 1,0 0,1 1,0-1,1 1,0 0,0 0,1 0,-1 0,2 1,-1 0,1-1,1 1,0 1,-31 173,22-93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2:40.98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1,'22'0,"22"0,17 0,11 0,5 0,-1 0,-10 2,-15 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2:41.17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1,'18'7,"18"2,16 2,15-1,10-2,7-3,2-2,-14-1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2:41.83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56 463,'128'-349,"-100"244,-29 97,-7 24,1 12,1 0,2 0,0 0,2 0,1 1,2-1,3 26,59 324,-61-372,-1 0,0 0,-1 0,0 0,1 1,-2-1,1 0,-1 0,0 0,0 0,-1 0,0 0,0 0,0 0,-1-1,0 1,0-1,0 0,0 0,-1 0,0 0,0 0,-1-1,1 0,-1 0,0 0,0 0,0-1,0 0,-3 1,2-2,1 0,0 0,-1-1,0 0,1 0,-1 0,0-1,1 0,-1 0,0 0,1-1,-1 0,0 0,1 0,-1-1,1 0,0 0,0 0,-1 0,1-1,1 0,-1 0,0-1,1 1,-1-1,1 0,0 0,1 0,-1-1,1 1,-1-1,1 0,1 0,-2-2,4 6,0-1,-1 1,1-1,0 1,0-1,0 0,0 1,0-1,1 1,-1-1,0 1,1-1,-1 1,1-1,-1 1,1 0,0-1,0 1,0-1,-1 1,1 0,0 0,0 0,1 0,-1 0,0 0,0 0,1 0,-1 0,0 0,1 1,-1-1,1 0,-1 1,0-1,1 1,0 0,-1-1,1 1,66-8,-62 8,112-3,1 6,-1 5,61 13,-145-15</inkml:trace>
  <inkml:trace contextRef="#ctx0" brushRef="#br0" timeOffset="250.329">1005 811,'0'-3,"0"0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2:38.53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28 437,'0'16,"0"14,5 12,5 5,9 1,5-1,3-5,2-8,-5-10</inkml:trace>
  <inkml:trace contextRef="#ctx0" brushRef="#br0" timeOffset="150.598">1 63,'0'5,"2"10,8 12,7 10,0-1</inkml:trace>
  <inkml:trace contextRef="#ctx0" brushRef="#br0" timeOffset="453.561">269 705,'20'-10,"0"0,0-1,-1-1,0-1,-1-1,-1 0,0-1,-1-1,-1-1,0 0,-1-1,5-9,-17 25,0 0,0-1,0 1,-1 0,1-1,-1 1,1-1,-1 0,0 1,0-1,0 0,0 0,-1 1,1-1,-1 0,1 0,-1 0,0 0,0 0,-1 0,1 0,-1 0,1 1,-1-1,0 0,0 0,0 1,0-1,0 0,-1 1,1-1,-1 1,0 0,0-1,0 1,0 0,0 0,0 0,-1 1,0-2,-4 1,1 1,-1-1,1 2,-1-1,1 1,-1-1,0 2,1-1,-1 1,1 0,-1 1,1-1,0 1,-1 0,1 1,0 0,1 0,-1 0,0 0,1 1,0 0,-1 0,2 1,-1-1,0 1,1 0,0 0,0 1,1-1,-1 1,1 0,0 0,1 0,-1 0,1 0,1 0,-1 1,1-1,0 1,0-1,1 1,0 0,0-1,1 1,0-1,0 1,1 4,3-3,-1 0,1-1,1 0,-1 0,1 0,0-1,1 0,-1 0,1 0,1-1,-1 0,1 0,-1-1,1 0,1 0,7 1,142 32,-84-30,-8-3</inkml:trace>
  <inkml:trace contextRef="#ctx0" brushRef="#br0" timeOffset="917.958">1003 451,'-8'-8,"-1"1,-1 0,1 1,-1 0,0 0,-1 1,1 0,-1 1,0 0,0 1,0 0,-1 1,1 0,-1 1,1 0,-1 1,0 0,1 1,-1 0,-2 1,12-2,0 1,1-1,-1 1,1-1,-1 1,1 0,-1-1,1 1,-1 0,1 0,0 0,-1 0,1 0,0 1,0-1,0 0,0 0,0 1,0-1,0 1,0-1,0 1,1-1,-1 1,1-1,-1 1,1 0,0-1,-1 1,1 0,0-1,0 1,0 0,0-1,1 1,-1 0,0-1,1 1,-1 0,1-1,-1 1,2 1,41 61,47 20,-63-60,0 1,-2 1,-1 1,7 11,-29-37,-1 0,1 0,-1 0,0 1,1-1,-1 0,0 1,0-1,1 1,-1 0,-1-1,1 1,0 0,0 0,-1 0,1-1,0 1,-1 0,0 0,0 0,1 0,-1 0,0 0,-1 0,1 0,0 0,0-1,-1 1,1 0,-1 0,0 0,1 0,-1-1,0 1,0 0,0-1,0 1,-1-1,1 1,0-1,-1 1,1-1,-1 0,1 0,-1 0,1 0,-1 0,0 0,0 0,0 0,-1 0,1 1,-1-1,0 0,0 0,0 0,0-1,0 1,0-1,0 1,0-1,0 0,0 0,0 0,0-1,0 1,0-1,0 0,0 1,1-1,-1-1,0 1,0 0,1-1,-1 1,1-1,-1 0,1 0,0 0,-1 0,1 0,0 0,0-1,1 1,-1-1,1 1,-1-1,1 0,0 1,-1-1,2 0,-1 0,0-3,3-6,1 1,0-1,1 0,1 1,0 0,0 0,1 0,0 1,1 0,0 0,1 1,0 0,5-5,-8 9,15-20,2 2,0 0,2 2,0 0,1 2,1 0,8-2,-31 19,-3 1,1 1,0-1,0 0,0 0,0 0,0 0,0 1,0-1,0 0,0 1,0-1,1 1,-1 0,0-1,0 1,1 0,-1 0,0-1,0 1,1 0,-1 0,0 0,0 1,1-1,-1 0,0 0,0 1,0-1,1 1,-1-1,0 1,0-1,0 1,0 0,0-1,0 1,0 0,0 0,0 0,-8 86,3-65,1 0,2 1,0-1,1 1,2 17,-1-34,0 0,0 1,1-1,-1 0,1 0,0 0,1 0,0-1,0 1,0-1,0 1,1-1,0 0,0 0,0-1,1 1,0-1,0 0,0 0,0-1,0 1,6 2,26 6,-1-5</inkml:trace>
  <inkml:trace contextRef="#ctx0" brushRef="#br0" timeOffset="1172.803">1418 143,'-12'9,"2"15,4 13,5 14,4-3</inkml:trace>
  <inkml:trace contextRef="#ctx0" brushRef="#br0" timeOffset="1670.474">1432 718,'16'-29,"-1"0,-1-1,-1 0,-2-1,-1 0,-1-1,-2 0,-2-1,0 1,-2-12,-2 39,-1-1,0 1,0-1,0 1,0-1,-1 1,0 0,0-1,0 1,-1 0,0 0,0-1,-3-3,5 8,-1 1,1 0,-1-1,1 1,-1-1,0 1,1 0,-1 0,0-1,1 1,-1 0,0 0,1 0,-1 0,0 0,1-1,-1 1,0 1,1-1,-1 0,0 0,1 0,-1 0,0 0,1 1,-1-1,0 0,1 0,-1 1,0-1,1 1,-1-1,1 0,-1 1,1-1,-1 1,1-1,-1 1,1 0,0-1,-1 1,1-1,0 1,-1 0,1-1,0 1,0 0,0-1,0 1,-1 0,1-1,0 1,0 0,0-1,0 1,1 0,-1 0,0-1,0 1,0 0,0-1,1 1,-1 0,2 4,0-1,0 1,0 0,0-1,1 1,0-1,0 0,0 0,0 0,1 0,0-1,-1 1,1-1,1 0,-1 0,0 0,1-1,-1 1,1-1,0 0,0-1,0 1,0-1,0 0,3 0,46 14,54 23,-104-33,0-1,0 1,-1 0,0 0,0 0,0 1,0-1,-1 1,0-1,0 1,0 0,-1 0,0 0,0 0,0 0,-1 0,0 0,0 0,0 0,-1 0,0 0,0 0,0 20,0-22,0 0,1 1,-1-1,1 1,0-1,0 0,1 1,-1-1,1 1,0-1,0 0,1 0,-1 1,1-1,0 0,0 0,0-1,0 1,1 0,0-1,0 1,0-1,0 0,0 0,1 0,-1 0,1-1,-1 1,1-1,0 0,0 0,0-1,1 1,-1-1,3 1,4-3,0 0,-1-1,1-1,-1 1,0-2,0 1,0-1,0-1,0 0,-1 0,0-1,0 0,0-1,-1 0,0 0,-1 0,1-1,-1-1,-1 1,0-1,0 0,0 0,-1-1,-1 0,1-2,1 0,0-1,-1 1,0-1,-1 0,-1 0,0 0,-1 0,1-10,-8 21,-1 17,4-7,0 0,0 0,0 0,1 0,0 1,1-1,0 0,0 0,1 0,0 0,0 1,1-1,0 0,0-1,1 1,0 0,0-1,1 0,0 1,1-1,-1-1,1 1,0-1,1 0,0 0,0 0,0-1,0 0,1 0,0-1,0 1,1-1,13 1</inkml:trace>
  <inkml:trace contextRef="#ctx0" brushRef="#br0" timeOffset="1921.8">2167 117,'2'2,"6"6,8 5,5 8,0 0</inkml:trace>
  <inkml:trace contextRef="#ctx0" brushRef="#br0" timeOffset="2091.36">2354 504,'0'18,"2"13,3 6,4 1,1-2,2-4,2-5,-1-10,-1-12,-3-7</inkml:trace>
  <inkml:trace contextRef="#ctx0" brushRef="#br0" timeOffset="2252.918">2461 23,'-12'-9,"-3"-1,1 6,2 8,4 6,7 6,5-1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2:35.60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286 623,'-11'-3,"0"1,1 1,-1-1,0 2,0-1,0 2,0-1,0 1,0 1,0 0,1 1,-1 0,1 0,0 1,-1 0,2 1,-1 1,1-1,-1 1,-6 7,9-4,0 0,1 1,0 0,1 0,0 0,0 1,1 0,1 0,0 0,0 0,1 0,1 1,0-1,0 0,1 1,0-1,1 1,1-1,0 0,0 1,1-1,3 6,-5-14,0 0,0 1,0-1,1 0,0-1,-1 1,1 0,0 0,0-1,1 1,-1-1,0 0,1 0,0 0,-1 0,1 0,0 0,0-1,0 1,0-1,0 0,0 0,1 0,-1 0,0 0,0-1,1 0,-1 0,0 0,1 0,-1 0,0 0,1-1,-1 0,0 0,0 1,0-2,0 1,2-1,8-6,0-1,-1 0,0-1,-1 0,0-1,-1 0,0-1,0 0,-1-1,-1 0,0 0,-1 0,-1-1,0 0,0-1,-1-1,-1 7,-1 0,0-1,0 0,-1 0,0 1,-1-1,0 0,0 0,-1 0,-1 0,0 0,0-2,1 12,0-1,0 0,0 1,-1-1,1 1,0-1,0 0,0 1,-1-1,1 1,0-1,-1 1,1-1,-1 1,1-1,0 1,-1-1,1 1,-1 0,1-1,-1 1,1 0,-1-1,0 1,1 0,-1 0,1-1,-1 1,0 0,1 0,-1 0,1 0,-1 0,0 0,1 0,-1 0,1 0,-1 0,0 0,1 0,-1 1,1-1,-1 0,0 0,1 1,-1-1,1 0,-1 1,1-1,-1 0,1 1,-1-1,1 1,0-1,-1 1,1-1,-1 1,-21 32,18-25,1 1,-1-1,1 1,0 0,1 0,0 0,1 0,0 1,0-1,1 0,0 0,1 1,0-1,0 0,1 0,0 0,0 0,1 0,1 0,-1-1,1 1,5 5,0-3,1-1,0 0,1-1,0 0,1 0,0-1,0-1,1 0,-1-1,2 0,11 3,34 10</inkml:trace>
  <inkml:trace contextRef="#ctx0" brushRef="#br0" timeOffset="719.676">848 663,'-11'-2,"0"2,-1 0,1 0,0 1,0 0,0 1,0 0,1 1,-1 0,1 1,-1 0,1 0,0 1,1 1,-1-1,1 2,0-1,0 1,1 1,0-1,1 1,-2 3,2-4,0 1,1 0,0 0,1 1,0-1,0 1,1 0,0 1,-2 7,5-13,0 0,0 0,0-1,1 1,-1 0,1 0,0 0,1 0,-1 0,0 0,1 0,0 0,0 0,0 0,1 0,-1-1,1 1,0 0,0-1,0 1,0-1,1 0,-1 0,1 0,2 2,7 3,-1-1,1 0,1-1,0 0,0-1,0 0,0-1,0-1,1 0,0-1,0 0,13-1,-1 2,0-2,0-1,0-1,0-2,0 0,0-1,0-2,-1-1,4-2,-18 5,0-1,0 0,0 0,0-1,-1 0,0-1,0-1,-1 1,0-1,0-1,-1 0,0 0,-1 0,0-1,0 0,-1-1,0 1,-1-1,0-1,2-8,1-18,-3-2,-1 1,-2 0,-1-1,-2 1,-2 0,-2-1,-8-29,7 28,-42-284,40 288,3 29,3 24,14 246,17 179,-29-422,2 0,0 0,1 0,1 0,0-1,2 0,0 0,1 0,9 17,-14-32,0 0,1 0,-1-1,0 1,1 0,0-1,0 0,-1 1,1-1,1 0,-1 0,0-1,0 1,1-1,-1 0,1 0,-1 0,1 0,-1 0,1-1,0 1,-1-1,1 0,0 0,-1-1,1 1,0-1,-1 0,1 0,-1 0,1 0,4-2,1-1,-1 0,0-1,0 1,0-1,-1-1,0 1,0-1,0-1,-1 1,0-1,0 0,12-20,-1 0,-2-1,-1-1,-1 0,5-19,-5 15,-13 33,0 0,1 1,-1-1,0 0,0 0,0 0,0 1,0-1,0 0,1 0,-1 0,0 0,0 0,0 1,1-1,-1 0,0 0,0 0,0 0,1 0,-1 0,0 0,0 0,1 0,-1 0,0 0,0 0,0 0,1 0,-1 0,0 0,0 0,1 0,-1 0,0 0,0 0,0 0,1 0,-1 0,0-1,0 34,0-30,-1 30,-1-26,1 1,-1-1,2 1,-1-1,1 1,0 0,1-1,-1 1,2 0,-1-1,1 1,0-1,0 0,1 1,0-1,1-1,-1 1,1 0,1-1,-1 0,1 0,0 0,0 0,3 1,52 11,-31-14</inkml:trace>
  <inkml:trace contextRef="#ctx0" brushRef="#br0" timeOffset="968.545">1743 476,'-14'-5,"-11"-3,-8-1,-5-1,-1 2,-1-1,0 1,7 3</inkml:trace>
  <inkml:trace contextRef="#ctx0" brushRef="#br0" timeOffset="1218.89">794 275,'25'-4,"24"-2,27 0,22 1,23 2,13 3,6 4,-20 2</inkml:trace>
  <inkml:trace contextRef="#ctx0" brushRef="#br0" timeOffset="1432.308">2063 516,'7'31,"1"0,2 0,1-1,1 0,2-1,0-1,2 0,2-1,0-1,1 0,2-2,1 0,21 17,5-13,-47-27,1-1,-1 1,1-1,-1 1,1-1,-1 0,1 1,-1-1,1 0,-1 0,1 0,-1 0,1 0,-1-1,1 1,-1 0,1-1,-1 1,1-1,-1 1,0-1,1 0,-1 1,0-1,1 0,-1 0,0 0,0 0,0 0,0-1,0 1,0 0,0-1,2-5,0 0,-1-1,0 1,0-1,-1 0,0 1,0-1,-1 0,0 0,0 0,-1 0,0-3,-9-198,9 205,1 1,0-1,0 0,1 0,-1 0,1 1,0-1,0 0,0 1,0-1,1 1,0-1,-1 1,1-1,0 1,1 0,-1 0,0 0,1 1,0-1,-1 0,1 1,0 0,1-1,-1 1,0 1,1-1,0 0,38-9,1 6</inkml:trace>
  <inkml:trace contextRef="#ctx0" brushRef="#br0" timeOffset="2326.257">2906 649,'-23'-9,"-1"0,0 1,0 2,0 0,-1 2,-19-1,39 4,0 1,-1 0,1 0,0 0,-1 1,1 0,0 0,-1 0,1 0,0 1,0 0,0 0,0 0,0 1,1 0,-1 0,1 0,0 0,0 1,0-1,0 1,0 0,1 1,0-1,0 0,0 1,0 0,1-1,0 1,0 0,0 0,0 1,1 0,0 0,0 0,0 1,1-1,0 0,0 1,1-1,-1 0,1 1,1-1,-1 0,1 0,0 0,0 0,1 0,0-1,0 1,0-1,1 0,0 0,0 0,0 0,0 0,1-1,0 0,0 0,0 0,0-1,1 0,-1 0,1 0,0-1,0 1,0-1,0-1,0 1,2-1,0 1,-1 0,1 0,0-1,0-1,0 1,0-1,1-1,-1 1,0-1,-1-1,1 1,0-1,0-1,-1 1,1-2,-1 1,0-1,0 0,0 0,0-1,-1 1,0-2,0 1,0-1,-1 0,1 0,-1 0,-1-1,1 1,-1-1,-1-1,3-3,-3 3,-1 0,1 0,-1-1,0 1,-1-1,0 1,-1-1,1 1,-2-8,-2 59,2-37,1 1,0 0,1-1,-1 1,1-1,1 1,-1-1,1 1,0-1,1 0,-1 0,1 0,0 0,1 0,0-1,0 1,0-1,0 0,1 0,-1-1,1 1,1-1,-1 0,0-1,1 1,0-1,0 0,0 0,0-1,0 0,1 0,-5-2,1 0,-1 0,1 0,-1 0,1 0,-1 0,1-1,-1 0,1 1,-1-1,0 0,1 0,-1 0,0 0,0-1,0 1,0 0,0-1,0 0,0 1,0-1,-1 0,1 0,-1 0,1 0,-1 0,0-1,0 1,0 0,0 0,0-1,0 1,-1-1,1-1,11-90,-12 88,7-235,-7 241,0-1,-1-1,1 1,-1-1,1 1,0-1,0 1,-1-1,1 0,1 1,-1-1,0 1,0-1,0 1,1-1,-1 1,1-1,-1 1,1-1,0 1,-1 0,1-1,0 1,0 0,0-1,0 1,0 0,0 0,1 0,-1 0,0 0,0 0,1 0,-1 1,0-1,1 0,-1 1,1-1,-1 1,1 0,-1-1,1 1,0 0,-1 0,1 0,-1 0,1 0,-1 0,172 79,-156-71,-8-6,0 1,-1 0,1 0,-1 1,1 0,-1 1,0 0,-1 0,1 1,-1 0,0 0,0 0,-1 1,0 0,0 1,-1-1,0 1,0 0,-1 0,0 1,0-1,0 3,-2 41,-3-47,0 1,1 0,0-1,0 1,1 0,-1-1,1 1,0-1,1 1,-1-1,1 1,0-1,0 0,1 0,0 0,0 0,0 0,3 3,4-1,0-1,0-1,1 0,0 0,0-1,0-1,0 0,0 0,1-1,-1 0,1-1,-1-1,1 0,9-1,-10 2,0 0,0-1,0 0,0-1,0 0,0-1,-1 0,1-1,0 0,-1 0,0-2,0 1,0-1,0 0,-1-1,0 0,0-1,0 0,-1 0,0-1,-1 0,0 0,0-1,0 1,-1-2,-1 1,4-7,-6 6,0 0,0 0,-1-1,0 1,-1 0,0-1,-1 1,0-1,0 1,-1-1,-1 1,0 0,0-1,-1 1,0 0,-1 0,0 1,0-1,-1 1,-2-3,6 10,-1 0,1 0,-1-1,1 1,-1 0,0 0,0 1,0-1,0 0,0 0,0 1,-1 0,1-1,0 1,-1 0,1 0,-1 0,1 0,-1 1,1-1,-1 1,0 0,1-1,-1 1,0 0,1 0,-1 1,0-1,1 1,-1-1,1 1,-1 0,1 0,-1 0,1 0,-1 0,1 1,0-1,0 1,0-1,-3 4,0 0,0 0,1 1,0-1,0 1,0 0,1 0,0 0,0 1,1-1,-1 1,2-1,-1 1,0 0,1 0,1 0,-1-1,1 1,0 0,1 0,-1 0,1 0,1 0,-1-1,1 1,1 0,-1-1,1 0,0 1,0-1,1 0,4 5,4-1,0 0,2-1,-1 0,1 0,0-2,1 0,0 0,0-2,0 0,1 0,0-2,-1 0,1 0,5-2,133 12,-86-14</inkml:trace>
  <inkml:trace contextRef="#ctx0" brushRef="#br0" timeOffset="2685.292">4497 596,'-35'-71,"33"69,1 0,-1 0,0 0,0 0,0 0,0 0,0 1,0-1,0 1,0-1,-1 1,1 0,-1 0,1 0,-1 0,1 1,-1-1,1 0,-1 1,0 0,1 0,-1 0,0 0,1 0,-1 0,0 1,1-1,-1 1,-5 3,1 1,-1 0,1 0,0 1,0 0,1 0,0 1,0 0,0 0,1 0,0 0,0 1,1 0,0 0,1 0,-1 1,2-1,-1 1,1 0,0-1,1 1,0 0,1 2,-1-8,1 1,0 0,0-1,0 1,0 0,1-1,0 1,0 0,0-1,0 1,0-1,1 1,-1-1,1 0,0 0,0 0,0 0,1 0,-1 0,1 0,-1-1,1 1,0-1,0 0,0 0,0 0,0 0,1 0,-1-1,0 0,1 1,0-1,-1-1,1 1,-1 0,1-1,0 0,-1 1,2-2,4 2,-1-1,1 0,-1-1,1 0,-1-1,1 1,-1-2,0 1,0-1,0 0,0-1,-1 0,1 0,-1 0,0-1,0 0,0-1,-1 1,0-1,0-1,-1 1,1-1,-2 0,1 0,-1 0,0-1,0 0,-1 0,0 0,0 0,-1 0,0 0,0-1,0-5,-9-10,7 24,0 0,-1-1,1 1,0 0,0 0,-1-1,1 1,0 0,-1 0,1 0,0 0,-1-1,1 1,0 0,-1 0,1 0,0 0,-1 0,1 0,-1 0,1 0,0 0,-1 0,1 0,0 0,-1 0,1 0,0 1,-1-1,1 0,0 0,-1 0,1 0,0 1,-1-1,1 0,0 0,0 1,-1-1,1 0,0 0,0 1,-1-1,1 0,0 1,0-1,0 0,0 1,0-1,-1 0,1 1,0-1,0 0,0 1,0-1,0 1,0-1,0 0,0 1,0-1,-1 4,0-1,0 0,1 1,-1-1,1 0,-1 1,1-1,0 1,0-1,1 1,-1-1,1 1,0-1,0 0,0 1,0-1,0 0,1 0,-1 0,1 0,0 0,0 0,0 0,0 0,1-1,-1 1,1-1,-1 0,1 0,2 1,95 52,60-12,-80-27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2:46.87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96 495,'-4'16,"-2"12,-2 6,0 1,2 0,1-2,3-4,0-7</inkml:trace>
  <inkml:trace contextRef="#ctx0" brushRef="#br0" timeOffset="251.836">2 108,'-2'13,"6"10,7 7,1-1</inkml:trace>
  <inkml:trace contextRef="#ctx0" brushRef="#br0" timeOffset="496.74">430 696,'13'-8,"-1"-1,0 0,-1-1,0 0,0 0,-1-1,-1-1,1 0,-2 0,0-1,0 0,4-13,-10 24,-1-1,0 1,1-1,-1 1,0-1,-1 0,1 1,0-1,-1 0,0 0,1 0,-1 1,0-1,-1 0,1 0,0 0,-1 1,1-1,-1 0,0 1,0-1,0 0,-1 1,1-1,0 1,-1 0,0-1,1 1,-1 0,0 0,0 0,0 0,0 0,-1 1,1-1,0 1,-1-1,1 1,-1 0,1 0,-1 0,0 0,-1 0,-1 3,1 0,0 0,0 0,-1 0,1 1,1-1,-1 1,0 0,1 1,-1-1,1 0,0 1,0 0,1 0,-1 0,1 0,0 0,0 0,0 1,0-1,1 1,0-1,0 1,0 0,0 2,-1-2,1 0,0 0,-1 0,2 0,-1 1,0-1,1 0,0 0,1 0,-1 1,1-1,0 0,0 0,0 0,1 0,0 0,0-1,0 1,0 0,1-1,0 1,0-1,0 0,0 0,1 0,-1-1,1 1,0-1,0 0,1 0,1 1,5 0,0 0,0 0,0-1,1 0,0-1,-1-1,1 0,0 0,0-1,9-2,28-1</inkml:trace>
  <inkml:trace contextRef="#ctx0" brushRef="#br0" timeOffset="971.751">1125 362,'-11'-1,"-1"1,1 0,-1 1,1 0,0 1,-1 0,1 1,0 1,0-1,1 2,-1-1,1 1,0 1,0 0,1 1,0-1,0 2,0-1,1 1,0 1,1-1,0 1,-6 9,12-15,0 0,0 0,0 0,0 0,0 1,1-1,-1 0,1 0,0 0,0 1,0-1,1 0,-1 0,1 0,0 0,-1 1,1-1,1 0,-1-1,0 1,1 0,0 0,-1 0,1-1,0 1,0-1,0 0,1 1,-1-1,1 0,-1 0,1 0,0-1,-1 1,1-1,0 0,1 1,25 11,1-2,1 0,0-2,0-2,18 3,65 16,-111-25,47 26,-50-25,-1 0,1-1,-1 1,1 0,-1 0,0-1,1 1,-1 0,0-1,0 1,0-1,0 1,0-1,-1 0,1 1,0-1,-1 0,1 0,-1 0,1 0,-1 0,1 0,-1 0,0-1,0 1,1-1,-1 1,0-1,0 1,1-1,-1 0,0 0,-2 0,4 0,-10 3,0 0,0-1,0 0,-1 0,1-1,0-1,-1 0,1 0,-1-1,1 0,-7-3,16 4,0-1,0 0,0 0,0 0,0 0,1 1,-1-1,0 0,0-1,1 1,-1 0,1 0,-1 0,1 0,-1 0,1-1,0 1,-1 0,1 0,0 0,0-1,0 1,0 0,0 0,0-1,1 1,-1 0,0 0,1-1,-1 1,0 0,1 0,0 0,-1 0,1 0,0 0,-1 0,1 0,0 0,0 0,0 0,0 0,0 1,0-1,0 0,0 1,0-1,0 0,21-20,1 1,1 1,0 1,2 0,-1 3,10-5,7-4,-22 12,-12 5,2 2,-1-1,0 1,1 0,0 1,0 0,1 1,8-2,-17 6,1-1,0 1,0 0,-1 0,1 0,-1 0,1 0,-1 1,1-1,-1 1,0-1,0 1,0 0,0 0,0 0,0 0,0 0,-1 0,1 1,-1-1,1 1,-1-1,0 1,0-1,0 1,-1 0,1-1,0 1,-1 0,0 0,0-1,0 1,0 0,0 0,0-1,-1 1,1 0,-1 0,0-1,0 2,1 5,0 13,-1-12,1 0,0 0,1 0,0 0,0 0,1 0,0 0,1-1,0 1,0-1,3 4,-6-12,1-1,-1 1,1 0,-1 0,1 0,-1 0,1-1,0 1,-1 0,1-1,0 1,0 0,-1-1,1 1,0-1,0 0,0 1,0-1,0 1,0-1,0 0,0 0,0 0,0 1,0-1,0 0,0 0,0 0,-1 0,1-1,0 1,0 0,0 0,0-1,0 1,0 0,0-1,0 1,0-1,-1 1,1-1,1 0,9-10</inkml:trace>
  <inkml:trace contextRef="#ctx0" brushRef="#br0" timeOffset="1215.1">1433 94,'-9'18,"2"11,8 7,11 4,4-4</inkml:trace>
  <inkml:trace contextRef="#ctx0" brushRef="#br0" timeOffset="1734.417">1700 682,'9'-14,"-1"-1,-1 0,0 0,-1 0,0-1,-2 0,1 0,-2-1,-1 1,0-1,0 1,-2-1,0 0,-1 1,-1-1,-1 1,0-1,-1 1,0 0,-14-10,18 39,6-7,1 0,-1 0,1 0,1-1,-1 0,1 0,0-1,0 0,0-1,0 0,1 0,-1 0,1-1,0-1,0 1,-1-1,10-1,4 4,-14-3,-2-1,0 0,0 0,1 1,-1-1,0 1,0 1,0-1,0 1,0 0,0 1,0-1,-1 1,1 0,-1 1,0-1,0 1,0 0,0 0,-1 1,0-1,0 1,0 0,0 0,-1 0,1 1,-2-1,1 1,0 0,1 176,-4-180,1 1,-1-1,1 0,-1 0,1 0,0 0,0 0,0 0,0 0,0 0,1-1,-1 1,1 0,-1-1,1 1,-1-1,1 1,0-1,0 0,-1 0,1 0,0 0,0 0,0 0,0 0,0-1,1 1,-1-1,0 1,0-1,0 0,0 0,1 0,0 0,70-25,-61 18,0-1,-1 0,0-1,-1 0,0 0,-1-1,1-1,-2 0,0 0,0 0,-1-1,0 0,-1-1,0 1,3-13,-10 15,-6 24,4-3,0-1,0 1,2 0,-1 1,1-1,1 0,0 0,0 0,2 1,0 5,-1-12,0 0,1 0,-1-1,1 1,0 0,0-1,1 1,-1-1,1 0,0 0,0 0,0 0,1 0,-1-1,1 1,0-1,0 0,0 0,0-1,1 1,-1-1,1 0,0 0,3 1,18 1,-2-3</inkml:trace>
  <inkml:trace contextRef="#ctx0" brushRef="#br0" timeOffset="1978.776">2369 214,'0'16,"5"7,5 5,2-2</inkml:trace>
  <inkml:trace contextRef="#ctx0" brushRef="#br0" timeOffset="2131.382">2636 548,'5'19,"1"7,0 2,-2-1,0-10,-2-8</inkml:trace>
  <inkml:trace contextRef="#ctx0" brushRef="#br0" timeOffset="2283.566">2556 1,'-2'9,"-1"3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2:43.91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311 757,'-3'-13,"-1"0,0 0,-1 1,0-1,-1 1,0 0,-1 1,-4-5,9 13,-1 0,1 0,-1 0,0 0,0 0,-1 0,1 1,0 0,-1-1,1 1,-1 0,0 1,0-1,0 1,0 0,0 0,0 0,0 0,0 1,0-1,0 1,0 0,-1 1,1-1,0 1,0-1,0 1,-3 2,-4 2,2 1,-1 0,1 0,0 1,0 0,0 1,1 0,1 0,-1 1,1 0,1 0,-1 1,2 0,-1 0,2 0,-1 1,1-1,1 1,0 0,0 0,1 1,1-1,0 0,0 2,0-8,0 0,0-1,1 1,0 0,-1 0,2 0,-1 0,1 0,-1-1,1 1,0 0,1 0,-1-1,1 1,0-1,0 0,1 1,-1-1,1 0,0 0,0 0,0-1,1 1,-1-1,1 0,0 0,0 0,0 0,0-1,0 1,1-1,-1 0,1-1,-1 1,1-1,0 0,0 0,-1 0,1 0,0-1,2 0,-1-1,-1 0,1 0,-1-1,0 0,0 0,0 0,0-1,0 1,0-1,0 0,-1-1,0 1,1-1,-1 0,-1 0,1 0,-1-1,1 1,-1-1,0 0,-1 1,1-1,-1-2,40-123,-28 43,-14 99,2 0,-1 0,2-1,-1 1,2-1,-1 0,2 0,-1 0,2 0,1 2,-2-6,0 0,1 0,0-1,0 0,0 0,1-1,0 1,0-1,0-1,1 0,0 0,0 0,0-1,0 0,0-1,0 1,1-2,-1 1,30 4</inkml:trace>
  <inkml:trace contextRef="#ctx0" brushRef="#br0" timeOffset="636.766">832 611,'-8'-1,"0"1,0 0,0 1,0-1,0 2,1-1,-1 1,0 0,0 1,1 0,0 0,-1 0,1 1,0 0,1 1,-1 0,1 0,0 0,0 1,1-1,-1 1,1 1,0-1,1 1,0 0,0 0,0 0,1 0,0 1,1-1,-1 3,2-7,0 0,1 0,-1 0,1 0,0 0,0 0,0 0,0 0,1 0,-1 0,1 0,0 0,-1 0,1 0,1 0,-1 0,0-1,1 1,-1 0,1-1,0 0,0 1,0-1,0 0,0 0,1 0,-1 0,1 0,-1 0,1-1,0 1,-1-1,1 0,0 0,0 0,0 0,2 0,6 2,-1-1,1-1,-1 0,1 0,0-1,-1 0,1-1,0 0,-1-1,6-2,4-2,0-2,-1 0,0-1,0-1,-1-1,0 0,-1-1,0-1,-1-1,-1-1,0 0,-1 0,0-2,-2 1,0-2,-1 0,0 0,-2-1,0 0,-1-1,-1 0,-1 0,3-18,-3-8,-2 0,-3 0,-1 0,-2 0,-2 0,-3 1,-1 0,-9-27,8 43,9 30,0-1,-1 0,1 1,0-1,0 0,0 0,0 1,0-1,0 0,0 1,-1-1,1 0,0 0,0 1,0-1,0 0,-1 0,1 0,0 1,0-1,-1 0,1 0,0 0,0 0,-1 1,1-1,0 0,-1 0,1 0,0 0,-1 0,1 0,0 0,0 0,-1 0,1 0,0 0,-1 0,1 0,0 0,-1 0,1 0,0-1,0 1,-1 0,1 0,0 0,-1 0,-3 224,5-179,-2 27,3 1,3 0,11 45,-15-111,-1 0,1 0,1 0,-1-1,1 1,1 0,-1-1,1 0,0 1,0-1,1 0,0-1,0 1,0-1,1 1,0-1,0-1,0 1,0-1,1 0,0 0,-1 0,2-1,-1 0,0 0,1 0,-1-1,1 0,0-1,-1 1,2-1,6-3,1 0,-1-1,0-1,0 0,-1-1,1-1,-1 0,0 0,0-2,-1 1,0-1,-1-1,1-1,-2 1,1-1,-1-1,5-7,24-38,-34 69,-6 10,11 91,-9-111,0 1,0-1,1 1,-1-1,1 0,0 0,0 1,0-1,0 0,0-1,1 1,-1 0,1-1,0 1,0-1,0 0,0 0,0 0,0 0,1-1,-1 1,1-1,-1 0,1 0,-1 0,1-1,0 1,-1-1,1 0,25 0</inkml:trace>
  <inkml:trace contextRef="#ctx0" brushRef="#br0" timeOffset="887.636">1702 343,'-14'-2,"-11"-1,-6 0,-7 0,-5 2,-6 0,7 0</inkml:trace>
  <inkml:trace contextRef="#ctx0" brushRef="#br0" timeOffset="1056.187">832 343,'16'-5,"17"-3,21-5,21-5,21-4,17-1,12 0,3 3,-21 6</inkml:trace>
  <inkml:trace contextRef="#ctx0" brushRef="#br0" timeOffset="1483.048">2009 531,'158'270,"-134"-243,-24-27,1 0,-1 1,1-1,-1 1,1-1,-1 0,1 0,0 1,-1-1,1 0,-1 0,1 0,0 0,-1 0,1 1,-1-1,1 0,0 0,-1-1,1 1,-1 0,1 0,0 0,-1 0,1 0,-1-1,1 1,0 0,-1-1,1 1,-1 0,1-1,-1 1,1 0,-1-1,0 1,1-1,-1 1,1-1,-1 1,0-1,0 1,1-1,-1 0,0 1,0-1,1 1,-1-1,0 0,0 1,0-1,17-116,-18 108,0-1,1 1,0-1,0 1,1-1,1 1,-1-1,2 1,-1 0,1 0,1 0,-1 0,2 0,-1 1,1 0,0 0,1 0,0 0,0 1,1 0,0 0,6-4,24-5,0 7</inkml:trace>
  <inkml:trace contextRef="#ctx0" brushRef="#br0" timeOffset="2700.75">2785 570,'-8'-3,"1"1,-1-1,0 1,1 1,-1-1,0 1,0 1,0-1,0 1,0 1,0 0,0 0,0 0,0 1,1 0,-1 1,0-1,1 2,0-1,0 1,-3 2,2-1,0 1,0 0,1 0,0 0,0 1,0 1,1-1,0 1,1 0,0 0,0 1,0-1,1 1,1 0,-1 0,1 1,1-1,0 1,0 5,2-13,0 1,0-1,0 0,1 1,-1-1,1 0,-1 1,1-1,0 0,0 0,0 0,0 0,0 0,1 0,-1 0,1 0,-1 0,1 0,0-1,-1 1,1-1,0 1,0-1,0 0,0 0,0 0,1 0,-1 0,0 0,0 0,1-1,-1 1,0-1,1 0,-1 0,1 0,-1 0,2 0,5-1,-1 1,1-2,-1 1,0-1,0 0,0-1,0 0,0 0,0-1,3-2,2-3,-1-1,0 0,0-1,-1 0,0-1,-1-1,-1 1,7-13,-8 14,-7 11,0 0,0 0,0 0,0 0,0 0,0 0,0 0,0 0,0 0,0 1,0-1,0 0,-1 1,1-1,0 0,0 1,0-1,0 1,-1-1,1 1,0 0,0-1,-1 1,1 0,0-1,-1 1,1 0,-1 0,1 0,-1 0,1-1,-1 1,0 0,1 0,-1 0,0 0,0 0,0 0,0 0,0 0,0 0,0 0,0 0,0 0,0 0,0 0,-1 0,1 0,0 0,2 6,-1-2,0-1,0 0,0 1,1-1,-1 0,1 0,0 0,0 0,0 0,1-1,0 1,-1-1,1 1,0-1,1 0,-1 0,0-1,1 1,0-1,-1 1,1-1,0 0,0 0,1-1,-1 0,0 1,0-1,1 0,-1-1,0 1,1-1,-1 0,1 0,-1 0,1-1,-1 0,0 0,1 0,2-1,-1-2,0 1,-1-1,1-1,-1 1,0-1,-1 1,1-1,-1-1,0 1,0-1,-1 1,1-1,-1 0,-1 0,1-1,-1 1,0 0,0-1,-1 0,12-131,-13 128,0 8,0 0,-1 0,1 0,0 0,0 0,1 0,-1 0,0 0,1 0,-1 0,1 0,0 0,-1 0,1 0,0 0,0 0,0 0,1 1,-1-1,0 1,1-1,-1 1,1-1,-1 1,1 0,0-1,-1 1,1 0,0 0,0 0,0 1,0-1,0 0,0 1,0-1,0 1,0 0,0-1,0 1,0 0,0 0,2 1,8 1,0 0,1 1,-1 0,0 1,0 1,-1 0,1 0,-1 1,0 1,-1 0,0 0,0 1,0 0,-1 1,0 0,6 8,-10-7,0 0,0 1,-1-1,0 1,0-1,-2 1,1 0,-1 0,-1 1,0-1,0 5,-1-3,1 0,1 0,0 0,1-1,0 1,1-1,1 0,1 2,-5-11,0-1,1 0,-1 0,1 0,0 0,0 0,0 0,0 0,0-1,0 1,0 0,0-1,1 0,-1 0,0 0,1 0,-1 0,1 0,0 0,-1-1,1 0,-1 1,1-1,0 0,-1 0,1 0,0-1,-1 1,1-1,0 1,0-1,78-37,-60 25,-1-2,0-1,0-1,-2 0,0-1,-1-1,-1-1,10-17,-23 33,0-1,0 1,-1-1,0 1,0-1,0 0,0 0,-1 0,0 0,0 0,-1-1,1 1,-1 0,0 0,0 0,-1-1,1 1,-1 0,0 0,-1 0,1 0,-1 0,0 0,0 1,-1-1,1 0,-1 1,0 0,0 0,-1 0,1 0,-1 0,0 1,0-1,0 1,0 0,-1 0,1 1,-1-1,3 2,-1 0,1 0,0 0,-1 1,1-1,0 1,-1-1,1 1,-1 0,1 0,-1 0,1 0,-1 0,1 0,0 1,-1-1,1 1,-1 0,1-1,0 1,0 0,-1 1,1-1,0 0,0 1,0-1,0 1,1-1,-1 1,0 0,1 0,-1 0,1 0,-1 0,1 0,0 0,0 0,0 1,0-1,1 0,-1 1,0-1,1 1,0-1,-1 2,0 4,-1-1,1 1,0 0,1 0,0 0,0 0,1 0,0 0,0 0,1 0,0-1,0 1,1-1,0 1,1-1,-1 0,1 0,0 0,1-1,0 1,0-1,0 0,1-1,0 1,0-1,0 0,1-1,-1 1,1-1,0-1,0 1,8 1,11 4,-1-2,2-1,-1 0,1-3,-1 0,1-1,0-2,0-1,0 0,0-3,-1 0,0-1,0-2,0-1,2-1,-13 3,-1 0,-1 0,1-1,-1-1,-1 0,1-1,-1 0,0-2,-9 9,0-1,0 1,-1-1,1 0,0 0,-1 0,0-1,0 1,0-1,0 1,-1-1,1 1,-1-1,0 0,0 0,0 0,-1 1,1-1,-1 0,0 0,0 0,0 0,-1 0,1 0,-1 0,0 0,0 1,-1-1,1 0,-1 1,1-1,-3-1,3 2,-1 0,0 0,0 0,0 0,-1 1,1-1,-1 1,1 0,-1-1,0 1,0 1,0-1,0 0,0 1,-1-1,1 1,0 0,-1 0,1 0,0 1,-1-1,1 1,-1 0,1 0,-1 0,1 0,-1 1,1-1,-1 1,1 0,0 0,-1 0,1 0,0 1,0-1,0 1,0 0,0 0,0 0,-2 2,-2 3,-1 0,1 1,1-1,-1 1,1 1,1-1,0 1,0 0,0 0,1 0,1 1,-1 0,2-1,-1 1,1 6,1-14,1 0,0 0,0 0,0 0,0 1,0-1,0 0,1 0,-1 0,1 0,0 0,-1 0,1 0,0 0,0 0,0 0,0-1,1 1,-1 0,0-1,1 1,-1-1,1 1,0-1,-1 0,1 1,0-1,0 0,0 0,0 0,0-1,0 1,0 0,0-1,0 1,0-1,0 0,0 0,0 0,0 0,1 0,-1 0,0 0,0-1,11-2,0 0,0-1,-1 0,1-1,-1-1,-1 0,1 0,-1-1,0-1,0 0,-1 0,0-1,-1-1,0 1,0-1,-1-1,5-8,14-42,-28 68,1 0,0-1,0 1,0 0,1-1,0 1,1-1,-1 1,1-1,0 1,1-1,0 0,0 0,0 0,0-1,1 1,0-1,0 0,1 0,0 0,-1 0,6 3,3-1,0 1,0-2,1 0,-1 0,1-1,1-1,-1 0,1-1,-1-1,1 0,2-1,47 4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2:51.95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0 399,'23'-6,"19"-6,15-2,10 2,5 1,2 4,-6 3,-9 4,-15 2</inkml:trace>
  <inkml:trace contextRef="#ctx0" brushRef="#br0" timeOffset="256.356">0 614,'21'4,"20"0,19-4,12-6,7-6,-11-2</inkml:trace>
  <inkml:trace contextRef="#ctx0" brushRef="#br0" timeOffset="1334.86">923 466,'6'11,"1"0,0 0,0-1,1 0,1 0,-1-1,2 0,-1 0,1-1,0 0,1-1,0-1,0 1,1-2,-1 1,1-2,0 1,6 0,4 0,0-1,0 0,0-2,0 0,0-1,1-2,-1 0,0-2,0 0,5-2,-15 3,-1-1,0 0,0 0,0-1,0-1,-1 0,0 0,1-1,-2 0,1-1,-1 0,0 0,-1-1,0 0,0-1,0 1,-1-2,-1 1,0-1,5-9,-5 1,-2-1,0 0,-1 0,-1 0,-1 0,0 0,-1 0,-2 0,0 0,0 0,-2 1,-1-1,0 1,-1-1,-1 2,0-1,-2 1,0 0,-1 1,0 0,-2 0,-1-1,10 13,0 0,0-1,0 1,0 0,-1 0,1 1,-1-1,0 1,0 0,-1 0,1 0,0 0,-1 1,0 0,0 0,0 0,0 0,0 1,0 0,0 0,0 0,0 1,0 0,-1 0,1 0,0 0,0 1,0 0,0 0,0 0,-3 2,-1 4,-1 0,1 1,1 1,-1-1,1 1,1 1,0-1,0 1,1 0,0 1,1 0,-2 3,-39 90,6 2</inkml:trace>
  <inkml:trace contextRef="#ctx0" brushRef="#br0" timeOffset="3020.491">1070 306,'-3'0,"-2"0,-3 3,-7 6,-8 10,-9 10,-10 10,-10 6,5-3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0:08.54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4170 332,'-7'-1,"1"1,-1 0,1 0,0 1,-1 0,1 0,-1 0,1 1,0 0,0 0,0 0,0 1,0 0,0 0,1 1,0 0,-1-1,2 2,-1-1,0 1,1-1,0 1,0 0,0 1,0-1,1 1,0 0,0-1,1 1,-1 1,4-2,0 0,0 0,1 0,-1 0,1-1,0 1,0-1,1 1,-1-1,1 0,0 0,0 0,0 0,1-1,-1 1,1-1,0 0,0 0,0 0,1-1,-1 1,0-1,1 0,0 0,-1-1,1 1,0-1,0 0,0 0,0-1,0 1,18 4,0-1,0-1,0-1,0-1,0-1,0-1,0-1,0-1,0-1,-1 0,1-2,-1-1,0-1,-1-1,0 0,1-3,-17 10,1-1,-1 0,0-1,0 1,0-1,0 0,-1 0,1 0,-1-1,0 1,-1-1,1 0,-1 0,0-1,0 1,0-1,-1 1,0-1,0 0,0 0,-1 0,0 0,0 0,-1 0,1-5,-2 10,0 0,1 1,-1-1,1 1,-1-1,0 1,1-1,-1 1,0 0,0-1,1 1,-1 0,0-1,0 1,0 0,1 0,-1 0,0 0,0 0,0 0,1 0,-1 0,0 0,0 0,0 0,1 0,-1 1,0-1,0 0,1 1,-1-1,0 0,0 1,1-1,-1 1,0-1,1 1,-1-1,1 1,-1 0,1-1,-1 1,1 0,-1-1,1 1,0 0,-1 0,1-1,0 1,0 0,-1 0,1 0,0-1,0 1,0 0,0 0,0 0,0 0,0-1,0 1,1 0,-1 0,0 0,-1 4,0 0,0 0,0 0,0 0,1 0,0 1,0-1,1 0,-1 0,1 0,0 0,0 0,1 0,0 0,-1 0,2 0,-1-1,0 1,1-1,0 1,0-1,1 0,-1 0,1-1,-1 1,1-1,0 0,1 1,-1-2,1 1,3 3,1-1,1 0,-1-1,1 0,0-1,-1 0,1 0,1-1,-1 0,0-1,0 0,1-1,-1 0,10-1,-11-1,1 0,-1 0,0-1,0 0,-1-1,1 0,-1 0,1-1,-1 0,-1 0,1-1,-1 0,0 0,0-1,-1 0,0 0,2-3,7-12,-1 0,-1-2,-1 1,-1-1,3-14,-13 70,0-25,1 1,0 0,1 0,0-1,0 0,0 1,1-1,0 0,0-1,1 1,0-1,0 0,1 0,-1 0,1-1,1 0,-1 0,1 0,-1-1,1 0,0-1,1 1,-1-1,1-1,-1 1,1-1,0-1,6 2,58 15</inkml:trace>
  <inkml:trace contextRef="#ctx0" brushRef="#br0" timeOffset="-1184.582">1804 91,'-2'28,"-1"19,0 17,3 10,3 4,7-2,5-7,5-13,4-14,-3-14</inkml:trace>
  <inkml:trace contextRef="#ctx0" brushRef="#br0" timeOffset="-899.822">1777 25,'39'48,"1"-1,3-3,18 14,-43-41,60 56,-23-24,-1 2,-4 3,35 48,-43-26,-41-73,-1-1,1 0,-1 1,1-1,-1 1,0-1,0 0,0 1,0-1,0 1,0-1,-1 1,0-1,1 0,-1 1,0-1,0 0,0 0,0 0,0 0,-1 0,1 0,-1 0,1 0,-1 0,0 0,1-1,-1 1,0-1,0 1,0-1,0 0,-1 0,-13 6,0-1,-1-1,1 0,-1-2,0 0,0 0,0-2,-17 0,25-1,-185 3,152-4</inkml:trace>
  <inkml:trace contextRef="#ctx0" brushRef="#br0" timeOffset="-2236.922">39 145,'7'-9,"4"4,1 16,-2 20,-1 21,-1 17,-2 10,-2 4,-2-6,1-11,0-15,1-18,1-22,-1-19,-1-20,-1-5</inkml:trace>
  <inkml:trace contextRef="#ctx0" brushRef="#br0" timeOffset="-1949.153">13 51,'-13'-48,"19"45,45 41,51 45,1-1,-4 3,29 39,-115-111,0 0,-1 1,0 1,-2 0,1 0,-2 1,0 0,-1 1,0 0,-2 0,1 2,-7-14,1-1,0 1,-1-1,0 1,0 0,0-1,-1 1,0-1,1 1,-2-1,1 1,0-1,-1 0,0 1,0-1,0 0,-1 0,1 0,-1-1,0 1,0-1,0 1,0-1,-1 0,1 0,-1 0,0-1,-3 3,-8 3,-1-1,1 0,-1 0,0-2,0 0,-1-1,-4 0,2 0,0 0,-1-2,1 0,-1-1,1-1,-1-1,0-1,-6-2,22 4,1-1,0 0,-1 0,1 0,0 0,0 0,0-1,0 1,0-1,0 0,1 0,-1 0,0 0,1 0,0-1,-1 1,1-1,0 0,0 0,-6-19</inkml:trace>
  <inkml:trace contextRef="#ctx0" brushRef="#br0" timeOffset="-1666.357">1122 278,'-7'-8,"0"0,-1 1,0-1,-1 1,1 1,-1 0,-1 0,1 0,-1 2,0-1,0 1,0 0,-1 1,1 0,-1 1,0 0,1 1,-1 0,0 1,0 0,0 1,0 0,0 0,1 1,-1 1,0 0,1 0,-3 2,3 1,0 1,1 0,0 0,0 1,1 0,0 0,0 1,1 0,0 1,1 0,0 0,0 0,1 0,0 1,1 0,0 0,1 0,1 1,-1-1,2 1,-1-1,2 1,0 0,0-1,1 1,0 0,1-1,0 0,1 1,1-1,-1 0,2 0,0 0,0-1,0 0,2 0,-1 0,1-1,4 4,10 2,1-1,0-1,1-1,0-1,1-1,0-2,1 0,0-1,0-1,0-2,1-1,0 0,-1-2,5-1,199-10,-132-4</inkml:trace>
  <inkml:trace contextRef="#ctx0" brushRef="#br1" timeOffset="209578.22">1951 1201,'-3'-17,"1"6,0 0,1 0,0 0,1-1,0 1,0 0,1 0,2-5,0 35,-15 253,0-86,11-161,4 74,-2-95,-1 0,1 0,1 0,-1 0,0-1,1 1,0 0,0-1,0 0,0 1,0-1,1 0,0 0,-1 0,1 0,0-1,1 1,-1-1,0 0,1 0,-1 0,3 1,10 1,0-1,0-1,1-1,-1 0,1-1,-1 0,0-2,1 0,-1 0,0-2,0 0,0-1,7-3,3 0,139-34,-102 52,-29 0,-20-7</inkml:trace>
  <inkml:trace contextRef="#ctx0" brushRef="#br1" timeOffset="209846.36">2620 1508,'-3'5,"0"8,0 8,1 9,0 4,1 7,0 1,1-1,2-2,4-8,2-9,1-8</inkml:trace>
  <inkml:trace contextRef="#ctx0" brushRef="#br1" timeOffset="210083.722">2740 1214,'-11'5,"-7"3,-2 3,3 0</inkml:trace>
  <inkml:trace contextRef="#ctx0" brushRef="#br1" timeOffset="210251.849">1523 1255,'14'-3,"18"0,21-2,23 0,23 0,18 2,13-2,8-1,1-3,-23 1</inkml:trace>
  <inkml:trace contextRef="#ctx0" brushRef="#br1" timeOffset="210926.605">3060 1495,'-5'84,"4"-1,8 69,-2-77,-3 0,-4 1,-6 38,7-111,0 9,0-1,-1 1,-1-1,0 0,0 0,-1 0,0 0,-1-1,-3 5,8-14,0 0,0-1,-1 1,1 0,0 0,0-1,-1 1,1 0,-1 0,1-1,0 1,-1 0,0-1,1 1,-1-1,1 1,-1-1,0 1,1-1,-1 1,0-1,1 1,-1-1,0 0,0 1,0-1,1 0,-1 0,0 0,0 0,0 0,1 0,-1 0,0 0,0 0,0 0,1 0,-1 0,0 0,0-1,0 1,1 0,-1-1,0 1,0 0,1-1,-1 1,0-1,1 1,-1-1,1 0,-1 1,1-1,-1 1,1-1,-1 0,1 0,-1 1,1-1,0 0,0 0,-1 1,1-2,-14-54,8-25,4 0,4-1,3 1,3 0,18-71,-23 135,0 0,0 0,1 1,1-1,1 1,0 0,6-9,-11 22,0 2,0-1,0 0,0 0,1 0,-1 0,0 1,1-1,0 1,-1-1,1 1,0 0,0-1,0 1,0 0,0 0,0 0,0 1,0-1,0 0,0 1,1 0,-1-1,0 1,0 0,0 0,1 0,-1 0,0 1,0-1,0 0,1 1,-1 0,0-1,0 1,0 0,1 1,66 53,-58-44,0 1,0 0,-1 1,-1 1,0-1,-1 1,-1 1,0-1,-1 1,2 6,-8-19,0-1,1 1,-1 0,0 0,0 0,0 0,0 0,0 0,0 0,-1 0,1 0,-1 0,1 0,-1-1,0 1,0 0,0 0,0-1,0 1,0 0,0-1,0 1,-1-1,1 0,-1 1,1-1,-1 0,1 0,-1 0,0 0,0 0,1 0,-1-1,0 1,0 0,0-1,0 0,0 1,0-1,-3 1,-1 0,1-1,0 0,0 0,0 0,0 0,-1-1,1 0,0 0,0 0,0-1,0 0,0 0,-1-1,3 2,1 0,-1-1,1 1,0-1,0 0,-1 0,1 0,1 0,-1 0,0 0,0 0,1-1,-1 1,1-1,0 1,0-1,0 1,0-1,0 0,0 0,1 1,-1-1,1 0,0 0,0 0,0 1,0-1,0 0,1 0,-1 1,1-1,0 0,0 0,0 1,0-1,0 1,0-1,1 1,0-1,8-5,0 1,1 0,0 1,0 0,0 1,1 0,0 0,0 1,0 1,0 0,12 0,-20 2,47-9,1 2,1 2,47 1,-97 5,0-1,0 0,0 1,0 0,0-1,0 1,1 0,-1 1,0-1,0 1,0-1,0 1,0 0,0 0,0 0,-1 0,1 1,0-1,0 1,-1 0,1 0,-1-1,0 2,1-1,-1 0,0 0,0 1,-1-1,1 1,0 0,-1-1,0 1,1 0,-1 0,0 0,0 0,-1 0,1 1,-8 45,4 34,5-80,0 1,1 0,-1-1,1 0,0 1,0-1,0 0,1-1,-1 1,1 0,-1-1,1 0,0 0,0 0,0 0,0-1,0 0,1 1,-1-1,0-1,0 1,1-1,-1 0,1 0,-1 0,3 0,31 0</inkml:trace>
  <inkml:trace contextRef="#ctx0" brushRef="#br1" timeOffset="211166.606">3663 1255,'6'13,"15"7,2 1</inkml:trace>
  <inkml:trace contextRef="#ctx0" brushRef="#br1" timeOffset="211397.085">4451 1455,'-21'-3,"-15"1,-11 1,-7 8,0 8,1 8,8 5,12 4,11 1,16 0,21-2,23-3,26-4,25-7,22-5,20-11,14-8,-17-5</inkml:trace>
  <inkml:trace contextRef="#ctx0" brushRef="#br1" timeOffset="-213546.768">1670 880,'-14'25,"-13"26,-14 26,-8 24,-6 20,5 14,10 10,22 2,27-5,30-11,30-14,25-18,-4-26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3:42.6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403 483,'-11'-14,"9"6,-1 0,0 0,0 0,-1 1,1 0,-2-1,1 1,-1 1,0-1,-1 1,0 0,0 0,0 0,0 1,-1 0,0 1,0-1,0 1,-1 0,1 1,-1 0,0 0,0 1,0 0,0 0,0 1,-5-1,2 4,0 0,0 1,1 0,-1 1,1 0,0 0,0 1,0 0,1 1,0 0,0 1,0 0,1 0,0 1,0-1,1 2,0-1,0 1,1 1,0-1,1 1,0 0,0 0,1 0,1 1,0-1,0 1,1 0,0 0,1 0,0 0,1 0,0 0,1 0,0 0,1 0,0 0,1 0,0-1,0 1,1-1,1 0,4 8,5-3,1-1,0-1,1 0,0-1,1-1,0 0,1-2,0 0,1-1,0 0,0-2,0 0,1-1,0-2,0 0,0 0,0-2,6-1,-9 2,1-1,-1-1,0-1,0-1,0 0,0-1,-1 0,1-2,-1 0,0-1,0 0,0-2,-1 1,0-2,-1 0,0-1,0 0,-1-1,0-1,-1 0,-1-1,0 0,0 0,1-5,-3 3,-1-1,0 0,-1-1,-1 1,0-1,-1-1,-1 1,1-13,-14 60,5-9,2 0,0 1,2-1,0 1,1-1,1 1,1-1,1 0,1 0,3 6,-8-26,0 0,0 0,0 1,0-1,1 0,-1 0,0 1,1-1,-1 0,1 0,-1 0,1 1,0-1,-1 0,1 0,0 0,0 0,0 0,0-1,0 1,0 0,0 0,0 0,0-1,0 1,0-1,0 1,1-1,-1 1,0-1,0 0,1 1,-1-1,0 0,0 0,1 0,-1 0,0 0,1 0,-1 0,0-1,2 1,0-5,0 1,0-1,-1 0,1 0,-1 0,0 0,0 0,-1-1,1 1,-1 0,-1-1,1 1,-1-1,0-3,1 3,5-104,-7-103,-1 143,10 113,-6-37,1 1,0-1,1 0,-1 0,1 0,0 0,1-1,-1 1,1-1,0-1,1 1,-1-1,1 1,0-2,0 1,0-1,0 0,1 0,-1 0,1-1,0 0,-1 0,1-1,0 0,0 0,0-1,0 0,0 0,0 0,0-1,0 0,0-1,0 1,0-1,-1 0,1-1,-1 0,0 0,1 0,1-3,4-5,0-1,-1-1,0 0,-1 0,-1-1,0 0,-1-1,0 0,-2 0,1-1,2-12,-5 56,-6 49,-1-33,2-1,2 1,2-1,2 1,2-1,2-1,-8-35,1 0,0 0,0 0,1 0,0-1,0 1,0-1,1 0,0 0,0 0,0-1,1 1,0-1,0 0,0-1,1 1,0-1,0 0,0 0,0-1,0 1,1-2,0 1,-1-1,1 0,0 0,4 0,22-1</inkml:trace>
  <inkml:trace contextRef="#ctx0" brushRef="#br0" timeOffset="334.622">1660 576,'0'0,"-51"113,50-109,0 1,0-1,0 1,1-1,-1 0,1 1,0-1,0 1,1-1,0 1,-1-1,2 0,-1 1,0-1,1 0,0 0,0 0,0 0,0 0,0 0,1-1,0 1,0-1,0 0,0 0,1 1,4 1,0 0,-1 0,2-1,-1 0,0 0,1-1,0 0,0 0,0-1,0-1,0 1,0-2,0 1,0-1,1 0,-1-1,0 0,6-2,-8 2,-1 0,1-1,-1 0,0 0,0 0,0-1,0 0,0 0,0-1,-1 1,0-1,0 0,0-1,0 1,0-1,-1 0,0 0,0-1,-1 1,1-1,-1 1,0-1,-1 0,1-1,-1 1,0-3,0-2,-1-1,-1 1,0-1,0 1,-1-1,-1 0,0 1,0 0,-1-1,0 1,-1 0,-1 1,0-1,0 1,-1 0,0 0,-1 1,0-1,0 1,-1 1,0 0,-1 0,0-1,3 6,0-1,1 1,-1 0,0 1,-1-1,1 1,0 0,-1 1,1-1,-1 1,1 1,-1-1,1 1,-1 0,0 1,1-1,-1 1,1 1,-1-1,1 1,0 0,0 1,0-1,0 1,0 0,0 1,-4 3,0 0,0 0,0 1,1 0,1 1,-1 0,1 0,1 0,0 1,0 0,1 1,0 0,1 0,0 0,-3 10,7-16,-1-1,1 0,1 1,-1-1,0 0,1 1,0-1,0 1,0-1,1 1,0-1,-1 0,1 1,1-1,-1 0,1 0,0 1,0-2,0 1,0 0,0 0,1 0,0-1,3 3,20 14</inkml:trace>
  <inkml:trace contextRef="#ctx0" brushRef="#br0" timeOffset="758.026">2529 335,'-3'-6,"0"-1,-1 1,0 0,0 0,0 0,-1 0,0 1,0 0,0 0,-1 0,0 0,0 1,0 0,0 1,-1-1,1 1,-1 0,0 1,0 0,0 0,0 0,0 1,0 0,0 0,-4 2,0 0,0 0,1 1,-1 1,1 0,0 0,-1 1,1 0,1 1,-1 0,1 0,0 1,0 0,1 1,-1 0,1 1,1-1,0 1,-5 7,10-13,1 0,-1 1,1-1,-1 1,1-1,0 1,0 0,0-1,0 1,0 0,1 0,-1-1,1 1,0 0,-1 0,2 0,-1 0,0 0,0-1,1 1,0 0,-1 0,1 0,0-1,0 1,1 0,-1-1,0 1,1-1,0 0,0 1,-1-1,1 0,0 0,2 1,11 8,1-1,-1 0,1-2,1 0,0 0,0-2,0 0,1-1,1 0,-5-1,107 27,-68-18,-1 1,0 3,24 12,-29 5,-46-33,0 0,0 1,-1-1,1 0,0 0,-1 1,1-1,-1 0,1 1,-1-1,0 0,1 1,-1-1,0 1,0-1,0 0,0 1,0-1,-1 1,1-1,0 0,-1 1,1-1,-1 0,1 1,-1-1,1 0,-1 0,0 0,0 1,0-1,0 0,0 0,0 0,0 0,0 0,0-1,0 1,-15 10,0-1,0-1,-1-1,0 0,-1-1,0-1,0-1,0 0,-6 0,24-5,-149 29,116-25</inkml:trace>
  <inkml:trace contextRef="#ctx0" brushRef="#br0" timeOffset="1030.31">3171 1,'16'2,"14"8,11 11,8 16,4 15,3 15,-1 11,-6 9,-12 8,-11 3,-15 4,-20-3,-26-1,-31-5,-36-5,-37-13,5-17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3:40.18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81 478,'2'20,"3"19,6 15,0 13,1 9,-2 4,-2 1,-5-5,-6-11,-6-13,-4-17,-2-18,1-12</inkml:trace>
  <inkml:trace contextRef="#ctx0" brushRef="#br0" timeOffset="254.321">1 558,'0'-6,"0"0,1 1,0-1,0 1,0-1,1 1,0 0,0-1,0 1,1 0,-1 0,1 1,0-1,1 0,-1 1,1 0,0 0,0 0,0 0,1 1,-1 0,1 0,0 0,0 0,0 1,0-1,0 1,0 1,1-1,-1 1,1 0,-1 0,1 0,0 1,-1 0,1 0,-1 0,1 1,2 1,1-1,0 1,-1 1,0 0,1 0,-1 0,-1 1,1 1,0-1,-1 1,0 0,0 1,-1 0,1 0,-1 0,0 1,-1 0,0 0,0 0,3 6,-7-10,0-1,-1 1,1 0,-1-1,1 1,-1 0,0 0,0-1,0 1,-1 0,1-1,0 1,-1 0,0-1,0 1,0 0,0-1,0 1,0-1,-1 0,1 1,-1-1,1 0,-1 0,0 0,0 0,0 0,0-1,-1 2,-70 40,-26-8,88-31,10-2</inkml:trace>
  <inkml:trace contextRef="#ctx0" brushRef="#br0" timeOffset="600.401">495 558,'5'-70,"3"1,3 0,3 1,3 0,3 1,3-1,-21 63,11-55,-14 59,1 0,0 1,0-1,-1 0,1 1,0-1,-1 0,1 1,-1-1,1 1,-1-1,1 1,-1-1,1 1,-1-1,1 1,-1-1,0 1,1 0,-1-1,0 1,1 0,-1 0,0-1,0 1,1 0,-1 0,0 0,1 0,-1 0,0 0,0 0,1 0,-1 0,0 0,0 1,1-1,-1 0,0 0,1 1,-1-1,0 0,1 1,-1-1,1 1,-1-1,1 1,-1-1,1 1,-1-1,1 1,-1-1,1 1,-1 0,1-1,0 1,-1 0,1-1,0 1,0 0,0 0,0-1,-1 1,1 0,-9 14,0 1,2 0,-1 1,2 0,0 0,1 0,1 1,1 0,0 0,1 0,1 0,1 0,1 13,0-2,1 0,2 0,1 0,1-1,1 0,1 0,2-1,1 0,1 0,1-1,1-1,14 17,-22-33,0 0,1-1,-1 0,2 0,-1-1,1 0,1 0,-1-1,1 0,0-1,0 1,1-2,0 1,3 0,28-12,-28-5</inkml:trace>
  <inkml:trace contextRef="#ctx0" brushRef="#br0" timeOffset="784.624">267 156,'21'-4,"27"0,30 4,25 6,15 8,6 12,-18 1</inkml:trace>
  <inkml:trace contextRef="#ctx0" brushRef="#br0" timeOffset="1248.86">1083 718,'14'-37,"-1"0,-2-1,-1 0,-2-1,-2 0,1-35,-7 74,0-2,1 0,-1-1,0 1,0 0,0-1,0 1,-1 0,1 0,0 0,-1-1,0 1,1 0,-1 0,0 0,0 0,0 0,-1 0,1 0,0 0,-2-1,2 4,0-1,0 1,1 0,-1-1,0 1,0 0,0-1,1 1,-1 0,0 0,1-1,-1 1,1 0,-1 0,1 0,-1 0,1 0,0 0,-1 0,1 0,0 0,0 0,0 0,0 0,0 0,0 0,0 0,0 1,0 1,0 1,0-1,0 1,1-1,0 1,-1-1,1 1,0-1,1 0,-1 1,1-1,-1 0,1 0,0 0,0 0,0 0,1-1,-1 1,1-1,-1 1,1-1,0 0,0 0,0 0,0 0,2 0,90 30,103-11,-196-22,0 1,0 0,0-1,0 1,0 0,0 0,0 0,0 1,0-1,0 0,0 1,0-1,0 1,0 0,0 0,-1-1,1 1,0 0,-1 1,1-1,0 0,-1 0,1 1,-1-1,0 1,1-1,-1 1,0 0,0-1,0 1,0 0,0 0,-1 0,1 0,-1-1,1 1,-1 0,1 0,-1 0,0 0,0 0,0 1,-64 107,63-109,-1 2,0 0,0 0,0 0,0 0,0 0,0 0,1 0,-1 1,1-1,0 1,0-1,1 1,-1-1,1 1,-1-1,1 1,0 0,0-1,1 1,-1-1,1 1,0 0,0-1,0 0,0 1,1-1,0 2,4-1,1 0,-1-1,1 1,0-1,0-1,0 1,0-1,1 0,-1-1,1 0,-1 0,1 0,-1-1,6-1,-8 2,33-1,0-1,0-2,-1-2,24-6,7-4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0:04.45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2550 37,'14'-2,"0"-1,0 1,0 0,0 1,0 0,0 1,0 1,0 0,0 1,0 1,0 0,0 1,-1 0,0 1,11 5,-20-7,0 0,-1 0,0 0,0 1,0-1,0 1,0 0,-1 0,1 0,-1 0,0 0,0 1,-1-1,1 0,-1 1,0-1,0 1,-1 0,1-1,-1 1,0 0,0-1,-1 1,1 0,-2 9,-1-1,0 1,-1-1,0 1,-1-1,-1 0,-3 5,-151 213,159-230,0 0,0 0,0 0,0 0,0 1,0-1,0 0,0 1,0-1,0 1,1-1,-1 1,1-1,-1 1,1-1,-1 1,1 0,0-1,0 1,0-1,0 1,0 0,0-1,0 1,1-1,-1 1,1 0,-1-1,1 1,-1-1,1 1,0-1,0 0,0 1,0-1,0 0,0 1,0-1,0 0,0 0,2 1,8 1,1-1,-1 0,1 0,0-1,0-1,0 0,-1-1,1 0,0 0,-1-1,1-1,0 0,3 0,290-69,-301 71,-2 1,0 0,0 0,0-1,0 1,0-1,0 1,0-1,0 0,0 0,0 0,0 0,-1 0,1 0,0 0,-1-1,1 1,-1 0,1-1,-1 0,0 1,1-2,-6-3</inkml:trace>
  <inkml:trace contextRef="#ctx0" brushRef="#br0" timeOffset="1081.197">2510 277,'226'-15,"280"-10,-492 25,-11 1,0 0,0-1,0 0,0 1,0-1,0-1,0 1,0 0,0-1,0 1,0-1,0 0,0 0,0 0,-1 0,1 0,0-1,-1 1,1-1,-1 0,0 0,1 0,-1 0,0 0,0 0,0-1,0 1,1-3,0-2,0-1,0 0,-1 0,0 1,0-1,-1 0,0-1,0 1,-1 0,0 0,0 0,-1 0,0 0,-1-2,-1 7,1 0,-1 0,0 0,0 1,0-1,0 1,-1 0,1 0,0 0,-1 0,0 1,1-1,-1 1,0 0,0 0,0 1,0-1,1 1,-1-1,0 1,0 1,0-1,0 0,0 1,0 0,0 0,1 0,-1 0,0 1,1-1,-1 1,1 0,-1 0,1 0,-2 2,-1 0,1 0,0-1,0 1,0 1,0-1,1 1,-1 0,1 0,0 0,1 1,-1-1,1 1,0 0,1 0,0 0,-1 0,2 0,-1 1,1-1,0 0,0 1,1-1,0 1,0-1,0 1,1-1,0 1,0-1,1 1,0-1,0 0,0 0,3 4,5 6,1-1,1 1,0-2,1 0,0 0,1-1,1-1,0 0,1-1,0-1,1 0,0-2,0 0,1 0,0-2,0 0,1-1,-1-1,1-1,4 0,85 0,-104-4,0 0,0 0,0-1,0 1,0-1,0 0,0 0,0 0,0 0,-1-1,1 0,-1 1,0-1,0 0,0-1,0 1,-1-1,1 1,-1-1,0 0,0 1,0-1,1-3,2-14,-1 0,-1 0,0-1,-2 1,0-1,-2 0,0 1,-3-14,-6-32,9 66,1 1,-1-1,1 1,0-1,-1 0,1 1,0-1,-1 0,1 1,0-1,0 0,0 1,0-1,0 0,0 1,0-1,0 0,0 1,0-1,0 0,0 1,0-1,0 0,1 1,-1-1,0 0,0 1,1-1,-1 1,0-1,1 1,-1-1,1 1,-1-1,1 1,-1-1,1 1,-1-1,1 1,0 0,-1-1,1 1,-1 0,1-1,0 1,-1 0,1 0,0 0,-1 0,1 0,0 0,-1 0,1 0,0 0,-1 0,1 0,0 0,-1 0,1 0,0 1,-1-1,1 0,0 0,-1 1,1-1,-1 0,1 1,0 0,224 67,-201-62,-13-4,1 1,-1 0,0 1,0 0,0 0,0 1,-1 1,0 0,7 5,-14-7,-1 0,1 1,-1-1,0 0,-1 1,1 0,-1-1,0 1,0 0,0 0,-1-1,1 1,-1 0,-1 0,1 0,-1 0,1-1,-1 1,-1 0,1 0,-1-1,0 2,-3 17,4-20,0 0,1 0,-1 0,0 1,1-1,0 0,0 0,0 1,0-1,0 0,1 0,-1 0,1 1,0-1,0 0,0 0,1 0,-1 0,1-1,-1 1,1 0,0-1,0 1,0-1,0 1,1-1,-1 0,1 0,-1 0,1 0,0 0,11 2,-1 0,1-1,-1-1,1 0,0-1,0 0,0-1,0-1,0 0,-1-1,1 0,0-1,1-1,42-11,-1-2,-1-3,27-14,-79 32,0 1,0 0,0 0,0 0,0 0,1 1,-1-1,0 1,0 0,1 0,-1 0,0 0,0 0,1 1,-1-1,0 1,0 0,0 0,0 0,3 2,7 1,0-1,1 0,-1-1,1-1,-1 0,1-1,-1 0,1-1,0-1,-1 0,0-1,1 0,-1-1,0-1,-1 0,9-4,-18 7,1 1,0-1,-1 0,0 0,1 0,-1 0,0-1,0 1,-1-1,1 0,0 0,-1 0,0 0,1 0,-1-1,0 1,-1-1,1 1,-1-1,0 1,1-1,-2 0,1 0,0 0,-1 0,0 1,1-1,-2 0,1-2,-4-3,1 0,-2 1,1-1,-1 1,-1 0,1 1,-1-1,-1 1,1 1,-1-1,0 1,-1 0,1 0,-1 1,0 0,-1 1,1-1,-1 2,0-1,0 1,0 1,0-1,-1 2,1-1,0 1,-7 1,7 0,0 1,1 0,-1 1,0 0,1 0,0 1,-1 0,1 1,0 0,0 0,1 0,0 1,-1 0,1 1,1-1,-1 2,1-1,0 0,1 1,-1 0,1 1,1-1,-1 1,2 0,-1 0,1 0,0 0,0 1,1-1,0 1,1 0,0-1,0 1,1 0,0 0,1 2,6 23</inkml:trace>
  <inkml:trace contextRef="#ctx0" brushRef="#br0" timeOffset="-1177.34">117 90,'0'23,"2"21,1 17,2 11,3 10,0 4,-2 4,-2 2,-1-3,-3-5,-3-18</inkml:trace>
  <inkml:trace contextRef="#ctx0" brushRef="#br0" timeOffset="-651.786">10 358,'-1'-18,"-3"-12,1-1,2 1,1 0,1-1,6-29,-6 54,1 0,0 1,0-1,0 0,0 1,1-1,0 1,0 0,1 0,-1 0,1 0,0 1,1 0,-1-1,1 2,-1-1,1 0,0 1,1 0,-1 0,0 0,1 1,0 0,-1 0,1 0,0 1,0 0,0 0,2 0,3 0,1 0,-1 1,1 1,-1-1,1 2,-1-1,1 2,-1-1,0 2,0-1,-1 2,1-1,-1 1,0 1,0 0,0 0,-1 1,0 0,0 1,-1 0,0 0,-1 1,1 0,-2 0,1 1,4 9,-9-14,-1 0,1 0,-1 0,0 0,0 1,-1-1,0 0,0 0,0 1,0-1,-1 0,0 0,0 0,0 0,-1 0,1 0,-1 0,-1 0,1 0,-1-1,1 1,-1-1,0 0,-1 0,1 0,-1 0,0-1,0 1,-3 1,-6 5,0-1,0-1,0 0,-1-1,0-1,0 0,-1-1,0 0,-8 1,16-4,0 0,0-1,-1 0,1 0,0 0,0-1,0 0,-1-1,1 0,0 0,0 0,-3-1,10 1,-1 1,1-1,-1 1,0-1,1 0,0 1,-1-1,1 1,-1-1,1 0,0 0,-1 1,1-1,0 0,0 0,-1 1,1-1,0 0,0 0,0 1,0-1,0 0,0 0,0 0,0 1,0-1,1 0,-1 0,0 1,0-1,1 0,-1 0,1 1,-1-1,0 0,1 1,-1-1,1 1,0-1,-1 1,1-1,-1 1,1-1,0 1,-1-1,1 1,0 0,-1-1,1 1,0 0,0 0,-1-1,1 1,0 0,0 0,0 0,-1 0,1 0,0 0,0 0,0 0,-1 0,1 1,29-10,0 1,1 1,-1 2,1 2,14 0,27-5,-47 5,8 1,0-1,0-2,0-1,0-2,-1-1,-1-2,0-1,0-1,-1-1,0-3,-23 13,-1-1,0-1,0 1,-1-1,1 0,-1 0,-1-1,1 1,-1-1,0 0,-1 0,2-4,-4 8,0 0,0 0,0-1,0 1,-1 0,0 0,1 0,-1 0,0-1,-1 1,1 0,-1 0,1 0,-1 0,0 0,0 0,0 0,0 0,-1 0,1 0,-1 1,0-1,0 0,0 1,0 0,0-1,0 1,-1 0,1 0,-1 0,0 0,0 1,-1-2,-1 1,1-1,-1 2,0-1,1 0,-1 1,0 0,0 0,0 0,0 1,0-1,0 1,-1 1,1-1,0 1,0 0,0 0,1 0,-1 0,0 1,0 0,1 0,-1 1,1-1,-1 1,1 0,0 0,0 0,1 0,-1 1,0 1,-1-1,0 1,1 0,0 0,0 0,0 0,1 1,0 0,0 0,0 0,1 0,-1 0,2 0,-1 1,1-1,0 1,0-1,0 1,1-1,0 1,1-1,-1 1,1-1,1 1,-1 1,3-1,-1 0,1 0,0 0,1 0,0-1,0 1,0-1,0-1,1 1,0-1,1 0,-1 0,1 0,0-1,0 0,7 2,128 38,-35-30,-4-7</inkml:trace>
  <inkml:trace contextRef="#ctx0" brushRef="#br0" timeOffset="48366.451">1494 2363,'0'11,"0"16,0 16,-2 13,-4 7,-2 6,-2-4,-2-5,1-10,2-12,4-12</inkml:trace>
  <inkml:trace contextRef="#ctx0" brushRef="#br0" timeOffset="48704.06">1333 2283,'18'8,"0"0,0 2,-1 0,-1 1,1 0,-2 1,0 1,0 1,-1 0,4 7,-16-20,21 22,0 0,-1 2,-1 1,-2 0,0 2,-2 0,-1 1,-1 0,-2 1,-1 1,-1 0,-2 1,5 30,-13-57,0 1,0-1,-1 0,0 0,0 0,-1 0,1 0,-1 0,0 0,-1 0,1 0,-1 0,0-1,0 1,0-1,-1 1,1-1,-1 0,0 1,0-2,-1 1,1 0,-1-1,0 1,0-1,0 0,0 0,-1-1,1 1,-1-1,0 0,1-1,-4 2,-18 1,0-1,-1-2,1 0,0-2,0-1,0-1,0-1,-11-3,-14-2,13 0,36 4</inkml:trace>
  <inkml:trace contextRef="#ctx0" brushRef="#br0" timeOffset="49007.259">2309 2470,'-29'-7,"0"1,-1 1,0 2,0 1,0 1,-12 2,36-1,0 0,1 1,-1 0,0 0,0 1,0 0,1-1,-1 2,1-1,0 1,-1 0,1 0,0 0,1 1,-1 0,1-1,-1 2,1-1,0 0,1 1,-1 0,1 0,0 0,0 0,-2 6,2-2,0 1,0-1,1 1,0 0,1 0,0 0,0 0,1 0,1-1,-1 1,2 0,-1 0,1 0,1 0,0-1,0 0,1 1,0-1,1 0,0-1,0 1,0-1,1 0,1 0,-1-1,1 0,1 0,-1-1,1 1,0-2,1 1,12 4,0-1,0 0,0-2,1-1,0 0,1-2,-1 0,1-2,-1 0,1-2,0-1,-1 0,1-1,0-2,-1 0,0-2,19-7,19-7</inkml:trace>
  <inkml:trace contextRef="#ctx0" brushRef="#br0" timeOffset="49252.598">2831 2283,'-5'14,"-3"13,-1 11,2 11,1 6,2 3,4-2,5-4,3-5,5-7,0-8,0-9,-1-9</inkml:trace>
  <inkml:trace contextRef="#ctx0" brushRef="#br0" timeOffset="49551.792">2818 2310,'13'7,"0"0,0 1,-1 1,0 0,-1 1,0 0,0 1,-1 0,6 9,4 2,217 259,-234-277,10 12,0 0,-1 1,-1 0,-1 1,0 0,6 18,-15-32,0 0,0 0,0 0,-1 0,1 0,-1 0,0 0,0 0,-1 0,0 1,1-1,-1 0,0-1,-1 1,1 0,-1 0,0 0,1-1,-2 1,1-1,0 0,-1 1,1-1,-1 0,0 0,0-1,0 1,-1-1,1 1,-1-1,1 0,-5 1,-11 7,-1-1,0-1,0-1,-1-1,-13 2,7-1,0-1,-1-1,0-2,0 0,-1-2,-21-2,22-4</inkml:trace>
  <inkml:trace contextRef="#ctx0" brushRef="#br1" timeOffset="131353.593">2925 932,'432'-72,"-96"35,2 15,216 17,-407 5,111-6,-197-5,-65 2,-72-6,1 16,1 3,-1 3,1 4,-28 8,92-17,-936 208,619-132,174-44,154-31,107-11,35-4,1063-73,-100 65,-1098 20,-19 0</inkml:trace>
  <inkml:trace contextRef="#ctx0" brushRef="#br1" timeOffset="-206409.793">371 1280,'-4'23,"-5"21,0 16,0 17,0 11,2 6,3 4,1-2,2-17</inkml:trace>
  <inkml:trace contextRef="#ctx0" brushRef="#br1" timeOffset="-206155.958">197 1614,'12'-18,"12"-11,9-2,9 4,3 6,1 10,-1 8,-2 12,-8 8,-7 9,-8 5,-12 3,-14 0,-13-2,-10-6,-7-6,-2-7,6-5</inkml:trace>
  <inkml:trace contextRef="#ctx0" brushRef="#br1" timeOffset="-205879.162">371 1627,'48'-35,"24"-17,-3-3,21-26,-70 62,-1-2,-1 0,-1-1,-1 0,-1-2,-1 1,-1-2,-1 0,5-18,-10 22,0-1,-2 1,-1-1,0-1,-2 1,0 0,-2-1,0 1,-3-16,3 37,0-2,-1-1,1 1,0 0,-1 0,0 0,0 0,0 0,0 0,0 0,0 0,-1 1,0-1,1 0,-1 1,0-1,-2-1,3 4,0 0,0 1,-1-1,1 0,0 0,0 1,0-1,-1 0,1 1,0-1,0 1,0 0,0-1,0 1,0 0,0 0,0-1,1 1,-1 0,0 0,0 0,1 0,-1 0,0 0,1 0,-1 0,1 1,-1-1,1 0,0 0,-1 0,1 0,0 1,-10 31,2 0,1 0,1 1,2 0,1 0,2 11,0-20,-3 15,2 0,2 0,2 0,1 0,2-1,2 1,2-1,1-1,7 14,-13-42,0-2,1 1,0-1,1 1,0-1,0-1,1 1,-1-1,2-1,-1 1,2 0,-6-4,1-1,0 0,0 1,0-1,0 0,0-1,0 1,1-1,-1 0,1 0,-1 0,1-1,-1 1,1-1,-1 0,1 0,-1-1,1 1,-1-1,0 0,1 0,-1-1,0 1,4-3,15-10</inkml:trace>
  <inkml:trace contextRef="#ctx0" brushRef="#br1" timeOffset="-205459.254">638 1160,'18'10,"1"0,1-1,-1-1,1-1,1 0,-1-2,1 0,0-1,13 0,-3 1,-16-3,18 2,1 1,-1 2,0 1,0 1,-1 2,0 2,-1 0,-1 2,23 16,-45-25,0 1,0 1,-1-1,0 1,-1 0,0 1,0-1,-1 1,0 0,-1 1,0-1,0 1,-1 0,0 0,0 0,-1 0,-1 0,0 1,0-1,-1 1,-1-1,1 0,-2 1,1-1,-1 0,-1 0,-3 8,6-17,0 0,0 0,0-1,0 1,0 0,-1 0,1 0,0-1,-1 1,1 0,0 0,-1-1,1 1,-1 0,1 0,-1-1,1 1,-1-1,0 1,1-1,-1 1,0-1,1 1,-1-1,0 1,0-1,0 0,1 1,-1-1,0 0,0 0,0 0,0 0,1 0,-1 1,0-2,0 1,0 0,0 0,1 0,-1 0,0 0,0-1,0 1,1 0,-1-1,0 1,0-1,1 1,-1-1,0 1,1-1,-1 1,0-1,1 1,-1-1,1 0,-1 1,1-1,0 0,-1 0,1 0,-26-50,20 39,2-2,0 1,0 0,1-1,1 1,0-1,1 0,0 0,1 0,1 0,0 0,1 1,0-1,2 0,-2 10,0 0,1 0,-1 0,1 0,0 0,0 0,1 1,-1-1,1 1,0 0,0 0,0 1,0-1,0 1,0 0,1 0,-1 0,1 1,0-1,4 0,100-8,-99 9,357 5,-271-3</inkml:trace>
  <inkml:trace contextRef="#ctx0" brushRef="#br1" timeOffset="-204544.638">2737 1039,'53'522,"-50"-442,3-74,3-24,-6 12,0-2,0 0,1 1,0 0,0-1,1 1,0 1,0-1,0 1,1 0,0 0,0 0,1 1,-1 0,1 0,1 1,-1 0,0 0,1 1,0 0,0 0,0 1,0 0,0 0,0 1,0 0,1 0,-1 1,1 0,-1 0,0 1,0 0,8 3,-9-2,0 0,0 1,0 0,-1 0,1 0,-1 1,0 0,0 0,0 1,0 0,-1 0,0 0,0 1,0 0,0 0,-1 0,0 0,-1 0,1 1,-1 0,-1 0,1 0,-1 0,0 0,-1 0,1 1,-2-1,1 5,-2-9,0 1,0-1,0 0,0 0,-1 0,1 0,-1-1,0 1,0 0,0-1,0 1,0-1,0 1,-1-1,1 0,-1 0,0 0,0-1,1 1,-1-1,0 1,0-1,-1 0,1 0,0 0,0-1,0 1,-1-1,1 0,-3 0,-2 1,0-1,-1 0,1-1,0 0,0-1,0 1,0-1,0-1,1 0,-1 0,1 0,-1-1,5 3,0-1,0 1,0-1,0 0,0 1,0-1,1-1,-1 1,1 0,-1-1,1 1,0-1,0 0,0 0,0 0,0 0,1 0,0 0,-1 0,1 0,0-1,0 1,1 0,-1-1,1 1,0-1,0 1,0 0,0-1,0 1,1-1,0 1,-1 0,1-1,1 1,-1 0,0 0,1 0,0-1,7-3,0 0,1 1,0 0,0 1,1 0,-1 0,1 1,0 1,0 0,1 0,-1 1,0 1,1 0,-1 0,26-4,-1 2,1 1,-1 2,1 1,-1 2,14 4,-46-7,0 1,1 0,-1 0,0 0,0 0,0 0,0 1,0 0,0 0,0 0,0 0,-1 1,1 0,-1-1,0 1,0 0,0 1,0-1,-1 0,1 1,-1 0,0-1,0 1,0 0,0 0,-1 0,1 0,-1 1,0-1,0 3,-1 100,0-105,1-1,-1 0,0 0,1 0,-1 1,1-1,-1 0,1 0,0 0,-1 0,1 0,0 0,0 0,0 0,0 0,0-1,0 1,0 0,0-1,0 1,0 0,0-1,0 1,0-1,1 0,-1 1,0-1,0 0,1 0,-1 0,0 0,0 0,1 0,-1 0,0 0,0 0,0 0,1-1,-1 1,0-1,0 1,0-1,0 1,1-1,14-7</inkml:trace>
  <inkml:trace contextRef="#ctx0" brushRef="#br1" timeOffset="-204294.281">3379 1307,'11'5,"16"3,2 1</inkml:trace>
  <inkml:trace contextRef="#ctx0" brushRef="#br1" timeOffset="-202570.553">3981 1481,'-12'70,"4"0,2 1,4 69,2-99,-1 40,-2 3,5-1,8 55,-8-131,-2-21,-49-222,30 165,15 54,-17-66,4 0,-6-77,22 146,0-1,1 1,1-1,1 1,0-1,0 1,2 0,-1 0,2-1,-2 9,-1 0,1 0,1 0,-1 0,1 1,0-1,0 1,0 0,1 0,0 1,0-1,0 1,0 0,1 1,-1-1,1 1,0 0,0 0,1 1,3-1,2 0,0 2,0 0,0 0,0 1,1 1,-1 0,0 1,0 0,0 1,0 0,-1 1,1 0,-1 1,0 0,0 0,-1 2,1-1,-1 1,-1 1,1 0,-1 0,-1 1,0 0,0 0,0 1,-1 0,0 2,-5-10,-1 0,0 0,1 0,-1 1,0-1,0 0,0 1,0-1,-1 1,1-1,-1 1,0-1,1 1,-1-1,0 1,0-1,-1 1,1 0,0-1,-1 1,0-1,1 0,-1 1,0-1,0 1,-1-1,1 0,0 0,-1 0,1 0,-1 0,0 0,0 0,0 0,0-1,0 1,0-1,0 1,0-1,0 0,-3 1,-7 2,-1 0,0-1,0 0,-1-1,1-1,0 0,-1-1,1 0,-1-1,1-1,0 0,-12-3,-13-15,38 20,0-1,0 0,0 0,0 0,1 1,-1-1,0 0,1 0,-1 1,0-1,1 0,-1 0,1 1,-1-1,1 0,-1 1,1-1,-1 1,1-1,0 1,-1-1,1 1,0-1,0 1,-1 0,1-1,0 1,0 0,0 0,-1 0,1-1,0 1,0 0,0 0,-1 0,1 0,0 0,25-4,1 1,-1 1,1 1,-1 2,1 0,-1 2,1 1,-1 1,-1 1,12 5,-24-9,-1 1,1 0,-1 1,0 1,0 0,-1 0,0 1,0 1,0 0,0 0,-1 1,-1 1,1-1,5 9,-13-15,-1 1,0 0,1 0,-1 0,1 0,0 0,0 0,0 0,0 0,1-1,-1 1,1-1,-1 0,1 0,0 0,0 0,0 0,0-1,0 1,0-1,0 0,1 0,-1 0,0 0,1 0,-1-1,1 0,-1 0,1 0,1 0,3-2,1-1,-1-1,1 1,-1-1,0-1,-1 1,1-1,-1-1,0 1,0-1,-1 0,1-1,-1 0,-1 0,0 0,0-1,0 1,0-1,-2 0,1-1,-1 1,0-1,-2 4,0-1,0 1,-1-1,0 0,0 1,0-1,-1 1,0-1,0 0,0 1,-1 0,0-1,0 1,0 0,-1 0,0 0,1 0,-2 1,1-1,-1 1,1-1,-1 1,0 1,-1-1,1 0,0 1,-1 0,0 0,0 0,0 1,0 0,0 0,-1 0,1 0,-1 1,1 0,-1 0,1 1,-1-1,-3 0,1 0,-1 0,0 1,1 0,-1 1,0-1,1 2,-1-1,1 1,-1 1,1-1,0 1,0 1,0 0,1 0,-1 0,1 1,0 0,0 0,1 1,-2 1,7-6,1 0,-1-1,1 1,-1 0,1 0,-1 0,1-1,0 1,-1 0,1 0,0 0,0 0,-1 0,1 0,0 0,0 0,0-1,0 1,0 0,0 0,1 0,-1 0,0 0,0 0,1 0,-1 0,0-1,1 1,-1 0,1 0,-1 0,1-1,-1 1,1 0,0-1,-1 1,1 0,0-1,0 1,-1-1,1 1,0-1,0 0,0 1,0-1,0 0,-1 1,1-1,0 0,0 0,0 0,1 0,53 8,10-10,-1-2,0-4,-1-3,0-2,56-20,-118 33,117-32,-1-5,-2-6,-2-4,-2-5,22-19,-124 66,8-4,-1-1,1 0,-2-1,1-1,-2 0,1-1,-2 0,0-1,6-9,-18 22,0 0,-1-1,1 1,0 0,-1-1,1 1,-1-1,0 1,1 0,-1-1,0 1,0-1,0 1,0-1,0 1,0-1,0 1,-1-1,1 1,0 0,-1-1,1 1,-1-1,0 1,1 0,-1 0,0-1,0 1,0 0,0 0,0 0,0 0,0 0,0 0,0 0,-1 0,1 0,0 1,0-1,-1 1,1-1,-1 0,1 1,0 0,-1-1,1 1,-1 0,1 0,-1 0,1 0,-1 0,1 0,-1 0,1 1,0-1,-1 1,1-1,-1 1,1-1,-20 2,0 1,0 0,1 2,-1 0,1 2,0 0,1 1,0 1,0 0,1 2,0 0,1 1,0 1,1 0,0 2,-1 1,5-2,1-1,0 1,0 1,2 0,0 0,0 1,2 0,0 1,0-1,1 5,4-14,0 1,0 0,1-1,-1 1,2 0,0 0,0 0,0 0,1 0,0-1,0 1,1 0,0-1,0 1,1-1,0 1,0-1,1 0,0-1,0 1,1-1,0 1,5 4,7 2,0-1,1 0,1-2,0 0,0-1,1-1,0-1,0-1,1-1,0 0,0-2,0 0,6-1,31 4,0-2,1-2,-1-4,1-1,-1-4,0-1,-1-4,0-1,26-12,-69 20,1 0,-1-1,0-1,0 0,0 0,-1-2,-1 0,1 0,4-6,-15 14,0 0,-1 0,1-1,-1 1,0-1,1 1,-1-1,0 1,0-1,0 1,0-1,0 0,0 0,0 0,0 1,-1-1,1 0,-1 0,0 0,1 0,-1 0,0 0,0 0,0 0,0 0,-1 0,1 0,-1 0,1 0,-1 0,1 0,-1 1,0-1,0 0,0 0,0 1,0-1,0 0,-2 0,-5-4,-1 1,1 1,-1 0,0 0,-1 0,1 1,-1 1,1 0,-1 0,0 1,0 0,0 0,0 1,-8 1,10-1,1 0,-1 0,0 1,1 0,-1 0,1 1,-1 0,1 0,0 1,-1 0,2 0,-1 1,0 0,1 0,-1 0,1 1,0 0,1 0,-1 0,1 1,0 0,0 0,1 0,0 1,0 0,0-1,1 1,0 1,1-1,-1 0,1 1,1-1,-1 1,1 0,2-4,-1 0,1 0,0 0,0-1,0 1,0 0,1 0,0-1,0 1,0-1,0 0,0 1,0-1,1 0,0 0,-1 0,1-1,0 1,1-1,-1 0,0 1,1-1,-1-1,1 1,-1-1,1 1,1-1,7 3,0-1,1 0,-1-1,1 0,-1-1,1 0,-1-1,3-1,-2 1,0-2,1 1,-1-1,-1-1,1-1,0 1,-1-2,0 0,0 0,0-1,0-1,-1 0,-1-1,1 1,-1-2,6-6,-7 4,-9 11,-4 19,4-15,0 0,0 0,1 0,-1 0,1 0,0 0,1 0,-1 0,1 0,-1-1,1 1,0 0,0-1,1 0,-1 1,1-1,-1 0,1 0,0-1,0 1,1 0,-1-1,0 0,1 0,0 0,-1 0,1-1,0 1,0-1,0 0,0 0,2 1,0 0,1 0,-1-1,0 0,1 0,-1-1,1 1,-1-2,1 1,-1-1,1 1,-1-2,0 1,1-1,-1 0,0 0,0-1,0 0,3-2,-4-1,0-1,0 0,-1 0,0 0,0-1,-1 1,0-1,0 0,-1 0,0 0,0 0,-1 0,0 0,0-1,-1 1,0 0,-1-4,1 11,2-40,-1 0,-2 0,-3 0,-5-30,9 68,-1 0,1 1,0-1,-1 1,1-1,-1 1,0 0,0-1,0 1,0 0,0-1,0 1,-1 0,1 0,-1 0,0 0,1 0,-1 1,0-1,0 0,0 1,0-1,0 1,-1 0,1 0,0 0,-1-1,2 3,0 0,0 0,0 0,1 0,-1 0,0 0,1 0,-1 0,1 0,-1 0,1 0,-1 0,1 0,0 1,0-1,0 0,-1 0,1 0,0 0,0 1,0-1,1 0,-1 0,0 0,0 0,1 1,-1-1,1 0,-1 0,1 0,-1 0,1 0,0 0,-1 0,1 0,0 0,0 0,0-1,-1 1,1 0,0 0,0-1,0 1,0-1,0 1,1-1,8 6,0-1,1 0,0 0,-1-1,2-1,-1 0,0-1,1 0,-1 0,1-1,2-1,91 21,-102-18,1 0,-1 0,0 0,0 1,0-1,-1 1,1-1,-1 1,0 0,0 0,0 0,0 0,-1 1,1-1,-1 0,-1 1,1-1,0 0,-1 1,0-1,0 1,0-1,-1 1,1-1,-1 1,0-1,-1 0,1 0,-2 3,1 8,0-1,0-8,0 1,0 0,1 0,0 0,0 0,0 0,1 0,0 0,1 0,0 0,0-1,0 1,1 0,0 0,0-1,0 1,1-1,0 1,1-1,-1 0,1 0,0-1,1 1,0-1,7 1,0 0,0-1,1-1,0 0,0-1,0-1,0 0,0 0,0-1,0-1,1 0,-1-1,0 0,0-1,0-1,0 0,0-1,0 0,-1-1,2-1,34-13</inkml:trace>
  <inkml:trace contextRef="#ctx0" brushRef="#br1" timeOffset="-202339.652">7510 893,'18'0,"13"6,8 12,6 14,3 16,0 14,-2 12,-6 8,-10 6,-17 5,-24 2,-31 3,-35 1,-35 1,3-15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3:45.90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600 254,'-8'28,"-3"291,3 52,7-367,1 0,-1 0,1 0,0 1,0-1,0 0,1 0,-1 0,1 0,0 0,0 0,1 0,-1 0,1 0,0 0,0-1,0 1,0-1,1 1,-1-1,1 0,0 0,0 0,0 0,0-1,1 1,0 0,5-2,1 0,-1-1,1 0,-1 0,1-1,-1-1,1 1,-1-1,0-1,0 0,0 0,0-1,-1 0,1 0,-1-1,4-3,11-7,-1-1,0-1,-1-1,0-1,-2 0,-1-2,2-3,-19 23,-1 0,1 0,-1 1,1-1,-1 0,1 0,0 1,-1-1,1 1,0-1,0 0,0 1,-1-1,1 1,0 0,0-1,0 1,0 0,0-1,-1 1,1 0,0 0,0 0,0 0,0 0,0 0,0 0,0 0,0 0,0 0,0 1,0-1,0 0,-1 1,1-1,0 0,0 1,0-1,-1 1,1 0,0-1,0 1,-1-1,1 1,0 0,-1 0,1-1,-1 1,1 0,-1 0,0 0,1 0,-1-1,0 1,1 0,-1 0,0 0,0 0,0 0,0 0,0 0,0 0,0 0,0 0,60 184,-31-152,-15-25</inkml:trace>
  <inkml:trace contextRef="#ctx0" brushRef="#br0" timeOffset="249.658">1148 589,'-16'4,"-7"5,-3 2,2 1,2 0,4-3</inkml:trace>
  <inkml:trace contextRef="#ctx0" brushRef="#br0" timeOffset="500.503">320 535,'6'-6,"17"-6,24-4,27-2,26-1,19 2,10 0,-18 4</inkml:trace>
  <inkml:trace contextRef="#ctx0" brushRef="#br0" timeOffset="1002.024">1415 829,'13'62,"6"22,-4 1,-3 0,-4 1,-4 22,-5-57,-3 0,-1 0,-3 0,-2 0,-3-1,-5 11,-24 19,41-79,1 0,0-1,-1 1,1-1,-1 1,1-1,-1 1,1-1,-1 1,0-1,1 1,-1-1,1 0,-1 1,0-1,0 0,1 1,-1-1,0 0,1 0,-1 0,0 0,0 0,1 0,-1 0,0 0,0 0,1 0,-1 0,0 0,1-1,-1 1,0 0,0 0,1-1,-1 1,1 0,-1-1,0 1,1-1,-1 1,1-1,-1 1,1-1,-1 1,1-1,-1 0,1 0,-13-36,3-31,3 1,3-1,3-14,-1-8,-4-261,26 228,-18 118,0 0,0 0,0 0,1 0,-1 0,1 1,0-1,1 1,-1 0,1 0,-1 0,1 0,0 0,1 1,-1 0,1 0,-1 0,1 1,0-1,0 1,3-1,0 2,-1-1,1 1,-1 1,1-1,0 1,-1 0,1 1,-1 0,1 0,-1 1,0 0,1 0,-1 1,0 0,0 0,-1 0,1 1,-1 0,1 0,-1 1,0 0,-1 0,1 0,-1 1,0 0,-1 0,1 0,-1 0,-1 1,1 0,-1-1,0 1,0 0,-1 1,0-1,0 0,-1 3,-2-4,0-1,-1 0,0 0,0 1,0-1,-1 0,1-1,-1 1,-1 0,1-1,-1 0,1 1,-1-1,0-1,-1 1,1-1,-1 1,1-1,-1-1,0 1,0-1,0 0,0 0,-1 0,1 0,0-1,-1 0,1 0,-1-1,0 0,1 0,-1 0,-5-1,9 1,0 1,0-1,0 0,0 1,0-1,0 0,0-1,0 1,0 0,-1 0,1-1,0 0,0 1,1-1,-1 0,0 0,0 0,0 0,0 0,1 0,-1-1,0 1,1 0,-1-1,1 1,0-1,0 0,-1 1,1-1,0 0,0 0,0 0,1 0,-1 0,0 0,1 0,0 0,-1 0,1 0,0 0,0 0,0 0,0 0,0-1,5-6,1 1,0 0,0 0,1 1,0-1,0 2,1-1,-1 1,1 0,1 1,-1-1,1 2,0-1,0 1,0 1,3-1,8-5,0 2,0 0,1 1,0 1,0 1,0 1,0 0,1 2,-1 1,21 2,-38-2,0 0,-1 1,1-1,0 1,-1 0,1 0,-1 0,0 0,1 1,-1 0,0-1,0 1,0 0,0 1,0-1,0 0,0 1,-1 0,0-1,1 1,-1 0,0 0,0 0,0 1,-1-1,1 0,-1 1,0-1,0 2,-1 129,0-132,0 0,1-1,-1 1,1 0,-1 0,1-1,-1 1,1 0,0-1,0 1,0-1,0 1,0-1,0 1,0-1,0 0,1 1,-1-1,1 0,-1 0,1 0,-1 0,1 0,-1 0,1-1,0 1,-1-1,1 1,0-1,0 1,-1-1,1 0,0 0,0 0,0 0,0 0,-1 0,1 0,0-1,0 1,-1-1,1 1,0-1,-1 0,1 0,0 1,-1-1,1 0,-1-1,1 1,-1 0,22-11</inkml:trace>
  <inkml:trace contextRef="#ctx0" brushRef="#br0" timeOffset="1168.105">1870 643,'18'4,"18"4,2 1</inkml:trace>
  <inkml:trace contextRef="#ctx0" brushRef="#br0" timeOffset="1399.486">2458 856,'-5'-3,"-6"-5,0 1,-1 0,0 1,0 0,-1 1,1 0,-1 1,0 1,0 0,-1 0,1 1,0 1,-9 0,17 3,0 0,-1 1,1-1,0 1,0 0,0 0,0 1,1 0,-1-1,1 1,0 1,0-1,1 1,-1-1,1 1,0 0,0 0,0 1,1-1,0 0,0 1,0 0,1-1,0 1,0 0,0 0,1-1,0 1,0 0,0 0,1 0,0-1,0 1,1 0,-1-1,1 1,0-1,1 1,-1-1,1 0,1 2,4 0,1 1,0-1,0-1,0 0,1 0,0-1,0 0,0 0,1-1,-1-1,1 0,0 0,0-1,0-1,0 0,1 0,-1-1,0 0,7-2,156-21,-93 4</inkml:trace>
  <inkml:trace contextRef="#ctx0" brushRef="#br0" timeOffset="6620.327">213 1,'-21'29,"-13"33,-8 33,-1 32,6 31,10 25,19 20,26 9,30-3,35-18,4-41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25:16.72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331 0,'-20'14,"-19"20,-13 23,-8 19,3 21,8 13,12 6,20 2,24-3,27-10,25-12,21-11,16-17,-10-18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25:16.99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121 295,'-7'25,"-4"21,-1 20,2 12,3 4,2-3,2-6,2-8,1-13,0-14,0-14,1-12</inkml:trace>
  <inkml:trace contextRef="#ctx0" brushRef="#br0" timeOffset="447.389">0 254,'27'12,"26"10,-1 2,-2 3,0 2,-2 1,0 4,-45-33,0 1,0-1,0 0,-1 1,1 0,0 0,-1 0,0 0,1 0,-1 0,0 0,0 1,0-1,-1 1,1 0,0-1,-1 1,0 0,0 0,0 0,0 0,0 0,0 0,-1 0,1 0,-1 1,0-1,0 0,0 0,-1 0,1 0,-1 0,0 0,1 0,-1 0,-1 0,1 0,0 0,-1 0,-1 1,-8 6,-2-1,1 0,-1 0,-1-2,1 1,-1-2,0 0,-1-1,0 0,0-1,-44 17,98-8,-38-13,27 3,1 1,-1 1,0 1,0 2,-1 1,0 1,-1 2,0 0,0 2,-2 0,0 2,0 1,12 12,-33-27,0 1,0-1,0 1,0 0,0 0,0 0,-1 0,0 1,1-1,-1 1,-1 0,1-1,0 1,-1 0,0 0,0 0,0 0,0 0,-1 0,1 0,-1 0,0 0,0 0,-1 1,1-1,-1 0,0 0,0 0,0-1,-1 1,1 0,-1 0,0-1,0 1,0-1,-1 1,0-1,-12 10,-2-2,0 0,0 0,-1-2,0 0,-1-1,1-1,-2-1,1-1,-1 0,1-1,-1-1,-3-1,-69 4,91-6,-1 0,1 0,0 0,0 0,-1 0,1 0,0 0,0-1,-1 1,1 0,0-1,0 1,0-1,0 1,-1-1,1 1,0-1,0 0,0 0,0 0,0 1,1-1,-1 0,0 0,0 0,1 0,-1 0,0-1,1 1,-1 0,1 0,-1 0,1 0,0-1,3-16</inkml:trace>
  <inkml:trace contextRef="#ctx0" brushRef="#br0" timeOffset="741.753">1298 441,'-8'-8,"0"0,0 0,0 0,-1 1,0 1,-1 0,0 0,1 0,-2 2,1-1,-1 1,1 1,-1-1,0 2,0 0,0 0,-1 1,1 0,0 1,-1 0,1 1,0 1,0-1,0 2,0 0,0 0,0 0,1 2,-1-1,1 1,0 1,1 0,-8 5,9-3,0 0,1 1,-1 0,2 0,-1 0,1 1,1 0,-1 0,2 1,-1-1,2 1,-1 0,2 0,-1 0,2 0,-1 1,1-1,1 1,0-1,1 0,0 1,1-1,0 0,0 0,1 0,1 0,0 0,3 5,2-2,0 0,1 0,0-1,1 0,1-1,0 0,0 0,1-2,1 0,0 0,0-1,1-1,0 0,0-1,5 1,10 3,0-2,1 0,0-2,0-2,0 0,1-3,21 0,-28-2,-1-1,1-1,-1-2,0 0,0-1,0-2,-1 0,0-2,9-5,25-17</inkml:trace>
  <inkml:trace contextRef="#ctx0" brushRef="#br0" timeOffset="991.088">1818 388,'-4'6,"-4"15,-1 14,2 13,1 10,2 3,5 4,3-3,4-8,0-8,1-12,2-16,-1-18,-1-18,-1-7</inkml:trace>
  <inkml:trace contextRef="#ctx0" brushRef="#br0" timeOffset="1250.396">1859 335,'-2'-15,"1"3,0 0,-1 1,0-1,-1 0,0 1,0 0,-2 0,-1-4,5 15,1-1,0 1,0 0,-1 0,1-1,0 1,-1 0,1 0,0 0,-1-1,1 1,0 0,-1 0,1 0,-1 0,1 0,0 0,-1 0,1 0,0 0,-1 0,1 0,-1 0,1 0,0 0,-1 0,1 0,0 0,-1 1,1-1,0 0,-1 0,1 0,0 1,-1-1,1 0,0 0,0 1,-1-1,1 0,0 1,0-1,-1 0,1 1,0-1,0 0,0 1,0-1,0 0,0 1,-1-1,1 0,0 1,0-1,0 1,0-1,0 0,0 1,0-1,1 0,-1 1,0-1,0 1,0-1,0 0,-1 15,0-1,0 1,1-1,1 1,1-1,0 0,1 1,0-1,1 0,1-1,0 1,1-1,0 0,1 0,1 0,0-1,3 2,17 23,2-2,1-1,2-1,2-2,24 17,52 49,-109-95,1-1,-1 0,0 0,0 0,0 0,-1 0,1 1,0-1,0 1,-1-1,1 1,-1 0,1 0,-1 0,0 0,0 0,0 0,0 0,0 0,0 0,0 0,-1 1,1-1,-1 0,0 0,1 1,-1-1,0 0,-1 0,1 1,0-1,0 0,-1 1,0-1,1 0,-1 0,0 0,0 0,0 0,-1 2,-7 1,1 0,-1 0,-1-1,1-1,-1 1,1-1,-1-1,-6 2,8-3,-88 19,-1-5,-65 1,38-14,88-5</inkml:trace>
  <inkml:trace contextRef="#ctx0" brushRef="#br0" timeOffset="1506.708">2460 1,'9'15,"10"20,11 19,9 21,12 21,11 18,6 14,3 9,-4 7,-15 3,-33 2,-51 1,-71-2,-17-27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25:45.13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45 275,'-1'-25,"1"0,0 0,2 0,1 0,1 0,1 1,2-1,0 1,4-8,-11 32,0-1,0 0,0 1,0-1,0 0,0 1,0-1,0 0,0 1,0-1,0 0,0 1,1-1,-1 1,0-1,0 0,1 1,-1-1,0 1,1-1,-1 1,0-1,1 1,-1-1,1 1,-1-1,1 1,-1 0,1-1,-1 1,1 0,0-1,-1 1,1 0,-1 0,1-1,0 1,-1 0,1 0,0 0,-1 0,1 0,0 0,-1 0,1 0,0 0,-1 0,1 1,-1-1,1 0,0 0,-1 0,1 1,-1-1,1 0,-1 1,1-1,0 1,-1-1,14 161,-9-48,-6 1,-5 5,6-115,0 3,0 0,-1 0,0 0,0 0,0-1,-1 1,0 0,0-1,-1 1,0-1,0 0,0 0,-1 0,-4 5,5-9,0-1,0 0,0-1,-1 1,1 0,0-1,0 0,0 0,-1 0,1 0,0 0,0-1,0 1,-1-1,1 0,0 0,0 0,0-1,0 1,1-1,-1 1,0-1,0 0,1 0,0 0,-1 0,1-1,-1 0,33-2,216-13,-192 11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25:45.38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0,'12'18,"5"11,3 7,-3 4,-4 3,-6 0,-9 0,-11-1,-8-5,0-9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25:45.66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6,'18'0,"11"0,7-2,-3-1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25:45.91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1,'4'0,"7"0,5 0,0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25:46.08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35,'11'3,"11"0,13-3,0 0</inkml:trace>
  <inkml:trace contextRef="#ctx0" brushRef="#br0" timeOffset="1">776 8,'11'-2,"9"-1,1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25:46.3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1 423,'0'0</inkml:trace>
  <inkml:trace contextRef="#ctx0" brushRef="#br0" timeOffset="484.374">616 103,'-16'-12,"0"0,0 1,-2 1,1 1,-1 0,0 2,-1 0,0 1,0 0,-1 2,1 0,-1 1,0 2,0 0,0 0,1 2,-1 1,-6 1,20-2,0 0,0 0,0 1,0 0,0 0,0 0,1 0,-1 1,1 0,0 1,0-1,0 1,0 0,0 0,1 0,0 1,0-1,0 1,0 0,1 0,0 1,0-1,0 1,1-1,0 1,0 0,0 0,1 0,0 0,0 0,0 0,1 0,0 6,1-8,0 0,-1-1,1 1,1-1,-1 1,0-1,1 0,0 1,0-1,0 0,0 0,0 0,1-1,-1 1,1 0,0-1,-1 0,1 1,0-1,1 0,-1-1,0 1,0 0,1-1,-1 0,4 1,2 0,0 0,1 0,0-1,-1 0,1-1,-1 0,1 0,0-1,7-2,2-2,-1 0,0-1,0-1,0-1,-1 0,0-1,-1-1,0-1,0 0,-1-1,-1-1,0 0,-1-1,0 0,9-14,-20 24,-2 4,0-1,0 0,0 1,0-1,0 0,0 1,1-1,-1 0,0 1,0-1,0 1,1-1,-1 0,0 1,0-1,1 1,-1-1,1 1,-1-1,0 1,1-1,-1 1,1-1,-1 1,1 0,-1-1,1 1,0 0,-1-1,1 1,-1 0,1 0,0 0,-1-1,1 1,0 0,-1 0,1 0,0 0,-1 0,1 0,-1 0,1 0,0 1,-1-1,1 0,0 0,-1 0,1 1,-1-1,1 0,-1 1,1-1,-1 1,1-1,-1 0,1 1,-1-1,1 1,-1-1,1 1,48 200,-45-185,17 106,-20-116,-1-1,0 1,-1 0,0-1,0 1,0-1,0 1,-1-1,0 1,0-1,0 0,-1 0,0 0,0 0,0 0,0-1,-1 1,0-1,0 0,-2 1,-10 5,-1-2,-1 0,0 0,0-2,0 0,-1-1,1-1,-1-1,0 0,0-1,-1-2,1 0,0-1,-5-1,-18-5,48 1,49-8,-18 7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25:42.2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1 200,'20'5,"19"1,16 0,10-4,7-2,2 0,-4-2,-9 1,-13 2,-14 6,-13 2</inkml:trace>
  <inkml:trace contextRef="#ctx0" brushRef="#br0" timeOffset="253.322">69 387,'18'7,"17"4,19 1,18-2,18-5,18-5,14-6,10-3,-16-1</inkml:trace>
  <inkml:trace contextRef="#ctx0" brushRef="#br0" timeOffset="860.215">1565 147,'-4'18,"0"1,1 0,1-1,1 1,1 0,0 0,2 0,0 0,3 10,-3-20,0 1,1-1,0-1,1 1,0 0,0-1,1 0,0 0,0 0,1 0,0-1,1 0,-1 0,1-1,0 0,1 0,0-1,0 0,8 4,-8-5,0-1,1 0,0 0,0-1,0 0,0-1,0 1,0-2,0 0,1 0,-1 0,0-1,0-1,0 1,0-1,0-1,0 0,-1 0,1-1,-1 0,0 0,0-1,0 0,-1 0,0-1,0 0,0 0,-1-1,0 0,0 0,0 0,-1-1,0 0,-1 0,0 0,0 0,0-1,-1 0,-1 1,0-1,2-9,-5 4,0 1,0-1,-1 1,-1-1,-1 1,1 0,-2 0,0 1,0-1,-2 1,1 0,-1 1,-1 0,0 0,-1 0,0 1,0 0,-1 1,0 0,-1 1,0 0,0 0,-1 1,0 1,0 0,-1 1,-5-2,5 4,-1 1,0 1,1 0,-1 1,0 0,0 1,1 1,-1 0,1 1,-1 0,1 1,0 0,0 1,1 1,-1 0,1 1,1 0,-1 1,1 0,-7 7,-52 39</inkml:trace>
  <inkml:trace contextRef="#ctx0" brushRef="#br0" timeOffset="1522.053">576 0,'12'15,"0"-1,1-1,0 0,2-1,-1 0,1-1,1-1,0 0,0-1,1-1,0-1,0 0,1-1,9 1,-8 0,12 5,7 0,-2 2,0 1,-1 2,0 2,-2 1,8 7,-37-25,1 1,-1 0,0 1,0-1,0 1,-1 0,1 0,-1 0,0 0,0 1,0-1,-1 1,0 0,1-1,-2 1,1 0,-1 1,1-1,-1 0,-1 0,1 0,-1 1,0-1,0 0,0 0,-1 1,0-1,-1 3,-6 7,-1 0,0 0,-1-1,-1 0,0-1,-1-1,0 0,-1 0,0-1,-1-1,-1 0,-4 2,16-10,-312 190,282-172,20-10</inkml:trace>
  <inkml:trace contextRef="#ctx0" brushRef="#br0" timeOffset="2287.039">2341 387,'3'16,"2"12,1 11,1 7,0 5,-4 4,-7 2,-9 2,-12-3,-8-6,-8-9,3-12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25:41.10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55 232,'-10'58,"2"0,2 1,3-1,4 17,-2-39,-2 99,1-116,-8-33,-1-174,11 171,-1-26,1 1,3-1,2 0,1 1,2 0,2 0,10-24,32-14,-51 78,1 0,0 0,0 1,0-1,0 0,0 1,0 0,0-1,1 1,-1 0,0 0,1 0,-1 1,1-1,-1 1,1-1,-1 1,1 0,-1 0,1 0,0 0,-1 0,1 0,-1 1,1 0,-1-1,1 1,-1 0,0 0,1 0,-1 0,0 1,0-1,0 1,0-1,5 6,-1 1,-1-1,1 1,-1 1,-1-1,0 0,0 1,0 0,-1 0,-1 0,1 0,-2 1,1-1,-1 1,0-1,-1 1,-1 3,2-2,-1 1,0 0,-1 0,0-1,-1 1,-1 0,1-1,-2 0,0 1,0-1,-1-1,0 1,-1-1,0 0,-1 0,0 0,0-1,-1 0,0-1,-1 0,0 0,0-1,-5 3,12-9,1-1,0 1,-1-1,1 0,0 0,-1 1,1-1,-1 0,1 0,0-1,-1 1,1 0,-1 0,1-1,0 1,-1 0,1-1,0 0,0 1,-1-1,1 0,0 1,0-1,0 0,0 0,0 0,0 0,0 0,0 0,0 0,0-1,1 1,-1 0,0 0,1-1,-1 1,1 0,0-1,-1 1,1 0,0-1,0 1,0-1,0 1,0 0,0-1,0 1,0-1,0 1,1 0,-1-1,1 1,-1 0,1-1,-1 1,1 0,0 0,0 0,-1-1,1 1,0 0,0 0,0 0,0 0,4-4,0-1,0 1,0-1,0 1,1 1,0-1,0 1,0 0,0 1,1-1,-1 1,1 0,0 1,0 0,0 0,0 0,0 1,0 0,1 0,-1 1,0 0,1 0,-1 1,0 0,0 0,0 1,0 0,0 0,0 0,0 1,0 0,-1 1,1-1,-1 1,0 1,1 0,0 0,-1 1,1 1,-1-1,0 1,-1 0,0 0,0 1,0-1,-1 1,0 0,0 0,-1 1,0-1,-1 1,0-1,0 1,-1 0,0 0,-1 0,0 0,0 0,0-1,-2 1,1 0,-1 0,0 0,0-1,-1 0,-1 1,1-1,-1 0,-1 0,1-1,-1 1,-1-1,1 0,-1-1,-5 5,2-4,-1 0,0 0,-1-1,1-1,-1 1,0-2,-1 0,1 0,-1-1,0 0,0-1,0 0,0-1,0 0,0-1,0-1,0 0,0 0,0-1,0-1,-3-1,12 4,0-1,0 1,1-1,-1 0,0 0,0 0,1 0,-1 0,1-1,-1 1,1-1,-1 1,1-1,0 0,0 0,0 0,0-1,0 1,0 0,1-1,-1 1,1-1,0 1,0-1,0 0,0 1,0-1,0 0,1 0,-1 0,1 0,0-2,14-14,6 2</inkml:trace>
  <inkml:trace contextRef="#ctx0" brushRef="#br0" timeOffset="281.32">1085 326,'-7'-15,"-1"-1,-1 1,0 1,0-1,-2 1,0 1,0 0,-1 1,-12-9,19 16,0 1,-1 0,0 0,0 0,0 1,0 0,0 0,-1 0,0 1,1 0,-1 0,0 1,0 0,0 0,0 1,0-1,0 2,0-1,1 1,-1 0,0 0,0 1,0 0,1 0,-2 1,-4 4,1 1,1 0,-1 1,1 0,1 1,0 0,0 0,1 1,0 0,1 0,0 1,1 0,0 0,1 1,1-1,0 1,0 0,1 1,1-1,0 0,1 1,0 6,1-10,-1 0,1 0,1 0,0 0,0 0,1 0,0 0,1-1,0 1,1-1,0 0,0 1,1-2,0 1,0-1,1 1,0-1,1-1,0 1,0-1,0-1,1 1,0-1,1-1,5 4,5-1,-1-2,1 0,0-1,1-1,-1-1,1-1,0-1,0 0,-1-1,1-1,0-2,-1 1,1-2,-1-1,10-3,48-16</inkml:trace>
  <inkml:trace contextRef="#ctx0" brushRef="#br0" timeOffset="533.587">1526 86,'-2'13,"1"17,6 16,4 12,2 9,3 6,-2 0,-1-2,-1-7,-4-9,-2-12,1-13,-1-14,1-15,0-7</inkml:trace>
  <inkml:trace contextRef="#ctx0" brushRef="#br0" timeOffset="801.39">1647 153,'2'-123,"-2"122,0 0,0 0,0 0,0 0,0 0,0 0,0 0,0 0,0 0,0 0,0 0,0 0,1 0,-1 0,1 0,-1 0,0 0,1 0,0 0,-1 1,1-1,-1 0,1 0,0 1,0-1,-1 0,1 1,0-1,0 0,0 1,0 0,0-1,0 1,0-1,-1 1,1 0,0 0,0-1,0 1,1 0,-1 0,0 0,0 0,0 0,0 0,0 1,0-1,0 0,0 0,-1 1,1-1,0 1,0-1,0 1,0-1,1 1,12 11,0 1,0 0,-1 0,-1 2,0-1,-1 1,6 12,8 9,2 0,16 21,-2 2,29 58,-67-113,0 1,-1-1,1 1,-1 0,0-1,0 1,0 0,-1 0,0 0,0 0,0 0,0 1,-1-1,0 0,0 0,0 0,-1 1,0-1,0 0,0 0,-1 0,1 0,-1 0,0-1,-1 1,1 0,-1 0,-9 4,-1-1,0 0,0 0,0-1,-1-1,0 0,0-1,0-1,-1 0,0-1,1 0,-1-2,-6 1,-60 9,49-7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25:39.97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320 406,'2'-2,"-1"0,1-1,-1 1,0 0,0-1,0 1,0-1,0 0,0 1,-1-1,1 0,-1 0,0 1,0-1,0 0,0 1,-1-1,1 0,-1 0,1 1,-1-1,0 1,0-1,0 1,0-1,-1 1,1-1,-1 1,-1-2,-2 1,-1-1,0 1,0 1,0-1,-1 1,1 0,0 0,-1 1,0 0,1 0,-1 0,1 1,-1 0,0 0,1 1,-1 0,0 0,1 1,0-1,-1 1,1 1,0-1,0 1,0 0,-4 4,-2-1,2 2,-1 0,1 0,0 1,1 0,0 0,0 1,1 0,0 1,1 0,0 0,1 1,0 0,-3 10,5-13,1 0,0 0,0 1,1-1,1 1,-1 0,2 0,-1 0,1-1,1 1,-1 0,2 0,-1-1,1 1,1 0,0-1,0 0,1 0,0 0,1 0,-1-2,1-1,0 1,1-1,0-1,-1 1,2-1,-1 0,0 0,1-1,0 1,0-2,1 1,-1-1,1 0,-1-1,1 1,0-2,0 1,0-1,0 0,0-1,0 0,0 0,5-1,9-1,1-1,-1-2,0 0,0-1,0-1,-1-1,0-1,3-3,106-66,-128 77,0 1,0-1,0 1,0 0,0 0,0-1,0 1,1 1,-1-1,0 0,0 0,0 1,0 0,0-1,0 1,0 0,0 0,0 0,0 0,0 0,-1 0,1 0,0 1,-1-1,1 1,-1-1,1 1,-1 0,0 0,0-1,0 1,0 0,0 0,20 20,-9-16,1 0,1 0,-1-2,1 1,-1-2,1 0,0 0,0-1,0-1,1-1,-1 0,0 0,0-2,0 0,3-1,-14 4,-1-1,1 0,0 0,-1 0,1-1,0 1,-1-1,1 1,-1-1,1 0,-1 0,1 0,-1 0,1 0,-1-1,0 1,0-1,0 0,0 1,0-1,0 0,0 0,-1 0,1 0,0-1,-1 1,0 0,0-1,0 1,0-1,0 1,0-1,0 1,-1-1,1 0,-1 1,0-2,-1-2,0-1,-1 1,0 0,0 0,0 0,-1 0,0 0,0 0,-1 1,1-1,-1 1,0 0,-1 0,1 1,-1-1,0 1,-2-1,4 2,0 1,0-1,-1 1,1 0,-1 1,1-1,-1 0,0 1,0 0,1 0,-1 0,0 0,0 1,0 0,0-1,0 2,0-1,0 0,0 1,0-1,0 1,1 0,-1 1,0-1,0 0,1 1,-1 0,-1 1,-1 2,1-1,0 1,0 0,0 1,0-1,1 1,0 0,0 0,1 0,-1 1,0 1,3-6,0 1,0-1,0 0,0 1,1-1,-1 0,1 1,-1-1,1 1,0 0,0-1,0 1,0-1,0 1,1-1,-1 1,1-1,-1 1,1-1,0 0,0 1,0-1,0 0,1 0,-1 0,1 0,-1 0,1 0,0 0,0 0,-1 0,1-1,1 1,26 11,2-5</inkml:trace>
  <inkml:trace contextRef="#ctx0" brushRef="#br0" timeOffset="424.893">1310 554,'-7'-5,"1"1,-1-1,0 1,0 1,-1 0,1 0,-1 0,1 1,-1 0,0 0,0 1,0 0,0 0,0 1,0 0,0 1,0-1,0 2,0-1,0 1,1 0,-1 1,0-1,1 2,0-1,0 1,0 0,0 0,1 1,-1 0,1 0,0 1,1 0,-1 0,1 0,1 0,-4 6,6-9,-1 1,1-1,0 1,0 0,1 0,-1 0,1 0,0 0,0 0,0 0,1 0,-1 1,1-1,0 0,0 0,1 1,-1-1,1 0,0 0,0 0,0 0,0 0,1 0,0 0,0 0,0-1,0 1,1-1,-1 1,1-1,0 0,0 0,0 0,0 0,0-1,1 1,-1-1,1 0,2 1,2 1,1-1,-1-1,1 1,-1-2,1 1,0-1,0 0,0-1,0 0,-1 0,1-1,0 0,0-1,-1 0,1 0,-1-1,1 0,-1 0,0-1,0 0,0-1,-1 1,0-2,2 0,5-5,0-1,0-1,-1 0,-1 0,0-1,-1-1,-1 0,0 0,-1-1,0 0,1-8,0-10,-3 0,0 0,-2 0,-2-1,-1 0,-2 1,-1-1,-2 0,-1 1,-2-1,-2 1,-3-8,-10-42,13 81,-5 82,9-37,1 0,3-1,1 1,2 0,2-1,2 1,1-1,2-1,2 0,2 0,13 24,8-4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26:29.83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737 609,'-4'16,"-5"16,0 19,-1 17,2 12,1 9,3 6,1 1,2-3,-2-7,-4-8,-6-11,-3-15,-3-15,1-15</inkml:trace>
  <inkml:trace contextRef="#ctx0" brushRef="#br0" timeOffset="480.497">576 943,'0'-17,"0"1,1-1,0 0,2 1,0-1,1 1,0 0,1 0,2-1,-6 14,0 1,1 0,0-1,-1 1,1 0,0 0,0 0,0 0,0 1,1-1,-1 0,0 1,1 0,-1-1,1 1,0 0,-1 0,1 1,0-1,-1 0,1 1,0 0,0 0,-1-1,1 2,0-1,0 0,0 0,-1 1,1 0,0-1,-1 1,1 0,0 1,88 44,-79-38,-1-1,0 1,0 1,-1 0,0 1,0 0,-1 0,0 1,-1 0,0 1,3 8,-10-18,0-1,0 1,-1 0,1 0,-1 0,0 0,0-1,1 1,-1 0,0 0,-1 0,1 0,0 0,0 0,-1-1,1 1,-1 0,0 0,1 0,-1-1,0 1,0-1,0 1,0 0,0-1,-1 1,1-1,0 0,-1 0,1 1,-1-1,1 0,-1 0,0 0,1 0,-1-1,0 1,-69 17,-1-24,70 6,0-1,0 1,0-1,0 1,0-1,0 0,0 0,0 0,1 0,-1 0,0-1,0 1,1 0,-1-1,1 1,-1-1,1 0,0 1,0-1,-1 0,1 0,1 0,-1 0,0 0,0 0,1 0,-1 0,1 0,-1 0,1 0,0-2,2-2,1 0,0 0,0 0,0 1,1-1,-1 1,1 0,1 0,-1 0,1 1,0-1,0 1,0 0,0 0,1 1,-1 0,1 0,0 0,0 1,0 0,5-1,1-3,0 2,0 0,0 0,1 1,-1 1,1 0,0 1,0 0,-1 1,1 0,4 1,-14 0,0 0,0 1,0-1,0 1,0-1,0 1,-1 0,1 0,0 0,-1 0,0 1,1-1,-1 1,0-1,0 1,-1 0,1 0,0 0,-1 0,0 0,0 0,0 0,0 0,0 1,0 0,-1 0,2 0,-1-1,0 1,1 0,-1 0,1-1,0 1,1-1,-1 1,0-1,1 0,0 0,0 0,0-1,0 1,3 2,2-2,0-1,0 1,1-1,-1-1,1 0,-1 0,1 0,-1-1,1-1,-1 1,1-1,-1-1,0 0,1 0,-1 0,0-1,0 0,-1-1,1 0,0 0,4-4,-9 6,0 0,0-1,0 1,0-1,0 0,-1 1,0-1,1 0,-1-1,0 1,0 0,-1-1,1 1,-1-1,0 1,0-1,0 1,0-1,0 0,-1 0,0 1,0-1,0 0,0 0,0 1,-1-1,0 0,0 0,0 1,0-1,0 1,-1-1,1 1,-1 0,0-1,0 1,0 0,-1 0,1 0,-1 1,-2-3,-1-1,1 0,-1 1,-1 0,1 0,-1 0,0 1,0 0,0 1,0-1,-1 1,1 1,-7-2,11 3,0 0,0 1,0-1,0 1,0 0,0 0,-1 0,1 0,0 0,0 1,0-1,0 1,0 0,0 0,0 0,0 0,0 1,0-1,1 1,-1 0,1 0,-1 0,1 0,-1 0,1 0,0 1,0-1,0 1,1-1,-1 1,0 0,1 0,-1 0,-5 22,5-3</inkml:trace>
  <inkml:trace contextRef="#ctx0" brushRef="#br0" timeOffset="1305.288">1499 756,'-6'-9,"1"0,-2 1,1 0,-1 0,-1 0,1 1,-1 0,0 0,-1 1,0 0,0 1,-2-1,9 5,-1 0,1 1,0-1,-1 1,1 0,0-1,-1 1,1 0,0 0,-1 0,1 1,-1-1,1 1,0-1,-1 1,1 0,0 0,0 0,0 0,0 0,0 0,0 1,0-1,0 1,0-1,0 1,1 0,-1 0,1-1,-1 1,1 0,0 0,0 1,0-1,0 0,0 1,-21 87,22-85,-1 1,1 0,1 0,-1 0,1-1,0 1,0 0,0-1,1 1,0-1,0 0,1 1,-1-1,1 0,0 0,0-1,1 1,-1-1,1 1,0-1,1 0,-1 0,0-1,1 0,0 1,0-2,0 1,0 0,1-1,-1 0,0 0,1-1,0 0,-1 1,1-2,0 1,0-1,-1 0,1 0,0 0,2-2,-2 1,1-1,0-1,-1 1,1-1,-1 0,0-1,0 1,0-1,-1-1,0 1,1-1,-1 0,-1 0,1 0,-1-1,0 1,0-1,0 0,-1 0,0-1,0 1,-1-1,0 1,0-1,0 0,-1 0,0 0,-1 0,1 1,-1-1,0-2,0 8,0-1,0 1,0 0,0 0,-1-1,1 1,0 0,0 0,-1 0,1 0,-1 0,1-1,-1 1,1 0,-1 0,1 0,-1 0,0 0,0 1,0-1,0 0,1 0,-1 0,0 1,0-1,0 0,0 1,-1-1,1 1,0-1,0 1,0 0,0-1,0 1,-1 0,1 0,0 0,0 0,0 0,-1 0,1 0,0 0,0 1,0-1,-1 0,1 1,0-1,0 1,0-1,0 1,0-1,0 1,0 0,0 0,0-1,0 2,-3 2,0 0,0 0,1 1,-1 0,1 0,1 0,-1 0,1 0,-1 1,1-1,1 1,-1-1,1 1,0 0,0 0,1-1,0 1,0 0,0 0,1 0,-1-1,2 1,-1 0,0-1,1 1,0-1,1 1,-1-1,1 0,0 0,0 0,0-1,1 1,0-1,0 1,0-1,0 0,0-1,1 1,0-1,0 0,0 0,0 0,3-1,-1 0,1 0,0-1,-1 0,1 0,0-1,0 0,0 0,-1-1,1 0,0-1,-1 1,1-1,-1-1,1 0,-1 0,0 0,0-1,0 0,-1 0,1 0,4-5,0 0,0 0,0-1,-1-1,-1 1,0-2,-1 1,0-1,0-1,-1 1,0-3,10-32,-3-1,-1 0,-3-1,-1 0,-3 0,-2-1,-3 0,-1-4,1-5,-2-1,-3 0,-7-27,11 80,-2 0,1-1,-1 1,1 0,-2 0,1 1,-1-1,0 0,-1 1,1 0,-3-2,5 7,0 1,0-1,0 1,0-1,0 1,0-1,0 1,0 0,0-1,0 1,0 0,-1 0,1 0,0 0,0 0,0 0,0 0,0 0,-1 1,1-1,0 0,0 1,0-1,0 1,0-1,0 1,0-1,0 1,0 0,0-1,0 1,1 0,-1 0,0 0,0 0,1 0,-1 0,0 0,1 0,-1 0,1 0,0 0,-1 0,-11 21,1 0,0 1,2 0,1 0,0 1,2 0,1 1,1-1,-1 26,-1-2,2 0,3 1,1-1,3 0,2 0,2 0,2 0,2-1,10 28,-18-65,0 0,0-1,1 1,0 0,0-1,1 0,1 0,-1 0,1-1,1 0,0 0,0-1,0 1,1-2,0 1,0-1,1 0,0-1,0 1,-4-6,-1 1,0-1,0 0,1 0,-1 0,0-1,0 1,1-1,-1 0,0 0,0 0,0-1,0 0,0 1,-1-2,1 1,0 0,-1-1,0 1,1-1,-1 0,1-1,59-75,0-32,-82 138,12-13,1 0,1 1,0 0,1-1,0 2,2-1,-2 13,4-22,-1 1,1-1,0 0,1 0,-1 0,1 0,1 1,-1-1,1-1,0 1,0 0,1 0,0-1,0 1,0-1,0 0,1 0,0 0,0 0,5 3,-2-3,0 0,1 0,0-1,0 0,0-1,0 1,1-2,-1 1,1-1,-1 0,1-1,0 0,0-1,0 1,0-2,0 1,-1-1,1-1,0 1,-1-2,1 1,6-4,15-8</inkml:trace>
  <inkml:trace contextRef="#ctx0" brushRef="#br0" timeOffset="1578.913">1739 435,'12'-2,"19"-1,23 0,20 3,16 3,8 4,-12 1</inkml:trace>
  <inkml:trace contextRef="#ctx0" brushRef="#br0" timeOffset="4274.44">108 2053,'-6'13,"-3"14,0 10,2 6,5 4,4 0,4-3,2-7,-1-7,0-9,0-11,-2-10,-2-7</inkml:trace>
  <inkml:trace contextRef="#ctx0" brushRef="#br0" timeOffset="4508.374">15 1651,'-9'21,"4"13,11 6,15 2,3-5</inkml:trace>
  <inkml:trace contextRef="#ctx0" brushRef="#br0" timeOffset="4694.875">349 2253,'13'-2,"0"1,0-2,0 0,0 0,0-1,-1-1,0 0,0-1,0 0,0-1,-1 0,0-1,-1 0,0-1,0 0,-1 0,0-1,-1 0,0-1,0 0,-1 0,0-1,3-10,-8 20,-1 0,0-1,0 1,0-1,-1 1,1-1,0 1,-1-1,0 1,0-1,1 1,-1-1,-1 1,1-1,0 0,-1 1,1-1,-1 1,0-1,0 1,0 0,0-1,0 1,0 0,-1 0,1 0,-1 0,0 0,1 0,-1 0,0 0,0 1,0-1,0 1,0-1,-1 1,1 0,0 0,-1 0,1 0,-1 0,1 1,-1-1,1 1,-1-1,1 1,-1 0,-6 2,-1 0,1 1,-1 0,1 1,1-1,-1 2,0-1,1 1,0 1,0 0,0 0,1 0,0 1,0 0,1 0,0 1,0 0,1 0,-1 0,2 0,-1 1,2 0,-1 0,1 0,0 1,1-1,0 1,1-5,0 1,1-1,0 1,0-1,0 1,1-1,-1 1,2-1,-1 0,0 1,1-1,0 0,0 0,0 0,1 0,0-1,0 1,0 0,0-1,1 0,0 0,0 0,0-1,0 1,1-1,0 1,6 3,1 0,0-1,0 0,1-1,-1 0,1-1,0-1,1 0,-1 0,3-1,108-7,-71-6</inkml:trace>
  <inkml:trace contextRef="#ctx0" brushRef="#br0" timeOffset="5175.59">951 1999,'-6'-4,"0"-1,-1 1,0 1,1-1,-1 1,-1 1,1-1,0 1,-1 0,1 1,-1 0,1 0,-1 0,0 1,1 0,-1 1,1 0,-1 0,1 0,-1 1,1 0,0 1,-1 0,1 0,1 0,-1 1,0 0,-2 2,7-4,0 0,0 0,0 0,0 1,0-1,1 0,-1 1,1-1,-1 1,1-1,0 1,0 0,0-1,1 1,-1 0,1 0,-1-1,1 1,0 0,0 0,0 0,0 0,1 0,-1-1,1 1,0 0,0 0,0-1,0 1,0-1,0 1,1-1,-1 1,1-1,0 0,0 1,0-1,0 0,0 0,93 71,-41-43,-37-22,0 1,-1 0,0 1,-1 1,0 1,-1 0,0 0,10 13,-23-23,1 0,-1 0,1 1,-1-1,0 0,0 1,0-1,0 1,0-1,-1 1,1-1,-1 1,0 0,1-1,-1 1,0-1,-1 1,1 0,0-1,-1 1,0-1,1 1,-1-1,0 1,0-1,0 1,-1-1,1 0,-1 0,1 1,-1-1,0 0,1-1,-1 1,0 0,0 0,0-1,-1 1,1-1,0 0,-1 0,1 0,0 0,-1 0,0 0,1-1,-1 1,1-1,-4 3,0-2,0 1,0 0,0-1,0 0,0-1,0 1,0-1,0 0,0-1,0 0,0 0,0 0,0 0,0-1,-5-2,9 2,1 0,0 0,0 0,0 0,1 0,-1 0,0 0,1 0,-1 0,1 0,0 0,-1 0,1 0,0-1,0 1,1 0,-1 0,0 0,1 0,-1 0,1 0,0 0,0 0,0 0,0 0,0 0,0 0,0 0,1 1,-1-1,0 0,1 1,0-1,0 1,23-31,2 1,1 2,2 1,31-24,-53 46,4-5,0 1,0 0,1 1,0 1,1 0,0 1,0 0,5-1,-19 8,1-1,0 1,-1-1,1 1,0 0,0-1,-1 1,1 0,0 0,0 0,-1-1,1 1,0 0,0 0,-1 0,1 0,0 0,0 0,0 1,-1-1,1 0,0 0,0 0,-1 1,1-1,0 0,-1 1,1-1,0 1,-1-1,1 1,0-1,-1 1,1-1,-1 1,1 0,-1-1,1 1,-1 0,0-1,1 1,-1 0,0 0,0-1,1 1,-1 0,0 0,-8 39,7-34,0-4,-22 117,23-115,-1 0,1-1,0 1,1 0,-1 0,1-1,-1 1,1 0,0-1,1 1,-1-1,0 1,1-1,0 1,0-1,0 0,0 0,1 0,-1 0,1-1,0 1,-1-1,1 1,0-1,1 0,-1 0,0 0,0 0,1-1,1 1,-2-1,0-1,0 1,0-1,1 1,-1-1,0 0,0 0,1-1,-1 1,0-1,0 1,0-1,0 0,0 0,0 0,0-1,0 1,0-1,0 0,-1 1,1-1,0-1,-1 1,0 0,0 0,1-1,-1 1,-1-1,1 0,0 0,0-1,11-21</inkml:trace>
  <inkml:trace contextRef="#ctx0" brushRef="#br0" timeOffset="5353.113">1299 1718,'-14'-7,"-9"-2,-2 3,0 6,4 9,9 9,10 8,13 7,13 7,3-4</inkml:trace>
  <inkml:trace contextRef="#ctx0" brushRef="#br0" timeOffset="5903.164">1512 2319,'3'-316,"-3"315,-1-1,1 0,-1 0,1 0,0-1,-1 1,1 0,0 0,0 0,1 0,-1-1,0 1,1 0,-1 0,1 0,-1 0,1 0,0 0,0 0,0 0,0 0,1 0,-1 1,0-1,1 0,-1 1,1-1,0 1,-1 0,1-1,0 1,0 0,0 0,0 0,0 0,0 1,0-1,0 0,0 1,0-1,0 1,0 0,2 0,107 56,-110-55,4 0,-1 0,0 0,0 1,0-1,-1 1,1 0,0 1,-1-1,1 0,-1 1,0 0,0 0,0 0,0 0,0 1,-1-1,1 1,-1-1,0 1,0 0,-1 0,1 0,-1 0,1 0,-1 0,-1 0,1 0,0 1,-1-1,0 0,0 0,0 1,-19 48,15-49,1 2,0-1,0 0,1 0,0 1,0 0,0-1,1 1,-1 0,1 0,1 0,-1-1,1 1,0 0,0 0,1 0,0 0,0 0,0 0,1-1,0 1,0 0,0-1,1 0,-1 1,1-1,3 4,0-5,-1 0,1 0,-1 0,1-1,0 0,0 0,1 0,-1-1,1 0,-1 0,1-1,0 0,-1 0,1 0,0-1,0 0,0 0,-1-1,1 0,0 0,-1 0,1-1,0 0,-1-1,0 1,0-1,0 0,0-1,0 1,0-1,-1-1,0 1,0-1,0 1,0-1,3-6,-3 3,0 0,-1 0,0 0,0-1,-1 0,0 0,-1 0,0 0,0 0,-1 0,0-1,-1-6,0 17,0-1,0 0,0 0,0 0,-1 1,1-1,0 0,0 0,-1 0,1 0,0 1,0-1,-1 0,1 0,0 0,0 0,-1 0,1 0,0 0,0 0,-1 0,1 0,0 0,-1 0,1 0,0 0,0 0,-1 0,1 0,0 0,-1 0,1 0,0-1,0 1,-1 0,1 0,0 0,-4 19,2 0,0 1,1 0,2-1,-1 1,2-1,1 1,2 10,-4-28,-1 1,0 0,0-1,1 1,0 0,-1-1,1 1,0-1,0 1,0-1,1 1,-1-1,0 0,1 0,0 0,-1 0,1 0,0 0,0 0,0 0,1-1,-1 1,0-1,0 1,1-1,-1 0,1 0,-1 0,2 0,11-3</inkml:trace>
  <inkml:trace contextRef="#ctx0" brushRef="#br0" timeOffset="6168.454">2047 1718,'-16'-4,"-7"2,0 7,4 5,5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26:33.42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1 372,'16'-32,"-1"-2,-2 1,-1-2,-2 1,-1-2,-2 1,-1-1,-2 0,-1-24,-3 60,0 0,0 1,0-1,-1 0,1 0,0 0,0 0,0 0,-1 1,1-1,0 0,0 0,-1 0,1 0,0 0,0 0,-1 0,1 0,0 0,0 0,-1 0,1 0,0 0,0 0,-1 0,1 0,0 0,0 0,-1 0,1 0,0 0,0 0,-12 40,2 2,2 0,1 0,3 0,1 11,1-40,0 1,1 0,1-1,0 1,1-1,1 1,0-1,0 1,2-1,-1 0,2 0,0 0,0-1,1 0,1 0,0 0,7 9,11 0</inkml:trace>
  <inkml:trace contextRef="#ctx0" brushRef="#br0" timeOffset="404.46">522 91,'-5'-4,"0"-1,-1 2,1-1,-1 0,0 1,0 0,0 0,0 1,-1 0,1 0,-1 0,1 1,-1 0,0 0,1 1,-1 0,0 0,1 0,-1 1,0 0,1 0,-1 1,1 0,-1 0,1 1,0-1,0 1,0 0,0 1,1 0,-1 0,1 0,0 0,-3 4,-1 4,1 0,0 0,1 0,0 1,1 0,1 0,0 1,0 0,1 0,1 0,1 0,0 0,1 1,0-1,1 1,1-1,0 0,1 1,0-1,1 0,5 12,-4-16,1-1,1-1,-1 1,1-1,0 0,1 0,0-1,1 1,-1-2,1 1,0-1,1 0,-1-1,1 0,1 0,-1-1,0 0,1-1,7 2,-10-3,0 0,0-1,0 0,0 0,0 0,0-1,0 0,0 0,0-1,1 0,-1 0,0 0,-1-1,1 0,0-1,0 0,-1 0,0 0,1-1,-1 1,0-2,-1 1,1-1,-1 1,0-1,0-1,0 1,0-3,-2 5,-1 0,1 0,-1 0,0-1,0 1,0-1,-1 0,1 1,-1-1,0 0,0 0,0 0,-1 0,1 0,-1 0,0 0,0 0,0 0,-1 0,1 0,-1 0,0 0,0 1,0-1,-1 0,1 0,-1 1,0-1,0 1,0-1,-1 1,1 0,-1 0,0 0,0 0,0 1,0-1,0 1,0 0,-1 0,1 0,-1 0,0 0,1 1,-1-1,0 1,0 0,0 1,0-1,-2 0,2 2,0-1,0 1,-1 0,1 0,0 1,0-1,0 1,0 0,0 0,1 0,-1 0,0 1,1-1,0 1,-1 0,1 0,1 0,-1 1,0-1,1 1,-1-1,1 1,0 0,0 0,1 0,-1 0,1 0,0 0,0 0,0 1,1-1,-1 0,1 1,0-1,0 0,1 1,-1-1,1 0,0 0,0 0,1 1,-1-1,1 0,0 0,0-1,0 1,17 13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26:32.14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244 171,'-5'-3,"0"-1,-1 1,1 1,-1-1,0 1,0 0,0 0,0 0,0 1,0 0,-1 0,1 1,0 0,0 0,-1 0,1 1,0 0,0 0,0 1,0-1,0 1,0 0,0 1,0 0,1 0,0 0,-1 0,1 1,0 0,0 1,-1 2,-1 0,1 1,1 0,-1 1,1-1,1 1,0 0,0 0,1 0,0 1,0-1,0 6,2-9,0-1,0 0,0 0,1 0,0 1,0-1,0 0,1 0,0 1,0-1,0 0,1 0,-1 0,1 0,0 0,1-1,-1 1,1-1,0 1,0-1,1 0,-1 0,1 0,0 0,-1-2,0 0,-1 0,1 0,1-1,-1 1,0-1,0 0,0 0,1 0,-1 0,0 0,1-1,-1 0,1 1,-1-1,1 0,-1-1,1 1,-1-1,0 1,1-1,-1 0,0 0,1-1,-1 1,0-1,0 0,0 1,0-1,-1 0,1-1,0 1,-1 0,2-3,6-5,0-1,-1 0,-1-1,0 0,0 0,-1 0,5-13,2-10,-1 0,-2-1,7-36,-18 57,-7 35,1-3,1 0,1 0,1 0,1 0,0 0,1 1,1-1,0 0,2 1,0-1,0 0,2 0,0 0,1 0,7 15,-9-28,0 0,0 0,0 0,0 0,0-1,1 1,0-1,0 0,0 0,0 0,0 0,1-1,-1 0,1 0,-1 0,1 0,0-1,0 0,0 0,0 0,3 0,25-1</inkml:trace>
  <inkml:trace contextRef="#ctx0" brushRef="#br0" timeOffset="313.745">485 25,'-5'9,"1"1,0 1,1-1,0 0,1 1,0-1,0 1,1 0,0 0,1-1,1 1,0 0,0 0,1-1,0 1,1 0,0-1,0 0,1 0,1 0,0 0,0-1,1 0,0 0,1 0,-1-1,2 0,-1 0,1-1,0 0,5 3,-2 0,1 1,1-2,0 0,0 0,0-1,1-1,1 0,-1-1,1 0,8 1,-21-7,0 1,0-1,0 1,0-1,1 0,-1 0,0 0,0 0,0 0,0-1,0 1,1 0,-1-1,0 0,0 1,0-1,0 0,-1 0,1 0,0-1,0 1,0 0,-1-1,1 1,-1-1,1 1,-1-1,0 0,1 1,-1-1,0 0,0 0,0 0,-1 0,1 0,0 0,-1 0,1 0,-1 0,1-2,4-25,-1 0,-1 0,-2 0,-2-29,8-87,-8 142,1 1,0 0,0-1,0 1,0-1,0 1,1 0,-1-1,1 1,0 0,-1-1,1 1,0 0,0 0,1 0,-1 0,0 0,1 0,-1 0,1 0,-1 1,1-1,0 0,0 1,0-1,0 1,0 0,0 0,0 0,0 0,0 0,1 0,-1 0,2 1,11 6</inkml:trace>
  <inkml:trace contextRef="#ctx0" brushRef="#br0" timeOffset="958.236">1006 385,'26'-10,"0"-1,-2-1,1-2,-2 0,0-2,0-1,-2 0,0-2,-1 0,-1-1,0-1,6-12,-23 30,2-1,-1 0,0 0,0 0,-1 0,1 0,-1-1,0 1,0-1,0 1,-1-1,0 0,0 0,0 0,0 1,-1-1,0 0,0 0,0-1,-2 4,1 0,-1 1,0-1,0 1,0-1,0 1,0 0,0 0,0 0,0 0,0 0,0 0,-1 1,1-1,0 1,-1-1,1 1,0 0,-1 0,1 0,0 0,-1 0,1 1,0-1,-1 1,1 0,0-1,0 1,0 0,0 0,-1 0,1 1,0 0,-9 3,1 1,-1 0,1 0,1 1,0 1,0-1,0 2,1-1,0 1,0 0,1 1,1 0,0 0,0 0,1 1,0 0,0 0,2 0,-3 11,4-18,1 0,0 1,0-1,1 1,0-1,-1 1,1-1,1 1,-1-1,1 1,0-1,0 1,0-1,0 0,1 1,-1-1,1 0,1 0,-1 0,0 0,1-1,0 1,0-1,0 1,0-1,0 0,4 2,10 4,0-1,0-1,1-1,1 0,-1-1,1-1,-1-1,1-1,0 0,0-2,0 0,18-2,-13 1,-1 0,1-1,0-1,-1-1,0-2,0 0,-1-1,0-1,0-2,0 0,-1-1,-1-1,0-1,-1 0,13-13,-27 21,-1 0,1-1,-1 0,0 1,-1-2,1 1,-1 0,0-1,-1 1,0-1,0 0,0 0,0-1,-2 5,0 0,0 0,0 0,0 0,0 0,0-1,-1 1,1 0,-1 0,0 0,0 0,0 0,-1 0,1 0,-1 1,1-1,-1 0,0 1,0-1,0 1,0 0,-1-1,1 1,0 0,-1 1,0-1,1 0,-1 1,-2-1,-1-1,0 1,-1 0,1 1,0-1,-1 1,0 1,1-1,-1 1,1 0,-1 1,1-1,-1 1,1 1,-1-1,1 1,0 0,0 0,0 1,0 0,0 0,0 1,-3 2,1 0,-1 0,1 0,0 1,0 0,1 1,0-1,1 2,-1-1,2 1,-1-1,1 2,0-1,1 0,0 1,3-6,0-1,0 0,0 0,0 1,1-1,-1 1,1-1,0 0,0 1,0-1,0 1,1-1,-1 1,1-1,0 0,0 0,0 1,1-1,-1 0,1 0,0 0,0 0,0 0,0-1,0 1,0-1,1 1,-1-1,1 0,0 0,-1 0,1 0,0 0,0-1,1 1,1 0,6 1,1 0,0-1,-1 0,1-1,0 0,0-1,0 0,0-1,0-1,0 0,0 0,-1-1,1 0,-1-1,0-1,0 0,0 0,-1-1,0 0,0-1,0 0,-1 0,0-1,0-1,-1 1,0-2,-1 1,0-1,0 0,-1 0,2-5,-7 13,0 0,0 0,0 0,0 0,0-1,0 1,-1 0,1-1,-1 1,1-1,-1 1,0-1,0 1,0-1,-1 1,1 0,0-1,-1 1,0-1,1 1,-2-2,1 4,0 0,0 0,0 0,0 0,0 0,0 0,0 0,1 0,-1 0,0 1,0-1,0 0,0 1,0-1,0 0,0 1,1-1,-1 1,0 0,0-1,1 1,-1 0,0-1,1 1,-1 0,1-1,-1 1,1 0,-1 0,1 0,-1 0,1 0,0 0,0-1,-1 1,1 0,0 0,0 0,0 0,0 0,-1 3,0 0,0-1,1 1,-1 0,1-1,0 1,0 0,0 0,0-1,1 1,0 0,0-1,0 1,0 0,0-1,1 1,-1-1,1 0,0 0,0 0,0 1,0-2,1 1,-1 0,1 0,0-1,1 2,93 52,88-7,-86-33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26:26.3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0 829,'3'0,"4"0,11 0,12 0,11 0,13-3,8-2,8-3,5-3,1-1,0 1,-7 1,-8 1,-15 3</inkml:trace>
  <inkml:trace contextRef="#ctx0" brushRef="#br0" timeOffset="517.611">962 254,'-23'51,"7"16,3 1,3 1,0 35,7-84,0 1,2-1,0 1,2-1,0 1,1-1,1 1,1-1,1 0,1-1,0 1,2-1,2 5,-6-19,0 0,0 0,0 0,0-1,1 0,0 0,0 0,0 0,1-1,-1 1,1-1,0-1,-1 1,1-1,0 0,1-1,-1 1,0-1,0 0,1-1,-1 1,0-1,1-1,-1 1,0-1,1 0,-1-1,0 1,0-1,0 0,0-1,0 1,-1-1,1 0,1-2,4-1,-1 0,0-1,-1 0,1-1,-2 0,1 0,-1-1,0 0,-1-1,0 0,0 0,-1 0,0-1,-1 1,-1-1,1-1,-2 1,1-1,-2 1,0-1,0-2,-1 12,-1 0,0 1,0-1,0 1,0-1,0 0,0 1,0-1,-1 1,1-1,0 1,-1-1,1 0,-1 1,0 0,0-1,1 1,-1-1,0 1,0 0,0 0,0-1,0 1,-1 0,1 0,0 0,-1 0,1 1,0-1,-1 0,1 0,-1 1,1-1,-1 1,1-1,-1 1,0 0,1 0,-1 0,1 0,-1 0,0 0,1 0,-1 0,1 0,-1 1,1-1,-1 1,1-1,-1 1,1 0,-1-1,1 1,-1 0,-2 5,-1-1,1 1,0 0,0 0,1 0,0 0,0 1,0 0,1-1,0 1,0 0,1 0,-1 0,2 0,-1 0,1 1,0-1,1 0,-1 0,1 0,1 3,1-1,-1-1,1 1,0 0,0-1,1 0,1 0,-1 0,1-1,0 1,1-1,0 0,0-1,0 1,1-1,0-1,0 1,1-1,0 0,-1-1,1 0,1 0,-1 0,1-1,-1-1,1 0,0 0,0 0,0-1,0 0,0-1,5 0,20-3</inkml:trace>
  <inkml:trace contextRef="#ctx0" brushRef="#br0" timeOffset="776.925">803 442,'-16'-3,"-3"0,8 0,18 0,26 2,30-5,27-3,20-2,13 1,1 1,-20 3</inkml:trace>
  <inkml:trace contextRef="#ctx0" brushRef="#br0" timeOffset="1050.22">1578 788,'-6'10,"1"1,0 0,1-1,0 1,1 1,0-1,1 0,0 1,1-1,0 1,0 0,2-1,0 8,0-15,1 0,0-1,-1 1,1-1,1 1,-1-1,0 0,1 0,-1 0,1 0,0 0,0 0,0-1,1 0,-1 1,0-1,1 0,0-1,-1 1,1-1,0 0,0 1,0-2,0 1,0 0,0-1,1 0,5 1,-1-1,0 0,1 0,-1-1,0 0,1-1,-1 0,0-1,0 0,0 0,2-2,-5 3,-1-1,1 0,-1-1,0 1,1-1,-2 0,1 0,0-1,-1 1,0-1,0 0,0 0,-1-1,1 1,-1-1,-1 1,1-1,-1 0,0 0,0 0,-1-1,1 1,-2 0,1 0,-1-1,0 1,0-1,0 1,-1 0,0 0,0-1,-1 1,0 0,0 0,0 0,-1 0,0 1,0-1,0 1,-1 0,0-2,-3 1,0 0,0 0,-1 0,1 1,-1 0,0 1,0 0,-1 0,1 0,-1 1,-2 0,7 2,0 0,1 0,-1 0,0 0,1 1,-1-1,0 1,0 0,0 0,1 1,-1-1,0 1,1 0,-1 0,0 0,1 0,-1 1,1-1,-1 1,1 0,0 0,0 0,0 0,0 1,0-1,1 1,-1 0,0 1,1 1,1 0,-1 0,1 0,1 0,-1 1,1-1,-1 0,2 1,-1-1,0 0,1 0,0 1,1-1,-1 0,1 0,0 0,0 0,0 0,1-1,-1 1,1-1,1 0,-1 1,0-1,1-1,0 1,0 0,0-1,3 2,30 28</inkml:trace>
  <inkml:trace contextRef="#ctx0" brushRef="#br0" timeOffset="1596.672">2086 909,'-1'-27,"-1"0,-1 0,-1 0,-2 0,-1 0,0 1,-2 0,-2 1,-4-8,13 28,1 5,1 0,-1-1,1 1,-1-1,0 1,1-1,-1 1,1-1,-1 0,1 1,0-1,-1 0,1 1,0-1,-1 0,1 1,0-1,0 0,0 0,0 1,-1-1,1 0,0 0,0 1,0-1,1 0,-1 0,0 1,0-1,0 0,0 1,1-1,-1 0,0 1,1-1,-1 0,1 1,-1-1,0 0,1 1,-1-1,1 1,0-1,-1 1,1-1,-1 1,1 0,0-1,-1 1,1 0,0-1,-1 1,1 0,1 0,163 9,-105-8,-38-1,1 0,-1 1,0 1,0 1,0 1,0 2,5 1,-24-6,-1 0,1 0,-1 1,0-1,1 0,-1 1,0 0,0-1,0 1,0 0,0 0,0 0,-1 0,1 1,-1-1,1 0,-1 1,0-1,0 0,0 1,0 0,0-1,-1 1,1 0,-1-1,0 1,0 0,0-1,0 1,0 0,0-1,-1 1,1 0,-1-1,0 1,0 0,0 0,-13 36,-11 46,24-82,1 0,0 0,0 0,0 0,0 0,1 0,-1 0,1 0,-1 0,1 0,0 0,1 0,-1 0,0 0,1-1,-1 1,1 0,0-1,0 0,0 1,0-1,0 0,1 0,-1 0,2 1,6 1,1 0,-1-1,1 0,-1-1,1 0,0-1,0 0,0-1,0 0,0 0,0-1,0-1,0 0,-1 0,1-1,-1 0,0-1,1-1,-2 1,1-1,0-1,-1 0,0-1,3 0,-1 0,0-1,-1 0,0-1,0 0,-1-1,0 0,-1 0,0-1,-1 0,0-1,-1 1,0-1,-1-1,0 1,0-1,-2 1,0-1,0 0,-1-1,-1-1,0 13,0 0,-1-1,1 1,-1-1,0 1,0-1,0 1,0-1,-1 1,1-1,-1 1,1-1,-1 1,0-1,0 1,0 0,0 0,0-1,0 1,-1 0,1 0,-1 0,0 0,1 0,-1 1,0-1,0 1,0-1,0 1,0-1,-1 1,1 0,0 0,-1 0,1 0,0 1,-1-1,1 1,-1-1,1 1,-1 0,0 0,-4 2,1 1,0 0,-1 1,1-1,0 1,1 0,-1 1,1-1,0 1,0 0,0 0,1 1,0-1,0 1,0 0,0 0,1 1,0-1,1 1,-1-1,1 1,1 0,-1 0,1 0,0 4,1-5,-1 0,1-1,1 1,-1 0,1-1,0 1,0-1,1 1,0-1,0 0,0 1,0-1,1 0,0 0,0-1,0 1,1-1,-1 1,1-1,0 0,1 0,-1-1,0 1,1-1,0 0,0 0,11 5,0 0,1 0,-1-2,1 0,1-1,-1-1,11 1,35 4</inkml:trace>
  <inkml:trace contextRef="#ctx0" brushRef="#br0" timeOffset="2483.386">3303 601,'-13'0,"8"0,-1-1,0 1,1 0,-1 0,1 1,-1 0,1 0,-1 0,1 1,-1 0,1 0,0 0,0 0,-1 1,7-3,-1 0,0 0,1 0,-1 0,1 0,-1 0,0 0,1 0,-1 0,1 0,-1 0,0 0,1 1,-1-1,0 0,1 0,-1 0,1 0,-1 1,0-1,0 0,1 0,-1 1,0-1,1 0,-1 1,0-1,0 0,1 1,-1-1,0 0,0 1,0-1,0 1,9-17,-1 0,-1-1,-1 1,-1-1,0-1,-1 1,0-1,-1-8,0 11,11-76,-4-1,-4 1,-5-26,-6 60,-2 57,-13 62,4 35,4 1,4 0,4 1,6 10,-2-90,-2 4,1 1,1-1,1 1,1-1,1 0,1 0,2 0,0 0,1-1,1 0,1 0,12 19,-17-35,1 0,0-1,1 0,0 0,-1 0,2-1,-1 0,0 0,1 0,0-1,-1 0,1-1,1 1,-1-1,0 0,0-1,1 0,-1 0,1-1,-1 0,1 0,-1 0,1-1,-1-1,0 1,1-1,-1 0,0 0,0-1,0 0,-1-1,1 1,-1-1,0 0,0-1,0 0,5-4,1-4,0 0,0 0,-2-1,0-1,0 0,-1 0,-1-1,-1 0,0 0,-1-1,4-16,-24 63,-9 80,23-106,0 0,0 0,0-1,1 1,-1 0,1 0,0 0,0 0,0-1,0 1,1-1,0 1,-1-1,1 1,1-1,-1 0,0 0,1 0,-1 0,1 0,0-1,0 1,0-1,0 0,1 0,-1 0,3 1,25 6,-1-6</inkml:trace>
  <inkml:trace contextRef="#ctx0" brushRef="#br0" timeOffset="2724.732">3944 521,'-16'0,"-7"0,0-2,4-5,5-2</inkml:trace>
  <inkml:trace contextRef="#ctx0" brushRef="#br0" timeOffset="2989.155">3196 281,'25'0,"31"-2,30-4,27 0,18 1,6 1,-21 1</inkml:trace>
  <inkml:trace contextRef="#ctx0" brushRef="#br0" timeOffset="3256.956">4318 682,'-16'-11,"-14"0,-11 7,-6 11,-1 11,3 9,8 7,12 5,11 2,16-1,18-3,22-5,20-9,22-7,21-7,21-5,-11-3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26:56.1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26:55.58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0 448,'87'-332,"-79"217,-8 115,0 1,0-1,1 0,-1 1,0-1,0 0,0 1,0-1,0 1,0-1,0 0,0 1,0-1,0 1,0-1,0 0,0 1,-1-1,1 1,0-1,0 0,0 1,0-1,-1 0,1 1,0-1,0 0,-1 0,1 1,0-1,-1 0,1 0,0 1,-1-1,1 0,0 0,-1 0,1 1,0-1,-1 0,1 0,-1 0,1 0,0 0,-1 0,1 0,-1 0,1 0,0 0,-1 0,1 0,-1 0,1 0,0 0,-1-1,1 1,0 0,-1 0,1 0,0-1,-1 1,1 0,0 0,-1-1,1 1,0 0,0-1,-1 1,1 0,-10 31,1 2,1-1,2 1,2 0,1 0,1 2,1-23,-3 14,1 0,2 0,0 0,2 1,1-1,1 0,1 0,1 0,1-1,2 0,5 13,5-10</inkml:trace>
  <inkml:trace contextRef="#ctx0" brushRef="#br0" timeOffset="304.762">389 355,'-1'15,"2"-1,0 1,1-1,1 0,0 1,0-1,2-1,0 1,2 3,-5-11,1-1,1 1,-1-1,1 1,0-1,0 0,0-1,1 1,0-1,0 0,0 0,0 0,1-1,-1 0,1 0,0 0,0-1,0 1,0-2,0 1,6 0,-3-1,0 0,0 0,0-1,0-1,0 0,0 0,0 0,0-1,0-1,-1 0,1 0,-1 0,1-1,-1 0,0-1,-1 0,1 0,-1-1,0 1,0-2,-1 1,0-1,0 0,-1 0,1 0,-1-1,-1 0,0 0,0 0,0-1,-1 1,-1-1,1 0,-1 0,-1 0,0 0,0 0,0 0,-1 0,-1 0,0-1,-1 0,-2 1,1-1,-1 1,-1-1,0 1,0 0,0 1,-1 0,-1-1,1 2,-1-1,-1 1,1 0,-3 0,7 4,0 0,-1 0,0 1,1-1,-1 1,0 0,0 0,-1 1,1-1,0 1,-1 0,1 0,0 0,-1 1,1-1,-1 1,1 0,-1 0,1 1,-1 0,1-1,0 1,-1 1,1-1,0 1,0-1,0 1,0 0,0 1,0-1,1 1,-4 2,0 3,1-1,0 1,1 0,0 0,0 0,1 1,0-1,0 1,1 0,0 0,1 1,0-1,0 0,1 1,0 0,1-1,0 1,1-1,-1 1,2-1,0 1,0-1,0 0,4 8,10 23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26:40.53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0 882,'23'0,"21"-3,21-2,17-3,17-2,10-3,8 0,0 0,-20 1</inkml:trace>
  <inkml:trace contextRef="#ctx0" brushRef="#br0" timeOffset="6355.621">1230 3261,'0'19,"0"14,0 11,0 8,0 0,0 0,0-3,0-7,0-9,-2-12,-1-10</inkml:trace>
  <inkml:trace contextRef="#ctx0" brushRef="#br0" timeOffset="7444.301">1110 3101,'21'-7,"1"0,0 2,1 1,-1 1,1 0,-1 2,1 1,0 1,-1 0,1 2,-1 1,0 0,0 2,0 0,0 2,1 2,-13-5,-1 1,0 1,0-1,-1 2,0-1,0 1,-1 0,0 1,-1-1,1 1,-2 1,1-1,-1 1,-1 0,0 0,0 1,-1-1,1 9,1 7,-1 0,-2 0,-1 1,0-1,-2 0,-2 0,-1 7,3-25,0-6,0-1,0 1,0-1,1 1,-1 0,1-1,-1 1,1 0,0 0,-1-1,1 1,0 0,0 0,0 0,0-1,1 1,-1 0,0 0,1-1,-1 1,1 0,0-1,-1 1,1 0,0-1,0 1,0-1,0 1,0-1,1 0,-1 1,0-1,1 0,-1 0,0 0,1 0,-1 0,1 0,0-1,-1 1,1 0,1 0,6-5,1 1,-1-1,1 0,-1-1,-1 0,1-1,-1 1,0-2,0 1,0-1,-1 0,0-1,-1 0,2-2,7-9,-1-1,-1 0,-1-1,-1 0,4-13,-9 21,5 2,-9 31,-2 14,9 73,-8-102,1-1,-1 0,1 1,0-1,0 0,0 0,1-1,-1 1,1 0,0-1,0 1,0-1,1 0,-1 0,1 0,0-1,-1 1,1-1,0 0,1 0,-1 0,2 0,2 0,0 0,0-1,1 1,-1-2,0 1,0-1,1-1,-1 1,0-1,1-1,-1 1,0-1,0-1,0 0,-1 0,1 0,-1-1,0 0,0-1,0 1,0-1,3-4,1 0,-1 0,0-1,-1-1,0 1,-1-1,0-1,-1 1,0-2,0 1,-2 0,1-1,-2 0,1-4,0-27,-5 44,-1 0,0 0,1-1,-1 1,0 1,1-1,-1 0,0 0,1 0,-1 0,0 0,1 0,-1 1,1-1,-1 0,0 1,1-1,-1 0,1 1,-1-1,1 0,-1 1,1-1,-1 1,1-1,0 1,-1 0,1-1,0 1,-1-1,1 1,0-1,0 1,-1 0,1-1,0 1,0 0,0-1,0 1,0 0,0-1,0 1,0 0,0 0,-5 13,0 1,1-1,1 1,0 0,1 1,0-1,1 0,1 1,2 11,-2-23,1 1,0-1,0 0,0 1,1-1,0 0,0 0,0 0,0 0,0-1,1 1,-1-1,1 1,0-1,0 0,1 0,-1 0,1 0,-1-1,1 1,0-1,0 0,0 0,0-1,0 1,0-1,1 0,-1 0,1 0,8 2,1-2,0 1,0-2,0 0,1 0,-1-1,-1-1,11-2,-6 0,-1-1,-1 0,1-1,-1-1,0-1,0 0,-1-1,0 0,0-1,-1-1,-1 0,0-1,0-1,-1 0,-1 0,0-2,-1 1,0-1,-2 0,1-1,-2 0,1-4,22-94,-31 105,-5 33,-3 48,4 0,2 0,4 0,3 0,3 0,4 0,5 10,-3 9,31 278,-43-318,-4-32,-4-22,-5-30,-6-46,4-1,3 0,4 0,3-1,4-32,1 75,0-1,3 1,1 0,2 0,1 1,2-1,2 2,1-1,-11 32,0-1,0 1,1 0,0 0,0 0,0 0,0 0,1 0,0 1,0 0,0 0,1 0,-1 0,1 1,0 0,0 0,0 0,0 0,0 1,1 0,-1 0,1 0,0 1,-1 0,1 0,0 0,0 1,0 0,-1 0,1 0,0 1,0 0,-1 0,3 1,-1 1,0 1,0-1,-1 2,0-1,0 1,0-1,-1 2,1-1,-1 1,0-1,-1 1,1 1,-1-1,-1 1,1-1,-1 1,0 0,-1 1,1-1,-2 0,1 3,0-5,-1 0,0 0,-1 0,1 1,-1-1,0 0,0 0,-1 1,0-1,0 0,0 0,0 0,-1 0,0 0,0 0,0 0,-1 0,1-1,-1 1,0-1,0 0,-1 0,0 0,1 0,-1-1,0 1,-1-1,1 0,0 0,-4 1,-25 8,0-4</inkml:trace>
  <inkml:trace contextRef="#ctx0" brushRef="#br0" timeOffset="7909.053">2887 3555,'62'-18,"-2"-3,-1-3,0-2,-2-3,-1-2,-2-2,18-17,-57 37,-1 0,0-1,-1 0,-1-1,0-1,-1 0,-1 0,0-1,-1 0,2-9,-7 16,0 1,-1-1,0 0,-1 0,0 0,-1-1,0 1,0 0,-1 0,-1-1,0 1,0 0,-1 0,0 0,-1 0,0 0,0 0,-1 1,0 0,-3-4,5 10,1-1,-1 1,0 0,0 0,0 1,0-1,0 0,-1 1,1-1,-1 1,0 0,0 0,0 0,0 0,0 0,0 1,0-1,-1 1,1 0,0 0,-1 0,1 1,-1-1,1 1,-1-1,1 1,-1 1,1-1,-1 0,1 1,-1-1,1 1,0 0,-1 1,1-1,0 0,0 1,0 0,0-1,0 1,0 0,0 1,-1 0,-6 10,1 1,1 0,0 0,1 0,0 1,1 0,1 1,0-1,1 1,1 0,0 0,2 0,-1 0,2 0,1 11,-1 0,1-1,2 1,1 0,0-1,2 1,1-1,2-1,0 0,2 0,0 0,2-2,0 1,2-2,0 0,2-1,13 13,-24-27,0 0,0-1,1 0,0-1,0 1,0-1,1-1,0 0,0 0,0 0,0-1,1 0,-1 0,1-1,0 0,-1-1,1 0,0 0,0-1,0 0,0-1,0 0,0 0,-1-1,1 0,-1-1,1 1,-1-2,0 1,0-1,0 0,3-3,1-4,1-1,-2 0,1-1,-2 0,0-1,0 0,-2 0,1-1,-2-1,0 1,-1-1,-1 0,0 0,-1-1,-1 1,0-1,-1 0,-1 0,-1 0,-1-9,2 25,-1 0,1-1,-1 1,0 0,0-1,0 1,1-1,-1 1,-1-1,1 1,0 0,0-1,0 1,-1-1,1 1,-1 0,1-1,-1 1,0 0,1 0,-1-1,0 1,0 0,0 0,0 0,0 0,0 0,0 0,0 0,0 0,0 1,0-1,-1 0,1 1,0-1,-1 1,1-1,0 1,-1 0,1-1,-1 1,1 0,-2 0,-2 5,-1 0,2 1,-1 0,0 0,1 0,0 0,0 1,1-1,0 1,0 0,1 0,0 0,-2 7,1-5,0 0,1 0,0 0,0 0,1 0,0 0,1 1,0-1,0 0,1 0,0 0,1 1,0-1,0 0,1-1,0 1,1 0,-1-1,2 0,-1 0,1 0,1 0,-1-1,1 0,0 0,1 0,3 2,87 36,-51-35</inkml:trace>
  <inkml:trace contextRef="#ctx0" brushRef="#br0" timeOffset="8897.474">4117 3355,'-5'15,"1"0,0-1,1 1,1 1,0-1,1 0,1 0,0 1,1-1,1 0,0 0,1 0,1 0,0 0,1-1,1 1,0-1,8 12,-12-22,1 0,0 0,1-1,-1 1,0-1,1 0,0 0,0 0,0 0,0-1,0 0,0 1,1-2,-1 1,1 0,-1-1,1 0,0 0,0 0,-1-1,1 0,0 0,0 0,0 0,-1-1,1 1,0-1,-1-1,1 1,-1-1,1 1,-1-1,1 0,-1-1,0 1,0-1,0 0,-1 0,1 0,2-4,5-3,-2-2,0 1,0-1,-1-1,0 1,-1-1,-1-1,0 1,-1-1,0 0,-1-1,-1 1,0 0,0-10,-7-4,-10 42,11-8,0-1,0 0,1 1,0-1,0 1,0 0,1 0,0 0,0-1,1 1,-1 0,1 0,1 0,-1 0,1 0,0 0,0 0,1 0,-1-1,1 1,1 0,-1-1,1 0,0 1,0-1,0 0,1-1,0 1,0-1,0 1,0-1,1 0,0-1,0 1,8-1,0 0,0-1,1 0,-1-1,0 0,1-1,-1-1,1 0,-1-1,0-1,0 0,0 0,0-1,0-1,-1 0,0-1,0 0,0-1,-1 0,8-7,-12 9,-1 1,1-1,-1-1,-1 1,1-1,-1 0,0 0,0 0,-1-1,1 0,-2 0,1 0,-1 0,0-1,0 1,-1-1,0 0,0 1,-1-3,-1-2,-4 16,-4 20,5 89,3-110,1 1,-1-1,1 0,0 0,0 1,0-1,0 0,0 0,1 0,0 0,-1 0,1 0,0-1,0 1,0-1,1 1,-1-1,1 0,-1 0,1 0,0 0,0 0,0 0,0-1,0 0,0 1,0-1,0 0,1-1,-1 1,0 0,1-1,7-2,-1 0,0-1,1 0,-2-1,1 0,0-1,-1 0,0 0,0-1,0 0,-1 0,0-1,0 0,0-1,-1 0,4-5,91-110,-101 121,-1 2,0-1,0 0,0 1,0-1,0 1,1-1,-1 0,0 1,0-1,0 1,0-1,1 1,-1-1,0 0,1 1,-1-1,0 1,1 0,-1-1,1 1,-1-1,0 1,1-1,-1 1,1 0,-1 0,1-1,0 1,-1 0,1 0,-1-1,1 1,-1 0,1 0,0 0,-1 0,1 0,-1 0,1 0,0 0,-1 0,1 0,-1 0,1 0,0 1,-1-1,1 0,-1 0,1 1,-1-1,1 0,-1 1,1-1,-1 0,1 1,-1-1,0 1,1-1,-1 1,1-1,-1 1,17 121,-14-114,1-1,-1 0,1 0,1 0,-1 0,1 0,0-1,1 0,0 0,0-1,0 1,0-1,1-1,0 1,0-1,0 0,1-1,-1 0,1 0,-1 0,1-1,0 0,0-1,0 0,1 0,2-1,3 1,0-1,-1 0,1-2,0 1,-1-2,1 0,-1 0,0-1,0-1,0 0,-1-1,0 0,0-1,0 0,5-5,-8 4,0-1,-1 0,0 0,0-1,-1 0,0-1,-1 0,0 1,-1-2,0 1,0-1,-1 0,-1 0,0 0,-1 0,5-32,-3 0,-1-1,-2-24,-1 54,-8-549,47 905,-21-202,6-1,6-1,17 36,-28-128,-25-61</inkml:trace>
  <inkml:trace contextRef="#ctx0" brushRef="#br0" timeOffset="280.248">1323 561,'0'23,"5"21,5 21,5 17,3 17,-1 12,-4 12,-4 9,-7 7,-10 3,-9-3,-5-10,-1-22,4-28</inkml:trace>
  <inkml:trace contextRef="#ctx0" brushRef="#br0" timeOffset="580.211">1269 895,'21'-7,"15"3,12 6,3 7,-2 7,-6 8,-12 3,-12 5,-17 2,-18-2,-13-3,-10-6,-6-5,0-6,6-5,10-5,9-4</inkml:trace>
  <inkml:trace contextRef="#ctx0" brushRef="#br0" timeOffset="993.159">1724 1016,'-2'-25,"-1"0,-1 0,-1 0,-1 0,-1 1,-2 0,0 1,-10-17,16 34,3 6,-1 0,1 0,-1-1,1 1,-1 0,1-1,-1 1,1 0,0-1,-1 1,1-1,-1 1,1 0,0-1,0 1,-1-1,1 1,0-1,0 1,-1-1,1 0,0 1,0-1,0 1,0-1,0 1,0-1,0 1,0-1,0 0,0 1,0-1,0 1,1-1,-1 1,0-1,0 1,0-1,1 1,-1-1,0 1,1-1,-1 1,0-1,1 1,-1 0,1-1,-1 1,1 0,-1-1,1 1,-1 0,1 0,-1-1,1 1,-1 0,1 0,-1 0,1 0,-1 0,1-1,285 26,-263-25,-14-1,1 1,-1 0,0 1,0 0,0 0,0 1,0 0,0 1,-1 0,8 3,-15-6,0 1,0 0,0 0,0 0,0 0,0 0,0 0,0 0,0 1,-1-1,1 0,0 0,-1 1,1-1,-1 0,1 0,-1 1,0-1,1 1,-1-1,0 0,0 1,0-1,0 1,0-1,-1 1,1-1,0 0,-1 1,1-1,0 0,-1 1,0 0,-28 47,22-39,-8 13,9-16,0-1,1 1,-1 0,2 1,-1-1,1 1,0 0,1 0,0 1,0-1,1 0,0 1,0 0,1-1,0 1,1 0,0 8,4-12,0 0,0 0,0 0,1 0,0 0,0-1,0 0,0 0,1-1,-1 1,1-1,0 0,0-1,0 1,0-1,1 0,-1-1,0 0,1 0,0 0,-1-1,1 0,-1 0,3-1,22 2,-1-1,0-2,0-1,0-1,20-6,13-6</inkml:trace>
  <inkml:trace contextRef="#ctx0" brushRef="#br0" timeOffset="1390.638">2767 909,'-10'-9,"0"1,-1 0,0 1,0 0,-1 0,0 1,0 1,-1 0,1 1,-2 0,8 3,-1-1,1 2,0-1,0 1,-1-1,1 2,0-1,0 1,0 0,-1 0,1 1,0 0,0 0,1 0,-1 1,0-1,1 1,0 1,-1-1,1 1,1 0,-2 1,0 1,0 1,1-1,0 1,0 0,1 0,0 0,0 1,1 0,-1 0,2-1,-1 2,1-1,-1 7,2-11,1 0,0-1,-1 1,1 0,0 0,0-1,1 1,-1 0,1 0,0-1,0 1,0-1,1 1,-1-1,1 1,0-1,0 0,0 0,0 0,0 0,1 0,-1 0,1 0,0-1,0 0,0 1,0-1,0 0,0-1,1 1,2 1,3-1,-1 1,0-2,0 1,1-1,-1 0,1-1,-1 0,1-1,-1 1,1-2,-1 1,0-1,1 0,-1-1,0 0,-1 0,1-1,0 0,0-1,6-3,-2 0,1-1,-1 0,-1-1,1-1,-2 0,0 0,0-1,-1 0,3-5,-8 10,0 1,0-1,-1 0,0 0,0 0,-1 0,1-1,-2 1,1-1,-1 1,0-1,-1 0,0-6,0 13,0 1,-1 0,1-1,0 1,-1-1,1 1,-1 0,1-1,-1 1,1 0,-1 0,1-1,-1 1,0 0,1 0,-1 0,1 0,-1 0,1-1,-1 1,0 0,1 0,-1 1,1-1,-1 0,0 0,1 0,-1 0,1 0,-1 1,1-1,-1 0,1 0,-1 1,1-1,-1 0,1 1,-1-1,1 1,0-1,-1 1,1-1,0 0,-1 1,1-1,0 1,-1 0,1-1,0 1,0-1,0 1,0-1,-1 1,1-1,0 1,0 0,0-1,0 1,0-1,0 1,1 0,-1-1,0 1,0-1,0 1,-2 7,0-1,1 1,-1-1,2 1,-1 0,1 0,0-1,0 1,1 0,0 0,1-1,-1 1,2-1,-1 1,1-1,0 0,0 0,1 0,0 0,0-1,1 0,-1 0,1 0,1 0,-1-1,1 1,0-2,0 1,1-1,-1 1,1-2,3 2,44 17,-2-7</inkml:trace>
  <inkml:trace contextRef="#ctx0" brushRef="#br0" timeOffset="2047.882">3368 802,'-8'1,"0"1,0 0,0 0,0 1,0 0,1 0,-1 1,1 0,0 1,0-1,0 1,1 0,0 1,0 0,0 0,0 0,1 1,0 0,1 0,-1 0,2 0,-1 1,1-1,0 1,0 0,1 0,0 0,0 0,1 3,1-7,1 0,-1 1,1-1,1 1,-1-1,0 0,1 0,0 1,0-1,0 0,1-1,-1 1,1 0,0-1,0 1,0-1,0 0,1 0,-1 0,1-1,0 1,0-1,0 0,0 0,1 0,6 3,1 0,0-1,0-1,0 0,1 0,-1-2,1 1,6-1,-4-1,-1-1,1-1,-1 0,0 0,0-2,0 0,0 0,0-1,-1-1,0 0,0-1,0 0,-1-1,0-1,-1 0,0 0,0-1,1-3,4-5,-1 0,0-2,-2 1,0-2,-1 0,-2 0,0-1,-1-1,-1 1,4-19,1-32,-3 0,-3-1,-3-1,-3 1,-7-52,4 93,2 10,-1 0,-1 0,-1 1,-1-1,-1 1,-1 0,-1-1,7 22,0 0,0-1,-1 1,1 0,0 0,-1 0,1 0,0 0,-1 0,1 1,-1-1,0 0,1 0,-1 0,0 0,1 1,-1-1,0 0,0 0,0 1,0-1,0 1,0-1,0 1,0-1,0 1,0 0,0-1,0 1,0 0,0 0,0 0,0 0,0 0,0 0,0 0,0 0,-1 0,-25 35,16-3,1 2,2-1,2 1,1 0,1 1,2-1,2 1,1 1,-1 22,3 1,2-2,3 1,2-1,3 0,2-1,3-1,12 26,-21-62,0-1,1 0,0-1,2 0,0-1,1 0,0-1,12 9,-19-18,1 0,0-1,1 1,-1-2,1 1,0-1,0 0,1-1,-1 0,1 0,-1-1,1 0,0 0,0-1,0 0,0-1,0 0,0 0,0-1,5-1,-5-1,0-1,0 0,0 0,0-1,-1 0,0 0,0-1,0 0,-1 0,0-1,0 0,-1 0,0-1,0 0,-1 0,1 0,-2-1,1 1,-1-1,-1 0,0-1,0 1,-1 0,0-1,0 1,-1-1,0 0,-1 0,0 0,-13 79,12-57,1 92,0-101,1 0,0 0,-1 0,1 0,1 0,-1 0,0 0,1 0,-1 0,1 0,0-1,0 1,0-1,0 1,0-1,1 0,-1 0,1 0,0 0,-1 0,1 0,0-1,0 0,0 1,0-1,0 0,0 0,0-1,3 1,23-1,0-4</inkml:trace>
  <inkml:trace contextRef="#ctx0" brushRef="#br0" timeOffset="2312.214">4237 547,'-18'0,"-8"0,0-2,7-3,6-1</inkml:trace>
  <inkml:trace contextRef="#ctx0" brushRef="#br0" timeOffset="2521.645">3569 387,'21'5,"27"1,27-3,27-3,24-5,16-1,13 0,1 2,-4 5,-29 3</inkml:trace>
  <inkml:trace contextRef="#ctx0" brushRef="#br0" timeOffset="2842.067">5013 882,'-11'-13,"-1"1,0 1,-1 0,0 0,-1 2,0-1,0 2,-1 0,0 1,-13-4,22 8,-1 1,1 0,-1 1,0 0,1 0,-1 0,0 1,0 0,1 0,-1 0,0 1,1 0,-1 1,0-1,1 1,0 1,-1-1,1 1,0 0,0 0,1 1,-1 0,1 0,-1 0,1 1,0-1,-2 5,2-4,0 1,1 0,0 0,0 0,1 0,0 0,0 1,0 0,1 0,-1 0,2 0,-1 0,1 0,0 0,1 0,0 0,0 1,0-1,1 0,0 0,0 0,1 0,0 0,0 0,1 0,0 0,0-1,0 0,1 1,0-1,0 0,1-1,-1 1,5 3,8 1,1 0,0 0,1-2,-1 0,1-2,1 0,-1-1,1-1,0 0,0-2,1 0,-1-2,0 0,0-1,18-3,176-30,-123 12</inkml:trace>
  <inkml:trace contextRef="#ctx0" brushRef="#br0" timeOffset="4316.21">1751 2165,'-4'-4,"-1"0,1 0,-1 1,-1-1,1 1,0 0,-1 1,1-1,-1 1,0 0,0 1,0 0,0-1,0 2,0-1,0 1,0 0,0 0,0 0,0 1,0 0,0 1,0-1,0 1,1 0,-1 0,-1 1,-6 4,0-1,0 2,0 0,1 0,0 1,0 1,1 0,0 0,1 1,-5 8,10-14,0 1,0 0,0 0,1 1,0 0,1 0,-1 0,1 0,1 0,-1 0,1 1,0-1,1 1,0 0,0-1,1 1,0 0,0 0,1 1,1-7,1 1,0 0,0-1,0 0,0 0,0 0,0 0,0 0,1 0,-1-1,1 0,-1 0,1 0,0 0,0 0,-1-1,1 1,0-1,0 0,-1-1,1 1,0 0,0-1,-1 0,1 0,-1 0,1 0,-1-1,1 1,-1-1,0 0,2-1,11-3,-1-1,1-1,-2 0,1-1,-1 0,0-1,-1-1,0 0,-1-1,0 0,-1-1,-1 0,0-1,0 0,-1 0,-1-1,-1 0,0-1,-1 0,0 0,-2 0,0-1,0-1,-5 10,-1 25,4 133,-1-141,0-1,0 1,1-1,1 0,-1 0,1 0,1 0,-1-1,2 1,-1-1,1 0,0 0,0 0,0-1,1 0,4 4,9 3</inkml:trace>
  <inkml:trace contextRef="#ctx0" brushRef="#br0" timeOffset="4650.964">2032 2004,'-2'13,"1"1,0-1,0 0,1 1,1-1,1 1,-1-1,2 0,0 0,1 0,0 0,1-1,0 0,1 0,0 0,3 4,5 11,0-1,2 0,0 0,2-2,1 0,1-1,12 10,-31-32,0 1,0 0,0-1,1 1,-1-1,0 0,1 1,-1-1,1 0,0 0,-1 0,1 0,0 0,0 0,-1-1,1 1,0-1,0 1,0-1,0 1,0-1,0 0,0 0,0 0,0 0,0 0,0-1,0 1,-1-1,1 1,0-1,0 0,0 1,0-1,-1 0,1 0,0 0,-1-1,1 1,-1 0,2-2,2-8,-1 0,0-1,-1 0,0 0,-1 0,0 0,-1 0,0-10,1 2,-1-1,0 0,1 0,2 0,0 1,1-1,1 1,0 0,2 0,1 1,0 0,1 1,1 0,1 1,1-2,-10 16,-1 1,0-1,1 1,0-1,0 1,0 0,0 0,0 0,0 0,0 1,1-1,-1 1,0 0,1 0,0 0,-1 0,1 1,-1-1,1 1,0 0,-1 0,1 0,-1 1,3 0,16 8</inkml:trace>
  <inkml:trace contextRef="#ctx0" brushRef="#br0" timeOffset="5543.217">2647 2299,'15'-6,"0"0,0-1,-1-1,0 0,-1-1,1-1,-2 0,1-1,-1 0,-1-1,0 0,-1-1,0 0,-1 0,-1-1,0-1,-1 1,1-3,-7 14,1 1,-1-1,0 1,0-1,0 1,-1-1,1 0,-1 0,1 1,-1-1,0 0,0 0,0 1,0-1,0 0,-1 0,1 1,-1-1,0 0,0 1,0-1,0 1,0-1,-1 1,1 0,-1-1,1 1,-1 0,0 0,0 0,0 0,0 0,0 1,-1-1,1 0,0 1,-1 0,1 0,-1 0,1 0,-1 0,0 0,1 0,-1 1,0-1,0 1,1 0,-4 0,-2 3,-1 0,1 1,0 0,0 1,1-1,-1 1,1 1,0-1,0 1,1 1,-1-1,1 1,1 0,0 0,0 1,0 0,1 0,0 0,0 0,1 0,0 1,1 0,-1-1,2 1,-1 0,2 0,-1 6,0-8,1 0,0 0,1-1,0 1,0 0,0 0,1 0,-1-1,2 1,-1-1,1 1,0-1,0 0,1 0,0 0,0-1,0 1,1-1,-1 0,1 0,0-1,1 0,-1 1,1-2,0 1,0-1,0 0,1 0,-1 0,1-1,2 1,2-1,0 0,0 0,0-1,0 0,1-1,-1 0,0-1,1 0,-1-1,0 0,0-1,0 0,-1-1,1 0,-1 0,0-1,0-1,0 0,-1 0,0-1,0 0,0 0,-1-1,0 0,-1-1,0 0,0 0,-1 0,0-1,-1 0,0 0,0 0,2-10,-3 2,0 0,-2 0,0 0,-1-1,-1 1,0 0,-2-5,-2 2,4 21,0 1,0-1,0 0,0 0,-1 1,1-1,0 0,0 0,0 1,0-1,0 0,0 0,0 0,0 1,0-1,-1 0,1 0,0 0,0 1,0-1,0 0,-1 0,1 0,0 0,0 0,0 0,-1 1,1-1,0 0,0 0,-1 0,1 0,0 0,0 0,-1 0,1 0,0 0,0 0,0 0,-1 0,1 0,0 0,0 0,-1 0,1 0,0 0,0-1,-1 1,1 0,0 0,0 0,0 0,-1 0,1 0,0-1,0 1,0 0,0 0,0 0,-1-1,1 1,0 0,0 0,-5 17,1 0,1 0,0 1,1 0,1-1,2 18,-2-27,1 6,0 0,1 0,1 0,0 0,1 0,0 0,5 13,-6-22,0-1,0 1,1 0,0-1,0 0,0 1,0-1,0 0,1-1,0 1,-1-1,2 1,-1-1,0 0,0-1,1 1,0-1,-1 0,1 0,0 0,0-1,0 1,1-1,4 0,-1 0,1-1,0 0,0-1,-1 0,1 0,-1-1,1 0,-1-1,0 0,0 0,0-1,0 0,0-1,-1 0,0 0,0-1,0 0,3-4,1-1,-1 0,0 0,0-1,-2-1,1 0,-2 0,0-1,0 0,-1 0,-1-1,3-9,-5 11,0 0,-1 0,-1 0,0-1,-1 1,0 0,-1-1,-1-10,1 24,0 0,-1 0,1 0,0-1,0 1,-1 0,1 0,0 0,0 0,-1 0,1 0,0-1,0 1,-1 0,1 0,0 0,-1 0,1 0,0 0,0 0,-1 0,1 0,0 1,-1-1,1 0,0 0,0 0,-1 0,1 0,0 0,0 1,-1-1,1 0,0 0,0 0,-1 0,1 1,0-1,0 0,0 0,0 1,-1-1,1 0,0 0,0 1,0-1,0 0,0 1,0-1,0 0,0 0,0 1,0-1,0 0,0 1,0-1,0 0,0 0,0 1,0-1,0 0,0 1,0-1,1 0,-8 16,2 1,0-1,1 1,1 0,1 0,0 0,1 1,1-1,0 4,2-14,-1-1,1 1,0-1,0 0,1 0,0 0,0 0,0 0,1-1,0 0,0 1,0-1,1 0,0-1,0 1,0-1,0 0,1-1,-1 1,1-1,0 0,0 0,0-1,1 0,-1 0,0 0,1-1,-1 0,1 0,0-1,-1 1,1-1,-1-1,1 0,0 0,1 0,2-1,0-1,0 1,0-2,-1 1,1-2,-1 1,0-1,0 0,0-1,-1 0,0-1,0 0,0 0,-1 0,0-1,-1 0,1 0,-2-1,1 0,-1 0,-1 0,1-1,-2 1,1-1,-1 0,-1 0,0 0,0-1,-1 1,0 0,-1-6,2-56,-6 73,-2 15,0 1,1 0,1 0,1 1,0-1,1 12,0-22,1 0,-1 1,2-1,-1 0,1 1,0-1,1 0,0 1,0-1,0 0,1 0,0 1,0-2,1 1,0 0,0 0,1-1,0 0,0 1,0-1,1-1,0 1,0-1,0 0,1 0,0 0,0-1,0 0,4 2,11 1,0-2,0 0,0-2,1 0,0-1,-1-1,1-1,19-3,40-1</inkml:trace>
  <inkml:trace contextRef="#ctx0" brushRef="#br0" timeOffset="9817.258">5628 3315,'-28'-26,"-1"2,-1 1,-1 2,-1 1,-1 1,-1 1,-3 1,81 30,0-2,0-2,1-2,18-1,-41-3,214 15,35-10,-168-6,-87 4,-42 2,23-7,-19 4,-87 30,104-33,0 1,0 0,0 0,0 0,0 0,1 0,-1 1,1 0,0 0,1 0,-1 1,1-1,-1 1,1 0,1 0,-1 0,1 0,-1 3,2-4,0 1,0-1,1 1,0 0,0-1,0 1,0-1,1 1,0-1,0 1,0-1,1 1,-1-1,1 0,0 0,0 0,0 0,1 0,-1 0,1 0,0-1,0 0,2 2,3 3,0-1,0-1,0 1,1-1,0-1,0 1,0-1,1-1,7 3,-11-5,-1 0,1 0,-1-1,1 0,0 0,0 0,0-1,-1 1,1-1,0-1,0 1,0-1,-1 0,1 0,0-1,-1 0,1 0,-1 0,1-1,-1 1,0-1,0-1,-1 1,1-1,0 0,37-40,-40 44,0 1,0-1,0 1,-1-1,1 1,0 0,0 0,-1 0,1 0,-1 0,1 0,-1 0,1 0,-1 0,1 1,-1-1,0 1,0-1,0 1,0-1,0 1,0 0,0-1,-1 1,1 0,0 0,-1 0,0 0,1 0,2 4,1 3,-3-5,-1-1,1 1,0-1,0 0,1 0,-1 1,1-1,-1 0,1 0,0-1,0 1,0 0,1 0,-1-1,1 0,-1 1,1-1,0 0,0 0,0-1,0 1,0 0,0-1,0 0,1 0,-1 0,0 0,1 0,-1-1,1 0,-1 1,1-1,0 0,4-6,0 0,0 0,-1-1,0 0,-1 0,1 0,-1-1,0 0,-1 0,0-1,-1 1,1-1,-2 0,2-3,17-51,-2-1,-4-1,-2-1,-3 0,-2-1,-2-66,-3 84,17-312,-23 336,2 25,0 1,0-1,0 0,0 0,0 1,0-1,0 0,0 0,0 1,0-1,0 0,0 0,-1 0,1 1,0-1,0 0,0 0,0 0,-1 1,1-1,0 0,0 0,0 0,-1 0,1 0,0 0,0 1,-1-1,1 0,0 0,0 0,0 0,-1 0,1 0,0 0,0 0,-1 0,1 0,0 0,0 0,-1 0,1 0,0 0,0 0,-1-1,1 1,0 0,0 0,-1 0,1 0,0 0,0-1,0 1,0 0,-1 0,1 0,0 0,0-1,-11 27,2 0,1 1,1 0,1 0,2 1,-2 1,-8 38,3 1,4 0,2 1,3 0,3 0,3 4,-2-54,0 0,1 0,1-1,1 1,0-1,2 0,0 0,1-1,0 0,2 0,0-1,1 0,0-1,1 0,14 12,-23-24,0 0,0 0,0 0,1-1,-1 1,1-1,0 0,0 0,0 0,0 0,0-1,0 0,0 0,0 0,0 0,1-1,-1 1,0-1,1 0,-1-1,0 1,1-1,-1 0,0 0,0 0,0 0,0-1,0 1,0-1,0 0,0-1,-1 1,1-1,-1 1,0-1,0 0,2-2,1-7,0-1,-1 1,0-1,-1 0,0-1,-1 1,-1 0,0-1,-1 0,-1-6,1 8,-2 30,1 0,0 0,1 1,1-1,1-1,1 1,0 0,1-1,1 0,1 2,-3-11,-1 0,1 0,1 0,0-1,0 1,0-1,1-1,0 1,0-1,0 0,1 0,0-1,0 0,1 0,-1-1,1 1,0-2,0 1,0-1,1-1,7 2,-12-3,0 0,0 0,0-1,1 1,-1-1,0 0,0-1,1 1,-1-1,0 0,0 0,0 0,0 0,0-1,0 0,0 1,-1-2,1 1,0 0,-1-1,0 1,2-3,11-15</inkml:trace>
  <inkml:trace contextRef="#ctx0" brushRef="#br0" timeOffset="10026.885">6364 2914,'27'-3,"27"1,25-1,18 0,9 2,1 2,-8 1,-22 1</inkml:trace>
  <inkml:trace contextRef="#ctx0" brushRef="#br0" timeOffset="11093.279">1631 4692,'-10'-4,"0"0,-1 1,1-1,-1 2,0 0,0 0,0 1,0 1,0-1,0 2,0-1,0 2,0 0,0 0,1 0,-1 2,0-1,1 1,0 1,0 0,1 0,-1 1,1 0,0 1,-7 6,9-4,1 1,-1 0,2-1,-1 2,1-1,1 1,0 0,0-1,1 2,1-1,0 0,0 1,1-1,0 0,1 1,1 0,0-1,0 0,2 5,-2-14,-1 1,1 0,0-1,1 1,-1-1,0 1,1-1,-1 1,1-1,0 0,0 0,0 0,0 0,0 0,0 0,1-1,-1 1,0-1,1 1,0-1,-1 0,1 0,0 0,-1 0,1-1,0 1,0-1,-1 0,1 1,0-1,0-1,0 1,0 0,-1-1,1 1,0-1,0 0,-1 0,1 0,0 0,-1 0,1-1,-1 1,12-10,0 0,-1-1,-1-1,0 0,-1 0,0-1,-1 0,-1-1,0 0,-1-1,-1 0,0 0,-1 0,-1-1,1-4,3-15,-1-1,-2 0,-2 0,-1 0,-2 0,-1-1,-2 1,-7-35,-12 2,21 70,-1-1,1 1,-1-1,0 1,1 0,-1-1,1 1,-1 0,0 0,1-1,-1 1,0 0,1 0,-1 0,0 0,1 0,-1 0,0 0,1 0,-1 0,0 0,1 0,-1 0,0 0,1 0,-1 1,1-1,-1 0,0 1,1-1,-1 0,1 1,-1-1,1 1,-1-1,1 0,-1 1,1-1,-1 1,1 0,0-1,-1 1,1-1,0 1,-1 0,1-1,0 1,0 0,0-1,0 1,-1 0,1-1,0 1,0 0,0-1,1 1,-8 18,2 1,1-1,0 1,1 0,1 0,1 18,0-16,-3 17,2 0,2 0,1 1,2-1,2 0,1-1,2 1,2-1,1 0,-9-33,0 1,0-1,0 1,1-1,0 0,0 0,0 0,0 0,1-1,0 1,0-1,0 0,0 0,1 0,-1-1,1 0,0 0,0 0,0 0,1-1,-1 0,1 0,-1 0,1-1,0 1,-1-1,1-1,0 1,0-1,0 0,-1-1,1 1,2-1,2-4,0 0,0 0,-1-1,1 0,-1 0,-1-1,1 0,-1-1,0 0,-1 0,0-1,0 0,-1 0,0-1,10-3,-10 35,-5-17,0 1,-1 1,1 0,1-1,-1 0,1 1,0-1,1 0,0 0,0 0,0 0,0-1,1 1,0-1,0 0,1 0,-1 0,1 0,0-1,0 0,1 0,-1-1,1 1,0-1,1 0,4 1,1-1,-1 0,1-1,0 0,-1-1,1-1,0 0,0 0,0-1,-1 0,1-1,0-1,-1 0,0 0,1-1,-2-1,1 0,0 0,-1-1,0 0,0-1,6-6,-12 10,-1-1,1 1,-1-1,-1 0,1 0,0 0,-1 0,0 0,0-1,0 1,0-1,-1 1,0-1,0 0,0 1,-1-1,1 0,-1 0,0 0,0 1,-1-1,0 0,1 0,-1 1,-1-1,1 0,-1 1,0 0,0-1,0 1,-1 0,1 0,-3-2,-1-3,0 1,-1 0,0 0,-1 1,0 0,0 0,0 1,-1 0,0 0,0 1,-1 0,1 1,-1 0,-10-3,16 6,-1-1,1 1,-1 0,0 0,0 0,1 1,-1-1,0 1,0 0,1 1,-1-1,0 1,0 0,1 0,-1 1,1-1,-1 1,1 0,0 0,0 0,0 1,0 0,0 0,0 0,0 0,1 0,0 1,0-1,0 1,0 0,0 0,1 0,0 0,0 0,0 1,0-1,0 1,1-1,-1 5,3-1,1 0,0-1,0 1,1 0,0-1,0 0,0 0,1 0,0 0,0 0,1-1,0 0,0 0,1 0,-1-1,1 0,1 0,-1 0,1-1,-1 1,1-2,0 1,1-1,-1 0,1 0,48 20</inkml:trace>
  <inkml:trace contextRef="#ctx0" brushRef="#br0" timeOffset="11776.562">2621 4892,'-9'-10,"0"-1,0 1,0 1,-2 0,1 0,-1 1,0 0,0 1,-11-5,17 9,-1 0,0 1,0 0,0 0,0 0,0 0,0 1,0 0,0 0,-1 1,1 0,0 0,-1 0,1 1,0 0,0 0,0 0,0 1,0 0,0 0,-5 3,7-2,0 0,-1 0,1 0,0 1,1-1,-1 1,0 0,1 0,0 1,0-1,1 0,-1 1,1 0,0 0,0 0,0 0,1 0,-1 0,2 0,-1 0,0 0,1 0,0 1,0-1,0 0,1 0,0 1,0-1,0 0,1 0,-1 0,1 0,0-1,1 1,-1 0,1-1,0 1,0-1,0 0,1 0,0 0,-1-1,4 3,0-3,0 0,-1-1,2 0,-1 0,0 0,0-1,0 0,1-1,-1 0,0 0,1 0,-1-1,0 0,0 0,0-1,0 0,0 0,0-1,0 1,0-2,-1 1,3-2,0 0,-1-1,1 0,-1 0,0-1,0 0,0-1,-1 1,-1-1,1-1,-1 1,-1-1,1 0,-2 0,1-1,1-4,-1-12,-3 16,-2 15,-2 4,1 0,1 0,-1 0,2-1,-1 1,1 0,0 0,1 0,0-1,1 1,0-1,0 0,0 1,1-1,0-1,1 1,0-1,0 0,1 0,0 0,0 0,0-1,1 0,0-1,0 0,0 0,1 0,0-1,0 0,0 0,0-1,0 0,7 1,-11-3,1-1,0 0,-1 0,1 0,-1-1,1 1,-1-1,0 0,1-1,-1 1,0-1,1 1,-1-1,0-1,0 1,-1 0,1-1,0 0,-1 0,0 0,1 0,-1-1,-1 1,1-1,0 0,-1 1,0-1,1-3,3-5,-1-1,0 0,-1 0,-1 0,0 0,-1-1,0 1,-1-1,-1 0,1-113,-1 126,1-1,0 0,0 1,1-1,-1 0,0 1,0-1,1 1,-1 0,1 0,-1-1,1 1,-1 0,1 0,0 0,0 1,-1-1,1 0,0 1,0-1,0 1,0-1,0 1,0 0,0 0,-1 0,1 0,0 0,0 1,0-1,0 0,0 1,0-1,0 1,-1 0,1 0,0 0,0 0,-1 0,1 0,-1 0,1 1,9 1,199 55,-209-58,1 0,0 0,-1 1,1-1,0 1,-1-1,1 1,0 0,-1-1,1 1,-1 0,0 0,1 0,-1 0,0 0,1 1,-1-1,0 0,0 0,0 1,0-1,0 1,0-1,-1 1,1-1,0 1,-1 0,1-1,-1 1,0 0,1-1,-1 1,0 0,0-1,0 1,0 0,-1-1,1 1,-1 1,-53 111,52-111,0 1,0 0,0 0,1 0,-1 0,1 0,0 0,0 1,0-1,1 0,0 1,-1-1,2 0,-1 0,0 1,1-1,0 0,0 1,0-1,0 0,1 0,0 0,-1 0,1-1,1 1,-1 0,1-1,-1 1,3 1,7 2,0-1,0-1,0 0,1 0,-1-1,1-1,0 0,0-1,1-1,-1 0,0 0,12-2,177-11,-102-2</inkml:trace>
  <inkml:trace contextRef="#ctx0" brushRef="#br0" timeOffset="12325.493">4799 4504,'0'16,"0"22,0 19,0 19,5 12,3 9,1 5,-1 0,-3-3,-1-6,-6-3,-8-12,-2-18</inkml:trace>
  <inkml:trace contextRef="#ctx0" brushRef="#br0" timeOffset="12608.939">4719 5146,'3'-323,"-4"316,1 0,0-1,0 1,1 0,0 0,0-1,1 1,0 0,0 0,0 0,1 1,0-1,0 1,1-1,0 1,0 0,1 0,-1 1,1-1,0 1,1 0,-1 1,1-1,0 1,5-3,-2 4,0 0,1 0,-1 0,1 2,-1-1,1 1,0 0,0 1,-1 0,1 1,0 0,0 0,-6 0,1 0,0 0,0 0,-1 1,1-1,-1 1,0 0,1 1,-1-1,0 1,0 0,0 0,-1 0,1 0,-1 0,0 1,0 0,0-1,0 1,0 1,-1-1,0 0,0 0,0 1,0 0,-1 1,0-1,0 1,-1-1,0 1,0 0,0-1,-1 1,1 0,-1-1,-1 1,1-1,-1 1,0-1,0 0,0 0,-1 0,0 0,0 0,0 0,-1-1,1 1,-1-1,-2 1,-3 5,-1-1,0-1,-1 0,0 0,0-1,-1 0,0-1,0 0,-5 1,-48 4,44-15</inkml:trace>
  <inkml:trace contextRef="#ctx0" brushRef="#br0" timeOffset="13170.302">5134 4892,'4'-24,"-1"-1,-1 1,-1-1,-1 0,-2 0,0 1,-1-1,-2 1,0 0,-2 0,0 0,-3-1,52 36,40 9,-59-16,-1 1,0 1,0 1,-1 1,0 0,3 4,-20-10,-1 0,0 0,1 1,-1-1,0 1,0 0,0 0,-1 0,1 0,-1 1,0-1,0 1,0-1,0 1,0 0,-1-1,0 1,0 0,0 0,0 0,0 0,-1 3,-13 90,4-51,8-45,1 1,-1 0,1 0,0 0,0 0,-1-1,1 1,0 0,1 0,-1 0,0 0,1 0,-1 0,1-1,-1 1,1 0,0 0,0-1,-1 1,1 0,0-1,1 1,-1-1,0 0,0 1,1-1,-1 0,1 1,-1-1,1 0,-1 0,1 0,0-1,0 1,-1 0,1-1,0 1,0-1,0 1,-1-1,1 0,0 0,0 0,7 0,0 0,0-1,0 0,0-1,0 1,-1-2,1 1,-1-1,0-1,1 0,-1 0,-1 0,1-1,-1 0,0 0,0-1,0 0,-1 0,0-1,0 0,0 0,-1 0,0-1,-1 0,0 1,0-2,-1 1,1 0,-2-1,1 1,-1-1,-1 0,0 0,-7-20,5 29,1-1,-1 1,1 0,-1 0,1-1,0 1,-1 0,1 0,-1 0,1 0,-1 0,1 0,-1 0,1 0,-1 0,1 0,-1 0,1 0,-1 0,1 0,-1 0,1 0,-1 1,1-1,-1 0,1 0,-1 1,1-1,-1 0,1 0,0 1,-1-1,1 1,0-1,-1 0,1 1,0-1,0 1,-1-1,1 1,0-1,0 0,0 1,-1-1,1 1,0-1,0 1,0-1,0 1,0-1,0 1,0-1,0 1,0 0,-4 11,0 1,1-1,1 1,0 0,0 0,1 0,1 0,0 0,1 0,0 0,1 0,1 0,3 11,-5-19,0-1,1 1,0-1,-1 1,2-1,-1 1,0-1,1 0,0 0,0 0,0 0,0-1,0 1,1-1,0 0,0 0,0 0,0 0,0-1,0 0,1 0,-1 0,4 1,10-3</inkml:trace>
  <inkml:trace contextRef="#ctx0" brushRef="#br0" timeOffset="14379.453">5588 4384,'-2'9,"-1"0,1 0,1 0,-1 0,1 1,1-1,0 0,0 0,1 1,0-1,1 0,0 0,0 0,1 0,0 0,1-1,0 1,0-1,1 0,0 0,0 0,1-1,-1 0,2 0,-1 0,1-1,0 0,1 0,-1-1,1 0,4 2,163 97,-170-100,0 0,0 0,0 0,-1 0,0 1,0 0,0 0,0 0,-1 0,0 1,0-1,0 1,-1 0,0 0,0 0,0 0,-1 0,0 0,0 1,0-1,-1 0,0 0,0 1,-1-1,1-2,-1-3,1 0,-1 1,1-1,-1 0,1 0,-1 0,1 0,0 1,0-1,-1 0,1 0,0 1,0-1,0 0,1 0,-1 1,0-1,0 0,1 0,-1 0,0 0,1 1,-1-1,1 0,0 0,-1 0,1 0,0 0,0 0,-1 0,1 0,0-1,0 1,0 0,0 0,0-1,0 1,1-1,-1 1,0-1,0 1,0-1,0 1,1-1,-1 0,0 0,0 0,1 0,-1 0,0 0,1 0,6-4,0 0,-1 0,1-1,-1 0,0-1,-1 1,1-1,-1-1,0 1,-1-1,1 0,-1 0,-1-1,1 1,-1-1,-1 0,1 0,-2 0,1-1,0-4,-2 84,18 10,-18-79,0 0,0 0,0 0,0 0,1 0,-1 0,1-1,-1 1,1-1,-1 1,1-1,0 0,0 1,0-1,0 0,0 0,0 0,0-1,0 1,0 0,0-1,1 1,-1-1,0 0,0 0,0 0,1 0,-1 0,0 0,0-1,1 1,-1-1,0 0,0 1,0-1,0 0,7-5,-1 0,1-1,-1 1,-1-2,0 1,0-1,0 0,-1 0,0-1,0 0,-1 0,0 0,-1-1,0 0,1-6,3-3,12-21,-11 66,-9-24,1 5,17 106,-17-109,0-1,0 1,1-1,-1 1,1-1,0 0,0 1,0-1,0 0,1-1,-1 1,1 0,0-1,0 1,0-1,0 0,0 0,0 0,1 0,-1-1,1 1,-1-1,1 0,-1 0,1 0,0-1,-1 1,5-1,0-1,1-1,-1 0,1-1,-1 0,0 0,0-1,0 0,-1 0,1-1,-1 0,0 0,-1-1,1 0,-1 0,0 0,0-1,-1 0,0 0,0 0,-1-1,0 0,0 0,-1 0,0 0,0 0,1-6,-2 7,0 0,0 0,-1 0,0 0,0 0,0-1,-1 1,0 0,-1 0,1 0,-1 0,-1-1,1 1,-1 1,-3-7,5 12,0 0,0 1,-1-1,1 0,0 1,0-1,-1 1,1-1,-1 0,1 1,0-1,-1 1,1-1,-1 1,1-1,-1 1,0-1,1 1,-1 0,1-1,-1 1,0 0,1 0,-1-1,0 1,1 0,-1 0,0 0,1 0,-1 0,0 0,1 0,-1 0,0 0,0 0,1 0,-1 0,0 0,1 1,-1-1,0 0,1 0,-1 1,1-1,-1 1,0-1,1 0,-1 1,-18 32,14-22,2 0,-1 1,2-1,0 1,0 0,1 0,0-1,1 1,0 0,1 0,1 0,0 0,0-1,1 1,1-1,0 0,0 0,4 7,-6-15,0-1,0 1,0-1,1 0,-1 1,1-1,-1 0,1 0,0 0,0-1,-1 1,1-1,0 0,1 1,-1-1,0-1,0 1,0 0,1-1,-1 1,0-1,0 0,1 0,-1-1,0 1,0-1,1 1,-1-1,0 0,0 0,0 0,2-2,7-2,0-2,0 0,0 0,-1-1,0 0,-1-1,3-3,16-18,-1 0,-2-2,-1-1,-2-1,-1-1,-2-1,-1-1,-2 0,-2-1,-1-1,-2-1,-1 1,-3-2,-1 1,1-41,-6 68,-1 0,0 1,-1-1,0 0,-1 0,-1 0,0 1,0-1,-2 1,1-1,-2 1,1 0,-2-1,4 12,1-1,-1 1,1-1,-1 1,0-1,1 1,-1 0,0 0,0 0,0 0,0 0,0 1,0-1,0 0,-1 1,1 0,0-1,0 1,0 0,0 0,-1 0,1 0,0 1,0-1,0 1,0-1,0 1,0 0,0 0,0 0,0 0,0 0,0 0,0 0,1 0,-1 1,0-1,1 1,-1 0,1-1,0 1,0 0,-1 0,1 0,0-1,0 1,1 1,-16 21,1 1,2 0,0 1,2 0,1 1,1 1,1-1,2 1,-3 22,2-8,1 0,2 0,2 0,2 10,1-35,0 1,1-1,1 0,1 0,0 0,1 0,1 0,0-1,2 0,0-1,5 8,-9-16,0-1,0 0,1 1,0-2,0 1,1 0,0-1,0 0,0-1,0 1,1-1,-1 0,1-1,0 0,0 0,1 0,-1-1,1 0,-1 0,1-1,-1 0,1 0,0-1,0 0,-1-1,1 1,0-1,-1-1,1 1,-1-2,1 1,2-2,3-4,0-1,-1 0,0-1,-1 0,0-1,0 0,-1 0,-1-2,0 1,-1-1,0 0,-1 0,0-1,-1 0,-1-1,0 1,-1-1,-1 0,0 0,0-8,-3-25,0 47,0 0,0 0,0 0,0 1,0-1,-1 0,1 0,0 0,0 1,0-1,-1 0,1 0,0 1,-1-1,1 0,-1 0,1 1,0-1,-1 0,0 1,1-1,-1 1,1-1,-1 1,0-1,1 1,-1-1,0 1,0 0,1-1,-1 1,0 0,0 0,1 0,-1-1,0 1,0 0,0 0,0 0,1 0,-1 0,0 0,0 1,0-1,1 0,-1 0,0 1,0-1,1 0,-1 1,0-1,0 1,-4 4,0-1,0 2,0-1,1 1,0-1,0 1,1 0,-1 0,1 1,1-1,-1 1,1 0,0-1,0 1,1 1,-3 3,1 0,1 0,0 1,0-1,1 0,0 1,1-1,1 1,-1-1,2 1,0-1,0 0,1 0,0 0,1 0,0 0,1-1,0 0,1 0,0 0,0 0,1-1,5 5,80 49,-50-45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25:07.30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6248 1008,'14'5,"17"3,18 1,19-1,18-2,14-5,10-4,1-4,-5-4,-11-1,-21 1</inkml:trace>
  <inkml:trace contextRef="#ctx0" brushRef="#br0" timeOffset="-2011.197">1742 675,'5'10,"1"0,0-1,1 0,-1 0,2 0,-1-1,1 0,0 0,1-1,0 0,0-1,1 0,-1 0,1-1,1 0,-1-1,0 0,1-1,0 0,0 0,0-1,0-1,0 0,1-1,-1 0,0 0,0-1,0 0,0-1,0-1,0 0,0 0,0-1,-1 0,0-1,0 0,0-1,-1 0,1 0,-2-1,1 0,-1-1,0 0,2-2,-9 8,1 1,-1-1,0 0,1 1,-1-1,0 0,0 0,0 1,0-1,-1 0,1 0,0 0,-1 0,1 0,-1 0,0 0,0 0,0 0,0-1,0 1,0 0,0 0,-1 0,0 1,0 1,0 0,0 0,0 1,0-1,0 0,0 0,0 0,0 1,0-1,0 0,0 1,0-1,1 1,-1-1,0 1,0-1,0 1,1 0,-1 0,0-1,1 1,-1 0,0 0,1-1,-1 1,1 0,-1 0,1 0,0 0,-1 0,1 0,0 0,0 0,0 0,0 0,-1 1,-12 41,1 2,1-1,3 1,2 1,2-1,2 1,2 13,-2 9,-13 280,14-340,1-1,0 0,-1-1,0 1,0-1,-1 1,1-1,-2 0,1 1,0-1,-1 0,-2 3,-4 0</inkml:trace>
  <inkml:trace contextRef="#ctx0" brushRef="#br0" timeOffset="-1751.89">1703 1236,'9'0,"19"-2,20-6,21-8,17-8,9-4,2-5,-15 4</inkml:trace>
  <inkml:trace contextRef="#ctx0" brushRef="#br0" timeOffset="-1389.855">2545 661,'9'163,"-8"0,-8 32,6-176,0-14,0-1,1 1,-1 0,1 0,0 0,0-1,1 1,0 0,0 0,0-1,0 1,1-1,-1 1,2 2,-1-6,1 0,-1-1,0 1,0 0,0-1,0 0,1 1,-1-1,0 0,0 0,0 0,1 0,-1 0,0-1,0 1,1-1,-1 1,0-1,0 0,0 0,0 0,0 0,0 0,0-1,-1 1,1 0,0-1,0-1,2 1,55-39,-3-3,-1-2,-2-3,18-24,-67 70,38-35,-41 37,-1 1,0 0,1 0,-1 0,0 0,0-1,1 1,-1 0,0 0,1 0,-1 0,0 0,1 0,-1 0,0 0,1 0,-1 0,0 0,1 0,-1 0,0 0,1 0,-1 0,0 0,1 0,-1 1,0-1,0 0,1 0,-1 0,0 1,0-1,1 0,-1 0,0 0,0 1,1-1,-1 0,0 1,0-1,0 0,0 0,1 1,-1-1,0 0,0 1,0-1,0 0,0 1,0-1,0 0,0 1,0-1,0 0,0 1,0-1,0 0,0 1,0-1,-1 0,1 1,0-1,0 0,-6 29,6-26,-19 78,3 2,4 0,4 0,4 1,3 0,6 33,1-50</inkml:trace>
  <inkml:trace contextRef="#ctx0" brushRef="#br0" timeOffset="-779.93">3320 701,'6'12,"0"1,0 0,-1 0,-1 0,0 1,-1-1,-1 1,0 0,0 0,-1 4,0 42,-2 0,-3-1,-2 1,-9 31,-9 85,24-175,-1 3,0-1,0 0,0 0,1 0,-1 1,1-1,-1 0,1 1,0-1,1 0,-1 1,1-1,-1 0,1 1,0-1,0 0,0 0,1 0,-1 0,1 0,-1 0,1 0,0-1,0 1,0 0,1-1,-1 0,1 1,-1-1,1 0,0-1,0 1,2 1,7-3,1 0,-1-1,0-1,0 0,0-1,-1 0,1 0,0-2,-1 1,0-1,0-1,6-4,19-10,-1-1,0-1,-2-2,9-10,-39 32,0 0,0-1,0 0,-1 1,1-1,-1 0,1 0,-1-1,0 1,0 0,0-1,-1 1,1-1,-1 0,0 1,0-1,0 0,-1 0,1 1,-1-1,0 0,0 0,0 0,-1 0,1 1,-1-1,0 0,0 0,0 1,-1-1,1 1,-1-1,0 1,-1-3,2 5,-1 0,1 0,0 0,0 1,-1-1,1 0,0 1,-1-1,1 1,0-1,-1 1,1 0,-1 0,1-1,-1 1,1 0,-1 0,1 0,0 1,-1-1,1 0,-1 1,1-1,-1 0,1 1,0 0,-1-1,1 1,0 0,0 0,-1-1,1 1,0 0,0 0,0 0,0 1,0-1,1 0,-1 0,0 0,0 1,1-1,-1 0,1 1,-1-1,1 1,-1-1,1 0,0 1,0-1,0 1,0-1,0 2,-8 26,1 0,2 1,1 0,1-1,2 1,1 10,-1-18,0 39,1 0,4 0,2-1,7 26,2-25</inkml:trace>
  <inkml:trace contextRef="#ctx0" brushRef="#br0" timeOffset="-376.488">3989 1049,'-2'-4,"1"0,0-1,0 1,0 0,0-1,1 1,-1 0,1-1,0 1,1-1,-1 1,1 0,0-1,0 1,0 0,1 0,-1 0,1-1,0 2,0-1,0 0,1 0,0 1,-1-1,1 1,0 0,0 0,1 0,-1 0,1 1,0-1,-1 1,3-1,5-2,0 0,0 1,1 0,-1 1,1 0,-1 1,1 1,0-1,0 2,0 0,0 0,0 1,8 2,-14-3,-1 2,1-1,0 0,0 1,0 0,-1 0,1 1,-1 0,0 0,0 0,0 0,0 1,0 0,-1 0,0 0,0 0,0 1,0 0,-1 0,1 0,-1 0,-1 0,1 1,-1-1,0 1,0 0,1 4,-3 6,0 1,-2-1,0 1,0-1,-2 0,0 0,-1 0,0 0,-1-1,-1 0,-1 0,0 0,-1-1,0-1,-9 11,-4 10,-37 77,58-109,0-1,1 1,-1 0,1 0,-1-1,1 1,0 0,0 0,0-1,0 1,0 0,0 0,1-1,-1 1,0 0,1 0,-1-1,1 1,0-1,0 1,-1 0,1-1,0 1,0-1,1 0,-1 1,0-1,0 0,1 0,-1 0,2 1,56 16,10-15,0-2,0-4,0-3,0-2,29-10,-66 13,81-14</inkml:trace>
  <inkml:trace contextRef="#ctx0" brushRef="#br0" timeOffset="6607.926">17531 688,'9'-2,"1"0,0 1,0 0,-1 1,1 0,0 0,0 1,-1 0,1 1,0 0,-1 0,0 1,1 1,-1-1,0 2,-1-1,1 1,-1 0,0 1,0 0,-1 0,1 1,-2 0,1 0,-1 0,0 1,5 8,-5-3,-1 1,0 0,-1 0,0 0,-1 1,-1-1,0 1,-1 0,-1-1,0 1,-1 0,-2 12,-46 177,35-160,5-13,2-10,1 0,1 0,1 1,0 0,2 0,0 2,3-19,-1 0,0 0,1 0,0 0,0 0,1 0,0-1,-1 1,1 0,1-1,-1 0,1 1,0-1,-1 0,2 0,-1-1,0 1,1-1,0 1,0-1,0 0,0-1,0 1,1-1,-1 0,1 0,-1 0,6 1,7 2,1-1,0 0,-1-2,1 0,0-1,1-1,7-1,-4 0,0-1,0-1,0-2,0 0,0-1,-1-1,0-1,0-1,-1-1,12-8,-25 14,-1 0,1-1,-1 0,0 0,-1-1,1 0,-1 0,0 0,-1-1,3-4,7-20</inkml:trace>
  <inkml:trace contextRef="#ctx0" brushRef="#br0" timeOffset="7238.94">17518 1036,'442'-64,"-223"28,-199 33,57-18,-77 20,0 0,1-1,-1 1,0 0,-1-1,1 1,0 0,0-1,-1 1,1 0,0-1,-1 1,1 0,-1 0,0 0,1-1,-1 1,0 0,0 0,0 0,0 0,1 0,-1 0,-1 1,1-1,0 0,0 0,0 1,0-1,-1 1,1-1,0 1,0-1,-1 1,1 0,-2-1,-100-43,74 30,27 12,0 1,0-1,0 0,-1 1,1 0,0-1,-1 1,1 0,-1 0,1 0,-1 0,1 1,-1-1,1 1,-1 0,0-1,1 1,-1 0,0 1,1-1,-1 0,0 1,1-1,-1 1,1 0,-1 0,1 0,0 0,-1 1,0 0,-1 3,0 1,0 0,1 0,0 0,0 0,0 0,1 1,0-1,1 1,-1 0,1-1,0 1,1 0,0 0,0 0,0-1,1 1,0 0,0 0,1-1,0 1,0-1,0 1,1-1,0 0,0 0,1 0,0 0,0-1,0 0,0 1,1-2,0 1,5 4,5 0,2 0,-1-2,1 1,0-2,0 0,1-1,0-1,-1-1,2 0,-1-1,0-1,0-1,0-1,1 0,-1-1,6-2,117-31,-82 13</inkml:trace>
  <inkml:trace contextRef="#ctx0" brushRef="#br0" timeOffset="7761.794">19001 742,'-8'-3,"-1"2,1-1,-1 1,1 1,-1-1,1 2,-1-1,1 1,-1 0,1 1,-1 0,1 0,0 1,0 0,0 0,0 1,1 0,-1 0,1 1,0 0,0 0,1 1,0 0,0 0,0 0,0 1,1 0,0 0,1 0,0 1,0 0,2-4,1 1,0 0,1 0,-1 0,1 0,0-1,0 1,0 0,1 0,0 0,0 0,0 0,0-1,1 1,0 0,0-1,0 0,0 1,1-1,0 0,0 0,0 0,0-1,1 1,-1-1,1 1,0-1,0 0,0-1,0 1,0-1,1 0,-1 0,1 0,0-1,-1 1,1-1,1 0,14 4,0-1,0-1,0-1,0-1,1-1,-1 0,0-1,1-2,-1 0,0-1,-1-1,1-1,-1 0,0-2,0 0,-1-1,0-1,-1 0,0-2,-1 0,0-1,-1 0,11-13,-18 17,-1 0,-1 0,0-1,0 1,-1-2,0 1,-1 0,0-1,1-4,-19 36,9-9,0 0,1 1,1 0,0 0,0 0,2 0,-1 1,2 9,0-18,0-1,0 1,1 0,0 0,0-1,0 1,1 0,0-1,0 1,0-1,0 0,0 0,1 0,0 0,0 0,0 0,0-1,1 0,-1 1,1-1,0 0,0-1,0 1,0-1,4 2,29 8,-1-7</inkml:trace>
  <inkml:trace contextRef="#ctx0" brushRef="#br0" timeOffset="9059.236">19255 407,'348'108,"-330"-102,-1 2,0 0,-1 1,1 1,-2 0,1 1,-1 1,-1 0,0 1,-1 1,-1 0,0 1,-1 0,0 1,-1 0,-1 0,-1 1,0 0,-1 1,26 118,-32-134,0 0,0 0,0 0,0 0,0 0,0 0,1-1,-1 1,0-1,1 1,-1-1,1 1,0-1,-1 0,1 0,0 1,0-2,0 1,0 0,0 0,0 0,0-1,0 1,0-1,0 0,0 0,0 1,0-1,0-1,1 1,-1 0,0 0,0-1,0 1,0-1,0 0,0 1,0-1,0-1,71-48,-62 38,-1 0,0 0,-1-1,0-1,-1 0,-1 0,0 0,-1-1,-1 0,4-12,-8-2,-1 29,-1-1,1 1,0 0,0 0,-1-1,1 1,0 0,-1 0,1-1,0 1,-1 0,1 0,0 0,-1 0,1 0,0-1,-1 1,1 0,-1 0,1 0,0 0,-1 0,1 0,-1 0,1 0,0 0,-1 0,1 1,0-1,-1 0,1 0,-1 0,1 0,0 0,-1 1,1-1,0 0,-1 0,1 1,0-1,0 0,-1 1,1-1,0 0,0 1,0-1,-1 0,1 1,0-1,0 0,0 1,0-1,0 0,0 1,0-1,-1 1,1-1,0 0,1 1,-1-1,0 1,0-1,0 0,0 1,0-1,-4 6,1-1,0 1,0 0,0 0,1 0,0 0,0 0,0 0,1 1,0-1,0 1,1-1,0 1,0-1,0 1,1-1,0 1,0-1,1 0,-1 0,1 1,1-1,-1 0,1 0,0-1,1 1,-1-1,1 1,0-1,0 0,1-1,0 1,-1-1,1 0,6 3,-1-2,1-1,-1 0,1-1,0 0,1-1,-1 0,0 0,1-2,-1 1,1-1,-1-1,0 0,1-1,-1 0,0-1,0 0,0 0,-1-1,1-1,-1 0,0 0,0-1,0 0,-1-1,0 0,-1-1,1 0,-1 0,-1 0,0-1,0 0,6-10,-6 6,0 1,-1-2,0 1,-1-1,-1 0,0 0,-1 0,0 0,-1-1,-2 14,1 0,-1 1,0-1,1 0,-1 0,0 0,0 1,1-1,-1 0,0 0,0 0,0 0,0 0,0 0,0 1,0-1,0 0,-1 0,1 0,0 0,0 0,-1 1,1-1,-1 0,1 0,-1 1,1-1,-1 0,1 0,-1 1,1-1,-1 1,0-1,0 1,1-1,-1 1,0-1,0 1,1-1,-1 1,0 0,0 0,0-1,0 1,1 0,-1 0,0 0,0 0,0 0,0 0,0 0,0 0,1 0,-1 0,0 1,0-1,0 0,0 1,1-1,-1 0,0 1,0-1,1 1,-1-1,0 1,1 0,-1-1,0 1,0 0,-2 4,0-1,0 1,1 0,-1 0,1 0,0 0,0 0,0 1,1-1,0 0,0 1,1-1,-1 1,1-1,0 1,1 0,-1-1,1 1,0-1,0 0,1 1,0-1,0 0,0 0,0 0,1 0,0 0,0-1,0 1,1-1,-1 0,1 0,0 0,0 0,1-1,3 4,15 5,-1-1,1-1,1-1,0-1,0-1,1-1,0-1,-1-1,2-2,19 1,-10-1,0 0,0-3,0-1,0-1,-1-2,1-1,-1-2,14-6,-39 11,0-1,0 0,-1 0,1-1,-1 0,0-1,0 1,-1-2,0 1,1-1,-6 4,0 1,0-1,0 1,0-1,0 0,-1 0,1 0,-1 0,0 0,0 0,0 0,0 0,-1 0,1-1,-1 1,0 0,0 0,0-1,0 1,0 0,-1 0,1 0,-1-1,0 1,0 0,0 0,-1 0,1 0,-1 0,1 1,-1-1,-4-4,1 1,-1 0,0 0,0 1,-1-1,1 1,-1 1,0 0,-1-1,1 2,-1-1,0 1,0 1,0-1,0 1,0 1,0-1,0 2,-1-1,1 1,0 0,-1 1,1-1,0 2,0-1,-1 1,1 1,1-1,-1 1,0 1,1-1,-1 1,-5 5,9-6,0 0,1 1,-1-1,1 1,0 0,0 0,0 0,0 0,1 0,0 1,0-1,0 1,0-1,1 1,-1 0,1 0,1 0,-1 0,1-1,-1 1,1 0,1 0,-1 0,1 0,0 0,0 0,0 0,1-1,0 1,-1-1,2 1,-1-1,0 1,1-1,0 0,0 0,0-1,1 1,-1-1,1 1,1 0,5 1,0-1,0 0,1 0,-1-1,1 0,0-1,-1 0,1-1,0-1,0 1,0-1,0-1,0 0,0-1,-1 0,1-1,0 0,-1 0,0-1,0-1,0 1,0-2,-1 1,0-1,0-1,0 0,-1 0,0 0,-1-1,1-1,-1 1,-1-1,0 0,0 0,1-5,-4 10,-1 0,0-1,0 0,0 0,0 1,-1-1,0 0,0 0,0 0,-1-1,1 1,-1 0,0-1,-12 15,9-2,0 0,0 1,1-1,0 0,1 1,-1 0,1-1,1 1,0 0,0-1,0 1,1 0,0-1,0 1,1-1,0 1,0-1,1 0,0 0,0 0,1 0,0 0,0-1,1 1,-1-1,1 0,1-1,5 6,4-5,0 1,1-2,-1 0,2-1,-1 0,0-2,1 1,-1-2,1-1,-1 0,1-1,-1 0,1-1,-1-1,0-1,3-2,9 1,-1-2,0-1,0-1,-1-1,0-2,-1 0,-1-2,0 0,0-2,-2-1,0 0,-1-2,0 0,-2-2,-1 0,0-1,-2-1,0 0,-1-1,-2-1,6-15,-11 21,-1 0,-1 0,-1 0,-1-1,0 1,-1-1,-2 0,0 0,-1 0,0 0,-2 0,-1 0,0 0,-1 1,-1-1,-1 1,-1 1,-1-2,5 15,0 0,0 1,0-1,-1 1,1 0,-1 0,0 0,0 0,0 1,-1 0,1-1,-1 2,0-1,0 1,0-1,0 1,0 1,-1-1,1 1,0 0,-1 0,1 0,-1 1,1 0,-1 0,1 0,-1 1,1-1,0 2,-1-1,1 0,0 1,0 0,0 0,0 1,0-1,-3 3,-4 4,1 0,0 0,0 1,1 0,0 1,0 1,2-1,-1 1,1 1,1 0,0 0,1 0,0 4,-5 10,2 1,1 0,2 0,0 1,2 0,0 8,3-19,1 1,0 0,2 0,0-1,0 1,2-1,1 1,0-1,1 0,1-1,1 0,0 0,1 0,1-1,0-1,1 0,1 0,1-1,0 0,0-1,2-1,-1 0,14 8,-1-5,0 0,1-1,1-2,0-1,25 6,42 7</inkml:trace>
  <inkml:trace contextRef="#ctx0" brushRef="#br0" timeOffset="1747.8">8560 862,'-4'0,"-28"-1,-1 2,1 1,0 2,-13 4,36-7,1 2,-1-1,1 1,0 1,0-1,0 1,0 1,0-1,1 2,0-1,0 1,1 0,-1 0,1 0,0 1,1 0,0 0,-2 4,2-2,0 1,1 0,1 0,-1 1,1-1,1 1,0-1,0 1,1 0,1 4,0-11,0 1,0-1,0 1,1-1,-1 1,1 0,0-1,1 0,-1 1,1-1,0 0,0 0,0 0,1 0,-1 0,1 0,0-1,0 1,0-1,1 0,-1 0,1 0,-1-1,1 1,2 0,-1-1,0 0,0 0,1-1,-1 0,0 0,1-1,-1 0,0 1,1-2,-1 1,0-1,1 1,-1-1,0-1,0 1,1-1,-1 0,-1 0,1-1,0 1,0-1,-1 0,10-6,-1 0,-1-1,1 0,-2-1,0-1,10-11,2-13,-1 0,-2-2,-1 0,-2-2,-2 1,-2-2,-1 0,-2 0,-2-1,-2-1,-2 1,-1-1,-3-4,0 46,2-13,-2-1,0 1,0 0,-1 0,-1 0,0 0,-1 0,-3-8,5 21,1 0,0 0,0 1,-1-1,1 0,-1 0,1 0,-1 1,1-1,-1 0,1 1,-1-1,1 0,-1 1,0-1,1 1,-1-1,0 1,0-1,0 1,1 0,-1-1,0 1,0 0,0 0,0-1,1 1,-1 0,0 0,0 0,0 0,0 0,0 0,0 0,1 0,-1 1,0-1,0 0,0 0,0 1,1-1,-1 1,0-1,0 1,1-1,-1 1,0-1,1 1,-1-1,0 1,1 0,-1-1,1 1,-1 0,1 0,0-1,-1 1,1 0,0 0,-1 0,1 0,0-1,0 1,0 0,0 0,0 0,0 0,0 0,-10 25,1 1,2 0,0 0,2 0,1 1,2 0,0 0,2 12,-2-3,2 0,2 0,1 0,1-1,2 1,2-1,2-1,0 1,3-2,11 23,-21-50,0 0,1 0,0 0,0-1,1 0,-1 0,1 0,1 0,-1-1,1 0,0 0,0 0,0-1,1 0,0 0,0 0,0-1,0 0,0-1,0 0,1 0,-1 0,1-1,0 0,-1 0,1-1,0 0,-1-1,1 1,0-2,2 0,2-3,0-1,-1-1,1 0,-1 0,-1-1,0-1,0 0,0 0,-1-1,-1 0,0 0,0-1,-1 0,0 0,-1-1,0 0,-1 0,0-1,-1 1,-1-1,0 0,0 0,-2 0,1 0,-2-1,0 1,0 0,-1-2,-12-44,13 57,-1 1,0-1,1 1,-1-1,0 1,0-1,0 1,0-1,0 1,0 0,0 0,-1-1,1 1,0 0,-1 0,1 0,-1 1,1-1,-1 0,1 0,-1 1,1-1,-1 1,0 0,1-1,-1 1,0 0,0 0,1 0,-1 0,0 0,1 0,-1 1,-5 2,0 1,0 1,1-1,0 1,0 0,0 1,0 0,1-1,0 2,0-1,1 0,0 1,0 0,0 0,1 0,0 1,1-1,-1 1,1-1,0 8,-1-5,0 0,1 0,0 0,1 0,0 0,1 0,0 0,0 0,1 0,0 0,1 0,0 0,1-1,0 1,1 0,0-1,0 0,1 0,0 0,0-1,1 0,0 0,1 0,0-1,0 1,0-2,7 5,0-2,0-2,1 0,0 0,0-1,1-1,0-1,0 0,0-1,0 0,0-2,16 0,38 0</inkml:trace>
  <inkml:trace contextRef="#ctx0" brushRef="#br0" timeOffset="2302.507">9644 849,'-10'0,"1"0,-1 1,1 0,0 0,0 1,0 1,0-1,0 2,0-1,0 1,1 0,0 1,0 0,0 0,1 1,-1 0,1 0,1 1,-1 0,1 0,0 0,1 1,0 0,0 0,0 0,1 1,1-1,-1 1,1 0,1 0,0 0,0 1,0 5,3-10,1 1,0-1,0 0,0 1,0-1,1 0,-1 0,2-1,-1 1,0-1,1 1,0-1,0 0,0 0,0-1,1 1,-1-1,1 0,0 0,0 0,0-1,0 0,0 0,1 0,-1-1,1 1,-1-2,1 1,0 0,-1-1,6 0,24 3,0-2,1-1,-1-2,0-1,1-2,-2-1,1-2,-1-1,0-2,-1-2,0 0,-1-2,-1-2,15-11,-38 24,0-1,0 0,0 0,-1-1,0 0,-1 0,1-1,-1 1,3-6,-25 31,13-16,1 1,0 0,0-1,0 1,0 0,1 0,0 0,-1 0,1 1,1-1,-1 0,1 0,-1 0,1 1,1-1,-1 0,0 1,1-1,0 0,0 0,0 0,1 0,-1 0,1 0,0 0,0-1,0 1,1 0,-1-1,1 0,0 0,0 1,0-2,0 1,1 0,-1-1,1 1,1 0,11 3,0-1,1 0,-1-2,1 1,-1-2,1 0,0-2,0 1,0-2,0 0,-1-1,1-1,-1-1,1 0,-1-1,0 0,14-8,45-38,-74 49,1 1,0-1,-1 1,1-1,-1 0,1 0,-1 0,0 0,0 0,0 0,0 0,0 0,-1 0,1 0,0 0,-1-1,0 1,0 0,1 0,-1-1,0 1,-1 0,1 0,0-1,-1 1,1 0,-1 0,0 0,0 0,1 0,-1 0,-1 0,1 0,0 0,0 0,-1 0,-1-1,-8-5,0 1,0-1,-1 2,0 0,-1 0,1 1,-1 1,0 0,0 1,-1 0,1 1,0 0,-13 1,14-1,1 1,-1 0,0 1,0 1,0-1,1 2,-1 0,0 0,1 1,-1 0,1 1,0 1,0 0,1 0,-1 1,1 0,0 1,1 0,0 0,-8 8,16-13,0 0,0 0,0 0,0 0,0 0,0 0,0 0,1 0,-1 0,1 0,-1 0,1 0,0 1,0-1,0 0,0 0,0 0,0 1,1-1,-1 0,1 0,0 0,-1 0,1 0,0 0,0 0,1 1,16 23</inkml:trace>
  <inkml:trace contextRef="#ctx0" brushRef="#br0" timeOffset="2967.341">11047 821,'-21'-12,"-73"-34,90 45,1 0,-1 0,0 0,0 1,1-1,-1 1,0 0,0 0,1 0,-1 1,0-1,0 1,1 0,-1 0,0 0,1 1,-1-1,1 1,0 0,0 0,-1 0,1 0,0 1,1-1,-1 1,-6 9,1 0,0 1,1-1,1 2,0-1,0 1,2-1,0 1,0 1,1-1,1 0,0 1,1 2,0-6,1 1,0-1,0 1,1-1,0 1,1-1,1 1,2 7,-3-15,-1 1,1-1,0 0,0 0,0 0,1 0,-1 0,1 0,0-1,0 0,1 1,-1-1,1 0,-1 0,1-1,0 1,0-1,0 0,0 0,0 0,1 0,-1-1,1 0,2 0,1 0,-1-1,0 1,1-2,-1 1,0-1,0 0,0-1,1 1,-1-2,-1 1,1-1,0 0,-1 0,1 0,-1-1,5-4,3-2,-1-1,0 0,-1-1,0 0,-1-1,0 0,1-4,0-2,-1 0,-1-1,-1-1,-1 1,0-2,-2 1,0-1,-2 0,2-21,0-19,-4-1,-4-57,1 76,-1 1,-3 0,-1 0,-2 0,-12-35,20 77,0 0,0 0,0 0,0 0,-1 0,1 0,0 0,0 0,-1 1,1-1,-1 0,1 0,-1 0,1 0,-1 1,1-1,-1 0,0 1,1-1,-1 0,0 1,1-1,-1 1,0-1,0 1,0-1,0 1,0 0,1-1,-1 1,0 0,0 0,0 0,0-1,0 1,0 0,0 0,0 1,0-1,-23 33,11 6,2 1,2 1,1-1,2 1,2 0,2 1,1 3,1-3,1 0,2-1,2 1,9 39,-10-65,1 0,0-1,0 1,2-1,0 0,0-1,2 0,-1 0,2-1,0 0,1-1,0 0,0 0,4 1,-9-8,1 1,0-1,0 0,0-1,1 0,0 0,0 0,0-1,0 0,0-1,0 0,1 0,-1 0,1-1,0-1,-1 0,1 0,0 0,-1-1,1 0,-1-1,1 0,-1 0,0-1,0 0,0-1,0 0,0 0,-1 0,7-6,-4-1,-1-2,0 1,-1-1,0 0,-1-1,0 0,-1 0,-1 0,0-1,-1 0,-1 0,0 0,-1 0,0-14,-1 10,-9 26,1 12,1-1,1 1,1 0,0 1,2-1,0 1,1-1,1 1,2 10,-2-25,0 1,1-1,0 0,0 1,0-1,0 0,1 0,0 0,0 0,1 0,-1 0,1-1,0 1,0-1,1 1,-1-1,1 0,0-1,0 1,0-1,1 0,-1 0,1 0,0 0,0-1,0 0,0 0,3 1,33 0,-2-7</inkml:trace>
  <inkml:trace contextRef="#ctx0" brushRef="#br0" timeOffset="3216.645">11448 448,'0'0</inkml:trace>
  <inkml:trace contextRef="#ctx0" brushRef="#br0" timeOffset="3517.163">11809 634,'112'-75,"-59"42,-2-3,-1-3,6-9,-37 32,-1 0,-1-2,-1 0,0-1,-2-1,0 0,-1-1,-1-1,-1 1,-1-2,-1 0,-1 0,-1 0,0-4,-6 25,-1 0,1 0,0 1,-1-1,1 0,-1 0,0 0,0 1,0-1,0 0,0 0,0 0,0 0,-1 0,1 1,0-1,-1 0,0 0,1 1,-1-1,0 0,0 1,0-1,0 1,0-1,0 1,-1-1,1 1,0 0,-1 0,1 0,-1 0,1 0,-1 0,0 0,1 0,-2 0,-4 2,1 1,-1 1,1-1,-1 1,1 0,0 0,0 1,1 0,-1 0,1 0,0 0,0 1,0 0,1 0,-1 1,1-1,1 1,-2 2,-18 30,2 0,1 2,3 0,1 1,1 1,3 1,2-1,1 2,2-1,1 17,-2 76,5 1,5 0,7 0,6-1,18 63,-29-177,8 49,-3 0,-3 1,-3 0,-4 6,-4-22</inkml:trace>
  <inkml:trace contextRef="#ctx0" brushRef="#br0" timeOffset="3817.358">11822 1223,'81'-54,"1"4,3 3,47-17,18-2,-148 65,-1 1,1-1,0 0,-1 0,1 1,0-1,0 1,-1 0,1-1,0 1,0 0,0 0,-1 0,1 0,0 0,0 1,0-1,-1 1,1-1,0 1,-1-1,1 1,0 0,-1 0,1 0,-1 0,1 0,-1 0,1 0,-1 0,0 1,0-1,0 0,0 1,0-1,0 1,0 0,0-1,0 1,-1 0,1-1,-1 1,1 0,-1 0,0-1,1 1,-1 0,0 1,5 52,-6-42,2-1,-1 1,2-1,0 1,0-1,1 0,1 0,0 0,1 0,0-1,0 1,5 5,22 5,-18-20</inkml:trace>
  <inkml:trace contextRef="#ctx0" brushRef="#br0" timeOffset="4083.645">12370 581,'-13'-2,"-6"1,2 6,6 8,11 9,10 6,13 4,2-3</inkml:trace>
  <inkml:trace contextRef="#ctx0" brushRef="#br0" timeOffset="4897.254">12919 821,'-10'-1,"0"-1,-1 2,1-1,0 1,0 1,-1 0,1 0,0 1,0 0,0 1,1 0,-1 1,1 0,-1 0,1 1,0 0,1 1,-1 0,1 0,1 1,-1 0,1 0,-4 6,8-11,0 1,0 0,0 0,1 1,-1-1,1 1,0-1,0 1,0 0,0-1,1 1,0 0,-1 0,1 0,1 1,-1-1,1 0,-1 0,1 0,0 0,1 1,-1-1,1 0,0 0,0 0,0 0,0 0,1 0,0 0,0-1,0 1,1 2,7 1,1 0,-1-1,1-1,0 0,0 0,1-1,0 0,-1-1,1 0,0-1,0 0,1-1,-1-1,5 0,-11 1,96 0,0-5,-1-4,0-4,0-5,62-20,-107 25,0-2,52-22,-62 11,-45 24,0 0,0 0,0 1,-1-1,1 0,0 0,-1 0,1 0,-1 0,1 0,-1 0,1 0,-1 0,0 0,1 0,-1 0,0 0,0 0,0 0,0 0,0 0,0 0,0 0,0 0,0 0,-1 0,1 0,0 0,-1 0,1 0,-1 0,1 0,-1 0,1 0,-1 0,0 0,1 0,-1 0,0 1,0-1,1 0,-1 1,-1-1,-7-6,-1 0,0 1,-1 0,0 1,1 1,-2-1,1 2,0-1,-1 2,1-1,-1 2,0-1,0 2,-4 0,9-1,1 1,0 0,0 0,0 1,-1-1,1 1,0 1,0-1,0 1,1 0,-1 1,0-1,1 1,-1 0,1 1,0-1,0 1,0 0,1 0,-1 1,1-1,0 1,0 0,1 0,-1 0,1 0,0 1,1 0,-1-1,1 1,0 0,1 0,-1 0,1 3,0-5,1 1,0-1,0 0,0 1,1-1,-1 1,1-1,0 0,0 0,0 0,1 1,0-1,-1 0,1-1,1 1,-1 0,1-1,-1 1,1-1,0 0,0 1,0-2,1 1,-1 0,1-1,0 1,-1-1,1 0,0 0,0-1,3 2,4 1,1-1,-1 0,1-1,-1 0,1-1,0 0,-1-1,1 0,0-1,-1 0,7-2,-6 1,0-2,0 1,0-2,-1 1,1-2,-1 1,-1-2,1 1,-1-2,0 1,0-1,-1-1,0 1,-1-2,0 1,0-1,-1 0,-1-1,1 1,-2-1,1-1,1-7,-2-12,-13 47,7-7,1-1,-1 1,2-1,-1 1,1 0,0-1,1 1,0-1,0 0,1 0,0 0,0 0,1 0,0 0,1-1,-1 0,1 0,1 0,-1-1,1 1,0-1,1-1,-1 1,1-1,1 0,-1-1,0 1,1-2,0 1,0-1,0 0,0-1,1 1,-1-2,1 1,-1-1,1-1,-1 1,1-2,-1 1,1-1,0 0,-1-1,0 0,1 0,-1-1,0 0,0 0,-1-1,1 0,-1-1,1 1,-1-1,1-2,4-10,-2 0,0-1,-1 0,0 0,-2-1,0 0,-2-1,0 1,-1-1,0 0,-2 0,0 0,-2-1,-1-18,3-266,-18-88,12 348,3 45,1 1,0-1,-1 0,1 0,0 1,-1-1,1 0,0 0,-1 1,1-1,0 0,-1 0,1 0,-1 0,1 0,-1 1,1-1,0 0,-1 0,1 0,-1 0,1 0,-1-1,1 1,0 0,-1 0,1 0,-1 0,1 0,0 0,-1-1,1 1,-1 0,1 0,0-1,-1 1,1 0,0-1,-14 62,4 0,1 1,4 0,2 16,1-18,3 1,2-1,3 0,11 43,-11-73,2-1,1 1,1-2,1 0,2 0,1-1,1 0,1-2,1 0,8 8,-21-27,2 1,-1-1,1 0,0 0,0 0,0-1,1 0,0-1,0 1,0-1,0 0,1-1,0 0,3 1,8-4</inkml:trace>
  <inkml:trace contextRef="#ctx0" brushRef="#br0" timeOffset="5146.628">13895 381,'14'7,"22"1,28 1,30-2,25-2,16-2,4-2,-21 0</inkml:trace>
  <inkml:trace contextRef="#ctx0" brushRef="#br0" timeOffset="5379.038">14643 995,'9'10,"0"-1,1 0,0-1,1 0,0-1,0 0,0 0,1-1,0-1,0 0,0-1,1 0,0-1,8 1,-13-2,-1-1,1 0,0-1,-1 0,1 0,-1-1,1 0,-1 0,1 0,-1-1,0 0,1-1,-1 0,-1 0,1 0,0-1,-1 0,1 0,-1-1,0 0,-1 0,1 0,-1-1,0 1,3-6,-5 6,0 0,1 0,-2 0,1-1,-1 1,0-1,0 0,0 0,-1 0,0 1,0-1,0 0,-1 0,0 0,0-1,0 1,-1 0,0 1,0-1,-1 0,0 0,0 0,0 1,0-1,-1 1,0 0,0-1,-1 1,1 1,-1-1,0 0,0 1,-1 0,1 0,-1 0,0 1,-3-2,3 2,0 0,0 0,0 0,-1 1,1 0,-1 0,1 0,-1 1,0 0,0 0,1 1,-1-1,0 1,0 0,0 1,0-1,1 1,-1 0,0 1,1 0,-1-1,1 2,-1-1,1 1,0-1,0 2,0-1,1 0,-1 1,1 0,-1 0,1 0,1 1,-1-1,1 1,-1 0,1 0,-1 3,3-3,0 1,0-1,0 0,1 1,0-1,0 1,0-1,1 0,0 1,0-1,0 0,1 0,0 0,0 1,0-2,0 1,1 0,0 0,0-1,0 0,4 4,21 26</inkml:trace>
  <inkml:trace contextRef="#ctx0" brushRef="#br0" timeOffset="5774.98">15232 1143,'8'-47,"-1"-1,-3 0,-2 0,-2 0,-2 0,-2 0,-2 1,-4-8,9 51,1 4,-1-1,1 1,-1-1,1 1,0-1,-1 0,1 1,-1-1,1 0,0 1,0-1,-1 0,1 1,0-1,0 0,0 1,0-1,0 0,0 1,0-1,0 0,0 0,0 1,0-1,1 0,-1 1,0-1,0 0,1 1,-1-1,0 1,1-1,-1 0,1 1,-1-1,0 1,1-1,0 1,-1-1,1 1,-1-1,1 1,-1 0,1-1,0 1,-1 0,1 0,0-1,-1 1,1 0,0 0,-1 0,1 0,0 0,0 0,-1 0,1 0,119 69,-77-46,-22-14,-1 2,-1 0,0 1,0 1,-2 1,6 5,-20-16,0-1,-1 1,0 0,0 0,0 0,0 0,0 1,0-1,-1 1,0-1,1 1,-1-1,-1 1,1-1,0 1,-1 0,0-1,0 1,0 0,0 0,-1-1,1 1,-1 0,0-1,0 1,0-1,-1 1,1-1,-1 0,0 1,0-1,0 0,0 0,-2 2,-6 9,6-9,0 0,0 1,1-1,0 1,0 0,0 0,0 0,1 0,0 0,1 1,-1 0,3-5,-1 1,1-1,0 0,0 0,0-1,0 1,0 0,1 0,-1 0,0-1,1 1,0-1,-1 1,1-1,0 0,-1 1,1-1,0 0,0 0,0 0,0-1,0 1,0 0,0-1,0 1,1-1,-1 0,0 0,0 0,0 0,0 0,2 0,46 2,0-2,-1-2,1-3,0-1,3-4,-25 6,73-13</inkml:trace>
  <inkml:trace contextRef="#ctx0" brushRef="#br0" timeOffset="14411.375">5352 5728,'3'51,"1"0,3 0,5 9,4 36,48 457,-12 299,-33 640,-19-1245,28 506,-23-690</inkml:trace>
  <inkml:trace contextRef="#ctx0" brushRef="#br0" timeOffset="16763.309">5365 5848,'3'-60,"3"0,3 0,7-23,0-3,37-167,-53 251,1 0,-1-1,1 1,-1 0,1 0,0 0,0 0,0 0,0 0,0 0,0 1,1-1,-1 0,1 1,-1-1,1 1,0-1,-1 1,1 0,0-1,0 1,0 0,0 0,0 1,0-1,0 0,0 1,0-1,0 1,0-1,1 1,-1 0,0 0,2 0,372 5,-250-2,103 16,83 15,117-10,1036-23,558-83,-711 13,-501 46,420-18,-898 24,944-33,-816 47,844-21,-830 0,1155-32,-937 57,-399-28,-71 21,132 4,40 25,-128-38,-2 15,231 29,-244-3,-248-26,-2-1,1 1,-1 0,0-1,1 1,-1 0,0 0,1 1,-1-1,0 0,1 1,-1-1,0 1,1 0,-1 0,0 0,0 0,0 0,0 0,0 0,0 1,0-1,-1 1,1 0,0-1,-1 1,1 0,-1 0,0 0,1 0,-1 0,0 0,0 0,0 1,-1-1,1 2,-1 51,-3-1,-3 0,-1 0,-6 12,-1 12,-28 176,10 1,12 2,11 0,12 10,65 397,-12-153,-44-378,77 700,-84-802,90 685,-84-522,-8 1,-9 12,-1 1,6-176</inkml:trace>
  <inkml:trace contextRef="#ctx0" brushRef="#br0" timeOffset="19518.223">5620 9992,'8'208,"11"17,0-11,14 359,-23-523,14-65,-3-13,-13 17,0 0,0 0,1 0,0 1,1 0,0 1,1 0,0 1,0 0,0 1,1 0,0 1,1 0,0 1,6-2,19 1,0 2,0 2,0 1,0 2,0 2,10 3,-21-4,230 18,226-14,599-62,-215 63,-26 1,506-96,-121 3,-773 72,687-35,226-68,956 6,-1514 81,32 19,-191 7,61-22,822 26,-1209-15,-189 28,24 12,-146-24,-10-1,-1 0,0-1,0 1,0-1,0 1,0-1,0 0,0 1,1-1,-1 0,0 0,0 0,0 1,1-2,-1 1,0 0,0 0,1 0,-1 0,0-1,0 1,0-1,0 1,0-1,0 1,1-1,-1 1,0-1,-1 0,1 0,0 1,0-1,0 0,0 0,-1 0,1 0,0 0,-1 0,1 0,-1-1,1 1,-1 0,1 0,-1 0,0 0,0-1,1 1,-1 0,-1-194,1 119,-1 1</inkml:trace>
  <inkml:trace contextRef="#ctx0" brushRef="#br0" timeOffset="21044.149">6248 9725,'-19'213,"10"-125,-3-2,-22 77,20-127,10-42,22-99,77-234,-71 282,-23 57,0-1,-1 1,1-1,0 1,-1-1,1 1,0 0,-1-1,1 1,0 0,0 0,0 0,-1-1,1 1,0 0,0 0,-1 0,1 0,0 0,0 1,0-1,-1 0,1 0,0 0,0 1,-1-1,1 0,0 1,-1-1,1 1,0-1,-1 0,1 1,-1 0,1-1,0 1,-1-1,1 1,-1 0,0-1,1 1,-1 0,0-1,1 1,-1 0,0 0,0-1,1 1,-1 0,0 0,0 0,0-1,0 1,0 0,0 0,-1 0,2 0,94 238,-77-193,3 4,-2 0,-3 1,-1 1,3 31,-23-49,-3-28</inkml:trace>
  <inkml:trace contextRef="#ctx0" brushRef="#br0" timeOffset="21317.417">6208 10206,'-5'-4,"11"-5,17-2,20-6,22-5,16-6,7-2,-12 4</inkml:trace>
  <inkml:trace contextRef="#ctx0" brushRef="#br0" timeOffset="22111.658">6088 8803,'-28'300,"22"-245,6-55,0 0,0 0,-1 0,1-1,0 1,0 0,0 0,-1 0,1 0,0 0,0 0,0 0,0 0,-1 0,1 0,0 0,0 0,0 0,-1 0,1 0,0 0,0 0,0 1,0-1,-1 0,1 0,0 0,0 0,0 0,0 0,0 0,-1 1,1-1,0 0,0 0,0 0,0 0,0 0,0 1,0-1,0 0,-1 0,1 0,0 0,0 1,0-1,-5-20,5 20,-13-85,3-1,3-29,6 107,-1 0,1 0,1 0,0 0,0 0,0 0,1-1,0 1,1 1,0-1,0 0,1 0,0 1,0-1,0 1,1 0,0 0,1 0,0 1,0-1,0 1,1 0,-1 1,2-1,-1 1,7-4,-3 5,0 1,0 0,0 0,1 1,0 0,-1 1,1 0,0 1,-1 0,1 1,0 0,-1 0,1 1,-1 1,1 0,-1 0,0 1,0 0,0 1,-1 0,0 1,0 0,0 0,-1 0,0 1,0 1,0 0,-1 0,2 3,-6-6,-1 0,0 1,0-1,0 0,0 1,-1-1,0 1,0-1,-1 1,0 0,0-1,0 1,0-1,-1 1,0 0,0-1,0 1,-1-1,0 0,0 1,0-1,-1 0,0 0,0-1,0 1,-1 0,-4 6,-1 0,-1 0,0-1,0-1,-1 0,0 0,0-1,-1 0,0-1,-1-1,9-3,0 0,0-1,-1 0,1 0,-1 0,1-1,-1 1,0-1,1 0,-1 0,0-1,0 0,0 0,0 0,1 0,-1-1,-2 0,7 0,-1 0,0 0,1 0,-1 0,1 0,-1 0,1-1,0 1,0 0,-1 0,1-1,0 1,0 0,0 0,0 0,0-1,1 1,-1 0,0 0,0-1,1 1,-1 0,1 0,-1 0,1 0,0 0,-1 0,1 0,0 0,0 0,-1 0,1 0,0 0,0 0,0 1,0-1,0 0,0 1,1-1,-1 1,0-1,0 1,1-1,8-5,1 0,0 1,-1 0,2 1,-1 0,1 1,-1 0,1 1,0 0,0 1,0 1,-1-1,1 2,0 0,0 0,0 1,0 0,-1 1,1 1,2 1,-10-4,1 1,-1 0,0 0,1 0,-1 1,0-1,0 1,-1 0,1 0,-1 1,1-1,-1 1,0-1,0 1,-1 0,1 0,-1 0,0 1,0-1,0 0,-1 1,1-1,-1 1,0 0,0 0,-1-1,0 1,1 0,-2 0,1-1,0 1,-1 0,0-1,0 1,0 0,-2 3,-6 4,-1-1,0-1,0 0,-1 0,0-1,-1 0,0-1,0 0,-1-1,0 0,0-1,0-1,-1 0,0-1,0 0,0-1,-1-1,0 0,-86-3,65-9</inkml:trace>
  <inkml:trace contextRef="#ctx0" brushRef="#br0" timeOffset="22704.762">6369 7666,'1'18,"0"-18,-1 0,0 0,0 0,0-1,0 1,0 0,0 0,0 0,1 0,-1 0,0 0,0 0,0-1,0 1,0 0,1 0,-1 0,0 0,0 0,0 0,0 0,1 0,-1 0,0 0,0 0,0 0,0 0,1 0,-1 0,0 0,0 0,0 0,0 0,1 0,-1 0,0 1,0-1,0 0,0 0,0 0,1 0,-1 0,2-7,1 0,-1 0,-1 0,0 0,0-1,0 1,-1 0,0-1,0 1,-1 0,0-1,0 1,0 0,-1 0,0 0,-1 0,0 0,0 0,0 1,-1 0,0-1,0 1,-1 0,1 1,-1-1,-1 1,1 0,-1 0,-3-1,0 1,0 1,0-1,-1 2,1-1,-1 1,0 1,0 0,0 0,0 1,0 0,-1 1,1 0,0 0,0 1,0 1,0 0,0 0,0 1,0 0,-6 3,4-1,0 1,0 0,0 1,1 0,0 0,0 2,1-1,0 1,1 1,0-1,0 2,1-1,0 1,1 0,0 1,-1 4,5-11,0 2,0-1,1 0,-1 1,1-1,1 1,-1-1,1 1,1 0,-1 0,1-1,0 1,1 0,-1 0,1-1,1 1,-1 0,1-1,0 1,1-1,0 0,0 0,0 0,0 0,1 0,0-1,4 5,6 0,1-1,0-1,0-1,1 0,0 0,0-2,0 0,0-1,1-1,0 0,0-1,0-1,0 0,0-2,0 0,11-2,13 0,0-2,0-2,-1-1,0-2,-1-2,0-1,0-2,1-4,17-11</inkml:trace>
  <inkml:trace contextRef="#ctx0" brushRef="#br0" timeOffset="23148.185">6141 6303,'-2'13,"-1"17,0 14,0 13,1 8,1 7,1 3,-1-1,4-7,0-12,3-12,1-14,3-16,-1-10</inkml:trace>
  <inkml:trace contextRef="#ctx0" brushRef="#br0" timeOffset="23447.385">6101 6236,'1'-1,"0"0,1 0,-1 0,1 0,-1 0,1 0,-1 0,1 0,-1 1,1-1,0 1,-1-1,1 1,0 0,0 0,-1 0,1 0,0 0,-1 0,1 0,0 0,0 1,-1-1,1 0,0 1,-1 0,1 0,15 5,0 1,-1 1,0 1,0 0,-1 2,0-1,0 2,-2 0,1 0,-2 1,6 8,-2-3,0 0,-2 1,0 1,-2 0,0 1,-1 0,-1 1,-1 0,-1 0,-1 1,-1 0,-1 0,-1 1,-1 1,-3-15,1-1,-1 1,-1-1,0 1,0-1,-1 0,0 1,-1-1,0 0,0 0,-1-1,0 1,-1-1,0 0,0 0,0 0,-1-1,-1 1,1-2,-1 1,0-1,0 0,-1 0,0-1,0 0,0 0,-9 3,-14 3,0-1,-1-2,0-1,0-1,0-2,-1-1,0-2,-24-2,-7 1</inkml:trace>
  <inkml:trace contextRef="#ctx0" brushRef="#br0" timeOffset="24639.865">2678 6584,'1066'-26,"-33"38,-673-3,-310 0,-58-3,-6-4</inkml:trace>
  <inkml:trace contextRef="#ctx0" brushRef="#br0" timeOffset="24984.943">3788 6356,'16'0,"18"0,21 2,13 6,12 3,3 5,-1 4,-7 5,-15 3,-17 4,-16 5,-24 11,-28 10,-33 11,-32 14,-27 10,-21 6,12-13</inkml:trace>
  <inkml:trace contextRef="#ctx0" brushRef="#br0" timeOffset="25750.927">2759 7747,'764'-21,"-272"4,754-12,-1164 26,-73-3,-26 1,-82-6,62 9</inkml:trace>
  <inkml:trace contextRef="#ctx0" brushRef="#br0" timeOffset="26076.823">3748 7519,'27'17,"31"4,1-3,51 9,44 13,-143-37,4 1,-1 0,1 0,-1 2,0 0,0 0,-1 1,0 1,0 0,-1 1,0 0,7 8,-17-13,0 0,0 1,0-1,0 0,-1 1,0 0,0-1,0 1,-1 0,0-1,1 1,-2 0,1-1,0 1,-1 0,0-1,0 1,-1-1,1 1,-1-1,0 1,0-1,0 0,0 0,-1 0,0 0,0-1,0 1,0-1,-1 1,1-1,-1 0,0-1,0 1,-47 45,-2-3,-1-2,-3-2,-21 9,66-42,-110 71</inkml:trace>
  <inkml:trace contextRef="#ctx0" brushRef="#br0" timeOffset="26659.287">2718 9030,'370'-36,"647"13,-699 2,231-8,-541 30,-23 1,-28 1,-1 1,2-2</inkml:trace>
  <inkml:trace contextRef="#ctx0" brushRef="#br0" timeOffset="26987.331">3494 8709,'1'3,"1"0,-1 0,1 0,0 0,0 0,0-1,1 1,-1 0,1-1,-1 0,1 0,0 0,0 0,0 0,0 0,3 1,38 18,1-2,1-2,0-2,47 9,-29-7,-32-9,6 1,0 2,-1 1,0 1,-1 3,-1 1,23 15,-54-30,0 0,0 0,-1 1,1-1,-1 1,0 0,0 0,0 0,0 0,0 1,-1-1,0 1,1-1,-1 1,-1 0,1 0,0 0,-1 0,0 0,0 0,0 1,0-1,-1 0,0 1,0-1,0 0,0 0,-1 1,1-1,-1 0,0 0,-1 1,1-1,-2 2,-8 13,-2 1,-1-2,0 0,-1 0,-1-2,0 0,-1 0,-1-2,-4 3,2-1,-253 199,193-152</inkml:trace>
  <inkml:trace contextRef="#ctx0" brushRef="#br0" timeOffset="27609.734">3053 10621,'131'0,"1222"-23,-916 5,-390 23,-56 6,-77 1,63-11</inkml:trace>
  <inkml:trace contextRef="#ctx0" brushRef="#br0" timeOffset="27893.581">3774 10421,'28'4,"24"4,22 3,16 4,10 4,2 4,-6 4,-13 7,-18 9,-24 11,-34 16,-42 22,-55 22,-63 28,-6-10</inkml:trace>
  <inkml:trace contextRef="#ctx0" brushRef="#br0" timeOffset="57975.262">2143 6249,'-1'2,"0"0,-1 0,1 0,-1 0,1 0,-1-1,0 1,0 0,0-1,0 0,0 1,0-1,0 0,0 0,-1 0,1 0,0-1,-1 1,1-1,0 1,-1-1,1 0,-1 0,1 0,-1 0,1 0,-1-1,2 1,-9 0,1 0,-1 0,0 1,0 0,1 1,-1 0,1 0,-1 1,1 0,0 1,0 0,0 1,1-1,-1 2,1-1,0 1,-3 4,2 0,1 0,1 1,0 0,0 0,1 1,1 0,0 0,0 0,1 0,1 1,0 0,0 8,-9 159,12-171,4 121,5 0,6 0,5-2,32 102,-42-191,24 85,-6 2,-5 2,-6 0,1 116,-17-220,-1 0,-1 0,-1 0,-1 0,-2-1,0 1,-1-1,-1 0,-2 0,0-1,-1-1,-1 1,-1-2,-2 2,9-16,0-1,-1 1,1-1,-1 0,0-1,0 0,-1 0,1 0,-1 0,0-1,0 0,0-1,0 0,0 0,-1 0,1-1,-1 0,1 0,-1-1,1 0,-1 0,1-1,-1 0,1 0,-1-1,1 0,0 0,-2-2,8 4,0 0,0-1,0 1,0-1,0 1,0-1,0 1,0-1,1 1,-1-1,0 0,0 1,1-1,-1 0,0 0,1 0,-1 0,1 1,-1-1,1 0,-1 0,1 0,-1 0,1 0,0 0,0 0,0 0,0 0,-1 0,1-1,1 1,-1 0,0 0,0 0,0 0,0 0,1 0,-1 0,0 0,1 0,-1 0,1 1,-1-1,1 0,0 0,-1 0,1 0,0 1,-1-1,1 0,0 1,0-1,0 0,0 1,0-1,0 1,0 0,0-1,0 1,0 0,0-1,0 1,1 0,16-5,0 2,0-1,0 2,1 1,-1 0,1 1,0 1,-1 1,0 1,1 0,-1 2,-1 0,4 1,-4 0,0 1,-1 0,0 1,-1 1,1 0,-1 1,-1 1,0 0,-1 1,0 1,-1 0,0 0,-1 1,0 1,-2 0,1 0,-2 1,0 0,-1 0,5 17,3 26,-2 0,-3 1,-2 1,-4-1,-1 1,-4 0,-4 30,-25 204,-13-2,-79 283,116-550,-21 92,-3 2,6 2,-9 118,32-217,1 0,0 0,2 0,0 0,2 0,6 21,-8-34,2-1,-1 0,1-1,0 1,1 0,0-1,0 0,1-1,0 1,0-1,1 0,-1 0,2-1,-1 0,1 0,0-1,8 4,72 18,-50-22</inkml:trace>
  <inkml:trace contextRef="#ctx0" brushRef="#br0" timeOffset="58996.617">111 5581,'-15'26,"0"1,2 0,1 1,1 0,1 1,2 0,1 0,1 1,1 0,2 4,-1 19,3 0,2 0,2 0,3 0,5 18,12 37,5-2,4 0,5-3,5-1,3-1,5-3,11 8,-37-63,2-1,1-1,3-1,1-1,2-2,1-2,2-1,2-1,0-3,2 0,2-3,33 16,2-16,-53-23</inkml:trace>
  <inkml:trace contextRef="#ctx0" brushRef="#br0" timeOffset="59263.172">285 7519,'14'5,"15"5,13 4,10 4,8 4,2 2,0 2,-3-2,-6-2,-7-2,-6-6,-9-4,-6-4,-8-3</inkml:trace>
  <inkml:trace contextRef="#ctx0" brushRef="#br0" timeOffset="59554.393">633 7453,'-2'-5,"3"-6,5-3,5 1,5 0,3 2,0 3,-1 3,-4 5,-4 4,-3 4,-6 3,-5 0,-2-3</inkml:trace>
  <inkml:trace contextRef="#ctx0" brushRef="#br0" timeOffset="60287.557">740 7172,'-22'-30,"21"35,43 84,11 7,79 162,-73-108,-102-270,42 120,0 0,0 0,0 0,0 0,0 0,0 0,0 0,0 0,0 0,0 0,0 0,-1 1,1-1,0 0,0 1,1-1,-1 1,0-1,0 1,0 0,0-1,0 1,0 0,1 0,-1-1,0 1,1 0,-1 0,1 0,-1 0,1 0,-1 0,1 0,-1 0,1 0,0 0,-7 7,-3 2,0-1,-1-1,0 0,-1 0,0-1,0-1,0 0,-1-1,0 0,0-1,0 0,-1-1,1 0,-1-1,0-1,1 0,-7-1,-78 1,98-1,-1 0,0 0,0 0,0 0,1 1,-1-1,0 0,0 0,1 1,-1-1,0 1,0-1,1 1,-1-1,1 1,-1-1,0 1,1-1,-1 1,1 0,-1-1,1 1,-1 0,1-1,0 1,-1 0,1 0,0-1,0 1,0 0,-1 0,1 0,0-1,0 1,0 0,2 6</inkml:trace>
  <inkml:trace contextRef="#ctx0" brushRef="#br0" timeOffset="60789.232">433 7640,'-12'-14,"-3"-6,3-3,8-1,11-4,12-2,9-2,7-1,2 2,1 3,-3 4,-6 6,-5 6,-4 5,-4 4,-4 3</inkml:trace>
  <inkml:trace contextRef="#ctx0" brushRef="#br0" timeOffset="61765.676">405 4631,'-1'-8,"-3"-12,8 27,12 60,-3 1,-3 0,-1 18,18 117,-25-193,-1-4,0 0,0 0,0 0,1 0,0 0,0 0,0-1,1 1,0-1,0 0,0 0,0 0,2 2,-2-6,0-1,0 1,-1-1,1 1,0-1,0 0,-1 0,1 0,0 0,0-1,-1 1,1-1,0 0,-1 0,1 0,0 0,-1 0,1 0,-1-1,0 1,1-1,-1 0,0 1,0-1,0 0,0 0,-1-1,1 1,1-2,2-1,163-139,-166 142,0 1,-1-1,1 1,-1-1,0 0,1 0,-1 0,0 0,0 0,0 0,0 0,-1 0,1 0,0 0,-1 0,0-1,1 1,-1 0,0 0,0-1,0 1,-1 0,1 0,0-1,-1 1,1 0,-1 0,0 0,0 0,0 0,0 0,0 0,0 0,-1 0,1 0,-2-1,-1-5,-37-70,28 73,10 29,41 184,-27-160,61 194,-47-179</inkml:trace>
  <inkml:trace contextRef="#ctx0" brushRef="#br0" timeOffset="63135.556">1368 4925,'-37'-362,"37"361,-1-1,1 0,-1 1,1-1,-1 0,1 0,0 1,0-1,0 0,0 1,0-1,1 0,-1 0,0 1,1-1,-1 0,1 1,0-1,-1 1,1-1,0 1,0-1,0 1,0-1,0 1,0 0,1 0,-1-1,0 1,1 0,-1 0,1 0,-1 0,1 1,-1-1,1 0,0 1,-1-1,1 1,0-1,-1 1,1 0,0 0,-1 0,1 0,0 0,0 0,-1 0,1 1,0-1,17 6,0 0,0 1,-1 1,0 1,-1 0,0 2,0 0,-1 0,0 2,-1 0,1 2,-7-7,0-1,-1 1,0 0,0 1,-1 0,0 0,-1 0,0 1,0 0,-1 0,-1 1,1-1,-2 1,1 0,-2 0,1 1,-1 5,-2-13,-1-1,1 0,-1 0,0 0,0 0,-1 0,1 0,-1 0,1 0,-1 0,0 0,0-1,0 1,0-1,-1 0,1 1,-1-1,1 0,-1-1,0 1,0 0,1-1,-1 1,0-1,-1 0,1 0,0 0,0-1,0 1,-1-1,1 1,0-1,0 0,-3-1,2 1,-1 0,1 0,0 0,0-1,-1 0,1 0,0 0,0 0,0-1,0 0,0 1,0-1,1-1,-1 1,1-1,-1 1,1-1,0 0,0 0,0 0,1-1,-1 1,1-1,-1 1,1-1,-1-3,3 2,0 0,0 0,1 1,-1-1,1 0,0 0,1 0,-1 1,1-1,0 0,0 1,0 0,1-1,-1 1,1 0,0 0,1 0,-1 1,0-1,1 1,0 0,0 0,0 0,0 0,-3 2,117-89,-93 74,-1-1,-1-1,0-1,-1-1,-1-1,-1-1,6-11,-22 30,-1-1,0 0,0 0,0 0,-1 0,0 0,1-1,-1 1,-1-1,1 1,-1-1,0 0,0 1,0-1,0 0,-1 0,0 0,0 0,0 1,-1-1,1 0,-1 0,-1 0,1 1,0-1,-1 0,0 1,0 0,-1-1,1 1,-1 0,0 0,0 0,0 1,0-1,-1 1,-3-3,2 3,0 1,0 0,-1 0,1 1,-1-1,1 1,-1 0,1 1,-1-1,0 1,1 0,-1 1,0-1,1 1,-1 0,1 1,-1-1,1 1,0 0,0 0,0 1,0 0,0-1,0 2,0-1,1 1,0-1,0 1,0 0,0 0,1 1,-1-1,1 1,0 0,1 0,-1 0,1 0,0 0,0 1,-1 4,1-1,1 0,-1 0,2 0,-1 0,1 0,1 0,-1 0,1-1,1 1,0 0,0 0,1-1,0 1,0-1,1 0,0 0,1 0,0 0,0-1,0 0,1 0,5 5,1 1,1-1,1-1,0 1,1-2,0 0,0-1,1-1,0 0,0-1,1 0,1-1,-7-2,0 0,1-1,-1 0,0 0,1-2,0 1,-1-1,1-1,0 0,-1-1,1 0,0 0,-1-2,1 1,-1-1,0-1,0 0,0-1,-1 0,1 0,-1-1,0-1,-1 0,0 0,5-5,-4-1,0 0,-1-1,0 0,-2 0,1-1,-2 0,0 0,-1-1,0 0,-1 0,-1 0,-1-1,11-199,-13 211,1-66,-4-1,-3 1,-2 0,-4 1,-3 0,-22-62,35 128,0-5,0 1,-1 0,0 1,-1-1,0 0,0 1,0 0,-1 0,0 0,0 1,-1-1,0 1,0 1,-1-2,5 7,0 0,0 0,0 0,0-1,0 2,0-1,0 0,0 0,0 1,0-1,0 1,1-1,-1 1,0 0,0 0,1 0,-1 0,0 0,1 0,-1 1,1-1,-1 0,1 1,0-1,-1 1,1-1,0 1,0 0,0 0,0-1,1 1,-1 0,0 0,1 0,-1 0,1 0,0 0,0 0,-1 0,1 0,1 0,-7 31,2-1,2 1,1 0,1 0,2-1,1 1,2-1,1 1,1-1,7 16,-5-10,1 0,1-2,2 1,2-2,1 1,2-2,1-1,2 0,1-1,1-2,2 0,22 20,-41-44,0 0,1-1,0 1,0-1,1-1,-1 1,1-1,0-1,0 1,1-2,-1 1,0-1,1 0,0-1,-1 0,1 0,0-1,0 0,-1 0,1-1,0 0,-1-1,1 0,-1 0,1-1,-1 0,0 0,0-1,0 0,-1-1,1 0,-1 0,8-12,-1-1,-1 0,0-1,-2 0,0-1,-1 0,-2-1,0 0,0 0,-2-1,-1 0,2-17,-5 30,1-1,-1 0,-1 0,0 0,0 0,-1 0,-1 0,1 0,-2 0,1 0,-1 1,-1-1,0 0,0 1,-1 0,0-1,0 2,-4-6,6 13,-1-1,1 1,-1 0,1 0,0 0,-1 0,0 0,1 1,-1-1,0 1,1 0,-1 0,0 0,1 0,-1 0,0 0,1 1,-1-1,1 1,-1 0,0 0,1 0,-1 0,1 0,0 0,0 1,-1-1,1 1,0 0,0-1,0 1,0 0,1 0,-1 1,0-1,1 0,0 0,-1 1,1-1,0 1,0-1,0 1,1-1,-1 2,-5 9,0-1,1 1,1 1,0-1,1 0,0 1,1 0,1 0,0-1,1 7,0-13,0 0,1 0,0-1,0 1,0-1,1 1,0-1,1 1,-1-1,1 0,0 0,0 0,1 0,0-1,0 1,0-1,1 0,0 0,0-1,0 0,0 1,3 0,3 0,0-1,0 0,0 0,0-1,1-1,-1 0,1 0,0-2,0 1,-1-1,1-1,0 0,-1-1,1 0,8-3,48-12</inkml:trace>
  <inkml:trace contextRef="#ctx0" brushRef="#br0" timeOffset="63810.62">3240 3843,'-10'3,"0"1,1 0,0 1,0 0,0 0,0 1,1 0,0 0,0 1,0 0,1 0,0 1,1 0,-1 0,-3 9,6-11,1 0,0-1,0 1,0 1,1-1,0 0,1 0,-1 1,1-1,0 1,1 0,-1-1,1 1,1-1,-1 1,1 0,0-1,1 1,-1-1,1 0,1 0,-1 0,1 0,0 0,1 1,0-2,0 1,1 0,0-1,0 0,1 0,0 0,-1-1,2 0,-1 0,0 0,1-1,-1 0,1 0,0-1,0 1,0-2,0 1,1-1,-1 0,0 0,4-1,2 0,0 0,1-2,-1 1,0-1,0-1,0-1,0 1,0-2,-1 0,0-1,5-2,2-5,-2 0,1-1,-2-1,0 0,-1-2,0 1,-1-2,-1 0,-1 0,-1-1,0-1,-2 0,0 0,-1-1,-1 0,-1-1,-1 1,-1-1,-1 0,-1 0,0 0,-2-1,-2-13,-3-50,-5 0,-3 1,-4 1,-3 0,-23-53,18 59,-3 1,-29-54,53 123,0 0,0 0,-1 0,0 0,0 1,-1-1,0 1,0 1,-5-5,10 10,0 1,0 0,0 0,0-1,0 1,0 0,-1 0,1 0,0 0,0 0,0 0,0 0,0 0,0 1,0-1,0 0,0 0,0 1,0-1,0 1,0-1,0 1,0 0,0-1,1 1,-1 0,0-1,0 1,1 0,-1 0,0 0,1 0,-1 0,1 0,-1 0,1 0,-1 0,1 0,0 0,0 0,-1 0,1 0,0 0,0 0,0 0,0 0,0 1,-5 20,1 2,1-1,1 0,1 1,1-1,1 1,1-1,2 5,9 54,3-1,4-1,3-1,4 0,3-2,3-2,4-1,3-1,3-3,11 10,-48-70,3 4,0 0,0-1,1 0,1-1,0 0,0 0,1-1,1-1,13 8,-24-17,0 0,0 0,0 0,0-1,1 1,-1-1,0 1,1-1,-1 0,0 0,1 0,-1 0,0-1,0 1,1-1,-1 1,0-1,0 0,0 0,1 0,-1 0,0 0,0 0,-1-1,1 1,0 0,0-1,-1 0,1 1,-1-1,1 0,-1 0,40-68,-38 64,31-74,-5-2,5-27,-33 106,-7 98,5-90,-1 0,1 0,0-1,1 1,-1 0,1 0,0 0,1 0,-1 0,1 0,0 0,0 0,0 0,1 0,-1-1,1 1,1-1,-1 1,0-1,1 0,0 0,0 0,0 0,1 0,-1-1,1 0,0 1,0-1,0-1,0 1,0 0,1-1,1 1,3-2,0 0,0-1,0 0,-1 0,1-1,0 0,0-1,-1 0,1 0,-1-1,1 0,-1 0,0-1,5-3,30-16</inkml:trace>
  <inkml:trace contextRef="#ctx0" brushRef="#br0" timeOffset="64126.893">4042 3429,'-341'13,"100"-13,240 0,0 0,1 0,-1 1,1-1,-1 0,1 0,-1 1,0-1,1 0,-1 0,1 0,-1 0,0 0,1 0,-1 0,0 0,1 0,-1 0,1 0,-1 0,0 0,1-1,-1 1,1 0,-1 0,0-1,1 1,-1 0,1-1,-1 1,1 0,-1-1,1 1,-1-1,1 1,0-1,-1 1,1-1,0 1,-1-1,1 1,0-1,0 0,-1 1,1-1,0 0,0 1,0-1,0 1,0-1,0 0,0 1,0-1,0 0,0 1,0-1,1 0,103-69,8 6,2 5,118-43,-136 66</inkml:trace>
  <inkml:trace contextRef="#ctx0" brushRef="#br0" timeOffset="64379.22">4483 3429,'0'15,"2"13,1 8,5 3,2-1,8-3,4-7,6-5,2-8,-2-6,-2-9,-5-9,-5-3</inkml:trace>
  <inkml:trace contextRef="#ctx0" brushRef="#br0" timeOffset="64644.028">4283 2826,'-18'-9,"-11"-5,-3 0,5-1,6 3</inkml:trace>
  <inkml:trace contextRef="#ctx0" brushRef="#br0" timeOffset="65633.541">13359 6530,'1'5,"1"-1,-1 1,1 0,0-1,0 1,0-1,0 0,1 0,0 0,0 0,0 0,0-1,1 1,-1-1,1 0,0 0,0 0,0-1,0 1,0-1,1 0,-1 0,1 0,0-1,-1 0,1 0,0 0,0 0,32 6,1-1,0-2,0-1,0-2,0-2,0-1,0-3,0 0,-1-3,0-1,32-12,21-1,-89 22,0 0,1 1,-1-1,0 0,0 1,0-1,0 1,0-1,0 1,0 0,0-1,0 1,0 0,0 0,0 0,0-1,-1 1,1 0,0 0,-1 0,1 0,-1 1,1-1,-1 0,1 0,-1 0,0 0,1 0,-1 1,0-1,0 0,0 0,0 0,0 1,0-1,0 0,-1 0,1 0,0 0,-1 1,0 0,-35 200,-5 47,11 1,4 167,26-374</inkml:trace>
  <inkml:trace contextRef="#ctx0" brushRef="#br0" timeOffset="66180.872">13440 7266,'303'-115,"5"-22,4-17,-304 150,36-19,0-2,-2-2,0-1,0-4,-41 32,3-3,1-1,-1 1,0-1,1 1,-2-1,1 0,0-1,-1 1,0-1,0 1,0-1,-1 0,1 0,-1 0,0 0,-1-1,1-1,-2 6,0-1,-1 1,1 0,-1 0,1 0,-1-1,1 1,-1 0,1 0,-1 0,0 0,0 0,0 0,0 0,0 0,0 0,0 1,0-1,0 0,0 0,0 1,0-1,0 1,-1-1,1 1,0 0,0-1,-1 1,1 0,0 0,0 0,-1 0,1 0,0 0,-1 0,1 0,0 0,0 1,-1-1,1 1,0-1,0 1,0-1,-1 1,1 0,0-1,0 1,0 0,0 0,0 0,1 0,-1 0,0 0,0 1,-6 7,1 1,1 0,-1 0,2 1,0 0,0-1,1 1,0 1,0-1,2 0,-1 4,1-8,-55 457,52-433,1-4,0 1,2-1,1 0,2 0,0 2,-2-28,0 0,-1 1,1-1,0 1,0-1,0 0,0 1,0-1,1 0,-1 1,0-1,1 1,-1-1,1 0,-1 0,1 1,0-1,-1 0,1 0,0 0,0 0,0 0,0 0,0 0,0 0,0 0,0 0,0 0,1-1,-1 1,0 0,0-1,1 1,-1-1,0 1,1-1,-1 0,1 0,-1 0,0 0,1 0,-1 0,1 0,-1 0,0 0,1 0,-1-1,0 1,1-1,-1 1,0-1,1 1,-1-1,9-7,0 0,0-1,0 0,-1 0,-1-1,0 0,0 0,-1-1,4-8,-1 3,166-297,-155 281,-21 33,-1-1,1 1,0-1,0 1,0-1,0 1,-1-1,1 1,0 0,0-1,0 1,0-1,0 1,0-1,0 1,1-1,-1 1,0 0,0-1,0 1,0-1,1 1,-1-1,0 1,1-1,-1 0,0 1,1-1,-1 1,0-1,1 1,-1-1,1 0,-1 1,1-1,-1 0,1 0,-1 1,1-1,-1 0,1 0,-1 0,1 0,-1 0,1 0,0 1,-1-1,1 0,-1-1,1 1,-1 0,1 0,0 0,-1 0,1 0,-1 0,1-1,-1 1,1 0,-1 0,1-1,-1 1,0 0,1-1,-1 1,1-1,-1 1,1-1,-1 26,-1-1,0 0,-2 0,-1 0,-1 0,-3 9,0 2,-23 97,-34 196,62-314,1 1,0-1,1 0,0 1,1-1,1 1,1-1,0 0,0 0,2 0,-1 0,2 0,0-1,1 1,2 2,20 19</inkml:trace>
  <inkml:trace contextRef="#ctx0" brushRef="#br0" timeOffset="68446.511">15352 6704,'0'-11,"-1"21,-1 9,-17 99,-6 0,-4-2,-11 14,-13 55,52-182,-11 70,13-71,-1 0,0 0,0 1,1-1,0 0,-1 0,1 0,0 0,0-1,0 1,0 0,0 0,0 0,0-1,1 1,-1-1,1 1,-1-1,1 1,0-1,-1 0,1 0,0 0,0 0,0 0,0 0,0 0,0-1,0 1,0-1,0 1,2-1,14 1,0-1,0-1,-1-1,1 0,0-1,-1-1,0 0,1-2,-2 0,1-1,-1 0,0-1,-1-1,5-4,-11 8,1-1,-1-1,0 1,0-2,-1 1,0-1,0 0,-1-1,0 0,0 0,-1 0,0-1,-1 0,0 0,-1 0,0-1,-1 1,0-1,0 0,-1 0,0 0,-1-7,-5-36,3 53,1 1,-1 0,0-1,0 1,0 0,1 0,-1 0,0 0,0 0,0 0,1 0,-1 0,0 0,0 0,0 0,1 0,-1 1,0-1,0 0,1 0,-1 1,0-1,0 1,1-1,-1 1,0-1,1 1,-1-1,1 1,-1-1,1 1,-1 0,1-1,-1 1,1 0,0 0,-1-1,1 1,0 0,0 0,-1 0,1-1,0 1,0 0,0 0,0 0,0-1,0 1,0 0,0 0,-25 69,3 0,3 2,-7 56,16-83,1 0,3 1,2-1,1 1,3 0,2 0,4 25,5-26</inkml:trace>
  <inkml:trace contextRef="#ctx0" brushRef="#br0" timeOffset="68859.663">15780 7092,'2'-12,"2"0,0 0,0 0,1 1,0 0,1 0,0 0,1 0,0 1,1 0,0 1,1 0,-1 0,2 1,-1 0,1 0,0 1,1 1,0 0,0 0,0 1,1 0,-1 1,10-2,-16 6,0-1,0 1,0 1,0-1,0 1,0-1,0 2,0-1,-1 0,1 1,0 0,-1 0,1 0,-1 1,0 0,0-1,0 1,0 1,0-1,-1 1,1-1,-1 1,0 0,0 0,0 0,-1 1,3 4,0 1,-1-1,0 1,0 0,-1 0,-1 1,0-1,0 0,-1 1,0-1,-1 1,0 0,-6 21,-1-1,-1 0,-2 0,-1-1,-1 0,-2-1,-1 0,-1-1,-1-1,-2-1,-1-1,0 0,-3 0,-75 87,99-113,0 1,-1 0,1-1,0 1,0 0,0 0,-1 0,1 0,0 0,0 0,0 0,-1 0,1 0,0 0,0 0,0 1,-1-1,1 0,0 0,0 1,-1-1,1 1,0-1,-1 1,1-1,0 1,-1-1,1 1,-1-1,1 1,-1 0,1-1,-1 1,1 0,-1-1,0 1,1 0,-1 0,0 0,0-1,0 1,1 0,-1 0,0 0,0-1,0 1,0 0,0 0,-1 0,1-1,0 1,0 0,0 0,-1-1,1 1,0 0,-1 0,1-1,-1 1,1 0,-1-1,1 1,-1 0,1-1,-1 1,0 0,75-1,0-3,0-3,25-8,-61 9,407-59,-318 46</inkml:trace>
  <inkml:trace contextRef="#ctx0" brushRef="#br0" timeOffset="111572.339">8120 10247,'-4'0,"1"1,-1-1,0 1,1 0,-1 0,1 0,0 0,-1 1,1 0,0-1,0 1,0 0,0 1,0-1,0 0,1 1,-1-1,1 1,0 0,0 0,0 0,0 0,0 0,0 1,1-1,0 0,0 1,0-1,-1 3,-14 108,15-96,1-1,1 1,1-1,0 1,1-1,1 0,1 0,2 6,-5-17,0-1,1 1,-1-1,1 0,0 0,0 0,1 0,0 0,-1-1,2 1,-1-1,0 0,1-1,0 1,-1-1,1 0,1 0,-1 0,0-1,1 1,-1-2,1 1,0 0,0-1,0 0,2 0,3-3,1 0,-1-1,0 0,0-1,-1 0,1-1,-1 0,0-1,0 0,0 0,-1-1,0 0,0-1,-1 0,0 0,-1-1,1 0,-2 0,1-1,-1 0,-1 0,0 0,2-7,-2 8,0-1,0-1,-2 1,1-1,-1 1,-1-1,0 0,0 0,-1 0,-1 0,1-1,-2 1,0 0,0 0,-1 0,0 0,-1 0,0 1,-1-1,0 1,-1 0,0 0,0 0,-1 1,-1 0,1 0,-1 0,-8-6,12 11,-1 0,1 0,-1 0,0 0,0 1,0-1,-1 1,1 0,-1 1,0-1,0 1,0 0,0 0,0 0,0 1,0 0,-1 0,1 0,-1 1,1 0,0 0,-1 0,1 0,0 1,-1 0,1 0,0 0,0 1,0 0,0 0,0 0,0 1,0 0,1-1,-3 3,1 3,0 1,0-1,0 1,1 1,1-1,0 1,0-1,1 1,0 0,0 0,2 1,-1-1,1 0,0 1,1-1,0 1,1-1,0 0,1 1,0-1,1 1,8 24</inkml:trace>
  <inkml:trace contextRef="#ctx0" brushRef="#br0" timeOffset="111833.641">7946 9859,'16'7,"21"2,22-5,25-10,19-8,14-7,0 0,-13 7,-24 5</inkml:trace>
  <inkml:trace contextRef="#ctx0" brushRef="#br0" timeOffset="112716.279">8000 11102,'-8'5,"2"0,-1 0,1 1,0 0,0 0,0 0,1 1,0 0,0 0,1 0,0 1,0-1,1 1,0 0,0 0,0 0,2 1,-1-1,1 0,0 1,0-1,1 3,0 1,0 0,0-1,1 1,1 0,0 0,1 0,0-1,1 1,0-1,0 0,1 0,1-1,0 1,0-1,6 5,-9-11,1 0,0 0,0 0,0-1,0 1,0-1,1 0,0 0,-1-1,1 0,0 1,0-2,0 1,1 0,-1-1,0 0,1 0,-1-1,0 0,1 0,-1 0,1 0,-1-1,0 0,1 0,-1 0,0-1,0 0,0 0,0 0,5-3,4-4,0-1,-1-1,0 0,-1-1,0 0,-1-1,0 0,-1-1,-1 0,0 0,0-1,-2 0,0-1,-1 0,0 0,-1 0,-1-1,-1 1,0-3,-2 14,0-1,0 1,-1-1,0 1,0 0,0-1,-1 1,0 0,0-1,0 1,-1 0,1 0,-1 0,0 0,-1 0,1 0,-1 0,0 1,0 0,-1-1,1 1,-1 0,0 1,0-1,0 1,0 0,-1 0,0 0,1 0,-1 1,0 0,0 0,0 0,0 0,-1 1,1 0,0 0,-1 1,1-1,-5 1,-1 3,1 1,-1 0,1 1,0 0,0 0,0 1,1 0,0 1,0 0,1 0,0 1,0 0,0 1,1 0,1 0,0 0,0 1,0 0,1 0,1 0,-3 10,1-7,2-1,0 1,0-1,1 1,1 0,0 0,0 1,2-1,0 0,1 9,5 18</inkml:trace>
  <inkml:trace contextRef="#ctx0" brushRef="#br0" timeOffset="112988.684">8146 11677,'7'20,"7"21,7 19,5 20,3 19,1 20,0 19,-6 18,-6 12,-4 7,-2-1,-2-10,3-19,4-25,-2-33</inkml:trace>
  <inkml:trace contextRef="#ctx0" brushRef="#br0" timeOffset="113752.598">9403 10608,'-1'-27,"1"0,1 0,1 1,2-1,0 0,2 1,1 0,6-15,-10 31,0-1,1 1,0 0,1 0,0 0,0 1,1 0,0 0,4-4,-9 13,-1-1,1 0,0 1,0-1,-1 0,1 1,0-1,0 1,0-1,0 1,0 0,0-1,0 1,0 0,0 0,0 0,0-1,0 1,0 0,0 0,0 1,0-1,0 0,0 0,0 0,0 1,0-1,0 0,0 1,0-1,0 1,0-1,-1 1,1 0,0-1,0 1,-1 0,1-1,0 1,-1 0,1 0,0 0,-1 0,1 0,-1 0,0-1,1 1,-1 1,21 50,-10 3,-3 1,-1 0,-3 0,-3 0,-3 16,2-31,-1 55,0-65</inkml:trace>
  <inkml:trace contextRef="#ctx0" brushRef="#br0" timeOffset="114016.06">9215 9939,'21'-7,"24"-7,23-5,21-6,13-2,5 2,-4 5,-19 6</inkml:trace>
  <inkml:trace contextRef="#ctx0" brushRef="#br0" timeOffset="114608.48">9416 11035,'-9'6,"0"0,0 0,0 1,1 0,0 0,1 1,-1 0,1 0,1 1,0 0,0 0,1 1,0-1,0 1,1 0,1 1,-1-1,2 1,-1 3,1-6,1-1,0 1,0-1,0 1,1-1,1 1,-1 0,1-1,0 1,1-1,0 0,0 1,0-1,1 0,0 0,1 0,0-1,0 1,0-1,0 0,1 0,0-1,1 1,-1-1,1 0,0 0,5 2,-1-1,1-1,-1 0,1-1,0 0,1-1,-1 0,1-1,-1 0,1-1,0 0,-1-1,1 0,0-1,-1 0,1-1,0 0,-1-1,0 0,0-1,0 0,0-1,0 0,-1-1,0 0,0-1,-1 0,0 0,0-1,0 0,-1 0,-1-1,1 0,-1-1,-1 0,0 0,0 0,-1 0,0-1,-1 0,0 0,2-10,-6 15,1 0,-1 0,-1 0,1 0,-1 0,0-1,0 1,0 1,-1-1,0 0,0 0,-1 1,0-1,0 1,0 0,0-1,-1 2,0-1,0 0,0 1,-1 0,1 0,-1 0,0 0,0 1,-1 0,1 0,0 0,-1 1,0 0,0 0,1 0,-1 1,0-1,-1 2,1-1,0 1,0-1,0 2,0-1,0 1,0 0,0 0,0 1,0-1,0 1,0 1,1-1,-1 1,1 0,-2 1,-2 6,0 0,1 0,0 1,0 0,1 0,1 1,0 0,1 0,0 1,0-1,2 1,-1 0,2 0,0 1,0-1,1 0,1 1,0-1,1 0,0 1,1-1,1 0,0 0,5 12,9 23</inkml:trace>
  <inkml:trace contextRef="#ctx0" brushRef="#br0" timeOffset="114865.302">9644 11704,'-9'33,"2"0,2 1,1 0,1-1,2 1,2 0,1 0,2 8,13 68,26 92,-31-150,55 246,21 257,-44 53,-35-524,-1-27</inkml:trace>
  <inkml:trace contextRef="#ctx0" brushRef="#br0" timeOffset="116013.863">9537 11584,'0'-9,"2"-3,3 7,3 11,1 17,0 14,1 16,-1 15,-2 8,-2 9,-2-12</inkml:trace>
  <inkml:trace contextRef="#ctx0" brushRef="#br0" timeOffset="116685.489">11074 10406,'-39'-17,"38"15,0 1,-1-1,1 1,0 0,-1-1,1 1,-1 0,0 0,1 0,-1 0,0 0,1 1,-1-1,0 0,0 1,0-1,0 1,0 0,0 0,0 0,1 0,-1 0,0 0,0 0,0 0,0 1,0-1,0 1,1 0,-1-1,0 1,0 0,1 0,-1 0,0 0,1 0,-1 1,0 0,0 0,0 0,1 1,-1-1,1 0,0 1,-1-1,1 0,0 1,1 0,-1-1,0 1,1-1,-1 1,1 0,0-1,0 1,0 0,0 0,0-1,1 1,-1 0,1-1,0 1,0-1,0 1,0-1,0 1,0-1,1 0,-1 1,1-1,0 0,-1 0,1 0,0 0,0-1,0 1,3 1,18 2,1-4</inkml:trace>
  <inkml:trace contextRef="#ctx0" brushRef="#br0" timeOffset="117014.607">11488 10367,'55'31,"-54"-31,1 1,0-1,-1 0,1 0,-1 1,1-1,0 0,-1-1,1 1,0 0,-1 0,1-1,-1 1,1-1,-1 1,1-1,-1 0,1 1,-1-1,0 0,1 0,-1 0,0 0,0 0,1-1,-1 1,0 0,0 0,-1-1,1 1,0-1,0 1,-1-1,1 1,0-1,-1 1,0-1,0-1,0 1,0-1,-1 1,1-1,-1 1,1-1,-1 1,0-1,0 1,0 0,-1-1,1 1,0 0,-1 0,1 0,-1 0,0 0,0 0,0 1,0-1,0 1,0-1,0 1,0 0,-1 0,1 0,0 0,-1 0,1 0,-1 0,1 1,-1 0,1-1,-1 1,0 0,1 0,-1 0,1 1,-1-1,1 1,-1-1,1 1,-1 0,1 0,0 0,-1 0,1 0,0 0,0 1,0-1,0 1,0 0,0-1,0 1,0 0,1 0,-1 0,1 0,-1 1,1-1,-1 2,3-3,-1 1,0 0,0-1,1 1,-1 0,1-1,0 1,-1-1,1 1,0-1,0 1,0-1,0 1,0-1,0 0,0 0,0 1,1-1,-1 0,0 0,1 0,-1-1,1 1,-1 0,1 0,0-1,-1 1,1-1,-1 1,1-1,0 0,0 0,0 0,26 7</inkml:trace>
  <inkml:trace contextRef="#ctx0" brushRef="#br0" timeOffset="117359.258">12170 10327,'1'26,"-1"-18,-1-23,0 14,1-1,-1 1,1 0,-1 0,1-1,-1 1,0 0,1 0,-1 0,0 0,0 0,0 0,0 0,0 0,0 1,0-1,0 0,0 0,0 1,-1-1,1 1,0-1,0 1,0 0,-1-1,1 1,0 0,-1 0,1 0,0 0,-1 0,1 0,0 0,-1 0,1 1,0-1,0 0,-1 1,1-1,0 1,0-1,0 1,0 0,-1 0,1-1,0 1,0 0,0 0,1 0,-1 0,0 0,0 0,0 0,1 0,-1 0,1 1,-1-1,1 0,-1 2,0-2,0 0,-1 0,1 0,0 0,0 1,1-1,-1 0,0 1,0-1,1 1,-1-1,1 1,-1-1,1 1,-1-1,1 1,0 0,0-1,0 1,0-1,0 1,0 0,0-1,1 1,-1-1,1 1,-1-1,1 1,-1-1,1 1,0-1,0 0,0 1,-1-1,2 0,-1 1,0-1,0 0,0 0,0 0,1 0,-1 0,0 0,1-1,-1 1,1 0,0-1,27 6,4-4</inkml:trace>
  <inkml:trace contextRef="#ctx0" brushRef="#br0" timeOffset="117699.861">12919 10314,'-3'0,"1"0,0 1,-1 0,1-1,0 1,0 0,-1 0,1 0,0 1,0-1,0 0,0 1,0-1,1 1,-1 0,0 0,1 0,-1-1,1 1,0 1,0-1,-1 0,1 2,1-3,1 0,0 1,0-1,0 0,0 0,0 0,0 0,1 0,-1-1,0 1,0 0,1 0,-1-1,0 1,1-1,-1 1,0-1,1 0,-1 1,1-1,-1 0,1 0,-1 0,0 0,1 0,-1-1,1 1,-1 0,1-1,-1 1,0 0,1-1,-1 0,0 1,1-1,2 0,1 0,0-1,-1 1,1-1,-1 0,0-1,0 1,0-1,0 1,0-1,0 0,-1-1,1 1,-1 0,0-1,0 0,0 0,-1 0,2-2,-4 5,0-1,0 1,1 0,-1 0,0 0,-1 0,1 0,0 0,0 0,0 0,-1 0,1 0,0-1,-1 1,1 1,-1-1,0 0,1 0,-1 0,0 0,1 0,-1 0,0 1,0-1,0 0,1 1,-1-1,0 0,0 1,0-1,0 1,0 0,0-1,0 1,0 0,-1 0,1-1,0 1,0 0,0 0,0 0,-1 0,-11-1</inkml:trace>
  <inkml:trace contextRef="#ctx0" brushRef="#br0" timeOffset="117994.771">13855 10193,'-12'9,"-3"6,3 1,6 0,8-5,6-5,2-6,2-6,-2-4,-2 0</inkml:trace>
  <inkml:trace contextRef="#ctx0" brushRef="#br0" timeOffset="121404.607">15312 9912,'-1'1,"0"0,1 0,-1-1,0 1,1 0,-1 0,1 0,-1 0,1 0,0 0,-1 0,1 0,0 0,-1 0,1 0,0 0,0 0,0 0,0 0,0 0,0 0,1 0,-1 1,0-1,0 0,1 0,-1 0,1-1,-1 1,1 0,-1 0,1 0,-1 0,1 0,0 0,0-1,-1 1,1 0,0-1,0 1,0 0,0-1,0 1,0-1,0 1,46 23,42 5,48 23,-133-51,-1 1,0-1,1 1,-1 0,0 0,0 0,0 0,0 0,-1 1,1 0,-1-1,1 1,-1 0,0 0,0 0,0 0,0 1,-1-1,1 0,-1 1,0-1,0 1,0-1,-1 1,1 0,-1-1,0 1,0 0,0-1,0 1,-1 0,1-1,-1 1,0-1,-1 4,-5 4,-1-1,0-1,0 1,-1-1,0 0,0-1,-1 0,0-1,-1 0,0 0,0-1,0-1,0 0,-1 0,0-1,-1-1,10-1,0 0,0-1,-1 0,1 1,-1-1,1 0,-1-1,1 1,-1-1,0 0,1 1,-1-1,0-1,1 1,-1-1,1 1,-1-1,1 0,-1 0,1-1,-1 1,1-1,0 0,0 1,0-1,0-1,0 1,0 0,1-1,-1 1,1-1,-1 0,0-3,1 1,-1-1,1 0,1 0,-1 0,1 0,0 0,0-1,0 1,1 0,0 0,1-1,-1 1,1 0,0 0,1 0,-1 0,1 0,2-3,61-105,-55 100,13-21,-3 9,-1-1,-2-1,-1-1,-1-1,-1 0,5-20,-18 47,1 1,-1-1,0 0,0 0,-1 0,1 0,0 0,-1 0,0 0,1 0,-1 0,-1 0,1 0,0 0,-1 0,1 1,-1-1,0 0,0 0,0 0,0 0,-1 1,1-1,-1 1,0-1,1 1,-1-1,0 1,0 0,-1 0,1 0,0 0,-1 0,1 1,-1-1,0 1,1 0,-1-1,0 1,-2 0,-7 2,-1 1,1 0,-1 0,1 1,0 1,0 0,1 1,-1 0,1 1,0 1,0-1,1 1,0 1,0 0,1 1,0-1,0 2,-4 6,0-3,0 1,2 1,-1 0,2 0,0 1,1 1,1-1,0 1,-1 6,8-22,1 0,-1 1,0-1,0 0,1 1,-1-1,1 1,-1-1,1 1,0-1,0 1,-1-1,1 1,0 0,0-1,1 1,-1-1,0 1,0-1,1 1,-1-1,1 1,-1-1,1 0,0 1,-1-1,1 0,0 1,0-1,0 0,0 0,0 0,0 0,1 0,-1 0,0 0,0 0,1 0,-1 0,0-1,1 1,-1-1,1 1,-1-1,1 1,-1-1,1 0,-1 0,1 0,-1 0,2 0,16-3</inkml:trace>
  <inkml:trace contextRef="#ctx0" brushRef="#br0" timeOffset="121689.935">15151 9404,'-2'-2,"8"-1,19 0,24 1,25-4,24-6,18-5,4-2,-3 2,-14 4,-21 7,-25 4</inkml:trace>
  <inkml:trace contextRef="#ctx0" brushRef="#br0" timeOffset="122673.695">15365 10781,'-2'3,"-9"9,1 1,0-1,1 1,0 1,1 0,0 0,1 1,1-1,1 2,0-1,0 0,2 1,0 0,-1 15,5-27,-1 0,1 0,0 0,0 0,1 0,-1-1,1 1,0 0,0 0,0-1,0 0,0 1,1-1,0 0,-1 0,1 0,1 0,-1-1,0 1,0-1,1 0,0 0,-1 0,1-1,0 1,2 0,5 2,0-1,1-1,-1 0,1 0,-1-1,1 0,-1-1,11-2,-7 0,0-1,0-1,0-1,-1 0,0-1,0 0,0-1,-1-1,0 0,-1 0,0-2,0 1,-1-2,0 1,0-1,-1-1,-1 0,0-1,-1 1,0-2,-1 1,-1-1,0 0,0 0,-2-1,0 0,0 1,-2-1,0-1,0 1,-1-2,-1 12,0-1,0 1,-1-1,1 1,-1-1,-1 1,1-1,-1 1,1 0,-2 0,1 0,0 0,-1 0,0 0,0 1,-1-1,1 1,-1 0,0 0,0 0,0 1,-1-1,1 1,-1 0,0 0,0 1,0-1,0 1,0 0,0 0,-1 1,1 0,0 0,-1 0,1 1,-1-1,-2 1,-3 1,1 0,-1 1,1 0,-1 0,1 1,0 1,0 0,1 0,-1 0,1 2,0-1,0 1,0 0,1 1,0 0,0 0,1 1,0 0,0 0,1 1,0 0,-2 4,6-9,0 0,1 0,0 0,0 0,0 0,0 0,0 0,1 1,0-1,0 0,0 0,0 0,1 0,-1 0,1 1,0-1,1 0,-1 0,1-1,0 3,12 18</inkml:trace>
  <inkml:trace contextRef="#ctx0" brushRef="#br0" timeOffset="123068.2">15565 11209,'-1'40,"2"1,1 0,2-1,2 0,2 0,1 0,2-1,2-1,3 5,19 68,17 122,-10 2,-11 2,-9 1,-10 63,23 241,16-41,-59-568,2 33</inkml:trace>
  <inkml:trace contextRef="#ctx0" brushRef="#br0" timeOffset="124135.07">17518 10594,'0'-1,"-1"-1,1 0,-1 0,1 0,-1 0,0 0,0 1,1-1,-1 0,0 1,-1-1,1 0,0 1,0 0,-1-1,1 1,-1 0,1-1,-1 1,1 0,-1 0,0 0,1 1,-1-1,0 0,0 1,0-1,0 1,0-1,0 1,1 0,-1 0,0 0,-1 0,-70 3,61-1,0 0,0 1,0 1,1 0,-1 0,1 1,0 1,0 0,1 0,-1 1,2 0,-1 1,1 0,0 1,0 0,1 0,1 1,-1 0,2 0,-1 1,1 0,1 0,0 0,1 1,0-1,-1 5,5-9,-1-1,1 1,0-1,0 1,1-1,0 1,0-1,0 1,1-1,0 0,0 1,1-1,0 0,0-1,0 1,1 0,-1-1,1 0,1 0,-1 0,1 0,0-1,0 0,0 0,0 0,1-1,0 1,4 1,3 1,0 0,0 0,1-1,-1-1,1 0,0-1,0-1,1 0,-1-1,0 0,1-1,12-2,-19 1,0 0,1-1,-1 0,0-1,0 1,-1-2,1 1,-1-1,1 0,-1-1,0 1,-1-1,1-1,-1 1,0-1,0 0,-1-1,0 1,0-1,0 0,-1-1,0 1,0-1,-1 1,0-1,-1 0,0 0,0 0,0-1,-1 1,0-7,0 6,-1 1,0-1,-1 0,0 1,0-1,-1 1,0-1,0 1,-1 0,0 0,0 0,-1 0,0 0,-1 1,1 0,-1 0,-1 0,1 1,-1-1,-1 1,1 1,-1-1,0 1,0 0,0 1,-1 0,0 0,1 0,-1 1,-1 0,1 1,0 0,-1 0,-4 0,9 2,0 0,1 0,-1 1,0-1,0 1,0 0,1 0,-1 0,0 1,1-1,-1 1,1 0,0 0,-1 0,1 0,0 1,0-1,1 1,-1 0,0 0,1 0,0 0,-1 0,1 1,1-1,-1 0,0 1,1 0,0-1,0 1,0 0,0 0,0-1,1 1,0 0,0 0,0 2,2 23</inkml:trace>
  <inkml:trace contextRef="#ctx0" brushRef="#br0" timeOffset="124441.259">17504 11022,'-3'16,"1"0,1 0,1 0,0 1,1-1,1 0,1 0,1 2,-2-3,18 111,40 318,-37 445,-22-534,11-157,-12-194,0 0,0-1,1 1,-1 0,1 0,0 0,0-1,0 1,0 0,0-1,1 1,0-1,0 1,0-1,0 0,0 0,1 0,-1 0,3 2,13-2</inkml:trace>
  <inkml:trace contextRef="#ctx0" brushRef="#br0" timeOffset="125409.399">17370 9725,'2'-2,"1"-1,-1 1,0-1,-1 0,1 0,0 0,-1 0,0 0,0 0,0 0,0 0,0-1,0 1,-1 0,0-1,0 1,0 0,0-1,0 1,0 0,-1 0,0-1,0 1,0 0,0 0,0 0,0 0,-1 0,0 0,1 0,-1 0,0 1,0-1,-1 1,0-2,-5 2,1 0,0 1,-1 0,1 0,-1 1,1 0,-1 0,1 1,-1 0,1 0,-1 1,1-1,0 2,0-1,0 1,0 0,0 1,0-1,1 1,0 1,0-1,0 1,0 0,1 0,0 1,0 0,0 0,0 1,-3 3,1 0,-1 0,2 0,0 1,0 0,1 1,0-1,1 1,0 0,1 0,0 0,1 0,1 1,0-1,0 1,2 11,-1-21,1 0,0 0,0 0,0 0,0-1,0 1,1 0,-1 0,1-1,0 1,0-1,0 1,0-1,0 0,0 0,0 0,1 0,-1 0,1-1,0 1,-1-1,1 0,0 1,0-1,0 0,0-1,0 1,0 0,0-1,0 0,0 0,0 0,3 0,3-1,1 0,-1 0,1-1,-1 0,0-1,1 0,-1 0,-1-1,1 0,2-2,1-2,0 0,0-1,-1 0,-1-1,1 0,-2-1,1 0,-1-1,-1 0,0 0,-1 0,0-1,-1 0,-1-1,0 1,0-1,-2 0,0 0,1-5,-7 70,3 1,3-1,2 10,-3-38,10 205,-12-220,-1-1,1 1,-2 0,1-1,-1 1,0-1,0 1,-1-1,0 0,-1 0,1 0,-1 0,-1-1,1 1,-1-1,0 0,0-1,-1 1,0-1,0 0,0 0,0-1,-1 0,0 0,0-1,0 1,0-2,-1 1,1-1,-1 0,-1 0,4 0,0-1,0 0,-1 1,1-2,0 1,0-1,-1 0,1 0,0 0,0-1,-1 1,1-2,0 1,0 0,0-1,0 0,0 0,0 0,1-1,-1 0,1 0,0 0,0 0,0 0,0-1,0 0,1 0,-1 0,1 0,0-1,0 1,1-1,0 0,-1 1,2-1,-1 0,0-1,2-10</inkml:trace>
  <inkml:trace contextRef="#ctx0" brushRef="#br0" timeOffset="125705.124">16996 9284,'19'0,"25"-5,34-8,30-10,22-10,7-2,-18 4,-28 7</inkml:trace>
  <inkml:trace contextRef="#ctx0" brushRef="#br1" timeOffset="170492.457">3427 6209,'28'-226,"-23"180,-2-1,-1 1,-3-1,-3-8,-1 31,-3 18,2 73,-13 546,16-507</inkml:trace>
  <inkml:trace contextRef="#ctx0" brushRef="#br1" timeOffset="170960.308">3280 7185,'-7'16,"0"0,1 0,0 1,2-1,0 1,0 0,2 1,0-1,1 1,1-1,1 0,0 1,2 4,-3-16,1-1,0 0,0 0,1 1,-1-1,1 0,0 0,0-1,1 1,0 0,-1-1,2 0,-1 1,0-1,1 0,0-1,0 1,0-1,0 1,0-1,1-1,0 1,-1 0,1-1,0 0,0 0,0-1,0 0,1 1,-1-2,0 1,1 0,-1-1,0 0,1-1,-1 1,0-1,0 0,1 0,-1 0,0-1,0 0,5-7,0 0,0 0,-1-1,0-1,-1 1,0-1,-1-1,0 1,0-1,-2-1,1 1,-2-1,0 0,0 0,-1 0,-1 0,0-1,-1 1,0-1,-1-3,1 6,0 0,-1 0,0 0,-1 0,0 1,-1-1,0 0,0 1,-1-1,-1 1,0 0,0 0,-1 0,0 1,-1 0,0-1,0 2,-1-1,0 1,0 0,-1 1,0 0,-1 0,0 0,0 1,0 1,-4-3,8 7,-1 0,1 0,-1 0,1 1,-1 0,1 0,-1 0,1 1,-1 0,1 0,0 0,-1 0,1 1,0 0,0 0,0 0,0 1,0 0,1 0,-1 0,1 1,0-1,0 1,-4 4,-6 7,1 1,1 0,0 1,1 0,0 1,0 5,-38 85,8 2</inkml:trace>
  <inkml:trace contextRef="#ctx0" brushRef="#br1" timeOffset="171391.897">2972 8589,'0'-410,"36"817,-32-154,-9-135</inkml:trace>
  <inkml:trace contextRef="#ctx0" brushRef="#br1" timeOffset="171844.536">3107 9537,'-1'18,"1"0,1-1,1 0,0 1,2-1,0 0,1 0,0 0,1-1,1 0,1 0,0 0,1-1,1-1,10 13,-18-24,1 0,-1-1,1 1,0 0,0-1,0 0,0 0,1 0,-1 0,0 0,1-1,0 1,-1-1,1 0,0 0,-1 0,1-1,0 1,0-1,0 0,0 0,-1 0,1-1,0 0,0 1,0-1,-1 0,1-1,0 1,-1-1,0 1,1-1,-1 0,0 0,0-1,3-1,3-8,0 1,0-1,-2-1,1 1,-2-1,0-1,0 1,-1-1,-1 0,0 0,-1 0,0-1,-2 1,1-13,0 6,0 0,-2 0,-1-1,0 1,-2 0,-1-3,3 17,0 0,-1 1,0-1,0 0,0 0,-1 1,0 0,-1-1,1 1,-1 0,-1 1,1-1,-1 1,0 0,0 0,0 0,-1 1,1 0,-1 0,0 0,2 2,0 1,0 0,0 0,0 0,0 0,0 0,0 1,0 0,0 0,0 0,0 0,0 1,0 0,0-1,1 2,-1-1,0 0,0 1,0-1,1 1,-1 0,1 0,0 1,-1-1,1 1,-2 2,-68 86,50-47,3 1,1 1,2 1,3 0,-2 13,-6 36</inkml:trace>
  <inkml:trace contextRef="#ctx0" brushRef="#br1" timeOffset="172917.768">12625 2519,'5'-108,"4"1,9-22,-6 43,-7 54,-3 20,-2 24,-11 436,18-342,-1-72</inkml:trace>
  <inkml:trace contextRef="#ctx0" brushRef="#br1" timeOffset="173263.832">12972 2332,'-9'16,"1"-1,0 1,1 1,1-1,0 1,2 0,0 1,0-1,2 1,-1 15,3-29,0 0,1 0,-1 1,1-1,0 0,0 0,0 0,1 0,0 0,-1 0,1 0,0-1,1 1,-1-1,1 1,0-1,-1 0,2 0,-1 0,0 0,0-1,1 1,-1-1,1 0,0 0,0 0,0-1,0 1,0-1,0 0,0 0,0 0,0-1,1 1,-1-1,1 0,4-1,-1 1,1-1,0 0,-1-1,1 0,-1-1,0 1,0-1,0-1,0 0,0 0,-1-1,1 1,-1-2,-1 1,1-1,-1 0,0 0,0-1,-1 1,1-1,-2-1,1 1,-1-1,0 1,0-1,-1-1,0 1,-1 0,0-1,0 1,-1-1,0 1,0-1,-1 0,0 0,-1 1,0-1,0 0,-1 1,0-1,0 1,-1 0,0 0,-1 0,0 0,0 0,0 1,-1 0,-4-5,5 8,-1 0,0 0,0 0,-1 0,1 1,-1 0,1 0,-1 0,0 1,0 0,-1 0,1 1,0 0,0 0,-1 0,1 1,-1-1,1 2,0-1,-1 1,1 0,0 0,-1 0,1 1,0 0,0 1,0-1,1 1,-1 0,1 1,-1-1,1 1,0 0,0 0,1 1,-1-1,1 1,0 0,0 0,1 1,-1-1,1 1,0-1,1 1,0 0,-2 6,6 28,9-5</inkml:trace>
  <inkml:trace contextRef="#ctx0" brushRef="#br1" timeOffset="173694.68">13587 2466,'14'-62,"-3"1,-3-1,-2-1,-3-58,-28 506,24-375,1 0,0 0,0-1,1 1,0 0,0 0,1 0,1-1,0 1,0-1,3 6,8 5</inkml:trace>
  <inkml:trace contextRef="#ctx0" brushRef="#br1" timeOffset="174023.853">13881 2345,'-3'5,"0"1,1-1,0 0,0 1,0-1,0 1,1 0,0 0,0-1,1 1,0 0,0 0,0 0,1 0,-1-1,1 1,1 0,-1 0,1-1,0 1,0-1,1 0,-1 0,1 1,1-2,-1 1,1 0,-1-1,1 1,2 1,2-1,-1-1,1 1,0-1,0-1,0 1,0-1,1-1,-1 0,1 0,0 0,-1-1,1 0,0-1,0 0,0-1,-1 1,1-2,0 1,0-1,-1-1,0 1,1-1,-1-1,0 0,0 0,-1 0,1-1,-1 0,0-1,0 1,-1-1,0-1,0 1,0-1,-1 0,0 0,0-1,-1 0,0 1,0-1,-1-1,0 1,0 0,1-9,-3 7,-1 0,0 0,0 1,-1-1,0 0,-1 1,0-1,0 0,-1 1,-1 0,1 0,-1 0,-1 0,0 1,0-1,0 1,-1 1,-1-1,1 1,-1 0,0 0,-1 1,1 0,-1 0,-1 1,1 0,-1 0,0 1,0 0,0 1,0 0,-9-2,10 6,1 0,0 0,0 1,0 0,1 0,-1 0,0 1,1 0,-1 1,1-1,0 1,0 0,1 1,-1 0,1-1,0 2,0-1,1 0,-1 1,1 0,0 0,1 0,0 1,0-1,0 1,1 0,0 0,0-1,0 2,1-1,0 0,1 2,-5 37</inkml:trace>
  <inkml:trace contextRef="#ctx0" brushRef="#br1" timeOffset="174682.632">14990 2252,'3'5,"4"1,7-1,5 0,6-2,5-1,6-1,2 0,2-1,1 0,-2-1,-6 1,-5 2,-8 3,-8 1</inkml:trace>
  <inkml:trace contextRef="#ctx0" brushRef="#br1" timeOffset="174965.873">15071 2479,'5'4,"8"3,13-2,13 0,12-1,9-5,5-3,3-4,-3 0,-13 1</inkml:trace>
  <inkml:trace contextRef="#ctx0" brushRef="#br1" timeOffset="177199.273">16127 2145,'-134'329,"122"-308,12-21,0-1,0 1,0 0,0-1,0 1,-1 0,1 0,0-1,0 1,0 0,0 0,0-1,0 1,-1 0,1 0,0 0,0-1,0 1,-1 0,1 0,0 0,0 0,-1-1,1 1,0 0,0 0,-1 0,1 0,0 0,0 0,-1 0,1 0,0 0,-1 0,1 0,0 0,0 0,-1 0,1 0,0 0,0 0,-1 0,1 0,0 0,0 0,-1 0,1 1,0-1,0 0,-1 0,1 0,0 0,0 1,0-1,-1 0,1 0,0 1,0-1,0 0,0 0,0 1,-1-1,1 0,0 0,0 1,0-1,0 0,0 1,-1-17,1-1,0 1,1 0,1 0,0 0,4-12,-1 3,8-55,3 0,4 2,19-47,-38 122,-1 2,0 0,1-1,-1 1,0 0,0-1,1 1,-1 0,1 0,-1-1,1 1,-1 0,1 0,0 0,0 0,0 0,-1 0,1 0,0 0,0 0,0 0,0 0,1 1,-1-1,0 0,0 1,0-1,1 1,-1-1,0 1,0 0,1-1,-1 1,0 0,1 0,-1 0,1 0,2 4,1 0,0 1,-1 0,0-1,0 1,0 1,-1-1,0 0,0 1,0 0,0 2,2 1,23 54,-3 0,-3 1,-2 2,-3 0,3 38,2 134,-20-225</inkml:trace>
  <inkml:trace contextRef="#ctx0" brushRef="#br1" timeOffset="177425.668">15967 2319,'-14'0,"-6"2,0 4,3 2,7 0,12-2,17-1,19-2,19-5,15-8,14-6,6-5,-1-1,-16 2</inkml:trace>
  <inkml:trace contextRef="#ctx0" brushRef="#br1" timeOffset="178076.416">16621 2747,'-14'296,"11"-272,-4-35,-17-157,21 145</inkml:trace>
  <inkml:trace contextRef="#ctx0" brushRef="#br1" timeOffset="178513.758">16809 2693,'-2'16,"-3"12,-1 10,0 6,2 4,1 1,2-1,0-4,1-7,0-8,0-9</inkml:trace>
  <inkml:trace contextRef="#ctx0" brushRef="#br1" timeOffset="178788.025">16621 2867,'-6'11,"-1"7,6-1,12-5,16-9,14-9,14-11,-2-3</inkml:trace>
  <inkml:trace contextRef="#ctx0" brushRef="#br1" timeOffset="179149.066">17183 2386,'7'0,"11"0,12 0,10 0,7 0,2 0,-2 0,-7 0,-11 0</inkml:trace>
  <inkml:trace contextRef="#ctx0" brushRef="#br1" timeOffset="179346.605">17224 2573,'25'2,"24"-1,24-4,20-5,15-4,-11 1</inkml:trace>
  <inkml:trace contextRef="#ctx0" brushRef="#br1" timeOffset="180654.619">18454 2546,'-2'-231,"-2"63,-2 146,6 22,0 1,1-1,-1 0,0 0,0 1,0-1,0 0,0 1,0-1,0 0,0 0,0 1,0-1,0 0,-1 1,1-1,0 0,0 0,0 1,0-1,0 0,0 0,-1 1,1-1,0 0,0 0,0 0,-1 1,1-1,0 0,0 0,-1 0,1 0,0 0,0 1,-1-1,1 0,0 0,0 0,-1 0,1 0,0 0,-1 0,1 0,0 0,0 0,-1 0,1 0,0 0,0 0,-1 0,1 0,0 0,-1-1,1 1,0 0,0 0,-1 0,1 0,0 0,0-1,0 1,-1 0,1 0,0-1,0 1,0 0,-1 0,-8 29,2 1,0 0,2 1,-1 16,3-19,-6 41,3 0,3 61,17-46,-2-60</inkml:trace>
  <inkml:trace contextRef="#ctx0" brushRef="#br1" timeOffset="180993.23">18654 2399,'-6'11,"1"1,0 0,1 0,0 0,1 1,1-1,0 1,0-1,2 1,-1 11,2-18,-1 0,1 0,0 0,0 0,1 0,0 0,0 0,0-1,1 1,0-1,0 1,0-1,1 0,-1 0,1 0,0-1,1 1,-1-1,1 0,0-1,0 1,0-1,0 0,1 1,-1-2,1 1,0 0,0-1,0 0,0-1,0 1,0-1,1 0,-1-1,0 1,0-1,1 0,-1-1,0 0,1 0,-1 0,0-1,0 0,0 0,0 0,0-1,-1 0,1 0,-1 0,0-1,0 0,0 0,0 0,-1 0,1-1,-1 0,0 0,-1 0,3-5,1-3,-1-1,0 0,-1-1,0 0,-1 1,-1-2,-1 1,0 0,-1 0,0-1,-1 1,-1 0,0-1,-2 1,1 0,-2 0,0 0,-1 1,-5-11,9 20,-1 0,0 1,0-1,-1 1,1-1,-1 1,0 0,0 0,-1 0,1 1,-1-1,0 1,0-1,0 1,0 1,0-1,-1 1,1-1,-1 1,0 0,1 1,-1-1,0 1,0 0,0 0,0 1,0 0,0-1,0 2,-1-1,1 0,-3 2,-2 3,1 1,-1 0,1 0,1 1,-1 0,1 0,0 1,1 0,0 1,0 0,1 0,0 0,0 1,1 0,1 0,-1 0,2 0,-1 1,2 0,-1-1,1 1,1 0,0 0,1 11,-2 32</inkml:trace>
  <inkml:trace contextRef="#ctx0" brushRef="#br1" timeOffset="181639.007">19175 2826,'2'-15,"1"-9,0-3,-1-1,0 8,-1 11,0 17,-1 15,0 14,-3 11,0 7,0 1,1-3,0-5,3-9,7-8,3-10,0-9</inkml:trace>
  <inkml:trace contextRef="#ctx0" brushRef="#br1" timeOffset="181971.278">19323 2894,'-2'3,"1"0,-1 1,1-1,0 1,0-1,1 0,-1 1,1 0,-1-1,1 1,0-1,1 1,-1-1,1 1,-1-1,1 1,0-1,0 0,0 1,1-1,-1 0,1 0,0 0,0 0,0 0,0 0,1 0,-1-1,1 1,-1-1,1 0,0 0,0 0,0 0,0 0,0-1,4 2,0-1,1-1,0 0,0-1,-1 1,1-1,0-1,0 0,0 0,-1 0,1-1,-1 0,1 0,-1-1,0 0,0-1,0 1,0-1,0-1,-1 1,0-1,0 0,0 0,-1-1,1 0,-1 0,-1 0,1-1,-1 1,0-1,-1 0,0 0,0-1,0 1,-1 0,0-1,1-6,-3 11,1 0,-1 1,1-1,-1 0,0 1,0-1,0 0,-1 0,1 1,-1-1,1 1,-1-1,0 0,0 1,0-1,0 1,-1 0,1-1,0 1,-1 0,0 0,0 0,1 0,-1 0,0 0,-1 1,1-1,0 1,0-1,-1 1,1 0,-2-1,-2 0,0 0,-1 0,1 1,-1 0,1 0,-1 0,0 1,1 0,-1 1,0-1,1 1,-6 2,2-1,0 1,0 1,0 0,1 0,0 1,0 0,0 1,1 0,0 0,0 1,0 0,1 0,0 0,0 1,1 1,0-1,1 1,-1 0,2 0,-1 0,1 2,-8 25</inkml:trace>
  <inkml:trace contextRef="#ctx0" brushRef="#br1" timeOffset="186459.992">19576 10594,'-15'-8,"-86"-40,96 46,0 0,0 1,0 0,0 0,-1 1,1 0,0 0,0 0,-1 0,1 1,0-1,0 2,0-1,0 0,0 1,0 0,0 0,0 0,-3 3,-7 8,0 0,1 1,1 1,0 0,1 1,0 0,2 1,0 0,-2 6,5-12,1 2,0-1,1 1,0 0,1 0,1 0,0 0,0 1,2-1,-1 9,2-19,0-1,1 0,-1 1,1-1,-1 0,1 1,0-1,0 0,0 0,0 0,0 0,0 0,1 0,-1 0,1 0,-1-1,1 1,0 0,0-1,0 0,-1 1,1-1,1 0,-1 0,0 0,0 0,2 0,67 13,-60-13,15 2,0-1,0-1,0-1,0-1,23-5,-43 5,0 0,0 0,0-1,-1 1,1-1,-1-1,1 1,-1-1,0 0,0 0,0-1,0 1,0-1,-1 0,0 0,0-1,0 1,0-1,-1 0,1 0,-1 0,-1 0,1-1,-1 1,0-1,0 0,0 1,-1-4,0 4,0 1,-1-1,0 0,0 0,0 0,-1 0,1 0,-1 1,-1-1,1 0,0 1,-1-1,0 0,0 1,-1 0,1 0,-1 0,0 0,0 0,0 0,0 1,-1-1,1 1,-1 0,0 0,0 0,0 1,-1-1,1 1,0 0,-1 0,0 1,1-1,-1 1,0 0,0 0,1 1,-1 0,0-1,0 2,0-1,0 0,0 1,1 0,-1 0,0 0,1 1,-1 0,-17 10,3 2</inkml:trace>
  <inkml:trace contextRef="#ctx0" brushRef="#br1" timeOffset="186741.817">19429 11048,'-6'42,"3"0,1 0,2 0,2 0,2-1,1 1,11 38,-8-33,24 157,3 158,-34-343,5 102,-5 0,-10 51,-2-122,6-48</inkml:trace>
  <inkml:trace contextRef="#ctx0" brushRef="#br1" timeOffset="188235.343">19255 9537,'-1'78,"-2"0,-5-1,-2 0,-9 22,11-88,4-37,2-67,3 1,5-1,10-47,-15 134,-1-1,1 0,0 0,0 0,1 0,0 0,0 1,1-1,-1 0,1 1,1 0,-1 0,1 0,0 0,1 1,-2 4,0 0,0 0,0 0,1 1,-1-1,0 1,0 0,1 0,-1 0,0 0,0 1,1-1,-1 1,0 0,0 0,0 0,0 0,0 1,0-1,0 1,-1 0,1 0,0 0,-1 0,1 0,-1 0,0 1,0-1,0 1,0 0,0-1,0 2,12 11,0 0,-1 1,-1 1,0 0,-1 1,-1 0,-1 0,0 1,-2 0,0 1,-1 0,-1 0,-1 0,-1 1,0-1,-2 1,0-1,-1 1,-2 0,0 4,-5 10,-2-1,0 0,-3-1,0 0,-6 6,8-18</inkml:trace>
  <inkml:trace contextRef="#ctx0" brushRef="#br1" timeOffset="188498.643">19042 9846,'11'-7,"15"-5,17-2,15-3,11-2,5 1,-3 4,-9 0,-13 4,-14 4</inkml:trace>
  <inkml:trace contextRef="#ctx0" brushRef="#br1" timeOffset="189751.805">19095 9191,'7'-3,"13"-4,20-9,21-8,16-7,10-3,-2 5,-15 11,-21 10</inkml:trace>
  <inkml:trace contextRef="#ctx0" brushRef="#br1" timeOffset="191094.482">20806 9030,'-153'207,"-341"571,167-250,-821 1081,983-1385,154-206,11-16</inkml:trace>
  <inkml:trace contextRef="#ctx0" brushRef="#br1" timeOffset="191509.379">18252 9097,'27'5,"0"1,0 2,-1 1,-1 1,0 0,0 3,12 7,-31-17,121 70,29 34,24 36,-23 0,-6 7,-7 6,30 53,368 526,-132-170,-257-376,40 29,-166-189,-14-17,-1 1,0 0,-1 1,0 0,-1 1,-1 1,1 2,-3 14,-11-7</inkml:trace>
  <inkml:trace contextRef="#ctx0" brushRef="#br1" timeOffset="-212064.571">7704 13535,'-2'5,"1"3,2 1</inkml:trace>
  <inkml:trace contextRef="#ctx0" brushRef="#br1" timeOffset="-210961.756">7704 13535,'-38'102,"38"-66,2 1,1-1,1 1,2-1,2 0,1-1,2 0,2-1,0 0,3-1,4 7,-6-8,0-1,2 0,1-1,2-1,1-1,1 0,1-2,1 0,2-2,0 0,2-2,0-1,28 15,-27-22,1-3,0 0,0-1,1-2,1-2,-1 0,1-2,0-1,0-2,17-1,51-7,-1-4,63-16,-46 7,223-26,219 4,-448 37,859-56,-665 28,123-14,392 9,-702 42,0 5,-1 4,-1 6,-1 5,69 26,121 59,-193-65,2-5,1-4,113 18,-174-45,0-2,1-2,-1-3,1-2,0-2,-1-2,0-3,0-2,19-7,37-21,88-44,29-12,-93 48,2 6,2 6,1 5,2 7,0 5,1 7,0 6,0 6,107 16,12 20,155 15,-179-39,219-17,-399 1,-1-2,1-3,-1-1,38-13,-82 17,1 0,-1 0,0-1,-1-1,1 0,-1 0,0-1,0 0,-1 0,0-1,-1 0,1 0,-2-1,1 0,-1 0,0-1,-1 1,0-1,-1-1,0 1,0 0,-1-1,1-6,49-306,-22 138,-19 103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5:34.44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135 27,'0'0,"1"-1,-1 1,1 0,-1-1,1 1,-1 0,0-1,1 1,-1 0,1-1,0 1,-1 0,1 0,-1 0,1 0,-1-1,1 1,-1 0,1 0,0 0,-1 0,1 0,-1 0,1 1,-1-1,1 0,0 0,-1 0,1 0,-1 1,1-1,-1 0,1 0,-1 1,1-1,-1 0,0 1,1-1,-1 1,1-1,-1 1,1-1,18 11,0 0,2-2,-1 0,1-1,0-2,0 0,1-1,0-1,0-1,0-1,0 0,1-2,-1-1,0-1,0-1,10-2,-28 4,0 0,0 0,0 0,0 0,-1-1,1 0,0 1,-1-1,0 0,1-1,-1 1,0-1,0 1,0-1,0 0,-1 0,1 0,-1-1,0 1,0 0,0-1,0 0,0 1,-1-1,0 0,0 0,1-1,-3 3,0 1,0 0,0 0,0-1,0 1,0 0,0 0,0 0,0 0,0 0,-1 1,1-1,0 0,-1 0,1 1,-1-1,1 1,-1-1,1 1,-1 0,1-1,-1 1,1 0,-1 0,1 0,-1 0,1 1,-1-1,1 0,-1 1,1-1,-1 0,1 1,0 0,-1-1,1 1,0 0,-1 0,-5 5,0 1,0 0,0 1,1-1,0 1,0 1,1-1,1 1,-1 0,1 0,0 0,1 0,0 1,1-1,0 1,0 7,-13 71,5-1,1 80,-1 3,-17 94,15-210,6-42</inkml:trace>
  <inkml:trace contextRef="#ctx0" brushRef="#br0" timeOffset="247.342">1 656,'13'-5,"19"-3,20-7,21-9,21-6,12-5,8-4,-4 1,-19 6</inkml:trace>
  <inkml:trace contextRef="#ctx0" brushRef="#br0" timeOffset="776.968">977 121,'-1'0,"1"0,-1 0,0 1,1-1,-1 0,1 0,-1 0,1 0,-1 1,1-1,-1 0,1 1,-1-1,1 0,-1 1,1-1,-1 0,1 1,-1-1,1 1,0-1,-1 1,1-1,0 1,0-1,-1 1,1-1,0 1,0 0,0-1,0 1,-1-1,1 1,0 0,0-1,0 1,0-1,0 1,1 0,-1-1,0 1,0-1,0 1,0-1,1 1,-1-1,0 1,1-1,-1 1,0-1,1 1,-6 64,-18 147,-60 76,82-286,-1 1,1 0,0 0,-1 0,1 0,1 0,-1 1,0-1,1 0,0 0,-1 0,1 1,1-1,-1 0,0 0,1 0,-1 1,1-1,0 0,0 0,1 0,-1 0,0 0,1-1,0 1,-1 0,1-1,1 1,-1-1,0 1,0-1,1 0,1 1,8 0,0-1,0 0,0-1,0 0,0-1,0-1,0 0,0 0,0-1,-1-1,1 0,-1 0,1-1,-1-1,0 0,-1 0,1-1,9-7,156-96,-174 108,-1 0,1 0,0 0,0 0,-1 0,1-1,-1 1,1-1,-1 1,0-1,1 1,-1-1,0 0,0 0,0 1,0-1,-1 0,1 0,0 0,-1 0,1 0,-1 0,0 0,0 0,0-1,0 1,0 0,0 0,0 0,-1 0,1 0,-1 0,1 0,-1 0,0 0,0 0,0 1,0-1,0 0,0 0,0 1,-1-1,1 1,-1-1,1 1,-1 0,0-1,-74-41,74 43,0 0,-1 0,1 1,0-1,0 1,0-1,0 1,0 0,0-1,0 1,0 0,0 0,0 1,0-1,1 0,-1 1,0-1,1 1,-1-1,1 1,-1 0,1-1,0 1,0 0,0 0,0 0,0 0,0 0,1 0,-1 0,1 0,-1 1,1-1,0 0,0 0,0 0,0 0,0 1,0-1,1 0,-1 1,-1 4,-40 367,23-188,10-110</inkml:trace>
  <inkml:trace contextRef="#ctx0" brushRef="#br0" timeOffset="1529.738">1578 108,'-36'259,"-92"203,125-451,1-8,1 1,0-1,0 1,0-1,0 1,1 0,-1-1,1 1,0-1,0 1,1 0,-1-1,1 1,-1-1,1 1,1 1,0-4,0-1,0 1,0 0,0-1,0 0,0 1,0-1,0 0,1 0,-1 0,0 0,0 0,0-1,0 1,0-1,0 1,0-1,0 0,0 0,0 0,0 0,0 0,0 0,-1 0,1-1,12-4,0 1,1 1,-1 0,1 1,0 0,0 2,0-1,0 2,0 0,0 1,0 0,21 0,247-11,-240 5</inkml:trace>
  <inkml:trace contextRef="#ctx0" brushRef="#br0" timeOffset="1778.966">1872 576,'-9'18,"-5"18,-3 13,0 15,2 10,2 6,0 3,3 2,3-6,3-9,1-16</inkml:trace>
  <inkml:trace contextRef="#ctx0" brushRef="#br0" timeOffset="2399.554">2260 469,'-2'0,"1"0,-1-1,0 1,0 0,1-1,-1 1,0-1,1 0,-1 1,1-1,-1 0,1 0,-1 0,1 0,-1 0,1 0,0-1,0 1,0 0,0-1,0 1,0-1,0 1,0-1,0 0,1 1,-1-1,0 0,1 1,0-1,-1 0,1 1,0-1,0 0,0 0,0 0,0-1,14-67,-9 59,1 1,1 0,0 0,0 0,1 1,0 0,1 1,-1 0,2 0,-1 1,1 0,0 1,1 0,-1 1,1 0,0 0,0 1,1 1,10-3,-18 6,0-1,0 1,0 0,1 0,-1 0,0 0,0 1,0 0,0 0,0 0,0 0,0 0,-1 1,1 0,0 0,-1 0,1 0,-1 1,0-1,0 1,0 0,0 0,0 0,0 0,-1 0,0 1,1-1,-1 1,-1-1,1 1,0 0,-1 0,1 3,2 14,-1 0,0 0,-2 0,0 0,-2 0,0 0,-2-1,0 1,-1 0,-1-1,-1 0,-1 0,0 0,-2-1,0 0,-1-1,-1 0,-1 0,-1 0,-5 9,-1-1,-2-1,0 0,-1-2,-1-1,-2 0,0-2,-24 14,13-18,35-16,1 0,-1 0,1 1,-1-1,0 0,1 0,-1 0,1 0,-1 0,1 0,-1 0,0 0,1 0,-1 0,1 0,-1 0,1 0,-1 0,0-1,1 1,-1 0,1 0,-1-1,1 1,-1 0,1-1,-1 1,1 0,0-1,-1 1,1-1,-1 1,1-1,0 1,0-1,-1 1,1-1,0 1,0-1,-1 1,1-1,0 0,0 1,0-1,0 1,0-1,0 1,0-1,0 0,0 1,0-1,0 1,0-1,1 1,-1-1,0 0,0 1,1-1,-1 1,1-4,1 0,-1 1,1-1,0 1,0-1,0 1,1 0,-1 0,1 0,0 0,0 0,0 0,0 1,0 0,0-1,1 1,-1 0,1 1,-1-1,1 1,0-1,0 1,0 0,0 1,0-1,-1 1,1-1,0 1,0 0,0 1,0-1,0 1,0 0,0-1,0 2,0-1,-1 0,4 3,165 120,-151-111,0 0,0-1,2-2,-1 0,1-1,1-1,-1-2,1 0,0-1,1-2,-1 0,1-2,-1 0,1-2,0-1,-1-1,0 0,1-2,-2-1,1-1,18-9,3-5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5:55.87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169 13,'3'16,"0"19,0 19,-3 17,-4 11,-5 7,-4-2,0-5,3-11,3-13,2-15</inkml:trace>
  <inkml:trace contextRef="#ctx0" brushRef="#br0" timeOffset="362.378">62 0,'13'7,"0"0,-1 0,1 1,-2 1,1 0,-2 1,1 0,-1 0,-1 1,0 1,0 0,2 4,19 27,-2 2,-1 2,-3 0,-2 1,-2 2,-2 0,-2 0,-2 2,0 13,-13-59,2 3,-1 1,0-1,0 1,-1 0,0 0,-1-1,0 1,0 0,-1 0,0 0,-1-1,0 1,-1-1,0 1,0-1,-1 0,-1 1,-1-5,0-1,0 0,-1-1,1 1,-1-2,0 1,0 0,0-1,0-1,0 1,0-1,0 0,-1-1,1 1,0-2,-1 1,1-1,0 0,-3-1,-48-5,0-3,-55-16,91 19,9 1</inkml:trace>
  <inkml:trace contextRef="#ctx0" brushRef="#br0" timeOffset="654.848">1065 321,'-22'-17,"-1"1,0 1,-1 2,-1 0,-24-8,39 17,1 1,-1 0,0 1,0 0,0 1,0 0,0 1,0 0,-1 0,1 1,0 0,0 1,0 0,1 1,-1 0,0 0,-6 4,2 3,1-1,0 2,1-1,0 2,0 0,1 0,1 1,0 0,1 1,0 0,1 0,1 1,0 0,1 1,1-1,0 1,2 0,-1 0,2 1,0-1,1 0,-1-4,1-1,1 1,0-1,1 1,0-1,0 1,2-1,-1 0,1 1,1-1,0-1,0 1,1-1,1 1,0-1,0-1,1 1,0-1,0 0,1-1,0 0,1 0,7 4,2-2,0-1,1-1,1-1,-1-1,1 0,0-2,1 0,-1-1,1-1,-1-1,1-1,0-1,-1-1,1 0,-1-2,0 0,0-1,16-7,35-12</inkml:trace>
  <inkml:trace contextRef="#ctx0" brushRef="#br0" timeOffset="908.165">1333 174,'0'23,"0"20,2 18,3 11,3 8,1 1,-2-4,-2-9,-2-8,-1-13,1-13,0-14</inkml:trace>
  <inkml:trace contextRef="#ctx0" brushRef="#br0" timeOffset="1155.506">1399 134,'90'138,"167"208,-248-331,0 0,-1 0,0 1,-1 0,-1 1,4 15,-9-27,0 0,0 0,0 1,-1-1,0 0,0 0,0 1,-1-1,0 0,0 0,0 0,0 0,-1 0,0 0,0 0,0 0,-1-1,0 1,0-1,0 1,0-1,0 0,-1 0,-3 2,-7 4,-1-1,1-1,-2-1,1 0,-1 0,0-2,0 0,0-1,-1 0,0-2,1 0,-1-1,0 0,0-1,0-1,-12-3,-15-5,11-3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6:01.68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1,'19'4,"16"2,17 0,15-1,15-2,11 0,6-5,-14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6:08.9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62 101,'-3'10,"-6"19,0 0,2 0,1 0,2 1,1 0,1 0,1 0,2 0,1 0,1 0,2-1,8 29,-12-52,2 0,-1 0,1-1,-1 0,2 1,-1-1,0 0,1 0,0-1,0 1,1-1,-1 0,1 0,0 0,0-1,0 1,1-1,-1 0,1-1,-1 0,1 0,0 0,0 0,0-1,0 0,0 0,0-1,0 1,0-1,1-1,-1 1,0-1,0 0,3-1,3-5,1-1,-1 1,0-2,0 0,-1 0,0-1,-1 0,0-1,-1 0,0-1,-1 0,0 0,-1-1,0 0,-1 0,-1 0,0-1,0 0,-1 0,-1 0,-1-1,0-1,1 4,0-1,-1 0,-1 0,0-1,-1 1,0 0,-1 0,-1 0,0 0,-1 0,0 0,-1 1,0-1,-1 1,0 0,-1 0,0 1,-1 0,-1 0,1 0,-2 1,1 0,-2 1,1 0,-1 0,0 1,-1 0,0 1,-5-2,10 6,0 1,-1 0,1 0,0 0,-1 1,1 0,-1 1,1-1,-1 1,0 1,1-1,-1 1,1 0,-1 0,1 1,0 0,0 0,-1 1,1-1,1 1,-1 1,0-1,1 1,0 0,0 0,0 0,0 1,1 0,-2 1,-2 6,0 0,0 0,2 0,-1 1,2 0,-1 0,2 0,0 1,0 0,2 0,0 0,0 4,-2 39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6:09.5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0,'2'0,"6"0,7 0,14 0,12 0,12 0,7 0,3 0,-1 0,-3 0,-5 0,-10 3,-10-1,-8 1,-9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6:10.80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394 49,'-10'-7,"0"1,-1 0,0 1,0 0,-1 1,1 0,-1 1,0 0,0 1,0 0,0 1,0 0,-1 1,1 1,0 0,0 0,0 1,0 1,0 0,1 0,-1 1,1 1,0 0,0 0,0 1,1 1,0 0,0 0,1 1,-1 0,-4 7,11-13,1 0,-1 0,1 0,0 0,0 1,0-1,0 1,1-1,-1 1,0 0,1 0,0-1,0 1,0 0,0 0,0 0,1 0,-1 1,1-1,0 0,0 0,0 0,0 0,1 0,-1 0,1 0,0 0,0 0,0 0,0 0,0 0,0 0,1 0,0-1,-1 1,1-1,0 1,0-1,1 0,-1 1,9 1,1-1,-1 0,1 0,0-1,-1-1,1 0,0 0,0-1,0-1,0 0,0 0,-1-2,1 1,-1-1,1-1,-1 0,0-1,0 0,2-2,-3 3,0-1,0 0,-1 0,1-1,-1-1,0 0,-1 0,0 0,0-1,0 0,-1-1,0 0,-1 0,0 0,-1-1,5-10,-8 13,-2 7,1 1,-1-1,0 0,0 0,0 0,1 0,-1 1,0-1,0 0,1 0,-1 0,0 0,0 0,1 0,-1 0,0 0,0 0,1 0,-1 1,0-1,0-1,1 1,-1 0,0 0,0 0,1 0,-1 0,0 0,1 0,-1 0,0 0,15 94,-3 0,-5 1,-4 25,-4-104,0 0,0 0,-2-1,0 1,0-1,-5 12,6-23,1 0,-1 0,0 0,0 0,0-1,-1 1,1-1,-1 1,0-1,0 0,0 0,0 0,-1 0,1 0,-1-1,0 0,1 0,-1 0,0 0,0 0,0-1,-1 0,1 0,0 0,0 0,-3 0,-6-2,0 1,0-2,1 0,-1 0,0-1,1 0,-1-1,1-1,0 0,0-1,1 0,0-1,0 0,0 0,-3-5,7 5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6:10.07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80 65,'-3'14,"0"6,0 1</inkml:trace>
  <inkml:trace contextRef="#ctx0" brushRef="#br0" timeOffset="2020.513">52 79,'2'1,"-1"1,1-1,0 0,-1 0,1-1,0 1,0 0,-1 0,1-1,0 1,0-1,0 0,0 1,0-1,0 0,0 0,0 0,0-1,0 1,-1 0,1-1,0 1,0-1,0 0,0 1,0-1,-1 0,1 0,0 0,-1 0,1 0,-1 0,0 0,1 0,-1 0,0-1,0 1,1-1,-1 1,0 0,0-1,-1 0,1 1,0-1,0 0,-1 1,1-1,-1 0,0 1,1-1,-1 0,0 0,0 0,0 1,0-1,0 0,-1 0,1 0,0 1,-1-1,1 0,-1 1,0-1,0 0,0 1,1-1,-1 1,-1-1,1 1,0 0,0-1,0 1,-1 0,1 0,-1 0,1 0,-1 0,1 0,-1 0,0 0,1 1,-2-1,1 0,-1 0,0 0,1 0,-1 0,0 0,0 1,0 0,0-1,0 1,1 0,-1 1,0-1,0 0,0 1,0-1,0 1,1 0,-1 0,0 0,1 0,-1 1,1-1,-1 1,1 0,-1-1,1 1,0 0,0 0,0 0,0 1,1-1,-1 0,0 1,0 2,-7 14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6:09.8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 95,'-2'-2,"-1"1,0 8,1 10,0 1</inkml:trace>
  <inkml:trace contextRef="#ctx0" brushRef="#br0" timeOffset="1769.19">81 82,'-27'14,"26"-14,1 0,0 1,-1-1,1 0,-1 1,1-1,0 0,-1 1,1-1,0 0,-1 1,1-1,0 1,0-1,-1 0,1 1,0-1,0 1,0-1,0 1,0-1,-1 1,1-1,0 1,0-1,0 1,0-1,0 1,0-1,1 1,-1-1,0 1,0-1,0 1,0-1,1 0,-1 1,0-1,0 1,1-1,-1 1,0-1,1 0,-1 1,0-1,1 0,-1 1,1-1,-1 0,0 0,1 1,-1-1,1 0,-1 0,1 0,1 0,1 0,-1 0,1-1,-1 1,0-1,1 0,-1 0,0 0,1 0,-1 0,0 0,0 0,0-1,0 1,0-1,0 1,0-1,-1 0,1 0,-1 0,1 0,-1 0,0 0,0 0,0-1,0 1,0 0,0 0,0-1,-1 0,2 0,0-1,-1 1,0-1,0 0,0 0,0 1,-1-1,1 0,-1 0,0 0,0 1,0-1,-1 0,1 0,-1 0,0 1,0-1,0 0,-1 4,1 0,0 0,0 0,0 0,0 0,-1 0,1 1,0-1,0 0,0 0,0 1,0-1,0 1,0-1,0 1,0-1,0 1,0 0,0 0,0-1,0 1,0 0,1 0,-1 0,0 0,1 0,-1 0,0 0,1 0,0 0,-1 0,1 0,-1 0,1 0,0 1,-1-1,-10 20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6:05.72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234 586,'-11'1,"0"0,0 1,0 0,1 1,-1 0,1 1,0 0,0 1,0 0,1 0,-1 1,1 1,1-1,-1 1,1 1,0-1,1 1,0 1,0 0,1-1,0 2,0-1,1 1,1 0,-1 0,1 0,1 1,0-1,1 1,0 1,1-6,1-1,0 0,0 1,1-1,0 0,0 0,0 0,0 1,1-1,0 0,0 0,0-1,1 1,-1 0,1-1,0 0,0 1,1-1,-1-1,1 1,0 0,0-1,1 0,-1 0,0 0,1 0,0-1,0 0,0 0,1 1,11 3,0 0,0-2,1 1,0-2,0-1,-1 0,2-1,6-1,-2 0,-1-1,1-1,-1-1,0-1,0-1,0-1,-1-1,0-1,0-1,-1-1,0 0,0-2,10-7,1-17,-30 36,0-1,0 0,-1 0,1 1,-1-1,1 0,0 0,-1 0,0 0,1 1,-1-1,1 0,-1 0,0 0,0 0,0 0,0 0,1 0,-1 0,0 0,-1 0,1 0,0 0,0 0,0 0,0 0,-1 0,1 0,-1 0,1 0,0 1,-1-1,1 0,-1 0,0 0,1 1,-1-1,0 0,1 1,-1-1,0 0,0 1,-1-1,0 0,1 1,-1-1,0 1,0-1,0 1,0 0,1 0,-1 0,0 0,0 0,0 0,0 0,1 1,-1-1,0 1,0-1,1 1,-1 0,0 0,1 0,-1 0,0 0,1 0,0 0,-1 0,1 0,0 1,-1-1,1 1,0-1,0 1,0-1,0 1,0 0,0 1,-1 0,1 1,-1-1,1 1,-1-1,1 1,0 0,1-1,-1 1,1 0,-1 0,1 0,0-1,1 1,-1 0,1 0,-1-1,1 1,0 0,3 1,1 0,-1 0,1-1,0 0,0 0,0 0,0 0,1-1,0 1,-1-1,1-1,0 1,1-1,-1 0,0-1,0 0,1 0,-1 0,1 0,3-1,6 2,0-1,-1-1,1 0,0-1,0-1,10-3,-21 5,0-1,0-1,-1 1,1-1,0 0,0 0,-1 0,0 0,1-1,-1 0,0 0,0 0,0 0,-1-1,1 0,-1 1,0-1,0-1,0 1,0 0,-1-1,1-2,-2 3,0 1,0-1,0 0,-1 0,0 1,0-1,0 0,0 0,0 1,-1-1,0 0,0 1,0-1,0 0,0 1,-1-1,0 1,1 0,-1-1,-1 1,1 0,0 0,-1 1,1-1,-1 0,0 1,0-1,-2 0,-3-3,0 0,0 1,-1 0,0 1,0-1,0 2,-1-1,0 1,1 1,-4-1,5 2,1 1,-1 0,1 0,-1 1,1 0,0 0,-1 0,1 1,0 1,0-1,0 1,0 0,0 0,-2 3,6-5,0 1,0 0,0 0,0 0,1 1,-1-1,1 0,0 1,-1 0,1 0,0-1,1 1,-1 0,0 0,1 1,0-1,-1 0,1 0,1 1,-1-1,0 1,1-1,0 1,0-1,0 0,0 1,0-1,1 1,-1-1,1 1,1 1,16 27,6-5</inkml:trace>
  <inkml:trace contextRef="#ctx0" brushRef="#br0" timeOffset="1280.288">1330 773,'-11'-8,"0"2,-1-1,0 2,0-1,-1 2,0 0,1 0,-1 1,0 1,-8-1,16 3,1-1,-1 1,0 0,1 1,-1-1,0 1,1 0,-1 0,1 0,-1 1,1 0,0-1,0 1,0 1,0-1,0 1,0 0,0 0,1 0,0 0,-1 0,1 1,1-1,-1 1,0 0,1 0,0 0,0 0,0 1,0-1,0 1,1-1,0 1,0-1,0 1,0-1,1 1,-1 0,1-1,0 1,1-1,-1 1,1 0,0-1,0 1,0-1,1 0,0 1,-1-1,1 0,1 0,-1 0,1 0,-1-1,1 1,0-1,1 1,-1-1,0 0,1 0,0 0,0-1,0 0,0 1,0-1,0-1,0 1,1 0,-1-1,1 0,1 0,6 2,0-1,1 0,-1-1,1-1,0 0,-1 0,1-1,-1-1,1 0,-1-1,0 0,0-1,0 0,0-1,-1 0,0-1,0 0,0-1,-1 0,0-1,0 0,-1 0,0-1,-1-1,1 1,-2-1,0-1,0 1,0-1,-2 0,1-1,-1 1,0-3,3-23,-1-1,-1 1,-3-1,-1 0,-1 0,-3-1,-1 2,-1-1,-2 0,-6-16,9 38,1 4,1 0,-2 0,0 0,0 0,-1 0,-1 1,1 0,-2 0,0 0,-4-6,9 17,1-1,-1 0,1 1,-1-1,1 0,-1 1,0-1,1 1,-1-1,0 1,1 0,-1-1,0 1,1-1,-1 1,0 0,0 0,0 0,1-1,-1 1,0 0,0 0,0 0,1 0,-1 0,0 0,0 1,0-1,1 0,-1 0,0 0,0 1,1-1,-1 0,0 1,0-1,1 1,-1-1,1 1,-1-1,0 1,1-1,-1 1,1 0,-1-1,1 1,-1 0,1-1,0 1,-1 0,1 0,0 0,0-1,-1 1,1 0,-6 15,0-1,0 1,2 1,0-1,0 1,2-1,0 1,1 12,-1-11,-1 21,2 1,1 0,2 0,2-1,1 1,9 27,-10-48,1-1,1-1,1 1,1-1,0 0,1-1,1 0,0 0,1-1,1 0,0-1,1-1,1 0,0 0,6 2,-15-10,0-1,1 0,-1 0,1-1,0 1,0-1,0 0,1-1,-1 0,1 0,-1 0,1-1,0 0,-1 0,1 0,0-1,0 0,0-1,-1 1,1-1,0-1,-1 1,1-1,-1 0,1-1,-1 1,0-1,4-3,0-6,0-2,0 1,-2-1,1 0,-2-1,0 0,-1 0,0-1,-1 0,-1 1,0-2,-2 1,0 0,0-1,-1-10,0 179,-1-148,0-1,0 0,0 1,1-1,0 0,0 0,0 1,0-1,0 0,0 0,1 0,0 0,-1 0,1-1,0 1,1 0,-1-1,0 1,1-1,-1 0,1 0,0 0,-1 0,1 0,0-1,0 1,1-1,-1 0,0 0,0 0,0 0,1-1,-1 1,0-1,1 0,-1 0,0 0,1 0,-1-1,0 1,1-1,-1 0,2-1,10-3,-1-1,0-1,-1 0,0-1,0 0,0-1,-1 0,-1-1,0 0,0-1,-1-1,0 0,-1 0,0 0,-1-1,0-1,-1 1,-1-1,2-7,-9 16,-8 22,3-6,1 0,0 0,1 0,0 1,0-1,2 1,-1 0,2 0,-1 0,2 0,0 0,0 0,1 0,0 0,1 0,1 3,-1-11,1 0,-1 0,0-1,1 1,0-1,0 0,0 0,0 0,0 0,1 0,0-1,-1 1,1-1,0 0,0 0,0 0,0-1,0 0,0 1,1-1,-1-1,0 1,1-1,-1 0,0 0,1 0,2 0,2-1,0-1,0 1,0-1,-1-1,1 0,-1 0,0 0,0-1,0 0,0-1,-1 0,1 0,0-2,1-3,0-1,-1 0,0-1,-1 1,-1-1,0-1,0 1,-1-1,-1 0,0 0,-1-1,0 1,-1-1,-1 1,0-1,-1 0,0 1,-1-1,-2-10,-4-19,13 49,1 0,-1 0,1-1,0 0,0 0,0-1,1 0,-1 0,1 0,0-1,0-1,0 1,6 0,-9-2,35 11,-25-9,-1 1,1 0,-1 1,0 1,-1 1,1 0,3 3,-13-5,0 0,0 0,-1 1,1-1,-1 1,-1 0,1 0,-1 0,0 0,0 1,-1-1,0 1,0-1,0 0,-1 1,0 0,-1-1,1 0,-1 1,0-1,-2 5,1 29,2-38,0 0,0 0,0 0,1 0,-1 0,0 0,1 0,0 0,-1-1,1 1,0 0,0 0,0-1,0 1,0-1,0 1,1-1,-1 1,0-1,1 0,-1 1,1-1,-1 0,1 0,0 0,0 0,-1 0,1-1,0 1,0-1,0 1,0-1,0 1,0-1,-1 0,1 0,0 0,0 0,0 0,0-1,0 1,0 0,0-1,0 0,0 1,1-2,10-3,0-1,0-1,-1 1,0-2,-1 0,1 0,-1-1,-1-1,0 0,0 0,-1-1,0 0,-1 0,-1-1,1 0,-2-1,6-12,4-19,-29 67,8-10,0 1,1 0,0 0,2 0,-1 0,2 0,0 0,0 0,2 1,0 6,0-17,1 0,-1-1,1 1,0-1,0 0,0 1,1-1,-1 0,1 0,-1 0,1-1,0 1,0-1,0 1,1-1,-1 0,0 0,1-1,-1 1,1-1,0 1,-1-1,1 0,0-1,0 1,0-1,0 0,0 1,27 2</inkml:trace>
  <inkml:trace contextRef="#ctx0" brushRef="#br0" timeOffset="1529.628">3001 318,'0'16,"4"14,2 3</inkml:trace>
  <inkml:trace contextRef="#ctx0" brushRef="#br0" timeOffset="2018.136">3215 706,'16'-12,"0"-1,0-1,-1 0,-1-1,0-1,-1 0,-1 0,-1-2,0 1,-1-1,-1-1,-1 0,0 0,-2-1,0 1,1-13,-1 5,-2 1,-2-1,0 1,-1-1,-2 0,-1 1,-1-1,-1 1,-1-1,-2 1,0 1,-7-13,12 33,1 2,0-1,0 1,0-1,-1 1,0-1,0 1,0 0,0 0,0 0,0 0,-1 0,0 0,1 1,-4-3,4 6,1-1,0 1,-1 0,1-1,0 1,-1 0,1 0,0 0,0 0,0 0,0 0,0 0,0 0,0 0,0 1,0-1,0 0,1 1,-1-1,0 1,1-1,-1 1,1-1,0 0,0 1,-1 0,1-1,0 1,0-1,0 1,0 1,-11 66,2 0,4 1,4 61,0-89,0 5,-1-9,2 0,1 1,1-1,3 0,1 0,2-1,1 1,-7-32,0 1,1-1,0 0,0 1,0-1,0-1,1 1,0 0,1-1,-1 0,1 0,0 0,0-1,0 1,1-1,-1 0,1-1,0 0,0 0,1 0,-1 0,1-1,-1 0,1-1,-1 1,1-1,0 0,0-1,0 0,6 0,3-2,0-1,0 0,-1-1,1-1,-1 0,0-1,-1-1,1 0,-1-1,-1 0,1-1,-2-1,1 0,-1-1,3-4,-10 10,0 1,0-1,-1 0,0-1,0 1,0-1,-1 1,0-1,0 0,0-1,-1 1,1 0,-2-1,1 1,-1-1,0 1,0-1,-1 0,0 0,0 1,0-1,-1 0,0 1,-1-1,1 1,-1-1,0 1,-1 0,0-1,0 1,0 1,0-1,-1 0,-2-1,4 5,0 0,0 0,-1 0,1 1,-1-1,1 1,-1 0,0-1,1 1,-1 0,0 1,0-1,0 0,0 1,0 0,1-1,-1 1,0 1,0-1,0 0,0 1,0-1,0 1,1 0,-1 0,0 0,0 0,1 0,-1 1,1-1,-1 1,1 0,-3 1,1 1,-1 0,1 0,0 1,1-1,-1 1,1 0,0 0,0 0,0 0,1 0,-1 1,1-1,1 1,-2 3,2-2,1 0,-1 0,1 0,1 0,-1 0,1-1,0 1,0 0,1 0,0-1,0 1,1-1,0 1,0-1,0 0,1 0,0 0,0-1,0 1,1-1,0 0,2 1,7 7,1-1,0 0,1-1,1-1,-1 0,2-2,8 4,25 7,1-1,0-3,1-3,0-1,20-1,-4-3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6:02.42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62 857,'13'-22,"-1"0,-1-1,-1-1,-1 1,-1-2,-1 1,-1-1,-1 0,-1 0,-2 0,0-1,-2 1,0-1,-2 1,-2-6,3 25,-1-1,-1 1,1 0,-1 0,0 1,0-1,-1 1,0-1,0 1,0 0,0 0,-1 1,3 2,1 1,-1-1,0 1,0 0,0 0,1 0,-1 0,0 0,0 0,-1 0,1 0,0 1,0-1,0 1,0 0,0 0,-1 0,1 0,0 0,0 0,0 0,-1 1,1-1,0 1,0 0,0-1,0 1,0 0,0 0,0 0,0 0,1 1,-1-1,0 1,1-1,-2 1,1 0,0 0,-1 0,1 0,0 1,0-1,0 0,0 1,1-1,-1 1,1 0,-1-1,1 1,0 0,0 0,0 0,1 0,-1 0,1 0,-1 0,1 0,0 0,0 0,1 0,-1 0,0 0,1 0,0 0,0 0,0 0,0 0,0 0,0-1,1 1,0 0,-1-1,1 1,0-1,0 0,0 0,1 1,10 2,0 0,1 0,0-2,-1 1,1-2,0 0,1-1,-1 0,0-1,12-1,-2 1,17-1,-26 0,0 0,1 2,-1-1,0 2,0 0,0 1,0 0,13 5,-24-4,1 1,-1 0,0-1,0 2,0-1,-1 0,1 1,-1-1,-1 1,1 0,-1 0,0 0,0 0,-1 0,0 0,0 1,-1-1,1 0,-1 1,0-1,-1 0,0 1,0-1,0 0,-2 4,2 7,0-9,3 61,-1-67,-1 0,1 0,0 0,-1 0,1-1,0 1,0 0,0 0,0-1,1 1,-1 0,0-1,1 0,-1 1,1-1,-1 0,1 1,0-1,0 0,-1 0,1 0,0-1,0 1,0 0,0-1,0 1,0-1,0 0,0 0,0 0,2 0,10-2,0 0,0-1,0-1,0-1,0 0,-1 0,0-1,0-1,0-1,-1 1,0-2,-1 0,7-6,-11 9,1 0,-1 0,0-1,0 0,-1-1,0 1,0-1,-1 0,0-1,-1 1,1-1,-2 0,1 0,-1 0,-1-1,1 1,-2-1,1 1,-1-1,-1 1,0-1,0-1,0 9,0 1,0 0,0 0,0 0,0-1,0 1,0 0,0 0,0 0,-1 0,1-1,-1 1,1 0,-1 0,1 0,-1 0,1 0,-1 0,0 0,0 0,1 0,-1 1,0-1,0 0,0 0,0 1,0-1,0 0,0 1,0-1,0 1,0-1,-1 1,1 0,0 0,0-1,0 1,0 0,-1 0,1 0,0 0,0 0,0 0,0 1,-1-1,1 0,0 1,0-1,0 1,0-1,0 1,0-1,0 1,0 0,0-1,0 1,-1 0,-6 9,-1-1,1 1,1 1,-1 0,2 0,0 0,0 0,1 1,0 0,1 0,1 1,-1-1,2 1,-1 10,3-18,-1 0,1 1,1-1,-1 0,1 1,0-1,0 0,0 1,1-1,0 0,0 0,0 0,1-1,0 1,-1 0,2-1,-1 0,0 0,1 0,0 0,0 0,0-1,0 0,1 0,-1 0,1 0,0-1,0 1,0-1,0 0,0-1,0 1,5-1,142 20,-74-20</inkml:trace>
  <inkml:trace contextRef="#ctx0" brushRef="#br0" timeOffset="568.808">1425 576,'-5'0,"0"0,0 1,0 0,0 0,0 0,0 1,0-1,1 1,-1 0,1 0,-1 1,1 0,0-1,0 1,0 1,0-1,1 1,-1-1,1 1,0 0,0 0,0 0,0 1,1-1,0 1,0-1,0 1,1 0,-1 0,1 0,0 0,0 3,0-1,0 0,0 1,1-1,0 0,0 0,0 1,1-1,1 0,-1 0,1 0,0 0,0 0,1-1,0 1,0 0,1-1,0 0,0 0,0 0,1-1,0 1,4 3,0-3,0 0,0-1,1-1,-1 1,1-1,0-1,0 0,0 0,0-1,1 0,-1-1,1 0,-1-1,1 0,-1-1,1 0,8-2,-2 0,0-1,0-1,0 0,-1-1,1-1,-2-1,1 0,-1-1,0 0,4-5,-12 9,0 0,0-1,-1 0,0-1,0 0,0 0,-1 0,0 0,0-1,0 0,-1 0,-1 0,1 0,-2-1,1 1,-1-1,0 0,-1 0,0 0,0 0,-1 0,0 0,0-1,0 11,0-1,0 0,-1 1,1-1,0 1,0-1,0 1,0-1,0 0,0 1,0-1,-1 1,1-1,0 0,0 1,-1-1,1 0,0 1,-1-1,1 0,0 1,-1-1,1 0,0 0,-1 1,1-1,0 0,-1 0,1 0,-1 0,1 0,-1 1,1-1,0 0,-1 0,1 0,-1 0,1 0,-1 0,1 0,0 0,-1-1,1 1,-1 0,1 0,0 0,-1 0,1 0,-1-1,1 1,0 0,-1 0,1-1,0 1,-1 0,1-1,0 1,-1 0,1-1,-2 8,0-1,1 1,0 0,0 0,1 0,-1 0,2 0,-1 0,1 0,0 0,0 0,1 0,0 0,0-1,0 1,1-1,0 0,1 1,-1-1,1-1,0 1,1 0,-1-1,1 0,0 0,0-1,1 1,-1-1,1 0,0 0,0-1,1 0,-1 0,1 0,-1-1,1 0,0-1,0 1,0-1,0 0,0-1,2 0,0 0,-1-2,1 1,-1-1,0 0,1-1,-1 0,0 0,-1-1,1 0,-1 0,1-1,-1 0,-1 0,1-1,-1 0,0 0,0 0,0-1,-1 1,0-2,-1 1,1 0,-1-1,-1 0,0 0,0 0,0 0,-1 0,0-1,-1 1,0-1,0 1,-1-1,0-1,-1-2,-2 17,-4 22,5-20,1-1,0 0,0 1,0-1,1 1,0 0,0-1,1 1,0-1,0 1,0-1,1 0,0 0,1 1,-1-1,1-1,0 1,0 0,1-1,0 1,0-1,0 0,0 0,1-1,0 1,0-1,0 0,0-1,6 4,18 4</inkml:trace>
  <inkml:trace contextRef="#ctx0" brushRef="#br0" timeOffset="945.449">2428 563,'-2'16,"1"1,0-1,1 1,1-1,1 1,0-1,1 0,1 0,0 0,1 0,1 0,2 2,-6-14,-1-1,1 1,0-1,0 0,0 0,0 0,0 0,1 0,-1-1,1 1,0-1,0 0,0 1,0-1,0-1,1 1,-1 0,0-1,1 0,-1 1,1-2,0 1,-1 0,1-1,0 1,-1-1,1 0,0 0,0 0,-1-1,1 0,0 1,-1-1,1 0,-1-1,1 1,-1-1,0 1,0-1,1 0,-1 0,0-1,5-4,-1-1,0 0,0 0,0-1,-1 0,-1 0,0 0,0-1,0 0,-1 0,-1 0,0 0,0-1,-1 1,0-1,-1 1,0-1,-1 0,0-3,-1 14,1 0,0 1,0-1,0 0,0 0,0 0,-1 0,1 0,0 0,0 0,0 0,0 0,-1 0,1 0,0 0,0 0,0 0,0 0,0 0,-1 0,1 0,0 0,0 0,0 0,0-1,0 1,-1 0,1 0,0 0,0 0,0 0,0 0,0 0,0-1,0 1,-1 0,1 0,0 0,0 0,0 0,0-1,0 1,-6 18,3-13,1 0,0 0,1 0,-1 0,1 0,0 0,0 1,1-1,-1 0,1 1,0-1,1 1,-1-1,1 0,0 0,1 1,-1-1,1 0,0 0,0 0,1 0,-1-1,1 1,0-1,0 1,1-1,-1 0,1 0,0-1,0 1,0-1,1 0,-1 0,1 0,15 3,1 0,0-2,0-1,0 0,0-2,0 0,1-1,-1-2,0 0,0-1,15-4,12-3</inkml:trace>
  <inkml:trace contextRef="#ctx0" brushRef="#br0" timeOffset="1243.65">3123 750,'-1'1,"0"1,1-1,-1 1,0-1,0 1,1 0,-1-1,1 1,-1 0,1-1,0 1,0 0,0 0,0-1,0 1,0 0,0 0,0 0,1-1,-1 1,1 0,-1-1,1 1,0 0,0-1,-1 1,1-1,0 1,1-1,-1 0,0 1,0-1,0 0,1 0,-1 0,1 0,-1 0,1 0,-1 0,1 0,-1-1,1 1,0 0,-1-1,1 0,0 1,0-1,-1 0,1 0,1 0,1 0,-1 0,1 0,0 0,-1 0,1-1,-1 1,1-1,0 0,-1 0,0-1,1 1,-1-1,0 0,0 1,0-2,0 1,0 0,0 0,0-1,-1 1,1-1,-1 0,0 0,0 0,0 0,0 0,-1-1,1 1,-1 0,0-1,0 1,0-1,0 0,1-3,0 0,0-1,-1 1,0-1,-1 1,0 0,0-1,0 1,-1-1,0 1,0-1,-1 1,0 0,0 0,-4-7,5 11,-1 0,1 1,-1-1,0 1,0-1,0 1,0 0,-1-1,1 1,0 0,-1 1,1-1,-1 0,0 1,0-1,0 1,1 0,-1 0,0 0,0 1,-1-1,1 0,0 1,0 0,0 0,0 0,0 0,0 1,0-1,0 1,-1-1,2 1,-3 1,-2 1,1-1,0 1,0 0,1 1,-1 0,1 0,-1 0,1 0,1 1,-1 0,1 0,-1 0,1 0,1 1,-2 2,2-3,0-1,0 1,0 1,1-1,0 0,0 0,0 1,1-1,0 1,0 0,0-1,0 1,1 0,0 0,1-1,-1 1,1 0,0-1,0 1,1-1,0 1,0-1,0 0,0 1,1-1,0 0,0-1,0 1,1 0,0-1,2 3,33 14,2-5</inkml:trace>
  <inkml:trace contextRef="#ctx0" brushRef="#br0" timeOffset="2347.717">3832 656,'-9'-6,"0"0,0 1,0 0,-1 1,1 0,-1 0,0 1,0 0,-1 1,1 0,0 1,-1 0,1 1,-1 0,1 0,-1 1,1 1,0 0,-1 0,1 1,0 0,0 0,1 2,-1-1,1 1,0 0,0 1,0 0,-6 7,12-11,0 0,0 0,0 1,0 0,1-1,-1 1,1 0,0 0,0 0,0 1,0-1,0 0,1 1,0-1,0 1,0 0,0-1,0 1,1 0,-1-1,1 1,0 0,0 0,0-1,1 1,0 0,-1 0,1-1,0 1,1-1,-1 1,1-1,-1 1,1-1,0 0,0 0,1 0,-1 0,1 0,-1 0,1-1,2 2,5 0,0 0,0 0,0-1,1-1,-1 0,1 0,-1-1,1-1,0 1,-1-2,1 1,0-2,-1 1,1-2,-1 1,0-1,0-1,0 0,0 0,0-1,-1 0,0-1,0 0,4-3,-10 6,0 0,0 1,0-1,0-1,-1 1,1 0,-1-1,0 1,0-1,0 0,0 1,0-1,-1 0,1-2,-10 13,5 0,1 0,-1 0,2 1,-1-1,1 1,0 0,0-1,1 1,0 0,1 0,-1-1,1 1,1 2,-1-7,0 0,0 0,0 0,0 0,0-1,0 1,1 0,-1-1,1 1,0-1,0 1,0-1,0 0,0 0,1 1,-1-2,1 1,-1 0,1 0,-1-1,1 0,0 1,0-1,0 0,0-1,0 1,0 0,0-1,0 1,0-1,0 0,0 0,0 0,2-1,2 0,0-1,0 0,0 0,-1-1,1 1,0-1,-1-1,0 1,0-1,0 0,0-1,-1 1,0-1,0 0,0-1,0 1,-1-1,0 0,64-115,-46 71,-21 50,0-1,1 0,-1 0,0 0,0 1,0-1,1 1,-1-1,0 1,0 0,1-1,-1 1,0 0,1 0,-1 0,1 0,-1 0,0 0,1 0,-1 0,0 0,1 1,-1-1,0 1,0-1,1 1,-1-1,0 1,0 0,0 0,0-1,1 1,-1 0,-1 0,1 0,0 0,0 0,0 0,0 1,-1-1,1 0,0 0,-1 0,1 1,-1-1,0 0,1 1,3 3,158 171,-134-136,-28-39,0 0,0 0,-1 0,1 0,0 0,-1 0,1 0,-1 0,1 0,-1 0,1 0,-1 0,0 0,1-1,-1 1,0 0,0 0,0-1,0 1,0 0,1-1,-1 1,0-1,0 0,0 1,0-1,-1 0,1 1,0-1,0 0,0 0,0 0,0 0,0 0,0 0,0 0,0 0,0 0,-1-1,1 1,0-1,1 1,-101-12,101 12,0 1,1-1,-1 0,0 0,1 1,-1-1,0 0,1 0,-1 0,1 0,-1 0,0 0,1 0,-1 1,1-1,-1 0,0 0,1-1,-1 1,1 0,-1 0,0 0,1 0,-1 0,1 0,-1 0,0-1,1 1,-1 0,0 0,1-1,-1 1,0 0,1 0,-1-1,0 1,0 0,1-1,-1 1,0 0,0-1,0 1,1-1,-1 1,0 0,0-1,0 1,0-1,0 1,0 0,0-1,0 1,0-1,0 1,0 0,0-1,0 1,0-1,0 1,0 0,-1-1,1 1,0 0,0-1,0 1,-1-1,1 1,0 0,1-1,18-3,0-1,0-1,-1-1,0 0,0-1,-1-1,0-1,0-1,-1 0,0-1,-1-1,-1 0,0-1,-1 0,0-1,-1-1,2-4,3-18,-3 0,0-1,-3 0,-1-1,-2-1,-2 1,-1-1,-2 0,-3 0,-1-11,2 29,0-7,0 0,-2 0,-1 0,-2 0,-4-18,8 47,0 1,0-1,1 1,-1-1,0 0,0 1,0-1,0 1,0-1,0 0,0 1,0-1,0 1,0-1,0 0,0 1,-1-1,1 1,0-1,0 1,-1-1,1 1,0-1,-1 1,1-1,0 1,-1-1,1 1,-1-1,1 1,-1 0,1-1,-1 1,1 0,-1-1,1 1,-1 0,1 0,-1-1,0 1,1 0,-1 0,1 0,-1 0,0 0,1 0,-1 0,0 0,1 0,-1 0,1 0,-1 1,1-1,-1 0,0 0,1 0,-1 1,1-1,-1 0,1 1,-1-1,1 1,-1-1,1 0,0 1,-1-1,0 1,-18 43,9-4,1 0,2 1,2 0,2 0,2 0,1 1,2-1,2 0,2 0,8 30,-8-47,1 0,1 0,0 0,2-1,1-1,1 1,0-2,2 0,0 0,2-2,0 0,16 14,-30-30,1 0,0 0,0 0,0-1,0 1,1-1,-1 0,1 0,-1 0,1 0,0-1,-1 0,1 1,0-1,0-1,0 1,0 0,0-1,0 0,0 0,0 0,0-1,0 1,0-1,0 0,0 0,0 0,-1-1,1 1,0-1,-1 0,1 0,-1 0,0 0,1-1,5-9,-1 0,0 0,-1-1,0 0,-1-1,0 1,-1-1,-1 0,0-1,-1 1,0-1,-1-1,-2 16,-1 1,1-1,0 0,-1 0,1 0,0 0,-1 0,1 1,0-1,-1 0,1 0,0 0,-1 0,1 0,0 0,-1 0,1 0,0 0,-1-1,1 1,-1 0,1 0,0 0,0 0,-1 0,1-1,0 1,-1 0,1 0,0 0,-1-1,1 1,0 0,0 0,0-1,-1 1,1 0,0-1,-4 7,1 0,0 0,0 1,0-1,1 1,0-1,1 1,-1 0,1-1,0 1,1 0,0 0,0 0,0 0,1 0,0 0,0-1,1 1,0 0,0-1,0 1,1-1,0 0,0 1,1-2,0 1,0 0,0-1,1 0,-1 0,1 0,1 0,-1-1,3 2,0-2,1-1,-1 0,1-1,-1 0,1 0,0 0,-1-1,1-1,0 0,0 0,0 0,0-1,6-2,7-3</inkml:trace>
  <inkml:trace contextRef="#ctx0" brushRef="#br0" timeOffset="2597.095">4380 201,'9'2,"21"6,31 1,36-1,34-2,31-1,-12-3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6:42.49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323 47,'-13'-7,"0"0,0 1,-1 1,0 0,0 1,0 0,0 1,0 1,-1 0,1 1,-1 1,0 0,1 1,-9 1,18 0,-1 0,1 1,0 0,0 0,0 0,0 1,0-1,1 1,-1 0,1 0,0 1,0-1,1 1,0 0,-1 0,2 0,-1 1,0-1,1 0,0 2,-2 4,0 1,1 1,0-1,1 0,0 1,1-1,0 1,1 0,1-1,-1-8,0 0,0-1,1 1,-1-1,1 1,0-1,0 1,0-1,0 1,1-1,-1 0,1 0,0 1,0-1,0-1,0 1,1 0,-1 0,1-1,0 0,-1 1,1-1,0 0,0 0,1-1,-1 1,0-1,1 1,-1-1,1 0,-1 0,1 0,-1-1,1 0,-1 1,1-1,0 0,-1-1,1 1,-1-1,1 1,-1-1,1 0,0-1,8-3,0 0,-1-1,1-1,-2 0,1 0,-1-1,0-1,0 0,-1 0,0-1,-1 0,0 0,0-1,-1 0,-1 0,0-1,-1 0,0 0,0 0,-1-1,-1 1,1-9,-4 5,-4 14,0 7,1 1,0 0,1-1,-1 1,1 0,0 0,1 0,-1 0,1 1,0-1,1 5,-2 0,-3 37,2 0,2 0,2 1,3-1,1 0,3-1,3 6,-8-40,-2-9,1 0,0 0,-1 0,0 0,0 0,0 0,0 1,-1-1,1 0,-1 0,0 1,-1-1,1 0,-1 0,0 1,0-1,0 0,0 0,-1 0,0 0,1 0,-2 0,1-1,0 1,-1-1,1 1,-1-1,0 0,0 0,-2 1,-10 2,-1-1,0 0,0-1,-1 0,1-2,-1 0,1-1,-1 0,0-2,-2 0,17 2,0-1,1 1,-1-1,0 0,0 1,1-1,-1 0,0 0,0 0,0-1,1 1,-1 0,0-1,1 1,-1-1,0 1,1-1,-1 0,0 0,1 0,-1 0,1 0,0 0,-1 0,1 0,0-1,0 1,-1 0,1-1,0 1,1-1,-1 1,0-1,0 1,1-1,-1 0,0 1,1-1,0 0,-1 0,1 1,0-1,0 0,0 0,0 0,0 1,1-1,10-15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6:42.70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13,'20'-2,"19"-2,13 1,8 1,2 0,-7 4,-13 2,-14 2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6:42.87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0,'18'7,"18"4,15 3,14-1,7 0,-9-3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6:45.53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27 227,'13'3,"17"0,16-1,14 1,11-2,4 0,-3 0,-10-1,-20 2,-28 6,-17 1</inkml:trace>
  <inkml:trace contextRef="#ctx0" brushRef="#br0" timeOffset="186.504">0 442,'14'-3,"13"0,9 0,8 0,5 2,6 0,4 0,5 1,1 0,0 2,-2 2,-4-1,-10-1</inkml:trace>
  <inkml:trace contextRef="#ctx0" brushRef="#br0" timeOffset="541.533">562 0,'12'19,"0"0,1 0,1-2,1 1,1-2,0 0,1-1,0-1,1 0,1-2,0 0,1-1,8 3,-4 0,-9-5,6 3,0 1,-1 1,0 1,-1 0,13 15,-28-26,0 0,-1 0,0 0,0 0,0 1,0 0,0 0,-1-1,0 1,0 1,-1-1,1 0,-1 0,0 0,0 1,-1-1,0 1,0-1,0 0,0 1,-1-1,0 1,0-1,-1 0,1 0,-1 0,0 0,-3 4,-8 12,-1-1,-1-1,-1 0,0-1,-1-1,-1-1,-1 0,-1-1,-12 7,-155 105,102-75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6:44.55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14 266,'-1'-53,"0"16,1-1,2 0,2 1,2-6,0 25,-6 18,0-1,0 1,0 0,1 0,-1 0,0 0,1 0,-1 0,0 0,0 0,1 0,-1-1,0 1,0 0,1 0,-1 0,0 1,1-1,-1 0,0 0,0 0,1 0,-1 0,0 0,0 0,1 0,-1 0,0 1,0-1,1 0,-1 0,0 0,0 1,0-1,0 0,1 0,-1 0,0 1,0-1,0 0,0 0,0 1,0-1,1 0,-1 0,0 1,0-1,0 0,0 1,0-1,0 0,0 0,0 1,0-1,0 0,0 1,-1-1,1 0,0 0,0 1,0-1,0 0,0 0,0 1,-1-1,1 0,0 0,0 0,0 1,5 190,-6-96,3-47,3-1,1 1,13 43,-15-74</inkml:trace>
  <inkml:trace contextRef="#ctx0" brushRef="#br0" timeOffset="157.581">1 533,'9'2,"14"1,17 0,16-1,11 0,6-3,-9-2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6:43.52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28 279,'40'-258,"-39"238,-8 31,-10 47,3 0,3 2,2-1,0 61,8-110,1-1,0 1,0 0,1 0,1-1,-1 1,2 0,-1-1,1 0,1 1,1 2,10 11</inkml:trace>
  <inkml:trace contextRef="#ctx0" brushRef="#br0" timeOffset="384.282">389 185,'-8'7,"0"1,1 0,0 0,0 1,1 0,0 0,1 0,0 1,0 0,1 0,0 0,1 1,-1 4,3-10,0 1,0-1,0 1,0-1,1 1,0 0,1-1,-1 1,1-1,0 1,0-1,1 1,-1-1,1 0,1 0,-1 0,1 0,0 0,0 0,0-1,0 1,1-1,0 0,0 0,0 0,3 1,-2-2,-1 0,1 0,0-1,0 0,1 0,-1 0,0-1,1 1,-1-1,1-1,-1 1,1-1,0 0,-1 0,1 0,-1-1,1 0,-1 0,1-1,-1 1,0-1,0 0,1-1,-1 1,-1-1,1 0,0 0,-1-1,0 1,1-1,-2 0,1 0,0 0,-1-1,1 1,-1-1,-1 0,1 0,-1 0,1 0,-2 0,1 0,0-3,0-1,0 1,0-1,-1 1,0-1,-1 0,0 0,-1 1,1-1,-2 1,1-1,-1 0,0 1,-1 0,0 0,0 0,-1 0,0 0,0 1,-1-1,0 1,-1 0,1 1,-1-1,0 1,-1 0,1 1,-1 0,0 0,-1 0,1 1,-1 0,-4-2,6 6,-1 0,1 0,-1 1,1 0,-1 0,1 1,0-1,0 1,0 0,0 1,0 0,0 0,1 0,-1 0,1 1,0 0,0 0,0 1,0-1,1 1,0 0,0 0,0 1,1-1,0 1,0-1,0 1,1 0,-1 0,1 1,1-1,-1 0,1 0,1 1,-1-1,1 1,0-1,0 1,1-1,0 1,0-1,0 0,1 1,0-1,0 0,1 0,-1 0,1-1,1 1,-1-1,35 23,3-8</inkml:trace>
  <inkml:trace contextRef="#ctx0" brushRef="#br0" timeOffset="728.979">831 252,'-8'2,"-1"0,2 0,-1 0,0 1,0 0,1 1,0 0,0 0,0 0,0 1,1 0,-1 0,1 1,0 0,1 0,-1 1,3-4,1 1,-1-1,1 1,0 0,0 0,0 0,0 0,1 0,0 0,0 0,0 1,0-1,1 0,-1 0,1 1,0-1,1 1,-1-1,1 0,-1 0,1 1,1-1,-1 0,1 0,-1 0,1 0,0 0,0-1,1 1,2 2,2 2,2-1,-1 0,1-1,0 0,0-1,1 0,0 0,0-1,0 0,0 0,0-1,1-1,0 0,-1 0,1-1,0-1,0 0,-1 0,1-1,0 0,0-1,-1 0,1-1,5-2,-10 2,0 0,0 0,0 0,0-1,0 0,-1 0,0-1,0 0,0 0,0 0,-1 0,0-1,0 1,0-1,-1 0,0 0,0 0,-1-1,1 1,-1-1,-1 0,1 1,-1-1,0 0,-1 0,0 0,0 0,0 0,-1 1,0-1,0 0,-1 0,1 1,-3-4,1-2,-1 0,-1 1,0-1,0 1,-1 0,0 1,-1-1,0 1,-5-4,9 9,-1 1,0 0,0 0,0 1,-1-1,1 1,-1 0,0 0,0 0,0 1,0 0,0-1,0 2,-1-1,1 1,-1 0,1 0,-1 0,1 1,-1 0,-4 0,5 1,1 1,0-1,0 1,0 0,0-1,0 2,0-1,1 0,-1 1,1 0,-1 0,1 0,0 0,0 0,1 1,-1-1,0 1,1 0,0 0,0 0,0 0,1 0,0 0,-1 0,1 1,0-1,1 0,-1 1,1-1,0 0,0 1,0-1,1 1,0-1,0 0,0 1,0-1,0 0,1 0,0 0,0 0,0 0,2 2,18 32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6:46.68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150 438,'-29'131,"-18"119,46-247,0-1,0 1,0 0,1 0,-1 0,1 0,0 0,0-1,0 1,0 0,1 0,-1 0,1 0,-1 0,1-1,0 1,0 0,0 0,1-1,-1 1,1-1,-1 1,1-1,0 0,0 0,0 0,0 0,0 0,0 0,1 0,-1-1,3 2,5-4,0 0,1-1,-1 0,-1 0,1-1,0-1,-1 1,1-2,-1 1,0-1,-1-1,1 1,-1-2,0 1,0-1,-1 0,5-6,-1 2,0-1,-1 0,0 0,-1-1,-1 0,0-1,0 0,2-8,-34 61,9-2,1 0,1 1,2 0,2 1,2 0,1 1,2-1,2 1,3 40,5-19</inkml:trace>
  <inkml:trace contextRef="#ctx0" brushRef="#br0" timeOffset="722.266">979 197,'-1'2,"1"1,0-1,0 0,0 0,0 1,0-1,0 0,1 0,-1 1,1-1,0 0,-1 0,1 0,0 0,0 0,1 0,-1 0,0 0,0 0,1 0,0-1,-1 1,1 0,0-1,-1 0,1 1,0-1,0 0,0 0,0 0,0 0,1 0,-1-1,0 1,0-1,0 1,1-1,0 0,91 0,-80-2,0 0,0-1,-1 0,1-1,-1-1,0 0,0-1,0 0,-1-1,0 0,0-1,0-1,-1 0,-1 0,0-1,0 0,-1-1,0 0,0-1,-2 1,3-6,-7-46,-4 62,1-1,0 1,-1-1,1 1,-1-1,0 1,1 0,-1 0,0-1,0 1,0 0,0 0,0 0,0 0,0 0,0 0,0 0,0 0,-1 0,1 0,0 1,-1-1,1 1,0-1,-1 1,1-1,-1 1,1 0,-1 0,1-1,-1 1,1 0,-1 0,1 1,-1-1,1 0,0 0,-1 1,1-1,-1 1,-4 2,0 1,0 0,1 0,-1 1,1-1,0 1,1 0,-1 0,1 1,0-1,0 1,1 0,-1 0,1 0,1 1,-1-1,1 1,0 2,-15 50,2 0,3 2,3-1,3 1,2 0,4 52,-1-101,-5 446,5-439,-1 0,-1 0,-1 0,0 0,-2-1,-2 7,-3-3</inkml:trace>
  <inkml:trace contextRef="#ctx0" brushRef="#br0" timeOffset="1038.108">1019 652,'485'-37,"-411"29,-73 9,0 0,1 0,-1 0,0 0,0 0,0 0,0 0,0 0,0 1,0-1,-1 0,1 0,0 1,-1-1,1 1,-1-1,1 1,-1-1,0 1,1-1,-1 1,0-1,0 1,0-1,0 1,-1-1,1 1,0-1,-1 1,1-1,-1 1,1-1,-1 0,0 1,1-1,-1 0,0 1,0-1,0 0,0 0,0 0,0 0,0 0,-2 1,-2 10,1-1,-3 4,1 0,0 1,2 0,0 0,0 0,2 0,0 1,16 23,-1-30</inkml:trace>
  <inkml:trace contextRef="#ctx0" brushRef="#br0" timeOffset="1299.423">1701 251,'-2'13,"1"14,6 14,8 9,3-5</inkml:trace>
  <inkml:trace contextRef="#ctx0" brushRef="#br0" timeOffset="1746.258">1794 879,'45'-86,"-21"43,-2 0,-1-2,-3-1,13-48,-31 95,0-1,0 1,0-1,1 1,-1-1,0 0,0 1,1-1,-1 1,0-1,0 0,1 1,-1-1,1 0,-1 1,0-1,1 0,-1 0,1 1,-1-1,0 0,1 0,-1 0,1 0,-1 1,1-1,-1 0,1 0,-1 0,1 0,-1 0,1 0,-1 0,1 0,-1-1,1 1,-1 0,0 0,1 0,-1 0,1-1,-1 1,1 0,-1 0,0-1,1 1,-1 0,0-1,1 1,-1 0,0-1,1 1,-1-1,0 1,0 0,1-1,-1 1,0-1,0 1,0-1,0 1,0-1,7 9,52 50,-51-53,1 1,-2 1,1-1,-1 1,0 0,0 1,-1 0,0 0,-1 0,0 1,0 0,0 0,-1 0,-1 1,0-1,0 1,-1 0,1 4,-13 112,12-122,1 0,-1-1,1 0,0 1,0-1,0 0,0 0,0-1,1 1,-1-1,1 1,0-1,0 0,0-1,0 1,0-1,0 1,0-1,0 0,1-1,-1 1,0-1,0 0,1 0,-1 0,0-1,1 1,-1-1,0 0,4-2,7 0,-1-2,0 0,0 0,0-2,-1 1,1-2,-2 0,1 0,-1-1,0-1,-1 0,-1-1,1 0,-1 0,-1-1,0 0,-1-1,0 0,-1 0,-1-1,0 1,-1-2,0 1,-1 0,-1-1,0 0,-1 0,0-1,-1 15,-1-1,1 1,-1 0,1 0,-1 0,0 0,1-1,-1 1,0 0,0 0,0-1,0 1,0 0,0 0,0-1,0 1,-1 0,1 0,0 0,-1-1,1 1,-1 0,1 0,-1 0,0 0,1 0,-1 0,0 0,0 0,0 0,0 0,0 0,0 1,0-1,0 0,0 1,0-1,0 0,0 1,0 0,-1-1,1 1,0 0,0-1,-1 1,1 0,0 0,0 0,-1 0,1 0,0 0,0 1,-1-1,1 0,0 1,0-1,0 0,0 1,-1 0,1-1,0 1,0 0,-6 4,1 0,0 0,1 0,-1 1,1 0,0 0,0 0,1 1,0-1,0 1,1 0,0 0,0 1,0-1,1 1,0-1,1 1,-1 0,1-1,1 1,0 0,0 0,0 0,1 0,0-1,1 1,0 0,0-1,0 1,1-1,0 0,4 7,2-3,1 0,-1 0,2-1,-1 0,1-1,1 0,0 0,0-2,1 1,0-2,0 1,0-2,7 2,47 17</inkml:trace>
  <inkml:trace contextRef="#ctx0" brushRef="#br0" timeOffset="3272.096">244 1788,'-8'-2,"0"0,-1 1,1 0,0 0,-1 1,1 1,0-1,-1 1,1 0,0 1,0 0,-1 0,2 1,-1 0,0 1,1-1,-1 2,1-1,0 1,0 0,1 0,0 0,-1 1,2 0,-1 1,1-1,0 1,-2 4,3-5,1-1,-1 1,1 1,0-1,1 0,0 1,0-1,0 1,0-1,1 1,1 0,-1 0,1 0,0-1,0 1,1 0,0 0,0-1,1 1,0 0,0-1,0 1,1-1,0 0,0 0,1 0,-1 0,1-1,1 1,-1-1,1 0,0-1,0 1,0-1,2 1,-2-2,1-1,0 0,0 0,0 0,1-1,-1 0,0 0,1-1,-1 1,0-1,1-1,-1 1,0-1,0 0,1-1,-1 1,0-1,0-1,0 1,-1-1,1 0,-1 0,1-1,-1 1,0-1,3-4,4-2,-1-1,0-1,-1 0,0 0,-1-1,0 0,-2-1,1 0,-1 0,1-8,8-33,-3 0,-3-1,-1-1,-4 0,-2 0,-2-8,0 54,-5-66,4 77,-1-1,1 1,-1-1,1 1,0-1,-1 1,1-1,-1 1,1 0,-1-1,0 1,1 0,-1 0,1-1,-1 1,1 0,-1 0,0 0,1 0,-1-1,0 1,1 0,-1 0,1 0,-1 0,0 1,1-1,-1 0,1 0,-1 0,0 0,1 1,-1-1,1 0,-1 1,1-1,-1 0,1 1,-1-1,1 0,-1 1,1-1,-1 1,1-1,0 1,-1-1,1 1,0 0,-1-1,1 1,0-1,0 1,0-1,0 1,-1 0,1-1,0 2,-12 20,1 1,1 0,1 1,1 0,1 1,1 0,1 0,0 13,0-16,0 0,2 1,1-1,0 1,2-1,1 1,0 0,2-1,0 0,2 1,0-2,2 1,7 16,-11-33,0 0,1 0,-1-1,1 0,0 1,1-2,-1 1,1 0,0-1,-1 0,1 0,1 0,-1-1,0 1,1-1,-1-1,1 1,0-1,-1 0,1 0,0 0,0-1,-1 0,1 0,0-1,0 1,0-1,-1-1,1 1,-1-1,1 0,-1 0,1 0,-1-1,0 0,0 0,-1 0,1-1,0 0,2-2,3-4,0 0,-1-1,0 0,-1 0,0-1,-1 0,0 0,-1-1,0 1,-1-1,0-1,-1 1,-1-1,0 0,-1 0,0 0,-1-10,-8-7,-6 63,12-22,0 0,0-1,1 1,0 0,1-1,0 1,1-1,0 1,1-1,-1 0,2 0,-1 0,1 0,1 0,-1-1,2 0,-1 0,1 0,0-1,1 1,-1-2,1 1,1-1,4 4,35 23</inkml:trace>
  <inkml:trace contextRef="#ctx0" brushRef="#br0" timeOffset="3610.254">1273 1989,'10'-23,"0"1,2 1,1 0,0 1,2 0,0 1,1 0,8-5,-23 22,0 1,0-1,0 0,0 1,1-1,-1 1,0-1,1 1,-1 0,1 0,0-1,-1 1,1 0,0 1,-1-1,1 0,0 0,0 1,0-1,0 1,0-1,0 1,0 0,0 0,0 0,0 0,0 0,0 0,-1 1,1-1,0 1,0-1,0 1,0 0,0 0,-1 0,1 0,0 0,-1 0,1 0,-1 0,1 1,-1-1,1 1,6 13,-1 0,0 1,-1 0,-1 0,-1 0,0 1,-1-1,-1 1,0 1,-1-15,0-1,0 1,0 0,0-1,-1 1,1 0,-1 0,0 0,0 0,0-1,0 1,0 0,0 0,-1 0,0-1,1 1,-1 0,0 0,0-1,-1 1,1-1,0 1,-1-1,0 0,1 1,-1-1,0 0,0 0,0 0,0 0,-1-1,1 1,0-1,-1 1,1-1,-1 0,0 0,-1 1,-42-6,26-2</inkml:trace>
  <inkml:trace contextRef="#ctx0" brushRef="#br0" timeOffset="4246.261">1541 1921,'20'-2,"1"-1,-1-1,1-1,-1 0,-1-2,1 0,-1-2,5-2,-21 9,0 1,0-1,0 0,-1 0,1 0,-1 0,1 0,-1-1,0 1,0-1,0 1,0-1,0 0,0 0,-1 1,1-1,-1 0,0-1,0 1,0 0,-1 0,1 0,-1-1,1 1,-1 0,0-1,0 1,-1 0,1 0,-1-1,0 1,1 0,-1 0,-1 0,1 0,0 0,-1 0,1 0,-1 0,0 1,0-1,0 0,-1 1,1 0,0-1,-1 1,1 0,-1 0,-3-1,4 2,-1 0,1 0,-1 0,0 0,1 0,-1 0,0 1,0-1,1 1,-1 0,0 0,0 0,0 0,1 0,-1 1,0-1,0 1,1 0,-1 0,0 0,1 0,-1 0,1 1,-1-1,1 1,0-1,0 1,0 0,0 0,0 0,0 0,0 0,0 0,1 1,-2 2,-1 1,0 1,1-1,0 1,0 0,1 0,0 0,0 1,0-1,1 0,0 1,1-1,0 1,0 2,1-1,1-1,0 1,0-1,1 0,0 0,1 0,0 0,0 0,0-1,1 0,0 0,1 0,0 0,0-1,0 0,0 0,1-1,0 0,0 0,1 0,0-1,-1 0,1-1,0 0,1 0,-1-1,0 0,1 0,0-1,-1 0,1 0,0-1,-1 0,1-1,0 0,-1 0,1-1,-1 0,0 0,3-2,0-1,-1-1,0 0,0 0,-1-1,0-1,0 1,-1-1,0-1,0 0,-1 0,0 0,0-1,-1 0,3-7,5-13,-1 0,-2-1,0 0,2-21,6-31,-3 0,2-66,-23 53,5 95,0-1,-1 1,1 0,-1-1,1 1,-1 0,1 0,-1-1,0 1,0 0,0 0,0 0,0 0,0 0,0 0,0 0,0 0,0 1,0-1,-1 0,1 0,0 1,-1-1,1 1,0 0,-1-1,1 1,0 0,-1 0,1 0,-1-1,1 2,0-1,-1 0,1 0,-1 0,1 1,0-1,-1 0,1 1,0 0,-1-1,1 1,0 0,-1 0,-53 44,42-29,0 1,1 0,0 1,2 0,0 1,1 0,1 0,1 1,1 0,0 0,2 1,0-1,1 1,2 0,0 0,1 0,1 0,0 0,2 0,1-1,0 1,2-1,0 0,1 0,1-1,1 0,1 0,0-1,2 0,-4-8,1-1,0 0,1 0,0-1,1-1,-1 1,1-2,1 1,-1-2,1 1,0-2,0 1,11 1,-17-5,0 1,1-1,-1 0,1-1,0 1,-1-2,1 1,-1 0,1-1,-1-1,0 1,1-1,-1 0,0 0,0-1,0 1,0-1,-1-1,1 1,-1-1,0 0,0 0,0-1,0 1,-1-1,0 0,3-5,-2 3,0-1,-1 1,0-1,0 0,-1 0,0-1,0 1,-1-1,0 0,0 1,-1-1,-1 0,1 0,-1 0,-1 1,0-1,0 0,-1 0,0 1,0-1,-1 1,0-1,0 1,-1 0,2 6,0 1,-1-1,1 0,-1 1,1-1,-1 1,1 0,-1 0,0 0,1 0,-1 0,0 1,0-1,0 1,1 0,-1 0,0 0,0 0,0 0,0 1,1-1,-1 1,0 0,0-1,1 2,-1-1,1 0,-1 0,1 1,-1-1,1 1,0 0,-1 0,1 0,0 0,0 0,1 0,-1 0,0 1,1-1,-1 1,1-1,0 1,0-1,0 1,0 0,0 2,-2 2,0-1,0 1,1 1,0-1,0 0,1 0,0 1,0-1,1 1,0-1,0 1,1-1,0 0,0 1,1-1,0 0,0 0,0 1,1-2,0 1,1 0,-1-1,1 1,1-1,-1 0,1 0,0-1,0 0,5 4,28 23</inkml:trace>
  <inkml:trace contextRef="#ctx0" brushRef="#br0" timeOffset="4891.633">2676 1788,'-6'0,"0"0,0 1,0 0,0 1,0-1,0 1,1 0,-1 0,0 1,1 0,0 0,-1 0,1 1,0-1,1 1,-1 0,1 1,0-1,0 1,0 0,1 0,-1 0,1 0,0 1,1-1,-1 1,1 0,0-1,1 1,-1 0,1 0,1 0,-1 1,1-1,0 0,0 0,0 0,1 0,0 0,1 0,-1 0,1 0,0 0,0-1,1 1,0-1,0 1,0-1,1 0,-1 0,1 0,0-1,1 0,2 3,2-1,-1-1,1-1,0 1,0-1,0-1,0 0,1 0,-1-1,1 0,0 0,0-1,-1-1,1 1,0-2,0 1,0-2,0 1,-1-1,1 0,-1-1,1 0,-1-1,0 0,0-1,-1 1,1-1,-1-1,0 0,0 0,-1-1,0 0,0 0,-1 0,1-1,4-8,4-11,-1-2,-2 0,0-1,-2 0,-1 0,-2-1,-1-1,-1 1,-1-6,20-134,-1-118,-23 276,1 10,0-1,-1 0,0 0,0 0,0 0,0 0,-1 1,1-1,-1 0,0 0,0 0,0 1,-1-1,1 1,-1-1,0 4,1 0,-1 0,1 0,-1 1,1-1,-1 0,1 1,-1-1,1 1,-1 0,1-1,0 1,0 0,-1 0,1 0,0 0,0 0,0 0,0 0,0 0,0 1,0-1,0 0,0 1,1-1,-1 0,1 1,-1-1,1 1,-1 0,-11 26,0 0,2 0,1 1,2 1,1 0,1 0,1 0,2 0,1 0,2 22,1-11,2-1,2 0,1 0,2 0,2-1,1 0,2-1,2-1,11 20,-25-53,-1 1,1-1,-1 0,1 0,1 0,-1 0,1 0,-1-1,1 1,0-1,0 0,0 1,1-1,-1-1,1 1,0 0,0-1,0 0,0 0,0 0,0 0,0-1,1 0,-1 0,1 0,-1 0,1-1,-1 1,3-1,4-6,0 0,0-1,-1 0,0 0,-1-1,0 0,0-1,0 0,-1 0,-1-1,6-9,-6 10,42-59,-77 141,4 26,23-95,1 1,0-1,0 0,1 1,-1-1,1 0,0 0,0 1,0-1,1 0,-1 0,1 0,0-1,0 1,1 0,-1-1,1 1,-1-1,1 0,0 0,1 0,1 2,21 9,1-4</inkml:trace>
  <inkml:trace contextRef="#ctx0" brushRef="#br0" timeOffset="5141.964">3345 1574,'-16'-4,"-9"-2,-4-3,0 2,-1-4,5 0</inkml:trace>
  <inkml:trace contextRef="#ctx0" brushRef="#br0" timeOffset="5306.525">2784 1266,'20'-4,"25"-2,26 0,21 2,15 3,3 4,-17 1</inkml:trace>
  <inkml:trace contextRef="#ctx0" brushRef="#br0" timeOffset="5565.931">3479 1895,'12'-2,"0"0,0-1,-1 0,1-1,-1 0,0-1,0 0,0-1,7-5,-14 8,0 1,0-1,-1 0,0 0,1 0,-1 0,0-1,-1 1,1-1,-1 0,1 1,-1-1,0 0,0-1,-1 1,1 0,-1 0,0-1,0 1,-1-1,1 1,-1-1,0 1,0-1,0 1,-1-1,0-2,-1 4,1 0,0-1,-1 1,0 0,0 0,0 0,0 1,0-1,-1 0,1 1,-1 0,0-1,1 1,-1 0,0 0,0 1,-1-1,1 1,0-1,0 1,-1 0,1 0,-1 1,1-1,-1 1,1-1,-1 1,1 0,-1 0,1 1,-1-1,1 1,-1 0,1 0,0 0,-1 0,1 0,0 1,0 0,0-1,0 1,0 0,0 1,1-1,-2 1,-1 2,-1 0,1 0,0 1,0 0,0-1,1 2,0-1,0 0,1 1,0 0,0 0,0 0,1 0,0 0,0 0,1 1,0-1,0 1,1-1,0 1,0-1,1 1,0-1,0 0,1 1,0-1,0 0,1 0,0 0,0 0,0 0,1-1,1 1,5 4,1 0,0-1,1-1,0 0,0 0,1-1,0-1,1 0,0-1,0 0,0-1,0-1,1 0,0-1,0-1,13 1,42 5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7:07.21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135 705,'0'13,"0"15,2 12,1 12,0 9,-1 2,0 0,-1-5,2-6,0-11,0-10,1-9,1-15,1-11,-1-6</inkml:trace>
  <inkml:trace contextRef="#ctx0" brushRef="#br0" timeOffset="240.357">95 638,'-59'-151,"58"150,0-1,1 1,-1 0,0 0,1 0,-1 0,1 0,0-1,-1 1,1 0,0 0,0-1,0 1,0 0,0-1,0 1,0 0,0 0,0-1,1 1,-1 0,1 0,-1 0,0-1,1 1,0 0,-1 0,1 0,0 0,0 0,-1 0,1 0,0 0,0 0,0 1,0-1,0 0,0 1,1-1,-1 0,0 1,0-1,0 1,0 0,1-1,-1 1,0 0,2 0,151 2,223 8,-293-3,-61-1</inkml:trace>
  <inkml:trace contextRef="#ctx0" brushRef="#br0" timeOffset="770.028">188 825,'19'8,"2"-2,-1 0,0-1,1-1,0-1,0-1,0 0,10-2,-26 0,287-6,-290 6,0-1,0 0,0 1,0 0,0-1,0 1,0 0,0 0,0 0,0 0,0 1,0-1,0 0,0 1,0 0,0-1,0 1,0 0,0 0,0 0,-1 0,1 0,0 0,-1 1,1-1,-1 1,1-1,-1 1,0-1,0 1,1 0,-1-1,-1 1,1 0,0 0,0 0,-1 0,1 1,-16 44,13-43,0 0,0 0,0 0,0 1,1-1,0 0,0 1,0-1,0 1,1-1,0 1,0-1,0 1,0-1,1 1,-1-1,1 1,1 2,1-4,0 0,1-1,-1 1,0 0,1-1,0 0,-1 0,1 0,0 0,0 0,0-1,0 0,1 0,-1 0,0 0,0-1,1 1,-1-1,0 0,5-1,6 1,0 0,-1-1,1 0,0-2,0 1,-1-2,0 0,1-1,-2 0,12-6,-18 7,0 0,0 0,0-1,-1 0,0 0,0 0,0-1,-1 0,1 0,-2 0,1-1,-1 1,1-1,-2 0,1-1,-1 1,0 0,-1-1,0 0,1-4,-1-7,-2 37,1 0,0 1,2-1,0 0,1 0,0 0,2-1,0 0,1 0,5 8,3-5,-1-6</inkml:trace>
  <inkml:trace contextRef="#ctx0" brushRef="#br0" timeOffset="1148.301">1338 799,'-4'8,"0"0,1 0,0 0,1 1,-1 0,2-1,-1 1,1 0,1 0,0 0,0 0,0-1,1 1,1 0,0 0,0-1,0 1,1-1,0 1,1-1,0 0,0-1,1 1,0-1,0 1,0-2,1 1,0 0,1-1,0 0,-1-1,2 0,3 3,-8-6,1 0,-1 0,1 0,-1-1,1 1,0-1,0 0,-1 0,1 0,0-1,0 1,0-1,0 0,0 0,0 0,0-1,0 1,0-1,0 0,-1 0,1 0,0-1,-1 1,1-1,-1 0,1 0,-1 0,0-1,0 1,0-1,0 1,0-1,0 0,-1 0,0-1,1 1,-1 0,3-10,-1 1,0 0,0-1,-1 0,-1 0,0 0,-1 0,-1 0,0 0,-1-10,7 85,-4-53,1-1,0 0,1 0,0 0,0 0,0-1,1 1,1-1,-1 0,1-1,0 1,0-1,1 0,0-1,0 0,0 0,1 0,0-1,0 0,0-1,2 1,29 10</inkml:trace>
  <inkml:trace contextRef="#ctx0" brushRef="#br0" timeOffset="1767.448">2020 852,'-5'0,"1"1,-1-1,1 1,0-1,-1 1,1 1,0-1,-1 1,1-1,0 1,0 0,1 1,-1-1,0 1,1 0,-1-1,1 1,0 1,0-1,0 0,0 1,1 0,-1 0,1-1,0 1,0 0,1 1,-1-1,1 0,0 0,0 1,0-1,1 1,-1-1,1 1,0-1,1 4,3 0,1 0,0 0,0-1,0 1,1-1,0-1,1 1,0-1,0 0,0 0,0-1,1 0,0-1,0 1,1-1,-1-1,1 0,-1 0,1 0,0-1,0-1,0 0,0 0,8 0,-6 0,0-1,0 0,0 0,0-1,0-1,0 0,0 0,-1-1,1 0,-1-1,1 0,-2-1,1 0,0-1,-1 0,0 0,0-1,-1 0,0 0,0-1,0 0,-1 0,-1-1,1 0,-1-1,-1 1,0-1,0 0,3-10,5-25,-2-2,-2 1,-2-1,-2 0,-3-1,-1-17,-1 64,0 0,4-105,-4-1,-14-92,12 184,0 0,-1 1,0-1,-2 0,1 1,-2 0,-3-6,8 18,1 0,-1 0,0 0,0 1,0-1,0 0,-1 1,1-1,0 1,-1-1,1 1,-1-1,1 1,-1 0,0 0,0 0,1 0,-1 0,0 0,0 0,0 1,0-1,0 1,0-1,0 1,0 0,0 0,0 0,0 0,0 0,0 0,0 1,0-1,0 1,0-1,0 1,0 0,0-1,1 1,-1 0,0 0,0 1,1-1,-1 0,1 0,-1 1,1-1,-1 1,1 0,0-1,-8 12,0 0,1 1,1 0,0 0,1 1,1-1,0 1,1 0,0 1,1-1,0 10,-1 20,2 0,2 0,2 0,1 0,3-1,2 1,1-1,3-1,1 0,2 0,2-2,2 0,2-1,1 0,2-2,2-1,19 20,-45-56,7 9,1 0,0 0,0-1,1 0,0 0,1-1,0-1,0 1,0-2,2 1,-9-6,-1 0,1 0,-1 0,1-1,0 1,-1-1,1 0,0 0,-1 1,1-2,0 1,-1 0,1-1,-1 1,1-1,0 0,-1 0,1 0,-1 0,0 0,1 0,-1-1,0 1,0-1,0 1,0-1,0 0,0 0,1-2,40-67,13-87,-50 144,-4 20,-1 28,-2-28,1-5,9 106,-8-102,0-1,1 0,-1 1,1-1,0 0,0 0,0 0,1 0,0 0,0 0,0-1,0 1,0-1,0 0,1 0,0 0,0-1,0 1,0-1,0 0,0 0,1 0,32 6,-1-6</inkml:trace>
  <inkml:trace contextRef="#ctx0" brushRef="#br0" timeOffset="2011.076">2915 678,'-16'-13,"-7"-10,0 0</inkml:trace>
  <inkml:trace contextRef="#ctx0" brushRef="#br0" timeOffset="2163.741">2033 370,'25'-9,"31"-7,31-4,28 0,19 3,10 4,-1 10,-26 4</inkml:trace>
  <inkml:trace contextRef="#ctx0" brushRef="#br0" timeOffset="2735.566">3170 732,'-2'12,"-1"1,1 0,0 0,1 0,0 0,1 0,0 1,2-1,-1 0,1 0,4 9,-5-19,0 1,1-1,0-1,0 1,0 0,0 0,0-1,0 1,0-1,1 1,0-1,-1 0,1 0,0 0,0-1,0 1,0-1,0 1,0-1,0 0,1 0,-1-1,0 1,1-1,-1 1,1-1,-1 0,0 0,1-1,-1 1,3-1,2 0,1-1,0-1,-1 1,1-1,-1 0,0-1,0 0,0 0,-1-1,1 0,3-4,-7 6,0-1,0 1,0-1,0 0,-1 0,0 0,0-1,0 1,0-1,-1 1,1-1,-1 0,-1 0,1 0,-1 0,1-1,-2 1,1 0,0 0,-1-1,0 1,0 0,-1-1,0 1,1 0,-2 0,1 0,-1-1,1 1,-1 1,-1-1,-2-5,-1 1,-1 0,-1 0,0 0,0 1,0 0,-1 1,0 0,-1 0,1 1,-1 0,0 1,-1 0,1 0,-1 1,0 1,0 0,-1 0,1 1,-1 1,-8-1,17 2,0-1,0 1,0 0,1-1,-1 2,0-1,0 0,0 0,0 1,1 0,-1-1,0 1,1 0,-1 0,0 1,1-1,0 1,-1-1,1 1,-2 1,3-2,1 0,0 0,0-1,0 1,1 0,-1 0,0 0,0-1,0 1,1 0,-1 0,0-1,0 1,1 0,-1-1,1 1,-1 0,1-1,-1 1,1-1,-1 1,1-1,0 1,-1-1,1 1,0-1,-1 1,1-1,0 0,-1 1,1-1,0 0,0 0,-1 0,1 0,0 1,23 6,1 0,-1-1,1-2,1 0,-1-2,0 0,2-2,-3 1,259 11,-280-12,1 0,0 0,0 0,0 0,0 1,0 0,0-1,0 1,-1 1,1-1,0 0,-1 1,1 0,-1 0,1 0,-1 0,0 1,0-1,0 1,0 0,-1-1,1 1,-1 1,1-1,-1 0,0 0,-1 1,1 0,0 1,-7 118,6-120,-1-1,0 0,1 0,-1 0,1 0,0 0,0 0,0 0,0 0,0 0,0 0,0-1,1 1,-1 0,1-1,-1 1,1-1,-1 0,1 1,0-1,0 0,0 0,0 0,0 0,0 0,0-1,0 1,0 0,0-1,0 0,0 1,0-1,1 0,0 0,72-17,-65 11,0 0,-1 0,0-1,0-1,0 1,-1-1,0-1,-1 0,0 0,0 0,-1-1,0 0,-1 0,0 0,-1-1,0 0,0 0,-1 0,0 0,-1-2,-2 8,-4 11,-3 12,5-13,0 1,0-1,1 1,-1 0,1-1,1 1,-1 0,1 0,0 0,0 0,1-1,0 1,0 0,0-1,1 1,-1 0,1-1,1 0,-1 1,1-1,0 0,0 0,0-1,1 1,0-1,0 1,0-1,0 0,2 1,5 1,1 0,0-1,0 0,0 0,0-1,1-1,7 1,38 6</inkml:trace>
  <inkml:trace contextRef="#ctx0" brushRef="#br0" timeOffset="3533.001">4573 865,'-3'-7,"0"0,-1 1,0-1,-1 1,1-1,-1 1,0 1,-1-1,0 1,1 0,-2 0,1 1,0-1,-1 1,0 1,0-1,0 1,0 1,-1-1,1 1,-1 0,1 1,-1 0,0 0,1 1,-1 0,0 0,0 1,1-1,-1 2,0-1,1 1,0 1,-1-1,-1 2,6-4,1 1,-1 0,0 0,0 0,1 0,-1 0,1 1,-1-1,1 1,-1 0,1 0,0-1,0 1,0 1,0-1,0 0,0 0,1 1,-1-1,1 1,0 0,-1-1,1 1,0 0,1 0,-1-1,0 1,1 0,0 0,0 0,-1 0,2 0,-1 0,0 0,1-1,-1 1,1 0,0 0,0 0,0-1,0 1,0 0,1-1,-1 1,1-1,0 0,-1 1,1-1,0 0,0 0,1 0,-1 0,1 0,10 3,0 0,0 0,1-1,-1-1,1 0,0-1,0-1,0 0,0-1,0 0,0-1,0-1,11-3,67-22,-91 26,1 1,0 0,0 0,-1 0,1 0,0 0,0 0,-1 0,1 1,0-1,0 0,-1 1,1 0,0-1,-1 1,1 0,-1 0,1 0,-1 0,0 0,1 0,-1 0,0 1,0-1,1 0,-1 1,0-1,0 1,0 0,24 21,-21-20,-1-1,1 0,0-1,0 1,0 0,0-1,0 0,0 0,0 0,0-1,1 1,-1-1,0 0,0 0,0-1,1 1,-1-1,0 0,0 0,0 0,0-1,0 1,0-1,0 0,-1 0,1 0,-1-1,1 1,-1-1,0 0,0 0,0 0,0 0,-1 0,1-1,-1 1,0-1,0 0,0 0,0 0,-1 0,1-2,-2-8,0 1,0-1,-2 0,0 1,0-1,-2 1,1 0,-2 0,1 0,-2 1,-5-11,-1-3,12 25,-1 0,0 0,0 0,1 0,-1 0,1-1,-1 1,1 0,-1 0,1 0,0-1,0 1,-1 0,1 0,0-1,0 1,0 0,1-1,-1 1,0 0,0 0,1 0,-1-1,0 1,1 0,-1 0,1 0,0 0,-1-1,1 1,0 0,0 0,0 1,0-1,0 0,-1 0,2 0,-1 0,0 1,0-1,0 1,0-1,0 1,0-1,1 1,-1-1,0 1,0 0,1 0,-1 0,0 0,0 0,1 0,-1 0,0 0,1 0,-1 1,0-1,0 0,25 1,0 1,-1 2,0 0,1 1,-2 2,1 1,-1 0,0 2,0 1,-19-9,0 1,0 0,-1 0,1 1,-1-1,0 1,0 0,0 0,0 1,0-1,-1 1,0 0,0 0,-1 0,1 0,-1 0,0 0,0 1,-1-1,1 1,-1-1,-1 1,1 0,-1-1,0 6,-2 31,1-38,-1 1,1-1,0 1,1-1,-1 1,1-1,0 1,0 0,0-1,1 1,0-1,-1 1,2-1,-1 1,0-1,1 0,0 1,0-1,0 0,0 0,1 0,0-1,0 1,0-1,0 1,0-1,1 0,-1 0,1-1,2 2,10 0,1-1,-1 0,1-2,-1 0,1-1,0 0,-1-2,1 0,-1 0,0-2,0 0,0-1,0 0,0-1,-1-1,5-4,-8 7,0-1,-1-1,1 0,-1 0,-1-1,1-1,-1 0,-1 0,1-1,-1 0,-1 0,0-1,0 0,-1-1,0 0,-1 0,0 0,-1-1,0 0,-1 0,0 0,-1-1,1-2,-4 12,0 0,1 0,-1 0,0 0,-1 0,1 0,0 0,-1 0,0 0,1 0,-1 0,0 0,-1 0,1 1,0-1,-1 0,0 1,1-1,-1 1,0 0,0-1,-1 1,1 0,0 0,-1 1,1-1,-1 0,1 1,-1-1,0 1,0 0,0 0,1 0,-1 1,0-1,0 0,0 1,0 0,0 0,0 0,0 0,-1 0,1 1,1-1,-1 1,0 0,0 0,0 0,0 0,-2 2,-1 1,1 0,0 0,1 0,-1 0,1 0,0 1,0 0,0 0,0 0,1 1,0-1,0 1,1-1,-1 1,1 0,1 0,-1 0,1 0,0 1,0-1,1 0,0 0,0 1,0-1,1 0,0 0,0 1,0-1,1 0,0 0,0-1,1 1,2 4,8 10,2-1,0-1,1 0,1 0,1-2,0 0,1-1,0-1,2-1,-1-1,2-1,21 9,154 61,-109-53</inkml:trace>
  <inkml:trace contextRef="#ctx0" brushRef="#br0" timeOffset="4568.003">1 1561,'87'15,"1"-3,1-4,-1-3,26-6,-58 2,679-21,144-46,-330 22,1704-43,-675 89,-1547-2,22 1,0-3,0-2,0-2,2-3,-29 2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8:49.0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1 706,'14'-48,"-2"-1,-2 0,-2 0,-2-1,-2 0,-2 0,-3-6,-4 12,46 74,15 3,-46-30,0 1,-1 0,1 1,-1 0,-1 1,1 0,-1 0,0 1,0 0,-1 0,1 1,-2 0,1 0,-1 0,-1 1,1 0,-1 0,-1 1,0-1,0 1,-1 0,0 0,0 5,-19 96,3-57,13-51,1-1,-1 1,1-1,-1 1,1-1,0 1,0-1,0 0,0 0,0 1,1-1,-1 0,1 0,-1 0,1 0,0-1,-1 1,1 0,0-1,0 1,0-1,1 0,-1 1,0-1,0 0,1-1,-1 1,1 0,-1-1,1 1,-1-1,1 1,-1-1,1 0,-1 0,1-1,-1 1,1 0,-1-1,0 0,1 1,-1-1,1 0,0-1,21-1,1-3,-1 0,0-1,-1-1,0-1,0-1,0-2,-2 0,10-7,-23 14,0 0,0 0,-1 0,0-1,0 0,-1 0,1-1,-1 0,-1 0,1 0,-1-1,-1 0,1 0,-1 0,-1 0,0-1,0 1,0-1,-1 0,1-9,-4 16,1 0,-1 0,0-1,0 1,0 0,0 0,0 0,0 0,-1 0,1 0,-1 1,1-1,-1 0,0 1,0-1,0 1,0-1,0 1,0 0,0 0,0 0,0 0,0 0,0 1,-1-1,1 1,0-1,-1 1,1 0,0 0,-1 0,1 0,0 0,-1 0,1 1,0-1,-1 1,1 0,0 0,0 0,0 0,0 0,0 0,0 0,0 1,0-1,0 1,-1 1,-3 0,1 1,0 0,-1 0,2 0,-1 0,0 1,1 0,0 0,0 0,0 1,1-1,0 1,0 0,0 0,1 0,-1 0,2 0,-1 0,1 1,0-1,0 1,0-1,1 1,0-1,1 1,-1-1,1 1,1-1,-1 0,1 1,0-1,0 0,1 0,0 0,0 0,6 4,1 0,0-1,0 0,1-1,0 0,0-1,1 0,-1-1,2 0,-1-1,1 0,0-1,0-1,0 0,0 0,0-2,4 1,49 7</inkml:trace>
  <inkml:trace contextRef="#ctx0" brushRef="#br0" timeOffset="570.029">1217 465,'-10'0,"1"-1,-1 2,0-1,0 1,0 1,1-1,-1 2,1-1,-1 2,1-1,0 1,0 0,0 1,1 0,0 0,0 1,0 0,1 1,-1 0,2 0,-3 2,7-5,0 0,1 0,-1 0,1 0,0 0,0 0,1 0,-1 0,1 0,0 0,0 0,0 1,0-1,1 0,0 0,0 0,0 0,0 0,0 0,1 0,0 0,0-1,0 1,1 1,2 3,1 0,0-1,1 0,-1 0,1 0,1-1,-1 0,1 0,0-1,1 1,9 3,-1-1,1-1,0 0,1-1,0-1,0-1,0-1,0 0,0-2,1 0,-1-1,0-1,1 0,-1-2,0 0,0-2,0 0,10-4,-22 6,0-1,0 1,0-1,0-1,-1 1,1-1,-1 0,-1 0,1-1,-1 0,0 0,0 0,0-1,-1 1,0-1,0 0,-1 0,0-1,0 1,-1-1,0 1,0-1,-1 0,0 0,0 1,-1-1,0-2,-1-3,-1 18,-2 22,2-18,1 0,0 0,1 0,0 0,0 0,1 0,0 0,0 0,1 0,0-1,1 1,0-1,0 1,1-1,0 0,1 0,-1-1,2 1,-1-1,1 0,0 0,0-1,1 0,0 0,0 0,0-1,1 0,0-2,0-1,0 0,1 0,-1-1,0 0,1-1,-1 0,0 0,1-1,-1 0,0 0,1-1,-1 0,0 0,0-1,0 0,-1 0,1-1,-1 0,0-1,0 1,0-1,-1-1,1 1,-1-1,-1 0,1 0,-1-1,0 0,0 0,-1 0,0 0,0-1,-1 0,0 0,0 0,0-5,12-86,-22 88,-1 28,5-10,1-1,0 1,0-1,0 1,1 0,0 0,0-1,1 1,0 0,0 0,0 0,1 0,0 0,1-1,-1 1,1 0,1-1,-1 1,1-1,0 0,1 0,-1 0,1 0,0-1,0 0,1 1,0-2,0 1,0 0,0-1,5 2,22 4,-1-4</inkml:trace>
  <inkml:trace contextRef="#ctx0" brushRef="#br0" timeOffset="981.925">2314 465,'-4'12,"1"0,0 1,1-1,0 1,1-1,1 1,0-1,1 1,0-1,0 1,2-1,-1 0,2 0,-1 0,2 0,0 0,0-1,1 0,0 0,1-1,3 5,-7-12,-1-1,1 1,0 0,0-1,0 0,0 0,0 0,0 0,0 0,1-1,-1 1,1-1,-1 0,1 0,0 0,-1 0,1-1,0 0,0 0,-1 0,1 0,0 0,-1-1,1 1,0-1,-1 0,1 0,-1-1,1 1,-1-1,1 1,-1-1,0 0,0 0,0-1,0 1,0-1,-1 1,1-1,0-1,11-13,-1-1,-1-1,-1 0,0-1,-2 0,0-1,2-8,10-22,-25 88,2-27,0-4,0-1,1 0,-1 1,1-1,0 1,0 0,1-1,0 1,0 0,0-1,1 1,-1 0,1-1,1 1,-1-1,1 1,0-1,0 0,1 0,-1 0,1 0,0 0,1 0,6 1,0 0,1-1,-1 0,1 0,0-2,1 1,-1-1,1-1,-1 0,1-1,-1 0,1-1,0 0,0-1,2 0,104-16,-69 5</inkml:trace>
  <inkml:trace contextRef="#ctx0" brushRef="#br0" timeOffset="1303.407">3063 599,'-2'1,"0"0,0 0,0 1,0-1,1 0,-1 1,1 0,-1-1,1 1,0 0,0 0,-1 0,1-1,0 1,1 0,-1 1,0-1,1 0,-1 0,1 0,-1 0,1 0,0 1,0-1,0 0,0 0,1 0,-1 0,0 1,1-1,0 0,-1 0,1 0,0 0,0 0,0 0,0 0,1-1,-1 1,0 0,1 0,-1-1,1 1,0-1,-1 0,1 1,0-1,0 0,0 0,4 3,0 0,0-1,0 0,1 0,0 0,-1-1,1 0,0-1,0 1,0-1,0 0,0-1,0 0,0 0,0 0,0-1,0 0,0-1,0 1,1-2,-4 2,1 0,-1-1,0 0,1 0,-1 0,0 0,0-1,0 1,0-1,-1 0,1-1,-1 1,0 0,0-1,0 0,0 0,0 0,-1 0,0 0,0 0,0-1,0 1,-1-1,0 1,0-1,0 1,0-1,-1 0,0 0,0 0,0-1,-1 1,0 0,0-1,0 1,-1 0,0 0,0 0,0 0,0 0,-1 0,0 1,0-1,0 1,-1 0,1 0,-1 0,0 0,0 1,-1-1,1 1,0 0,-1 0,0 1,0-1,0 1,0 0,0 1,0-1,-1 1,1 0,-1 0,0 0,0 0,0 0,0 1,0 0,0 0,0 0,0 1,0-1,0 1,0 1,0-1,0 1,0 0,1 1,-1-1,1 1,0 0,0 1,0-1,0 1,0 0,1 0,0 0,-1 1,2-1,-1 1,-2 5,3-6,1 0,0 0,1 0,-1 1,1-1,0 1,0-1,0 1,0 0,1-1,0 1,0 0,0-1,1 1,-1-1,1 1,0-1,0 1,1-1,-1 1,1-1,0 0,0 0,1 0,-1 0,1 0,0 0,0-1,0 1,0-1,1 0,0 0,39 26,3-6</inkml:trace>
  <inkml:trace contextRef="#ctx0" brushRef="#br0" timeOffset="1686.197">3824 439,'-5'-4,"0"0,-1 1,0-1,0 1,0 0,0 1,-1 0,1 0,-1 0,1 0,-1 1,0 0,1 1,-1 0,0 0,0 0,1 1,-1 0,0 0,1 0,-1 1,1 0,-6 3,6-1,0 0,0 0,0 1,0-1,1 1,0 1,0-1,0 1,1 0,0 0,0 1,-2 2,5-6,-1 0,1 0,0 0,0 0,0 0,0 0,1 0,-1 0,1 1,0-1,0 0,0 0,0 1,0-1,1 0,-1 0,1 0,0 0,0 0,0 0,1 0,-1 0,1 0,-1 0,1 0,0-1,0 1,0-1,1 1,7 5,0-1,0 0,1 0,-1-1,1-1,1 0,-1-1,1 0,0 0,82 40,-93-43,1 0,-1 0,0 0,1 0,-1 0,0 0,1 0,-1 0,0 0,0 1,0-1,0 0,0 1,0-1,-1 1,1-1,0 1,-1-1,1 1,-1-1,1 1,-1 0,0-1,0 1,0 0,0-1,0 1,0 0,0-1,0 1,-1 0,1-1,-1 1,1-1,-1 1,0-1,1 1,-1-1,0 1,0-1,0 0,0 1,-1 0,-10 5,0 0,0-1,-1 0,0-1,0-1,0 0,0 0,-1-1,1-1,-2-1,5 1,-22 5,1-3,-1 0,1-2,-13-2,29-2,9-1</inkml:trace>
  <inkml:trace contextRef="#ctx0" brushRef="#br0" timeOffset="2738.681">4333 479,'-12'-2,"-105"-1,112 4,0 0,0 0,0 0,0 1,0-1,1 1,-1 0,1 1,-1-1,1 1,0 0,0 0,0 0,0 0,1 1,-1 0,1-1,0 1,0 0,0 1,-1 3,1-3,1 1,0 0,0-1,0 1,1 0,0 0,0 0,0 1,1-1,0 0,0 0,1 0,0 0,0 0,0 0,1 0,-1 0,1 0,1-1,-1 1,1-1,0 1,0-1,1 0,1 1,2 4,1-1,0-1,0 1,1-1,1-1,-1 0,1 0,0-1,0 0,1-1,0 0,8 3,-9-5,-1 0,1 0,0-1,0 0,1-1,-1 0,0 0,1-1,-1-1,0 0,0 0,0-1,1 0,-1-1,-1 0,1 0,0-1,-1 0,0-1,0 0,0-1,-1 0,0 0,0 0,0-1,6-8,-5 1,0 1,-1-2,-1 1,0-1,-1 0,0 0,-1-1,-1 0,1-12,-5 30,-8 112,8-109,0-1,0 0,1 0,0 0,-1 0,2 0,-1 0,0 0,1 0,0 0,0 0,0-1,0 1,0-1,1 1,0-1,0 0,0 0,0 0,0 0,0-1,1 1,-1-1,1 0,0 0,-1 0,1-1,0 1,3 0,8-2,-1 0,0 0,0-2,1 0,-1 0,0-1,0-1,-1 0,1-1,-1-1,0 0,-1 0,1-2,-1 1,0-2,-1 1,0-2,0 0,2 0,1-2,-2 0,1 0,-2-1,0-1,0 1,-1-2,-1 0,5-10,-8-7,-21 48,12-10,0-1,1 1,-1 1,2-1,-1 0,0 0,1 1,1-1,-1 1,1-1,0 1,0-1,1 1,0-1,0 1,0-1,1 0,0 0,0 1,1-1,0-1,0 1,0 0,0-1,1 1,0-1,0 0,1-1,-1 1,1-1,0 1,0-1,1-1,4 3,2-1,1 0,-1-1,1 0,0-1,0-1,1 0,-1-1,0 0,1-1,-1 0,0-2,1 1,-1-1,0-1,0-1,0 0,-1 0,1-1,-1-1,0 0,-1 0,1-1,-1-1,-1 0,1-1,-1 0,-1 0,0-1,0 0,7-11,0-10,-2-1,-1 0,-1 0,-2-1,-1-1,-2 0,-1 0,0-14,-6 46,30-248,-31 204,1 47,-1-1,1 1,0-1,0 1,-1-1,1 1,0-1,-1 1,1-1,-1 1,1-1,-1 1,1-1,0 0,-1 1,1-1,-1 0,0 1,1-1,-1 0,1 0,-1 1,1-1,-1 0,0 0,1 0,-1 0,1 0,-1 0,0 0,1 0,-1 0,0 0,1 0,-1 0,1-1,-1 1,1 0,-1 0,0-1,1 1,-1 0,1-1,-1 1,1 0,0-1,-1 1,1-1,-1 1,1-1,0 1,-1-1,1 1,0-1,-1 1,1-1,0 1,0-1,0 0,0 1,-1-1,1 1,0-1,0 0,0 1,0-1,0 1,1-1,-15 18,0 1,2 1,1 1,0-1,1 2,1-1,-1 8,-2-2,1 0,1 1,2 0,0 0,2 1,1 0,1 0,2 0,1 0,1 1,1-1,1 0,2 0,7 28,-9-49,1 0,0-1,0 1,1-1,-1 1,1-1,1 0,-1-1,1 1,0-1,1 0,-1 0,1 0,0-1,0 0,0 0,1-1,-1 1,1-1,0-1,0 1,0-1,0-1,0 1,0-1,1 0,-1-1,0 0,1 0,-1 0,0-1,1 0,-1-1,0 1,6-3,-3 0,0 0,1 0,-1-1,-1 0,1-1,-1 0,0-1,0 0,-1 0,0-1,0 0,-1 0,0-1,0 0,-1 0,-1-1,1 1,-1-1,-1 0,0-1,0 1,0-6,-3 15,-1 0,1 0,0 0,-1 0,0 0,1-1,-1 1,0 0,0 0,1-1,-1 1,0 0,0 0,0-1,0 1,-1 0,1 0,0 0,-1-1,1 1,0 0,-1 0,1 0,-1 0,0 0,1 0,-1 0,0 0,0 0,1 0,-1 0,0 0,0 0,0 0,0 1,0-1,0 1,-1-1,1 0,0 1,0 0,0-1,0 1,-1 0,1-1,0 1,0 0,-1 0,1 0,0 0,0 0,-1 1,1-1,0 0,0 0,0 1,-1-1,1 1,0-1,0 1,0 0,-1 0,-3 3,1 0,-1 1,1-1,0 1,0 0,0 1,0-1,1 1,0-1,0 1,1 0,0 0,0 0,0 1,0-1,1 0,0 1,1-1,0 1,0-1,0 0,0 1,1-1,0 1,1-1,-1 0,1 0,0 0,1 0,-1 0,1 0,1 0,-1-1,1 1,10 7,0 0,1-1,0 0,1-1,0-1,1-1,0 0,0-1,1-1,0 0,1-2,-1 0,1-1,0-1,3 0,35 2,-10-5</inkml:trace>
  <inkml:trace contextRef="#ctx0" brushRef="#br0" timeOffset="2985.553">5201 145,'18'-2,"22"-2,29 4,31 3,29 3,21 4,9-1,-22-1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8:46.64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271 430,'-1'17,"-1"-23,-6-17,6 19,1 0,-1 0,0 0,0 0,-1 0,1 1,-1-1,0 1,0-1,0 1,0 0,0 0,-1 0,1 1,-1-1,0 1,0 0,0 0,0 0,0 1,0-1,-1 1,1 0,0 0,-1 1,1-1,-1 1,1 0,-1 0,1 0,0 1,-1 0,1 0,0 0,-1 0,1 0,0 1,0 0,0 0,0 0,0 0,-2 3,-4 6,0 0,1 0,0 1,0 1,2-1,-1 1,2 1,0-1,0 1,1 0,1 0,1 1,0-1,0 1,2 0,0 0,0 0,2-1,0 11,-1-18,1 0,-1 0,1 0,0 0,0 0,1 0,0 0,0-1,1 1,0-1,0 1,0-1,1 0,0 0,0-1,1 1,-1-1,1 0,0 0,1 0,-1-1,1 0,0 0,0 0,0-1,0 0,1 0,-1-1,1 1,0-2,0 1,0-1,5 1,7-3,-1-1,1-1,0-1,-1 0,1-1,-1-1,-1-1,1-1,-1 0,0-1,-1-1,0 0,-1-1,0-1,6-7,60-68,-81 87,1 0,0 0,-1 0,1 0,0 0,0 0,-1 0,1 0,0 0,0 0,-1 1,1-1,0 0,-1 0,1 1,0-1,-1 1,1-1,0 0,-1 1,1-1,-1 1,1-1,-1 1,1 0,-1-1,1 1,-1 0,0-1,1 1,-1 0,0-1,0 1,1 0,-1-1,0 1,0 0,0 0,0-1,0 1,0 0,0 0,0-1,0 1,0 0,0 0,-1-1,1 2,4 11,0-6,0 0,1 0,0-1,0 0,0 0,1 0,0-1,0 0,0 0,0 0,1-1,0 0,0 0,0-1,1 0,-1 0,1-1,-1 1,1-2,0 1,0-1,0 0,0-1,-1 0,6-1,-11 2,0-1,0 0,0 0,0 0,0 0,0 0,0 0,0-1,0 1,0-1,0 1,0-1,-1 0,1 1,0-1,0 0,-1 0,1-1,0 1,-1 0,1 0,-1-1,0 1,1-1,-1 1,0-1,0 0,0 1,0-1,0 0,-1 0,1 0,0 1,-1-1,1 0,-1 0,0 0,0 0,1 0,-1 0,0 0,-1 0,1 0,0 0,-1 0,1 0,-3-5,0 1,0-1,-1 1,0 0,0 0,0 0,-1 1,0 0,0 0,0 0,0 0,-1 1,0 0,0 0,0 0,-1 1,1 0,-1 0,1 1,-1-1,-1 1,6 2,0-1,0 1,0-1,0 1,0 0,0 0,-1 0,1 0,0 0,0 1,0-1,0 1,0-1,0 1,0 0,0-1,0 1,0 0,0 0,0 1,0-1,1 0,-1 1,0-1,1 1,-1-1,1 1,0 0,0-1,-1 1,1 0,0 0,0 0,1 0,-1 0,0 0,1 0,-1 0,1 0,0 1,0-1,0 0,0 0,0 0,0 0,0 0,1 1,-1-1,14 21,5-4</inkml:trace>
  <inkml:trace contextRef="#ctx0" brushRef="#br0" timeOffset="1300.29">1206 511,'-14'-2,"3"-1,0 0,0 1,0 1,0 0,-1 0,1 1,0 1,0-1,0 2,-1 0,1 0,1 1,-1 0,0 1,1 0,0 1,-6 3,13-5,0 1,1-1,-1 1,1 0,-1-1,1 1,0 0,1 0,-1 1,1-1,0 0,0 1,0-1,0 0,1 1,0-1,0 1,0-1,1 1,-1-1,1 0,0 1,0-1,0 0,1 0,0 0,-1 1,2-2,-1 1,0 0,1 0,-1-1,1 1,0-1,0 0,1 0,-1 0,1 0,-1-1,1 0,0 1,0-1,0 0,0-1,0 1,0-1,1 0,-1 0,4 0,-2 1,0-1,1-1,-1 1,1-1,-1 0,0-1,1 1,-1-1,1 0,-1-1,0 0,0 0,0 0,0-1,0 0,0 0,-1 0,0-1,1 1,-1-1,0-1,-1 1,1-1,-1 0,0 0,0 0,-1 0,1-1,-1 1,0-1,-1 0,1 0,-1 0,0 0,0-5,7-30,-3-1,-1 0,-2 0,-2 0,-2 0,-6-41,7 83,0-2,-1-34,-3 0,0 0,-3 0,-9-31,16 67,0-1,0 1,0-1,1 1,-1 0,0-1,0 1,0-1,0 1,0 0,0-1,0 1,0-1,0 1,-1 0,1-1,0 1,0-1,0 1,0 0,-1-1,1 1,0 0,0-1,0 1,-1 0,1-1,0 1,-1 0,1 0,0-1,-1 1,1 0,0 0,-1-1,1 1,0 0,-1 0,1 0,-1 0,1 0,0 0,-1 0,1 0,-1 0,1 0,0 0,-1 0,1 0,-1 0,1 0,0 0,-1 0,1 0,-1 1,1-1,0 0,-1 0,1 0,0 1,-1-1,-8 26,5 10,0-1,3 1,1 0,1 0,2 0,2-1,1 1,1-1,11 28,-11-42,1 0,0-1,2 0,0-1,9 12,-15-25,0 0,1 0,0 0,0-1,0 1,0-1,1-1,0 1,0-1,0 0,0 0,1-1,0 0,-1 0,1 0,0-1,1 0,2 0,1-3,-1-1,1 0,-1-1,0 0,0 0,0-1,0 0,-1-1,1 0,-1-1,-1 0,1 0,-1-1,0 0,0 0,-1-1,0 0,0 0,-1-1,0 0,-1 0,1-1,28-46,-34 56,0 0,0 1,0-1,0 0,0 1,0-1,0 0,0 0,0 1,0-1,0 0,0 1,0-1,1 0,-1 1,0-1,0 0,0 0,0 1,1-1,-1 0,0 0,0 1,0-1,1 0,-1 0,0 0,1 1,-1-1,0 0,0 0,1 0,-1 0,0 0,1 0,-1 1,0-1,1 0,-1 0,0 0,0 0,1 0,-1 0,0 0,1-1,-1 1,0 0,1 0,-1 0,0 0,1 0,-1 0,0 0,0-1,1 1,-1 0,0 0,0 0,1-1,-1 1,0 36,0-33,-1 2,0 0,1 1,-1-1,1 1,0-1,0 0,1 1,0-1,0 0,0 1,0-1,1 0,0 0,0 0,0 0,1-1,0 1,0 0,0-1,0 0,1 0,-1 0,1 0,0 0,0-1,1 0,-1 0,1 0,-1 0,1-1,0 0,3 1,-1-2,1 0,-1-1,1 0,0-1,-1 0,1 0,-1 0,1-1,-1 0,0 0,0-1,0 0,0-1,0 1,-1-1,1 0,-1-1,0 0,0 0,-1 0,0-1,0 1,0-1,0 0,-1-1,0 1,0-1,-1 0,0 0,0 0,-1 0,1 0,-1-3,2-12,14-33,-17 55,1 0,-1-1,1 1,-1 0,1 0,-1-1,1 1,-1 0,1 1,-1-1,1 0,-1 0,1 1,-1-1,1 1,-1-1,1 1,-1 0,0-1,1 1,-1 0,0 0,0 0,1 0,-1 0,0 0,0 0,0 1,0-1,-1 0,1 1,0-1,0 0,-1 1,1 1,42 92,0 5,-40-96,0 0,1 0,-1 0,0 0,1-1,0 1,0-1,0 0,0 0,1-1,-1 1,1-1,0 0,-1 0,1 0,0-1,0 0,0 0,4 0,-5 0,1-1,-1-1,1 1,-1 0,0-1,1 0,-1 0,0 0,0-1,0 0,1 1,-2-1,1-1,0 1,0 0,-1-1,1 0,-1 0,0 0,0 0,0-1,0 1,-1-1,3-2,2-6,-1 1,0-1,-1 1,0-2,-1 1,0 0,2-13,-3 3,0 1,-2-1,0 0,-2 0,0 0,-2 1,-3-17,6 39,1-1,-1 1,1 0,-1-1,1 1,-1-1,1 1,0-1,-1 1,1-1,0 0,-1 1,1-1,0 0,0 1,-1-1,1 0,0 0,0 0,-1 0,1 0,0 0,0 0,0 0,-1 0,1 0,0 0,0 0,-1 0,1-1,0 1,0 0,-1-1,1 1,0 0,-1-1,1 1,0-1,-1 1,1-1,-1 1,1-1,-1 0,1 1,-1-1,1 0,-1 1,0-1,1 0,-1 1,0-1,0 0,1 0,-1 0,0 1,0-1,0 0,0 0,0 1,0-1,0 0,0 0,0 0,-1 1,1-1,0 0,0 0,-1 0,1 1,183 43,-61-19,-119-24,1 1,0-1,-1 0,1 1,-1 0,1 0,-1 0,0 0,1 0,-1 1,0-1,0 1,0 0,0 0,0 0,0 0,-1 1,1-1,-1 1,1 0,-1 0,0-1,0 2,0-1,-1 0,1 0,-1 0,0 1,1-1,-2 0,1 1,-12 41,8-42,1 1,1-1,-1 0,0 1,1 0,0-1,0 1,0 0,0 0,1 0,-1 0,1 0,0 0,0-1,1 1,-1 0,1 0,0 0,-1 0,2-1,-1 1,0 0,1-1,0 1,0-1,0 1,0-1,0 0,1 0,0 0,-1 0,3 0,3 1,2 0,-1-1,0 0,1-1,-1 0,1 0,0-1,0-1,-1 1,1-2,0 1,0-1,-1-1,1 0,-1 0,1-1,-1 0,1-1,3 0,0-2,-1 1,0-1,0-1,-1 0,0-1,0 0,-1-1,0 0,0-1,-1 0,0 0,-1-1,-1 0,1 0,-1-1,-1 0,-1 0,1-1,-2 1,2-7,-7-1,-10 24,5 8,1 0,1 0,0 0,1 1,0 0,1-1,0 1,1 0,0 0,2 0,0 10,-1-19,0 1,0-1,0 0,1 1,-1-1,1 0,0 1,0-1,1 0,-1 0,1 0,0 0,0 0,1 0,-1-1,1 1,-1-1,1 1,0-1,1 0,-1 0,0 0,1-1,0 1,-1-1,1 0,0 0,0 0,0-1,1 1,-1-1,3 1,18 0</inkml:trace>
  <inkml:trace contextRef="#ctx0" brushRef="#br0" timeOffset="1547.62">3184 3,'-16'-2,"-5"3,3 9,12 9,18 9,23 8,5-2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5:57.37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10696,'25'0,"19"0,17 0,13 0,6 0,0 0,-13 0</inkml:trace>
  <inkml:trace contextRef="#ctx0" brushRef="#br0" timeOffset="804.078">924 10522,'10'4,"0"0,-1 1,1 0,-1 1,0 0,0 0,-1 0,1 2,-2-1,1 1,-1 0,0 0,-1 1,1 0,-2 0,1 0,-2 1,1 0,-1 0,-1 0,1 1,-1 17,-1 0,-1 0,-1 0,-2 0,-1 0,-1-1,-1 1,-1-1,-2 0,0 0,-2-1,-1 0,-11 17,-15 51,31-78,-18 70,24-83,-1 0,1 1,0-1,0 0,0 0,0 0,1 0,-1 0,1 0,0 0,0 0,0 0,0-1,0 1,1 0,-1 0,1-1,0 1,0-1,0 0,0 1,0-1,0 0,1 0,-1 0,1 0,6 1,1 1,-1-2,1 1,0-1,-1-1,1 0,0 0,0-1,0 0,0-1,-1 0,1 0,0-1,-1 0,1-1,-1 0,0-1,1 0,-2 0,1-1,0 0,-1 0,0-1,1-2,-3 4,-1-1,0 1,-1-1,1-1,-1 1,0-1,0 1,-1-1,0 0,0 0,0-1,0 1,-1 0,0-1,-1 0,1 1,-1-1,-1 0,1 0,-1 0,0 1,-1-1,0 0,0 0,0 1,-1-1,0 0,0 1,-1 0,1-1,-3-2,-4-6,0 1,0 0,-2 1,1 0,-2 0,0 1,0 1,-1 0,-1 0,1 1,-2 1,1 1,-1 0,-10-3,-9-3,0 1,-1 2,0 2,-1 1,0 1,-9 2,1 2,177 5,0-5,73-14,-166 13,-5 2,-1-1,0-3,0 0,28-10,-60 15,1 1,-1-1,0 1,1-1,-1 0,0 0,1 0,-1 0,0 0,0-1,0 1,0-1,0 1,0-1,-1 0,1 0,0 1,-1-1,1 0,-1-1,0 1,0 0,0 0,0 0,0-1,0 1,0 0,-1-1,1 1,-1-1,0 1,0-1,0 1,0-1,0 1,0-1,-1 1,1 0,-2-3,0 0,-1 1,0-1,0 0,0 1,0-1,-1 1,0 0,0 0,0 1,-1-1,1 1,-1 0,1 0,-1 0,0 1,0 0,-1 0,1 0,0 0,-1 1,1 0,0 0,-1 0,0 1,1 0,-1 0,1 0,-1 1,1 0,-1 0,1 0,0 1,-1 0,1 0,0 0,0 0,0 1,0 0,1 0,-1 0,1 1,0 0,-4 3,5-2,-1 0,1 1,0-1,0 1,0 0,1-1,0 1,0 0,1 1,0-1,0 0,0 0,0 1,1-1,0 0,1 1,-1-1,1 0,1 0,-1 0,1 1,0-1,0-1,1 1,-1 0,1-1,1 1,-1-1,1 0,0 0,0 0,2 1,8 3,1 0,1-1,0 0,0-2,1 0,-1 0,1-2,0 0,1-1,-1 0,1-2,-1 0,1-1,7-1,47-1</inkml:trace>
  <inkml:trace contextRef="#ctx0" brushRef="#br0" timeOffset="1150.158">2059 10736,'-11'-2,"0"1,-1 1,1 0,0 1,-1 0,1 1,0 0,0 1,0 0,-3 2,10-4,-1 1,0 0,0 0,1 1,-1-1,1 1,0 0,0 1,0-1,0 1,1-1,-1 1,1 0,0 0,0 0,1 1,-1-1,1 1,0 0,0-1,0 1,1 0,-1 3,2-3,-1-1,1 1,0-1,1 1,-1-1,1 1,0-1,0 0,0 1,1-1,0 0,-1 0,1 0,1 0,-1 0,1 0,-1 0,1-1,0 0,0 1,1-1,-1 0,1-1,-1 1,1 0,0-1,0 0,2 1,8 4,1-1,-1 0,1 0,1-2,-1 0,1-1,9 1,-14-2,0 0,0-1,1 0,-1-1,0 0,0-1,0 0,1-1,-1 0,0-1,-1 0,1-1,0 0,-1 0,0-1,0-1,-1 0,1 0,-1-1,0 0,-1 0,0-1,0 0,-1-1,0 1,0-2,-1 1,0-1,3-7,-5 8,-1 0,-1 0,0-1,0 0,0 1,-1-1,-1 0,0 1,0-1,-2-8,-6 27,6-1,-1 0,2 0,-1 0,1 0,0 1,1-1,0 0,0 1,1-1,0 0,0 0,1 1,0-1,1 0,0-1,0 1,0 0,1-1,0 0,1 0,0 0,0 0,0-1,1 0,5 6,11 1</inkml:trace>
  <inkml:trace contextRef="#ctx0" brushRef="#br0" timeOffset="2361.638">2381 10308,'29'19,"0"1,-1 1,-2 2,0 0,-1 2,-2 1,0 0,-2 2,-1 1,-1 0,-2 1,13 30,52 154,-51-157,-31-56,1 0,0 0,0 0,0 0,0 0,0 0,0 0,0-1,0 1,0 0,1 0,-1-1,0 1,0-1,1 1,-1-1,0 0,1 1,-1-1,0 0,1 0,-1 0,1 0,-1 0,0 0,1 0,-1-1,0 1,1 0,-1-1,0 1,0-1,1 0,-1 1,0-1,0 0,0 0,0 1,0-1,0 0,0 0,0 0,1-1,6-9,-1-1,0 1,-1-1,0 0,-1 0,0-1,-1 0,0 0,-1 0,-1 0,1-11,3-6,-4 107,6 1,-8-76,1 1,0-1,0 0,0 1,1-1,-1 0,0 0,1 0,-1 0,1 0,0 0,0 0,0-1,0 1,0-1,0 1,0-1,0 0,0 0,1 0,-1 0,1 0,-1 0,0-1,1 1,-1-1,1 0,-1 1,3-1,6-2,0 0,0-1,0 0,-1 0,0-1,1-1,-1 1,-1-2,1 1,-1-1,0-1,0 0,-1 0,0-1,0 0,-1 0,5-6,-4 4,0-1,-1 0,0-1,0 0,-1 0,-1 0,0 0,-1-1,0 0,-1 0,0 0,-1-1,0-6,-2 20,-1 0,1 0,0 0,-1 0,1 1,0-1,-1 0,1 0,0 0,-1 0,1 0,-1 0,1 0,0 0,-1-1,1 1,0 0,-1 0,1 0,0 0,-1 0,1-1,0 1,-1 0,1 0,0 0,0-1,-1 1,1 0,0 0,0-1,-1 1,1 0,0-1,0 1,0 0,0-1,-1 1,1 0,0-1,0 1,0 0,0-1,0 1,0-1,0 1,0 0,0-1,0 1,0 0,0-1,0 1,0 0,1-1,-1 1,0 0,0-1,0 1,1-1,-17 30,14-23,-1-1,1 1,0 0,1 1,-1-1,1 0,0 0,1 0,0 1,0-1,0 0,1 1,-1-1,1 0,1 0,0 0,-1 0,2 0,-1 0,1 0,0-1,0 1,0-1,1 0,0 0,1 1,8 2,1 0,0-1,1-1,0-1,0 0,0-1,0 0,0-1,1-1,0 0,-1-1,11-1,-8 2,0 0,1-1,-1 0,0-2,1 0,-1-1,0-1,0-1,0 0,-1-2,0 0,0 0,0-2,0 0,-15 6,0 1,0-1,0 0,0 1,0-1,-1 0,1 0,0-1,-1 1,0 0,1 0,-1-1,0 1,0 0,0-1,-1 1,1-1,-1 0,1 1,-1-1,0 1,0-1,0 0,0 1,0-1,-1 1,1-1,-1 1,0-1,0 1,0-1,0 1,0 0,0-1,-1 1,0-1,-2-4,-1 1,0-1,-1 1,1 0,-1 1,-1-1,1 1,-1 1,1-1,-1 1,-2-1,3 2,1 1,-1-1,0 1,0 0,0 1,0-1,0 1,0 0,-1 1,1 0,0 0,0 0,-1 0,1 1,0 0,0 1,0-1,0 1,0 0,0 1,1-1,-1 1,1 0,0 1,-1-1,1 1,1 0,-1 0,1 1,-1-1,1 1,1 0,-1 0,1 0,0 1,0-1,0 1,1 0,-2 4,2-6,1 0,0 0,0 0,0 0,0 0,1 0,-1 0,1 1,0-1,0 0,1 0,-1 0,1 0,0 1,0-1,0 0,0 0,1-1,0 1,0 0,0 0,0-1,1 1,-1-1,1 0,0 0,0 0,0 0,0 0,0-1,1 1,-1-1,1 0,0 0,-1 0,1-1,0 1,0-1,0 0,0 0,0 0,3-1,1 1,1-1,-1 0,0-1,0 0,1 0,-1-1,0 0,0 0,-1-1,1 0,0 0,-1-1,0 0,0 0,0-1,0 0,-1 0,0-1,0 0,0 0,2-4,0-4,-13 13,1 7,-1 1,1-1,0 1,1 1,0-1,0 0,0 1,1-1,0 1,1 0,-1 0,2 0,-1 0,1 0,0 0,1-1,-1 1,2 0,1 5,-2-9,0 0,0-1,1 1,-1-1,1 0,0 1,0-1,0 0,1 0,-1-1,1 1,0 0,-1-1,1 1,0-1,0 0,1 0,-1 0,0-1,1 1,-1-1,1 1,-1-1,1 0,0-1,0 1,-1-1,1 1,0-1,0 0,5-1,0 0,0 0,0 0,0-1,0-1,0 1,0-1,-1-1,0 0,1 0,-1 0,0-2,14-12,-2-1,0-1,-1-1,-1-1,-1 0,-1-1,-1-1,-1-1,-1 0,-1 0,-1-2,-2 1,6-23,-4 18,0-1,-2 0,-2-1,-1 0,-1 0,-2 0,-1 0,-1-1,-3 1,0-1,-7-32,6 58,1 1,-1-1,-1 1,1-1,-1 1,0 0,-1 1,0-1,0 1,-4-5,7 9,0 0,-1 0,1 1,0-1,-1 0,0 1,1-1,-1 1,0 0,1 0,-1 0,0 0,0 1,0-1,0 1,0-1,0 1,0 0,0 0,0 1,0-1,0 1,0-1,1 1,-1 0,0 0,0 0,1 0,-1 1,0-1,-6 6,0 1,0-1,1 2,0-1,0 1,1 0,0 1,1 0,0 0,0 0,1 1,0-1,1 1,1 0,-1 1,1 5,-4 10,1 1,2 0,1 1,1-1,1 1,1-1,2 1,1-1,1 0,2 0,1 0,1-1,1 0,1 0,1-1,2 0,0-1,2-1,1 0,1-1,0-1,2 0,1-2,6 5,2 0,2-1,1-1,0-2,2-1,0-2,10 3,19 5</inkml:trace>
  <inkml:trace contextRef="#ctx0" brushRef="#br0" timeOffset="32491.215">963 2968,'-2'21,"-3"15,-1 14,-2 8,-1 5,0 0,3-1,1-7,2-8,1-12</inkml:trace>
  <inkml:trace contextRef="#ctx0" brushRef="#br0" timeOffset="33031.273">857 2968,'-3'-18,"1"13,1 0,-1-1,1 1,1-1,-1 1,1-1,0 1,0-1,1 1,0-1,0 1,0 0,0-1,2-2,0 6,-1 0,1 0,0 1,-1-1,1 1,0 0,0 0,0 0,0 0,0 0,0 1,0 0,0-1,0 1,1 0,-1 0,0 1,0-1,0 1,0-1,0 1,0 0,0 0,0 0,0 1,-1-1,1 1,0-1,0 2,6 1,0 1,-1 0,0 1,1 0,-2 0,1 0,-1 1,0 1,-1-1,0 1,0 0,0 0,-1 1,0-1,-1 1,0 0,0 1,-1-1,0 1,0 5,-3-11,1 1,-1-1,-1 0,1 0,-1 1,1-1,-1 0,-1 0,1 0,0 0,-1 0,0 0,0 0,0-1,0 1,-1-1,1 1,-1-1,0 0,0 0,0 0,-1 0,-81 50,71-46,15-6,-1-1,1 0,-1 0,1 0,-1 0,1 1,0-1,-1 0,1 0,-1 1,1-1,-1 1,1-1,-1 0,1 1,-1-1,0 1,1-1,-1 1,0-1,1 1,-1-1,0 1,0 0,1-1,-1 1,0-1,0 1,0-1,0 1,0 0,0-1,0 1,0 0,0-1,0 1,0-1,0 1,0 0,0-1,-1 1,1-1,0 1,0-1,-1 1,1-1,0 1,-1-1,1 1,-1-1,1 1,-1-1,1 1,-1-1,1 0,-1 1,1-1,-1 0,1 0,-1 1,1-1,-1 0,0 0,1 0,-1 0,1 1,-1-1,0 0,1 0,-1 0,101 44,-81-38,-1 1,0 1,0 0,-1 1,0 1,0 1,-1 0,-1 1,0 1,-1 0,9 11,-21-22,0 0,0 0,0 0,-1 1,1-1,-1 1,1-1,-1 1,0-1,0 1,0 0,0 0,0-1,-1 1,0 0,1 0,-1 0,0 0,0 0,0-1,-1 1,1 0,-1 0,1 0,-1-1,0 1,0 0,-1-1,1 1,0 0,-1-1,-1 2,-8 4,-1 0,-1-1,1-1,-1 0,-1 0,1-2,0 1,-1-2,0 0,0 0,0-2,0 0,-11 0,-111 2,133-4,7 1</inkml:trace>
  <inkml:trace contextRef="#ctx0" brushRef="#br0" timeOffset="33482.055">1739 3089,'-31'-32,"23"26,0 0,0 1,0 0,-1 1,0 0,0 0,0 0,0 1,-1 1,1 0,-1 0,1 0,-1 2,0-1,1 1,-1 0,0 1,1 0,-1 1,1 0,-1 0,1 1,0 1,0-1,0 1,0 1,1-1,-1 2,1-1,1 1,-1 0,-4 6,6-5,1 0,0 0,1 1,0 0,0 0,1 0,0 0,0 0,1 1,0-1,0 1,1 0,0 0,1-1,-1 1,2 0,-1 0,2-1,-1 1,1 0,0-1,1 1,0-1,0 0,1 0,0 0,0-1,1 1,0-1,0 0,1 0,-1-1,6 5,4-1,1 0,0 0,0-2,1 0,1-1,-1 0,1-2,0 0,0-1,0-1,1 0,-1-1,1-2,0 0,-1 0,1-2,-1 0,1-2,12-3,53-24,-53 15</inkml:trace>
  <inkml:trace contextRef="#ctx0" brushRef="#br0" timeOffset="33728.396">2087 3022,'-3'5,"-2"8,-1 8,-2 11,1 10,2 8,-1 6,0 3,2-1,1-7,2-7,0-9,1-15,0-11</inkml:trace>
  <inkml:trace contextRef="#ctx0" brushRef="#br0" timeOffset="34027.598">2059 2942,'1'-96,"-1"96,0 1,1-1,-1 0,1 1,-1-1,0 0,1 0,-1 0,1 1,-1-1,1 0,-1 0,0 0,1 0,-1 0,1 0,-1 0,1 0,-1 0,1 0,-1 0,1 0,-1 0,1 0,-1 0,1 0,-1-1,0 1,1 0,-1 0,1 0,-1-1,0 1,1 0,-1-1,0 1,1 0,-1-1,0 1,1 0,-1-1,0 1,0-1,0 1,1-1,-1 1,0 0,0-1,0 1,0-1,0 1,0-1,0 1,0-1,0 1,0-1,0 1,0-1,0 1,0-1,0 1,0 0,-1-1,1 1,0-1,24 37,-23-34,206 343,-182-305,-9-17,0 1,-2 0,-1 2,-1-1,-1 1,5 22,-15-45,-1 1,1 0,-1-1,0 1,0-1,0 1,-1 0,1-1,-1 1,0-1,0 1,0-1,-1 0,1 1,-1-1,0 0,0 0,0 0,0 0,0 0,-1 0,1-1,-1 1,1-1,-1 0,0 0,0 0,0 0,-2 1,-103 40,97-40,-236 57,201-52</inkml:trace>
  <inkml:trace contextRef="#ctx0" brushRef="#br0" timeOffset="123731.861">4480 6404,'-10'-3,"0"0,0 0,0 1,-1 0,1 1,-1 0,1 0,0 1,-1 1,1 0,-1 0,1 1,0 0,0 1,0 0,0 1,-5 2,3-2,0 1,0 0,1 0,0 2,0-1,1 1,-1 0,1 1,1 1,0-1,0 1,0 1,1 0,1 0,0 0,0 1,1 0,0 0,1 1,-1 4,4 6,2 0,0 0,1 0,1-1,2 1,0 0,5 16,8 47,43 265,-52-315,19 122,-27-147,0 0,0 0,-1 0,0 0,-1-1,0 1,-1 0,0-1,0 0,-1 1,0-1,0-1,-1 1,-5 6,2-5,0-1,-1 0,0 0,0-1,-1-1,0 1,0-1,-1-1,0 0,0-1,0 0,-1 0,0-1,0-1,0 0,-8 1,118 17,-85-18,-1 0,-1 1,1 1,-1 0,1 1,-1 0,-1 0,1 1,-1 1,-1 0,1 0,-1 1,-1 0,0 0,0 1,0 0,-2 0,1 1,-1 0,-1 0,0 1,0-1,-1 3,0 16,-2 1,0 0,-2 0,-2 0,-1 0,-1 0,-1-1,-2 1,-2-1,0-1,-2 0,-8 16,4-1,-7 18,3 2,3 0,1 11,11-49,1 0,2 0,0 0,2 0,0 0,2 0,1-1,1 1,6 13,-7-21,2-1,0 0,1 0,1-1,0 0,1 0,1-1,0 0,3 1,-1-6,-2-6</inkml:trace>
  <inkml:trace contextRef="#ctx0" brushRef="#br0" timeOffset="166294.318">4600 1445,'-47'12,"-86"9,106-19,0 1,1 1,-1 2,1 0,0 2,1 1,-21 10,35-11,0 1,1 0,0 0,0 1,1 0,1 1,0 0,0 0,1 1,0 0,1 0,0 1,-1 7,-13 21,-43 75,28-54,3 2,2 1,3 3,17-32,2 1,2 0,2 1,1-1,1 1,3 0,1-1,6 32,2-8,3-1,3-1,2 0,11 20,26 85,56 305,-31-81,-76-362,-2 0,0 0,-1-1,-2 1,0 0,-2 0,-1 0,-1-1,-1 0,-1 0,-1 0,-2-1,-3 5,-2 1,-2-1,-1-1,-2 0,0-1,-2-2,-1 0,0-1,-2-1,-9 5,9-7,45-10,-12-8,-1 0,0 0,1 1,-1 0,0 1,-1 0,1 0,-1 0,0 0,0 1,-1 0,0 1,0-1,0 1,-1 0,0 0,0 0,-1 0,0 1,0 0,-1 0,0-1,0 1,-1 0,0 1,0 5,10 51,-4 1,-2-1,-4 1,-2 0,-3 0,-3-1,-2 0,-4 0,-11 32,6-34,-6 14,4 0,4 1,2 1,1 41,13-114,-3 39,2 0,3 0,1 0,8 36,-8-70,1-1,0 1,0-1,1 1,1-2,0 1,0 0,1-1,0 0,0-1,1 0,0 0,1 0,0-1,0-1,0 1,1-2,0 1,0-1,0-1,1 1,-1-2,1 0,0 0,0-1,1 0,-1-1,0 0,5-1,-4 2,0 0,0-1,0-1,0 0,0-1,0 0,0-1,0 0,0-1,0 0,-1-1,1 0,-1-1,0 0,-1-1,1 0,2-3,-4-2,-6 2</inkml:trace>
  <inkml:trace contextRef="#ctx0" brushRef="#br0" timeOffset="167525.475">3864 0,'-34'26,"1"1,1 1,1 1,2 2,1 2,1 0,2 1,1 2,2 0,2 2,1 1,-16 32,3 3,4 1,3 0,3 2,3 1,4 1,4 0,2 0,4 47,7-30,5-1,4 1,4-2,22 73,-28-138,1-1,1 0,1-1,2 0,0-1,2 0,12 13,30 48,-60-90</inkml:trace>
  <inkml:trace contextRef="#ctx0" brushRef="#br0" timeOffset="168093.444">3169 1712,'411'338,"-372"-301,-83-74,6 3,0 1,-3 3,0 1,-2 2,0 2,-36-14,-2-3,81 40,1 1,-1 0,0-1,0 1,0 0,1-1,-1 1,0 0,1 0,-1 0,1-1,0 1,-1 0,1 0,0 0,0 0,0 0,0 0,0 0,0 0,0 0,0 1,0-1,0 0,0 1,0-1,0 0,1 1,-1 0,0-1,1 1,-1 0,0 0,0-1,1 1,-1 0,0 0,1 0,3-2,14-5,101-43,118-29,-230 77,-5 0,1 0,-1 0,1 1,-1-1,1 1,-1 0,1 0,0 1,0-1,-1 1,1 0,0 0,0 0,-1 0,1 0,0 1,0 0,-1 0,1 0,0 0,-1 1,1-1,-1 1,0 0,0 0,1 0,-1 0,0 1,-1-1,1 1,0 0,0 10,0-1,-1 1,-1 0,0 0,0-1,-2 1,1 0,-3 9,1 10,-6 253,8-257</inkml:trace>
  <inkml:trace contextRef="#ctx0" brushRef="#br0" timeOffset="177097.035">2888 8102,'-2'0,"3"0,12-2,14-8,21-11,22-11,21-10,12-3,5-2,-5 3,-13 6,-17 10,-19 10,-20 8,-22 7,-14 5,-11 5,-5 0</inkml:trace>
  <inkml:trace contextRef="#ctx0" brushRef="#br0" timeOffset="177982.053">2862 8183,'2'-1,"0"0,0 0,1 1,-1-1,0 1,1 0,-1-1,1 1,-1 0,0 0,1 1,-1-1,1 0,-1 1,0 0,0-1,1 1,-1 0,0 0,0 0,0 0,0 1,0-1,0 0,0 1,0 0,-1-1,1 1,-1 0,1 0,-1 0,1 0,-1 0,0 0,0 0,0 0,0 1,-1 0,6 4,50 56,3-3,2-2,42 29,13 12,461 453,377 346,-408-326,-412-428,147 121,-144-146,-120-92,-21-27,-3-11</inkml:trace>
  <inkml:trace contextRef="#ctx0" brushRef="#br0" timeOffset="179144.008">3330 7701,'51'13,"86"4,-89-13,1 2,-2 2,1 2,34 13,-79-23,0 0,0 1,0 0,-1-1,1 1,0 0,-1 0,1 1,0-1,-1 1,1-1,-1 1,0 0,1-1,-1 1,0 1,0-1,-1 0,1 0,0 1,-1-1,1 1,-1-1,0 1,0 0,0-1,0 1,0 0,0 0,-1 0,0 0,1 0,-1-1,0 1,0 1,-7 6,1 1,-2-2,1 1,-1-1,0 0,-1-1,0 0,-1 0,1-1,-5 2,-4 5,-96 73,112-86,1 0,-1 0,0-1,1 1,-1 0,0-1,0 1,0-1,0 0,1 1,-1-1,0 0,0 0,0 0,0-1,0 1,1 0,-1-1,0 1,0-1,0 1,1-1,-1 0,0 0,1 0,-1 0,1 0,-1 0,1 0,0-1,-1 1,1 0,-1-2,-38-55,36 51,-110-209,87 180,28 36,-1 0,0 1,1-1,-1 0,0 0,1 1,-1-1,0 0,0 1,1-1,-1 0,0 0,0 1,1-1,-1 1,0-1,0 0,0 1,0-1,0 0,0 1,0-1,0 1,0-1,0 0,0 1,0-1,0 1,0-1,0 0,0 1,0-1,0 1,0-1,0 0,-1 1,1-1,0 0,0 1,0-1,-1 0,1 1,0-1,-1 0,1 0,0 1,0-1,-1 0,1 0,-1 0,1 1,0-1,-1 0,1 0,0 0,-1 0,1 0,-1 0,1 0,0 0,-1 0,1 0,-1 0,1 0,0 0,27 43,-11-23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7:12.63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8474 823,'-4'-6,"0"-1,-1 1,0 0,0 0,0 0,0 1,-1 0,0 0,0 0,-1 1,1 0,-1 0,0 0,0 1,0 0,0 1,-1 0,-3-1,7 2,-1 0,1 0,-1 0,0 1,1 0,-1 0,0 0,1 0,-1 1,1 0,-1 0,1 0,-1 0,1 1,0 0,-1 0,1 0,0 0,0 0,0 1,1 0,-1 0,1 0,-1 0,1 1,0-1,0 1,1 0,-1 0,0 2,-1 2,1 0,0 0,0 0,1 0,0 0,0 1,1-1,1 0,-1 1,1 0,0-1,1 1,0-1,1 4,-1-7,0-1,1 1,-1 0,1-1,0 1,0-1,0 0,1 0,-1 0,1 0,0 0,0 0,1-1,-1 1,1-1,-1 0,1 0,0-1,0 1,1-1,-1 1,0-1,1-1,-1 1,1-1,0 0,0 0,1 0,0 0,-1-1,1 0,0 0,-1-1,1 1,0-1,-1 0,1-1,-1 1,1-1,-1-1,0 1,0-1,0 1,0-1,0-1,-1 1,0-1,1 1,-1-1,0-1,-1 1,1 0,-1-1,0 0,0 0,5-8,-1 1,-1-1,0 0,-1 0,0 0,-1-1,-1 0,0 0,-1 0,1-12,-10-30,7 56,0-1,0 1,0 0,0-1,0 1,0-1,0 1,0 0,0-1,-1 1,1 0,0-1,0 1,0 0,-1-1,1 1,0 0,0 0,-1-1,1 1,0 0,0 0,-1-1,1 1,0 0,-1 0,1 0,0 0,-1-1,1 1,0 0,-1 0,1 0,-1 0,1 0,0 0,-1 0,1 0,0 0,-1 0,1 0,-1 0,1 0,0 0,-1 1,1-1,0 0,-1 0,1 0,0 0,-1 1,1-1,0 0,0 0,-1 1,1-1,0 0,0 1,-1-1,1 0,0 0,0 1,0-1,0 0,-1 1,-9 25,8-18,0 1,0 0,1 0,0 0,1 0,0 0,0 0,1 0,0 0,1 0,0 0,0 0,1-1,0 1,0-1,1 0,0 1,0-2,1 1,0 0,1-1,0 0,0-1,0 1,1-1,0 0,0-1,0 1,7 2,-6-5,0 0,1-1,0 1,-1-2,1 1,0-1,0-1,0 0,0 0,0 0,0-1,0-1,-1 0,1 0,0 0,3-3,33-14</inkml:trace>
  <inkml:trace contextRef="#ctx0" brushRef="#br0" timeOffset="257.272">8808 342,'7'-2,"11"10,12 16,9 19,6 23,-1 21,-8 20,-14 20,-25 15,-32 8,-33 2,-32-4,0-28</inkml:trace>
  <inkml:trace contextRef="#ctx0" brushRef="#br0" timeOffset="34755.356">8353 5436,'11'521,"-20"-276,8-233,2-34,1-16,2 0,2 0,1 1,1-1,3 2,4-9,-15 42,1 0,0 1,-1-1,1 1,0-1,0 1,1-1,-1 1,0 0,1-1,0 1,-1 0,1 0,0 0,0 0,0 1,0-1,1 0,-1 1,0 0,1-1,-1 1,1 0,-1 0,1 0,-1 1,1-1,0 1,-1-1,1 1,0 0,-1 0,1 0,0 0,-1 1,1-1,0 1,1 0,4 4,-1 1,0-1,-1 1,1 1,-1-1,-1 1,1 1,-1-1,0 0,-1 1,0 0,0 0,-1 1,0-1,0 1,-1-1,0 1,0 0,-1 0,-1 0,1 0,-1 0,-1 7,-1-9,-1-1,1 0,-1 1,0-1,-1 0,0-1,0 1,0-1,0 1,-1-1,0-1,0 1,0-1,0 1,-1-1,0-1,0 1,0-1,0 0,0-1,-1 1,1-1,-1-1,0 1,1-1,-1 0,0-1,0 1,0-1,1-1,-4 1,10 0,-1 0,0 0,0 1,0-1,0 0,0 0,0 0,0 0,0 0,0 0,0 0,0 0,0 0,0-1,0 1,0 0,0-1,0 1,0 0,0-1,0 1,1-1,-1 0,0 1,0-1,0 0,1 1,-1-1,0 0,1 0,-1 1,1-1,-1 0,1 0,0 0,-1 0,1 0,0 0,-1 0,1 0,0-1,4-10</inkml:trace>
  <inkml:trace contextRef="#ctx0" brushRef="#br0" timeOffset="35004.689">8794 5396,'16'25,"12"24,6 22,-1 22,-6 22,-16 21,-26 19,-34 18,-37 11,-37 3,4-29</inkml:trace>
  <inkml:trace contextRef="#ctx0" brushRef="#br0" timeOffset="2671.906">10064 784,'0'0</inkml:trace>
  <inkml:trace contextRef="#ctx0" brushRef="#br0" timeOffset="4494.22">10131 823,'-7'-4,"-1"1,1 0,-1 0,0 1,0-1,0 2,0-1,0 1,0 0,0 1,0 0,0 0,-1 1,1 0,0 1,0-1,0 1,1 1,-1 0,0 0,1 0,0 1,0 0,0 0,-3 3,5-2,0 0,1 1,0-1,0 1,0 0,0 0,1 0,0 0,1 0,-1 1,1-1,0 1,1 0,0-1,0 1,0 0,1 0,0 5,0-10,1-1,-1 1,1 0,-1-1,1 1,0 0,0-1,0 1,0-1,0 1,0-1,0 0,0 1,1-1,-1 0,0 0,1 0,-1 0,1 0,-1 0,1 0,0-1,-1 1,1 0,0-1,0 0,-1 1,1-1,0 0,0 0,-1 0,1 0,0 0,0 0,0 0,0-1,62-22,-53 14,-1 0,1 0,-1-1,-1 0,0-1,0 0,-1-1,-1 1,0-2,0 1,-1-1,-1 0,0 0,-1 0,0-1,1-8,1-14,-1-1,-1 0,-2-1,-2 1,-4-26,-6-34,0 135,6 7,1 0,3 0,1 0,3 0,1 0,3-1,8 28,-14-62,1-1,0 0,0 1,1-1,1-1,-1 1,1-1,1 0,0 0,0 0,0-1,1 0,0 0,0 0,1-1,0 0,0-1,1 0,-1 0,1-1,0 1,10-1,-1-1,1 0,-1-2,1 0,0-1,-1-1,1 0,0-1,-1-2,0 0,0 0,0-2,0 0,-1-1,0-1,14-9,-23 14,-1 0,0-1,0 1,0-1,-1-1,0 1,1-1,-2 0,1-1,0 0,-1 1,0-2,-1 1,1 0,-1-1,0 0,-1 0,0 0,0 0,0-1,-1-1,-3 5,-1 0,0 0,0 1,-1-1,1 1,-1 0,1 0,-1 0,0 0,0 0,-1 0,1 1,0-1,-1 1,0 0,1 0,-1 1,0-1,0 1,0-1,0 1,0 1,0-1,0 0,-1 1,1 0,0 0,-4 1,1-3,1 1,-1 1,0-1,0 1,1 0,-1 1,0 0,0 0,1 0,-1 1,1 0,-1 0,1 0,0 1,0 0,0 0,0 1,1 0,-1 0,1 0,0 0,0 1,0 0,1 0,0 0,0 1,0 0,0-1,1 1,0 0,0 1,1-1,-2 6,4-9,-1 0,1 0,0 1,0-1,1 0,-1 0,0 1,1-1,0 0,0 0,0 0,0 0,0 0,1 0,-1 0,1 0,0-1,0 1,0-1,0 1,0-1,1 0,-1 1,1-1,-1-1,1 1,0 0,0-1,0 1,1 0,5 1,-1 0,1 0,-1-1,1 0,0 0,-1-1,1 0,0-1,0 0,7-1,-8 1,-1-1,0 1,0-1,0-1,0 0,0 0,0 0,0-1,0 1,-1-2,1 1,-1-1,0 0,0 0,-1-1,1 0,-1 0,0 0,0 0,-1-1,1 0,-1 0,0 0,-1 0,0-1,0 0,0 1,-1-1,0 0,0 0,-1 0,1-4,-15-27,13 38,0-1,-1 1,1-1,0 1,-1-1,1 0,-1 1,1-1,-1 1,1 0,-1-1,0 1,1-1,-1 1,1 0,-1 0,0-1,1 1,-1 0,0 0,1 0,-1 0,0 0,1-1,-1 1,0 1,0-1,1 0,-1 0,0 0,1 0,-1 0,0 1,1-1,-1 0,1 0,-1 1,0-1,1 1,-1-1,1 0,-1 1,1-1,-1 1,1-1,-1 1,1 0,0-1,-1 1,1-1,0 1,-1 0,1 0,-3 3,1 1,0 0,0 1,0-1,1 0,-1 1,1-1,1 0,-1 1,1-1,0 1,0-1,0 1,1-1,0 1,0-1,0 1,1-1,0 0,0 0,0 0,1 0,-1 0,1 0,0-1,1 1,-1-1,1 0,0 0,0 0,0-1,0 1,1-1,2 1,7 4,1-1,-1 0,1-2,1 1,-1-2,1 0,0-1,-1-1,12 1,31 1</inkml:trace>
  <inkml:trace contextRef="#ctx0" brushRef="#br0" timeOffset="5073.679">11294 771,'-5'-2,"0"1,0-1,-1 2,1-1,0 0,-1 1,1 0,0 0,-1 1,1 0,0 0,-1 0,1 0,0 1,0 0,0 0,0 0,1 0,-1 1,1 0,-1 0,1 0,0 1,0-1,0 1,1 0,-1 0,1 0,0 1,0-1,0 1,-1 3,3-4,0 0,0 0,0 0,0 1,1-1,0 0,0 0,0 0,0 0,1 0,0 0,-1 0,1 0,1 0,-1 0,1 0,-1 0,1-1,0 1,1 0,-1-1,0 0,1 0,0 1,0-2,0 1,0 0,0-1,1 1,-1-1,9 6,0-1,0 0,1-1,0-1,0 0,0-1,1 0,6 1,2-1,0 0,0-1,1-1,-1-2,1 0,-1-1,1-1,-1-1,0-1,0-1,0-1,-1-1,0-1,0-1,5-3,-18 6,0 1,-1-1,1 0,-1-1,0 1,-1-2,1 1,-2-1,1 1,3-8,-10 19,0 0,0 0,1 0,-1 0,1 1,0-1,0 0,0 1,0-1,1 0,0 0,0 1,0-1,0 0,1 0,0 0,-1 0,2-1,-1 1,0 0,1-1,-1 0,1 1,1-1,1 1,0-1,0-1,1 1,0-1,-1 0,1 0,0-1,0 1,0-1,0-1,0 1,0-1,0 0,0 0,0-1,0 0,0 0,0 0,0-1,0 0,-1 0,1 0,-1-1,1 0,-1 0,0 0,0 0,0-1,-1 0,1 0,-1-1,0 1,0-1,-1 0,1 0,-1 0,0 0,0 0,-1-1,1 1,-1-1,-1 0,1 0,0-2,-2 4,0 0,0-1,-1 1,1 0,-1 0,0-1,0 1,0 0,0 0,-1 0,0 0,1 0,-2 1,1-1,0 0,-1 1,0 0,1-1,-1 1,0 0,-1 1,1-1,-1 0,1 1,-1 0,0 0,1 0,-4-1,-3-1,0 0,0 0,-1 1,1 1,-1 0,1 0,-1 1,0 0,1 1,-1 0,-1 1,5-1,0 1,0 0,0 0,1 1,-1 0,0 0,1 0,-1 1,1 0,0 0,0 1,0 0,0 0,0 0,1 1,0 0,0 0,0 0,1 1,0-1,0 1,0 0,1 0,-1 0,2 1,-1-1,1 1,0 0,0 0,0-1,1 1,0 7,2-9,0-1,0 0,0 0,0 1,1-1,0 0,0-1,0 1,0 0,1 0,-1-1,1 0,0 1,0-1,0 0,0 0,1-1,-1 1,1-1,0 1,0-1,-1 0,5 1,96 23,-55-22</inkml:trace>
  <inkml:trace contextRef="#ctx0" brushRef="#br0" timeOffset="5319.328">12056 490,'-7'-3,"0"1,1 0,-1 0,0 1,-1 0,1 0,0 1,0 0,0 0,0 1,0-1,-1 2,1-1,0 1,1 0,-1 0,0 1,1 0,-1 0,1 1,0-1,0 2,0-1,1 0,-1 1,1 0,0 0,1 1,-1-1,1 1,0 0,0 0,1 1,0-1,0 1,-1 4,3-6,0 1,0 0,1 0,-1 0,1 0,1 1,-1-1,1 0,0-1,0 1,1 0,0 0,0 0,0-1,0 1,1-1,0 0,0 0,1 0,0 0,-1 0,3 0,7 9,1 0,1-1,0-1,1-1,0 0,7 2,-1 0,1-1,0-1,1-1,0-1,1-2,0 0,0-1,0-2,1-1,21 1,-14-4</inkml:trace>
  <inkml:trace contextRef="#ctx0" brushRef="#br0" timeOffset="5821.981">13527 663,'-12'-4,"-1"-1,0 1,0 1,0 1,0-1,-1 2,1 0,-6 1,14 0,0 0,0 1,0 0,0 0,0 0,1 1,-1-1,1 1,-1 0,1 1,-1-1,1 1,0 0,0 0,0 0,1 0,-1 1,1-1,0 1,0 0,0 0,0 0,1 0,-1 2,1-3,1-1,-1 1,1 0,0 0,0 0,0 0,0 0,1 1,-1-1,1 0,0 0,0 0,0 1,0-1,0 0,1 0,-1 0,1 1,0-1,0 0,0 0,1 0,-1-1,1 1,-1 0,1 0,0-1,0 1,0-1,0 1,1-1,-1 0,1 0,-1 0,1 0,0-1,0 1,-1-1,1 0,0 1,0-1,0 0,2 0,3 1,-1 0,1-1,0 0,0 0,0-1,0 1,0-2,0 1,0-1,0-1,0 1,-1-1,1-1,0 1,-1-1,0 0,0-1,0 0,0 0,0-1,-1 1,0-1,0-1,0 1,-1-1,1 0,-1-1,-1 1,1-1,-1 0,-1 0,1 0,-1 0,0-1,-1 1,1-1,-1-4,-1 11,-1 1,1-1,-1 0,0 1,1-1,-1 1,0-1,0 0,1 0,-1 1,0-1,0 0,0 1,0-1,0 0,0 0,0 1,0-1,0 0,0 0,0 1,0-1,-1 0,1 1,0-1,-1 0,1 1,0-1,-1 0,1 1,0-1,-1 1,1-1,-1 1,0-1,1 1,-1-1,1 1,-1-1,0 1,1 0,-1 0,0-1,1 1,-1 0,0 0,1-1,-1 1,0 0,0 0,1 0,-1 0,0 0,1 0,-1 0,0 1,0-1,1 0,-1 0,0 0,1 1,-1-1,0 0,1 1,-1-1,-2 6,0 1,1-1,-1 1,2 0,-1-1,1 1,0 0,0 0,1 0,-1 0,2 0,-1 0,1 0,0-1,0 1,1 0,0 0,0-1,1 1,0-1,0 0,0 0,1 0,0 0,2 2,0-2,0-1,-1 0,2 0,-1-1,1 1,-1-2,1 1,0-1,0 0,1 0,-1-1,1 0,-1 0,1-1,0 0,-1 0,1-1,0 0,4 0,27-4</inkml:trace>
  <inkml:trace contextRef="#ctx0" brushRef="#br0" timeOffset="6722.912">13942 529,'-10'22,"1"0,1 0,1 1,2-1,0 2,1-1,1 0,1 1,2 0,0-1,1 1,1-1,2 1,0-1,2 0,4 11,28 116,-20-86,-2 1,-3 0,-3 1,0 52,-15-57,4-62,1 1,0 0,0 0,0 0,0-1,-1 1,1 0,0 0,0 0,0 0,-1 0,1 0,0-1,0 1,0 0,-1 0,1 0,0 0,0 0,-1 0,1 0,0 0,0 0,-1 0,1 0,0 0,0 0,-1 0,1 0,0 0,0 0,0 1,-1-1,1 0,0 0,0 0,0 0,-1 0,1 0,0 1,0-1,0 0,0 0,-1 0,1 1,0-1,0 0,0 0,0 0,0 1,0-1,0 0,0 0,-1 1,1-1,0 0,-5-23,-12-287,-8-118,25 427,6-73,-6 72,1 0,-1-1,1 1,-1 0,1 0,0 0,0 0,0 0,0 0,0 0,1 0,-1 0,1 1,-1-1,1 0,-1 1,1-1,0 1,0 0,0 0,-1-1,1 1,1 0,-1 1,0-1,0 0,0 1,0-1,2 0,4 2,0 0,0 1,-1 0,1 0,-1 0,1 1,-1 0,0 0,0 1,0 0,-1 0,1 1,1 1,-3-2,11 6,1 0,-2 1,0 1,0 1,-1 0,0 1,-1 1,-1 0,-1 0,9 15,-19-29,0 1,-1-1,1 1,-1-1,1 1,-1-1,1 0,-1 1,0 0,0-1,0 1,0-1,0 1,0-1,0 1,0-1,0 1,-1-1,1 1,-1-1,1 1,-1-1,0 0,1 1,-1-1,0 0,0 1,0-1,0 0,0 0,0 0,0 0,0 0,-1 0,1 0,0 0,-1-1,1 1,-1 0,1-1,0 1,-1-1,0 1,-68 6,60-8,1 0,0 0,0-1,0 0,0-1,0 0,0 0,1-1,-1 0,1 0,0-1,0 0,1 0,-1-1,1 0,0-1,6 5,-1 1,1-1,0 1,0-1,0 0,0 1,0-1,1 0,-1 0,0 0,1 0,-1 0,1 0,0 0,0 1,0-1,0 0,0 0,0 0,0 0,0 0,1 0,-1 0,1 0,0 0,-1 0,1 1,0-1,0 0,0 0,1-1,49-43,53-22,-73 51,-2-2,0 0,-1-2,-2-1,0-1,-1-1,-1-2,10-14,-22 23,-2 1,0-1,-1-1,-1 1,0-2,-2 1,0-1,-1 0,-1 0,0 0,-2-1,0 1,-1-1,-1 0,-1 1,-1-1,-1 1,0-1,-6-18,8 35,0 0,0-1,0 1,0 0,-1-1,1 1,-1 0,0 0,0 0,0 1,0-1,0 0,-1 1,1-1,-1 1,1 0,-1 0,0 0,0 0,0 0,0 1,-1-1,1 1,0 0,0 0,-1 0,1 0,-1 1,1-1,-1 1,1 0,-1 0,1 0,-1 1,1-1,-1 1,1 0,0 0,-3 1,-1 4,0 1,1 0,0 0,0 0,1 1,0 0,0 0,1 0,0 1,0-1,1 1,0 0,1 0,0 0,0 1,1-1,1 0,-1 0,1 1,1-1,0 1,1 29,2-1,2 1,2-2,1 1,1-1,3 0,1-1,1-1,2 0,2-1,10 12,-22-32,1-1,1 0,0-1,1 0,0-1,1 0,0 0,0-1,1 0,1-1,0-1,11 6,-20-12,1-1,-1 0,0 0,1-1,-1 1,0-1,1 0,-1 0,1 0,-1 0,0-1,1 0,-1 0,0 0,0 0,1-1,-1 0,0 0,-1 0,1 0,0-1,-1 1,1-1,-1 0,0 0,1 0,-2 0,1-1,1 0,3-7,1 1,-1-1,-1-1,0 1,-1-1,0 0,-1 0,0 0,1-7,4-47,-9 66,-1 0,1 0,0 0,0 0,-1 1,1-1,0 0,0 0,0 0,-1 0,1 0,0 0,0 0,-1 0,1 0,0 0,0 0,-1-1,1 1,0 0,0 0,0 0,-1 0,1 0,0 0,0 0,0-1,-1 1,1 0,0 0,0 0,0 0,-1-1,-3 14,0 0,1 1,0-1,1 1,0-1,1 1,1 0,0-1,1 1,0 0,1-1,1 1,-2-10,0-1,0 1,0-1,1 0,0 1,-1-1,1 0,0 0,1 0,-1 0,0-1,1 1,0 0,-1-1,1 0,0 0,0 0,1 0,-1 0,0-1,0 1,1-1,-1 0,1 0,0 0,23 2</inkml:trace>
  <inkml:trace contextRef="#ctx0" brushRef="#br0" timeOffset="6969.271">14917 235,'-16'2,"-7"4,0 7,8 6,16 4,20 3,5-3</inkml:trace>
  <inkml:trace contextRef="#ctx0" brushRef="#br0" timeOffset="7405.196">15466 476,'-21'-5,"1"0,-1 2,1 1,-1 0,0 2,-8 1,23-1,1 0,-1 1,1-1,0 1,-1 1,1-1,0 1,0 0,0 0,0 0,1 1,-1 0,0 0,1 0,0 0,0 1,0-1,0 1,1 0,-1 1,1-1,0 0,0 1,0 0,1 0,-2 4,3-5,0 0,0 0,1 0,-1 0,1 0,0 1,0-1,0 0,1 0,-1 0,1 0,0 0,0 0,1 0,-1 0,1 0,0 0,0-1,0 1,0 0,1-1,0 0,-1 0,1 0,0 0,0 0,1-1,-1 1,1 0,9 5,0 1,0-2,0 0,1 0,0-1,1-1,6 1,5 2,1-2,0-1,0-2,1 0,-1-2,0-1,1-1,-1-1,0-1,0-2,0 0,0-2,-1-1,0-2,4-2,-23 9,0 0,-1-1,1 1,-1-1,0-1,0 1,0-1,0 0,-1-1,0 1,0-1,0 0,-1 0,0 0,0-1,-1 0,1 1,-1-2,-3 7,0 1,0-1,1 1,-1-1,0 1,0-1,0 1,0-1,0 1,0 0,0-1,0 1,0-1,0 1,0-1,0 1,0-1,-1 1,1-1,0 1,0-1,0 1,-1-1,1 1,0 0,0-1,-1 1,1-1,0 1,-1 0,1-1,-1 1,1 0,0 0,-1-1,1 1,-1 0,1 0,-1 0,1-1,-1 1,1 0,-1 0,1 0,-1 0,1 0,-1 0,1 0,-1 0,1 0,0 0,-1 0,1 0,-1 1,1-1,-1 0,1 0,-1 0,1 1,-1-1,-25 19,23-16,1 0,0 0,0 0,0 0,0 0,0 1,1-1,-1 0,1 1,0-1,0 1,0-1,1 1,-1 0,1-1,0 1,0 0,0-1,1 1,-1 0,1-1,0 1,0-1,0 1,0-1,0 1,1-1,0 0,0 0,0 0,0 0,0 0,0 0,1 0,0-1,-1 1,1-1,0 0,0 0,0 0,0 0,4 1,2 0,-1 0,1-1,0 0,0 0,0-1,0 0,1-1,-1 0,0 0,0-1,0-1,0 1,0-1,2-1,-6 1,-1 1,1-1,-1 1,1-1,-1-1,0 1,0-1,0 1,0-1,-1 0,1 0,-1-1,0 1,1-1,-2 0,1 0,0 0,-1 0,0 0,0 0,0-1,0 1,-1-1,1 1,-1-1,-1 0,2-4,-2 4,-1 0,1 1,0-1,-1 0,0 0,0 1,-1-1,1 0,-1 1,0-1,0 1,-1 0,1 0,-1 0,0 0,0 0,0 0,0 1,-1 0,0-1,1 1,-1 0,0 1,0-1,-1 1,1 0,-4-2,-1 1,0-1,0 1,0 1,0 0,-1 0,1 1,0 0,-1 0,1 1,-1 1,1-1,-1 2,-7 1,11-2,0 0,0 1,1 0,-1 0,1 0,0 1,-1 0,1 0,0 0,0 0,1 1,-1 0,1 0,0 0,0 1,0-1,1 1,-1 0,1 0,0 0,1 0,-1 1,1-1,0 1,0 0,1-1,0 1,0 0,0 0,0 0,1 2,2-3,0-1,0 0,1 0,-1 0,1 0,0 0,0-1,0 1,0-1,1 0,-1 0,1 0,0-1,0 1,0-1,0 0,1 0,-1 0,0 0,1-1,-1 0,2 0,33 11</inkml:trace>
  <inkml:trace contextRef="#ctx0" brushRef="#br0" timeOffset="8222.364">16080 102,'-8'-2,"0"1,-1 0,1 0,0 1,-1 0,1 0,0 1,-1 0,1 1,0 0,0 0,0 0,0 1,0 1,1-1,0 1,-1 0,1 1,1 0,-1 0,1 1,-4 2,8-4,1-1,-1 1,0 0,1-1,0 1,0 0,0 0,0 0,1 0,0 0,-1 0,1 0,1-1,-1 1,0 0,1 0,0 0,0 0,0 0,1-1,-1 1,2 2,50 76,10-13,3-2,34 24,-10-8,-69-63,-16-13,0 0,0-1,0 0,1 0,0-1,0 0,1 0,-1 0,1-1,0 0,0 0,1 0,-1-1,1 0,0-1,-1 0,1 0,0-1,0 1,0-2,1 1,-1-1,0-1,5 0,-1-5,0 0,-1-1,1 0,-2-1,1 0,-1 0,0-1,0-1,-1 0,-1 0,0-1,0 0,-1 0,0-1,-1 0,0 0,-1 0,-1-1,3-9,-1-18,-7 40,0 1,0-1,0 0,0 0,0 0,0 0,0 1,1-1,-1 0,0 1,0-1,0 1,1-1,-1 1,0-1,1 1,-1-1,0 1,1 0,-1-1,1 1,-1 0,1 0,-1 0,1-1,0 1,-1 0,1 0,0 0,-1 0,1-1,0 1,0 0,0 0,0 0,-1 5,-1-1,1 1,1 0,-1-1,1 1,0 0,1 0,-1 0,1-1,0 1,0 0,1-1,0 1,0-1,0 0,1 0,-1 1,1-2,0 1,1 0,-1 0,1-1,0 0,0 0,1 0,-1 0,1-1,-1 0,1 0,0 0,0 0,1-1,-1 0,1 0,-1 0,6 0,-5 1,1 0,0 0,0-1,0 0,0-1,0 1,0-1,0-1,1 1,-1-1,0-1,0 1,1-1,-1-1,0 1,0-1,0 0,0-1,-1 1,1-1,-1-1,1 1,-1-1,0-1,0 1,-1-1,1 0,-1 0,0 0,-1-1,1 1,-1-1,0-1,1-5,-1 1,-1-1,0 0,-1 0,0 0,-1-1,0 1,-1 0,0 0,-1-1,-10 36,-4 79,16-98,-1 0,0 0,1-1,0 1,0 0,0 0,0-1,1 1,-1-1,1 1,0-1,0 1,0-1,1 0,-1 0,1 0,-1-1,1 1,0 0,0-1,1 0,-1 0,0 0,1 0,1 0,5 2,1-2,0 1,1-1,-1-1,0 0,0-1,0 0,1 0,-1-1,0-1,0 0,0-1,0 0,0 0,-1-1,1-1,-1 1,0-2,-1 1,1-2,-1 1,0-1,-1 0,1-1,-1 0,-1-1,0 1,0-1,3-6,-5 7,1-1,-2 0,1 0,-1-1,0 1,-1-1,0 0,-1 0,0 0,0-8,-2 18,1-1,-1 0,0 1,0-1,1 0,-1 1,0-1,0 0,0 1,0-1,0 0,0 0,0 1,0-1,0 0,0 1,0-1,-1 0,1 1,0-1,0 0,-1 1,1-1,-1 0,1 1,0-1,-1 1,1-1,-1 1,1-1,-1 1,1-1,-1 1,0-1,1 1,-1 0,1-1,-1 1,0 0,1 0,-1-1,0 1,0 0,1 0,-1 0,0 0,1 0,-1 0,0 0,1 0,-1 0,0 0,0 1,1-1,-1 0,0 0,1 1,-33 28,30-24,0 0,0 0,0 1,1-1,0 1,0-1,1 1,-1 0,1-1,0 1,1 0,-1 0,1 0,1 0,-1 0,1-1,0 1,0 0,0 0,1-1,0 1,0-1,1 1,-1-1,1 0,0 0,1 0,0 0,13 12,0-2,2 0,0-2,0 0,1-1,1 0,0-2,0-1,1 0,0-2,1 0,0-2,0 0,6-1,84 17,-10-8</inkml:trace>
  <inkml:trace contextRef="#ctx0" brushRef="#br0" timeOffset="9318.784">10238 1933,'-19'-9,"0"2,-1 0,0 1,-1 1,1 1,-5 0,21 3,0 1,-1-1,1 1,-1 0,1 0,-1 1,1 0,0-1,-1 2,1-1,0 0,0 1,0-1,0 1,0 1,0-1,0 0,1 1,-1 0,1 0,0 0,0 0,0 0,0 1,0-1,1 1,-1 0,1 0,0-1,0 2,0 2,0 1,0 1,0-1,1 0,1 1,0-1,0 1,0-1,1 1,0-1,1 0,0 1,0-1,1 0,0 0,0-1,1 1,0 0,0-1,1 0,0 0,0-1,1 1,-1-1,1 0,1-1,-1 1,1-1,0 0,0-1,1 0,-1 0,1-1,0 1,0-2,0 1,0-1,0 0,6 0,7-1,-1 0,0-2,0 0,0-1,0-1,0-1,0-1,-1-1,0 0,0-1,0-1,-1-1,0-1,-1 0,0-2,-1 1,0-2,-1 0,0-1,7-10,-22 24,4-4,0 0,0 0,0 0,-1-1,0 1,0-1,0 0,0 0,-1 0,0 0,0 0,0 0,-1-1,0 1,-1 4,0 0,0 1,0-1,-1 1,1-1,0 1,0-1,-1 1,1-1,0 1,-1-1,1 1,-1-1,1 1,-1-1,1 1,-1 0,1-1,-1 1,1 0,-1 0,1-1,-1 1,1 0,-1 0,0 0,1 0,-1 0,1 0,-1-1,0 1,1 1,-1-1,1 0,-1 0,0 0,1 0,-1 0,1 0,-1 1,0-1,1 0,-1 1,1-1,-1 0,1 1,-1-1,1 0,0 1,-1-1,1 1,-1-1,1 1,0-1,-1 1,1-1,0 1,0-1,0 1,-1 0,1-1,0 1,0-1,0 1,0 0,0-1,0 1,0-1,0 1,0 0,-1 1,0-1,0 1,1 0,-1 0,0 0,1 0,0 0,-1 0,1 0,0 0,0 0,0 0,0 0,0 0,1 0,-1 0,0 0,1 0,0 0,-1 0,1 0,0 0,0 0,0-1,0 1,1 0,-1-1,0 1,1-1,-1 1,1-1,-1 0,1 0,0 1,-1-1,1 0,0-1,0 1,0 0,80 19,-78-20,0 1,0-1,1 0,-1 0,0 0,0-1,1 1,-1-1,0 0,0 0,0-1,0 1,0-1,0 0,-1 0,1 0,-1 0,1-1,-1 1,0-1,0 0,0 0,0 0,0-1,-1 1,1-1,-1 1,0-1,0 0,0 0,-1 0,0 0,1 0,-1 0,-1 0,1-3,-3 2,-1 0,1 1,-1-1,0 1,-1 0,1-1,-1 1,0 1,0-1,0 1,-1-1,1 1,-1 1,0-1,1 0,-1 1,0 0,-1 0,1 1,0 0,0-1,-1 2,1-1,0 1,-1-1,1 1,-1 1,0-1,-1 0,0 0,0 1,1-1,-1 1,1 1,-1-1,1 1,-1 0,1 0,0 1,0 0,0 0,0 1,1-1,-1 1,1 0,0 1,0-1,0 1,-2 4,6-8,0 1,0-1,1 1,-1-1,1 1,-1 0,1-1,-1 1,1-1,0 1,0 0,0-1,0 1,0 0,0-1,0 1,1 0,-1-1,0 1,1-1,0 1,-1 0,1-1,0 0,0 1,0-1,0 1,0-1,0 0,0 0,0 1,0-1,1 0,-1 0,0 0,1-1,-1 1,1 0,-1 0,1-1,0 1,69 23,-15-12</inkml:trace>
  <inkml:trace contextRef="#ctx0" brushRef="#br0" timeOffset="10569.874">11241 1960,'-9'-3,"-12"-5,0 0,-1 2,1 1,-1 0,0 2,0 0,0 1,-21 2,40 0,0 0,0 0,1 0,-1 1,0-1,0 1,1 0,-1 0,0 0,1 0,-1 0,1 1,-1-1,1 1,0 0,-1-1,1 1,0 0,0 0,0 0,1 1,-1-1,0 0,1 1,0-1,-1 1,1-1,0 1,0 0,1-1,-1 1,0 0,1 0,0 0,0-1,0 1,0 0,0 0,0 0,1 0,-1-1,1 1,0 0,0 0,0-1,0 1,0-1,0 1,2 1,4 2,0 0,0 0,1 0,0-1,0 0,1-1,-1 0,1 0,0-1,0 0,0 0,0-1,0 0,1-1,-1 0,1-1,-1 0,1 0,-1-1,1 0,-1 0,5-2,-5 1,-1 0,0 0,1 0,-1-1,0 0,0-1,0 0,-1 0,0-1,0 0,0 0,0 0,-1-1,1 0,-1 0,-1-1,1 0,-1 0,-1 0,1-1,-1 1,-1-1,1 0,-1 0,0 0,-1-1,0 1,0-3,0-14,-2-1,0 0,-2 0,0 0,-2 1,-1-1,-1 1,-1 0,-1 1,-1-1,-7-10,-31-49,46 82,0 1,0 0,0 0,0 0,0-1,0 1,0 0,0 0,-1 1,1-1,0 0,0 0,-1 1,1-1,-1 0,1 1,0 0,-1-1,1 1,-1 0,1-1,-1 1,1 0,-1 0,1 0,-1 1,1-1,-1 0,1 1,-1-1,1 0,-1 1,1 0,0-1,-1 1,1 0,0 0,0-1,-1 1,1 0,0 0,0 1,0-1,0 0,0 0,0 0,1 1,-1-1,0 0,1 1,-1-1,1 1,-1-1,1 1,-7 15,1 1,1 0,1 0,0 1,2-1,0 1,1 0,1 10,-1 0,2 0,2 0,0 0,2 0,1-1,1 0,2 0,1-1,3 7,-6-19,0 0,1 0,1-1,0 0,1 0,0-1,1-1,1 0,0 0,0-1,1 0,1-1,0-1,0 0,1-1,10 4,-18-9,-1 0,1-1,0 0,-1 0,1 0,0-1,0 0,0 0,0-1,0 0,0 0,1-1,-1 0,-1 0,1-1,0 1,0-1,0-1,-1 0,1 0,-1 0,0 0,0-1,0 0,-1 0,1-1,-1 0,0 0,0 0,-1 0,3-4,0-3,0-1,-1 1,-1-1,0 0,0 0,-2 0,1-1,-2 1,0-1,0 0,-2 0,1 1,-2-10,-4 6,-1 20,-5 27,9-22,0 1,1 0,0 0,0 0,1 0,0 0,1 0,0 0,0 0,1-1,0 1,0 0,1-1,1 1,-1-1,1 0,0 0,1-1,0 1,0-1,5 4,-7-8,0-1,0 0,0-1,1 1,-1 0,0-1,1 0,-1 0,1 0,0 0,-1 0,1-1,0 0,-1 0,1 0,0 0,-1 0,1-1,0 1,-1-1,1 0,-1 0,1-1,-1 1,1-1,-1 0,0 1,0-1,0-1,2-1,5-3,0-1,-1-1,0 0,-1 0,1-1,-2 0,0 0,3-6,28-66,-29 125,-7-33,0 1,1-2,0 1,0 0,1 0,0-1,1 0,0 0,1 0,0-1,0 0,4 4,-7-8,1-1,-1 1,1-1,-1 0,1 0,0 0,0-1,0 1,0-1,1 0,-1-1,1 1,-1 0,1-1,0 0,-1 0,1-1,0 0,0 1,-1-1,1-1,0 1,0-1,-1 0,1 0,0 0,-1 0,1-1,4-4,0-1,0 0,0-1,-1 0,0 0,-1 0,0-1,0 0,-1-1,0 0,0 0,-1 0,-1 0,0-1,0 1,-1-1,0 0,-1-1,0 1,-1 0,0 0,-1-1,-1-8,1 10,0 1,-1-1,0 1,-1-1,0 1,0-1,-1 1,0 0,-4-6,6 13,0-1,0 1,0 0,-1-1,1 1,-1 0,0 0,0 0,1 0,-1 0,-1 0,1 0,0 1,0-1,-1 1,1 0,0-1,-1 1,1 0,-1 1,0-1,1 0,-1 1,0-1,1 1,-1 0,0 0,0 0,1 0,-1 0,0 1,1-1,-1 1,0 0,-1 1,2-2,1 0,-1 0,0 1,1-1,-1 1,1-1,-1 1,1 0,-1 0,1-1,0 1,-1 0,1 0,0 1,-1-1,1 0,0 0,0 0,0 1,0-1,1 1,-1-1,0 1,0-1,1 1,-1-1,1 1,-1-1,1 1,0 0,0-1,0 1,0 0,0-1,0 1,0 0,0-1,1 1,-1 0,0-1,1 1,0-1,-1 1,1-1,0 1,0-1,0 0,0 1,0-1,0 0,0 0,0 1,0-1,1 0,-1 0,0 0,1-1,0 2,15 3,0 0,1 0,-1-2,1 0,0-1,-1-1,1-1,10-1,-1 1,185 5,-210-5,1 0,-1 0,1 0,-1 0,1 0,-1 1,1 0,-1-1,1 1,-1 0,1 0,-1 0,0 0,0 1,0-1,0 1,0-1,0 1,0 0,0 0,0 0,-1 0,1 0,-1 0,1 0,-1 0,0 0,0 1,0-1,0 1,-1-1,1 1,0 1,-1 46,9 36,-6-79,0-1,1 0,0-1,0 1,1-1,0 0,0 0,0 0,0-1,1 1,-1-1,1-1,0 1,1-1,-1 0,0 0,1-1,0 0,-1 0,1-1,0 1,0-1,0-1,0 0,0 0,0 0,0-1,0 1,0-2,0 1,-1-1,1 0,0-1,-1 1,0-1,1 0,-1-1,-1 0,7-4,-3-1,1-1,-1 1,-1-2,0 1,0-1,-1-1,-1 1,0-1,0 0,-1-1,-1 1,0-1,0 0,-2 0,2-10,-7 11,-6 39,5-17,1-1,1 1,0 0,0 0,1 0,0 0,0 0,1 0,1 0,0 0,0 0,1-1,0 1,0 0,1-1,1 1,0-1,0 0,0 0,1 0,1-1,0 1,0-2,0 1,1 0,0-1,0-1,5 4,-6-7,0 0,1 0,-1-1,1 1,0-1,-1-1,1 1,0-1,0-1,0 1,3-1,29-4</inkml:trace>
  <inkml:trace contextRef="#ctx0" brushRef="#br0" timeOffset="10740.409">12992 1599,'-18'-7,"-11"-2,0 5,7 10,18 11,25 11,23 8,5-2</inkml:trace>
  <inkml:trace contextRef="#ctx0" brushRef="#br0" timeOffset="11103.444">14610 1666,'-44'30,"-1"-1,-2-3,0-2,-14 4,37-17,-273 112,223-85,74-37,-1-1,1 1,-1-1,1 1,-1-1,1 1,-1-1,1 1,0-1,-1 1,1 0,0-1,0 1,-1 0,1-1,0 1,0 0,0-1,0 1,0 0,0-1,0 1,0 0,0-1,0 1,0 0,0 0,0-1,1 1,-1-1,0 1,1 0,-1-1,0 1,1-1,-1 1,0 0,1-1,-1 1,1-1,-1 1,1-1,0 0,-1 1,1-1,-1 0,1 1,0-1,-1 0,1 0,0 1,-1-1,1 0,0 0,-1 0,1 0,17 6,0-1,0 0,0-2,0 0,0-1,1-1,2 0,10 1,169 6,191-17,-358 7</inkml:trace>
  <inkml:trace contextRef="#ctx0" brushRef="#br0" timeOffset="11359.766">14142 2241,'16'0,"16"0,22 0,19 0,18-2,11-1,7 0,1-2,-3-2,-19 0</inkml:trace>
  <inkml:trace contextRef="#ctx0" brushRef="#br0" timeOffset="12068.421">15639 1679,'-15'-11,"-1"1,0 1,-1 0,0 1,0 1,-1 1,0 0,0 1,0 1,-7 0,15 2,-1 1,1 0,0 1,-1 0,1 1,0 0,0 0,-1 1,1 1,0-1,1 2,-1-1,1 2,-1-1,1 1,0 0,1 1,-1 0,-1 2,8-6,-1 0,1 1,-1-1,1 0,0 1,0 0,0-1,0 1,1 0,-1 0,1 0,-1 0,1 0,0 0,0 1,1-1,-1 0,1 1,-1-1,1 0,0 1,1-1,-1 0,0 0,1 1,0-1,-1 0,1 0,1 0,-1 1,0-1,1-1,0 1,-1 0,1 0,0-1,1 1,-1-1,1 2,7 2,1 0,0-1,0 0,0-1,1 0,-1 0,1-1,0-1,0 0,0-1,0 0,0-1,0 0,0-1,0 0,0-1,0 0,0-1,4-2,-7 3,0 0,0-1,0-1,-1 1,1-1,-1 0,0-1,0 0,-1-1,1 1,-1-1,0-1,-1 1,0-1,0 0,0-1,-1 0,0 1,0-1,0-4,-4 11,-1 2,0-1,0 0,1 0,-1 1,0-1,0 0,1 0,-1 1,0-1,1 0,-1 0,0 0,1 0,-1 1,0-1,1 0,-1 0,0 0,1 0,-1 0,0 0,1 0,-1 0,1 0,-1 0,0 0,1 0,-1 0,0 0,1-1,-1 1,0 0,1 0,-1 0,0 0,1-1,-1 1,0 0,0 0,135 340,-133-336,-1-1,1 1,-1 0,0 0,0 0,-1 0,1 0,-1 0,0 0,0 0,0 0,-1 0,1 0,-1 0,0 0,0 0,0 0,-1 0,1-1,-1 1,0 0,0-1,0 0,-1 1,1-1,-1 0,0 0,0 0,-9 3,0-1,0 0,0 0,-1-2,1 1,-1-2,0 0,0 0,0-1,0-1,0 0,-4-1,10 1,-303-19,260 14</inkml:trace>
  <inkml:trace contextRef="#ctx0" brushRef="#br0" timeOffset="14750.918">10198 3323,'-5'-4,"0"0,0 0,0 0,0 0,0 1,-1 0,1 0,-1 1,0-1,0 1,0 1,0-1,0 1,-1 0,1 0,0 1,0 0,-1 0,1 0,0 1,-1 0,1 0,0 0,0 1,0 0,0 0,0 1,1 0,-1 0,1 0,0 0,-1 1,2 0,-1 0,0 1,1-1,0 1,0 0,0 0,0 0,1 0,0 1,0 0,0-1,1 1,-1 0,1 0,1 0,-1 0,1 0,0 1,0-1,1 0,-1 0,1 1,1-1,-1 0,1 0,1 1,-1-1,1 0,0 0,0 0,0-1,1 1,0-1,0 1,1-1,0 0,-1 0,2 0,-1 0,0-1,1 0,0 0,4 3,3-2,1 1,-1-2,1 0,-1 0,1-2,0 1,1-2,-1 1,0-2,0 0,0 0,1-1,-1-1,0 0,0-1,-1-1,1 0,0 0,-1-1,0-1,0 0,-1 0,0-2,0 1,0-1,-1-1,-1 0,1 0,-1-1,-1 0,0 0,0-1,-1 0,0-1,1-5,-2 5,-2-2,0 1,0-1,-1 1,-1-1,0 0,-1 0,-1 0,0-1,28 160,-26-135,1 0,0 0,1 0,0 0,1-1,-1 1,2-1,0 0,0-1,0 1,1-1,0-1,1 1,0-1,0 0,0-1,1 0,0 0,3 0,15 2</inkml:trace>
  <inkml:trace contextRef="#ctx0" brushRef="#br0" timeOffset="15010.226">10532 2976,'5'18,"8"13,1 1</inkml:trace>
  <inkml:trace contextRef="#ctx0" brushRef="#br0" timeOffset="15323.389">10773 3551,'14'-23,"-1"0,-1-1,-1 0,-2-1,0 0,-1-1,-2 1,0-2,-2 1,-1 0,-1-1,-1-14,-1 40,0 1,1-1,-1 1,0 0,0-1,1 1,-1-1,0 1,1-1,-1 1,0 0,1-1,-1 1,1 0,-1-1,1 1,-1 0,1 0,-1-1,1 1,-1 0,1 0,-1 0,1 0,-1 0,1 0,-1 0,1 0,-1 0,1 0,-1 0,1 0,-1 0,1 0,0 0,-1 0,1 1,-1-1,0 0,1 0,-1 1,1-1,-1 0,1 0,-1 1,0-1,1 1,-1-1,1 0,-1 1,0-1,0 1,1-1,-1 1,0-1,0 1,7 3,19 8,0-2,1-1,0-1,0-1,1-1,10 0,82 19,-118-24,0-1,1 1,-1-1,1 1,-1 0,0 0,1 0,-1 0,0 0,0 1,0-1,0 1,0-1,0 1,0 0,-1-1,1 1,-1 0,1 0,-1 1,0-1,1 0,-1 0,0 0,-1 1,1-1,0 1,-1-1,1 1,-1-1,0 1,0-1,0 1,0-1,0 0,0 1,-1 2,-11 38,9-38,0 0,1 0,0 1,0-1,0 0,1 1,0-1,0 1,0-1,1 1,0-1,0 1,0-1,1 1,-1-1,2 1,-1-1,0 1,1-1,0 0,0 0,1 0,-1 0,1 0,2 3,5-2,1-1,0 0,0 0,0-1,1 0,-1-1,1 0,0-1,0-1,0 1,0-2,0 0,0 0,0-1,0-1,3 0,45-6</inkml:trace>
  <inkml:trace contextRef="#ctx0" brushRef="#br0" timeOffset="15920.562">11789 3323,'-5'-2,"-1"0,1 0,-1 1,0-1,1 1,-1 0,0 1,0 0,0-1,1 2,-1-1,0 1,0 0,0 0,1 1,-1-1,1 1,-1 0,1 1,0 0,0-1,0 2,0-1,0 0,1 1,-1 0,1 0,0 0,0 1,1-1,-1 1,1 1,1-3,1 0,0 0,0 0,0 0,0 0,0 1,1-1,-1 0,1 1,0-1,0 0,0 1,1-1,-1 0,1 1,-1-1,1 0,0 0,1 0,-1 0,0 0,1 0,0 0,-1 0,1 0,1-1,-1 1,0-1,0 1,1-1,-1 0,1 0,0 0,0-1,0 1,1 0,12 4,0 0,0-1,0-1,1 0,0-2,0 0,0 0,0-2,0 0,0-1,0-1,0 0,-1-1,1-1,9-4,-10 3,0 0,0-1,-1-1,0 0,0-1,-1-1,0-1,3-1,-12 6,0 1,0 0,0-1,-1 0,0 0,1 0,-2-1,1 1,-1-1,0 0,0 0,0 0,-1 0,0-1,0 1,-1-1,1 1,-1-1,-1 1,0-1,0-5,-11 31,10-12,-1 0,1-1,0 1,1 0,-1 0,1 0,1 0,-1 0,1-1,1 1,-1 0,1 0,0-1,1 1,-1-1,1 0,0 0,1 0,0 0,0 0,0-1,0 0,1 0,0 0,0 0,0-1,1 0,-1 0,2 0,4 1,0 0,1-1,0-1,0 0,0-1,0 0,0 0,0-1,1-1,-1 0,0-1,1 0,-1-1,0-1,0 0,-1 0,1-1,0 0,-1-1,0-1,0 0,-1 0,0-1,0 0,0-1,-1 0,0 0,0-1,-1 0,-1-1,1 0,-1 0,-1 0,5-11,16-47,-26 67,0 1,0-1,0 1,-1-1,1 1,0-1,0 1,0 0,0 0,0-1,0 1,0 0,0 0,0 0,0 0,0 0,0 0,0 0,0 0,0 1,0-1,0 0,0 1,0-1,0 0,0 1,0-1,0 1,0-1,-1 1,1 0,0-1,0 1,-1 0,1 0,0 0,-1-1,1 1,-1 0,1 0,-1 0,0 0,1 0,-1 0,0 0,1 0,-1 0,0 0,0 0,0 0,0 0,0 0,0 0,0 0,30 69,-27-57,2 0,0 0,0-1,1 0,1 0,0 0,1-1,0 0,1 0,0-1,7 6,-10-12,0-1,0 1,1-1,-1-1,1 1,0-1,0-1,0 1,0-1,0 0,0-1,0 1,0-1,0-1,0 1,0-2,0 1,2-1,16-4</inkml:trace>
  <inkml:trace contextRef="#ctx0" brushRef="#br0" timeOffset="16384.903">12965 3270,'0'13,"0"12,0 11,0 5,3 2,2-6,5-6,4-8,3-11,4-12,-2-5</inkml:trace>
  <inkml:trace contextRef="#ctx0" brushRef="#br0" timeOffset="16636.228">12925 2896,'-4'0,"7"2,12 1,4 0</inkml:trace>
  <inkml:trace contextRef="#ctx0" brushRef="#br0" timeOffset="17316.418">13326 2655,'-7'81,"4"0,3-1,4 1,3 0,3-1,5-1,9 28,-22-102,28 82,-29-84,0 0,1-1,-1 1,1 0,0-1,0 0,0 1,0-1,0 0,0 0,1 0,-1 0,1 0,-1-1,1 1,0-1,-1 1,1-1,0 0,0 0,0-1,0 1,0-1,0 1,0-1,0 0,2 0,6-4,0 0,0 0,-1-1,0-1,0 0,0 0,-1-1,1 0,-2-1,1 0,-1 0,0-1,-1 0,0 0,0-1,3-7,42-71,-54 93,0-2,0 0,0 0,0 0,1 1,-1-1,1 0,0 1,0-1,0 0,0 1,1 0,0-1,-1 1,1-1,0 1,1-1,-1 1,1-1,-1 1,1-1,0 1,0-1,1 0,-1 1,1-1,0 0,-1 0,1 0,1 0,0 1,8-1,-1-1,1-1,0 0,0 0,-1-1,1 0,0-1,0 0,-1-1,1 0,-1 0,1-2,-1 1,0-1,9-5,-6 3,0-1,0-1,-1 0,0 0,-1-1,0 0,0-1,7-10,-18 20,1 0,-1 0,0 0,1 0,-1 0,1 0,-1 0,0 0,1 0,-1 0,0 0,1 0,-1 0,0 0,1 0,-1 0,1 0,-1 0,0 0,1 1,-1-1,0 0,0 0,1 0,-1 1,0-1,1 0,-1 0,0 1,0-1,1 0,-1 1,0-1,0 0,0 1,0-1,1 0,-1 1,0-1,0 0,0 1,0-1,0 1,0-1,0 0,0 1,0-1,0 0,0 1,0-1,0 0,0 1,-1-1,1 1,0-1,0 0,0 1,0-1,-1 0,1 0,0 1,0-1,-1 0,1 1,0-1,0 0,-1 0,1 5,0 2,0 1,1-1,-1 0,1 0,1 0,-1 0,1 0,1-1,-1 1,1 0,0-1,1 0,-1 0,1 0,0 0,1 0,0-1,0 0,0 0,0 0,1-1,-1 1,1-1,0-1,1 1,-1-1,4 1,0-1,0-1,0 0,1-1,-1 0,0-1,0 0,1 0,-1-1,0-1,0 1,1-2,-2 0,1 0,0 0,-1-1,1-1,-1 0,0 0,0 0,-1-1,2-2,4-4,0 0,0-1,-1 0,-1-1,-1 0,0-1,0-1,-2 1,0-2,0 1,2-12,2-13,-2-1,-2-1,-2 0,-2 0,-2-1,-1 1,-5-43,3 81,0-10,0 1,-1-1,0 1,-2 0,1-1,-2 1,0 0,0 0,-2 1,-3-8,8 20,0-1,0 1,0-1,0 1,0-1,0 1,0 0,0 0,-1 0,1 0,-1 0,1 0,-1 0,1 0,-1 0,1 0,-1 1,0-1,1 1,-1 0,0-1,0 1,1 0,-1 0,0 0,0 0,1 0,-1 0,0 0,1 1,-1-1,0 1,1-1,-1 1,0 0,1 0,-1 0,1-1,-1 1,1 1,0-1,-1 0,1 0,-1 1,-52 64,42-44,1 0,1 0,0 1,2 1,1-1,0 1,2 0,1 1,1-1,1 1,1 0,1 0,2-1,0 1,1 0,2-1,0 0,2 0,0-1,2 1,1-1,4 7,-5-15,0-1,1 0,1 0,0-1,0 0,2-1,-1-1,11 8,3-3</inkml:trace>
  <inkml:trace contextRef="#ctx0" brushRef="#br0" timeOffset="17568.78">13446 2936,'-13'-7,"-7"-2,6 0,18 2,25 5,32 2,31 3,31 2,24-1,-14 0</inkml:trace>
  <inkml:trace contextRef="#ctx0" brushRef="#br0" timeOffset="17967.721">15706 3070,'-5'-5,"-1"1,0 0,1 0,-1 1,-1 0,1 0,0 0,-1 1,0 0,1 0,-1 1,0-1,0 1,0 1,0 0,0 0,0 0,1 1,-1 0,0 0,0 0,0 1,1 0,-1 1,1-1,-1 1,1 1,0-1,0 1,1 0,-1 0,1 1,-5 4,5-3,1-1,-1 1,1 1,0-1,0 1,0 0,1-1,0 1,1 1,-1-1,0 5,3-9,-1-1,1 1,0-1,-1 1,1-1,0 1,1-1,-1 1,0-1,1 1,-1-1,1 1,0-1,0 1,0-1,0 0,0 0,0 0,1 1,-1-1,1 0,0 0,-1-1,1 1,0 0,0-1,0 1,0-1,0 1,1-1,-1 0,0 0,1 0,-1 0,2 0,5 1,0-1,0 0,0 0,0-1,0 0,0-1,0 0,0 0,-1-1,1 0,0-1,-1 1,0-2,1 1,-1-1,0 0,-1-1,1 0,-1 0,0-1,0 0,-1 0,0 0,0-1,0 0,-1 0,0-1,0 1,0-4,-4 10,0-1,0 0,0 0,0 0,0 0,-1 0,1 0,-1 0,1-1,-1 1,0 0,0 0,0 0,0 0,0 0,-1-1,1 1,-1 0,1 0,-1 0,0 0,1 0,-1 0,0 0,-1 1,1-1,0 0,0 0,-1 1,1-1,-1 1,1-1,-1 1,0-1,0 3,1-1,-1 1,0 0,1 0,0-1,-1 1,1 0,-1 0,1 0,0 0,0 1,0-1,0 0,-1 1,2-1,-1 0,0 1,0-1,0 1,1-1,-1 1,1-1,-1 1,1 0,0-1,-1 1,1 0,0-1,0 1,0 1,0 3,0 1,0-1,1 1,-1-1,1 1,1-1,-1 0,1 1,0-1,1 0,0 0,-1 0,2-1,-1 1,1-1,0 0,0 1,0-2,1 1,0-1,-1 1,2-1,-1 0,0-1,1 0,0 1,0-2,0 1,6 1,33 14</inkml:trace>
  <inkml:trace contextRef="#ctx0" brushRef="#br0" timeOffset="18606.052">16120 2962,'-10'5,"-1"-1,0 2,1-1,0 1,1 1,-1 0,1 0,0 1,1 0,0 0,-1 2,5-5,1-1,-1 0,1 1,0 0,0 0,0 0,1 0,0 0,0 0,0 1,1-1,0 1,0-1,0 1,1-1,-1 1,1 0,1-1,-1 1,1-1,0 1,0 0,2 2,-1-3,1 0,0 0,0 0,0-1,1 1,-1-1,1 0,0 0,1 0,-1-1,1 1,-1-1,1 0,0-1,0 1,0-1,0 0,1 0,-1 0,6 0,3 1,0 0,0-2,0 1,1-2,-1 0,0 0,12-3,-13 0,1 0,-1-1,0-1,0 0,-1-1,0 0,0-1,0 0,-1-1,0 0,0-1,-1 0,0-1,-1 0,0 0,0-1,-1 0,-1-1,0 1,-1-2,0 1,0-1,-1 1,-1-1,0-1,0-7,8-47,-2-2,-4 1,-3-1,-3 0,-4-11,4 67,-15-200,2 177,12 37,1-1,0 1,-1-1,1 1,-1-1,1 1,-1-1,1 1,-1 0,1-1,-1 1,0 0,1-1,-1 1,1 0,-1 0,0-1,1 1,-1 0,0 0,1 0,-1 0,0 0,1 0,-1 0,0 0,1 0,-1 0,0 1,1-1,-1 0,0 0,1 1,-1-1,1 0,-1 1,1-1,-1 0,1 1,-1-1,1 1,-1-1,1 1,-1-1,1 1,0-1,-1 1,1-1,0 1,-1 0,1-1,0 1,0 0,-8 12,1 0,1 1,0 0,0 0,2 1,0 0,1-1,0 1,0 9,-1 10,1 2,2-1,1 0,2 0,2 0,1 0,1-1,2 0,2 0,1 0,1-2,2 1,1-2,2 0,1 0,1-2,1 0,2-2,1 0,25 22,-44-45,0 0,0 0,-1 0,1 0,0-1,1 0,-1 1,1-2,-1 1,1 0,0-1,0 0,0 0,0-1,1 1,-4-3,0 0,1 0,-1 0,0 0,0 0,0 0,0-1,0 1,0-1,0 1,-1-1,1 0,0 0,-1 0,1 0,-1 0,0 0,0 0,0 0,0-1,0 1,0 0,-1 0,1-1,-1 1,1-1,-1 1,0-1,1 0,37-131,-38 134,0 0,0 0,0 1,0-1,0 0,0 0,0 0,1 1,-1-1,0 0,0 0,0 0,0 1,0-1,1 0,-1 0,0 0,0 0,0 0,1 1,-1-1,0 0,0 0,0 0,1 0,-1 0,0 0,0 0,0 0,1 0,-1 0,0 0,0 0,1 0,-1 0,0 0,0 0,1 0,-1 0,0 0,0 0,-1 27,0-16,0-7,0 0,0 1,0-1,1 1,-1-1,1 0,0 1,0-1,1 1,-1-1,1 0,0 1,0-1,1 0,-1 0,1 0,0 0,0 0,0 0,1-1,-1 1,1 0,0-1,2 2,14 6</inkml:trace>
  <inkml:trace contextRef="#ctx0" brushRef="#br0" timeOffset="18872.878">17030 2842,'-16'-7,"-10"-2,-5 1,1-2,0 2,6 2</inkml:trace>
  <inkml:trace contextRef="#ctx0" brushRef="#br0" timeOffset="19125.752">16187 2522,'27'-7,"32"-2,29 0,24 2,16 4,4 8,-20 2</inkml:trace>
  <inkml:trace contextRef="#ctx0" brushRef="#br0" timeOffset="19285.489">17136 3042,'9'16,"-4"-4,1-1,0 0,0-1,1 0,1 0,0 0,0-1,1 0,0 0,0-1,1-1,9 6,-17-12,0 0,0 0,1 0,-1-1,0 1,1-1,-1 0,0 0,1 0,-1 0,1 0,-1 0,0 0,1-1,-1 1,0-1,0 0,1 0,-1 0,0 0,0 0,0 0,0 0,0-1,0 1,0-1,-1 0,1 1,0-1,-1 0,1 0,-1 0,0 0,0 0,36-77,-35 74,38-139,-40 143,0 0,0 0,0 0,0 0,0 0,0 0,0 0,1 0,-1 0,0 0,1 0,-1 0,1 0,-1 0,1 0,-1 0,1 0,0 0,0 0,-1 1,1-1,0 0,0 1,0-1,0 0,0 1,-1-1,1 1,0-1,0 1,1 0,-1-1,0 1,0 0,0 0,0 0,0 0,0 0,0 0,0 0,0 0,1 0,10 8</inkml:trace>
  <inkml:trace contextRef="#ctx0" brushRef="#br0" timeOffset="20534.095">17631 3164,'19'-7,"0"0,0-1,-1-1,0 0,0-2,-2 0,1 0,-1-2,-1 0,0-1,-1-1,11-13,-23 26,-1 1,1-1,0 1,-1-1,1 0,-1 0,0 1,1-1,-1 0,0 0,0 0,-1-1,1 1,0 0,-1 0,1 0,-1 0,1-1,-1 1,0 0,0 0,0-1,0 1,-1 0,1 0,-1-1,1 1,-1 0,0 0,0 0,0 0,0 0,0 0,0 0,0 0,-1 0,1 1,-2-2,-3 1,1 1,-1 0,0 0,0 1,0 0,0 0,0 0,0 1,1 0,-1 0,0 0,0 1,1-1,-1 1,1 1,-1-1,1 1,0 0,0 0,0 1,1-1,-1 1,1 0,0 1,0-1,-1 2,2-3,0 1,0-1,1 0,0 1,-1 0,1-1,1 1,-1 0,0 0,1 0,0 0,0 0,0 1,0-1,1 0,0 0,0 1,0-1,0 0,1 0,-1 1,1-1,0 0,0 0,1 0,-1 0,1 0,0 0,0-1,0 1,1 0,0 0,9 6,1 0,1-1,-1-1,1 0,0-1,1 0,0-2,0 1,0-2,1 0,0-1,-1 0,1-1,0-1,0-1,7 0,114-6,-131 5,-1 0,0-1,0 1,0-1,0 0,0 0,0 0,-1-1,1 0,-1 0,1 0,-1 0,0-1,0 1,-1-1,1 0,-1 0,0-1,0 1,0-1,-1 1,1-1,-1 0,0-2,1 1,-1 0,-1 0,1 0,-1-1,0 1,-1 0,1-1,-1 1,-1-1,1 1,-1-1,0 1,0 0,-1-1,0 1,0 0,-1 0,1 0,-1 0,0 1,-1-1,0 1,-4-5,7 9,-1 0,1 0,-1 1,1-1,-1 0,0 1,1-1,-1 1,0 0,1 0,-1-1,0 1,0 0,1 0,-1 0,0 1,0-1,1 0,-1 1,0-1,1 1,-1 0,1-1,-1 1,1 0,-1 0,1 0,-1 0,1 0,0 0,-1 1,-35 43,32-37,1 1,-1 0,2 0,-1 0,1 1,1-1,-1 1,2 0,-1-1,1 7,1-12,0 0,0-1,0 1,1 0,0 0,-1 0,1 0,1-1,-1 1,0 0,1-1,0 1,0-1,0 0,0 0,0 0,1 0,0 0,-1 0,1 0,0-1,0 1,0-1,1 0,-1 0,1 0,2 0,2 1,0-1,0 0,0 0,0-1,1 0,-1-1,1 0,-1 0,0-1,1 0,-1 0,0-1,0 0,0-1,0 1,0-2,0 1,-1-1,0 0,0 0,0-1,0 0,0-1,-1 1,0-1,0 0,-1-1,1 0,-21 79,15-71,0 1,0-1,0 1,0-1,0 1,0-1,1 1,-1-1,1 0,-1 1,1-1,-1 0,1 1,0-1,-1 0,1 0,0 1,0-1,0 0,0 0,0 0,0 0,0 0,0 0,1-1,-1 1,0 0,0-1,1 1,-1 0,1-1,-1 0,0 1,1-1,-1 0,1 0,-1 0,1 0,-1 0,2 0,1 0,0-1,0 0,0 0,0 0,0 0,0 0,0-1,0 0,-1 0,1 0,-1 0,1-1,2-2,5-8,-1 0,0-1,0-1,-2 0,0 0,-1 0,0-1,-1 0,3-13,12-28,-17 47,-3 5,0 0,1 0,0 0,0 0,0 1,0-1,1 1,0-1,0 1,0 0,0 0,1 0,0 1,-1-1,1 1,1 0,-1 0,0 0,3 0,-3 4,-1 0,1 1,0 0,-1 0,1 0,-1 0,0 1,1-1,-1 1,0 0,-1 0,1 0,0 0,-1 1,0-1,0 1,0-1,0 1,0 0,-1-1,1 1,-1 0,0 0,0 4,8 27,-2 0,-1 1,-2 0,-2 0,-1 0,-1 0,-2 0,-2 0,-1 0,-3 3,1 1,1-1,2 1,2 0,2 1,2-1,1 0,2-1,3 7,-5-33,1 0,0-1,1 1,0-1,1 0,1 0,0-1,0 0,1 0,0-1,1 1,0-2,1 0,0 0,0 0,1-1,0-1,1 0,-1-1,1 0,9 3,-17-7,0-1,0 0,0 0,0 0,0 0,0-1,0 1,0-1,1 0,-1-1,0 1,0-1,0 1,0-1,0 0,0-1,0 1,-1-1,1 0,0 0,-1 0,1 0,-1 0,0-1,1 0,-1 1,-1-1,1-1,2-2,0-6,0-1,0 0,-1 0,-1 0,0-1,-1 1,-1-1,0 0,-1 1,0-1,-1 0,0 1,-1-1,-1 1,0-1,-1 1,0 0,-3-3,-3-18,-2 1,-1 1,-2 0,-1 0,-2 2,0 0,-2 1,-2 1,0 1,-2 1,0 1,-2 1,-1 1,-1 2,-19-11,-14 4,97 26,35 9,2 1,-1-3,1-4,32-4,-92 2,-19 4,-9 3,13-5,0-1,0 1,1 0,-1 0,0 0,1-1,-1 1,1 1,-1-1,1 0,-1 0,1 0,0 1,0-1,-1 1,1-1,0 1,1-1,-1 1,0 0,0 0,1-1,-1 1,1 0,-1 0,1 0,0-1,0 1,-1 0,1 0,1 0,-1 0,0-1,0 1,1 0,-1 0,1 0,-1-1,1 1,0 0,0-1,0 1,0 0,0-1,0 1,0-1,0 0,1 1,-1-1,1 0,-1 0,1 0,-1 0,1 0,-1 0,2 0,2 1,0 0,0 0,0-1,1 0,-1 0,0 0,0 0,1-1,-1 0,0 0,1-1,-1 1,0-1,0 0,0-1,0 1,0-1,0 0,0 0,0 0,0-1,-1 0,0 0,1 0,-1 0,0-1,0 0,-1 0,1 0,-1 0,0 0,0-1,0 1,-1-1,0 0,0 1,0-1,0 0,0-3,-1 3,1 0,-1 0,0 0,-1-1,1 1,-1 0,0 0,0-1,-1 1,0 0,0 0,0-1,0 1,-1 0,0 0,0 1,0-1,-1 0,1 1,-1-1,0 1,-1 0,1 0,-1 0,1 0,-1 1,0-1,-1 1,1 0,0 0,-1 1,0-1,0 1,0 0,0 0,0 1,0-1,0 1,0 1,-1-1,0 1,-1 0,1 0,0 1,-1 0,1 1,0-1,-1 1,1 0,0 1,0-1,1 1,-1 0,1 1,-1-1,1 1,0 0,0 1,1-1,-1 1,1 0,0 0,0 0,1 0,-1 1,1 0,0 0,1-1,0 2,-1-1,2 0,-1 0,1 1,0-1,0 0,1 1,0-1,0 1,1-1,-1 1,1-1,1 0,-1 1,1-1,0 0,1 0,-1 0,1 0,1-1,-1 1,1-1,-1 0,3 3,20 12</inkml:trace>
  <inkml:trace contextRef="#ctx0" brushRef="#br0" timeOffset="20757.497">19195 2762,'-16'-2,"-9"1,-4 6,4 8,6 7,13 5,7-3</inkml:trace>
  <inkml:trace contextRef="#ctx0" brushRef="#br0" timeOffset="20953.971">19209 3270,'9'13,"10"8,13 2,12-4,8-3,5-6,-9-4</inkml:trace>
  <inkml:trace contextRef="#ctx0" brushRef="#br0" timeOffset="21981.875">10051 4340,'-6'8,"1"0,0 0,0 1,1 0,0 0,1 0,0 0,0 0,1 1,0-1,0 1,1 0,1 6,-1-12,1 0,0 0,1-1,-1 1,1 0,-1 0,1-1,0 1,1-1,-1 1,1 0,-1-1,1 0,0 0,0 1,0-1,1 0,-1 0,1-1,0 1,-1-1,1 1,1-1,-1 0,0 0,0 0,1 0,-1-1,1 1,-1-1,1 0,0 0,-1-1,1 1,2 0,0-1,1 0,-1 0,1-1,-1 0,1 0,-1 0,1-1,-1 0,0 0,0-1,0 0,0 0,0 0,-1-1,1 1,-1-1,0-1,0 1,-1-1,1 1,-1-1,0-1,1-2,4-4,0-1,-2-1,0 1,0-1,-1-1,-1 1,0-1,-2 0,3-9,-5 16,0 0,-1 1,0-1,0 0,-1 0,0 0,0 1,0-1,-1 0,0 1,-1-1,0 1,0 0,-1 0,3 4,-1-1,-1 1,1 0,0 0,-1 0,0 1,1-1,-1 0,0 1,0 0,0 0,-1 0,1 0,-1 0,1 1,-1-1,1 1,-1 0,0 0,0 0,1 1,-1-1,0 1,0 0,0 0,1 1,-1-1,0 1,-1 0,-2 0,-1 1,1 0,0 1,-1 0,1 0,1 1,-1-1,0 1,1 1,0-1,0 1,0 0,0 1,1 0,0-1,0 1,1 1,0-1,0 1,0 0,1 0,0 0,0 0,1 0,0 1,0-1,0 1,1 0,1-1,-1 1,1 0,0-1,1 1,0 0,0-1,1 1,2 7,28 29,7-7</inkml:trace>
  <inkml:trace contextRef="#ctx0" brushRef="#br0" timeOffset="22603.26">11148 4594,'-1'-47,"-1"30,0 1,2-1,0 1,1 0,0-1,2 1,-1 0,2 0,1 0,0 0,0 1,2-1,0 2,1-3,-5 14,-1 1,1-1,-1 0,1 1,0 0,0-1,0 1,0 0,0 1,0-1,1 0,-1 1,1 0,-1 0,1 0,-1 0,1 0,0 1,-1 0,1 0,0 0,-1 0,1 0,0 1,-1-1,1 1,-1 0,1 0,-1 1,1-1,2 2,3 2,1 0,-1 1,0 0,-1 0,0 1,1 0,-2 0,1 1,-1 0,3 4,-7-9,0 0,0 1,-1-1,1 0,0 1,-1-1,0 1,0 0,0 0,0 0,-1 0,0 0,0 0,0 0,0 0,0 1,-1-1,0 0,0 1,0-1,0 0,-1 0,0 1,1-1,-2 0,1 0,0 0,-1 0,0 0,0 0,0-1,0 1,-1 0,1-1,-1 1,-2-1,0 0,0 0,0 0,0 0,0-1,0 0,-1 0,0-1,1 1,-1-1,0 0,1-1,-1 1,0-1,0 0,1-1,-1 1,0-1,1 0,-2-1,6 0,-1 0,1 1,0-1,0-1,0 1,0 0,0 0,0 0,1 0,-1-1,1 1,0 0,-1 0,1-1,0 1,0 0,0-1,1 1,-1 0,0-1,1 1,0 0,-1 0,1 0,0 0,0 0,0 0,1 0,-1 0,0 0,1 0,-1 0,1 1,0-1,-1 1,3-2,7-9,0 1,1 0,0 1,1 0,0 1,0 1,1 0,0 0,1 2,-1 0,1 0,1 1,-1 1,1 1,-1 0,1 1,0 1,0 0,0 1,-11 0,-1 1,1-1,-1 1,0 0,1 0,-1 0,0 0,0 1,1 0,-1 0,0 0,-1 0,1 0,0 1,-1 0,1 0,-1 0,0 0,0 0,0 1,-1 0,1-1,-1 1,0 0,0 0,0 0,0 0,-1 0,1 3,6 22,18 34,-18-60,-2-5</inkml:trace>
  <inkml:trace contextRef="#ctx0" brushRef="#br0" timeOffset="24418.958">11495 4005,'441'130,"-431"-128,-1 0,0 0,0 1,0 1,0 0,0 0,-1 0,1 1,-1 0,-1 1,1 0,-1 0,0 1,0 0,-1 0,1 0,-2 1,1 0,-1 0,-1 1,1-1,2 8,-9 124,2-138,1 0,-1-1,1 1,-1 0,1 0,0-1,-1 1,1-1,0 1,0-1,0 1,1-1,-1 1,0-1,0 0,1 0,-1 0,1 1,-1-1,1-1,-1 1,1 0,0 0,-1-1,1 1,0-1,0 1,-1-1,1 0,0 1,0-1,0 0,-1 0,62-8,-49 3,0 0,0-1,-1 0,0-1,0 0,-1-2,0 1,0-1,-1-1,0 0,-1 0,0-1,-1-1,1 0,1 7,-11 26,-1-11,1-5,0 0,0-1,1 1,-1 0,1 0,0-1,0 1,1 0,-1-1,1 0,0 1,0-1,1 0,-1 0,1 0,0 0,0 0,0-1,0 1,1-1,-1 0,1 0,0 0,0-1,0 1,0-1,5 2,12 3,2-1,-1 0,1-2,-1 0,1-2,0 0,0-2,0 0,0-2,0 0,0-2,-1 0,22-8,-30 9,0 0,0-1,0 0,-1-1,1-1,-1 0,-1-1,1 0,-1-1,-1-1,1 0,-1 0,-1-1,0 0,4-6,-12 13,-1 0,1 0,-1-1,1 1,-1 0,0-1,0 0,-1 1,1-1,-1 1,1-1,-1 0,0 1,-1-1,1 0,-1 1,1-1,-1 1,0-1,0 1,-1-1,1 1,-1 0,0-1,0 1,0 0,0 0,0 1,0-1,-1 0,0 1,1-1,-1 1,0 0,0 0,0 0,-2-1,-6-2,-1 0,1 0,-1 1,0 1,0 0,-1 0,1 1,0 1,-1 0,1 1,-1 0,1 1,-1 0,1 1,-1 1,1 0,0 0,0 1,1 1,-1 0,1 0,0 1,-4 4,12-9,0 1,0-1,0 1,0 0,0 0,1 1,-1-1,1 1,0-1,-1 1,1 0,0-1,0 1,1 0,-1 0,1 1,-1-1,1 0,0 0,0 1,1-1,-1 0,1 1,-1-1,1 1,0-1,0 1,1-1,-1 1,1-1,0 0,0 1,0-1,0 0,0 0,1 0,-1 1,1-2,0 1,1 1,6 2,0-1,1 0,-1-1,1 0,0 0,1-1,-1 0,1-1,-1 0,1-1,0 0,-1-1,10 0,-17 0,44 0,-39-1,-1-1,0 1,1 1,-1 0,1 0,-1 0,1 1,-1 0,0 0,1 1,-1 0,0 0,0 1,0 0,0 0,-1 0,1 1,-1 0,0 1,0-1,0 1,-1 0,0 0,0 1,0 0,4 6,2 16,-1 1,-1 0,-2 1,4 26,-2-8,8 34,-4 1,-3 1,-3 44,-6-118,-1 1,0 0,0-1,-1 1,-1-1,0 1,0-1,-1 0,0 1,-1-2,0 1,-6 8,9-16,-1 0,0 0,1 0,-1-1,0 1,0-1,0 1,0-1,-1 0,1 0,0 0,-1 0,1 0,0 0,-1-1,1 1,-1-1,1 0,-1 0,1 0,-1 0,1 0,-1 0,1-1,-1 1,1-1,0 1,-1-1,1 0,0 0,-1 0,1 0,0-1,0 1,0-1,0 1,0-1,0 0,1 1,-1-1,1 0,-1 0,1 0,-1-1,1 1,0 0,0 0,0-1,1 1,-1-1,-9-20,1-1,2 0,0 0,1-1,2 0,1 0,0 0,2 0,1 0,1 0,1 0,1 0,1 0,2 0,0 1,6-11,5-24,2 0,4 2,1 1,3 1,3 1,32-45,-28 64,-21 64,-12-24,1 12,1 0,0 0,1 0,1 0,0-1,2 0,0 0,0-1,2 1,0-2,0 1,1-1,7 6,-15-18,-1 0,1 0,0-1,0 1,0 0,0-1,0 0,1 1,-1-1,0 0,1 0,-1 0,1-1,-1 1,1 0,-1-1,1 0,-1 0,1 1,-1-1,1-1,0 1,-1 0,1-1,-1 1,1-1,-1 0,0 0,1 0,-1 0,0 0,1 0,-1-1,0 1,0-1,0 0,0 1,0-1,-1 0,1 0,-1 0,1-1,6-10,-1 0,-1-1,0 0,0-1,-2 1,0-1,0 0,-2 0,1-7,-1 9,13 59,-14-39,2 1,-1-1,1 1,0-1,0 0,1 0,0 0,0 0,1-1,-1 0,2 0,-1 0,1 0,-1-1,2 0,-1 0,0 0,1-1,0 0,0-1,0 1,0-1,1-1,-1 1,1-1,4 0,-9-2,0 0,0-1,0 1,0-1,0 0,0 0,0 0,0 0,-1 0,1 0,0-1,-1 0,1 1,-1-1,1 0,-1 0,0 0,0-1,0 1,0 0,0-1,-1 1,1-1,-1 0,1 1,-1-1,0 0,0-1,15-85,-15 76,-1 1,0-1,-1 0,0 0,-1 1,0-1,-1 1,-1-1,-1-1,5 13,-1 1,1-1,-1 0,1 0,-1 1,1-1,0 0,-1 0,1 0,0 0,0 0,-1 1,1-1,0 0,0 0,0 0,0 0,0 0,0 0,1 0,-1 0,0 1,0-1,1 0,-1 0,0 0,1 0,-1 1,1-1,-1 0,1 0,-1 1,1-1,0 0,-1 1,1-1,0 1,-1-1,1 1,0-1,0 1,0-1,-1 1,1 0,0-1,0 1,0 0,0 0,0 0,0 0,0 0,0 0,-1 0,1 0,0 0,0 0,0 0,0 0,0 1,0-1,-1 0,1 1,0-1,0 1,0-1,19 0,7-1,1 1,-1 1,0 2,1 1,22 6,-46-9,1 1,-1 0,1 0,-1 0,0 1,1-1,-1 1,-1 0,1 0,0 0,-1 1,1 0,-1-1,0 1,-1 0,1 0,0 1,-1-1,0 0,0 1,-1-1,1 1,-1 0,0 0,0-1,0 1,-1 0,0 5,0-4,0 0,0 1,1-1,-1 1,1-1,1 0,-1 0,1 1,0-1,1 0,-1-1,1 1,1 0,-1-1,1 1,-1-1,2 0,-1-1,0 1,1-1,0 1,0-2,0 1,1 0,0-1,1 0,1-1,0 0,0 0,0-1,0 0,0 0,0-1,0 0,0-1,0 1,0-2,0 1,-1-1,1 0,0-1,-1 1,1-2,-1 1,0-1,0 0,0 0,-1-1,0 0,1 0,-2-1,1 0,-1 0,0 0,0 0,0-1,-1 0,0 0,2-6,3 2,-8 28,0 2,-1-16,2 1,-1-1,0 1,1-1,0 1,0-1,0 0,0 0,0 0,0 0,1 0,0-1,-1 1,1-1,0 1,0-1,0 0,1 0,-1-1,0 1,1-1,-1 1,1-1,0 0,-1-1,1 1,0 0,0-1,4 1,0-1,0 1,1-1,-1-1,0 0,0 0,0 0,0-1,0-1,0 1,0-1,3-2,-6 3,0 0,0 0,-1-1,1 0,0 0,-1 0,0 0,0-1,0 1,0-1,0 0,-1 0,0-1,0 1,0-1,0 1,-1-1,0 0,1 0,-2 0,1 0,-1-1,0 1,0 0,0-1,-1 1,0 0,0-1,0 1,0-1,-1 1,0 0,0 0,-1-1,0 1,1 0,-2 0,1 0,0 1,-1-1,-2-2,-1 1,1 1,-1 0,0 0,-1 0,1 1,-1 0,0 1,0-1,0 1,-1 1,1-1,-1 1,1 0,-1 1,0 0,1 0,-1 1,0 0,-1 0,3 0,0 0,0 1,0-1,1 1,-1 1,0-1,1 1,-1 0,1 0,-1 0,1 1,0 0,0 0,0 0,0 1,1-1,-1 1,1 0,0 1,0-1,1 1,-1 0,1-1,0 1,-1 4,3-6,-1-1,1 1,0 0,1 0,-1 0,1 0,-1 0,1-1,0 1,0 0,0 0,0 0,0 0,1 0,0 0,-1 0,1 0,0 0,0-1,1 1,-1 0,0-1,1 1,0-1,0 1,-1-1,1 0,0 0,1 0,-1 0,0 0,1 0,-1-1,1 1,7 3,-1 0,1-1,0 0,0 0,1-1,-1 0,1-1,8 1,21 1</inkml:trace>
  <inkml:trace contextRef="#ctx0" brushRef="#br0" timeOffset="24670.284">14650 3965,'-14'-9,"-8"-3,-9 0,0 5,3 8,5 9,8 9,10 6,13 5,5-2</inkml:trace>
  <inkml:trace contextRef="#ctx0" brushRef="#br0" timeOffset="24919.477">14689 4313,'7'16,"5"7,4 3,7-2,11-4,12-6,18-7,13-8,-6-3</inkml:trace>
  <inkml:trace contextRef="#ctx0" brushRef="#br0" timeOffset="25086.878">15666 4112,'-3'16,"0"14,1 9,-1 5,4-1,3-3,4-8,2-10,0-8</inkml:trace>
  <inkml:trace contextRef="#ctx0" brushRef="#br0" timeOffset="25087.878">15719 3805,'-13'-13,"-8"-6,1 4,3 9,7 14,10 15,13 13,6 0</inkml:trace>
  <inkml:trace contextRef="#ctx0" brushRef="#br0" timeOffset="25369.638">15947 4220,'15'-3,"1"1,-1-2,0 0,1-1,-2 0,1-2,-1 1,0-2,0 0,-1 0,0-2,0 1,-1-2,4-4,5-22,-20 36,-1 0,0 0,0 0,0 0,0 0,0 1,0-1,0 0,0 0,0 0,0 0,0 0,0 0,-1 1,1-1,0 0,-1 0,1 0,0 1,-1-1,1 0,-1 0,0 1,1-1,-1 1,1-1,-1 0,0 1,1-1,-1 1,0-1,0 1,0 0,1-1,-1 1,0 0,0-1,0 1,0 0,1 0,-1 0,0 0,0 0,-1 0,-5 0,0 0,0 0,1 0,-1 1,0 1,0-1,0 1,1 0,-1 0,1 1,-1 0,1 0,0 0,0 1,1 0,-1 0,1 1,0-1,0 1,0 0,0 1,1-1,0 1,0 0,1 0,0 0,0 0,0 0,1 1,0 0,0-1,0 1,0 6,3-8,0 0,0 0,0 0,0-1,1 1,0 0,0-1,0 1,1-1,0 0,-1 0,1 0,1 0,-1 0,1-1,-1 1,1-1,0 0,0 0,0 0,3 0,98 40,16-30,-65-15</inkml:trace>
  <inkml:trace contextRef="#ctx0" brushRef="#br0" timeOffset="25888.253">16629 3979,'-10'-2,"1"1,0 0,0 1,-1 0,1 1,0-1,-1 2,1-1,0 1,0 1,0-1,0 2,1-1,-1 1,1 1,0-1,0 1,-2 2,9-6,-1 0,1 1,0-1,-1 1,1-1,0 1,0-1,0 1,0 0,0 0,0-1,0 1,1 0,-1 0,1 0,-1 0,1 0,0 0,-1 0,1 0,0 0,1 0,-1-1,0 1,0 0,1 0,-1 0,1 0,0 0,-1 0,1-1,0 1,0 0,0 0,0-1,1 1,-1-1,0 1,1-1,62 50,162 62,-224-113,-1 1,1-1,-1 0,1 1,-1-1,1 1,-1 0,0-1,1 1,-1 0,0 0,0 0,1-1,-1 1,0 1,0-1,0 0,0 0,0 0,0 1,-1-1,1 0,0 1,-1-1,1 0,-1 1,1-1,-1 1,0-1,1 1,-1-1,0 1,0-1,0 1,0-1,0 1,-1-1,1 1,0-1,-1 1,1-1,-1 1,0-1,1 0,-1 1,0-1,0 0,0 0,0 1,0-1,0 0,-1 1,-102 27,88-30,29-12,159-118,26-84,-186 208,-18 26,-2 1,1 0,1 0,1 0,1 1,0 0,2 0,0 8,2-22,-1-1,2 1,-1-1,1 1,0 0,0-1,1 1,0-1,0 0,0 1,1-1,0 0,0-1,1 1,0 0,0-1,0 0,0 0,1 0,0-1,0 1,0-1,0 0,1 0,0-1,-3-1,0 0,0-1,-1 0,1 0,0 0,0 0,0 0,0 0,0-1,0 0,0 1,0-1,0 0,0-1,0 1,1 0,-1-1,-1 0,1 0,0 0,0 0,0 0,0 0,-1-1,1 1,1-2,15-14</inkml:trace>
  <inkml:trace contextRef="#ctx0" brushRef="#br0" timeOffset="26138.583">17097 3738,'0'6,"2"8,5 8,2 0</inkml:trace>
  <inkml:trace contextRef="#ctx0" brushRef="#br0" timeOffset="26633.938">17297 4299,'29'-67,"-3"-2,-4-2,13-61,-29 52,27 103,33 8,-55-26,1-1,-1 1,0 1,0 0,-1 0,0 1,0 1,0 0,-1 0,3 4,-9-7,-1 0,0 0,0 0,0 0,0 1,-1-1,0 0,0 1,0-1,-1 1,0-1,0 1,0-1,-1 1,0-1,0 1,0-1,0 0,-1 1,0-1,0 0,-1 0,1 0,-1-1,-2 3,-18 60,23-65,0 0,-1 0,1 0,1 0,-1 0,0 0,0 0,1 0,-1 0,1 0,0 0,0 0,0 0,0 0,0-1,0 1,0 0,0-1,0 1,1-1,-1 1,1-1,-1 1,1-1,0 0,0 0,-1 0,1 0,0 0,0 0,0-1,0 1,0 0,0-1,1 0,76 9,-77-8,14-2,1 1,0-2,-1 0,1-1,-1-1,0 0,0-1,0-1,-1 0,0-1,1-1,-7 3,-1 0,0-1,0 0,0 0,-1 0,0-1,0 0,0-1,-1 0,0 0,-1 0,0 0,0-1,-1 0,0 0,0 0,-1-1,0 1,0-3,-3 9,1 1,-1-1,1 1,-1-1,0 1,0-1,0 0,0 1,0-1,-1 1,1-1,-1 0,0 1,0 0,1-1,-2 1,1-1,0 1,0 0,-1 0,1 0,-1 0,0 0,0 0,1 0,-1 0,0 1,-1-1,1 1,0-1,0 1,-1 0,1 0,-1 0,1 0,0 0,-1 1,0-1,1 1,-1 0,1 0,-1-1,0 2,-2-1,1 1,-1 0,0 0,0 1,1 0,-1-1,1 2,0-1,-1 0,1 1,0 0,0 0,1 0,-1 0,1 1,-1-1,1 1,0 0,0 0,1 0,-1 0,1 1,0-1,0 0,1 1,-1 0,1-1,0 1,0 0,0 0,1 0,0 0,0 0,0-1,0 1,1 0,0 0,0 0,0-1,1 1,-1 0,1-1,0 1,1-1,-1 0,2 2,9 10,1 0,0-1,1-1,0 0,1-2,1 1,0-2,0 0,1-1,1-1,0-1,0-1,0 0,9 1,157 40,-107-34</inkml:trace>
  <inkml:trace contextRef="#ctx0" brushRef="#br0" timeOffset="40518.791">9517 5770,'-5'23,"-4"23,1 20,0 17,2 10,5 7,6 3,6-2,4-5,3-10,2-13,1-16,-4-18</inkml:trace>
  <inkml:trace contextRef="#ctx0" brushRef="#br0" timeOffset="41061.742">9476 6010,'0'-2,"-1"-8,1 0,0 1,1-1,0 0,0 1,1-1,0 1,1 0,0-1,4-6,-4 14,-1 0,1 0,0 1,0-1,-1 1,1 0,0 0,1 0,-1 0,0 0,0 1,0-1,0 1,1 0,-1 0,0 0,0 0,0 1,1-1,-1 1,0 0,0 0,0 0,0 0,0 1,0-1,-1 1,1-1,0 1,-1 0,1 0,7 4,1-1,-1 1,0 1,-1 0,1 0,-2 1,1 0,-1 1,0 0,-1 0,0 1,0-1,-1 1,0 1,-1-1,0 1,-1 0,0 0,-1 1,0-1,-1 1,0 0,0 3,-4-8,-1 1,0-1,0 0,-1 0,0 0,0 0,0-1,-1 0,0 1,0-2,-1 1,1-1,-1 0,0 0,-1 0,1-1,-1 0,0 0,0-1,0 0,-1 0,1 0,-1-1,1 0,-1-1,0 0,0 0,0-1,0 0,0 0,7 1,0-1,-1 0,1 1,-1-1,1 0,-1 0,1 0,-1 0,1 0,-1 0,1-1,-1 1,1 0,-1-1,1 1,-1-1,1 1,0-1,-1 0,1 0,0 1,0-1,-1 0,1 0,0 0,0-1,0 1,0 0,0 0,1 0,-1-1,0 1,0 0,1-1,-1 1,1-1,-1 1,1-1,0 1,0-1,0 1,-1-1,1 1,0-1,1 1,-1-1,0 1,4-10,0 0,1 1,0 0,0 0,1 0,1 1,0 0,0 0,1 0,-1 1,2 0,-2 0,85-87,-60 66,-1-1,-1-2,-2-1,-1-1,-2-1,-1-2,-2 0,-1-1,-2-1,13-42,-25 58,-2 0,-1-1,0 1,-2-1,-1 0,-1 0,0 0,-2 0,-1-1,-20-27,22 52,-1 0,0 0,0 0,0 0,1 1,-1-1,0 0,0 1,0-1,1 1,-1 0,0-1,1 1,-1 0,1 0,-1 0,1 0,-1 0,1 1,0-1,0 0,-1 1,1-1,0 1,0-1,0 1,1-1,-1 1,0 0,0-1,1 1,-1 0,1 0,0-1,0 1,-1 0,1 1,-8 33,0 0,3 1,1-1,1 1,3 0,3 36,0-6,3-1,2 1,4-1,3-1,2-1,10 19,-20-64,0 0,1-1,1 0,1-1,0 0,1-1,2 1,5 2</inkml:trace>
  <inkml:trace contextRef="#ctx0" brushRef="#br0" timeOffset="41442.72">9824 5677,'27'24,"2"-1,0-1,2-1,3 0,11 7,-44-27,59 36,-2 3,-1 2,-3 2,-2 3,16 21,-62-64,-1 1,-1 0,1 0,-1 0,0 0,0 1,0 0,-1 0,0 0,0 0,-1 0,1 0,-2 1,1-1,0 1,-1 0,-1 0,1-1,-1 1,0 0,-1 6,0-11,1-1,-1 0,0 1,0-1,0 0,0 1,-1-1,1 0,0 0,0 0,-1 0,1 0,-1 0,1 0,-1 0,1-1,-1 1,1-1,-1 1,0-1,1 0,-1 1,0-1,1 0,-1 0,0 0,1 0,-1 0,0-1,1 1,-1 0,0-1,1 1,-1-1,1 0,-1 0,1 1,-1-1,1 0,0 0,-1 0,1 0,0-1,0 1,0 0,0 0,0-1,0 1,0-1,0 1,0-1,0 1,-4-12,1-1,0 1,1-1,0 0,1 0,0 0,2 0,-1 0,2 0,0 0,0 0,4-11,-4 15,2 0,-1 0,2 1,-1-1,1 1,0 0,1 0,0 1,1-1,-1 1,2 0,-1 1,1-1,0 1,1 0,-1 1,1 0,1 0,-1 1,1 0,0 1,0-1,0 2,10-4,26-3,0 1,1 2,-1 2,1 2,0 2,0 2,5 3,49 2</inkml:trace>
  <inkml:trace contextRef="#ctx0" brushRef="#br0" timeOffset="44122.21">15666 5609,'22'19,"14"-4,1-1,0-2,1-1,22 2,-14-3,475 103,-436-88,-89-15,-86 9,27-8,0 3,1 2,0 3,-30 15,70-24,-1 1,1 0,1 2,0 0,1 2,0 0,1 1,1 1,0 1,2 0,0 1,1 1,-3 7,3 0</inkml:trace>
  <inkml:trace contextRef="#ctx0" brushRef="#br0" timeOffset="42148.822">12096 6010,'-8'0,"0"-1,-1 2,1-1,-1 1,1 0,0 1,0 0,0 0,0 1,0-1,0 2,0-1,1 1,0 1,0-1,0 1,0 1,1-1,0 1,0 0,0 0,1 1,3-5,1 1,0 0,0 0,0-1,1 1,-1 0,0 0,1 0,0 0,0-1,0 1,0 0,0 0,0 0,1 0,0 0,-1-1,1 1,0 0,0 0,1-1,-1 1,0-1,1 1,0-1,-1 0,1 1,0-1,2 1,73 48,-42-39,2-2,0-1,0-1,0-3,1 0,0-3,0-1,1-2,-18 2,0-1,0-1,0-1,0-1,0 0,-1-2,0 0,0-2,0 0,-1-1,6-3,-23 10,0 1,-1-1,1 0,0 0,0 1,-1-1,1-1,-1 1,1 0,-1 0,1 0,-1-1,0 1,1-1,-1 1,0-1,0 1,0-1,0 0,0 0,-1 1,1-1,0 0,-1 0,0 0,1 0,-1 0,0 1,0-1,0 0,0 0,0 0,0 0,-1 0,1 0,-1 0,1 1,-1-1,0 0,0 0,1 0,-1 1,0-1,-1 1,1-1,0 1,0-1,-1 1,1 0,-1-1,0 0,0 2,1 0,0 0,-1 0,1 0,0 0,-1 0,1 0,0 0,-1 1,1-1,0 0,-1 1,1-1,0 1,0 0,-1-1,1 1,0 0,0 0,0 0,0-1,0 1,0 0,0 0,0 1,0-1,1 0,-1 0,0 0,1 0,-1 1,1-1,-1 0,1 1,0-1,0 0,-1 1,1-1,0 0,0 1,0-1,0 0,0 1,1-1,-1 0,0 1,1-1,-1 0,1 1,-1-1,1 0,0 0,-1 1,5 4,-1 0,0 0,1 0,0-1,1 0,-1 0,1 0,0 0,0-1,0 0,1 0,0-1,-1 0,1 0,0-1,1 1,-1-2,0 1,0-1,1 0,-1 0,1-1,-1 0,1 0,-1-1,1 0,-1 0,0-1,0 0,1 0,-1-1,2-1,-6 2,1 1,-1-1,0 0,-1 0,1-1,0 1,-1 0,1-1,-1 0,0 1,1-1,-1 0,-1 0,1 0,0-1,-1 1,0 0,1-1,-1 1,-1 0,1-1,0 1,-1-1,0 0,0 1,0-1,0 1,0-1,-1 1,1-1,-1 1,0-1,0 1,-1 0,1-1,-1 1,1 0,-1 0,0 0,0 0,-1 0,1 1,0-1,-1 1,0-1,1 1,-4-2,-3-1,0-1,0 2,-1-1,1 1,-1 1,0 0,0 0,0 1,0 0,-1 1,1 0,0 0,-1 1,1 1,-1 0,1 0,0 1,0 0,0 1,0 0,0 1,0 0,1 0,-9 6,16-10,0 1,0 0,1 0,-1 0,0 0,0 0,1 1,-1-1,1 0,-1 1,1-1,0 1,-1-1,1 1,0 0,0 0,0-1,0 1,1 0,-1 0,0 0,1 0,-1 0,1 0,0 0,-1 0,1 0,0 0,0 0,1 0,-1 0,0 0,1 0,-1 0,1 0,0 0,-1 0,1 0,0 0,0 0,0-1,0 1,1 0,0 0,6 4,0-1,0 0,0 0,1-1,-1-1,1 1,0-1,0-1,0 1,3-1,50 11</inkml:trace>
  <inkml:trace contextRef="#ctx0" brushRef="#br0" timeOffset="43384.659">13260 6064,'-13'-6,"1"0,-1 0,0 2,0 0,0 0,0 1,-1 1,1 0,-1 1,0 0,1 1,-1 1,0 0,1 1,-11 2,20-2,1-1,0 1,-1 0,1 0,0 0,0 0,0 0,0 1,1-1,-1 1,1 0,-1 0,1 0,0 0,0 0,0 1,1-1,-1 1,1-1,0 1,0-1,0 1,0 0,1-1,-1 1,1 0,0 0,0-1,1 1,-1 0,1 0,-1-1,1 1,0 0,1-1,-1 1,1-1,-1 0,1 1,0-1,0 0,0 0,1 0,-1 0,1-1,0 1,0-1,0 1,0-1,3 2,3 1,0 0,0-1,1 0,0-1,-1 0,1 0,1-1,-1 0,0-1,0 0,1 0,-1-1,0-1,1 0,-1 0,0-1,0 0,0-1,0 0,0 0,-1-1,1-1,-1 0,0 0,0 0,-1-1,0-1,0 1,0-1,-1-1,0 1,5-8,-1-9,-1 0,-1-1,-1 0,-1-1,-1 0,-2 0,0 0,-2 0,-1-1,-1 1,-2-7,2 19,1-32,1-4,-2-1,-3 0,-5-21,-4 36,12 35,-1 0,1 1,0-1,-1 1,1-1,-1 0,1 1,-1-1,0 1,1 0,-1-1,1 1,-1-1,0 1,0 0,1 0,-1-1,0 1,1 0,-1 0,0 0,0 0,1 0,-1 0,0 0,0 0,1 0,-1 0,0 0,1 0,-1 1,0-1,0 0,1 0,-1 1,0-1,1 1,-1-1,1 0,-1 1,1-1,-1 1,1-1,-1 1,1 0,-1-1,0 1,-7 9,1 1,0 0,0 0,1 0,0 1,1 0,0 0,1 0,1 1,0-1,0 1,3-11,-8 30,1 0,2 1,1-1,2 1,1 0,1 0,3 6,-2-22,2 0,0 0,0-1,2 1,0-1,1 0,1 0,0 0,1-1,0 0,2-1,-1 0,2 0,8 8,-13-16,-1 0,2 0,-1-1,0 1,1-1,0-1,0 1,1-1,-1 0,1-1,0 0,0 0,0-1,0 0,0 0,1-1,-1 0,1-1,-1 1,0-2,1 1,-1-1,0 0,1-1,-1 0,0 0,0-1,0 0,0 0,-1-1,0 0,1-1,-1 1,-1-1,1-1,-1 1,0-1,5-6,-2-2,-1 0,-1-1,0 0,-1-1,-1 0,-1 0,0 0,-1 0,0-1,-1-6,-2 14,-3 19,-4 20,6-25,-1 0,1 0,0-1,1 1,-1 0,1 0,0 0,0 0,1 0,0 0,-1 0,1-1,1 1,-1 0,1 0,0-1,0 1,0-1,1 0,-1 0,1 0,0 0,0 0,1 0,-1-1,1 0,0 1,0-1,0-1,0 1,0 0,0-1,4 1,-2-1,1 0,0-1,-1 0,1 0,0 0,0-1,0 0,0 0,-1-1,1 0,0 0,-1-1,1 0,0 0,-1 0,0-1,0 0,0 0,0 0,0-1,0 0,-1 0,4-4,-1 0,-1 0,1 0,-1-1,-1 1,1-2,-2 1,1-1,-1 0,-1 0,0 0,0-1,-1 0,0 1,0-4,1-34,-11 59,3 4,1 0,1 0,0 0,1 0,0 0,1 0,1 0,1 1,-2-11,1 0,0-1,0 1,0 0,1-1,0 1,-1-1,2 0,-1 0,0 1,1-1,0-1,0 1,0 0,0-1,1 0,0 1,-1-1,1-1,0 1,0 0,0-1,1 0,-1 0,1 0,-1-1,4 1,-4-1,1 0,-1 0,0-1,1 1,-1-1,1 0,-1 0,1-1,-1 0,1 1,-1-1,1-1,-1 1,0-1,0 1,0-1,0-1,0 1,0 0,-1-1,1 0,-1 0,1 0,-1 0,0 0,0-1,0-1,3-3,-1-1,0 0,0 0,-1 0,0-1,-1 1,0-1,0 0,-1 0,0 0,0-7,-1 7,0-1,-1 0,0 0,0 0,-1 1,0-1,-1 0,-1 1,1-1,-2 1,1 0,-1 0,-1 0,0 0,0 1,-1 0,0 0,-1 1,0-1,-6-5,12 13,0 0,0 1,0-1,0 0,0 0,0 0,0 1,-1-1,1 0,0 1,-1-1,1 1,0 0,-1-1,1 1,0 0,-1 0,1 0,-1 0,1 0,0 0,-1 0,1 0,-1 1,1-1,0 1,0-1,-1 1,0 0,3 0,-1 1,0-1,1 0,0 1,-1-1,1 1,0-1,0 0,0 0,0 1,0-1,0 0,0 0,0 0,0 0,0 0,1 0,-1-1,0 1,1 0,-1-1,1 1,-1-1,0 1,1-1,-1 0,1 1,0-1,-1 0,1 0,0 0,32 6,1-2,0-1,0-1,24-3,112 10,-168-9,-1 0,1 0,0 1,0 0,-1-1,1 1,0 0,-1 0,1 1,-1-1,1 1,-1-1,0 1,1 0,-1-1,0 1,0 0,0 0,-1 1,1-1,0 0,-1 1,0-1,1 1,-1-1,0 1,0 0,0-1,-1 1,1 0,-1 0,1-1,-1 1,0 0,0 2,-9 62,3 24,6-88,1 0,0 0,0-1,0 1,0 0,0 0,0 0,1-1,0 1,-1-1,1 1,0-1,0 0,1 0,-1 1,0-2,1 1,-1 0,1 0,-1-1,1 1,0-1,0 0,0 0,-1 0,1 0,0-1,0 1,0-1,1 1,-1-1,0 0,2-1,4 1,-1-1,1 0,-1 0,0-1,1 0,-1 0,0-1,0-1,-1 1,1-1,5-3,-2-3,-1 0,0-1,0 0,-1 0,0-1,-1 0,0-1,-1 0,-1 0,0 0,-1-1,0 0,-1 0,0 0,0-11,0 4,-4 21,0 0,0 0,0 1,0-1,-1 0,1 0,0 0,0 1,0-1,0 0,0 0,-1 0,1 0,0 0,0 1,0-1,-1 0,1 0,0 0,0 0,-1 0,1 0,0 0,0 0,0 0,-1 0,1 0,0 0,0 0,-1 0,1 0,0 0,0 0,-1 0,1 0,0 0,0 0,0 0,-1 0,1-1,0 1,0 0,0 0,-1 0,1 0,0 0,0-1,0 1,0 0,-1 0,-5 14,0 0,0 0,1 1,1 0,1 0,0 0,1 1,0-1,1 1,1 4,0-15,0 0,0 1,1-1,0 0,0 1,0-1,0 0,1 0,0 0,0 0,0 0,1 0,0-1,0 1,0-1,0 0,1 0,-1 0,1 0,0-1,0 1,1-1,-1 0,1 0,-1-1,1 1,0-1,0 0,0 0,0-1,0 1,1-1,-1 0,0-1,1 1,1-1,22-3</inkml:trace>
  <inkml:trace contextRef="#ctx0" brushRef="#br0" timeOffset="43542.219">14850 5557,'16'11,"5"4</inkml:trace>
  <inkml:trace contextRef="#ctx0" brushRef="#br0" timeOffset="45786.893">17350 5609,'-1'-6,"-1"1,1-1,-1 0,-1 1,1 0,-1-1,0 1,0 0,0 0,-1 1,1-1,-1 1,-1 0,1 0,0 0,-1 0,0 1,0 0,0 0,0 0,0 0,-1 1,1 0,-5-1,-10-3,0 1,0 0,-1 2,1 0,-1 2,-8 0,11 0,0 1,0 0,0 2,0 0,0 1,1 1,-1 0,1 1,0 1,0 1,1 1,0 0,0 1,1 0,0 1,1 1,-3 3,15-11,-1-1,1 1,-1 0,1 0,0-1,0 1,1 1,-1-1,1 0,-1 0,1 1,0-1,0 0,1 1,-1-1,1 1,-1-1,1 1,0-1,1 1,-1 0,0-1,1 1,0-1,0 0,0 1,0-1,1 0,-1 0,1 1,0-1,1 1,8 6,2 0,-1 0,1-2,0 1,1-2,0 0,0 0,1-2,0 0,0 0,0-1,0-1,1-1,7 1,-4 1,-1-1,1 0,-1-2,1 0,0-1,-1 0,1-2,-1 0,1-1,-1-1,0-1,0-1,0 0,4-3,35-47,-55 55,0 1,0-1,0 1,0 0,0 0,0 0,0 0,0 0,0 1,0-1,0 0,-1 1,1 0,0-1,0 1,0 0,-1 0,1 0,0 0,-1 0,1 0,-1 0,1 1,-1-1,0 1,0-1,1 1,-1-1,0 1,0 0,0-1,-1 1,1 0,0 0,-1 0,1 0,-1 0,5 5,28 37,-3 1,-1 2,-2 1,-3 0,10 30,-32-75,-1 1,1-1,-1 1,0 0,0-1,0 1,0 0,-1 0,1 0,-1 0,0-1,-1 1,1 0,0 0,-1 0,0 0,0-1,0 1,-1 0,1-1,-1 1,0-1,0 0,0 1,0-1,0 0,-1 0,1 0,-1-1,-3 3,-7 2,0-1,-1-1,0 0,0-1,-1-1,1 0,-1-1,0 0,1-2,-15 0,18 1,-277-2,241-1</inkml:trace>
  <inkml:trace contextRef="#ctx0" brushRef="#br0" timeOffset="51602.652">10452 7722,'2'-3,"0"1,0-1,-1 0,1-1,-1 1,0 0,0 0,0 0,0-1,0 1,-1 0,0-1,1 1,-1-1,-1 1,1 0,0-1,-1 1,0-1,1 1,-1 0,-1 0,1 0,0-1,-1 1,0 1,1-1,-1 0,0 0,-1 0,1 1,0 0,-1-1,1 1,-1 0,0 0,0 0,0 0,0 1,0-1,0 1,-2-1,-2 0,0 0,0 1,0 0,0 0,0 0,0 1,0 0,0 1,0-1,-1 1,1 1,0-1,1 1,-1 0,0 1,0 0,1 0,0 0,-1 1,1-1,1 2,-1-1,1 1,-1 0,1 0,1 0,-1 1,1-1,0 1,0 0,0 0,1 1,0-1,0 1,1 0,0 0,0-1,1 1,-1 1,2-1,-1 0,1 0,0 0,0 0,1 0,0 0,0 0,1 0,1 4,4 1,1-1,1 0,0 0,0-1,1 0,1-1,-1 0,1-1,1 0,0 0,0-2,0 1,1-1,0-1,0 0,0-1,1-1,-1 0,1-1,0 0,11 0,-14 0,1-1,-1 0,1-1,-1 0,1-1,-1 0,1-1,-1 0,0-1,0 0,0-1,0 0,-1 0,1-1,-1-1,0 0,-1 0,1-1,-1 0,-1-1,1 0,-1 0,1-2,3-8,-1-1,0 0,-1 0,-1-1,-1-1,-1 1,4-19,-7 81,-5-32,1 1,1 0,0-1,0 1,1-1,1 1,0-1,0 0,1 0,0 0,1 0,0-1,0 0,1 0,0 0,1-1,0 0,0 0,1 0,-1-1,2 0,-1-1,1 0,0 0,0-1,3 1,30 5,-3-6</inkml:trace>
  <inkml:trace contextRef="#ctx0" brushRef="#br0" timeOffset="51856.026">10893 7308,'-2'20,"3"17,12 7,9 7,2-6</inkml:trace>
  <inkml:trace contextRef="#ctx0" brushRef="#br0" timeOffset="52191.645">11161 7963,'5'-15,"-1"-1,0 1,-1-1,0 0,-1 0,-1 0,-1 0,0 0,-1 0,-1 0,0 0,-1 1,-1-1,-1 1,0-1,-2-2,-11 0,21 24,8 0,-1 0,1-1,-1 0,2 0,-1-1,0-1,1 0,-1 0,1-1,0-1,6 1,-15-2,189 15,-190-16,0 1,0 0,0 0,0 0,0 0,0 0,0 0,0 1,0-1,0 1,-1-1,1 1,0 0,0 0,-1 0,1 0,0 0,-1 0,1 0,-1 0,1 0,-1 1,0-1,1 1,-1-1,0 1,0 0,0-1,0 1,0 0,-1 0,1-1,-1 1,1 0,-1 0,1 0,-1 0,0 1,-11 52,-2 21,13-74,1 1,-1 0,1 0,0 0,-1-1,1 1,1 0,-1-1,0 1,0-1,1 1,0-1,-1 0,1 0,0 1,0-1,0 0,0-1,1 1,-1 0,0-1,1 1,-1-1,1 0,2 1,8 2,0 0,0 0,0-2,1 0,-1 0,1-1,-1-1,1 0,8-2,31-2</inkml:trace>
  <inkml:trace contextRef="#ctx0" brushRef="#br0" timeOffset="52825.186">12083 7695,'-11'0,"-1"1,1 0,-1 1,1 0,0 0,0 1,0 1,-9 4,16-6,1-1,-1 1,1 0,-1 0,1 0,0 1,0-1,0 1,0 0,0 0,0 0,1 0,0 0,-1 1,1-1,0 1,1-1,-1 1,1 0,0 0,-1 0,2 0,-1-1,0 1,1 0,0 3,1-1,1 0,1-1,-1 1,1-1,0 0,0 0,0 0,1 0,-1-1,1 1,0-1,1 0,-1 0,1 0,0-1,0 0,0 0,0 0,0 0,1-1,-1 0,1 0,0 0,-1-1,1 0,3 0,18 6,0-2,1 0,-1-2,1-1,-1-2,1 0,0-2,-1-1,0-1,1-1,-23 4,-1 0,1 0,-1 0,1-1,-1 1,0-1,1 0,-1 0,0-1,0 1,-1-1,1 0,0 0,-1 0,0 0,0-1,0 1,0-1,0 0,-1 0,1 0,-1 0,0 0,-1-1,1 1,0-5,-3-117,13 146,-11-17,1 6,0 0,0 0,1 0,0 0,1-1,0 1,0-1,0 0,1 0,1 0,-1-1,1 1,1-2,-1 1,1-1,0 0,1 0,-1 0,1-1,0-1,6 4,0-6,-1-1,1 0,0-1,-1-1,1 0,0 0,-1-1,0-1,1-1,-1 0,0 0,-1-1,1-1,-1 0,0-1,-1 0,1-1,-1 0,-1 0,0-1,0-1,-1 0,0 0,0-1,-1 0,3-7,15-43,-26 68,0-1,0 0,1 0,0 0,0 1,1-1,0 0,0-1,0 1,0 0,1 0,0-1,0 0,1 0,0 0,-1 0,2 0,-1-1,0 1,1-1,0 0,0-1,0 1,1-1,-1 0,1 0,-1-1,1 1,0-1,1-1,2 2,-1 0,1-1,0 0,1 0,-1-1,0-1,0 1,0-1,1-1,-1 0,0 0,0-1,0 0,0-1,0 0,-1 0,1-1,-1 0,0 0,0-1,0 0,-1 0,0-1,0 0,6-11</inkml:trace>
  <inkml:trace contextRef="#ctx0" brushRef="#br0" timeOffset="53073.52">13260 7641,'2'7,"3"7,3 5,5 7,5 3,5 1,4 1,2-4,-2-3,-3-7,-5-5</inkml:trace>
  <inkml:trace contextRef="#ctx0" brushRef="#br0" timeOffset="53317.867">13326 7160,'0'14,"9"11,3 1</inkml:trace>
  <inkml:trace contextRef="#ctx0" brushRef="#br0" timeOffset="54007.036">13835 6933,'-2'78,"3"1,4-1,3 0,4 0,3-1,21 62,-28-111,2-1,1 0,1 0,1-1,2-1,0-1,2 0,0-1,9 7,-25-28,1 0,-1-1,1 1,0-1,0 1,0-1,0 0,0 0,0 0,0 0,0 0,0 0,0-1,1 1,-1-1,0 1,0-1,1 0,-1 0,0 0,1 0,-1-1,0 1,0 0,1-1,-1 0,0 1,0-1,0 0,0 0,0 0,0-1,0 1,0 0,0-1,-1 1,1-1,0 1,-1-1,1 0,105-135,-54 62,-51 73,-2 1,0 0,0 0,1 0,-1 0,0 0,1 0,-1 1,1-1,-1 0,1 0,-1 0,1 1,-1-1,1 0,0 0,0 1,-1-1,1 1,0-1,0 1,0-1,0 1,-1-1,1 1,0 0,0-1,0 1,0 0,0 0,0 0,0 0,0 0,0 0,0 0,0 0,0 0,0 0,0 1,0-1,0 0,0 0,0 1,4 50,-6-48,1 1,0 0,-1 0,1 0,1 0,-1 0,1 0,-1 0,1 0,0-1,0 1,1 0,-1-1,1 1,0-1,0 1,0-1,0 0,1 0,-1 0,1 0,1 2,4-2,0 0,0 0,0 0,0-1,0 0,0-1,0 1,1-2,-1 1,0-1,1-1,-1 1,0-1,1-1,-1 1,0-2,0 1,0-1,0 0,-1-1,1 1,-1-2,0 1,4-4,70-75,-81 83,-1 0,1 0,0 1,0-1,-1 0,1 0,0 1,0-1,0 0,-1 1,1-1,0 0,0 1,0-1,0 0,0 1,0-1,0 0,0 1,0-1,0 0,0 1,0-1,0 0,0 1,0-1,0 1,0-1,0 0,1 0,-1 1,0-1,0 0,0 1,0-1,1 0,-1 1,0-1,0 0,1 0,-1 0,0 1,1-1,-1 0,0 0,1 0,-1 1,0-1,1 0,-1 0,0 0,1 0,-1 0,0 0,1 0,-1 0,0 0,1 0,-1 0,0 0,1 0,-1 0,0 0,1 0,-1-1,0 1,1 0,-1 0,0 4,0 3,0 0,1 0,-1 0,1 0,1 0,0 0,0 0,0 0,0 0,1-1,0 1,1-1,0 0,0 0,0 0,0-1,1 1,0-1,0 0,0-1,1 1,3 2,1-2,-1 0,1 0,0-1,0 0,0-1,0 0,1-1,-1 0,1 0,-1-1,1 0,0-1,-1-1,1 1,0-2,-1 1,1-1,-1-1,1 0,-1-1,0 0,-1 0,1-1,-1 0,0-1,0 0,0 0,-1-1,0 0,0-1,-1 0,5-6,0-8,0-1,-2 0,-1 0,0-1,-2-1,-1 1,-1-1,-1 0,-1 0,-1-18,9-109,-8-91,-3 218,1 11,-1 1,0-1,-1 1,0-1,-1 1,-1-1,0 1,-1 0,0 0,-4-7,7 19,0-1,0 1,-1 0,1-1,0 1,-1 0,1 0,0 0,-1 0,0 0,1 0,-1 1,1-1,-1 0,0 1,0-1,1 1,-1 0,0-1,0 1,1 0,-1 0,0 0,0 1,1-1,-1 0,0 1,0-1,1 1,-1-1,0 1,1 0,-1 0,1-1,-1 1,1 0,-1 1,1-1,0 0,-1 0,1 1,0-1,0 0,0 1,0-1,0 1,0-1,1 1,-1 0,0 0,-13 21,1 1,2 0,0 1,1 0,2 1,0 0,2 0,1 1,1-1,0 16,-1-13,2 1,1 0,1 0,1 1,2-1,1 0,1-1,2 1,1-1,1 0,2 0,0-1,2 0,1-1,2-1,0 0,2-1,0 0,19 19,-10-21</inkml:trace>
  <inkml:trace contextRef="#ctx0" brushRef="#br0" timeOffset="54261.094">14008 7160,'-16'-2,"-7"-3,2-1,14 1,26 1,35 1,40 2,39 0,32 3,-11 1</inkml:trace>
  <inkml:trace contextRef="#ctx0" brushRef="#br0" timeOffset="55029.074">16080 7240,'133'348,"-130"-341,26 49,-28-55,0 1,0-1,1 0,-1 0,0 0,1 0,-1 0,1 0,-1 0,1 0,-1 0,1-1,0 1,0-1,-1 1,1-1,0 1,-1-1,1 0,0 0,0 0,0 0,-1 0,1-1,0 1,0 0,-1-1,1 1,0-1,-1 0,1 0,-1 1,1-1,14-10,-1-1,0 0,-1 0,0-2,-1 0,-1 0,0-1,-1-1,0 0,-1 0,-1-1,0-2,40-99,-51 126,0 0,1 1,0-1,0 1,0 0,1-1,1 1,-1-1,1 1,1-1,0 1,0-1,0 0,1 0,3 4,-2-5,1-1,0 0,1-1,-1 1,1-1,0 0,0-1,1 1,0-1,-1-1,1 1,0-1,1 0,-1-1,1 1,-1-2,4 1,7 2,1-2,0 0,0-1,0-1,0-1,12-2,-22 2,1 0,-1-1,0 0,1-1,-1 0,-1 0,1-1,0 0,-1 0,0-1,0 0,0-1,0 0,-1 0,0 0,-1-1,1 0,-1-1,0 1,-1-1,0 0,0 0,-1-1,0 0,-1 1,1-1,-2 0,1-1,-1 1,0-2,0-31,-7 94,5-44,1 1,0 0,1-1,0 1,0-1,1 1,0-1,0 0,1 0,0 0,0-1,1 0,0 1,0-1,1-1,0 1,0-1,1 0,-1-1,1 0,1 0,-1 0,1-1,-1 0,1 0,0-1,1 0,-1 0,0-1,1 0,0-1,-1 0,1 0,0-1,0 0,-1 0,1-1,0 0,-1-1,1 0,5-2,-6 0,-1-1,-1 0,1 0,-1-1,1 0,-1 0,-1 0,0-1,1 1,-2-1,1-1,-1 1,0-1,-1 1,0-1,0 0,-1 0,0-1,0 1,-1 0,0-1,0 1,-1-8,0 15,1 0,-1 1,1-1,-1 0,0 0,1 1,-1-1,0 0,0 0,0 0,0 1,0-1,0 0,0 0,0 0,0 0,0 1,0-1,0 0,-1 0,1 0,0 1,0-1,-1 0,1 0,-1 1,1-1,-1 0,1 1,-1-1,1 0,-1 1,0-1,1 1,-1-1,0 1,1-1,-1 1,0 0,1-1,-1 1,0 0,0 0,0-1,1 1,-1 0,-1 0,-1 4,1 0,-1 1,1-1,0 1,1-1,-1 1,1 0,0 0,0-1,0 1,0 0,1 0,0 0,0 0,1 0,-1 0,1 0,0 0,0-1,0 1,1 0,6 8,0-1,0 0,1 0,1-1,-1 0,2-1,0 0,0-1,1 0,0-1,0 0,1-1,0 0,0-1,1 0,-1-1,1-1,11 2,35 12</inkml:trace>
  <inkml:trace contextRef="#ctx0" brushRef="#br0" timeOffset="55899.792">10773 8925,'-12'-3,"0"0,0 1,0 1,0 0,0 0,0 2,0-1,0 1,0 1,1 0,-1 1,0 0,1 1,-1 0,1 1,0 0,1 1,-1 0,1 0,1 1,-1 1,1 0,-4 4,7-4,0 0,0 1,1 0,0 0,1 0,0 1,0-1,1 1,-2 10,5-17,-1 0,0 1,1-1,0 0,0 1,0-1,0 0,0 0,1 1,-1-1,1 0,0 1,0-1,0 0,0 0,1 0,-1 0,1 0,0-1,0 1,0 0,0-1,0 1,1-1,-1 0,1 0,-1 0,1 0,0 0,0 0,3 0,4 1,0-1,0 0,0-1,1 0,-1-1,1 0,-1 0,0-1,1-1,-1 0,0 0,0-1,0 0,0-1,-1 0,1 0,-1-1,0 0,0-1,-1 0,0 0,0-1,0 0,-1-1,0 1,0-2,-2 4,-1-1,0 1,0-1,0 0,-1 0,0-1,0 1,0 0,-1-1,0 0,0 0,-1 1,0-1,0 0,0 0,-1 0,0 0,-1 0,1 0,-2 0,0-5,2 11,0 1,0-1,0 1,0-1,-1 1,1-1,0 1,0-1,0 1,-1-1,1 1,0-1,0 1,-1 0,1-1,0 1,-1-1,1 1,-1 0,1-1,0 1,-1 0,1 0,-1-1,1 1,-1 0,1 0,-1 0,1 0,-1-1,1 1,-1 0,1 0,-1 0,1 0,-1 0,1 0,-1 0,1 1,-1-1,1 0,-1 0,1 0,-1 0,1 1,-1-1,1 0,-1 0,1 1,0-1,-1 0,1 1,0-1,-1 0,1 1,0-1,-1 1,1-1,-12 32,12-24,1 1,-1 0,1 0,1 0,0 0,0-1,0 1,1-1,1 0,0 0,0 0,0 0,1 0,0-1,0 0,1 0,0-1,0 1,0-1,1 0,0-1,0 0,1 0,0 0,-1-1,1 0,1-1,3 2,33 11</inkml:trace>
  <inkml:trace contextRef="#ctx0" brushRef="#br0" timeOffset="56523.246">11268 8858,'-12'2,"1"1,0 0,0 1,0 0,0 1,1 0,0 1,0 0,0 0,1 1,0 1,0-1,1 1,0 1,0 0,1 0,0 0,0 1,1 0,1 0,-3 6,7-13,0 1,-1 0,1 0,1 0,-1 1,1-1,-1 0,1 0,0 0,1 0,-1 0,1 0,0 1,0-1,0 0,0-1,1 1,-1 0,1 0,0-1,0 1,1-1,-1 1,1-1,-1 0,1 0,0 0,0 0,1-1,-1 1,0-1,1 0,0 0,-1 0,1 0,0-1,0 0,1 1,14 3,2-1,-1 0,0-1,1-2,0 0,-1-1,1-1,-1-1,1 0,-1-2,0 0,0-2,0 0,-1-1,0-1,0-1,-1 0,0-2,11-8,-14 9,-1-1,0 0,-1-1,0-1,-1 0,-1 0,0-1,-1 0,0-1,-1-1,-1 1,0-1,-1-1,-1 1,-1-1,0 0,-1 0,1-13,1-27,-2 0,-3 0,-2 0,-2 0,-4 0,-1 0,-6-10,-16-21,29 87,0 0,1 0,-1 0,0 1,0-1,0 0,0 0,0 0,0 1,0-1,0 1,0-1,0 0,0 1,0 0,0-1,0 1,0 0,-1 0,1-1,0 1,0 0,0 0,-1 0,1 1,0-1,0 0,0 0,0 0,-1 1,1-1,0 1,0-1,0 1,0-1,0 1,0 0,0 0,0-1,0 1,1 0,-1 0,0 0,0 0,1 0,-1 0,0 0,1 0,-1 0,1 0,0 0,-1 0,1 0,0 1,-1-1,1 0,0 0,0 0,0 1,0-1,1 1,-9 24,2 0,1 1,1 0,1 0,1 0,2 0,1 0,1 0,2 8,0 1,2 0,2-1,1 0,1 0,2-1,2-1,1 0,1-1,2 0,1-2,1 0,15 15,-27-35,1-1,0 0,1-1,0 0,0 0,1-1,0 0,0-1,1 0,-7-4,-1 0,1 0,-1-1,1 0,0 0,-1 0,1-1,0 1,0-1,0 0,0-1,-1 1,1-1,0 0,-1 0,1 0,0-1,-1 1,1-1,-1-1,0 1,0 0,0-1,0 0,1 0,8-10,-1-1,0 0,-1 0,0-1,-1-1,-1 0,0 0,-2 0,1-3,7-13,2 18,-6 36,-3 8,-8-20,1-1,1 0,0 0,0 0,0-1,1 1,1 0,-1-1,1 0,1 0,0 0,0-1,0 1,1-1,0 0,0-1,1 1,0-1,0-1,0 1,1-1,1 0,24 3,-1-5</inkml:trace>
  <inkml:trace contextRef="#ctx0" brushRef="#br0" timeOffset="56792.859">12390 8697,'-15'-2,"-9"-1,-4 0,-4 1,4 0</inkml:trace>
  <inkml:trace contextRef="#ctx0" brushRef="#br0" timeOffset="57041.382">11414 8510,'16'0,"19"-2,24-3,22-1,21 1,10 1,-13 2</inkml:trace>
  <inkml:trace contextRef="#ctx0" brushRef="#br0" timeOffset="57204.468">12591 8952,'13'14,"10"6,5 2,0 1,0-5,-3-5,-2-10,-5-11,-1-9,-3-12,-2-9,-4-5,-4-2,1 2,1 4,4 8,5 10,0 8</inkml:trace>
  <inkml:trace contextRef="#ctx0" brushRef="#br0" timeOffset="57422.885">13126 9032,'12'-6,"0"0,-1 0,0-1,0 0,0-1,-1-1,0 1,-1-1,0-1,0 0,-1 0,-1-1,1 0,-2 0,0-1,0 0,-1 0,0 0,0-3,-4 13,-1 0,1 0,-1 0,1-1,-1 1,1 0,-1 0,0 0,0-1,0 1,-1 0,1 0,0 0,-1 0,1 0,-1-1,0 1,0 0,0 0,0 0,0 1,0-1,0 0,-1 0,1 1,-1-1,1 0,-1 1,0 0,1-1,-1 1,0 0,0 0,0 0,0 0,0 0,0 0,0 1,0-1,0 1,0-1,-1 1,1 0,0 0,0 0,0 0,-1 0,1 1,0-1,0 1,0-1,0 1,-1 0,-2 3,-1 0,1 0,0 1,0 0,1 0,-1 0,1 0,0 1,1 0,-1 0,1 0,0 0,1 0,0 0,0 1,0-1,0 1,1 0,0-1,1 1,0 0,0 0,0 0,0-1,1 1,1 0,-1-1,1 1,0-1,0 1,1-1,0 1,3 2,-1-1,1 0,1 0,-1 0,1-1,1 0,-1-1,1 1,0-1,1-1,-1 0,1 0,0 0,0-1,1-1,-1 0,1 0,2 0,18 3,0 0,0-2,0-2,0-1,16-1,112-20,-91 5</inkml:trace>
  <inkml:trace contextRef="#ctx0" brushRef="#br0" timeOffset="58434.289">13955 8871,'-6'-5,"-1"0,1 1,-1-1,0 1,0 1,-1-1,1 1,-1 1,1-1,-1 1,0 0,0 1,0 0,0 0,0 1,0 0,0 1,0-1,0 1,0 1,0 0,0 0,1 0,-1 1,1 0,-1 1,1-1,0 2,1-1,-1 1,1 0,0 0,0 0,0 1,1 0,-1 0,2 0,-1 1,1 0,0 0,-1 1,3-5,0 1,0-1,1 0,-1 0,0 1,1-1,0 1,0-1,0 1,0-1,1 1,-1 0,1-1,0 1,0 0,1 0,-1-1,1 1,-1 0,1-1,0 1,0-1,1 1,-1-1,1 0,0 1,0-1,0 0,0 0,0 0,1-1,-1 1,1 0,0-1,2 2,5 0,1-1,-1-1,1 0,0 0,0-1,0 0,0-1,0 0,-1-1,1 0,0-1,0 0,-1 0,1-1,-1-1,0 0,0 0,0-1,0 0,4-4,-5 4,0-1,0 1,-1-1,0-1,0 0,-1 0,0 0,0-1,-1 0,0 0,0-1,-1 0,1-2,-8 17,0 0,0 1,0-1,1 0,0 1,0-1,1 0,0 1,0-1,0 1,1-1,0 1,0-1,1 0,-1 1,1-1,1 0,-1 0,1-1,0 1,1 0,-1-1,1 0,0 0,0 0,1 0,-1 0,1-1,0 0,0 0,1-1,-1 1,1-1,0 0,5 2,-5-4,-1 1,1-1,0-1,0 1,0-1,0 0,-1 0,1-1,0 1,0-1,0-1,-1 1,1-1,-1 0,1 0,-1 0,0-1,0 0,0 0,0 0,0-1,-1 0,2-1,4-5,-1-1,0 0,0 0,-1-1,-1 0,0-1,-1 1,0-1,0-2,6-18,-7 19,0 0,0 1,1 0,1 0,0 0,1 1,9-11,-15 21,-1 0,1 0,0 1,0-1,1 0,-1 1,0-1,0 1,1 0,-1 0,1 0,-1 0,1 0,-1 1,1-1,0 1,-1-1,1 1,0 0,-1 0,1 0,0 1,-1-1,1 0,-1 1,1 0,0 0,-1 0,0 0,1 0,-1 0,0 0,1 1,-1-1,0 1,0 0,0 0,0 0,1 1,5 10,1 0,-2 1,0 0,-1 0,0 1,-1 0,-1 0,0 0,-1 0,-1 1,0-1,-1 12,15 481,-15-491,0 0,2-1,-1 1,2-1,0 0,1 0,1 0,0-1,1 0,1 0,0 0,1-1,1 0,0-1,8 8,-17-20,0 1,0 0,1-1,-1 1,0 0,1-1,-1 0,1 1,0-1,0 0,-1 0,1 0,0 0,0 0,0 0,0 0,0-1,0 1,0-1,0 0,0 1,1-1,-1 0,0 0,0 0,0-1,0 1,0 0,0-1,0 1,0-1,0 0,0 0,0 0,0 0,0 0,-1 0,1 0,0-1,-1 1,1 0,-1-1,1 0,-1 1,1-1,1-10,1 0,-2 1,1-1,-2 0,0 0,0 0,-1-1,0 1,-1 0,-1 0,0 0,0 0,-1 1,-4-10,-3-15,-3 2,0-1,-2 2,-2 0,-1 0,-1 2,-2 0,-1 2,-1 0,-2 1,-1 2,-1 0,0 2,-2 1,-1 2,-21-11,20 13,22 9,26 7,276 1,48-9,-270 17,-70-5,0 0,0-1,0 1,-1 0,1 0,0 0,-1 0,1 0,-1 0,1 1,-1-1,1 0,-1 0,0 0,1 0,-1 0,0 1,0-1,0 0,0 0,0 0,0 1,0-1,-1 0,1 0,0 0,-1 0,1 1,-1-1,1 0,-1 0,1 0,-1 0,0 0,0 0,1 0,-1 0,0-1,0 1,0 0,-6 14,7-14,-1 0,1 0,0 0,0 0,0 1,0-1,0 0,0 0,0 0,1 0,-1 1,0-1,0 0,1 0,-1 0,1 0,-1 0,1 0,0 0,-1 0,1 0,0 0,0 0,-1 0,1-1,0 1,0 0,0 0,0-1,0 1,0-1,0 1,0-1,1 1,-1-1,0 0,0 0,0 1,0-1,0 0,2 0,50-1,-45 0,-1-1,1 0,0 0,-1-1,1 0,-1 0,0 0,0-1,0-1,-1 1,1-1,-1 0,0 0,-1-1,1 0,-1 0,0 0,0-1,-1 1,0-1,0 0,-1 0,0-1,0 1,0-1,-1 1,0-1,-1 0,0 0,0 0,-1 0,0 0,0 0,-1 0,0 4,0-1,-1 1,1 0,-1 0,0 0,0 0,-1 0,0 0,1 0,-1 1,0-1,0 1,-1 0,1 0,-1 0,0 1,1-1,-1 1,0 0,0 0,-1 0,1 0,0 1,-1 0,1 0,-1 0,-4-1,0 1,0 0,1 0,-1 1,0 1,0-1,0 1,0 1,0 0,1 0,-1 1,1-1,-1 2,0 0,0 1,0 1,1-1,0 1,0 1,0 0,1 0,-1 0,2 1,-1 0,1 1,3-5,0 0,0 0,1 1,-1-1,1 1,0 0,1-1,-1 1,1 0,0 0,0 0,0 0,1 0,0 0,0 0,0 0,0 0,1 0,0 0,0 0,0 0,1 0,0 0,1-1,0 0,0 0,0 0,0-1,1 0,-1 1,1-1,0 0,0-1,0 1,0-1,1 0,-1 0,1 0,-1-1,1 1,0-1,-1 0,1 0,0-1,0 0,1 0,38 3</inkml:trace>
  <inkml:trace contextRef="#ctx0" brushRef="#br0" timeOffset="58691.602">15385 8457,'-18'-7,"-13"0,-8 6,-2 10,4 13,8 11,9 11,10 10,12 5,5-7</inkml:trace>
  <inkml:trace contextRef="#ctx0" brushRef="#br0" timeOffset="58944.896">15318 8925,'14'18,"8"11,7 5,1 1,3-1,3-4,2-5,5-6,6-7,7-5,3-6,-8-4</inkml:trace>
  <inkml:trace contextRef="#ctx0" brushRef="#br0" timeOffset="60138.45">10920 9847,'0'3,"0"-1,-1 0,1 1,0-1,1 1,-1-1,0 0,1 1,-1-1,1 0,0 1,0-1,-1 0,2 0,-1 0,0 0,0 0,1 0,-1 0,1 0,-1-1,1 1,0 0,1 0,13 18,-5 0,-1 2,-1-1,-1 1,-1 1,0-1,-2 1,0 10,5 13,-3-13,-5-20,0 0,1 0,0 0,1 0,1-1,0 0,1 1,0-2,3 4,-9-14,1 0,0-1,0 1,0-1,-1 0,1 1,0-1,0 1,0-1,0 0,0 0,-1 1,1-1,0 0,0 0,0 0,0 0,0 0,0 0,0-1,0 1,0 0,0 0,-1-1,1 1,0 0,0-1,0 1,0-1,-1 1,1-1,0 1,0-1,-1 0,1 1,-1-1,1 0,0 1,-1-1,1 0,-1 0,0 0,1 0,-1 1,0-1,1 0,-1 0,0 0,0 0,0 0,0 0,0 0,0 0,0 0,0 0,0 1,0-1,0 0,-1 0,1 0,-1-1,9-75,-7 61,-1 0,2 1,0-1,1 1,1-1,0 1,1 0,5-9,-10 21,1 1,0 0,0 0,0-1,1 1,-1 0,0 0,1 0,-1 0,1 0,0 0,0 1,0-1,0 1,0-1,0 1,0 0,0-1,0 1,1 0,-1 0,0 1,1-1,-1 0,0 1,1 0,-1-1,1 1,-1 0,1 0,-1 1,1-1,-1 0,1 1,-1-1,1 1,-1 0,0 0,0 0,1 0,-1 0,0 1,0-1,0 1,2 1,3 7,1 0,-2 1,1 1,-2-1,1 1,-1 0,-1 0,0 0,-1 0,-1 1,0 0,0 3,10 37,-12-49,0-1,1 1,0 0,0-1,0 1,0-1,1 1,-1-1,1 0,0 1,0-1,0 0,0 0,1 0,-1-1,1 1,-1 0,1-1,0 0,0 0,0 0,1 0,-1 0,0-1,1 1,-1-1,1 0,-1 0,1 0,0 0,-1-1,1 1,3-1,10-2,0-1,0-1,0 0,-1-1,0-1,0-1,0 0,0-1,-1 0,-1-1,1-1,8-8,-17 14,0-1,0 0,0 1,0-2,-1 1,0-1,0 0,-1 0,1 0,-1 0,-1-1,1 0,-1 0,0 0,-1 0,1 0,-2-1,1 1,-1-1,0 1,0-2,4 45,0-20,1 0,0 0,1-1,1 0,0 0,1-1,1 0,0 0,1-1,0-1,1 0,1 0,0-1,14 9,-6-10</inkml:trace>
  <inkml:trace contextRef="#ctx0" brushRef="#br0" timeOffset="60387.78">11723 9701,'-10'16,"-2"5</inkml:trace>
  <inkml:trace contextRef="#ctx0" brushRef="#br0" timeOffset="60835.753">12217 10075,'-115'13,"112"-12,-1 0,1 0,0 0,0 1,0-1,0 1,0 0,0-1,1 1,-1 0,1 1,-1-1,1 0,0 1,-1-1,1 1,1 0,-1 0,0 0,1 0,-1 0,1 0,0 0,0 0,0 1,1-1,-1 0,1 0,-1 1,1-1,0 1,1 2,1 1,0 0,1 0,0 0,0 0,1 0,0 0,0-1,0 0,1 1,0-2,0 1,1-1,-1 0,1 0,0 0,0-1,1 0,0 0,-1 0,1-1,1 0,-1-1,0 1,0-1,1-1,0 1,-1-2,1 1,-1-1,1 0,6-1,21 0,-1-1,0-2,0-2,0-1,-1-1,0-2,0-2,24-12,-47 21,-1 0,0-1,0 0,0 0,-1-1,1 0,-1-1,0 0,-1 0,0-1,0 1,0-2,0 1,-1-1,-1 0,1 0,-1 0,-1-1,0 0,1-1,-7 22,1 0,1 1,0-1,0 1,1-1,1 0,0 0,1 0,0 0,2 2,-4-8,2 0,-1 0,0 0,1 0,0-1,1 1,-1-1,1 0,0 0,0 0,1 0,-1-1,1 0,0 0,0 0,1 0,-1-1,1 0,0 0,-1-1,1 1,5 0,-6-2,-1-1,0 1,1-1,-1 0,0 0,0-1,1 1,-1-1,0 0,0 0,1-1,-1 1,0-1,2-1,22-14</inkml:trace>
  <inkml:trace contextRef="#ctx0" brushRef="#br0" timeOffset="60984.356">12658 9714,'-9'14,"2"13,12 9,18 5,4-4</inkml:trace>
  <inkml:trace contextRef="#ctx0" brushRef="#br0" timeOffset="61302.138">13099 10182,'-5'88,"6"-85,-1 0,1 0,0 0,0 0,0 0,0 0,1 0,-1 0,1 0,0 0,0-1,0 1,0 0,0-1,0 0,1 0,-1 0,1 0,-1 0,1 0,0 0,0-1,0 0,0 1,2-1,2 1,0-1,0 0,0 0,1-1,-1 0,1 0,-1-1,0 0,0 0,1-1,-1 0,0 0,0 0,-1-1,1 0,-1-1,1 1,-1-1,0 0,0-1,-1 0,1 0,-1 0,0 0,0-1,-1 0,0 0,0 0,0 0,-1-1,1 1,-2-1,1 0,1-5,-3 5,0 0,0 1,0-1,-1 0,0 0,0 0,0 1,-1-1,0 0,-1 1,1-1,-1 0,-1 1,1 0,-1-1,0 1,0 0,-1 1,0-1,0 0,0 1,-1 0,0 0,0 1,0-1,0 1,-1 0,1 0,-1 1,0 0,-1 0,1 0,0 1,-1-1,1 2,-1-1,0 1,1 0,-1 0,0 1,0 0,0 0,1 0,-1 1,0 0,-4 2,5-1,1 0,-1 1,0-1,1 1,0 1,0-1,0 1,0-1,0 2,1-1,-1 0,1 1,1 0,-1 0,0 0,1 0,0 1,1-1,-1 1,1 0,0-1,0 1,1 0,0 0,0 0,0 1,1-1,-1 0,2 0,-1 0,1 0,1 5,18 26,7-6</inkml:trace>
  <inkml:trace contextRef="#ctx0" brushRef="#br0" timeOffset="61555.992">14503 10021,'-12'21,"-3"15,3 11,8 4,7 3,7-3,5-9,2-10,-2-12</inkml:trace>
  <inkml:trace contextRef="#ctx0" brushRef="#br0" timeOffset="61791.36">14182 9633,'0'23,"9"16,12 12,17 5,1-7</inkml:trace>
  <inkml:trace contextRef="#ctx0" brushRef="#br0" timeOffset="62038.757">14676 10222,'16'-1,"0"0,0-2,-1 0,1 0,-1-2,0 0,0 0,0-2,-1 0,0 0,-1-1,1-1,-1 0,-1-1,2-3,-12 12,-1 0,1 0,-1 0,0 0,1 0,-1-1,0 1,0 0,0-1,0 1,0-1,0 1,-1-1,1 0,0 1,-1-1,1 0,-1 1,0-1,1 0,-1 0,0 1,0-1,0 0,0 0,-1 1,1-1,0 0,-1 0,1 1,-1-1,1 0,-1 1,0-1,0 1,0-1,0 1,0-1,0 1,0 0,0-1,-1 1,1 0,-1 0,1 0,-2-1,-4 1,0-1,-1 1,1 1,-1-1,1 1,-1 1,1-1,0 1,-1 1,1-1,0 1,-1 0,1 1,1 0,-1 0,0 0,1 1,-1 0,1 1,0-1,1 1,-1 0,1 0,0 1,0-1,0 1,1 0,-3 6,4-8,1 1,-1-1,1 1,0-1,1 1,-1 0,1 0,0 0,0 0,0 0,1 0,0 0,0 0,0 0,0 0,1 0,0 0,0 0,1 0,-1 0,1 0,0 0,0-1,0 1,1-1,0 0,0 1,0-1,0-1,1 1,-1 0,5 2,5 3,0-1,1 0,0-1,1 0,-1-2,1 1,1-2,-1 0,0-1,1 0,0-2,3 1,58 4</inkml:trace>
  <inkml:trace contextRef="#ctx0" brushRef="#br0" timeOffset="62486.416">15479 9981,'-11'-2,"1"2,0-1,-1 1,1 1,0 0,-1 0,1 1,0 0,0 1,0 0,0 0,1 1,0 1,-1 0,1 0,1 0,-1 1,1 1,0-1,0 1,-4 7,10-12,1-1,-1 1,1 1,0-1,0 0,0 0,0 0,0 1,0-1,1 0,-1 1,1-1,-1 0,1 1,0-1,0 1,0-1,1 0,-1 1,0-1,1 0,-1 1,1-1,0 0,0 1,0-1,0 0,0 0,1 0,-1 0,1 0,-1 0,1 0,0-1,69 47,-16-23,-37-18,1 1,-1 0,-1 2,0 0,0 1,-1 0,0 2,7 7,-21-18,0 0,0 0,0 0,0 0,0 0,0 0,0 1,-1-1,1 1,-1-1,0 1,0 0,0-1,0 1,0 0,-1 0,1 0,-1-1,0 1,0 0,0 0,0 0,0 0,-1 0,1 0,-1-1,0 1,1 0,-1 0,-1-1,1 1,0-1,-1 1,1-1,-1 1,0-1,-1 1,0 0,-1 0,0 0,-1 0,1 0,0-1,-1 0,1 0,-1 0,0-1,0 1,0-1,0 0,-3 0,6-1,1 0,-1 0,1 0,-1 0,0 0,1 0,-1 0,1-1,-1 1,1-1,-1 1,1-1,0 1,-1-1,1 0,-1 0,1 0,0 1,0-1,0-1,0 1,-1 0,1 0,1 0,-1 0,0-1,0 1,0-1,1 1,-1 0,0-1,1 1,0-1,-1 1,1-1,0 1,0-1,0 0,0 1,0-1,0 1,0-1,0 1,1-1,-1 1,4-15,1 0,0 1,1 0,1 0,0 1,1 0,1 0,0 1,1 0,0 0,11-9,-9 7,0 1,2 0,-1 1,2 0,0 1,0 1,1 1,0 0,8-3,-23 12,0 1,0-1,1 0,-1 1,0-1,1 1,-1 0,0-1,1 1,-1 0,0 0,1 0,-1 0,1 0,-1 0,0 0,1 0,-1 1,0-1,1 1,-1-1,0 1,1-1,-1 1,0 0,0-1,0 1,1 0,-1 0,0 0,0 0,0 0,-1 0,1 0,0 0,0 0,0 1,-1-1,1 0,-1 0,1 1,-1-1,1 0,-1 1,0-1,0 2,8 93,-9-87,0 0,1 0,0 1,1-1,0 0,0 0,1 0,0 0,0 0,1 0,0 0,1-1,0 1,1-1,-1 0,1 0,1-1,5 7,-7-11,0 1,-1-1,1-1,1 1,-1 0,0-1,1 0,-1 0,1-1,-1 1,1-1,0 0,0 0,0 0,-1-1,1 0,0 0,0 0,3-1,19-4</inkml:trace>
  <inkml:trace contextRef="#ctx0" brushRef="#br0" timeOffset="62735.818">15813 9660,'-2'16,"1"17,6 14,8 12,3-3</inkml:trace>
  <inkml:trace contextRef="#ctx0" brushRef="#br0" timeOffset="63233.985">16107 10356,'14'-118,"-5"-1,-5-2,-4-23,25 163,-12-7,1-1,0 0,1-1,0-1,1-1,0 0,0 0,14 3,81 44,-108-53,0 0,0 0,0 1,0-1,-1 1,1 0,-1 0,0 0,0 0,0 0,0 0,-1 1,1-1,-1 1,0-1,0 1,0-1,0 1,-1 0,1-1,-1 1,0 0,0-1,0 1,-1 0,0-1,1 1,-1 0,0-1,0 1,-1-1,1 1,-2 0,-3 13,4-14,0-1,0 1,0 0,0 0,0 0,1 1,0-1,0 0,0 1,0-1,0 0,1 1,-1-1,1 1,0-1,0 1,0-1,0 1,1-1,0 1,-1-1,1 0,1 1,-1-1,0 0,1 0,-1 0,1 0,0 0,0 0,0 0,1 0,-1-1,1 1,-1-1,1 0,12 2,0 0,0-2,0 0,1 0,-1-1,0-1,0-1,1 0,-1-1,0-1,0 0,0-1,-1-1,1 0,-1-1,0 0,5-5,-14 10,-1 0,1-1,-1 0,1 0,-1 0,0 0,0-1,0 0,0 1,-1-1,1-1,-1 1,0-1,0 1,0-1,0 0,-1 0,1 0,-1 0,0 0,0-1,-1 1,1-1,-1 1,0-1,0 0,0 1,-1-1,0-3,0 0,-1 1,0-1,-1 1,1-1,-1 1,-1 0,0 0,0 0,0 0,-1 1,1-1,-2 1,1 0,-1 0,0 0,0 1,0 0,-1 0,-2-1,7 5,0 0,0 1,0-1,-1 1,1-1,0 1,-1-1,1 1,0 0,-1 0,1-1,0 1,-1 0,1 0,0 1,-1-1,1 0,0 0,-1 1,1-1,0 1,-1-1,1 1,0-1,0 1,0 0,0-1,0 1,-1 0,1 0,1 0,-1 0,0 0,0 0,0 0,0 0,1 1,-1-1,0 0,1 1,-19 53,17-46,0 0,1 0,0 0,1 1,0-1,0 0,1 1,0-1,0 0,1 0,1 0,-1 0,1 0,1 0,0-1,0 0,1 0,0 0,0 0,0-1,1 1,1-2,-1 1,1-1,3 3,12 3,2-1,-1-1,1-1,1-1,0-1,0-1,0-1,1-1,-1-2,1 0,0-2,0-1,6-1,70-3</inkml:trace>
  <inkml:trace contextRef="#ctx0" brushRef="#br0" timeOffset="105137.09">306 7708,'0'11,"-4"-31,3 16,-1 1,1 0,-1-1,0 1,-1 0,1 0,0 0,-1 1,0-1,1 0,-1 1,0 0,0 0,-1 0,1 0,0 0,-1 1,1-1,-1 1,1 0,-1 0,0 0,1 1,-1-1,0 1,0 0,-2 0,-4 0,0 0,0 0,0 1,0 1,0 0,1 0,-1 1,1 0,-1 1,0 0,2 0,1 1,-1 0,1 0,0 1,0 0,1 0,-1 0,1 1,1 0,0 0,-1 1,2 0,-1 0,1 0,1 0,-2 4,3-6,1-1,-1 0,1 1,0-1,1 0,-1 1,1-1,0 1,0-1,1 1,0-1,0 0,0 1,0-1,1 0,0 0,0 0,0 0,1 0,0 0,0-1,0 1,0-1,1 0,0 0,0 0,2 2,5 2,0-1,0 0,1-1,-1 0,1-1,1 0,-1-1,1-1,-1 1,1-2,0 0,0-1,12 0,4 0,1-2,0-2,0 0,0-2,15-5,-27 6,-1-1,0-1,0 0,0-1,-1-1,0-1,0 0,-1-1,0-1,-10 7,-5 3,0 1,0-1,0 1,0 0,0-1,0 1,1-1,-1 1,0 0,0-1,0 1,0-1,1 1,-1 0,0 0,0-1,1 1,-1 0,0-1,1 1,-1 0,0 0,1-1,-1 1,0 0,1 0,-1 0,1 0,-1-1,0 1,1 0,-1 0,1 0,-1 0,0 0,1 0,-1 0,1 0,-1 0,1 0,-1 1,0-1,1 0,-1 0,0 0,1 0,-1 0,1 1,-1-1,0 0,1 0,-1 1,0-1,0 0,1 1,-1-1,0 0,0 1,1-1,-1 0,0 1,0-1,0 6,0 0,1-1,-1 1,1-1,0 1,0-1,1 1,0-1,0 0,0 0,1 0,-1 0,1 0,0 0,1-1,-1 1,1-1,0 0,0 0,0 0,0-1,1 1,0-1,-1 0,1-1,0 1,0-1,1 0,-1 0,4 0,-4-1,0-1,0 0,0-1,1 1,-1-1,0 0,0 0,0-1,0 0,0 1,0-2,-1 1,1 0,-1-1,1 0,-1 0,0-1,0 1,0-1,-1 1,1-1,-1 0,0-1,0 1,0-1,-1 1,1-1,-1 0,0 0,-1 1,1-2,-1 1,0 0,0 0,-1 0,1 0,-1-1,-1 1,1 0,0 0,-1 0,0-1,-1 1,1 0,-1 0,0 1,0-1,0 0,-1 0,1 1,-1 0,-4-4,2 2,0 2,-1-1,0 1,0 0,-1 0,1 0,-1 1,0 0,1 1,-1-1,0 1,-1 0,1 1,0 0,-1 0,1 1,0 0,-1 0,1 0,0 1,-1 0,1 1,0 0,0 0,0 0,0 1,0 0,1 0,-1 1,1-1,0 2,0-1,0 1,1-1,-1 2,1-1,0 1,3-3,1-1,-1 1,1 0,-1 0,1 1,0-1,0 0,0 0,0 0,1 1,0-1,-1 0,1 1,0-1,0 0,1 1,-1-1,1 1,8 23</inkml:trace>
  <inkml:trace contextRef="#ctx0" brushRef="#br0" timeOffset="106476.722">1254 7708,'-111'-17,"106"17,1 0,-1 1,1-1,-1 1,1 0,-1 1,1-1,-1 1,1 0,0 0,0 0,0 0,0 1,0-1,1 1,-1 0,1 0,-1 1,1-1,0 1,1-1,-3 5,1-1,0 1,0 0,1 0,1 0,-1 0,1 0,0 1,1-1,0 1,1-1,-1 1,2-1,-1 1,1-1,1 3,-1-6,0 0,0 0,1-1,0 1,0 0,0-1,0 1,1-1,0 0,-1 0,2 0,-1 0,0-1,1 1,0-1,-1 0,1 0,1 0,-1 0,0-1,1 0,-1 1,1-2,0 1,-1-1,4 1,-1-1,0 0,0 0,0-1,0 0,0 0,0-1,1 0,-1 0,0 0,-1-1,1 0,0-1,-1 1,1-1,-1-1,0 1,0-1,0 0,0-1,-1 1,1-1,2-3,3-4,0-1,-1 0,-1 0,0-1,0 0,-2-1,0 1,0-2,1-7,3-21,-2-1,-2 0,-2-1,-2 1,-2-1,-3-27,2 41,-2-1,-1 1,-1-1,-6-16,-6 17,16 31,-1 1,0 0,1-1,-1 1,0 0,1-1,-1 1,0 0,0 0,1 0,-1 0,0 0,0 0,1 0,-1 0,0 0,0 0,1 0,-1 0,0 0,0 0,1 1,-1-1,0 0,1 1,-1-1,0 1,1-1,-1 0,0 1,1-1,-1 1,1 0,-1-1,1 1,-1-1,1 1,0 0,-1-1,1 1,0 0,0 0,-1 0,-9 18,0 1,1 1,1 0,1 0,1 1,1-1,1 1,1 1,0 14,-1-1,2-1,2 0,1 0,1 1,2-1,2 0,1-1,2 0,1 0,2 0,9 17,-19-44,1-1,-1 0,1 1,1-1,-1-1,1 1,0 0,1-1,-1 0,1 0,0 0,0 0,1-1,-1 0,1 0,0 0,0-1,0 0,1 0,-1-1,1 1,-1-2,1 1,0-1,0 1,-1-2,1 1,0-1,5-1,1-4,0-1,-1-1,1-1,-1 1,-1-2,0 0,0 0,0-1,-1 0,-1-1,0 0,0 0,-1-1,-1 0,0-1,0 0,-2 0,1 0,0-5,23-49,-29 68,0-1,0 0,0 0,1 0,-1 1,0-1,0 0,0 0,1 0,-1 0,0 0,0 0,0 1,1-1,-1 0,0 0,0 0,1 0,-1 0,0 0,0 0,1 0,-1 0,0 0,0 0,1 0,-1 0,0 0,0-1,1 1,-1 0,0 0,0 0,1 0,-1 0,0 0,0-1,0 1,1 0,-1 0,0 0,0-1,0 1,0 0,0 0,1 0,-1-1,0 1,0 0,0 0,0-1,0 26,-4 17,1-31,2 0,-1 1,2-1,-1 1,2 0,-1-1,2 1,-1-1,2 0,-1 1,3 3,-4-12,1 0,0 0,0 0,0-1,0 1,0 0,1-1,-1 1,1-1,0 0,0 0,0 0,0 0,0 0,0-1,0 0,0 1,1-1,-1 0,1 0,-1-1,0 1,1-1,-1 0,1 0,-1 0,1 0,-1-1,1 1,-1-1,8-1,-1 0,-1-1,1 0,0-1,-1 0,1 0,-1-1,-1 0,7-5,-1-2,-1 0,0 0,-1-2,-1 1,0-1,-1-1,0 0,-1 0,-1-1,0 0,-2-1,1 0,-1-4,-13 44,0-1,2 1,0 1,2-1,0 0,2 1,1 0,0 1,1-22,-1 0,1-1,-1 1,1-1,0 1,0-1,0 1,0-1,1 1,-1-1,0 0,1 0,0 0,0 0,-1 0,1 0,0 0,1 0,-1-1,0 1,0-1,1 0,-1 1,1-1,-1 0,1-1,-1 1,1 0,0-1,-1 1,1-1,0 0,-1 0,1 0,0 0,-1 0,1-1,0 1,-1-1,1 0,-1 0,3-1,9-3,-1 0,0-2,0 1,-1-2,0 0,0 0,0-1,-1 0,-1-1,0 0,0-1,-1 0,0-1,0-1,-5 8,-1 1,0-1,0 0,-1 1,1-1,-1-1,0 1,0 0,-1 0,1-1,-1 1,0-1,-1 1,0-1,1 1,-2-1,1 1,-1-1,1 1,-2-1,1 1,-1-1,1 1,-1 0,-1 0,1 0,-1 0,0 0,0 1,0-1,-1 1,1 0,-1 0,0 0,0 0,-1 1,1 0,-1 0,0 0,-3-2,83 13,-19-6,-37-3,1 2,0 0,-1 1,1 1,-1 0,0 2,0 0,6 4,-19-5,-1-1,-1 1,1 0,0 0,-1 1,0 0,0-1,0 1,-1 1,1-1,-1 0,-1 1,1 0,-1-1,0 1,0 0,0 0,-1 0,0 1,0-1,-1 0,0 0,0 1,0-1,-1 0,0 0,0 0,0 0,-1 1,0 24,2-29,0 0,0 1,0-1,0 0,0 0,0 0,1 0,-1 1,1-1,-1 0,1 0,0 0,0 0,0 0,0 0,0-1,0 1,1 0,-1-1,1 1,-1 0,1-1,-1 0,1 1,0-1,0 0,0 0,0 0,0 0,0 0,0 0,0-1,0 1,0-1,0 1,2-1,79-11,-72 7,0-1,0 1,0-2,-1 0,0 0,0-1,0 0,-1-1,0 0,0 0,-1-1,0 0,-1 0,0-1,0 0,-1 0,-1-1,1 0,-2 0,1 0,1-9,-9 35,0-1,1 1,1 0,0 0,1-1,2 14,-2-21,1-1,0 0,0 0,0 0,1 0,0-1,0 1,1 0,0-1,0 1,0-1,0 0,1 0,0 0,0-1,0 1,0-1,1 0,0 0,0-1,0 1,0-1,1 0,-1 0,1-1,0 0,-1 0,1 0,0-1,0 1,0-2,0 1,1-1,-1 1,0-2,0 1,5-1,14-9</inkml:trace>
  <inkml:trace contextRef="#ctx0" brushRef="#br0" timeOffset="106635.305">2952 7281,'-18'-3,"-9"5,1 6,10 6,15 5,23 2,7-3</inkml:trace>
  <inkml:trace contextRef="#ctx0" brushRef="#br0" timeOffset="118642.608">4276 7708,'-6'-3,"1"0,-1 0,0 1,0-1,0 2,0-1,0 0,0 1,0 0,-1 1,1-1,0 1,-1 1,1-1,0 1,0 0,-1 0,1 1,0 0,0 0,0 0,1 1,-1 0,0 0,1 0,0 1,0 0,0 0,0 0,1-1,-1 1,1 0,0-1,0 1,0 1,1-1,-1 0,1 1,0 0,0 0,1 0,-1 0,1 0,0 0,1 1,-1-1,1 1,0-1,1 1,-1-1,1 1,0-1,0 1,1 0,0-1,0 1,0-1,1 1,-1-1,1 0,0 0,1 0,1 3,6 1,0 0,1-1,-1 0,2-1,-1 0,1 0,0-1,1-1,-1 0,1-1,0 0,0-1,1-1,-1 0,1 0,12-1,2 1,0 0,-1-2,1 0,0-2,-1-1,0-2,1 0,-2-2,1-1,-1-1,0-1,20-12,-37 17,0-1,-1-1,1 1,-1-1,-1-1,1 0,-1 0,-1 0,1-1,-1 1,3-8,-7 11,1 0,-1 0,0 0,0 0,-1 0,0 0,0 0,0-1,0 1,-1 0,0 0,0-1,-1 1,1 0,-1-1,0 1,0 0,-1 0,0 0,0 0,0 0,0 0,-1 1,0-1,2 2,-1 1,0 0,0-1,0 1,0 0,0 0,0 0,0 1,-1-1,1 0,-1 1,0 0,1-1,-1 1,0 0,1 0,-1 1,0-1,0 1,0-1,0 1,0 0,0 0,0 0,0 0,1 1,-1-1,0 1,0 0,0 0,0 0,1 0,-1 0,0 0,1 1,-1-1,1 1,0 0,0 0,-1 0,1 0,0 0,0 0,1 1,-1-1,0 0,1 1,0 0,-1-1,1 2,-3 4,1 0,0 0,1 1,0-1,0 1,1-1,0 1,0-1,1 1,0-1,0 1,1 0,0-1,1 1,0-1,0 0,1 0,0 0,1 0,-1 0,1 0,1-1,0 0,0 0,0 0,1-1,-1 1,2-1,-1-1,1 1,0-1,0 0,0-1,1 1,-1-2,1 1,0-1,2 1,10 1,-1 0,1-1,0-1,0-1,0-1,0-1,0 0,0-2,7-1,39-8</inkml:trace>
  <inkml:trace contextRef="#ctx0" brushRef="#br0" timeOffset="119437.401">5412 7615,'11'14,"0"0,-1 1,-1 0,0 0,-1 1,-1 0,0 0,-1 1,-1 0,-1 0,0 1,0 8,17 58,-21-81,0-1,1 1,0 0,-1 0,1 0,0 0,0-1,0 1,1-1,-1 1,1-1,-1 1,1-1,0 0,0 1,0-1,0 0,0 0,1-1,-1 1,0 0,1-1,0 0,-1 1,1-1,0 0,-1 0,1 0,0-1,3 1,4-3,-1-1,1 0,0 0,-1-1,0-1,1 1,-2-2,1 1,-1-1,0 0,0-1,0 0,-1 0,0 0,-1-1,1 0,2-6,-1 3,0-1,0 0,-1 0,-1-1,0 0,-1 0,0 0,-1-1,-1 1,2-14,-18 58,10-23,1 0,0 0,1 0,0 1,0-1,1 0,0 0,0 0,1 1,0-1,1 0,-1 0,2 0,-1 0,1-1,0 1,1-1,0 1,0-1,0 0,1-1,0 1,0-1,1 0,0 0,0 0,0-1,1 0,-1 0,1-1,1 0,4 2,-7-5,1 1,-1-1,1-1,0 1,-1-1,1 0,0 0,-1-1,1 1,0-1,-1-1,1 1,-1-1,0 0,1 0,-1 0,0-1,0 0,0 0,-1 0,1-1,-1 1,0-1,0 0,0 0,1-2,7-8,-1-1,-1 0,0 0,-1-1,0-1,-2 1,4-11,22-80,-33 101,-5 26,2-14,1 1,-1 0,2 1,-1-1,1 0,0 0,1 0,-1 1,2-1,-1 0,1 1,0-1,0 0,1 0,0 0,0 0,1 0,0 0,0-1,1 1,-1-1,1 0,1 0,-1 0,1-1,0 1,1-1,4 0,0 0,0-1,1 0,-1-1,1 0,0-1,0 0,0 0,0-2,0 1,0-1,0-1,0 0,0 0,0-1,0-1,-1 0,1 0,-1-1,1 0,-1-1,5-4,-4 1,0 0,-1-1,0 0,0-1,-1 0,-1 0,0-1,0 0,-1-1,0 1,-1-1,-1-1,0 1,0-1,-1 0,-1 0,2-12,-6-10,1 34,0 1,0-1,0 1,0-1,0 1,0 0,0-1,0 1,-1-1,1 1,0-1,0 1,0 0,-1-1,1 1,0-1,0 1,-1 0,1-1,0 1,-1 0,1 0,0-1,-1 1,1 0,0 0,-1-1,1 1,-1 0,1 0,0 0,-1 0,1 0,-1-1,1 1,-1 0,1 0,0 0,-1 0,1 0,-1 0,1 1,-1-1,1 0,-1 0,1 0,0 0,-1 0,1 1,-1-1,1 0,0 0,-1 1,1-1,0 0,-1 0,1 1,0-1,0 0,-1 1,1-1,0 1,0-1,-1 0,1 1,0-1,0 1,0-1,0 1,0-1,-4 5,1 0,1 0,-1 1,1-1,0 1,0 0,1-1,-1 1,1 0,0 0,1 0,0 0,0 0,0 0,0-1,1 1,0 0,1 0,-1 0,1-1,0 1,0-1,1 1,-1-1,1 0,1 0,-1 0,1 0,-1-1,1 1,1-1,-1 0,0 0,3 0,14 9,1-1,0-1,1-1,1-1,-1-1,1-1,0-1,1-2,0 0,16 0,27 3</inkml:trace>
  <inkml:trace contextRef="#ctx0" brushRef="#br0" timeOffset="120652.128">319 9126,'40'-149,"-36"123,1 0,2 1,1 0,0 0,9-16,-15 37,0 0,1-1,-1 1,1 0,0 0,0 0,0 1,0-1,1 1,-1-1,1 1,0 0,0 1,0-1,0 1,1 0,-1 0,0 0,1 0,0 1,-1 0,1 0,0 0,0 0,0 1,0 0,-1 0,1 0,0 0,0 1,0 0,-1 0,1 0,0 1,-1 0,3 1,8 6,0 0,0 2,-1 0,-1 0,1 1,-2 1,0 0,-1 1,0 0,-1 1,0 0,-1 1,-1-1,-1 2,1 2,4 36,-11-54,-1 0,0 0,-1 1,1-1,0 0,0 0,0 0,-1 0,1 1,-1-1,1 0,-1 0,1 0,-1 0,0 0,1 0,-1 0,0 0,0 0,0-1,1 1,-1 0,0 0,0-1,0 1,0-1,-1 1,1-1,0 1,0-1,0 1,0-1,0 0,-1 0,1 0,0 0,0 0,0 0,-1 0,1 0,0 0,0 0,-1-1,-5-1,1 0,0-1,1 0,-1 0,0 0,1-1,0 0,-1 0,2 0,-1-1,0 0,1 0,0 0,0 0,0 0,1-1,0 0,0 0,0 0,1 0,0 0,0 0,1-1,-1 1,1-1,0-3,1 5,0 1,0 0,0-1,1 1,-1 0,1-1,0 1,1 0,-1 0,0 0,1 0,0 0,0 0,0 0,1 1,-1-1,1 1,0 0,0-1,0 1,0 1,1-1,-1 0,1 1,0 0,-1-1,1 2,0-1,1 0,6-2,0 0,1 0,0 1,-1 1,1 0,0 0,0 1,0 1,1 0,-1 1,-4-1,0 1,0 0,0 1,0 0,0 0,0 1,0 0,-1 0,1 1,-1 0,0 0,0 0,-1 1,1 0,-1 1,0-1,-1 1,1 0,-1 1,0-1,-1 1,1 0,-1 0,-1 1,1-1,-1 1,-1 0,1 0,-1 0,0 6,0 1,14 60,-15-73,0 0,0 0,0 0,1 0,-1 0,1-1,-1 1,1-1,-1 1,1-1,0 1,0-1,-1 0,1 0,0 0,0 0,0 0,1 0,-1-1,0 1,0-1,0 1,0-1,1 0,-1 0,0 0,0 0,1 0,-1-1,0 1,0 0,2-2,8-2,1-1,-2-1,1 0,0-1,-1 0,-1-1,1 0,-1 0,0-1,-1-1,0 0,-1 0,0 0,0-1,-1 0,-1-1,0 0,0 0,-1 0,-1 0,0-1,0-3,7 102,-10-79,0-1,0 1,1-1,0 1,1-1,-1 0,1 0,1 0,-1 0,1 0,0-1,0 0,0 0,1 0,0 0,0-1,0 1,0-1,1 0,0-1,-1 0,1 0,1 0,-1 0,0-1,1 0,32 2,-2-6</inkml:trace>
  <inkml:trace contextRef="#ctx0" brushRef="#br0" timeOffset="121241.556">1629 8845,'-3'6,"-1"0,1 0,0 0,0 1,1-1,0 1,0 0,1-1,0 1,0 0,0 0,1 0,0 0,0 0,1 0,0 0,0 0,1-1,0 1,0 0,0-1,1 1,0-1,0 0,1 0,-1 0,1 0,1-1,-1 0,1 0,0 0,0 0,0-1,1 1,0-2,0 1,0 0,0-1,2 1,0-4,1 1,-1-1,0 0,0-1,0 0,0 0,0-1,0 0,0 0,-1-1,1 0,-1 0,1-1,-1 0,0 0,-1-1,1 0,-1 0,0-1,0 1,-1-1,1 0,-1-1,0 1,-1-1,0 0,0 0,-1-1,3-4,-6 11,0 0,0 1,1-1,-1 1,0-1,1 0,-1 1,0-1,1 1,-1-1,1 1,-1 0,1-1,-1 1,1-1,-1 1,1 0,0-1,-1 1,1 0,-1 0,1 0,0-1,-1 1,1 0,0 0,-1 0,1 0,0 0,-1 0,1 0,0 0,-1 0,1 1,0-1,-1 0,1 0,-1 0,1 1,0-1,-1 0,1 1,-1-1,1 1,-1-1,1 0,-1 1,1-1,-1 1,0-1,1 1,-1 0,1-1,-1 1,0-1,0 1,1 0,-1-1,0 1,0-1,0 1,0 0,0-1,0 1,0 0,0-1,0 1,0 0,0 0,3 5,3 4,-1-1,1 0,1 0,0 0,0-1,1 0,0 0,0-1,0 0,1 0,0-1,1 0,-1-1,1 0,0-1,1 0,-1 0,1-1,-1 0,1-1,0-1,0 1,0-2,0 1,0-1,0-1,9-2,-10 0,1 0,-1-1,0-1,0 0,0 0,0-1,-1 0,0-1,0 0,-1 0,0-1,0 0,-1 0,0-1,0 0,-1 0,-1-1,1 1,-1-1,-1-1,0 1,0 0,-1-1,0 0,-1-4,12-49,-3-2,-3 1,-3-1,-2 0,-5-40,0 79,-4 21,-2 19,-6 26,2 1,1 1,3-1,1 1,2 1,0 24,3-53,0 1,1-1,0 0,1 1,1-1,0 0,1 0,0 0,1 0,0 0,1 0,1 0,0-1,0 0,1 0,1-1,0 1,1-1,0-1,0 0,1 0,1 0,-1-1,2-1,3 3,-6-7,0 0,1 0,0-1,0 0,0-1,0 1,0-2,0 1,0-2,1 1,-1-1,16-2</inkml:trace>
  <inkml:trace contextRef="#ctx0" brushRef="#br0" timeOffset="121404.119">2150 8697,'16'-4,"23"-2,28 0,28 2,25 0,14 7,-15 2</inkml:trace>
  <inkml:trace contextRef="#ctx0" brushRef="#br0" timeOffset="122739.7">3928 9193,'-1'-18,"1"0,0 0,2 0,0 0,1 1,0-1,1 1,2 0,-1 0,3-1,-4 4,2-6,0 0,2 0,0 0,1 1,1 1,1 0,11-14,-21 30,-1 1,1-1,0 1,0 0,0 0,1-1,-1 1,0 0,0 0,0 0,1 0,-1 0,1 0,-1 1,1-1,-1 0,1 1,-1-1,1 1,-1 0,1-1,0 1,-1 0,1 0,0 0,-1 0,1 0,0 1,-1-1,1 0,-1 1,1-1,-1 1,1-1,-1 1,1 0,-1 0,1 0,-1 0,0 0,1 0,9 11,0 1,-1 0,0 1,-2 0,1 0,-2 1,6 13,-1-3,58 130,-69-154,-1 0,1 0,0 0,-1 1,1-1,-1 0,1 0,-1 1,0-1,1 0,-1 1,0-1,0 0,0 1,0-1,0 0,0 1,0-1,-1 0,1 0,0 1,-1-1,1 0,-1 0,0 1,1-1,-1 0,0 0,1 0,-1 0,0 0,0 0,0 0,0 0,0 0,0-1,0 1,-1 0,1-1,0 1,0 0,0-1,-1 0,1 1,0-1,-1 0,1 1,0-1,-1 0,1 0,0 0,-1 0,1-1,0 1,-11 0,0-1,0-1,1 0,-1 0,1-1,-1-1,1 0,0 0,0-1,1-1,0 0,0 0,-1-2,10 8,0 0,0-1,0 1,1 0,-1-1,0 1,0-1,1 1,-1-1,0 1,1-1,-1 0,0 1,1-1,-1 0,1 0,-1 1,1-1,-1 0,1 0,0 0,-1 1,1-1,0 0,0 0,0 0,0 0,0 0,-1 0,2 0,-1 1,0-1,0 0,0 0,0 0,0 0,1 0,-1 0,0 1,1-1,-1 0,1 0,-1 1,1-1,-1 0,1 0,0 1,-1-1,1 1,0-1,-1 0,1 1,0-1,0 1,-1 0,1-1,0 1,0 0,0-1,0 1,128-29,-72 20,-44 7,-2 1,-1 0,0 0,1-1,-1 0,0-1,0-1,-1 1,1-1,-1-1,0 0,0 0,0-1,-1 0,0 0,0-1,0 0,2-3,-9 6,0 0,0 0,0 0,0-1,-1 1,1 0,-1 0,0 0,-1 0,1-1,-1 1,1 0,-1 0,0 0,-1 0,1 0,-1 0,0 0,0 1,0-1,0 1,0-1,-1 1,0 0,0 0,0 0,0 0,0 0,0 1,-1-1,1 1,-1 0,0 0,0 1,1-1,-1 1,0-1,-2 1,3 2,0-1,1 1,-1 0,1 0,0 1,-1-1,1 0,0 1,0 0,0-1,0 1,0 0,0 0,0 0,0 0,1 0,-1 0,1 1,0-1,0 1,0-1,0 1,0-1,0 1,1-1,-1 1,1 0,-1-1,1 1,0 0,0-1,1 1,-1 0,1 1,-3 7,0 1,1-1,0 1,1 0,0-1,1 1,1-1,0 1,0-1,1 1,0-1,1 0,1-1,-1 1,2-1,-1 1,2-2,-1 1,1-1,1 0,-1 0,2-1,-1 0,5 3,-4-5,0-1,0-1,0 1,1-2,0 1,-1-1,1-1,0 0,0 0,0-1,0 0,1-1,-1 0,0-1,0 0,0 0,0-1,0-1,0 1,0-2,-1 1,1-1,-1-1,0 1,-1-2,1 1,-1-1,6-5,-3 0,-1 0,0-1,-1 0,0-1,-1 0,0 0,-1-1,-1 1,0-2,-1 1,0 0,-1-1,-1 0,-1 0,0 0,0-11,-6 16,-3 27,4-9,0 0,1-1,1 1,-1 0,1 0,0 0,1 1,0-1,1 0,-1 0,1 0,1 0,-1 0,2 0,-1-1,1 1,0 0,0-1,1 0,0 0,1 0,-1 0,1-1,0 0,1 0,0 0,0-1,0 1,0-1,1-1,0 1,1-1,0 0,0-1,0 0,0-1,1 0,-1 0,1-1,-1 0,1 0,-1-1,1 0,0 0,-1-1,1 0,-1-1,1 0,-1 0,0-1,0 0,0-1,0 1,-1-1,1-1,-1 0,0 0,0 0,-1-1,0 0,1 0,-2 0,1-1,-1 0,0 0,-1 0,0-1,1 0,0-6,0 0,-1 0,-1 0,0-1,-1 1,0-1,-2 1,0-13,-1 16,1 26,1 7,-1-7,0 0,2-1,-1 1,2-1,0 1,0-1,2 0,-1-1,2 1,3 7,-7-18,0 0,0-1,1 1,-1 0,1-1,-1 1,1-1,0 0,0 1,0-1,0-1,0 1,0 0,1-1,-1 0,0 0,1 0,-1 0,1 0,-1-1,1 1,0-1,-1 0,1 0,-1 0,1-1,0 1,-1-1,1 0,-1 0,0 0,1-1,-1 1,2-2,5-2,0-1,-1 0,1 0,-1-1,-1 0,1-1,-1 0,-1 0,1-1,3-5,-3 2,-1 0,0-1,-1 0,0 0,0-1,-2 1,0-1,0 0,-1 0,-1 0,-1-1,1-6,-13 42,5-5,1 0,1 1,1-1,0 1,1 0,1 0,0 2,1-14,0 0,1 0,0 0,0 0,0 0,0-1,1 1,-1 0,1 0,1-1,-1 1,0-1,1 0,0 0,0 0,0 0,1 0,0-1,-1 1,1-1,0 0,0 0,1-1,-1 1,0-1,2 1,16 4,0-1,0 0,1-2,0-1,0 0,0-2,8-1,37 2</inkml:trace>
  <inkml:trace contextRef="#ctx0" brushRef="#br0" timeOffset="123475.115">6094 9019,'-11'-8,"0"0,0 1,0 0,-1 1,0 0,-1 1,1 0,-1 1,0 1,0 0,0 0,0 1,-1 1,1 1,0-1,-1 2,-10 1,19 1,0-1,1 1,-1 0,1 0,-1 0,1 0,0 1,0 0,1 0,-1 0,1 0,-1 0,2 1,-1-1,0 1,1 0,-2 4,3-7,0 1,0-1,0 1,0 0,1 0,-1-1,1 1,-1 0,1 0,0 0,0 0,0 0,1-1,-1 1,1 0,-1 0,1 0,0-1,0 1,0 0,1-1,-1 1,1-1,-1 0,1 1,0-1,0 0,0 0,0 0,0 0,0 0,0-1,3 2,3 0,0 0,0 0,0-1,1 0,0-1,-1 0,1 0,-1-1,1 0,0 0,-1-1,1 0,0-1,-1 0,0 0,1-1,-1 0,0 0,-1-1,1 0,0-1,-1 1,0-1,0-1,-1 1,2-3,17-36,-26 47,0 0,0 0,1 0,-1 0,1 0,0 0,-1 0,1 0,0 0,1 1,-1-1,1 0,-1 0,1 0,0 0,0 0,0-1,1 1,-1 0,1 0,-1-1,1 1,0-1,0 1,0-1,0 0,0 0,1 0,-1 0,1 0,-1 0,1-1,0 1,0-1,0 0,-1 0,1 0,1 0,6-3,0-1,-1 0,1-1,0 0,-1 0,0-1,0 0,0-1,-1 0,0 0,0-1,-1 0,1-1,-1 1,-1-1,0-1,5-6,3-6,-1 1,0-2,-1 0,-2 0,0-1,-1-1,-2 1,0-1,2-20,1-19,-3-1,-3 0,-2-11,-2 63,1 3,0 1,-1 0,0-1,-1 1,0-1,0 1,0 0,-1 0,-1 0,1 0,-1 0,0 0,-1 0,0 0,3 7,0 1,0-1,1 0,-1 0,0 1,0-1,0 0,1 1,-1-1,0 1,0-1,0 1,0 0,0-1,0 1,0 0,0 0,0-1,0 1,0 0,-1 0,1 0,0 0,0 1,0-1,0 0,0 0,0 1,0-1,0 0,0 1,0-1,0 1,1-1,-1 1,0 0,0-1,0 1,1 0,-1 0,0 0,-28 38,17-12,1 0,1 0,1 1,2 1,1-1,1 1,2 0,0 0,2 1,1-1,4 27,-3-44,0 1,1 0,1 0,0-1,0 1,1-1,1 0,0 0,1 0,0-1,0 0,1 0,1-1,0 0,0 0,1 0,0-1,1-1,0 0,0 0,1-1,0 0,0 0,1-2,0 1,0-2,7 3,-11-5,-1 0,1 0,0-1,0 0,0-1,0 0,0 0,0 0,0-1,0 0,0-1,0 0,-1 0,1 0,-1-1,1 0,-1-1,0 0,0 0,-1 0,1-1,-1 0,0 0,0-1,-1 0,1 0,-1 0,-1 0,1-1,3-6,0-7,0 0,-2 0,0-1,-1 0,-1 0,1-21,-4 33,-19 104,16-78,1-1,0 1,1 0,1 0,0 0,3 6,-4-19,1-1,-1 1,1-1,0 0,0 0,1 1,-1-1,1 0,-1 0,1 0,0 0,0-1,0 1,1 0,-1-1,0 0,1 1,0-1,0 0,-1 0,1 0,0-1,0 1,1-1,-1 0,0 0,0 0,1 0,-1 0,1-1,-1 1,0-1,1 0,0 0,22-3</inkml:trace>
  <inkml:trace contextRef="#ctx0" brushRef="#br0" timeOffset="123723.453">6802 8484,'-16'-7,"-5"0,1 6,9 10,10 8,10 5,3-1</inkml:trace>
  <inkml:trace contextRef="#ctx0" brushRef="#br0" timeOffset="124855.022">6909 8697,'11'1,"-1"0,1 1,-1 0,1 1,-1 0,0 1,0-1,-1 2,1 0,-1 0,0 0,0 1,-1 1,1 0,-1 0,-1 0,0 1,0 0,0 0,-1 1,0 0,-1 0,0 0,0 1,-1-1,0 3,-1 11,-1 0,-2 0,0 0,-1-1,-1 1,-2 0,0-1,-1 0,-2 0,0 0,-1-1,-1 0,-10 18,19-39,-32 71,11-24,1 1,3 0,-5 26,20-69,0 0,0 1,1-1,0 1,0-1,1 1,-1 0,1-1,0 1,1 0,-1-1,1 1,0-1,1 1,-1-1,1 1,0-1,1 0,-1 0,1 0,0 0,0 0,0-1,1 1,0-1,0 0,0 0,0-1,1 1,-1-1,1 0,0 0,0 0,4 2,-5-4,0 0,-1 0,1 0,-1 0,1 0,0-1,0 1,-1-1,1 0,0 0,0 0,0-1,-1 0,1 1,0-1,-1 0,1-1,-1 1,1-1,-1 1,0-1,1 0,-1-1,0 1,0 0,0-1,-1 1,1-1,-1 0,1 0,-1 0,0 0,0-1,-1 1,1 0,0-1,-1 1,0-1,0 0,4-21,-2 0,0-1,-2 1,-1-1,-1 1,-1-1,-1 1,-1 0,-6-18,3 12,-1 1,-2 0,-1 0,-1 1,-2 0,-1 1,-1 1,-1 0,-2 2,-2-3,16 23,4 4,0 1,0-1,0 1,0-1,0 1,0-1,0 1,0-1,0 0,1 0,-1 1,0-1,1 0,-1 0,0 0,1 0,-1 0,1 0,-1 0,1 0,-1 0,1 0,0 0,0 0,-1 0,1 0,0 0,0 0,0 0,0 0,0-1,1 1,-1 0,0 0,0 0,1 0,-1 0,1 0,-1 0,1 0,-1 0,1 0,114 0,-56 1,-1-2,0-3,0-2,0-2,13-7,-24-4,-47 19,0 0,0 0,0 0,0 0,0 0,-1 0,1 1,0-1,0 0,-1 0,1 0,-1 0,1 0,-1 0,1 1,-1-1,1 0,-1 0,0 1,1-1,-1 1,0-1,0 0,0 1,1-1,-1 1,0 0,0-1,0 1,0 0,0-1,0 1,0 0,0 0,0 0,0 0,0 0,0 0,1 0,-1 0,0 0,-1 0,-7-1,-1 0,1 0,-1 1,1 0,-1 1,1 0,-1 0,1 1,-1 1,1-1,-1 2,6-3,0 0,1 1,-1-1,1 1,-1 0,1 0,0 0,0 1,0-1,0 1,0 0,0 0,1 0,0 0,-1 0,1 0,0 1,0-1,1 1,-1-1,1 1,0 0,0-1,0 1,0 0,1 0,-1 0,1 2,0-3,1 0,-1 0,1 0,0 0,0 0,0 0,0 0,0-1,1 1,-1 0,1-1,0 1,0-1,0 1,0-1,0 0,1 0,-1 0,0 0,1 0,0 0,-1-1,1 0,0 1,0-1,0 0,0 0,0 0,0-1,1 1,95 5,-90-7,-1 1,0-2,0 1,0-1,0-1,0 1,0-1,0-1,-1 1,0-1,0-1,0 1,0-1,-1 0,1-1,-1 1,4-7,-13 104,5-88,-1 0,1 0,-1 0,1 0,0-1,1 1,-1-1,0 0,1 1,0-1,0 0,0 0,0-1,0 1,1-1,-1 0,1 0,0 0,-1 0,1 0,0-1,0 0,0 1,0-2,0 1,1 0,-1-1,0 0,0 0,0 0,0 0,0-1,1 1,-1-1,0 0,0-1,0 1,-1-1,1 1,2-2,3-3,1 0,-1-1,0 0,-1 0,0-1,0 0,0 0,-1-1,-1 0,1 0,-1 0,-1-1,0 0,1-3,47-154,-26 23,-7-1,2-144,-22 171,0 118,0-1,1 0,-1 0,0 1,0-1,0 0,0 1,0-1,0 0,0 0,0 1,0-1,0 0,0 1,0-1,-1 0,1 0,0 1,0-1,-1 0,1 1,-1-1,1 1,0-1,-1 0,1 1,-1-1,1 1,-1-1,0 1,1 0,-1-1,1 1,-1-1,0 1,1 0,-1 0,0-1,1 1,-1 0,0 0,0 0,1 0,-1 0,0 0,0 0,1 0,-1 0,-24 28,8 6,1 1,3 1,0 0,3 0,0 1,3 1,1 0,2-1,1 21,0-32,2 0,1 0,1 0,1 0,1-1,1 1,2-1,0 0,2 0,0-1,2 0,1 0,1-1,0-1,2 0,1 0,0-2,9 8,-20-23,0-1,0 1,0-1,1 0,0-1,0 1,0-1,0 0,0 0,1 0,-1-1,1 0,0 0,0-1,0 1,-1-1,1 0,0-1,1 1,-1-1,0-1,0 1,0-1,0 0,-1 0,1-1,0 0,0 0,1-3,0 0,0 0,0-1,-1 0,1 0,-2-1,1 0,-1 0,0 0,0 0,-1-1,0 0,-1 0,1 0,-1 0,-1-1,0 1,0-1,-1 1,0-1,0-2,-1 11,0 0,-1 1,1-1,0 0,-1 0,1 1,0-1,-1 0,1 0,0 0,-1 0,1 0,-1 1,1-1,0 0,-1 0,1 0,-1 0,1 0,-1 0,1 0,0 0,-1 0,1-1,0 1,-1 0,1 0,-1 0,1 0,0-1,-1 1,1 0,0 0,-1-1,1 1,0 0,-1 0,1-1,0 1,0 0,-1-1,-2 9,-1 1,1-1,0 1,1-1,0 1,1 0,-1 0,2 0,-1 0,1 0,1 0,-1 0,2 0,-1-1,1 1,1 0,-1-1,1 1,1-1,0 0,0 0,0 0,1 0,0-1,1 0,-1 0,2 0,-1-1,5 4,-3-4,0-1,0 0,0-1,1 1,-1-2,1 1,0-1,0-1,0 1,0-1,1-1,-1 0,0 0,1-1,-1 0,1-1,-1 0,0 0,0-1,1 0,3-2,11-11</inkml:trace>
  <inkml:trace contextRef="#ctx0" brushRef="#br0" timeOffset="125108.345">7819 8510,'-3'-9,"12"-3,17 3,20 7,16 7,9 9,-1 6,-13 1</inkml:trace>
  <inkml:trace contextRef="#ctx0" brushRef="#br0" timeOffset="125785.461">694 9566,'-21'10,"-13"13,-10 17,-5 18,0 19,3 17,10 14,10 8,11 2,16-4,19-11,21-16,16-20,-1-22</inkml:trace>
  <inkml:trace contextRef="#ctx0" brushRef="#br0" timeOffset="126423.929">947 10435,'61'-372,"-53"220,-5 161,0 0,0 0,1-1,0 1,1-1,0 0,0 0,0-1,1 0,1 0,-1 0,2 0,0-1,2-1,-1 0,1-1,-1 0,1 0,0-1,1 0,-1-1,0 0,1-1,-1 0,1 0,-1-1,1-1,-1 0,2 0,-11 0,1 1,0 0,0 0,-1 0,1 0,0 0,0 0,-1 1,1-1,0 0,-1 1,1-1,-1 1,1 0,0 0,-1 0,1-1,-1 1,0 1,1-1,-1 0,0 0,0 0,0 1,0-1,0 0,0 1,0-1,0 1,0-1,-1 1,1 0,0-1,-1 1,0 0,1-1,-1 1,0 0,0 0,0-1,0 1,0 0,0 70,-2-60,1 0,1 0,0-1,1 1,0 0,0-1,2 1,-1-1,1 1,1-1,2 5,-3-12,0 0,-1 0,1 0,1-1,-1 1,0-1,1 0,0 0,-1 0,1 0,1-1,-1 1,0-1,0 0,1-1,-1 1,1-1,0 0,-1 0,1 0,0 0,0-1,-1 0,1 0,0 0,0-1,-1 0,1 0,0 0,1-1,8-1,0-2,-1 0,0 0,0-1,0-1,-1 0,0-1,0 0,7-8,-9 8,0-1,0-1,-1 0,0 0,-1-1,0 0,-1-1,0 0,0 0,-2 0,1-1,-2 1,0-1,0-1,-1 1,-1 0,0-1,-1 1,0-1,-1 0,-1 1,0-1,-1 1,2 11,0 0,0 0,0 0,0 1,-1-1,1 0,-1 0,1 1,-1-1,0 0,0 1,0-1,0 0,0 1,0 0,0-1,0 1,-1-1,1 1,0 0,-1 0,1 0,-1 0,1 0,-1 0,0 0,1 1,-1-1,0 0,0 1,1 0,-1-1,0 1,0 0,0 0,0 0,1 0,-1 0,0 0,0 1,0-1,-1 1,-4 4,1 1,0 0,0 1,0-1,1 1,0 0,0 1,1-1,0 1,0 0,1 0,0 0,0 0,1 1,-2 5,2-6,0-1,0 1,0 0,1-1,0 1,0 0,1 0,0 0,0-1,1 1,0 0,0 0,1-1,0 1,1-1,-1 1,1-1,1 0,-1 0,1 0,1-1,-1 1,1-1,0 0,0 0,1-1,0 0,0 0,0 0,6 3,7 1,0-2,1 1,1-2,-1-1,1-1,0 0,0-2,17 1,32 1</inkml:trace>
  <inkml:trace contextRef="#ctx0" brushRef="#br0" timeOffset="127066.215">2418 10075,'-15'-4,"0"0,0 2,0 0,-1 0,1 2,0 0,0 0,0 2,-1 0,1 0,0 2,1 0,-1 0,1 1,0 1,0 1,0 0,-2 2,13-7,0 0,1 0,-1 0,1 1,-1-1,1 1,0 0,-1-1,1 1,1 0,-1 0,0 0,1 1,0-1,0 0,0 0,0 1,0-1,0 1,1-1,0 1,0-1,0 1,0-1,0 1,1-1,-1 0,1 1,0-1,0 1,0-1,1 0,-1 0,1 0,0 0,0 0,0 0,0 0,0-1,1 1,-1-1,3 2,12 8,1 0,0-2,1 0,0-1,0-1,1-1,0-1,0 0,1-2,0 0,0-1,15 0,-16 1,1-1,0-1,0-1,1 0,-1-2,0 0,0-1,0-2,0 0,-1-1,1-1,-1-1,-1 0,1-2,3-2,-16 4,-1 0,1-1,-1 1,0-1,-1 0,0-1,0 1,-1-1,0 0,-1 0,0-1,0 1,-1-1,0 1,-1-1,0 0,0 1,-1-1,-1-9,3-13,8-6,4 52,3 68,-16-72,0 0,0 0,1 0,0 0,1 0,0 0,1-1,0 0,0 0,1 0,0 0,0 0,4 2,-7-8,1-1,0 0,0 1,0-1,1 0,-1-1,0 1,1 0,-1-1,1 0,-1 0,1 0,0 0,0-1,-1 1,1-1,0 0,0 0,-1 0,1-1,0 0,-1 1,1-1,0 0,-1-1,1 1,0-1,87-54,-78 44,-1 0,0 0,-1-1,0-1,-1 0,-1 0,0-1,-1 0,0 0,2-10,-10 25,0 1,0-1,0 0,0 0,0 0,0 0,0 1,0-1,0 0,0 0,0 0,1 0,-1 0,0 1,0-1,0 0,0 0,0 0,0 0,1 0,-1 0,0 1,0-1,0 0,0 0,0 0,1 0,-1 0,0 0,0 0,0 0,1 0,-1 0,0 0,0 0,0 0,0 0,1 0,-2 30,1-19,0 0,0 1,1-1,1 0,-1 1,2-1,0 0,0 0,1-1,0 1,1-1,1 2,-3-7,0 0,0 0,1-1,-1 0,1 0,0 0,0 0,1 0,-1-1,1 0,-1 0,1 0,0-1,0 1,0-1,1 0,-1-1,1 1,-1-1,0 0,1 0,0-1,3 0,32-4,-4-6</inkml:trace>
  <inkml:trace contextRef="#ctx0" brushRef="#br0" timeOffset="127435.227">3540 10021,'0'26,"0"0,2 0,1 0,1-1,1 1,2-1,0-1,2 1,6 13,-14-35,0-1,0 1,0 0,0-1,0 1,1-1,-1 0,1 1,0-1,0 0,0 0,0 0,0 0,0-1,0 1,0 0,1-1,-1 1,1-1,-1 0,1 0,-1 0,1 0,0-1,0 1,-1-1,1 1,0-1,0 0,-1 0,1 0,0-1,0 1,0 0,-1-1,1 0,0 0,-1 0,1 0,-1 0,3-2,8-7,-1 0,0-2,0 1,-1-2,-1 1,0-2,-1 1,0-1,-1 0,0-1,-2 0,3-6,0 3,-8 18,0 0,-1 0,1 0,0 0,-1 0,1 0,-1 1,1-1,0 0,-1 1,1-1,-1 0,1 1,-1-1,1 0,-1 1,1-1,-1 1,1-1,-1 1,0-1,1 1,-1-1,0 1,1 0,-1-1,0 1,0-1,0 1,0 0,1-1,-1 1,0 0,0-1,0 1,0 0,0-1,-1 1,1-1,0 1,0 0,0-1,0 1,-1 0,1-1,0 1,-1-1,1 1,0 3,1 5,1 0,0-1,1 1,-1 0,2-1,-1 1,1-1,0 0,1 0,0-1,0 1,1-1,0 0,0-1,0 1,1-1,0-1,0 1,1-1,-1 0,1-1,0 0,1 0,-1 0,1-1,-1-1,3 1,9 2,0-1,0-1,1-1,-1 0,0-2,1 0,18-3,15-5</inkml:trace>
  <inkml:trace contextRef="#ctx0" brushRef="#br0" timeOffset="127772.714">4370 10169,'0'15,"0"0,1 1,1-1,0 0,1 0,5 13,-6-23,0 0,0 0,0-1,1 1,0 0,0-1,0 0,0 1,1-1,0-1,0 1,0 0,0-1,0 0,1 0,-1 0,1-1,0 1,0-1,0 0,1 0,-2-2,-1 1,1-1,-1 0,1 1,0-2,-1 1,1 0,-1-1,1 1,-1-1,1 0,-1 0,1-1,-1 1,0-1,0 0,0 1,0-2,0 1,0 0,0 0,-1-1,1 1,-1-1,0 0,1 0,-1 0,-1 0,1 0,0 0,0-3,1 2,-1-1,0 0,0 0,0 0,0 0,-1 0,0 0,0 0,0 0,0-1,-1 1,0 0,0-1,-1 1,0 0,1-1,-2 1,1 0,-1 0,1 0,-2-2,-3 2,1 0,-1 0,0 1,-1-1,1 1,-1 1,0-1,0 1,0 0,0 1,-1 0,1 0,0 1,-1-1,0 2,1-1,-1 1,1 0,-1 0,0 1,1 0,-4 2,3-2,1 1,-1 0,1 1,0-1,-1 1,1 1,1 0,-1 0,1 0,-2 1,6-3,-1 0,1-1,0 1,0 1,0-1,0 0,0 0,0 1,0-1,1 1,-1 0,1-1,0 1,0 0,0 0,0 0,0 0,1 0,-1 0,1 0,0 0,0 0,0 0,0 0,0 0,1 0,0 1,1 0,0 0,1-1,0 1,0 0,0-1,0 0,1 1,-1-1,1 0,0-1,0 1,0-1,0 0,0 0,1 0,-1 0,1-1,-1 0,1 0,-1 0,1 0,2-1,38 9</inkml:trace>
  <inkml:trace contextRef="#ctx0" brushRef="#br0" timeOffset="128138.281">5199 10008,'-17'-2,"0"1,0 0,0 1,0 1,0 1,0 0,0 1,1 1,-1 1,1 0,0 1,0 1,1 0,0 1,0 1,1 0,-1 2,13-10,0 0,1 0,-1 0,0 0,0 0,1 0,-1 1,1-1,-1 1,1-1,0 1,0 0,0-1,-1 1,1 0,1 0,-1 0,0 0,0-1,1 1,-1 0,1 0,0 1,0-1,-1 0,1 0,0 0,1 0,-1 0,0 0,1 0,-1 0,1 0,-1 0,1 0,1 1,4 3,0-1,1-1,0 1,0-1,0 0,0 0,1-1,-1 0,1-1,0 1,0-1,4 0,-4 0,67 13,-55-12,0 1,0 0,-1 2,1 0,-1 1,-1 1,7 4,-22-11,-1 0,0 0,0 0,0 1,0-1,0 0,0 1,0 0,0-1,0 1,-1 0,1 0,-1 0,1 0,-1 0,0 0,0 1,0-1,0 0,0 0,0 1,-1-1,1 1,-1-1,0 1,1-1,-1 1,0-1,-1 0,1 1,0-1,-1 1,1-1,-1 1,0-1,0 0,0 0,0 1,0-1,0 0,-2 1,-9 8,-2 0,1-1,-2 0,1-2,-1 1,0-2,-1 0,0-1,0 0,0-2,-1 0,-9 1,-53 5,78-10,0 0,0 0,0 0,0 0,0-1,0 1,0 0,0 0,0-1,0 1,0-1,0 1,0-1,0 1,0-1,1 0,-1 1,0-1,0 0,1 0,-1 0,0 1,1-1,-1 0,1 0,-1 0,1 0,-1 0,1 0,0 0,0 0,-1 0,1 0,0 0,0 0,0 0,0 0,0 0,0 0,0-1,1 1,-1 0,0 0,1 0,-1 0,0 0,1 1,-1-1,1 0,0 0,-1 0,1 0,0 0,-1 1,1-1,0 0,0 1,0-1,-1 0,2 0,18-22</inkml:trace>
  <inkml:trace contextRef="#ctx0" brushRef="#br0" timeOffset="129178.16">5559 10169,'-11'9,"1"1,0 1,1 0,0 0,0 1,1 0,1 0,0 1,1-1,0 2,1-1,-1 5,6-15,-1 0,1 0,0 0,0 0,0-1,1 1,-1 0,1 0,-1 0,1-1,0 1,0 0,0-1,1 1,-1-1,1 1,-1-1,1 0,0 1,0-1,0 0,0 0,0 0,0-1,0 1,1 0,-1-1,1 0,-1 1,1-1,0 0,-1 0,1 0,0-1,0 1,8 1,-1 1,1-2,-1 0,1 0,0-1,0 0,-1 0,11-3,-12 1,0 1,0-2,0 1,-1-1,1-1,-1 0,0 0,0 0,0-1,-1 0,0-1,0 0,0 0,0 0,-1-1,0 0,-1 0,1 0,-1-1,-1 0,1 0,-2 0,1-1,-1 1,0-1,-1 0,1 1,-1-7,-3 20,-1 0,1-1,0 1,1 0,0 0,-1-1,1 1,1 0,-1 0,1-1,0 1,0 0,0-1,0 1,1-1,0 1,0-1,0 0,1 1,-1-1,1 0,0-1,0 1,0-1,1 1,-1-1,1 0,0 0,0 0,0-1,0 1,0-1,0 0,1 0,-1-1,4 2,3-5,0 1,0-1,0-1,0 0,-1 0,1-1,-1 0,0-1,0 0,0-1,-1 0,0 0,0-1,-1 0,0-1,0 0,0 0,-1-1,-1 0,1 0,-1 0,-1-1,0 0,0 0,-1 0,2-6,2 32,-7-5,2-1,-1 0,1 0,1 0,0-1,0 1,1-1,5 8,-8-14,0 0,1 0,-1 0,1 0,0 0,0-1,0 1,0-1,0 0,0 0,1 0,-1-1,1 1,-1-1,1 1,0-1,-1 0,1-1,0 1,0-1,0 1,0-1,-1 0,1-1,3 1,4-4,0 0,0 0,0-1,-1 0,0-1,0 0,0-1,-1 0,0-1,0 0,-1 0,0 0,0-1,-1 0,0-1,-1 0,0 0,-1 0,0-1,0 0,-1 0,-1 0,1-4,11-39,-4-1,-1 0,-4-1,-1 0,-3-14,0 34,-2 0,-1 0,-2 0,-6-25,9 59,0-1,0 1,0 0,0 0,0 0,0 0,-1-1,1 1,-1 0,1 0,-1 0,0 0,0 0,0 0,0 0,0 0,-1 1,1-1,-1 0,1 1,-1-1,1 1,-1-1,0 1,0 0,1-1,-1 1,0 0,0 0,0 1,0-1,-1 0,1 1,0-1,0 1,0 0,0 0,-1-1,1 2,-3 2,1 0,0 0,0 1,0 0,1 0,-1 0,1 0,0 0,0 1,1-1,-1 1,1 0,0 0,0 1,-8 22,1 0,2 1,0 0,2 1,1-1,2 1,1 0,1-1,2 1,0 0,5 15,-3-23,1-1,2 0,0 0,0 0,2-1,1 0,0-1,2 0,0-1,1 0,13 14,-16-22,0 0,0 0,1-1,0 0,1-1,0 0,0-1,1 0,0-1,0-1,1 0,-1 0,1-1,0-1,0-1,0 0,0-1,12 0,-17-1,-1-1,1 0,-1 0,1-1,-1 0,1 0,-1-1,0 0,0-1,0 1,-1-2,1 1,-1-1,0 0,0-1,-1 1,1-1,-1-1,-1 1,1-1,-1 0,0 0,-1-1,0 1,0-1,0 0,-1 0,0 0,-1-1,0 1,1-8,-3 15,1 1,-1-1,1 1,-1-1,0 0,1 1,-1-1,0 0,0 1,0-1,1 0,-1 1,0-1,0 0,0 1,0-1,0 0,0 0,0 1,0-1,0 0,-1 1,1-1,0 0,0 1,-1-1,1 0,0 1,-1-1,1 1,-1-1,1 1,0-1,-1 0,1 1,-1 0,0-1,1 1,-1-1,1 1,-1 0,0-1,1 1,-1 0,0 0,1-1,-1 1,0 0,1 0,-1 0,0 0,0 0,1 0,-1 0,0 0,0 0,-3 8,0-1,1 1,0 0,0 0,0 0,1 1,0-1,1 1,0-1,1 1,-1-1,1 1,2 6,-2-8,0 1,1-1,0 0,0 1,1-1,0 0,0 0,0 0,1-1,1 1,-1-1,1 1,0-1,0 0,0 0,1-1,0 1,0-1,1 0,-1-1,1 1,0-1,1 0,-1-1,1 1,-1-1,1 0,6 1,-10-3,0-1,1 0,-1 0,0 0,0 0,0 0,0 0,0-1,0 0,0 1,0-1,0 0,0-1,0 1,0 0,0-1,-1 0,1 1,-1-1,1 0,-1-1,0 1,1 0,-1 0,-1-1,1 0,0 1,0-1,-1 0,0 0,1 1,-1-1,0 0,-1 0,1-1,0 1,-1 0,0 0,1 0,-1 0,-1 0,1 0,0-1,-1 1,-1-29</inkml:trace>
  <inkml:trace contextRef="#ctx0" brushRef="#br0" timeOffset="129546.803">6174 9901,'83'11,"1"-3,76-4,-99-2,104 0,1-6,-1-7,19-11,-174 21,15-2,0-1,0-1,-1-1,0-1,0-1,0-2,-1 0,6-4,-25 11,0 0,0 0,-1 0,1 0,-1 0,1-1,-1 1,0-1,0 0,-1 0,1 0,-1-1,0 1,0 0,0-1,-1 0,0 1,0-1,0 0,0 1,-1-1,1 0,-1 0,0 0,-1 0,1 1,-1-1,0 0,-2-4,-24-64,20 91,49 244,-35-227,-1 1,-3 0,0 0,-3 0,-1 0,-1 0,-2 0,-2 0,-1-1,-1 1,-3-2,0 0,-3 0,0-1,-2-1,-11 15,-92 92,-14-14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9:56.45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241 1253,'2'-18,"1"-13,2-8,0-4,0-2,-2 3,-1 3,0 7,-2 6,0 10,0 10,2 5,1 4</inkml:trace>
  <inkml:trace contextRef="#ctx0" brushRef="#br0" timeOffset="464.757">0 772,'21'0,"0"1,0 1,-1 0,1 2,-1 0,0 1,0 2,12 5,-25-9,0 0,0 1,0 0,0 0,-1 1,0 0,0 0,0 0,-1 1,1 0,-1 0,-1 0,1 1,-1 0,0-1,-1 1,1 1,-2-1,1 0,-1 1,0 0,0-1,-1 1,0 1,-2 12,-1 1,-1-1,-1 0,-1 0,-1-1,-1 0,0 0,-2 0,0-1,-1 0,-1-1,-1 0,0-1,-13 14,9-8,15-22,0-1,0 0,1 1,-1-1,0 1,1-1,-1 1,0-1,1 1,-1-1,1 1,-1-1,1 1,-1 0,1-1,-1 1,1 0,0 0,-1-1,1 1,0 0,0 0,-1-1,1 1,0 0,0 0,0 0,0-1,0 1,0 0,0 0,1-1,-1 1,0 0,0 0,0 0,1-1,-1 1,0 0,1-1,-1 1,1 0,-1-1,1 1,-1 0,1-1,-1 1,1-1,0 1,-1-1,1 1,0-1,-1 0,1 1,0-1,0 0,-1 1,1-1,0 0,0 0,0 0,-1 0,1 0,0 0,0 0,0 0,-1 0,1 0,0 0,0-1,310-17,-275 17</inkml:trace>
  <inkml:trace contextRef="#ctx0" brushRef="#br0" timeOffset="734.158">134 1107,'-2'-3,"1"0,5 1,10-1,13-1,13-2,12-1,8 0,5 0,1 1,-5 2,-7 2,-13 1</inkml:trace>
  <inkml:trace contextRef="#ctx0" brushRef="#br0" timeOffset="1185.1">829 1187,'20'-4,"-1"0,1-1,-1 0,0-2,-1-1,0 0,0-1,0-1,-1 0,-1-1,0-1,8-8,16-46,-40 64,1 0,-1 1,1-1,-1 0,0 0,0 0,1 1,-1-1,-1 0,1 0,0 0,0 1,-1-1,1 0,-1 0,1 1,-1-1,0 0,0 1,1-1,-1 1,0-1,-1 1,1-1,0 1,0 0,-1 0,1-1,0 1,-1 0,1 0,-1 0,0 1,1-1,-1 0,0 0,1 1,-1-1,0 1,0 0,1 0,-9-1,1 0,0 1,0 1,0 0,-1 0,1 1,0 0,0 0,1 1,-1 0,0 1,1 0,0 0,0 1,0 0,0 0,1 1,0 0,0 0,1 1,0-1,0 1,0 1,1-1,0 1,0 0,1 1,0-1,1 0,0 1,0 0,2-4,0 0,0-1,0 1,1 0,0 0,0 0,0 0,1 0,-1 0,1-1,0 1,1 0,-1-1,1 1,0-1,0 1,0-1,1 0,-1 0,1 0,0 0,0 0,1 0,-1-1,1 0,0 0,0 0,0 0,0 0,0-1,5 2,12 4,0 0,1-2,0 0,0-2,0 0,1-1,-1-2,1 0,0-2,-1 0,1-1,1-2,56-6</inkml:trace>
  <inkml:trace contextRef="#ctx0" brushRef="#br0" timeOffset="1598.003">1698 946,'-25'-3,"0"0,0 2,-1 1,1 1,-14 2,33-2,0 0,0 0,0 1,0-1,0 1,0 1,0-1,1 1,-1 0,1 0,0 1,0-1,0 1,0 1,1-1,-1 0,1 1,0 0,1 0,-1 0,1 1,0-1,0 1,-1 4,2-5,1-1,0 1,0 0,1-1,-1 1,1 0,0 0,0-1,0 1,1 0,0 0,0-1,0 1,1 0,-1-1,1 1,0-1,0 0,1 0,-1 0,1 0,0 0,0 0,0-1,1 1,4 4,1 0,0-1,0 0,1 0,-1-1,1 0,1-1,-1 0,1-1,0 0,4 1,-1 0,1-1,0-1,0 0,0-1,0 0,1-1,-1-1,0-1,1 0,-1-1,0 0,0-2,0 1,-1-2,1 0,-1-1,0 0,0-1,-1-1,0 0,-1 0,1-2,-1 1,-1-2,0 1,-1-2,0 1,0-1,-2-1,1 0,2-6,12-54,-32 99,7-18,0 0,0 0,0 0,1 0,0 0,1 0,0 0,0 1,1-1,0 0,0 0,1 0,0 0,1 0,-1 0,1-1,1 1,0-1,0 0,0 0,1 0,0-1,0 1,1-1,-1-1,1 1,7 4,16 1,-1-6</inkml:trace>
  <inkml:trace contextRef="#ctx0" brushRef="#br0" timeOffset="1846.388">2005 478,'0'0</inkml:trace>
  <inkml:trace contextRef="#ctx0" brushRef="#br0" timeOffset="2983.938">2366 798,'0'67,"2"0,3 0,4-1,6 19,-14-80,-1-1,1 1,-1-1,1 1,0-1,0 0,0 1,1-1,0 0,0 0,0 0,0 0,0 0,1 0,0-1,0 1,0-1,0 0,0 0,1 0,-1 0,1-1,0 1,-1-4,1 0,-1 0,0 0,0 0,0 0,0-1,0 1,0-1,0 0,0 0,-1 0,1 0,-1-1,0 1,1-1,-1 1,0-1,0 0,-1 0,2-3,-2 6,12-22,-1-1,-1-1,-1 0,-1 0,-1-1,-1 0,-2 0,0 0,0-20,-9 11,0 46,1 0,0 1,1-1,0 1,1-1,0 1,1-1,1 1,0 0,3 11,-4-19,1-1,0 1,1-1,-1 0,1 0,0 0,0 0,0 0,0 0,1 0,-1 0,1-1,0 0,0 1,1-1,-1 0,1 0,-1-1,1 1,0-1,0 0,0 0,0 0,0-1,0 1,1-1,-1 0,1 0,-1 0,1-1,-1 0,1 0,-1 0,1 0,-1-1,0 1,1-1,-1 0,3-1,3-3,-1 0,0 0,0-1,-1 0,0 0,0-1,0 0,-1 0,0-1,0 0,-1-1,0 1,0-1,-1 0,0 0,-1-1,0 0,0 1,-1-1,-1-1,1 1,-2 0,1 0,-2-1,1 1,-1-1,-1 1,-1-8,2 19,0-1,-1 0,1 0,0 0,-1 1,1-1,0 0,-1 0,1 0,-1 0,1 0,0 0,-1 0,1 0,-1 0,1 0,0 0,-1 0,1 0,-1 0,1 0,0 0,-1 0,1-1,-1 1,1 0,0 0,-1 0,1-1,0 1,0 0,-1-1,1 1,0 0,-1 0,1-1,0 1,0 0,0-1,-1 1,1-1,0 1,0 0,0-1,0 1,0-1,0 1,0 0,0-1,0 1,0-1,0 1,0 0,0-1,0 1,0-1,0 1,0 0,0-1,1 1,-1 0,0-1,0 1,0 0,1-1,-1 1,0 0,0-1,1 1,-16 28,12-20,0 0,0 0,1 1,0-1,1 1,0-1,0 1,1-1,0 1,0-1,1 1,0-1,1 1,0-1,0 1,1-1,-1 0,2 0,-1 0,1-1,1 1,-1-1,1 0,1 0,-1-1,4 4,10 0,1 0,0-1,1-1,0-1,0-1,0-1,1-1,0 0,0-2,0-1,0 0,0-2,14-2,-18 4,0-2,0 0,0-1,0-1,0-1,0 0,-1-1,1-1,-1-1,-1 0,4-3,-18 8,0 1,1 0,-1-1,-1 1,1-1,0 1,0-1,0 0,-1 0,1 0,-1 0,1 0,-1 0,0 0,0 0,0 0,0-1,0 1,-1 0,1-1,-1 1,1-1,-1 1,0-1,0 1,0-1,0 1,-1-1,1 1,-1 0,1-1,-1 1,0 0,0-1,0 1,0 0,0 0,0 0,-1 0,1 0,-1 0,-1-1,-5-4,-1 0,-1 1,1 0,-1 0,0 1,-1 1,1 0,-1 0,0 1,1 0,-2 1,1 0,0 1,0 0,0 1,-1 0,1 1,-6 1,13-1,0 0,1 0,-1 0,1 0,-1 1,1-1,0 1,-1 0,1 0,0 0,0 0,0 0,1 1,-1 0,0-1,1 1,0 0,0 0,0 0,0 1,0-1,0 0,1 1,0-1,0 1,0-1,0 1,0 0,1-1,-1 3,1 1,0-1,0 1,1-1,0 1,0-1,0 1,1-1,0 0,0 0,1 0,-1 0,2 0,-1 0,0-1,1 1,0-1,1 0,1 2,1-1,0-1,0 1,0-1,1 0,-1-1,1 0,1 0,-1-1,0 1,1-2,0 0,-1 0,1 0,7 0,-11-2,0 1,1-1,-1 0,0-1,1 1,-1-1,0 0,0 0,0 0,0-1,0 0,0 0,0 0,0-1,-1 0,1 1,-1-2,0 1,0 0,0-1,0 0,-1 0,1 0,-1 0,0 0,1-4,-3 8,0 0,0 0,0 0,0 0,0 1,-1-1,1 0,0 0,0 0,0 1,0-1,-1 0,1 1,0-1,0 1,-1-1,1 1,0-1,-1 1,1 0,0-1,-1 1,1 0,-1-1,1 1,-1 0,1 0,-1-1,0 1,1 0,-1 0,0 0,0 0,0 0,7 7,-4-5,1 1,0-1,-1 0,2-1,-1 1,0-1,0 0,1 0,-1 0,1 0,0-1,-1 0,1 0,0 0,0 0,0-1,0 0,0 0,-1 0,1-1,0 0,3 0,4-2,-1 0,0-1,0 0,0 0,0-1,-1-1,1 0,8-7,4-8,-2-2,0-1,-1 0,-1-2,-2 0,0-1,-2 0,-1-1,-1-1,-1 0,-2-1,-1 0,-2-1,0-4,13-40,-5-1,-2 0,-4-1,-3 0,-4 0,-4-23,3 86,-2 1,1-1,-2 1,0-1,0 1,-2 0,1 0,-2 0,0 0,0 1,-1 0,0 0,-6-7,10 17,1 1,-1-1,1 0,-1 1,0-1,0 1,0 0,0 0,0-1,0 1,0 1,0-1,-1 0,1 0,0 1,-1-1,1 1,0 0,-1 0,1 0,0 0,-1 0,1 0,0 1,-1-1,1 1,0-1,0 1,0 0,-1 0,1 0,0 0,0 0,0 1,0-1,1 1,-1-1,0 1,0 0,-59 77,42-36,2 1,1 1,3 1,2 0,1 1,3 0,2 0,1 1,3-1,5 39,-2-34,3 1,2-1,2 0,2-1,3 0,5 8,-11-37,1 0,1 0,1-1,1 0,0-1,2 0,0-1,1-1,1 0,1-1,1-1,0-1,1 0,14 8,43 14,-6-14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29:54.3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164 203,'0'-9,"0"4,0 11,0 19,-2 19,-6 13,-3 11,-3 2,0-3,1-9,4-12,3-18,2-15</inkml:trace>
  <inkml:trace contextRef="#ctx0" brushRef="#br0" timeOffset="337.085">71 69,'0'1,"0"-1,1 0,-1 1,0-1,0 0,1 1,-1-1,0 0,1 0,-1 0,0 1,1-1,-1 0,0 0,1 0,-1 0,1 0,-1 0,0 1,1-1,-1 0,0 0,1 0,-1 0,1-1,-1 1,0 0,1 0,-1 0,1 0,-1 0,0 0,1 0,-1-1,0 1,1 0,-1 0,0-1,1 1,-1 0,0 0,0-1,1 1,-1 0,0-1,0 1,0 0,1-1,-1 1,0 0,0-1,0 1,0-1,0 1,0 0,0-1,0 1,0-1,0 1,0 0,0-1,0 1,0-1,0 1,0 0,28 19,-2 2,0 0,-1 2,-1 1,6 10,-6-9,-1 1,-1 1,-1 1,-2 1,0 1,-2 1,-2 0,-1 1,7 24,-18-48,-1-1,0 1,-1-1,1 1,-2 0,1-1,-1 1,0 0,0-1,-1 1,0 0,-1-1,0 1,0-1,0 1,-1-1,0 0,-1 0,1 0,-1-1,-1 1,1-1,-1 0,0 0,0-1,-1 1,0-1,0 0,0-1,0 0,-1 0,-8 3,0-1,0-1,-1-1,0 0,0-1,0 0,0-2,0 0,0 0,0-2,0 0,-1-1,1 0,1-1,-1-1,0-1,1 0,0-1,0-1,-5-3,19 10,-1 0,1 0,0 0,0-1,-1 1,1 0,0-1,0 1,0-1,0 1,-1-1,1 0,0 1,0-1,0 0,0 0,0 0,1 1,-1-1,0 0,0 0,0-1,1 1,-1 0,1 0,-1 0,1 0,-1 0,1-1,0 1,-1 0,1 0,0-1,0 1,0 0,0 0,0-1,0 1,0 0,1-1,-1 1,0 0,1 0,-1 0,1-1,-1 1,1 0,0 0,-1 0,18-12</inkml:trace>
  <inkml:trace contextRef="#ctx0" brushRef="#br0" timeOffset="1199.091">1046 364,'-11'-11,"-6"-9,-1 1,-1 1,-1 1,-1 1,0 0,-1 2,0 0,-1 2,-3-1,21 12,0 0,0-1,0 2,0-1,-1 0,1 1,0 0,-1 1,1-1,0 1,0 0,-1 0,1 0,0 1,0 0,0 0,1 0,-1 1,0-1,1 1,-1 0,1 1,0-1,0 1,-2 2,-6 7,1 0,0 1,1 1,0 0,1 0,1 1,-1 2,-2 7,0 0,2 1,1 0,1 1,-3 25,8-41,1 0,0 0,0-1,2 1,-1 0,1 0,1 0,0-1,0 1,1-1,1 0,-1 1,2-1,-1-1,1 1,4 4,-1-6,1-1,0 0,1 0,0-1,0 0,0 0,0-1,1-1,0 0,0 0,0-1,1-1,-1 0,1 0,-1-1,1 0,-1-1,1-1,0 0,-1 0,1-1,-1-1,0 0,8-3,4 1,0-2,-1 0,0-2,0 0,0-2,-2 0,1-2,-1 0,-1-1,-1-1,0 0,0-2,-2 0,0-1,-1 0,-1-1,-1-1,0 0,-2-1,0 0,-2-1,0 0,-1-1,3-18,-7 21,-1 0,-1 0,-1 0,0 0,-2 0,0 0,-4-16,-3 24,2 30,14 169,-1-104,-9 216,19-325,-8-11,-1-1,-2-1,-1 1,-3-1,0 0,-4-21,-2-12,-3 1,-3 0,-3 0,-13-36,15 57,15 48,42 51,30 37,-4 5,-3 2,4 17,-62-92,-2 0,1 1,-2 0,-1 0,0 1,2 13,-8-28,0 1,0 0,0 0,-1-1,0 1,0 0,0 0,-1 0,0-1,0 1,0 0,-1-1,0 1,0-1,0 1,-1-1,0 0,0 0,0 0,-1-1,1 1,-1-1,0 1,0-1,-3 1,-10 5,1-1,-2 0,1-2,-1 0,-1-1,1 0,-1-2,0 0,0-1,0-1,0-1,-10-1,2 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0:05.59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117 10,'-9'5,"0"1,1 0,0 0,0 1,0 0,1 0,0 1,1 0,0 0,0 0,1 1,0 0,0 0,1 0,0 1,0 0,-1 7,5-13,-1-1,0 0,1 1,0-1,0 1,0-1,0 1,1-1,-1 0,1 1,0-1,0 0,0 0,0 1,1-1,-1 0,1 0,0 0,0-1,0 1,0 0,0-1,1 1,-1-1,1 0,0 0,-1 0,1 0,0 0,0-1,0 1,6 2,-1-1,1 0,-1 0,1-1,0 0,0-1,0 0,0 0,0-1,0 0,4 0,1-2,1 1,-1-2,0 0,0 0,0-1,0-1,-1 0,0-1,0-1,0 0,-1-1,0 0,-1 0,1-2,-2 1,1-1,-1-1,-1 0,0 0,0-1,-2 0,1-1,-1 1,-1-1,0-1,2-9,-8 22,1 0,0 0,-1 0,0 0,1 0,-1 0,0 0,1 0,-1-1,0 1,0 0,0 0,0 0,0 0,0-1,0 1,-1 0,1 0,0 0,-1 0,1 0,-1 0,1-1,-1 1,1 0,-1 0,0 1,1-1,-1 0,0 0,0 0,0 0,0 1,0-1,0 0,0 1,0-1,0 1,-2 3,1 0,-1 0,1 1,0 0,0-1,0 1,0 0,1 0,0 0,0 0,0 0,0 0,0 0,1 0,0 2,-1 0,-1 1,0-1,1 1,0-1,0 1,0 0,1-1,0 1,1 0,-1-1,1 1,0 0,1-1,0 0,0 1,0-1,1 0,0 0,0 0,0 0,1 0,0-1,0 0,0 0,1 0,0 0,0-1,0 1,0-1,4 1,-3-2,1-1,0 0,-1 0,1-1,0 0,0 0,0-1,0 1,1-2,-1 1,0-1,0 0,0 0,-1-1,1 0,0 0,-1 0,1-1,-1 0,1-1,-1 1,-1-1,1 0,0-1,-1 1,0-1,0 0,0-1,-1 1,0-1,0 0,0 0,-1 0,1 0,-1-1,-1 1,0-1,1-2,-1 5,-1-1,1 0,-1-1,0 1,0 0,-1 0,0 0,1-1,-2 1,1 0,-1 0,0 0,0 0,0-1,0 1,-2-2,2 7,0 1,0-1,0 0,0 1,0-1,0 0,1 1,-1-1,0 1,0 0,0-1,1 1,-1 0,0-1,1 1,-1 0,1 0,-1-1,0 1,1 0,0 0,-1 0,1 0,0 0,-1 0,1 0,0 0,0 0,0-1,0 1,0 0,0 0,0 0,0 0,0 1,0 6,0 0,1 0,0 0,0-1,1 1,0 0,0-1,1 1,0-1,0 0,1 0,-1 0,2 0,-1-1,1 1,0-1,0 0,1-1,0 1,0-1,0 0,0-1,1 1,0-1,0-1,0 1,0-1,1 0,-1-1,1 0,4 1,47 16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0:06.11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13,'22'-4,"1"0,0 2,0 0,1 2,-1 0,0 2,0 0,0 2,-1 0,11 5,-31-9,1 1,-1 0,0 0,0 0,1 0,-1 0,0 0,0 1,0-1,0 1,-1-1,1 1,0 0,-1 0,1 0,-1 0,1 0,-1 0,0 0,0 0,0 1,0-1,0 0,-1 1,1-1,-1 0,1 1,-1-1,0 1,0-1,0 1,0-1,-1 0,1 1,-1-1,1 1,-1-1,0 0,0 1,0-1,-1 2,-5 6,0-1,-1 0,-1 0,1-1,-1 0,-1 0,1-1,-1-1,-1 1,1-1,-3 0,-7 5,5-1,29-5,40-8,-41 0,0 2,0-1,1 1,-1 1,0 1,0 0,1 0,-1 1,0 1,0 0,-1 1,1 0,-1 1,1 1,-2 0,2 1,-11-6,0 1,0 0,0 0,-1 0,1 0,0 1,-1-1,0 0,1 1,-1-1,0 1,0-1,0 1,-1-1,1 1,0 0,-1 0,0-1,0 1,0 0,0-1,0 1,0 0,-1 0,1-1,-1 1,0 0,0-1,0 1,0-1,0 1,-1-1,1 0,-1 0,1 1,-1-1,0 0,0 0,0 0,0-1,0 1,-1 0,-14 10,-1 0,0-1,0-1,-1-1,-1-1,1 0,-2-1,1-2,0 0,-1-1,0-1,-16 0,-10-9,38-3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0:13.59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31 554,'-6'16,"-3"10,0 5,2-1,7 0,5-6,5-7,4-6,1-5</inkml:trace>
  <inkml:trace contextRef="#ctx0" brushRef="#br0" timeOffset="1">166 46,'-9'-14,"-6"-4,-4 6,-6 10,1 7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0:12.34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1106,'7'-71,"-6"48,1 0,2 0,0 0,1 0,1 1,7-16,-13 37,1-1,-1 0,1 0,-1 1,1-1,0 0,0 1,0-1,0 1,0-1,1 1,-1-1,0 1,0 0,1 0,-1-1,1 1,-1 0,1 1,0-1,-1 0,1 0,0 1,0-1,-1 1,1-1,0 1,0 0,0 0,0-1,0 1,-1 1,1-1,0 0,0 0,0 1,-1-1,1 1,0-1,0 1,-1 0,1 0,0 0,-1 0,1 0,-1 0,1 0,-1 0,0 1,0-1,1 1,8 11,-1-1,0 2,-1-1,0 1,-1 1,-1-1,0 1,-1 0,0 0,-2 1,0-1,0 1,-2 0,1 9,-3-25,1 0,0 0,0 0,-1 0,1 0,0 0,-1 0,1 0,0 0,-1-1,1 1,0 0,0 0,-1 1,1-1,0 0,-1 0,1 0,0 0,-1 0,1 0,0 0,0 0,-1 1,1-1,0 0,-1 0,1 0,0 0,0 1,0-1,-1 0,1 0,0 1,0-1,0 0,0 1,-1-1,1 0,0 0,0 1,0-1,0 0,0 1,0-1,0 0,0 1,0-1,0 0,0 0,0 1,0-1,0 0,0 1,0-1,0 0,0 1,1-1,-1 0,0 0,0 1,0-1,0 0,1 0,-1 1,-12-23,11 20,1 1,-1-1,0 0,1 0,0 0,-1 0,1 0,0 0,0 0,0 0,0 1,0-1,0 0,1 0,-1 0,1 0,-1 0,1 0,0 1,0-1,0 0,0 1,0-1,0 0,0 1,0 0,1-1,-1 1,0-1,1 1,0 0,-1 0,1 0,-1 0,1 0,0 0,0 1,0-1,0 0,84-26,-69 23,0 0,-1-1,0-1,0 0,0-1,0-1,-1-1,-1 0,1-1,6-7,-19 17,0-1,0 0,-1 0,1-1,0 1,-1 0,1-1,-1 1,0-1,1 1,-1-1,0 1,0-1,0 0,0 0,0 0,-1 0,1 1,0-1,-1 0,1 0,-1 0,0 0,0 0,0 0,0 0,0 0,0 0,0 0,-1 0,1 0,-1 0,1 0,-1 0,0 0,0 0,0 0,0 1,0-1,0 0,0 1,-1-1,1 1,-1-1,1 1,-1 0,1 0,-1-1,0 1,1 0,-1 0,0 1,0-1,0 0,0 1,0-1,-3 1,0 1,0-1,1 1,-1 0,0 1,1-1,-1 1,0 0,1 0,0 0,0 1,-1-1,1 1,1 0,-1 0,0 0,1 1,0 0,-1-1,1 1,1 0,-1 0,1 1,-1-1,1 0,0 1,1-1,-1 1,1 0,0 0,0-1,1 1,-1 0,1 0,0 0,0 0,1 0,-1 0,1-1,0 1,1 0,-1-1,1 1,0 0,0-1,0 1,5 3,-1 0,2 0,-1-1,1 0,0 0,0-1,1 0,0 0,0-1,0 0,1 0,0-1,0-1,0 0,0 0,0-1,0 0,1-1,-1 0,1 0,-1-1,1-1,-1 0,1 0,-1-1,1 0,1-2,-5 1,1-1,0 0,0 0,-1 0,0-1,0-1,-1 1,1-1,-1 0,0 0,-1-1,1 0,-1 0,-1 0,1-1,-1 1,-1-1,7-13,-2 0,-1-1,0 1,-2-1,3-22,1-33,-3 0,-3 0,-4 0,-4-1,4 55,1 9,-1 0,0 0,-1 0,-1 0,0 1,-1-1,-2-4,6 18,0-1,0 1,-1 0,1-1,0 1,-1-1,1 1,0 0,-1-1,1 1,-1 0,1 0,0-1,-1 1,1 0,-1 0,1 0,-1-1,1 1,-1 0,1 0,-1 0,1 0,-1 0,1 0,-1 0,1 0,-1 0,1 0,-1 0,1 0,-1 1,1-1,-1 0,1 0,-1 0,1 1,-1-1,1 0,0 1,-1-1,1 0,0 1,-1-1,1 0,0 1,-1-1,1 1,0-1,0 1,-1-1,1 0,0 1,0-1,0 1,0-1,0 1,0-1,-1 1,1-1,0 1,0-1,1 1,-1-1,0 1,0-1,0 1,0 0,-14 39,2 1,1 0,2 0,2 1,1 13,-4 22,3 0,4 1,4 24,-1-87,2 0,0-1,0 1,1-1,1 1,1-1,0 0,5 9,-7-18,0 0,0 0,0 0,1 0,0-1,0 1,0-1,0 0,1 0,0-1,-1 1,1-1,1 0,-1 0,0-1,1 0,-1 0,1 0,0 0,-1-1,1 0,5 0,1-1,1-1,-1-1,0 0,1 0,-1-1,0-1,-1 0,1 0,-1-1,0-1,0 0,0-1,-1 0,0 0,0-1,-1 0,0-1,-1 0,1 0,-2-1,1 0,-2-1,1 1,-1-1,-1 0,0-1,-1 0,0 1,0-1,-1 0,-1-1,1-9,-15-49,12 69,-1-1,0 1,0 0,0 0,0 0,0 0,0 0,0 1,0-1,-1 0,1 0,-1 1,1-1,-1 1,0-1,0 1,0 0,1 0,-1 0,0 0,-1 0,1 0,0 0,0 1,0-1,0 1,0-1,-1 1,1 0,-2 0,-1 2,-1 1,1 0,0 0,1 1,-1-1,1 1,-1 0,1 0,0 0,1 1,-1-1,1 1,0 0,0 0,0 0,1 0,0 1,0-1,0 1,0-1,0 5,-1-4,1 0,0 0,-1 0,2 0,-1 0,1 0,0 0,0 0,1 1,-1-1,2 0,-1 1,1-1,-1 0,2 0,-1 0,1 0,0 0,0 0,1 0,-1 0,1-1,0 1,1-1,0 0,0 0,0 0,0-1,0 1,4 1,1-1,0-2,0 1,1-1,-1-1,1 0,-1 0,1 0,9-1,34 1</inkml:trace>
  <inkml:trace contextRef="#ctx0" brushRef="#br0" timeOffset="645.853">1444 718,'-9'-1,"1"1,-1 0,0 0,1 1,-1 0,1 0,-1 1,1 0,0 0,0 1,0 1,0-1,0 1,0 0,1 1,-3 2,5-4,1 0,0 1,1-1,-1 1,1 0,-1 0,1 0,0 0,0 1,1-1,0 1,-1 0,1 0,1-1,-1 1,1 1,0-1,0 0,0 0,1 0,0 0,0 1,0-1,1 0,0 0,0 0,1 4,0-3,1 1,0-1,0 1,0-1,1 0,0 0,1-1,-1 1,1-1,0 0,0 0,0 0,1-1,0 0,0 0,0 0,0-1,1 0,-1 0,4 0,4 2,1 0,-1-2,1 1,0-2,0 0,0-1,0 0,0-1,5-2,-6 0,0-1,0 0,0-1,-1-1,1 0,-1-1,0 0,-1-1,0 0,0-1,0-1,-1 0,0 0,-1-1,0 0,-1-1,0 0,0-1,-2 0,1 0,-1 0,-1-1,0 0,-1-1,-1 1,0-1,0 0,-1 0,-1-1,7-54,-2-1,-3 1,-4-1,-3 0,-5-26,4 43,-3-1,-1 1,-16-50,9 82,2 45,0 30,3 1,2 0,3 0,2 1,3 39,2-39,2-1,3 0,2 0,2 0,3-1,2-1,2-1,7 8,-25-56,1 0,0 0,1 0,-1 0,1 0,0-1,-1 1,2-1,-1 1,0-1,1 0,-1 0,1 0,0 0,0 0,0-1,0 1,1-1,-1 0,1 0,-1 0,1 0,0-1,0 0,-1 1,1-1,0-1,0 1,0-1,0 1,4-1,5-7,0-1,0 0,0-1,-1 0,-1-1,0 0,0-1,-1 0,0-1,-1 0,0 0,2-5,59-109,-70 126,0 1,0-1,0 0,0 0,0 0,0 1,0-1,0 0,0 0,0 0,0 1,0-1,1 0,-1 0,0 0,0 0,0 1,0-1,0 0,1 0,-1 0,0 0,0 0,0 0,0 0,1 1,-1-1,0 0,0 0,0 0,1 0,-1 0,0 0,0 0,0 0,1 0,-1 0,0 0,0 0,0 0,1 0,-1 0,0 0,0 0,0-1,1 1,-1 0,0 0,0 0,0 0,0 0,1 0,-1-1,0 24,-5 30,2-42,1 1,1-1,0 0,1 1,0-1,0 1,1-1,1 0,0 1,0-1,5 10,-6-18,1 0,0-1,-1 1,1-1,0 0,0 1,0-1,1 0,-1 0,1 0,-1-1,1 1,-1-1,1 1,0-1,0 0,-1 0,1 0,0 0,0-1,0 1,0-1,0 0,0 1,3-2,25 0</inkml:trace>
  <inkml:trace contextRef="#ctx0" brushRef="#br0" timeOffset="895.695">2153 531,'-13'-4,"-15"-4,-6-4,-4 2,-5-3,4 1</inkml:trace>
  <inkml:trace contextRef="#ctx0" brushRef="#br0" timeOffset="1066.239">1645 331,'14'0,"20"0,25-4,22-5,19-2,-8 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0:21.33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13,'74'-6,"-61"4,0 0,0 0,0 2,1 0,-1 0,0 1,1 1,-1 0,0 1,0 0,2 2,-8 0,-1 0,0 0,-1 1,1-1,-1 2,0-1,-1 0,1 1,-1 0,-1 0,1 0,-1 0,0 1,-1-1,0 1,0 0,-1 0,1 0,-2 0,1 0,-1 0,-1 7,1 63,-4 1,-3-1,-4 0,-17 63,15-73,-79 494,82-457,4 1,5-1,4 1,10 41,8-9,7-2,5-1,30 68,-56-182,-4-9,0 0,1 0,1-1,0 1,1-1,0-1,0 1,1-1,0 0,4 3,-7-11,-1 0,0-1,1 0,-1 1,1-1,0 0,-1-1,1 1,0-1,0 1,-1-1,1 0,0-1,-1 1,1-1,0 1,-1-1,1 0,0-1,-1 1,1 0,-1-1,0 0,0 0,1 0,-1 0,-1 0,1-1,0 1,0-1,-1 0,0 0,1 0,-1 0,0 0,-1-1,2-1,12-14,-1 0,0-1,-2-1,0-1,-1 1,-2-2,0 1,-1-1,-1-1,0-8,-6 29,0 0,0-1,-1 1,1 0,-1 0,0 0,0 0,0-1,0 1,-1 0,1 0,-1 0,0 0,0-1,0 1,0 0,-1 2,1 1,0 0,-1 0,1 0,-1 0,1 0,-1 0,1 0,-1 0,1 0,0 1,-1-1,1 0,-1 1,1-1,0 1,0 0,-1 0,1-1,0 1,0 0,0 0,0 0,0 0,0 0,0 0,0 0,0 1,0 0,-17 20,2 0,0 2,1 0,2 0,1 2,0-1,2 1,-5 24,-9 45,5 2,5 0,3 1,5 0,4 0,5 22,-3-66,0 105,-13 690,-77 596,84-1383,1-66,-42-167,33 110,9 39</inkml:trace>
  <inkml:trace contextRef="#ctx0" brushRef="#br0" timeOffset="779.028">990 2927,'-2'0,"-1"-1,1 1,0 0,0 0,0 0,0 0,0 1,0-1,0 0,0 1,-1 0,1-1,1 1,-1 0,0 0,0 0,0 0,0 0,1 1,-1-1,0 0,1 1,0-1,-1 1,1 0,0-1,-1 1,1 0,0 0,0 0,1 0,-1 0,0 0,1 0,-1 0,2 11,0 0,0 0,1 0,1 0,0 0,1-1,0 1,1-1,0 0,5 7,-6-12,49 98,-34-73,-3 0,0 2,-2-1,-2 2,6 24,-17-58,-1 1,1 0,0-1,-1 1,1-1,-1 1,0 0,1 0,-1-1,0 1,0 0,0-1,-1 1,1 0,0 0,0-1,-1 1,1 0,-1-1,0 1,1-1,-1 1,0-1,0 1,0-1,0 0,0 1,0-1,-1 0,1 0,0 1,-1-1,1 0,-1-1,1 1,-1 0,1 0,-1-1,1 1,-1 0,0-1,1 0,-1 1,0-1,0 0,-5 0,0-1,1 0,-1 0,1 0,-1-1,1 0,0 0,0-1,0 1,0-1,0-1,1 1,-1-1,1 0,0 0,0-1,0 1,1-1,0 0,0-1,0 1,0-1,1 1,0-1,0 0,0 0,1-1,0 1,0 0,1-1,0 1,0-1,0 1,1-1,0 0,0 1,1-1,0 1,0-1,0 1,1-1,0 1,0 0,1 0,1-4,120-143,-111 135,0-1,-2 0,0-1,-1 0,-1-1,-1 0,-1 0,1-8,-6 19,0 1,0-1,-1 0,0 0,-1 1,0-1,0 0,-1 0,-1 1,1-1,-2 0,1 1,-1 0,-1 0,1 0,-2 0,1 0,-1 1,-1-1,-1-1,6 8,-1 0,1 0,0 1,0-1,-1 0,1 1,-1-1,0 1,1 0,-1 0,0 0,0-1,0 2,0-1,1 0,-1 0,-1 1,1-1,0 1,0-1,0 1,0 0,0 0,0 0,0 0,0 0,-1 0,1 1,0-1,0 1,0-1,0 1,0 0,0 0,1 0,-1 0,0 0,0 0,1 1,-1-1,0 0,1 1,-1 0,-10 16,1 1,0 0,2 0,0 1,1 0,1 1,1 0,-2 18,4-26,-12 52</inkml:trace>
  <inkml:trace contextRef="#ctx0" brushRef="#br0" timeOffset="1227.905">789 4225,'0'20,"0"14,0 10,0 7,0 1,2-1,3-5,4-10,1-11,2-10,-1-8</inkml:trace>
  <inkml:trace contextRef="#ctx0" brushRef="#br0" timeOffset="1478.237">816 3810,'-14'21,"-2"10,6 6,5-4</inkml:trace>
  <inkml:trace contextRef="#ctx0" brushRef="#br0" timeOffset="1730.085">1016 4412,'19'-10,"-1"-1,0-1,-1 0,0-1,-1-1,0 0,-1-1,-1-1,-1 0,11-16,-22 30,0 0,0 0,-1 0,1 0,-1-1,1 1,-1 0,0-1,0 1,0-1,0 1,0-1,0 0,-1 1,1-1,-1 0,0 0,0 1,0-1,0 0,0 1,-1-1,1 0,-1 0,0 1,0-1,0 1,0-1,0 1,0-1,-1 1,1 0,-1 0,1-1,-1 1,0 0,-2-1,-2 2,-1 0,1 0,0 1,-1 0,1 0,-1 1,1 0,0 0,-1 0,1 1,0 0,0 0,0 1,0-1,1 1,-1 0,1 1,-1 0,1-1,0 2,1-1,-1 0,1 1,0 0,0 0,0 0,-1 3,-1 0,0 0,0 1,1 0,0 0,0 0,1 1,1-1,-1 1,1 0,1 0,0 0,0 0,1 1,1-1,-1 0,2 0,-1 1,2-1,0 4,0-10,0 0,0 0,0 0,0 0,1-1,0 1,0-1,0 0,0 1,0-1,0-1,1 1,0-1,-1 1,1-1,0 0,0 0,0-1,1 1,-1-1,0 0,0 0,4 0,4 1,0-1,0 0,0-1,0 0,0-1,0-1,-1 0,2 0,36-12</inkml:trace>
  <inkml:trace contextRef="#ctx0" brushRef="#br0" timeOffset="2197.858">1444 4010,'-8'3,"1"0,-1 1,0 0,1 0,0 0,0 1,0 0,0 1,1-1,0 1,0 1,1-1,0 1,0 0,0 0,1 0,0 0,0 1,1 0,0 0,0 0,1 0,0 0,0 3,4-3,1-1,0 0,0 0,0 0,1-1,0 1,0-1,0 0,1 0,0 0,0-1,1 1,0-1,0-1,0 1,0-1,1 0,-1 0,1-1,2 1,2 2,5 4,-6-5,0 1,0-1,-1 2,0-1,0 1,0 1,-1 0,0 0,-1 1,0-1,0 2,-1-1,1 3,-6-10,0 0,0 0,-1 0,1 0,-1 0,1 1,-1-1,0 0,0 0,0 0,0 1,-1-1,1 0,0 0,-1 0,0 0,1 1,-1-1,0 0,0 0,0 0,0-1,0 1,-1 0,1 0,-1-1,1 1,-1-1,1 1,-1-1,0 1,0-1,0 0,0 0,0 0,0 0,0 0,0-1,0 1,0-1,0 1,-1-1,1 0,0 0,0 1,0-2,-2 1,1-2,1 0,0-1,0 1,0-1,1 1,-1-1,0 0,1 0,0 0,0 0,0 0,0 0,0 0,0 0,1 0,0 0,-1 0,1 0,1-1,-1 1,0 0,1 0,-1 0,1 0,0 0,0 0,0 0,2-3,7-23,2-1,0 1,3 1,0 1,1 0,2 0,1 2,1 1,1 0,12-10,-31 32,-2 1,1 0,-1 0,1 0,-1 0,1 0,-1 0,1 0,-1 0,1 1,0-1,0 0,-1 0,1 1,0-1,0 0,0 1,0-1,0 1,0-1,0 1,0-1,0 1,0 0,0-1,0 1,0 0,0 0,0 0,0 0,0 0,1 0,-1 0,0 0,0 0,0 1,0-1,0 0,0 1,0-1,0 1,0-1,0 1,0-1,0 1,6 80,-6-69,0 0,1-1,1 1,0 0,1-1,0 0,0 0,1 0,3 4,-5-11,-1 0,1 0,-1 0,1 0,1-1,-1 0,0 1,1-1,0 0,-1-1,1 1,0-1,1 0,-1 1,0-2,1 1,-1-1,1 1,-1-1,1 0,-1-1,1 1,0-1,-1 0,3 0,22-6,-4-5</inkml:trace>
  <inkml:trace contextRef="#ctx0" brushRef="#br0" timeOffset="2448.189">1791 3583,'-9'23,"-1"14,9 10,10 6,12 3,1-8</inkml:trace>
  <inkml:trace contextRef="#ctx0" brushRef="#br0" timeOffset="2947.853">2072 4144,'7'-50,"-3"0,-1-1,-3 1,-2-1,-2 1,-6-21,9 63,0 0,-1 1,0-1,0 1,-1 0,0 0,0 0,0 0,-1 0,0 1,-3-4,-11 3,23 21,3-10,1 0,0-1,0 0,0 0,0 0,0-2,1 1,-1-1,1 0,-1-1,2 0,3 1,145 11,-156-11,0 0,0 0,-1 0,1 1,0-1,-1 1,1 0,-1 0,1 0,-1 0,0 0,0 0,0 1,0-1,0 1,-1 0,1-1,-1 1,1 0,-1 0,0 0,0 0,-1 0,1 0,0 0,-1 0,0 0,0 1,-9 88,8-86,-3 15,2-16,0 0,1 0,-1 0,1 0,1 1,-1-1,1 0,0 1,0-1,0 0,1 1,0-1,0 0,1 4,1-7,0-1,0 1,-1-1,1 1,0-1,0 0,1 0,-1-1,0 1,0-1,0 1,1-1,-1 0,0 0,0 0,0-1,1 1,-1-1,0 0,0 0,0 0,0 0,0 0,0-1,0 1,0-1,-1 0,1 0,-1 0,1 0,11-8,-1 0,0-1,-1 0,0-1,-1-1,0 0,-1 0,0-1,-1 0,-1-1,0 0,-1 0,-1-1,0 0,-1 0,-1 0,0-1,-1 1,-1-1,-1 0,0 0,-1 0,-2-12,-3 83,4-33,0-11,0-1,0 1,1 0,0 0,1-1,0 1,0 0,1-1,0 1,1-1,0 0,1 0,0 0,0 0,1 0,0-1,0 1,-3-8,-1 1,1-1,0 0,-1 0,1 1,0-1,0 0,0 0,0-1,0 1,0 0,0-1,0 1,0-1,0 0,0 1,1-1,-1 0,0 0,0-1,0 1,0 0,0-1,0 1,0-1,0 0,0 1,0-1,1-1,17-8</inkml:trace>
  <inkml:trace contextRef="#ctx0" brushRef="#br0" timeOffset="3189.21">2647 3169,'-18'-5,"-16"-1,-8 0,-4 1,-1 4,1 2,8 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0:31.54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1,'0'0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0:03.41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2822 27,'0'21,"0"17,0 17,0 10,0 7,-3 3,-4-1,-4-10,0-16</inkml:trace>
  <inkml:trace contextRef="#ctx0" brushRef="#br0" timeOffset="309.169">2741 0,'7'1,"1"0,-1 1,0 0,0 0,0 0,0 1,0 0,-1 0,1 1,-1 0,2 1,6 4,10 4,-1 2,-1 0,0 2,-1 0,-1 1,-1 1,-1 1,0 1,-1 0,-2 1,0 1,-1 1,-2 0,6 14,-15-30,0 0,0 1,-1-1,0 0,-1 1,0 0,0-1,-1 1,0 0,0 0,-1-1,0 1,-1 0,0-1,0 0,-1 1,0-1,0 0,-1 0,0 0,0-1,-1 0,0 1,0-2,-1 1,0 0,0-1,0 0,-1-1,0 0,0 0,-1 0,1-1,-1 0,-5 2,1-1,0-1,0 0,0-1,0 0,0-1,-1-1,1 0,-1 0,1-2,-1 1,1-1,-1-1,1-1,0 1,-1-2,2 0,-1 0,0-1,1 0,-2-2,-4-9,6 2</inkml:trace>
  <inkml:trace contextRef="#ctx0" brushRef="#br0" timeOffset="589.419">3570 133,'-13'0,"0"0,1 1,-1 0,1 1,-1 0,1 1,0 1,0 0,0 0,1 1,-1 1,1 0,0 0,1 1,-1 1,2-1,-1 2,1-1,0 1,1 1,0 0,0 0,1 0,0 1,1 0,1 0,-1 1,2 0,-2 1,1 0,1 1,0-1,1 1,0 0,1 0,1 0,0 5,1-14,0 1,1 0,-1-1,1 1,0 0,1-1,-1 1,1-1,0 1,1-1,-1 0,1 0,0 0,0 0,1-1,-1 1,1-1,0 0,0 0,1 0,3 2,3 0,0 0,1 0,-1-1,1-1,0 0,1-1,-1 0,1 0,-1-2,1 0,0 0,0-1,4-1,13-1,0-1,0-2,0-1,-1-1,2-2,39-15</inkml:trace>
  <inkml:trace contextRef="#ctx0" brushRef="#br0" timeOffset="1171.472">3971 107,'-2'7,"-1"11,0 14,1 13,0 11,1 6,0 2,3-3,4-9,2-12,3-13,-1-10</inkml:trace>
  <inkml:trace contextRef="#ctx0" brushRef="#br0" timeOffset="1475.17">3931 13,'36'45,"1"-1,2-2,2-2,1-1,2-3,17 9,2 5,-46-36,7 3,-2 2,0 1,-1 0,-1 2,7 10,-25-29,1-1,-1 1,0 0,0 0,0 0,-1 0,1 0,-1 1,0-1,0 0,0 1,0-1,0 1,-1-1,1 1,-1-1,0 1,0-1,-1 1,1-1,-1 1,1-1,-1 1,0-1,0 0,-1 1,1-1,-1 0,0 0,0 0,0 0,0 0,-2 2,-12 7,0 0,0-1,-1-1,-1-1,0 0,0-2,-1 0,0-1,0 0,0-2,-17 2,34-5,-176 24,143-25</inkml:trace>
  <inkml:trace contextRef="#ctx0" brushRef="#br0" timeOffset="22093.774">1992 1618,'-3'-1,"-1"0,0 0,1 1,-1-1,0 1,0 0,0 0,1 0,-1 1,0-1,0 1,1 0,-1 0,1 0,-1 0,1 1,-1-1,1 1,0 0,-1 0,1 1,0-1,1 0,-1 1,0 0,1 0,-8 3,0 1,1 0,0 1,0 0,1 1,0-1,1 1,0 1,0 0,1 0,0 0,1 1,0-1,0 1,1 1,1-1,0 0,1 1,0 0,0-1,1 1,1 0,0 0,1 0,0-1,1 1,0 0,4 10,6 4,2-1,1 0,1-2,17 21,-17-24,0 1,-2 0,0 1,-2 1,0 0,2 9,-10-21,0 0,-2 1,1-1,-1 0,-1 1,0-1,-1 1,0 0,0-1,-1 1,-1-1,0 1,-1-1,0 0,0 0,-1 0,-1 0,0-1,0 0,-1 0,0 0,-1-1,0 1,-1-2,0 1,0-1,-1 0,0-1,-8 6,-12-4,48-28,-11 14,0 1,1 0,-1 1,1-1,0 2,0-1,0 1,0 0,2 1,-8 0,0 1,0 0,0 0,0 0,0 0,0 1,0-1,0 1,-1 0,1-1,0 1,0 1,0-1,-1 0,1 1,0-1,-1 1,1 0,-1 0,0 0,0 0,0 0,0 0,0 1,0-1,0 1,-1-1,1 1,-1-1,0 2,3 10,-1 1,0 0,-2 0,1 0,-2 0,0 0,-1 0,0 0,-1 0,-1-1,0 1,-1 0,-63 231,-5 27,69-256,1 0,0 1,1-1,1 1,1-1,1 0,0 5,0-15,-1-1,1 1,0-1,0 0,1 0,0 0,0 0,0 0,1 0,-1-1,2 0,-1 0,0 0,1 0,0-1,0 1,0-1,1-1,-1 1,3 0,3 1,0-1,1 0,-1-1,1 0,0-1,0 0,0-1,0 0,0-1,8-1,48-5</inkml:trace>
  <inkml:trace contextRef="#ctx0" brushRef="#br0" timeOffset="23076.398">0 2059,'53'-19,"-1"2,2 3,42-5,-94 18,1 0,-1 0,1 0,-1 0,0 1,1-1,-1 1,1 0,0-1,-1 1,1 0,-1 1,1-1,-1 0,1 1,-1-1,1 1,-1 0,0 0,1 0,-1 0,0 0,1 1,-1-1,0 0,0 1,0 0,-1 0,1-1,0 1,-1 0,1 0,-1 0,1 1,-1-1,0 0,0 1,0-1,0 2,-3 5,-1-1,0 0,0 1,-1-1,0-1,0 1,-1-1,0 1,-1-1,1-1,-1 1,0-1,-1 0,0 0,-2 1,-8 8,16-14,0 0,1-1,-1 0,0 0,0 0,1 0,-1 1,0-1,1 0,-1 1,0-1,1 0,-1 1,0-1,1 1,-1-1,1 1,-1-1,1 1,-1 0,1-1,-1 1,1 0,0-1,-1 1,1 0,0-1,0 1,-1 0,1 0,0-1,0 1,0 0,0 0,0-1,0 1,0 0,0 0,0-1,0 1,1 0,-1 0,0-1,0 1,1 0,-1-1,1 1,-1 0,0-1,1 1,-1-1,1 1,-1 0,1-1,0 1,-1-1,1 0,-1 1,1-1,0 1,-1-1,1 0,0 0,114-8,-71 1,-43 7,84-2,-83 2,0 0,0 1,0-1,0 0,0 1,-1 0,1-1,0 1,0 0,0 0,-1 0,1 0,0 0,-1 0,1 0,-1 1,0-1,1 1,-1-1,0 1,0-1,0 1,0 0,0-1,0 1,0 0,-1 0,1 0,-1 0,1-1,-1 1,0 0,1 0,-1 0,0 0,0 0,-1 0,1 0,0 0,-1 0,1 0,-6 12,1-1,-2 0,0 0,0 0,-2-1,1-1,-1 1,-1-1,0-1,-1 0,0 0,0-1,-5 3,-102 71,97-71</inkml:trace>
  <inkml:trace contextRef="#ctx0" brushRef="#br0" timeOffset="23329.322">669 1858,'16'21,"8"13,-1 6,-4 2,-5-1,-5-5,-4-9</inkml:trace>
  <inkml:trace contextRef="#ctx0" brushRef="#br0" timeOffset="24042.977">468 1605,'39'-1,"0"3,0 1,-1 2,1 1,27 9,-52-11,-1 1,0 0,0 0,-1 1,1 1,-1 0,-1 1,0 0,0 1,0 0,-1 1,0 0,-1 0,0 1,-1 0,0 1,4 8,32 83,-43-101,1-1,-1 1,0-1,0 1,1-1,-1 0,1 0,-1 0,1 1,-1-1,1-1,0 1,-1 0,1 0,0-1,0 1,0-1,0 1,-1-1,1 0,0 0,0 0,0 0,0 0,0 0,0 0,0-1,-1 1,1-1,0 1,0-1,0 0,-1 1,1-1,0 0,-1 0,2-2,47-53,-24-40,12 136,-37-37,1 0,0-1,0 1,1-1,-1 0,0 1,1-1,-1 0,1-1,0 1,-1 0,1-1,0 1,0-1,0 0,0 0,1 0,-1-1,0 1,0-1,0 1,1-1,-1 0,0 0,0-1,0 1,1-1,-1 1,0-1,0 0,0 0,0-1,0 1,0-1,2-1,0-5,-1-1,0 1,0-1,-1 0,0-1,-1 1,0 0,0-1,-1 1,0-1,-1 0,0 1,0-4,0 0,2-76,-4 0,-4 0,-3 0,-5 1,-3 0,-24-69,34 132,-2 1,0 1,-1-1,-2 2,0-1,-1 1,-9-9,21 29,0 0,0-1,0 1,0 1,0-1,-1 0,1 0,-1 0,1 1,-1-1,0 1,0-1,0 1,0 0,0 0,0 0,0 0,0 0,0 0,0 0,0 1,-1-1,1 1,0-1,0 1,-1 0,1 0,0 0,-1 0,1 1,0-1,0 1,-1-1,1 1,0 0,0-1,0 1,0 0,0 1,0-1,0 0,0 1,0-1,0 1,-3 6,1 0,0-1,0 2,1-1,-1 0,2 1,0-1,0 1,0 0,0 7,0 11,1 1,1-1,1 0,1 1,2-1,0 0,2-1,1 1,1-1,2 0,0-1,1 0,6 7,3 2,1 0,1-2,1 0,2-2,2 0,0-2,2-1,1-1,1-2,-14-10,1-1,1-1,0-1,0-1,1 0,3-1,1-5,-9-7</inkml:trace>
  <inkml:trace contextRef="#ctx0" brushRef="#br0" timeOffset="24296.308">923 1176,'16'-9,"21"-10,23-8,18-7,14-2,3 6,-14 7</inkml:trace>
  <inkml:trace contextRef="#ctx0" brushRef="#br0" timeOffset="24643.378">1552 1470,'0'-51,"2"20,-2 0,-1 0,-1 0,-2 0,-1 1,-2 0,-1-1,-8 0,25 34,0-1,0 0,0 0,0-1,0 0,0-1,1 0,-1 0,0-1,0 0,6-2,-4 2,2 0,-10-1,0 2,1-1,-1 0,0 1,0-1,1 1,-1 0,0 0,1 0,-1 0,0 1,1 0,-1-1,0 1,0 0,0 1,0-1,0 0,0 1,0 0,0-1,0 1,-1 1,1-1,1 2,-1 6,0 0,0 0,-1 0,0 0,-1 1,0-1,-1 1,0-1,-1 1,0 2,0 8,1-4,6 74,-5-89,-1 1,1-1,0 1,0-1,1 0,-1 0,0 0,1 1,0-1,-1-1,1 1,0 0,0 0,0-1,0 1,0-1,0 1,0-1,1 0,-1 0,0 0,1 0,-1 0,1-1,-1 1,1-1,-1 1,1-1,0 0,-1 0,1 0,-1-1,2 1,15-4,1 0,-1-1,-1-2,1 1,-1-2,0-1,-1 0,0-1,4-3,44-28</inkml:trace>
  <inkml:trace contextRef="#ctx0" brushRef="#br0" timeOffset="29974.207">535 7380,'34'-20,"276"-204,902-621,-841 598,11 16,10 17,407-157,-679 326,2 6,61-10,-126 41,-57 9,0-1,0 1,0-1,0 1,0-1,0 1,0-1,0 1,-1-1,1 1,0-1,0 1,-1-1,1 1,0-1,-1 1,1-1,0 0,-1 1,1-1,-1 1,1-1,-1 0,1 0,0 1,-1-1,1 0,-1 0,1 1,-1-1,0 0,1 0,-1 0,1 0,-1 0,1 0,-1 0,1 0,-1 0,1 0,-1 0,0 0,1 0,-1-1,1 1,-19 4</inkml:trace>
  <inkml:trace contextRef="#ctx0" brushRef="#br0" timeOffset="30226.541">3864 4973,'16'0,"23"0,26-2,22-6,15-3,3 0,-7 9,-15 16,-23 19,-25 22,-28 23,-26 20,-27 17,-20 10,-14 8,-8-3,11-24</inkml:trace>
  <inkml:trace contextRef="#ctx0" brushRef="#br0" timeOffset="31513.464">870 5267,'0'-2,"0"-1,1 1,-1-1,0 1,0 0,0-1,0 1,-1-1,1 1,-1 0,1-1,-1 1,0 0,0-1,0 1,0 0,0 0,0 0,-1 0,1 0,-1 0,1 0,-1 1,0-1,0 1,0-1,0 1,0-1,0 1,0 0,0 0,0 0,-1 0,1 1,-2-1,-2 2,0 0,1 0,-1 1,1 0,-1 1,1-1,0 1,-1 0,1 0,1 0,-1 1,0 0,1 0,0 0,0 0,0 1,1-1,-1 1,1 0,0 0,0 0,1 1,0-1,0 1,0-1,0 2,-1-2,1 0,0 0,-1 1,2-1,-1 1,1 0,0 0,0-1,0 1,1 0,0 0,0 0,1 0,-1-1,1 1,0 0,1-1,0 1,-1 0,2-1,-1 0,1 1,0-1,0 0,0-1,1 1,-1 0,1-1,0 0,5 4,-2-4,0-1,0 0,0 0,1 0,0-1,-1 0,1-1,0 0,0 0,0 0,0-1,0-1,0 1,0-1,-1 0,1-1,6-2,3-1,-1 0,-1-1,1-1,-1-1,0 0,-1-1,13-11,-13 10,-1-1,0-1,-1 0,0-1,-1 0,-1-1,0 0,-1 0,0-1,-1-1,-1 1,-1-1,0 0,-1-1,0 1,-1-1,-1-7,-2 21,-1 2,-1 1,1 0,0-1,0 1,-1-1,1 1,0-1,0 1,0-1,0 1,0-1,0 1,0-1,0 1,0-1,0 0,0 1,0-1,0 1,0-1,0 1,1 0,-1-1,0 1,0-1,1 1,-1-1,0 1,1-1,-1 1,0 0,1-1,-1 1,0 0,1-1,-1 1,1 0,-1 0,1-1,-1 1,1 0,-1 0,1 0,-1 0,1-1,-1 1,1 0,-1 0,1 0,-1 0,1 0,-1 0,1 0,-1 1,1-1,-1 0,1 0,-1 0,1 0,-1 1,1-1,103 128,-35-63,-49-56</inkml:trace>
  <inkml:trace contextRef="#ctx0" brushRef="#br0" timeOffset="31756.808">1204 4732,'-7'5,"3"6,10 7,17 9,12 5,1-2</inkml:trace>
  <inkml:trace contextRef="#ctx0" brushRef="#br0" timeOffset="32060.006">1592 5228,'1'-97,"1"24,-3-1,-4 1,-2-1,6 70,0 3,1 0,-1 1,1-1,0 0,-1 1,1-1,0 0,0 0,-1 1,1-1,0 0,0 0,0 1,0-1,0 0,0 0,0 0,0 1,0-1,1 0,-1 0,0 1,0-1,1 0,-1 1,0-1,1 0,-1 1,0-1,1 0,-1 1,1-1,0 1,-1-1,1 1,-1-1,1 1,0-1,-1 1,1 0,0-1,-1 1,1 0,0 0,0-1,-1 1,1 0,0 0,0 0,0 0,136 11,-25-10,-110-1,0 0,0 0,0 0,-1 0,1 1,0-1,0 1,-1-1,1 1,0 0,-1-1,1 1,-1 0,1 0,-1 0,1 0,-1 0,0 1,1-1,-1 0,0 1,0-1,0 1,0-1,0 1,-1-1,1 1,0 0,-1-1,1 1,-1 0,1 0,-1-1,0 1,0 0,0 0,0 0,-13 73,7-54,5-14,-10 80,11-85,0 0,0 0,1-1,-1 1,1 0,-1 0,1 0,0-1,0 1,0 0,0-1,0 1,0 0,0-1,0 0,0 1,1-1,-1 0,1 1,-1-1,1 0,-1 0,1 0,0 0,0-1,-1 1,1 0,0-1,0 1,0-1,0 0,-1 1,1-1,0 0,0 0,0 0,0-1,0 1,0 0,0-1,-1 1,1-1,0 0,83-33,-42 8</inkml:trace>
  <inkml:trace contextRef="#ctx0" brushRef="#br0" timeOffset="32712.124">2180 4666,'-4'4,"1"1,0 0,-1 0,2 1,-1-1,1 1,-1-1,1 1,1 0,-1 0,1-1,0 1,1 0,-1 0,1 0,0 0,1 0,-1 0,1 0,1 0,-1 0,1 0,0-1,0 1,0-1,1 1,0-1,0 0,0 0,1 0,0 0,0-1,2 2,0-1,0-1,0 1,0-1,1-1,0 0,-1 0,1 0,1 0,-1-1,0-1,0 1,1-1,-1 0,1-1,-1 0,1 0,-1 0,1-1,-1 0,1-1,-1 1,0-2,0 1,0-1,0 0,0 0,-1-1,1 0,-1 0,0 0,0-1,0 0,-1 0,0-1,0 1,0-1,-1 0,0 0,1-3,0 0,-1 0,0 0,-1-1,0 0,-1 1,0-1,0 0,-1 0,0 0,-1 0,0 0,-1 0,0 0,0 0,-1 0,0 0,-1 0,-2-5,5 16,0-1,0 0,-1 0,1 0,0 0,0 0,0 1,0-1,0 0,-1 0,1 0,0 0,0 0,0 0,0 0,-1 0,1 0,0 1,0-1,0 0,-1 0,1 0,0 0,0 0,0 0,-1 0,1 0,0 0,0 0,0-1,0 1,-1 0,1 0,0 0,0 0,0 0,0 0,-1 0,1 0,0 0,0-1,0 1,0 0,0 0,-1 0,1 0,0 0,0-1,0 1,0 0,0 0,0 0,0-1,0 1,-1 18,4-10,0-1,0 0,0 0,1 0,0 0,0 0,1-1,0 0,0 0,0 0,1-1,0 0,0 0,0 0,0-1,1 1,0-2,0 1,0-1,0 0,1 0,-1-1,1 0,0-1,-1 1,1-1,0-1,0 0,0 0,-1 0,1-1,0 0,0-1,-1 1,1-2,-1 1,1-1,-1 0,0 0,0-1,-1 0,1 0,-1-1,0 0,0 0,0 0,5-7,-4 1,-1 0,1 0,-2-1,0 0,0 0,-1 0,-1-1,0 1,-1-1,0 0,0 0,-2 0,0 0,0 0,-1-2,24 73,-21-51,1-1,-1 1,1-1,0 0,0 1,1-1,0-1,0 1,0 0,1-1,-1 0,2 0,-1-1,0 1,1-1,0 0,0 0,0-1,0 0,0 0,1 0,-1-1,8 2,39-9,-41 1</inkml:trace>
  <inkml:trace contextRef="#ctx0" brushRef="#br0" timeOffset="33072.784">2889 4318,'2'0,"1"2,2 4,2 4,3 6,4 7,2 6,2 5,4 3,-1 1,1-2,-3-5,-2-6,-5-9,-4-11,-3-8</inkml:trace>
  <inkml:trace contextRef="#ctx0" brushRef="#br0" timeOffset="33243.589">2875 4064,'-13'-6,"-8"-4,3 2,9 3,12 3,13 2,4 0</inkml:trace>
  <inkml:trace contextRef="#ctx0" brushRef="#br0" timeOffset="34054.687">3035 3850,'59'143,"-37"-97,157 356,-177-399,36 65,-36-66,0 0,-1 0,1 0,0 0,0 0,0-1,1 1,-1 0,0-1,1 0,-1 1,1-1,-1 0,1-1,-1 1,1 0,0-1,-1 1,1-1,0 0,0 0,-1 0,1 0,0 0,-1-1,3 0,5-3,0-1,-1 0,0-1,0 0,0 0,0-1,-1 0,0-1,-1 0,0 0,0 0,-1-1,4-7,-2 5,-1 0,-1-1,0 0,-1 0,0 0,-1-1,0 0,-1 0,0 0,-1-4,-8 0,-6 38,11-19,-1 0,1 1,0-1,0 0,0 0,1 1,-1-1,0 0,1 1,0-1,-1 1,1-1,0 1,0-1,0 1,1-1,-1 0,1 1,-1-1,1 1,0-1,0 0,0 0,0 1,0-1,0 0,1 0,-1 0,1 0,-1-1,1 1,0 0,0 0,0-1,0 0,0 1,0-1,1 1,5-2,1 0,-1-1,1 0,-1 0,0-1,0 1,1-2,-1 1,-1-2,1 1,0-1,-1 0,0 0,0-1,0 0,0 0,-1 0,0-1,0 0,0-1,-1 1,0-1,0-1,5-6,-1 0,0-1,-1 0,-1-1,0 0,3-15,-9 29,-1 2,-1 0,1-1,0 1,0 0,0-1,0 1,-1-1,1 1,0-1,0 1,0 0,0-1,0 1,0-1,0 1,0-1,0 1,0-1,0 1,1 0,-1-1,0 1,0-1,0 1,0 0,1-1,-1 1,0-1,0 1,1 0,-1-1,0 1,1 0,-1 0,0-1,1 1,-1 0,0 0,1-1,-1 1,1 0,-1 0,1 0,-1 0,0 0,1-1,-1 1,1 0,-1 0,1 0,-1 0,1 0,-1 1,0-1,1 0,-1 0,1 0,-1 0,1 0,-1 1,0-1,1 0,8 36,-9-31,0 0,1 0,0 0,0 0,0 0,0 0,1 0,0-1,0 1,0 0,0-1,1 0,0 1,0-1,0 0,0-1,1 1,-1-1,1 1,0-1,0 0,0 0,1-1,-1 1,1-1,-1 0,5 1,1-3,0-1,0 0,0-1,0 0,0 0,0-1,-1 0,1-1,-1 0,0-1,0 0,-1 0,1-1,-1 0,0 0,-1-1,0 0,0 0,0-1,3-6,8-10,-3 0,0-2,-1 0,-1-1,-2 0,-1 0,-1-1,-1-1,-1 1,-2-1,-1-1,-1 1,-2 0,-1-1,-2-21,2 24,-1-1,0 0,-2 1,-2 0,0 0,-3-5,8 30,0 0,0 0,0 0,-1 0,1 0,0 1,-1-1,1 0,-1 0,0 1,1-1,-1 0,0 1,0-1,0 0,0 1,0-1,-1 1,1 0,0-1,-1 1,1 0,-1 0,1 0,-1 0,0 0,1 0,-1 1,0-1,1 0,-1 1,0-1,0 1,0 0,0 0,0-1,1 1,-1 1,0-1,0 0,0 0,0 1,-4 5,0 0,1 1,-1 0,2 0,-1 0,1 0,0 1,0 0,1-1,0 2,1-1,0 0,-1 8,1-10,-3 15,1-1,0 1,2 0,0 0,2 0,0 0,1-1,2 1,0 0,1 0,1-1,0 0,2 0,0 0,2-1,0 0,1-1,1 0,0-1,2 0,0 0,0-1,2-1,9 8,68 51,-81-63</inkml:trace>
  <inkml:trace contextRef="#ctx0" brushRef="#br0" timeOffset="34319.001">3129 3931,'-18'0,"-11"0,0-2,7-2,16-3,26-6,33-10,36-9,27-12,20-4,6-1,-9 3,-27 9</inkml:trace>
  <inkml:trace contextRef="#ctx0" brushRef="#br0" timeOffset="35275.859">1818 5856,'-8'2,"0"0,0 1,0 0,0 0,0 0,0 1,1 1,0-1,0 1,0 0,1 1,-1-1,1 1,0 1,1-1,0 1,0 0,0 0,1 0,0 1,0 0,1-1,0 1,-1 5,3-6,0-1,0 0,0 1,1-1,0 1,0-1,1 0,0 1,0-1,0 0,1 1,0-1,0 0,1 0,-2-4,0 1,0 0,1-1,-1 0,1 1,0-1,0 0,0 0,0 0,0 0,0 0,0 0,1-1,-1 1,1-1,-1 1,1-1,0 0,-1 0,1 0,0-1,0 1,0-1,-1 1,1-1,0 0,0 0,0 0,0 0,0-1,-1 1,2-1,7-4,0-1,-1 0,0-1,0 0,0 0,-1-1,0 0,0-1,-1 0,0 0,-1-1,0 0,0 0,-1-1,-1 0,0 0,0 0,-1-1,0 1,1-12,2-2,-2 0,0-1,-2 0,-1 1,-1-1,-1 0,-2 0,0 0,-1 0,-2 1,-1 0,-1 0,-1 0,-1 1,-1 0,-1 1,-1 0,-13-18,24 39,0 0,1 0,-1 0,0 0,0 0,0 0,0 0,0 1,0-1,-1 0,1 1,-1-1,1 1,-1-1,0 1,1 0,-1-1,0 1,0 0,0 0,0 1,0-1,0 0,0 1,0-1,0 1,0-1,0 1,0 0,0 0,-1 0,1 0,-1 1,-18 56,17-35,1 1,2-1,0 1,2-1,0 1,1-1,2 1,0-1,1 0,1-1,2 1,0-1,1-1,0 1,4 2,-9-17,1 1,-1-1,1 0,0-1,1 1,-1-1,1 0,0 0,1-1,-1 0,1 0,0 0,-1-1,2 0,-1 0,0-1,1 0,-1 0,1-1,-1 0,1 0,0-1,-1 0,1 0,0-1,-1 0,1 0,-1-1,4-1,-2 0,0 0,-1 0,1-1,-1 0,0-1,0 0,-1 0,1-1,-1 0,0 0,-1-1,0 0,0 0,0 0,-1-1,0 0,0 0,-1 0,0 0,0-1,1-5,-8 3,-3 27,5-13,0-1,0 1,0 0,0-1,1 1,0 0,-1 0,1-1,0 1,0 0,1 0,-1-1,0 1,1 0,0-1,-1 1,1 0,0-1,1 1,-1-1,0 0,1 1,-1-1,1 0,0 0,0 0,0 0,0 0,0 0,0 0,0-1,0 1,1-1,-1 0,1 1,-1-1,1 0,0-1,-1 1,3 0,-1-1,1 0,-1 0,1 0,0 0,-1-1,1 0,-1 0,1-1,-1 1,0-1,1 0,-1 0,0 0,0 0,0-1,-1 0,1 0,-1 0,1 0,-1 0,0-1,0 1,0-1,-1 0,0 0,2-2,0-1,0-1,0 0,-1 0,0 0,0 0,-1 0,0-1,-1 1,1-1,-2 1,1-1,-1 0,-1-7,0 10,0 1,0 0,0 0,0 0,-1 0,0 0,0 1,0-1,-1 1,1-1,-1 1,0 0,-1 0,1 0,-1 0,1 0,-1 1,0 0,-1 0,1 0,0 0,-1 1,0 0,1-1,-1 2,0-1,0 1,-1-1,4 2,-1 1,1-1,-1 1,1-1,0 1,-1 0,1 0,0 0,-1 0,1 0,0 0,0 1,0-1,0 1,0-1,0 1,1 0,-1 0,1 0,-1 0,1 0,-1 0,1 0,0 1,0-1,0 0,0 1,1-1,-1 1,-4 73,6-70,1 0,0-1,1 1,-1 0,1-1,0 0,0 0,1 0,0 0,0 0,0-1,0 1,24 20</inkml:trace>
  <inkml:trace contextRef="#ctx0" brushRef="#br0" timeOffset="35793.676">2541 5588,'-98'-164,"97"163,1 0,-1 0,1 0,-1 0,1 0,-1 0,1 0,0 0,0 0,-1-1,1 1,0 0,0 0,0 0,0 0,0 0,0-1,1 1,-1 0,0 0,1 0,-1 0,0 0,1 0,-1 0,1 0,0 0,-1 0,1 0,0 0,0 0,-1 0,1 1,0-1,0 0,0 1,0-1,0 0,47-12,-35 10,220-37,-230 39,-1 0,1 0,-1 0,1 1,-1-1,1 1,0 0,-1 0,1 0,0 0,-1 0,1 1,-1-1,1 1,0 0,-1-1,1 1,-1 0,0 1,1-1,-1 0,0 1,0-1,0 1,0 0,0-1,0 1,0 0,0 0,-1 0,1 1,-1-1,0 0,0 1,1-1,-1 1,0 123,0-125,-1 1,0-1,1 1,-1-1,0 0,1 1,0-1,-1 0,1 1,0-1,0 0,0 0,-1 0,1 0,0 0,1 0,-1 0,0 0,0 0,0 0,1 0,-1-1,0 1,0-1,1 1,-1-1,1 1,-1-1,1 0,-1 0,0 1,1-1,-1 0,1 0,-1-1,2 1,51-17,-44 11,0-1,0 0,-1 0,1-1,-2-1,1 1,-1-1,-1 0,0-1,0 0,-1 0,0-1,0 1,-1-1,-1-1,0 1,0 0,-2-1,1 0,-1 0,0-8,-2 17,1 0,-1 1,0-1,0 0,0 1,-1-1,1 0,-1 1,1-1,-1 1,0-1,0 1,0-1,0 1,-1-1,1 1,-1 0,1 0,-1 0,0 0,0-1,0 4,1 0,0 0,-1 0,1 0,0 0,0 0,0 1,0-1,0 0,0 1,0-1,0 1,1-1,-1 1,1-1,-1 1,1-1,-1 1,1 0,0-1,0 1,0 0,0-1,0 1,0 1,0 2,-1-1,1 1,1 0,-1 0,1 0,-1 0,1-1,1 1,-1 0,1-1,0 1,0-1,0 1,0-1,1 0,0 0,0 0,0 0,0-1,1 1,-1-1,1 0,0 0,0 0,0-1,0 1,0-1,1 0,-1 0,1 0,-1-1,1 1,0-1,0-1,0 1,-1 0,1-1,0 0,3-1,18-2</inkml:trace>
  <inkml:trace contextRef="#ctx0" brushRef="#br0" timeOffset="36022.062">3048 4880,'7'0,"9"0,2 0</inkml:trace>
  <inkml:trace contextRef="#ctx0" brushRef="#br0" timeOffset="36227.514">3276 4786,'23'94,"-14"-68,11 30,2-1,2 0,18 27,-39-76,-1 0,1 0,0-1,1 1,-1-1,1 1,0-1,0 0,1-1,0 1,0-1,0 0,0 0,0 0,1-1,0 1,0-2,0 1,0 0,0-1,0-1,1 1,-1-1,0 0,1 0,-1 0,1-1,0 0,-1-1,6 0,-6-1,1 0,-1 0,1 0,-1-1,0 0,0 0,0 0,-1-1,1 0,-1 0,0-1,0 1,0-1,0 0,-1 0,0-1,0 1,0-1,-1 0,0 0,0 0,-1-1,0 1,0-1,0 1,0-1,-1 1,0-4,-8-15</inkml:trace>
  <inkml:trace contextRef="#ctx0" brushRef="#br0" timeOffset="36478.848">3262 5013,'7'-15,"18"-16,26-10,26-10,23-5,13-3,-13 9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0:53.74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 2531,'0'-1,"0"1,0 0,0 0,0-1,0 1,0 0,0 0,1-1,-1 1,0 0,0 0,0-1,0 1,0 0,0 0,0-1,0 1,0 0,-1 0,1-1,0 1,0 0,0 0,0 0,0-1,0 1,0 0,-1 0,1 0,0-1,0 1,0 0,0 0,-1 0,1 0,0-1,0 1,0 0,-1 0,1 0,0 0,0 0,-1 0,1 0,0 0,0 0,-1-1,1 1,63-51,368-256,359-298,304-216,-789 614,9 14,210-90,-407 234,-116 48,0 1,0-1,0 1,0-1,0 1,0 0,1-1,-1 1,0 0,0 0,0 0,0 0,0 0,1 0,-1 0,0 0,0 0,0 1,0-1,0 0,0 1,0-1,0 1,0-1,0 1,0 0,0-1,0 1,0 0,0 0,0-1,0 1,-2 11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0:54.75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495 1,'-9'9,"-183"295,-59 20,211-255,39-68,1 0,-1 1,1-1,0 0,0 0,-1 1,1-1,0 0,0 0,0 1,1-1,-1 0,0 0,0 1,1-1,-1 0,0 0,1 1,-1-1,1 0,0 0,-1 0,1 0,0 0,0 0,0 0,0 0,-1 0,1-1,1 1,-1 0,0 0,0-1,0 1,0-1,0 1,0-1,1 1,51 7,24-7,0-4,40-8,-70 4,1 2,0 2,0 3,0 1,-1 3,1 1,-1 3,0 2,-43-9,-3 0,0 0,0 0,0-1,0 1,1 0,-1 0,0-1,0 1,0-1,1 1,-1-1,0 1,1-1,-1 0,0 0,1 0,-1 0,0 0,1 0,-1 0,0 0,1 0,-1 0,0-1,1 1,-1-1,0 1,0-1,1 1,-1-1,0 0,0 1,0-1,0 0,0 0,0 0,0 0,0 0,0 0,-1 0,1 0,0 0,-1-1,1 1,0 0,-1 0,0-1,1 1,-1 0,0-1,1 1,-1-1,-2-12,-1 0,0 0,-1 1,0 0,-1 0,0 0,-1 0,-1 1,-3-4,0-4,-181-389,186 396,-1-3,-1 1,-1 0,0 0,-1 0,-1 1,0 0,-6-5,15 18,-1-1,0 0,1 0,-1 1,0-1,0 1,0 0,-1 0,1 0,0-1,0 2,-1-1,1 0,0 0,-1 1,1 0,-1-1,1 1,0 0,-1 0,-16 4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0:56.02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307 19,'-30'73,"29"-73,1 0,-1 0,1 0,0 0,-1 0,1 0,-1 0,1 0,-1 0,1 0,0 0,-1 0,1 0,-1-1,1 1,0 0,-1 0,1 0,-1-1,1 1,0 0,-1 0,1-1,0 1,-1 0,1-1,0 1,0 0,-1-1,1 1,0 0,0-1,-1 1,1 0,0-1,0 1,0-1,0 1,0-1,0 1,0 0,0-1,0 1,0-1,0 1,0-1,0 1,0 0,0-1,0 1,0-1,1 1,-1-1,-1-2,0-1,1 0,-1 1,0-1,-1 1,1-1,-1 1,0-1,1 1,-1 0,-1 0,1 0,0 0,-1 0,1 1,-1-1,0 1,0-1,0 1,0 0,-1 0,1 1,0-1,-1 1,1-1,-1 1,0 0,1 1,-1-1,0 0,1 1,-1 0,0 0,0 0,1 0,-1 1,-1 0,-2 1,0 1,0 1,0-1,1 1,-1 0,1 0,0 1,1 0,-1 0,1 0,0 1,0 0,0 0,1 0,0 0,0 1,0 1,-43 122,43-113,1 1,0 0,1 0,1 0,0 0,2 16,0-29,0 1,0-1,0 0,0 0,1 0,0 0,0 0,0-1,1 1,-1-1,1 1,0-1,0 0,1 0,-1 0,1 0,0-1,0 1,0-1,1 0,-1-1,1 1,-1-1,1 1,3 0,7 1,-1 0,1-1,0-1,0 0,0-1,0-1,0 0,1-1,-1 0,0-2,-1 1,6-3,15-5,0-1,-1-2,-1-1,20-12,-29 12,0-1,0 0,-2-2,0-1,-1-1,-1 0,0-2,-2 0,0-1,-2-1,-1-1,0 0,-2-1,12-18,-22 78,1 91,-3-120,0-1,1 1,0 0,0-1,0 1,1-1,-1 0,2 0,-1 0,0 0,1 0,0-1,0 0,0 0,1 0,-1 0,1 0,0-1,0 0,1 1,58 10,-35-16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0:56.27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1,'0'13,"11"14,4 3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0:56.70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0 607,'17'-33,"-3"0,0-1,-2-1,-2 0,-1 0,-1-1,-3 0,0 0,-3 0,-1-1,-1 1,-4-17,1 40,0 0,-1 0,0 0,-1 1,-1 0,0 0,0 0,-2 1,-1-3,9 14,0 1,0-1,1 0,-1 1,0-1,0 0,1 0,-1 1,0-1,0 0,1 0,-1 0,0 1,1-1,-1 0,0 0,1 0,-1 0,0 0,1 0,-1 0,0 0,1 0,-1 0,1 0,-1 0,0 0,1 0,-1 0,0 0,1 0,-1 0,0 0,1-1,-1 1,0 0,1 0,-1 0,0-1,0 1,1 0,-1 0,0-1,0 1,1 0,-1 0,0-1,0 1,0 0,0-1,1 1,-1 0,0-1,0 1,0 0,0-1,0 1,0 0,0-1,0 1,0 0,0-1,0 1,0-1,0 1,0 0,0-1,4 2,17 3,13 2,0 1,0 2,-1 1,10 5,-39-13,1 1,-1-1,1 1,-1 0,0 0,0 0,0 1,-1 0,1-1,-1 1,0 0,0 1,0-1,0 0,-1 1,0 0,0-1,0 1,0 0,-1 0,0 0,0 0,0 0,-1 0,0 1,0-1,0 0,0 0,-1 0,0 0,0 1,-13 64,10-57,1 1,0 0,1 0,0 0,1 0,1 0,0 0,1 0,0 0,3 12,-2-21,0 1,1-1,-1 1,1-1,0 0,0 0,1 0,-1-1,1 1,0-1,1 0,-1 0,1 0,-1-1,1 1,0-1,0 0,1-1,-1 1,1-1,-1 0,1-1,0 1,7 1,-1-1,1 0,1-1,-1-1,0 0,0-1,0 0,0-1,10-2,23-8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0:56.99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346 25,'-15'-6,"1"2,-1 0,0 0,0 2,0 0,0 0,-1 1,1 1,0 1,0 0,-3 2,10-2,0 1,0 0,0 0,0 1,0 0,1 0,-1 1,1 0,0 1,0-1,1 1,-1 1,1-1,0 1,1 0,-1 0,1 1,0 0,1 0,-1 0,1 1,1-1,0 0,0 0,0 1,1-1,0 1,1 0,0 0,0-1,0 1,1 0,0 0,1 0,0 0,0-1,1 1,0 0,0-1,0 1,1-1,0 0,1 0,0 0,0 0,0 0,1-1,0 0,0 0,1 0,-1-1,1 0,0 0,1 0,-1-1,1 0,6 3,4 1,0-1,1 0,0-1,0-1,1-1,0-1,-1 0,1-1,0-1,0-1,2-1,27-2,-1-3,0-2,39-11,-6-2,-11 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0:57.24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 9,'2'-5,"1"2,-2 2,-4 5,-1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0:58.57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357 546,'-13'-3,"1"0,-1 1,0 1,0 1,0-1,1 2,-1 0,0 0,0 1,0 1,1 0,0 1,-1 0,1 1,1 0,-1 1,1 1,0-1,0 2,1-1,0 2,0-1,2 0,1 1,-1-1,1 1,1 1,0-1,0 1,1 0,0 0,0 1,1-1,1 1,0 0,0 0,1 0,1 1,0-1,0 0,1 1,1-1,0 0,0 1,1-1,0 0,1 0,3 6,-4-12,1-1,0 0,-1-1,2 1,-1 0,0-1,1 0,-1 0,1 0,0 0,0 0,0-1,0 0,1 0,-1 0,0 0,1-1,0 1,-1-1,1 0,0-1,-1 1,1-1,0 0,0 0,0-1,1 0,4 0,-1-1,0-1,1 0,-1 0,0-1,-1 0,1 0,-1-1,1 0,-1-1,-1 0,1 0,0-2,3-3,-1-1,0 0,-1 0,-1-1,0 0,0-1,-2 0,0 0,0 0,-1-1,-1 0,0 0,-1 0,-1 0,-1 0,0-1,-1-12,-3-27,-2 1,-2 1,-3-1,-8-20,-57-263,78 454,5-30,4-1,4 0,16 47,-24-106,1-1,1 0,2 0,0-1,7 8,-14-25,0 0,1 0,-1 0,2-1,-1 0,1 0,0-1,1 0,0 0,0 0,0-1,0 0,1-1,0 0,0 0,0-1,0 0,14 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0:58.82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30 0,'-7'16,"-2"12,0 6,4 2,8 1,9-1,8-4,5-6,1-6,-5-8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0:59.08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79 0,'-16'0,"-5"5,0 5,5 7,11 4,18 3,7-2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0:59.36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313 11,'-13'-3,"-1"0,1 1,-1 1,0 0,0 1,1 0,-1 2,0-1,1 2,-1-1,1 2,-1 0,1 1,1 0,-1 0,1 2,0 0,-10 7,18-12,1-1,0 1,0 0,0 0,0 0,0 1,0-1,0 1,1 0,0-1,-1 1,1 0,0 0,0 0,1 1,-1-1,1 0,-1 1,1-1,0 1,0 0,1-1,-1 1,1-1,0 1,0 0,0-1,0 1,0 0,1-1,0 1,1 3,5 0,0-1,0 1,1-1,0-1,0 0,1 0,-1 0,1-1,0 0,0-1,0 0,1 0,-1-1,1-1,15 7,-4-2,-5-3,-1 1,0 0,0 1,0 0,0 1,-1 1,0 1,0 0,-1 1,0 0,0 1,-1 0,-1 1,0 0,0 1,-1 1,-7-8,-1 0,0 0,0 0,0 0,-1 0,0 1,0-1,0 0,-1 1,1-1,-1 1,-1-1,1 1,-1-1,0 1,0-1,-1 0,1 0,-1 1,0-1,-1 0,1-1,-1 1,0 0,0-1,-4 4,0 1,-1 0,-1 0,0-1,0 0,-1-1,1 0,-2-1,1 0,-1 0,0-1,-9 3,8-4,1-1,0 0,-1 0,0-2,1 1,-1-2,0 1,-10-2,-9-4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0:59.60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0,'0'25,"2"22,4 19,6 14,7 11,4 7,3 2,-1 1,-2-5,-5-3,-6-7,-4-12,-4-17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0:59.91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1 120,'0'-5,"1"1,0 0,0-1,0 1,0 0,1 0,0 0,-1 0,2 0,-1 0,0 1,1-1,0 1,-1-1,1 1,1 0,-1 0,0 0,1 1,-1-1,1 1,0 0,0 0,0 0,0 0,0 1,0 0,1 0,-1 0,0 0,1 1,-1-1,1 1,24-7,0 0,0 2,1 1,0 2,-1 1,1 1,0 1,-1 2,1 1,27 8,12 26,-68-36,1 0,-1-1,0 1,1 0,-1 0,0 0,0 0,0-1,0 2,0-1,-1 0,1 0,-1 0,1 0,-1 0,0 1,0-1,0 0,0 0,0 0,0 1,-1-1,1 0,-1 0,1 0,-1 0,0 0,0 0,0 0,0 0,0 0,0 0,-2 1,-9 9,0-1,-1 0,0 0,-1-1,0-1,-1-1,0 0,0 0,-1-2,0 0,0-1,0 0,-2-1,-83 18,69-20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1:00.22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72 131,'-57'36,"55"-35,1 0,0 1,0-1,0 0,0 0,0 1,0-1,0 0,0 1,1-1,-1 1,1-1,-1 1,1 0,-1-1,1 1,0-1,0 1,-1 0,1-1,1 1,-1 0,0-1,0 1,0-1,1 1,-1 0,1-1,0 1,-1-1,1 1,0-1,0 0,0 1,0-1,0 0,0 1,1 0,7 4,0 0,1 0,-1-1,1 0,0-1,1 0,-1 0,1-1,-1-1,1 0,0 0,0-1,0 0,0-1,0 0,0-1,11-2,-17 3,0 0,1-1,-1 1,0-1,0 0,0 0,0-1,0 0,0 0,0 0,0 0,0-1,-1 1,0-1,1-1,-1 1,0 0,0-1,-1 0,1 0,-1 0,0 0,0-1,0 1,-1-1,1 0,-1 1,0-1,-1 0,1-1,-1 1,0 0,0 0,-1-1,-2-3,0 1,-1 0,0-1,0 1,-1 0,0 1,-1-1,1 1,-2 0,1 0,-1 0,0 1,0 0,0 0,-1 1,0-1,0 1,-1 1,1 0,-1 0,0 0,0 1,0 0,-1 0,1 1,-1 0,1 1,-1 0,-1 0,6 1,0 0,0 0,1 0,-1 0,0 1,0 0,1-1,-1 2,0-1,1 0,-1 1,1-1,0 1,-1 0,1 0,0 0,0 0,0 1,0 0,1-1,-1 1,1 0,0 0,-1 0,1 0,1 1,-1-1,0 1,1-1,0 1,0-1,0 1,0 0,0-1,0 5,2 24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1:00.66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0,'11'26,"1"-1,1-1,1 0,1 0,2-2,0 0,1-1,6 5,-22-24,8 11,1-1,1 0,0-1,0 0,1-1,0 0,1-1,0 0,12 4,-22-12,-1 0,0 0,1-1,-1 1,1-1,-1 0,1 0,0 0,-1-1,0 1,1-1,-1 0,1 0,-1 0,0 0,1-1,-1 1,0-1,0 0,0 0,-1 0,1 0,0 0,-1-1,1 1,-1-1,1-1,52-82,-54 84,76-190,-77 192,0 1,1-1,-1 0,0 0,0 1,0-1,0 0,1 0,-1 1,0-1,0 0,0 0,1 0,-1 1,0-1,0 0,1 0,-1 0,0 0,0 0,1 1,-1-1,0 0,1 0,-1 0,0 0,0 0,1 0,-1 0,0 0,1 0,-1 0,0 0,0 0,1 0,-1-1,0 1,1 0,-1 0,0 4,2 4,0 0,1 0,-1 0,1 0,1 0,0 0,0-1,0 0,1 0,0 0,0 0,1-1,0 0,0 0,0 0,1-1,0 0,0 0,0-1,1 0,-1 0,1-1,0 0,0 0,0-1,0 0,1 0,-1-1,1 0,-1 0,1-1,-1-1,1 1,-1-1,0 0,1-1,3-1,30-11,-6-2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1:00.90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24 3,'-3'-2,"-2"6,-1 9,0 9,2 7,6 7,7-2,7-1,5-7,3-8,-1-6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1:01.07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1:01.65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1,'10'130,"-7"-112,32 138,39 102,24 105,-86-296,-13-62,-2-12,-2-14,3 10,0 0,1-1,0 1,0-1,2 1,-1-1,1 1,1-1,0 1,1 0,0-1,0 2,1-1,1 0,0 1,0 0,1 0,0 0,1 1,0-1,1 2,-1-1,2 1,-1 0,1 1,0 0,1 1,0 0,0 0,0 1,6-3,-10 6,0 1,0-1,0 1,0 0,0 0,0 1,0 0,1 0,-1 0,0 1,0 0,0 0,0 0,0 1,0 0,0 0,-1 1,1-1,-1 1,0 0,1 1,-1-1,-1 1,1 0,-1 1,1-1,-1 1,0-1,-1 1,1 1,-1-1,2 4,-1 1,0 0,-1 0,0 1,-1-1,0 1,-1 0,0-1,0 1,-1 0,-1 0,-1 10,1-16,0 0,0 0,0 0,0 0,-1 0,0 0,0-1,0 1,-1-1,0 1,1-1,-1 0,-1 0,1 0,-1 0,1-1,-1 1,0-1,-1 0,1 0,0-1,-1 1,1-1,-1 0,-3 1,6-2,-1 0,1-1,0 1,0-1,0 0,0 0,-1 1,1-2,0 1,0 0,0 0,-1-1,1 1,0-1,0 1,0-1,0 0,0 0,0 0,0 0,0 0,0 0,1-1,-1 1,0-1,1 1,-1-1,1 0,-1 1,1-1,0 0,0 0,0 0,0 0,0 0,0 0,1 0,-1-2,-1-3,0-1,0 0,1 0,0 0,1 0,0 0,0 0,1 0,-1 0,2-3,4-9,1 0,0 0,2 1,0 0,1 0,1 1,0 0,2 1,0 1,1 0,0 0,6-3,-12 11,2 1,-1-1,1 1,-1 1,2 0,-1 0,1 1,4-1,-12 5,0 0,0 0,0 0,1 0,-1 0,0 1,1 0,-1-1,0 1,1 0,-1 1,0-1,1 1,-1-1,0 1,0 0,1 0,-1 0,0 1,0-1,0 1,-1 0,1 0,0 0,0 0,-1 0,0 0,1 1,-1-1,2 4,8 14,-1 1,-1 1,-1 0,-1 0,-1 1,-1 0,0 3,10 34,-16-61,0 1,0-1,0 0,1 1,-1-1,0 1,1-1,-1 1,0-1,1 1,-1-1,0 1,1-1,-1 1,1 0,-1-1,1 1,-1-1,1 1,-1 0,1 0,0-1,-1 1,1 0,-1 0,1 0,0 0,-1 0,1-1,-1 1,1 0,0 0,-1 1,1-1,0 0,-1 0,1 0,-1 0,1 0,0 1,-1-1,1 0,-1 1,1-1,-1 0,1 1,-1-1,1 0,-1 1,0-1,1 1,-1-1,1 1,-1-1,0 1,1-1,-1 1,0 0,0-1,0 1,1-1,-1 1,0 0,0-1,0 1,0-1,0 2,7-18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1:01.90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 19,'-9'-7,"4"0,11 4,15 1,3 2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1:02.14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213 451,'13'-31,"-2"0,-1-1,-2 0,-1-1,-2 0,-1 0,-1 0,-2 0,-1 0,-2-3,2 32,0 1,0-1,0 0,0 1,-1-1,1 1,-1-1,0 1,0-1,-1 1,1 0,-1-1,1 1,-1 0,0 0,0 0,-1 1,1-1,0 0,-1 1,0-1,1 1,-1 0,0 0,0 0,0 0,-1 1,1-1,0 1,-1 0,1 0,-1 0,1 0,-1 1,1-1,-1 1,-6 4,0 1,0 0,0 1,1 0,0 0,0 1,1 0,0 1,0-1,1 2,0-1,0 1,1 0,0 0,1 1,0 0,0 0,1 0,0 0,1 1,-6 11,1 1,1 0,1 1,1-1,1 1,1 0,1 0,1 0,1 0,2 0,0 0,1 0,2 0,0-1,1 0,2 0,0 0,2-1,0 0,1-1,2 0,0-1,1 0,1-1,0-1,2-1,0 0,1-1,8 6,-16-15,0-1,0 1,0-2,1 1,0-2,0 1,0-1,1-1,-1 0,1-1,0 0,0-1,0 0,0-1,0 0,0-1,-1 0,1-1,0 0,0-1,-1-1,0 0,0 0,0-1,0 0,1-2,27-20,-7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1:02.30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 22,'-7'-9,"-2"-3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2:19.58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319 509,'-9'13,"1"0,0 1,1 0,1 0,0 0,1 1,0 0,1 0,1 1,1-1,0 1,0-1,2 1,0 0,1-1,0 1,2-1,-1 1,3 3,-4-16,-1-1,1 1,0-1,0 1,0-1,1 1,-1-1,0 0,1 0,-1 0,1 0,0 0,0 0,0 0,0 0,0-1,0 1,0-1,1 0,-1 1,0-1,1 0,-1 0,1-1,-1 1,1 0,0-1,-1 0,1 1,-1-1,1 0,0-1,-1 1,1 0,0-1,-1 1,1-1,-1 0,1 0,-1 0,1 0,-1 0,2-2,8-6,0-1,-1 0,-1-1,1-1,-2 0,0 0,0-1,-1 0,0 0,-2-1,1 1,-2-2,1 1,-2-1,0 0,-1 0,0-3,0 6,0 0,-1 0,0 0,-1 0,0 0,-1-1,0 1,-1 0,0 0,-1 0,-1 0,0 0,0 0,-1 1,-1-1,0 1,-5-8,9 17,-1 0,0 0,0-1,0 1,0 1,0-1,0 0,-1 0,1 1,0 0,-1-1,1 1,-1 0,0 0,1 0,-1 1,0-1,0 0,1 1,-1 0,0 0,0 0,0 0,1 0,-1 1,0-1,0 1,1-1,-1 1,0 0,1 0,-1 0,1 1,-1-1,1 1,0-1,-1 1,1 0,-1 1,-8 6,0 1,0 0,1 1,0 1,0-1,-6 13,-15 27,4 0</inkml:trace>
  <inkml:trace contextRef="#ctx0" brushRef="#br0" timeOffset="708.732">25 54,'-2'-7,"-3"3,-1 8,1 11,1 11,1 11,4 11,1 5,1 2,-1-10</inkml:trace>
  <inkml:trace contextRef="#ctx0" brushRef="#br0" timeOffset="1433.79">761 0,'2'5,"3"8,4 11,1 11,2 10,4 9,0 7,-1 3,-4-11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2:36.75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93 174,'-2'-5,"-1"2,0 2,-1 9,-1 10,1 11,1 7,-1 7,0 2,0 2,2-4,3-4,1-5,3-5,0-5,0-5,-2-6</inkml:trace>
  <inkml:trace contextRef="#ctx0" brushRef="#br0" timeOffset="420.472">0 0,'11'16,"273"207,-271-214,-1 0,0 1,0 1,-1 0,0 1,-1 0,0 0,-1 1,-1 1,0-1,-1 1,0 0,-1 1,0 0,2 13,-8-23,0 0,-1 0,0 0,0 0,0 0,0 0,-1 0,0-1,0 1,0 0,0-1,-1 0,0 1,1-1,-2 0,1 0,0-1,-1 1,0-1,0 0,0 0,-1 1,-8 5,1-2,-1 1,0-2,0 0,-1 0,0-1,-2 0,-13 1,0-1,0-2,0 0,0-2,0-1,-6-2,26 1,14-2,5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2:41.17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0,'4'16,"5"15,2 10,2 6,-2 3,-2 3,-5-1,-10-3,-16-4,-4-11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2:44.23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53 20,'-11'-9,"-4"2,0 4,4 2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2:39.28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81 51,'-18'52,"2"1,3 1,2 0,2 1,3 0,2 0,3 16,-1-29,1 0,3 0,1-1,2 1,10 35,-11-62,0 0,1-1,1 1,0-1,1 0,1-1,0 1,0-1,2-1,-1 0,2 0,-1-1,2 0,-1-1,2-1,-1 1,6 1,19 8,-5-7</inkml:trace>
  <inkml:trace contextRef="#ctx0" brushRef="#br0" timeOffset="504.957">455 238,'5'6,"1"0,0 0,0-1,0 0,1 0,-1 0,1-1,1 0,-1 0,0-1,1 0,-1-1,1 1,0-1,0-1,0 1,0-1,0-1,0 0,0 0,1 0,-1-1,0 0,3-2,5 1,1-1,-1-1,0 0,-1-1,1-1,-1-1,0 0,0-1,-1 0,12-10,-18 12,-1 1,1-2,-1 1,-1-1,1 0,-1-1,-1 1,1-1,-1 0,0-1,-1 1,0-1,-1 0,1 0,-2 0,1 0,-1-1,-1 1,1-4,-2 10,1 1,-1 0,0 0,0-1,0 1,0 0,0-1,-1 1,1 0,-1 0,1 0,-1-1,0 1,0 0,0 0,0 0,0 0,0 0,0 0,-1 1,1-1,-1 0,0 1,1-1,-1 1,0-1,0 1,0 0,0 0,0 0,0 0,0 0,0 0,0 0,-1 1,1-1,0 1,0 0,-1 0,1-1,0 2,0-1,-1 0,1 0,0 1,0-1,-1 1,0 0,-3 1,0 1,0 0,0 1,1-1,-1 1,1 0,0 0,0 1,0 0,1 0,-1 0,1 0,1 1,-1-1,1 1,0 0,0 0,0 0,1 0,0 1,0 0,-4 16,1-1,1 1,1 1,1-1,1 11,22 197,-4-89,-13-111,-2 1,-1-1,-1 0,-2 0,-1 1,-2-2,-1 1,-5 14,1-18</inkml:trace>
  <inkml:trace contextRef="#ctx0" brushRef="#br0" timeOffset="871.978">629 586,'472'-216,"-393"192,-77 25,0 0,0 0,0 0,0 1,0-1,0 1,-1-1,1 1,0 0,-1-1,0 1,1 0,-1 0,0 0,0 0,0 0,0 0,0 1,-1-1,1 0,-1 0,1 1,-1-1,0 0,0 0,0 1,0-1,0 0,-1 1,1-1,-1 0,0 2,1 1,0 18,-1-13,0 0,1 0,0 0,1-1,0 1,0 0,1 0,1-1,-1 1,2-1,0 1,3 1</inkml:trace>
  <inkml:trace contextRef="#ctx0" brushRef="#br0" timeOffset="1124.072">1204 92,'-2'4,"6"2,9 2,2 0</inkml:trace>
  <inkml:trace contextRef="#ctx0" brushRef="#br0" timeOffset="1373.488">1472 292,'9'18,"7"11,9 4,6 2,4 0,4-3,2-1,-2-4,-5-2,-8-3,-9-5</inkml:trace>
  <inkml:trace contextRef="#ctx0" brushRef="#br0" timeOffset="1548.023">1779 212,'-21'13,"-13"15,-10 12,-7 12,-3 8,0 5,1 1,8-11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2:37.88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0 127,'2'0,"4"0,4 0,6 2,4 1,4 0,4-1,3 0,1-1,-1-1,-2 3,-1 0,-3-1,-4 0,-5 2,-5 1</inkml:trace>
  <inkml:trace contextRef="#ctx0" brushRef="#br0" timeOffset="226.388">40 340,'16'5,"12"1,8 0,8-2,4 0,1-2,2-1,1-1,1 0,-2-2,-10-1</inkml:trace>
  <inkml:trace contextRef="#ctx0" brushRef="#br0" timeOffset="708.339">896 207,'-2'1,"-1"1,1 0,-1 0,1 0,0 1,0-1,-1 0,2 1,-1-1,0 1,0 0,1 0,0 0,0 0,-1 0,2 0,-1 0,0 0,1 0,-1 0,1 0,0 0,0 1,0-1,0 0,1 0,-1 0,1 0,0 0,0 0,0 0,0 0,0 0,1 0,0 0,-1-1,1 1,0 0,0-1,0 0,3 2,2 2,2 0,-1-1,1-1,-1 1,1-1,0-1,1 1,-1-2,1 1,-1-1,1-1,0 0,-1 0,1-1,0 0,0-1,0 0,-1 0,1-1,-1 0,1-1,-1 0,0-1,0 0,0 0,5-4,-8 3,-1 1,0-1,0-1,0 1,-1-1,1 1,-1-1,-1 0,1-1,-1 1,0-1,-1 1,0-1,0 0,0 0,-1 0,1 0,-2 0,1 0,-1 0,0-1,-1 1,0 0,0 0,0 0,-1 0,-1-2,0 0,0 0,0 1,-1-1,0 1,-1 0,0 0,0 0,0 0,-1 1,-1 0,1 1,-1-1,0 1,0 0,-1 1,0 0,0 0,0 1,0 0,-8-3,6 4,0 1,0 0,-1 0,1 1,0 0,-1 1,1 0,-1 1,1 0,0 1,-1 0,1 1,0-1,0 2,1 0,-1 0,1 1,0 0,0 0,0 1,1 0,0 1,0-1,0 2,1-1,0 1,1 0,-1 1,2-1,-1 1,1 0,1 1,0-1,0 1,0 1,3-7,1 1,-1 0,1-1,0 1,0 0,0-1,1 1,-1 0,1-1,0 1,1-1,-1 1,1-1,0 1,0-1,0 0,1 0,-1 0,1 0,2 1,16 16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2:43.99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201 0,'0'33,"1"-1,2 1,2-1,3 12,-6-34,1 0,0 1,0-1,1 0,1-1,0 1,0-1,0 0,2 0,-1 0,1-1,0 0,0 0,1-1,1 0,-6-5,0 0,1 0,-1 0,0-1,1 0,-1 1,1-1,0 0,-1-1,1 1,0-1,-1 0,1 0,0 0,-1 0,1 0,0-1,-1 0,1 0,0 0,-1 0,1 0,-1-1,0 1,0-1,1 0,-1 0,0-1,0 1,-1 0,1-1,0 0,-1 1,0-1,0 0,1 0,-2-1,1 1,0 0,-1-1,1 1,-1-2,4-7,-1 0,0 0,0 0,-2-1,0 1,0-1,-1 1,0-1,-1 1,-1-1,0-2,1 15,-1 0,1 0,0 0,0 0,-1 0,1 0,0 0,0 0,-1 0,1 0,0 0,0 0,-1 0,1 0,0 0,0 0,-1 0,1 0,0 0,0-1,-1 1,1 0,0 0,0 0,0 0,0 0,-1-1,1 1,0 0,0 0,0 0,0-1,-1 1,1 0,0 0,0-1,0 1,0 0,0 0,0 0,0-1,0 1,-5 25,6-18,-1 0,1 0,0 0,1 0,0 0,0-1,0 1,1-1,0 1,0-1,1 0,0 0,0 0,0-1,0 0,1 1,0-2,0 1,1 0,-1-1,1 0,0 0,0-1,0 0,0 0,1 0,-1-1,1 0,0 0,0 0,0-1,0 0,0-1,0 1,-1-1,1-1,0 1,0-1,0-1,5 0,-7 0,0 0,0-1,-1 1,1-1,-1 0,1 0,-1 0,0-1,0 1,0-1,-1 0,1 0,-1-1,0 1,0-1,-1 1,1-1,-1 0,0 0,0 0,-1 0,1 0,-1-1,0 1,-1 0,1-1,-1 1,0 0,-1-1,1 1,-1 0,0-1,-6-19,6 25,1 0,0-1,-1 1,1 0,0 0,-1 0,1 0,0-1,-1 1,1 0,0 0,-1 0,1 0,-1 0,1 0,0 0,-1 0,1 0,0 0,-1 0,1 0,-1 0,1 0,0 0,-1 0,1 1,0-1,-1 0,1 0,0 0,-1 1,1-1,0 0,-1 0,1 1,0-1,0 0,-1 0,1 1,0-1,0 0,0 1,0-1,-1 0,1 1,0-1,0 1,0-1,0 0,0 1,0-1,0 0,0 1,0-1,0 1,0-1,0 0,0 1,0-1,0 0,0 1,1-1,-3 6,1 0,0 0,0 0,1 0,-1 0,1 0,1 0,-1 0,1 0,0 0,0 0,1 0,0 0,0 0,0-1,1 1,0-1,0 0,0 0,1 0,-1 0,1 0,1-1,-1 0,0 1,1-2,0 1,0 0,0-1,0 0,1 0,-1-1,1 0,0 0,-1 0,4 0,26 8,1-3,1-1,-1-1,1-2,0-2,36-3,-72 2,9 1,0-1,0 0,0-1,-1 0,1-1,0 0,0 0,-1-1,0 0,1-1,-1 0,8-5,-16 8,0 0,0 0,0-1,0 1,0-1,0 1,0-1,0 1,0-1,0 1,-1-1,1 0,-1 0,0 1,1-1,-1 0,0 1,0-1,0 0,0 0,0 0,0 1,-1-1,1 0,0 1,-1-1,0 0,1 1,-1-1,0 0,0 0,-34-46,29 41,-1 2,0-1,0 1,0 0,0 0,-1 1,1 0,-1 0,0 1,-1 0,1 0,-1 1,1 0,-9-1,13 3,0 0,0-1,0 1,0 1,-1-1,1 1,0-1,0 1,0 0,0 1,0-1,0 1,1-1,-1 1,0 1,1-1,-1 0,1 1,0-1,0 1,0 0,0 0,0 1,1-1,-1 0,1 1,0 0,0-1,1 1,-1 0,0 3,0-4,2 1,-1-1,0 1,1-1,-1 1,1-1,0 1,0-1,0 1,1-1,-1 1,1-1,0 1,0-1,0 0,1 1,-1-1,1 0,-1 0,1 0,0 0,0 0,1 0,-1-1,1 1,-1-1,1 0,0 1,-1-1,2 0,5 4,0 0,1-1,0 0,0-1,0 0,1 0,-1-1,1 0,2-1,-6 0,1 0,0-1,-1 0,1 0,0-1,0 0,0-1,0 1,-1-2,1 1,0-1,-1 0,1 0,-1-1,0 0,1-1,-2 1,1-2,0 1,-1 0,0-1,0 0,0-1,0 1,-1-1,0 0,0-1,-1 1,0-1,0 0,-1 0,1 0,-1 0,-1-1,6-99,-13 166,5-54,0-1,0 1,1-1,0 1,-1-1,1 1,1-1,-1 1,1-1,-1 0,1 0,0 0,1 0,-1 0,1 0,0-1,0 1,0-1,0 0,0 1,1-2,-1 1,1 0,0-1,0 1,0-1,0 0,0-1,1 1,1 0,9 2,-1-1,1 0,0-1,0 0,-1-2,1 1,0-2,0 0,0-1,0 0,0-1,-1-1,0 0,0-1,0-1,0 0,-1-1,0 0,8-6,-15 7,1 0,-1 0,0-1,0 0,0 0,-1 0,-1-1,1 0,-1 0,0 0,1-7,-5 14,0 0,0 1,0-1,0 0,0 0,0 1,0-1,0 0,1 0,-1 1,0-1,0 0,0 0,1 1,-1-1,1 0,-1 1,0-1,1 0,-1 1,1-1,-1 1,1-1,0 1,-1-1,1 1,-1-1,1 1,0 0,-1-1,1 1,0 0,0-1,-1 1,1 0,0 0,0 0,-1 0,1 0,0 0,0 0,-1 0,1 0,0 0,0 0,0 0,-1 1,1-1,0 0,-1 0,1 1,0-1,-1 1,1-1,0 0,-1 1,1-1,-1 1,1 0,-1-1,1 1,-1-1,1 1,-1 0,1-1,-1 1,0 0,41 60,-31-43,1-1,0 0,2 0,0-1,1-1,0-1,6 4,15-1,-22-15</inkml:trace>
  <inkml:trace contextRef="#ctx0" brushRef="#br0" timeOffset="2961.984">1 749,'261'-106,"-244"100,-3 1,-1 0,0 0,0-1,0-1,0 0,-1-1,-1 0,1 0,-1-2,0 1,0-3,-8 9,-1 0,0 0,-1 0,1 0,0 0,-1-1,0 1,0 0,0-1,0 1,0-1,-1 1,0-1,1 1,-1-1,-1 1,1-1,0 1,-1-1,0 1,0-1,0 1,0-1,0 1,-1 0,1 0,-1 0,0 0,0 0,0 0,0 0,-1 1,1-1,-1 1,1-1,-2 1,-1-2,0 0,0 0,0 1,-1-1,1 2,-1-1,0 0,0 1,0 0,0 0,0 1,0 0,0 0,-1 0,1 1,0 0,-1 0,1 1,0 0,-3 0,4 1,0 0,-1 0,1 1,0 0,0 0,1 0,-1 0,0 1,1 0,0 0,0 0,0 0,1 1,-1-1,1 1,0 0,0 0,1 0,0 0,-2 5,-22 114,24-45,4 0,2 0,5 0,14 61,0 4,-19-112,3 8,-2-1,-2 1,-1 1,-2-1,-5 34,-3-46,0-10</inkml:trace>
  <inkml:trace contextRef="#ctx0" brushRef="#br0" timeOffset="3300.614">81 1017,'-39'-89,"40"86,0-1,0 1,1 0,-1 0,0 0,1 0,0 0,0 0,0 0,0 0,0 1,0-1,1 1,-1 0,1-1,0 1,0 1,0-1,0 0,0 1,0-1,0 1,0 0,1 0,-1 0,0 0,1 1,-1-1,1 1,-1 0,3 0,2-2,61-14,1 3,0 4,67-2,-134 11,0-1,0 1,1-1,-1 1,0 0,1-1,-1 1,0 1,1-1,-1 0,0 1,1 0,-1 0,0 0,0 0,0 0,0 1,0-1,0 1,0 0,0 0,-1 0,1 0,-1 0,1 1,-1-1,0 1,0 0,1 1,13 121,-13-110,-3-9,1 1,0 0,1 0,0 0,0-1,0 1,1-1,0 0,0 0,1 0,-1 0,5 5,2-6,0-5</inkml:trace>
  <inkml:trace contextRef="#ctx0" brushRef="#br0" timeOffset="3552.94">683 655,'0'9,"7"8,9 5,1-1</inkml:trace>
  <inkml:trace contextRef="#ctx0" brushRef="#br0" timeOffset="3997.751">1218 856,'-23'-2,"10"-1,0 1,-1 1,1 0,0 0,-1 1,1 1,0 1,-1-1,1 2,0 0,0 1,1 0,-1 1,-3 2,13-5,0 0,0 0,0 0,0 1,1 0,-1-1,1 1,0 0,0 0,0 0,0 0,0 1,0-1,1 1,0-1,0 1,0-1,0 1,0-1,1 1,-1 0,1-1,0 1,0 0,1 0,-1-1,1 1,-1 0,1-1,1 1,-1-1,0 1,1-1,-1 0,1 0,0 1,0-1,1 0,-1-1,1 1,-1 0,1-1,0 1,1 0,11 6,0 0,1-1,-1-1,1 0,1-1,-1-1,1-1,0 0,0-1,0-1,1 0,-1-2,1 0,-1 0,0-2,0 0,1-1,-2-1,1-1,0 0,0-1,-6 3,-1-1,1 0,-1 0,0-1,0 0,-1-1,0 0,1 0,-2-1,1-1,5-6,-13 8,-10 15,7-5,0-1,0 0,1 1,-1-1,1 1,0-1,0 1,0 0,0 0,1-1,-1 1,1 0,0 0,0-1,1 1,-1 0,1 0,0 0,0-1,0 1,0-1,0 1,1-1,0 1,0-1,0 0,0 0,0 0,0 0,1 0,0 0,0 0,-1-1,1 0,1 1,-1-1,0 0,1 0,4 1,0 1,0-2,1 1,-1-1,1 0,-1-1,1 0,-1 0,1-1,0 0,-1 0,1-1,-1-1,1 1,-1-1,7-3,-10 4,-1 0,0-1,1 0,-1 0,0 0,0 0,0-1,-1 0,1 0,0 0,-1 0,0 0,0-1,0 1,0-1,-1 0,1 0,-1 0,0 0,0 0,0-1,-1 1,1-1,-1 1,0-1,-1 1,1-1,-1 1,0-1,0 0,0-2,-1 1,0 0,0 1,-1-1,1 0,-1 1,-1 0,1-1,-1 1,0 0,0 0,0 1,0-1,-1 1,0-1,0 1,0 0,-1 1,1-1,-1 1,0 0,0 0,0 0,0 0,-1 1,1 0,-1 1,1-1,-5 0,1 0,0 0,-1 1,1 0,-1 1,1 0,0 0,-1 1,1 0,0 1,-1 0,1 0,0 1,1 0,-1 1,0 0,1 0,-4 3,9-5,-1-1,1 1,-1 1,1-1,0 0,0 1,0-1,0 1,1 0,-1 0,1 0,-1 0,1 1,0-1,1 1,-1-1,0 1,1 0,0-1,0 1,0 0,0 0,1 0,-1 0,1 0,0 0,0-1,1 1,-1 0,1 0,0 0,0 0,0 0,0-1,1 1,-1 0,1-1,0 0,0 1,1 0,68 28,-30-23</inkml:trace>
  <inkml:trace contextRef="#ctx0" brushRef="#br0" timeOffset="4249.076">1632 696,'-14'-3,"-9"3,-2 4,2 7,8 6,11 7,6 0</inkml:trace>
  <inkml:trace contextRef="#ctx0" brushRef="#br0" timeOffset="4502.276">1859 1097,'21'2,"13"1,10 0,6-1,9-2,6-5,3-5,-10-1</inkml:trace>
  <inkml:trace contextRef="#ctx0" brushRef="#br0" timeOffset="4755.093">2661 402,'2'22,"6"20,3 15,5 13,1 7,1 5,-3 1,-4 1,-11 0,-17-2,-21 3,-29-1,-33 2,1-14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2:42.12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96,'7'4,"0"1,0 1,0 0,-1 0,1 0,-2 0,1 1,-1 0,0 0,0 1,-1-1,0 1,0 0,-1 0,2 7,24 132,-25-119,-5-26,1-1,0 1,-1 0,1-1,0 1,0 0,0-1,1 1,-1 0,0-1,1 1,-1 0,1-1,-1 1,1-1,0 1,-1-1,1 1,0-1,0 0,0 1,0-1,0 0,1 0,-1 0,0 0,1 0,-1 0,0 0,1 0,-1 0,1-1,-1 1,1-1,0 1,-1-1,1 1,-1-1,1 0,0 0,-1 0,1 0,0 0,-1 0,1 0,0-1,1 0,7-5,1-1,-1-1,0 0,0 0,-1-1,0-1,-1 1,0-1,-1-1,0 1,0-1,3-9,34-71,-44 91,0 0,1 0,-1 0,0 0,0 1,1-1,-1 0,0 0,0 0,1 0,-1 0,0 0,0 0,1 0,-1 0,0 0,0 0,1 0,-1 0,0 0,0 0,1 0,-1-1,0 1,0 0,1 0,-1 0,0 0,0 0,0 0,1-1,-1 1,0 0,0 0,0 0,0-1,0 1,1 0,-1 0,0-1,0 1,0 0,0 0,0-1,0 1,0 0,0 0,0-1,0 1,0 0,1 27,-1-19,-1-3,1 0,0 0,0 0,0 0,0 0,1 0,0 0,0 0,1 0,-1-1,1 1,0 0,0-1,1 1,-1-1,1 0,0 0,0 0,0 0,1 0,-1 0,1-1,0 0,0 0,0 0,0 0,1-1,-1 0,1 1,0-2,-1 1,1 0,0-1,0 0,2 0,0-1,-1-1,1 1,-1-1,0-1,1 1,-1-1,0 0,0-1,0 1,0-1,0 0,-1-1,1 1,-1-1,0 0,0-1,-1 1,1-1,-1 0,0 0,2-3,7-12,-1 1,0-2,-2 1,-1-1,3-10,-5 18,-8 31,0-9,-1-3,1 1,0-1,0 0,0 0,1 1,0-1,0 0,0 1,1-1,0 0,0 1,1-1,-1 0,1 0,1 0,-1 0,1-1,0 1,0-1,1 0,0 1,0-1,0-1,0 1,1-1,2 2,-2-3,1 0,-1-1,1 0,-1 0,1-1,0 0,0 0,0 0,0 0,0-1,0 0,0 0,0-1,-1 0,1 0,0 0,0-1,0 1,-1-2,1 1,-1 0,0-1,0 0,3-2,0-1,0 1,-1-1,0-1,0 1,-1-1,0 0,0-1,-1 1,1-1,-2 0,1 0,-1-1,0 1,-1-1,1-3,4-68,-8 80,0 1,0-1,0 0,0 1,1-1,-1 0,0 1,0-1,0 1,0-1,0 1,0-1,0 0,0 1,0-1,0 1,0-1,-1 0,1 1,0-1,0 0,0 1,0-1,-1 1,1-1,0 0,0 1,-1-1,1 0,0 0,0 1,-1-1,1 0,0 0,-1 1,1-1,-1 0,1 0,0 0,-1 1,1-1,0 0,-1 0,1 0,-1 0,1 0,0 0,-1 0,1 0,-1 0,1 0,-1 0,1 0,0 0,-1-1,1 1,0 0,-1 0,1 0,-1 0,1-1,0 1,-1 0,1 0,0-1,0 1,-1 0,1-1,0 1,-2 4,1 1,1-1,-1 1,0-1,1 1,0 0,0-1,0 1,1-1,-1 1,1-1,0 1,1-1,-1 0,1 1,0-1,0 0,0 0,0 0,1 0,0-1,2 4,3 2,1 0,0-1,0 0,1 0,0-1,0 0,11 5,25 10</inkml:trace>
  <inkml:trace contextRef="#ctx0" brushRef="#br0" timeOffset="613.913">1711 269,'14'-51,"-12"40,0 0,0 1,1-1,1 1,0-1,0 1,1 0,0 0,0 1,1 0,1 0,0 0,0 1,0-1,1 2,5-4,-11 9,1 0,0 1,-1 0,1 0,0-1,-1 2,1-1,0 0,0 1,0-1,0 1,0 0,0 0,0 0,0 0,0 0,0 1,-1-1,1 1,0 0,0 0,0 0,-1 0,1 0,0 1,-1-1,1 1,-1 0,0 0,0 0,1 0,-1 0,0 0,5 7,0 0,-1 0,1 0,-2 1,1-1,-2 1,1 1,0 2,-2-5,1 1,-1-1,-1 1,0 0,0 0,0 0,-1 0,-1 0,0 0,0 0,0 0,-2 3,1-9,-1-1,0 0,0 0,0 0,-1 0,1 0,0-1,-1 1,1-1,-1 1,1-1,-1 0,1 0,-1 0,0 0,0-1,0 1,1-1,-1 1,0-1,0 0,0 0,0 0,0-1,0 1,1-1,-1 0,0 1,0-1,1 0,-1-1,0 1,1 0,0-1,-1 1,1-1,0 0,-1 0,1 0,0 0,1 0,-1 0,0-1,0 1,1-1,0 1,-1-2,3 2,-1 0,1 0,0 0,0 0,0 0,0 1,1-1,-1 0,0 1,1-1,-1 1,1-1,0 1,-1 0,1 0,0 0,0 0,0 0,0 0,0 0,0 1,0-1,0 1,0-1,0 1,0 0,0-1,0 1,0 1,0-1,1 0,0 1,3-2,50-7,-34 6,1 0,-1-2,0-1,0 0,-1-2,0 0,0-1,3-3,-20 9,0-1,0 1,-1-1,1 0,0 0,-1 0,0 0,0-1,0 1,0-1,0 0,-1 0,0 0,0 0,0-1,0 1,0 0,-1-1,0 1,0-1,0 1,-1-1,1 0,-1 1,0-1,0 0,-1 1,0-1,1 1,-1-1,-1 0,1 1,-1 0,0-1,-1-1,2 5,0-1,-1 0,1 1,-1-1,0 0,0 1,1 0,-1 0,0-1,0 1,0 0,0 0,0 1,0-1,-1 0,1 1,0-1,0 1,0 0,-1 0,1-1,0 2,0-1,-1 0,1 0,0 1,0-1,-1 1,1 0,0-1,0 1,0 0,0 0,0 1,-1 0,-2 1,-1 1,1 0,0 0,0 0,1 1,-1 0,1 0,0 0,0 0,1 1,-3 4,3-4,1 0,0 0,0-1,0 2,1-1,0 0,0 0,1 0,-1 0,1 1,1-1,-1 0,1 0,0 0,1 0,-1 0,1 0,0 0,1 0,-1 0,1-1,0 1,1-1,-1 0,1 0,0 0,0-1,1 1,-1-1,1 0,0 0,0-1,2 2,47 22,2-5</inkml:trace>
  <inkml:trace contextRef="#ctx0" brushRef="#br0" timeOffset="3666.005">80 911,'18'-10,"0"2,0 0,1 0,0 2,1 0,0 2,-1 0,2 1,-1 1,0 1,3 0,-17 1,0 1,0 0,1 0,-1 0,0 0,0 1,0 0,0 1,-1-1,1 1,-1 0,1 0,-1 1,0-1,0 1,-1 1,1-1,-1 0,0 1,0 0,0 0,-1 0,0 1,0-1,0 1,0 0,-1-1,0 1,0 0,-1 2,14 108,-15-114,0-1,0 1,0-1,0 0,1 1,-1-1,1 1,-1-1,1 0,-1 1,1-1,0 0,-1 0,1 1,0-1,0 0,0 0,0 0,0 0,0 0,0 0,1 0,-1-1,0 1,0 0,1-1,-1 1,1-1,-1 1,0-1,1 0,-1 1,1-1,-1 0,0 0,1 0,-1 0,1 0,-1 0,1-1,-1 1,1 0,-1-1,1 1,59-29,-49 20,-1 0,-1-1,1 0,-1 0,-1-1,0-1,-1 0,0 0,-1 0,0-1,-1 0,0 0,-1-1,0 1,-1-1,1-12,-6-9,1 34,0 1,0-1,-1 1,1-1,0 1,0-1,0 1,0-1,0 1,0 0,-1-1,1 1,0-1,0 1,-1 0,1-1,0 1,-1 0,1-1,0 1,-1 0,1-1,-1 1,1 0,0 0,-1-1,1 1,-1 0,1 0,-1 0,1 0,0 0,-1 0,1-1,-1 1,1 0,-1 0,1 0,-1 1,1-1,-1 0,1 0,-1 0,1 0,0 0,-1 1,1-1,-1 0,1 0,-1 0,1 1,0-1,-1 0,1 1,0-1,-1 0,1 1,0-1,0 1,-1-1,1 0,0 1,0-1,0 1,-1-1,1 1,-3 4,0 0,0 1,1-1,-1 1,1 0,1-1,-1 1,1 0,0 0,0 0,1 1,0-1,0 0,0 0,1 0,-1 0,2 0,-1 0,1 0,-1 0,2-1,-1 1,1-1,0 1,0-1,0 0,1 0,-1 0,1 0,0-1,1 0,-1 0,4 3,-2-3,0 0,0-1,1 1,-1-1,1 0,0-1,0 0,0 0,0 0,0-1,0 0,0 0,1-1,-1 0,0 0,0-1,1 1,-1-2,0 1,0-1,0 0,0-1,-1 1,1-1,-1-1,1 1,-1-1,0 0,-1-1,1 1,-1-1,1 0,-2-1,1 1,0-1,-1 0,0 0,-1 0,1 0,0-2,21-59,-24 67,-1 0,1-1,-1 1,1 0,-1 0,1 0,-1 0,1 0,-1 0,1 0,-1 0,1 0,-1 0,1 0,-1 1,1-1,-1 0,1 0,-1 0,1 1,-1-1,0 0,1 1,-1-1,1 0,-1 1,0-1,1 0,-1 1,0-1,1 1,-1-1,0 0,0 1,1-1,-1 1,0-1,0 1,0-1,0 1,0-1,0 1,0-1,0 1,0-1,0 1,0-1,0 1,0-1,0 1,0-1,0 1,0-1,-1 1,2 0,-1 6,2 0,-1 0,1 0,0 0,0 0,1 0,0-1,0 1,1-1,-1 0,2 0,-1 0,0-1,1 1,0-1,0 0,1-1,0 1,3 1,5-1,1 0,-1-2,1 0,0 0,0-2,0 0,0 0,0-1,0-1,0-1,0 0,7-3,74-3,90 21,-182-13,0-1,0 1,0-1,0 0,0 0,0 0,0-1,0 1,-1-1,1 0,-1 0,1 0,-1 0,0-1,0 1,0-1,0 0,0 0,-1 0,1 0,-1-1,0 1,0-1,0 1,0-1,-1 0,1 1,-1-1,0 0,0 0,-1 0,1 0,-1 0,0 0,0 0,0 0,0 0,-1 0,1 0,-1 0,0 0,-1 0,1 0,-1 0,0 0,-2 0,-1 0,0 0,0 0,0 0,-1 1,1 0,-1 0,0 1,1-1,-1 1,0 0,-1 1,1 0,0 0,0 0,-1 1,1-1,0 1,0 1,-1 0,1-1,-2 2,0-1,0-1,0 2,0-1,0 1,0 0,0 1,0 0,1 0,0 0,-1 1,1 0,1 1,-1 0,1 0,-1 0,1 1,1-1,-1 1,1 1,0-1,-2 6,6-11,1 1,-1 0,1-1,-1 1,1 0,0-1,-1 1,1 0,0 0,0-1,0 1,1 0,-1-1,0 1,1 0,-1-1,1 1,-1 0,1-1,0 1,0-1,0 1,0-1,0 1,0-1,0 0,0 1,18 13</inkml:trace>
  <inkml:trace contextRef="#ctx0" brushRef="#br0" timeOffset="4295.536">2125 898,'-25'-6,"7"0,0 1,0 1,0 1,0 0,-1 1,1 1,-1 1,1 1,-1 0,1 2,0 0,-18 5,33-7,0 0,0-1,0 1,0 1,0-1,0 0,0 1,1-1,-1 1,1 0,-1 0,1 0,0 0,-1 0,1 1,0-1,1 1,-1-1,0 1,1 0,-1 0,1-1,0 1,0 0,0 0,0 0,1 0,-1 0,1 1,0-1,0 0,0 0,0 0,0 0,1 0,0 0,-1 0,1 0,0 0,0 0,1 0,-1 0,2 2,4 0,1 0,0-1,0 0,0 0,0-1,0 0,1 0,0-1,-1 0,1 0,0-1,0-1,0 1,0-1,0-1,0 1,-1-2,1 1,0-1,-1-1,1 1,0-2,2 1,0-2,-1 1,1-2,-1 1,0-1,0-1,-1 0,0 0,0-1,0 0,-1 0,-1-1,1 0,-2-1,1 1,-1-1,0 0,-1-1,-1 0,1 0,-2 0,1 0,-2 0,2-7,0-9,0-1,-2-1,-1 1,-1 0,-2 0,0 0,-7-26,9 53,0 0,1 0,-1-1,0 1,0 0,0 0,0-1,0 1,0 0,-1 0,1-1,0 1,-1 0,1 0,-1 0,1 0,-1-1,1 1,-1 0,0 0,0 0,1 0,-1 1,0-1,0 0,0 0,0 0,0 1,0-1,0 0,0 1,0-1,-1 1,1-1,0 1,0 0,0-1,-1 1,1 0,0 0,0 0,-1 0,1 0,0 0,0 0,-1 0,1 1,-1-1,-3 7,0 1,1-1,-1 1,1 0,1 0,0 0,0 1,0-1,1 1,0 0,1-1,0 5,1-12,-4 17,1 0,1 1,0-1,2 0,0 1,1-1,1 0,0 0,2 0,0 0,1 0,1-1,0 1,1-1,1-1,1 0,0 0,2-1,5 8,-12-19,-1 1,2-1,-1 0,0 0,1-1,-1 1,1-1,0 0,0 0,1-1,-1 0,0 0,1 0,-1 0,1-1,0 0,-1 0,1 0,0-1,0 0,0 0,-1 0,1-1,0 0,0 0,-1-1,1 1,-1-1,1 0,-1-1,0 1,0-1,3-2,2-5,0-1,-1 0,-1 0,0 0,0-1,-1-1,-1 1,0-1,0 0,-2 0,1-1,-1 0,1 90,-5-72,1-1,0 1,0-1,0 0,0 1,1-1,-1 0,1 0,0 0,0 0,0 0,0 0,0 0,1-1,-1 1,1-1,0 0,0 0,0 0,0 0,0 0,0-1,0 1,1-1,-1 0,3 1,18 1</inkml:trace>
  <inkml:trace contextRef="#ctx0" brushRef="#br0" timeOffset="4475.059">2499 523,'18'11,"7"4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3:00.86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105 117,'-4'7,"1"0,0 0,0 0,1 1,0-1,0 1,1-1,0 1,0 0,1 0,0-1,0 1,1 0,0 0,1-1,-1 1,1-1,1 1,-1-1,1 0,1 0,-1 0,1 0,0 0,1-1,0 0,0 0,0 0,1-1,0 1,0-1,0 0,1 0,-1-1,1 0,0 0,0-1,0 0,1 0,-1-1,1 0,-1 0,1-1,0 1,-1-2,1 1,0-1,0 0,0-1,0 0,-1 0,1-1,0 0,-1 0,1-1,-1 0,0 0,0-1,0 1,-1-2,1 1,-1-1,0 0,0 0,0 0,-1-1,0 0,0 0,0-1,-1 1,1-4,-2 2,0 0,-1 0,0 0,0 0,-1 0,0 0,0-1,-1 1,0 0,-1-1,0 1,0 0,-1-1,0 1,0 0,-1 0,0 1,0-1,-1 1,0-1,0 1,-1 0,1 0,-2 1,1 0,-6-5,4 4,-1 0,0 0,0 0,-1 1,0 1,0-1,0 2,0-1,-1 1,0 0,0 1,0 1,0-1,-1 1,1 1,0 0,-1 1,1 0,-1 0,1 1,-3 1,3 0,-1 1,1 1,0 0,0 0,0 1,0 0,1 0,0 2,0-1,0 1,1 0,-5 6,10-10,-1 0,1 1,0 0,0 0,0 0,1 0,-1 0,1 1,0-1,0 1,1 0,-1-1,1 1,0 0,0 0,1 0,0 0,-1-1,1 1,1 0,-1 0,1 0,0 0,0 0,1-1,-1 1,1 0,1 3,12 14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3:01.24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40,'0'-5,"4"0,12-1,13 1,13 2,14 1,11 1,4 1,1 0,-6 0,-12-2,-13-1,-15 0,-10 0,-8 2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2:59.87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0 215,'14'-2,"11"-2,15 1,15 1,13 0,11-1,7-1,-1 1,-6 1,-9 0,-14 2,-15-1,-16 1,-18 0,-13 0,-7 0</inkml:trace>
  <inkml:trace contextRef="#ctx0" brushRef="#br0" timeOffset="333.108">442 1,'-6'2,"15"4,36 10,-1-2,2-3,28 4,-1 0,-49-9,22 3,-1 3,1 1,-2 2,20 11,-14 13,-50-37,1-1,0 1,0-1,-1 1,1-1,-1 1,1-1,-1 1,1 0,-1-1,0 1,0 0,0-1,0 1,0 0,0-1,-1 1,1-1,-1 1,1 0,-1-1,1 1,-1-1,0 1,0-1,1 1,-1-1,0 0,0 0,-1 1,1-1,0 0,0 0,-1 0,0 1,-11 8,-1-1,0 0,-1-1,0-1,0 0,-9 2,-4 3,-9 4,-119 61,131-59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2:58.16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113 0,'-10'10,"0"0,0 1,0 0,2 1,-1 0,2 0,-1 0,2 1,0 0,0 1,1-1,1 1,0 0,1 1,1-1,0 0,0 7,1-12,1 1,0-1,1 0,0 0,0 1,1-1,0 0,1 0,0 0,0-1,1 1,0-1,0 0,1 0,0 0,0 0,1-1,0 0,1 0,-1-1,1 0,0 0,1 0,0-1,-1 0,2 0,2 0,-4-1,1-1,0 1,0-2,0 1,1-1,-1 0,0-1,1 0,-1 0,1-1,-1 0,1 0,-1-1,1 0,-1-1,1 0,-1 0,0-1,0 0,0 0,0-1,-1 0,0 0,1-1,-2 0,1 0,0-1,-1 0,0 0,0 0,-1-1,0 0,0 0,-1 0,1 0,-2-1,1 0,0-1,-1-3,-1 1,-1-1,1 0,-2 0,0 1,0-1,-1 0,0 1,-1-1,-1 1,0-1,0 1,-1 0,0 0,-1 0,-1 1,1 0,-2 0,1 0,-1 0,-1 1,0 1,0-1,0 1,-1 1,0-1,-1 1,0 1,0 0,0 1,-3-1,10 4,0 1,-1 0,1 0,-1 1,1-1,-1 1,1-1,-1 1,1 0,-1 0,0 1,1-1,-1 1,1 0,-1 0,1 0,0 0,-1 1,1-1,0 1,0 0,0 0,0 0,0 0,0 0,1 1,-1-1,1 1,0 0,0 0,0-1,0 2,0-1,0 0,1 0,-1 0,1 2,-4 7,0 0,1 1,1 0,0 0,1 0,0 0,1 0,0 0,1 0,0 1,2-1,-1 0,2 0,-1 0,2 0,2 7,6 7</inkml:trace>
  <inkml:trace contextRef="#ctx0" brushRef="#br0" timeOffset="466.794">649 161,'-5'3,"1"1,-1 0,1 1,0-1,0 1,1 0,-1 0,1 0,0 0,0 0,1 1,-1-1,1 1,1 0,-1 0,1-1,0 1,0 0,1 0,-1 0,1 0,1 0,-1 0,1 0,0 0,1 0,-1 0,1 0,0-1,1 1,-1-1,1 1,1 0,4 5,-1-1,2-1,0 0,0 0,0-1,1 0,1 0,-1-1,1 0,0-1,0-1,1 0,0 0,0-1,0 0,0-1,1-1,-1 0,1-1,1 0,-7 0,-1-1,0-1,1 1,-1-1,0 0,1-1,-1 1,0-1,0 0,0-1,0 0,0 0,-1 0,1 0,-1-1,0 0,0 0,0 0,-1-1,0 0,0 0,0 0,0 0,0 0,-1-1,0 0,-1 1,1-1,-1 0,0-1,0 1,-1 0,0 0,0-1,-1 1,1-4,-1-5,-1 1,0 0,0-1,-2 1,0 0,0 0,-1 0,-1 1,-1-1,0 1,0 0,-1 1,-1 0,0 0,-1 0,-7-7,10 14,0 1,0 0,0 0,-1 0,0 1,0-1,0 2,0-1,0 1,0 0,-1 1,1 0,0 0,-1 0,1 1,-1 0,0 0,1 1,0 0,-1 1,1 0,0 0,-1 0,1 1,0 0,1 0,-1 0,1 1,-1 0,1 1,0 0,1 0,-1 0,1 0,0 1,0 0,1 0,-1 0,1 0,1 1,-1 1,2-5,0 1,0 0,0-1,1 1,-1 0,1 0,0 0,0 0,0 0,1 0,0 0,-1 0,1 0,1 0,-1 0,1 1,-1-1,1 0,0 0,1-1,-1 1,1 0,-1 0,1-1,0 1,1-1,-1 1,1-1,-1 0,3 2,21 20</inkml:trace>
  <inkml:trace contextRef="#ctx0" brushRef="#br0" timeOffset="877.425">1250 187,'-3'5,"-1"0,1 0,0 0,0 0,1 0,-1 1,1-1,0 1,1 0,0-1,-1 1,2 0,-1 0,1 0,0 0,0 0,0 0,1 0,0 0,0-1,1 1,0 0,0-1,0 1,0-1,1 1,0-1,0 0,0 0,1-1,0 1,0-1,0 1,1-1,2 1,0-1,0 0,0-1,1 1,-1-2,1 1,0-1,0 0,0 0,0-1,0 0,0-1,0 0,0 0,0-1,0 0,0 0,0-1,0 1,-1-2,1 1,0-1,-1-1,0 1,0-1,0-1,0 1,-1-1,0 0,1 0,-2-1,1 0,-1 0,0 0,0-1,1-3,-3 2,-1-1,0 0,-1 0,1 0,-2 0,1 0,-2 0,1 0,-1-1,0 1,-1 1,0-1,0 0,-1 0,-1 1,1-1,-1 1,0 0,-1 0,0 1,0-1,-1 1,0 0,0 1,0-1,-1 1,0 1,-1-1,1 1,-1 0,0 1,0 0,0 0,-1 1,1 0,-1 0,0 1,0 0,-2 0,0 1,-1 0,1 1,-1 1,0-1,1 2,-1 0,1 0,-11 4,17-4,1-1,-1 1,0 0,0 0,1 1,-1-1,1 1,0 0,0 0,0 1,0-1,1 1,-1 0,1 0,0 0,0 0,0 0,1 1,0 0,-1-1,1 2,2-3,-1 1,1 0,-1 0,1 0,0 0,1 0,-1 0,1-1,-1 1,1 0,0 0,1-1,-1 1,1 0,-1-1,1 1,0-1,0 0,1 0,-1 0,1 0,-1 0,1 0,0-1,0 1,3 1,89 51,-44-35</inkml:trace>
  <inkml:trace contextRef="#ctx0" brushRef="#br0" timeOffset="1316.3">1879 187,'-3'6,"1"1,0-1,1 1,0 0,0-1,0 1,1 0,-1 0,2 0,-1-1,1 1,0 0,0 0,1-1,0 1,0-1,1 0,0 1,0-1,0 0,1-1,-1 1,1 0,1-1,-1 0,1 0,0-1,2 3,1-1,0-1,0 0,1 0,0-1,0 0,0 0,0-1,0 0,0 0,1-1,0-1,-1 0,6 0,-10-1,-1 0,1 0,0 0,0-1,0 0,0 0,0 0,-1 0,1-1,0 0,-1 0,1 0,-1-1,0 0,0 1,0-1,0-1,0 1,-1 0,0-1,1 0,-1 0,-1 0,1 0,0 0,-1-1,0 0,2-4,0 0,0-1,-1 0,-1 0,0 0,0 0,-1 0,0 0,-1 0,0-1,-1 1,0 0,0 0,-1 0,0 0,-1 0,0 1,-1-1,0 1,0-1,-1 1,0 1,-1-1,0 1,0 0,-1 0,0 1,0 0,-1 0,0 0,0 1,0 0,-1 1,0 0,0 1,0-1,-1 2,1-1,-1 1,0 1,0 0,-5-1,6 4,0-1,0 1,1 1,-1-1,0 2,1-1,-1 1,1 0,0 1,0 0,0 0,1 1,-1 0,1 0,0 1,-5 5,8-7,0-1,1 1,-1 0,1 1,0-1,0 0,0 1,1 0,0 0,-1 0,2 0,-1 0,1 0,-1 0,1 1,1-1,-1 0,1 1,0-1,0 0,1 1,-1-1,1 0,0 1,1-1,-1 0,1 0,1 1,0 0,0 0,1 0,0-1,0 1,1-1,0 0,-1 0,2-1,-1 0,6 4,24 15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3:02.67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 1,'0'2,"-2"3,-1 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3:02.92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1,'0'2,"0"4,2 0,2 1,-1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3:03.09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1,'0'15,"0"9,0-1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3:03.25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0,'7'16,"2"6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3:12.36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198 187,'-1'-2,"0"0,-1-1,1 1,-1 0,0 0,1 0,-1 0,0 0,0 1,0-1,0 1,0-1,-1 1,1 0,0 0,-1 0,1 0,-1 0,1 0,-1 1,1-1,-1 1,0-1,1 1,-1 0,0 0,1 1,-1-1,1 0,-1 1,1 0,-1-1,1 1,-1 0,1 0,-1 0,1 1,0-1,0 1,0-1,0 1,0 0,0 0,0-1,0 1,1 1,-1-1,1 0,-1 0,1 1,-6 11,0 1,1-1,1 1,0 0,1 1,1-1,0 1,1 0,1 0,0-1,2 1,-1 0,2 0,0 0,3 9,-3-15,1 0,0-1,0 1,1-1,1 1,-1-1,2 0,-1-1,1 1,0-1,1-1,0 1,0-1,1 0,-1 0,1-1,1 0,0-1,-1 0,1 0,1-1,-1 0,1 0,0-1,0 0,-1-1,2 0,-1-1,0 0,0-1,0 0,1 0,-1-1,0-1,0 1,3-2,-7 1,0-1,-1 1,1-1,0 0,-1-1,0 1,0-1,0 0,0-1,0 1,-1-1,0 0,0 0,0 0,-1 0,1-1,-1 1,-1-1,1 0,-1 0,0 0,0 0,-1 0,1-1,-1 0,2-17,-1 1,-1-1,-1 1,-1-1,-1 1,-2-7,2 4,-2 0,-1 0,-1 0,-2 1,0 0,-1 0,-2 1,0 0,-2 1,-13-18,24 38,-1-1,0 1,0 0,-1 0,1 1,-1-1,1 1,-1 0,0 0,0 0,0 0,0 0,0 1,0 0,0 0,-1 0,1 1,0-1,-1 1,1 0,0 0,-1 0,1 1,0-1,0 1,-1 0,1 1,-3 0,-5 3,0 0,-1 1,2 1,-1 0,1 0,0 1,1 0,-9 9,8-6,0 0,1 1,0 1,1 0,1 0,0 0,0 1,1 1,1-1,1 1,0 0,1 0,0 0,1 1,1-1,0 8,3 20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3:13.04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1 500,'27'-139,"-4"19,7-120,-22 413,-3-41,-5 1,-16 108,14-162,9-71,0-5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3:13.72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0 436,'49'-419,"-45"402,-1 38,-2-14,6 140,-7 1,-6 6,3-84,2-57,8 46,11-57,-8-10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3:14.37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4 445,'-3'-57,"2"0,3 1,2-1,9-41,-3 14,-1 48,2 71,-4 23,-3 1,-3 0,-2 8,0 3,0-30,0 2,2-1,1 1,2-1,6 20,-10-60,0 0,-1 0,1 0,0 0,0 0,0 0,0 1,0-1,0 0,0 0,1 0,-1 0,0 0,1 0,-1 0,0 0,1 0,-1 0,1 0,0 0,-1 0,1 0,0 0,0-1,-1 1,1 0,0 0,0-1,0 1,0-1,0 1,0-1,0 1,0-1,0 1,0-1,0 0,0 0,0 1,0-1,0 0,1 0,-1 0,0 0,0-1,0 1,0 0,1 0,6-10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3:27.71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 14,'-3'-2,"3"-1,4 0,12 1,12 0,14 1,14 1,12-1,7 1,0 1,-3-1,-12 0,-14 0,-13 0,-11 2,-12 1,-8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3:27.11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13,'104'-8,"1"4,89 8,-181-3,-4-1,0 0,0 1,0 0,-1 0,1 1,-1 0,1 0,-1 1,0 0,6 4,-13-6,0 1,-1 0,1 0,0 0,0 0,-1 0,1 1,-1-1,0 0,0 0,1 0,-1 0,-1 0,1 1,0-1,0 0,-1 0,0 0,1 0,-1 0,0 0,0 0,0 0,0 0,0 0,0-1,-1 1,1 0,0-1,-1 1,0-1,1 1,-1-1,-1 1,-1 4,-10 11,2 1,0 0,1 1,1 1,1-1,0 1,2 1,0 0,2 0,0 0,0 6,-1 222,0-203,1-32</inkml:trace>
  <inkml:trace contextRef="#ctx0" brushRef="#br0" timeOffset="255.317">134 468,'-5'-2,"6"-1,14-2,16-1,18-1,13 1,6-2,2 2,-5 1,-9-1,-10-1,-12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3:26.10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1 147,'4'0,"7"0,10 0,15 2,18 1,17 0,17 0,15 1,7 2,-1 3,-5 1,-12 2,-17-1,-16 0,-21-2,-19-3,-12-2</inkml:trace>
  <inkml:trace contextRef="#ctx0" brushRef="#br0" timeOffset="353.087">856 0,'-1'1,"1"0,-1 0,1 0,-1 0,1 0,0 0,0 0,-1 0,1 0,0 0,0 0,0 0,0 1,0-1,1 0,-1 0,0 0,0 0,1 0,-1 0,0 0,1 0,-1 0,1 0,-1 0,1 0,0-1,-1 1,1 0,0 0,0 0,0-1,-1 1,1 0,0-1,0 1,0-1,0 1,0-1,0 0,0 1,0-1,0 0,1 0,27 18,1-2,0-1,1-1,1-2,16 3,4 4,-20-8,-10-4,-1 1,1 1,-1 0,-1 2,0 0,14 12,-32-22,0 0,0 0,0 1,-1-1,1 1,0-1,-1 1,1 0,-1 0,0 0,0 0,1 0,-1 0,0 0,-1 0,1 0,0 0,-1 1,1-1,-1 0,0 0,0 1,1-1,-2 0,1 0,0 1,0-1,-1 0,1 0,-1 1,0-1,1 0,-1 0,0 0,-1 0,1 0,-1 1,-6 7,-2-1,1 0,-1-1,0 0,-1-1,0 0,0 0,-1-1,-8 3,0 1,-65 32,-91 54,152-78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3:39.51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156 15,'0'-1,"0"0,0 1,0-1,0 1,0-1,0 0,-1 1,1-1,0 1,0-1,-1 1,1-1,0 1,-1-1,1 1,0-1,-1 1,1-1,-1 1,1 0,-1-1,1 1,-1 0,1-1,-1 1,1 0,-1-1,1 1,-1 0,0 0,1 0,-1 0,1 0,-1 0,0 0,1 0,-1 0,1 0,-1 0,0 0,1 0,-1 0,1 0,-1 1,1-1,-1 0,0 0,1 1,-1-1,1 1,-6 2,0 0,1 1,0 0,0 0,0 0,0 1,1-1,-1 1,1 0,-2 5,-1-2,-1 2,1 0,0 1,1-1,0 1,1 1,0-1,0 1,2 0,-1 0,1 0,1 0,0 1,1-1,1 1,0-1,0 1,1-1,2 7,-3-14,4 30,2 0,1 0,2 0,1-1,2 0,1-1,4 5,3-4,-7-12,0-1,-2 2,0 0,-2 0,0 1,-2 0,2 9,19 283,-25-295,-1 1,0 0,-2 0,0 0,-2-1,0 1,-2 0,0-1,-1 0,-1 0,-1 0,-1-1,-1 0,-1 0,-1-1,0 0,-1-1,-1-1,-1 0,-11 11,-37-1,41-22,67 1,-38-6,-1 0,1 1,-1-1,0 2,1-1,-1 1,0 0,0 1,0-1,0 2,0-1,0 1,-1 0,0 0,0 0,0 1,0 0,-1 0,0 1,0 0,4 6,4 14,-1 2,-1 0,-2 0,-1 1,-1 0,-2 1,0-1,-1 30,-3-51,8 123,-8 115,-2-127,-8 63,-29 161,31-285,-7 61,4 1,6 37,4-130,0 0,2-1,1 1,1 0,1-1,2 1,0-1,2-1,1 0,1 0,1-1,1 0,1-1,1-1,1 0,1 0,-12-17,1 0,0 0,0 0,0 0,0-1,1 0,-1-1,1 1,0-1,0 0,0-1,1 0,-1 0,0-1,1 0,-1 0,1 0,0-1,-1 0,1-1,-1 0,1 0,-1 0,7-3,33-8,-41 12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4:38.54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1,'0'0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4:41.94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0,'0'0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5:21.75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2330 624,'-3'14,"-2"13,-6 12,-2 8,-2 4,-1 2,3 0,3-4,4-6,2-11</inkml:trace>
  <inkml:trace contextRef="#ctx0" brushRef="#br0" timeOffset="256.314">2249 718,'9'18,"8"16,5 8,4 6,1 2,2-3,-3-5,-3-10,-1-10,-4-9</inkml:trace>
  <inkml:trace contextRef="#ctx0" brushRef="#br0" timeOffset="421.872">2557 692,'-2'-7,"-1"2,0 12,1 13,0 14,1 14,0 11,1 8,0 1,0-2,-2-2,-1-13</inkml:trace>
  <inkml:trace contextRef="#ctx0" brushRef="#br0" timeOffset="881.644">3091 678,'22'25,"-26"-37,-1 7,0 0,-1 0,1 0,-1 1,0 0,0 0,-1 0,1 1,-1 0,1 0,-1 1,0-1,0 2,0-1,0 1,0 0,-1 0,1 1,0 0,0 0,-1 1,1 0,0 0,0 1,0 0,0 0,0 1,1 0,-1 0,1 0,-1 1,1 0,0 0,1 0,-1 1,1 0,0 0,0 0,0 1,-3 6,3-5,1 1,0 0,0 0,1 0,0 0,1 0,0 1,0-1,0 1,1 0,1 0,-1-1,2 1,-1 0,1 0,0-1,1 1,0 0,0-1,1 0,0 1,1-1,-1 0,2-1,-1 1,1-1,0 0,0 0,1 0,4 3,6 1,0 0,1-1,0-1,1 0,0-1,0-1,1-1,0-1,0 0,1-1,-1-2,1 0,-1 0,1-2,0-1,-1 0,1-1,-1-2,1 0,2-1,27-7</inkml:trace>
  <inkml:trace contextRef="#ctx0" brushRef="#br0" timeOffset="1138.957">3693 718,'23'7,"16"2,11 0,4-2,-3-2,-10 0,-12 0</inkml:trace>
  <inkml:trace contextRef="#ctx0" brushRef="#br0" timeOffset="1306.705">3746 879,'16'9,"19"3,17 0,11-3,-5-2</inkml:trace>
  <inkml:trace contextRef="#ctx0" brushRef="#br1" timeOffset="-96962.766">3 8298,'0'1,"-1"7,0-1,1 0,-1 0,1 1,1-1,0 0,0 1,0-1,1 0,0 0,0 0,0 0,1-1,0 1,1-1,0 1,0-1,0 0,0 0,1-1,0 0,0 1,1-1,185 103,-12-37,-150-62,40 12,0-3,2-4,0-2,0-4,1-3,2-3,286 36,-172-20,90 6,71-10,211-6,-133 2,45 13,278-24,-508-14,-20-28,52-23,-66 23,-188 36,0-1,0-1,-1-1,0 0,-1-2,0 0,-1-1,-1-1,15-15,12-7,-35 30,-1-1,0 0,0-1,0 0,-1 0,0 0,0 0,-1-1,0-2,26-40,-24 42,-1-1,0 1,-1-1,0 0,-1 0,1 0,-2 0,0-1,0 0,1-9,-5-192,1 205,-1-1,1 1,-2 0,1 0,-1 0,0 0,-1 0,1 0,-1 0,-1 1,1 0,-1-1,0 1,-1 1,1-1,-1 0,0 1,-1 0,0 0,-12-9,-1 0,-1 1,0 1,-1 1,-6-2,-107-71,-93 4,160 61,-120-27,-28 9,160 25,0 2,-1 2,0 3,-7 3,-136-11,-22 0,-106 5,-16-12,-101-6,-317 27,570 12,-180-5,101 29,-17 3,165-14,1 5,-40 19,-11 25,149-63,2 0,-1 2,2 1,0 0,1 1,0 1,1 1,1 1,1 0,1 1,0 1,2 0,0 1,-9 23,14-21,1 0,0 0,2 1,1 0,1 0,0 25,2-20,0-19,0 1,1-1,1 0,-1 1,2-1,0 0,0 0,1 0,2 4,12 11,-30-20,-5-9</inkml:trace>
  <inkml:trace contextRef="#ctx0" brushRef="#br0" timeOffset="-18763.379">6353 5330,'-2'-1,"-1"0,0 0,1 0,-1-1,1 1,-1-1,1 1,0-1,0 0,-1 0,1 0,1 0,-1-1,0 1,0-1,1 1,0-1,-1 1,1-1,0 0,0 0,-12-18,8 15,-1 0,0 0,0 1,0 0,-1 0,0 0,0 1,0 0,0 1,0-1,-1 1,0 1,0-1,0 1,0 1,-6-1,-135 0,147 2,-203 27,167-20,1 2,0 2,1 2,0 1,0 2,25-12,0 2,0 0,0 0,1 1,0 0,1 1,0 0,0 0,1 1,-1 0,2 1,0 0,0 0,1 0,-4 7,-1 6,0 0,1 0,2 1,0 0,2 0,-1 5,-7 64,2 0,4 82,-6-69,9 68,19-59,-14 252,14-233,-1-28,16 34,-22-119,69 139,-36-54,42 26,-14-18,-38-59,2-2,3-1,2-1,33 33,-56-70,6 8,0-1,2-2,0 0,1-1,21 12,-17-14,2-1,0-2,0 0,1-2,1-1,0-2,0-1,0-1,1-2,12 0,143-8,-175 1,0-1,0 0,-1 0,1-1,-1-1,0 0,0 0,-1-1,0 0,0-1,0 0,-1-1,0 0,-1 0,0-1,-1 0,0 0,0-1,-1 0,0 0,-1-1,-1 1,0-1,0-1,15-33,-2-1,-3 0,-1-1,-3-1,-1 0,-3 0,-1-20,21-469,-29 415,-6 0,-12-47,15 143,-1-1,-1 2,-2-1,-11-22,-15-40,28 59,2 0,1 0,1 0,1-14,-6-40,-11-106,8-21,-20-75,26 246,-3 0,-1 0,-2 1,-2 0,-6-11,17 44,0 0,0 1,-1-1,1 1,-1 0,0 0,-1 0,1 1,-1 0,0-1,0 2,0-1,-1 0,1 1,-1 0,1 1,-1-1,0 1,0 0,-1 0,-4 0,-16-2,1 1,-1 0,0 3,0 0,-1 1,-24 1,37-2,1 1,-1 0,1 1,-1 1,1 0,-1 1,1 1,1 0,-1 0,-12 9,13-7,2-3</inkml:trace>
  <inkml:trace contextRef="#ctx0" brushRef="#br0" timeOffset="-16667.189">6260 5170,'19'-26,"1"1,2 0,1 2,0 1,2 1,0 1,23-13,130-87,5 8,153-67,-157 90,5 7,2 9,28-1,-140 63,-67 13</inkml:trace>
  <inkml:trace contextRef="#ctx0" brushRef="#br0" timeOffset="-16330.079">7503 4127,'127'19,"-95"-17,36 3,132 18,-195-22,-1-1,1 1,-1 0,0 0,0 1,1-1,-1 1,0 0,0 0,0 0,-1 1,1-1,0 1,-1 0,0 0,0 0,0 1,0-1,0 1,-1-1,1 1,-1 0,0 0,0 0,0 0,-1 1,0 6,-2 0,1 0,-1 1,-1-1,0 0,0-1,-1 1,-1 0,0-1,0 0,-1 1,0-2,-1 1,1 1,-52 102,29-61,2 1,3 2,1 0,-9 46,21-52</inkml:trace>
  <inkml:trace contextRef="#ctx0" brushRef="#br0" timeOffset="-15448.937">7637 3017,'0'16,"0"17,0 13,-2 12,-4 8,-2 3,-3-2,-1-5,-1-6,2-11,2-13</inkml:trace>
  <inkml:trace contextRef="#ctx0" brushRef="#br0" timeOffset="-15189.525">7624 2964,'9'20,"10"17,8 10,7 6,4 2,-2-5,-3-3,-6-8,-7-6,-5-9</inkml:trace>
  <inkml:trace contextRef="#ctx0" brushRef="#br0" timeOffset="-14961.05">8051 2764,'-9'16,"-3"16,0 15,3 12,2 11,3 3,4 2,3-3,2-5,3-6,2-10,0-11,-2-13</inkml:trace>
  <inkml:trace contextRef="#ctx0" brushRef="#br0" timeOffset="-14632.329">8212 3245,'17'-1,"1"0,-1-1,0 0,0-2,0 0,0-1,-1 0,12-6,-19 7,-1 0,-1 0,1-1,-1 0,1 0,-1-1,-1 0,1 0,-1 0,0-1,-1 0,1 0,-1 0,-1-1,1 0,-1 0,2-6,-6 12,1 1,0-1,-1 1,1-1,-1 0,1 1,-1-1,0 0,1 1,-1-1,0 0,0 0,0 1,-1-1,1 0,0 1,-1-1,1 0,-1 1,1-1,-1 1,0-1,0 1,0-1,1 1,-2-1,1 1,0 0,0 0,0-1,0 1,-1 0,1 0,-1 0,1 0,-1 1,1-1,-1 0,1 1,-1-1,0 1,1-1,-1 1,0 0,1-1,-1 1,0 0,1 0,-7 2,1 1,-1-1,1 1,0 0,0 1,0 0,1 0,-1 0,1 1,0 0,0 0,1 1,0-1,0 1,0 0,0 1,1-1,0 1,1 0,-1 0,1 0,0 0,0 4,1-5,0 0,0 0,1 0,0 0,0 1,0-1,1 0,0 1,0-1,1 1,0-1,0 0,0 0,1 1,-1-1,2 0,-1 0,1-1,0 1,0 0,0-1,1 0,0 0,0 0,0 0,0 0,1-1,0 0,0 0,0 0,1-1,-1 0,1 0,0 0,102 28,-55-24</inkml:trace>
  <inkml:trace contextRef="#ctx0" brushRef="#br0" timeOffset="-14146.628">8800 2804,'48'-11,"-38"11,-1-1,1 0,-1 0,1-1,-1 0,0-1,0 0,0 0,0-1,0 0,-1-1,0 1,0-2,0 1,-1-1,1-1,-1 1,-1-1,1 0,-1 0,-1-1,1 0,-1 0,0-2,0-1,0-1,-1 0,-1 0,0 0,0 0,-1 0,-1-1,0 1,-1-1,0 1,-1 0,0-1,-1 1,-3-12,4 21,1 1,-1-1,0 0,0 1,0-1,0 1,-1-1,1 1,-1 0,1 0,-1-1,0 1,0 0,0 1,0-1,0 0,0 0,0 1,-1-1,1 1,0 0,-1 0,0 0,1 0,-1 0,1 1,-1-1,0 1,0-1,1 1,-1 0,0 0,0 0,1 1,-1-1,0 1,1-1,-1 1,0 0,1 0,-1 0,1 0,0 0,-1 1,0 0,-8 9,2-1,-1 2,1-1,1 1,0 0,1 1,0 0,1 0,1 1,0 0,0-1,2 2,-1-1,2 1,-7 48,2 0,4 0,2 0,3 1,3-1,2 0,11 38,-5-22,-3 0,-4 1,-3 0,-5 36,-2-76,-2 0,-1 0,-3 0,-1-1,-1-1,-12 24,-14-6,25-50</inkml:trace>
  <inkml:trace contextRef="#ctx0" brushRef="#br0" timeOffset="-13147.715">8746 3231,'1'-3,"0"0,0 0,0-1,0 1,0 0,1 0,-1 0,1 0,0 0,0 1,0-1,0 0,0 1,1 0,-1-1,1 1,-1 0,1 0,0 0,0 1,0-1,0 1,0 0,0-1,0 1,1 1,-1-1,0 0,1 1,-1 0,0-1,3 2,-3-2,167-27,-169 28,0-1,0 1,1 0,-1-1,0 1,1 0,-1 0,0 0,1 0,-1 0,0 0,1 0,-1 0,0 1,0-1,1 1,-1-1,0 1,0-1,1 1,-1-1,0 1,0 0,0 0,0 0,0-1,0 1,0 0,0 0,0 0,-1 1,1-1,0 0,-1 0,1 0,-1 0,1 1,-1-1,1 0,-1 1,0-1,0 0,0 1,0-1,0 0,0 1,0-1,0 0,0 1,0-1,-1 0,1 0,-1 1,1 0,-2 2,1-1,-1 1,1-1,0 1,1-1,-1 1,0-1,1 1,0 0,0-1,0 1,0 0,1-1,0 1,-1 0,1-1,0 1,1-1,-1 0,1 1,-1-1,1 0,0 0,0 0,0 0,1 0,-1 0,2 0,-1 0,1-1,-1 1,1-1,-1 0,1 0,0-1,0 1,0-1,0 0,0 0,0 0,0 0,0-1,0 0,1 1,-1-2,0 1,0 0,0-1,0 0,0 0,0 0,0 0,0-1,0 0,0 1,-1-1,1-1,-1 1,1 0,-1-1,0 0,0 0,0 0,0 0,-1 0,1-1,-1 1,0-1,0 1,1-2,-2-2,1 0,-1-1,0 1,0 0,-1-1,0 1,0 0,-1-1,0 1,-1 0,1 0,-1 0,0 0,-1 0,0 0,0 0,0 1,-1-1,0 1,0 0,-1 0,0 1,0-1,0 1,0 0,-1 1,0-1,0 1,0 0,-1 1,1-1,-1 1,0 0,0 1,0 0,-4-1,-35 19,45-16,0 1,0 0,1-1,-1 1,0-1,1 1,-1 0,0 0,1-1,-1 1,1 0,-1 0,1 0,0 0,-1 0,1-1,0 1,0 0,0 0,-1 0,1 0,0 0,0 0,0 0,1 0,-1 0,0 0,0 0,0 0,1-1,-1 1,0 0,1 0,-1 0,1 0,-1 0,1-1,-1 1,1 0,0-1,-1 1,1 0,0-1,-1 1,1-1,0 1,0-1,0 1,0-1,-1 1,8 2,0 0,0 0,0 0,0-1,0 0,1 0,-1-1,1-1,-1 1,1-1,-1 0,1-1,-1 0,0-1,1 1,-1-2,0 1,0-1,0 0,4-3,1-1,-1 0,-1-1,1-1,-1 1,0-2,-1 0,0 0,-1 0,0-2,-1 1,0-1,0 0,-2 0,1-1,-2 0,1 0,-2-1,1-4,7-27,-2 0,-3-1,-1-1,-1-42,-4 74,1-12,-2 0,0 0,-2 0,0 0,-4-9,6 34,0 1,0-1,0 0,0 1,0-1,0 0,0 1,-1-1,1 1,-1-1,1 1,-1-1,0 1,1-1,-1 1,0-1,0 1,0 0,0-1,0 1,0 0,-1 0,1 0,0 0,0 0,-1 0,1 0,-1 1,1-1,-1 0,1 1,-1-1,1 1,-1-1,0 1,1 0,-1 0,0 0,1 0,-1 0,0 0,0 0,-2 4,-1 0,2 1,-1-1,0 1,1 0,0-1,0 1,0 1,1-1,0 0,0 1,0-1,-10 33,2 1,2 0,1 1,3-1,0 1,3 24,-1-27,1 0,2-1,1 1,2-1,2 1,1-1,2-1,2 1,1-2,1 1,2-2,7 10,-21-39,0 0,1-1,-1 0,1 1,0-1,0 0,0 0,1 0,-1 0,1 0,-1 0,1-1,0 1,0-1,0 0,0 0,1 0,-1 0,0-1,1 1,-1-1,1 0,0 0,-1 0,1-1,0 1,0-1,-1 0,1 0,0 0,0 0,0-1,-1 0,1 1,0-1,-1-1,1 1,-1 0,2-2,5-6,-1-1,0-1,-1 1,0-2,0 1,-1-1,-1 0,0 0,-1-1,0 1,-1-1,1-5,-5 18,-1 1,1-1,0 0,-1 0,1 0,0 0,-1 0,1 0,0 0,-1 0,1 1,0-1,-1 0,1-1,0 1,0 0,-1 0,1 0,0 0,-1 0,1 0,0 0,-1 0,1 0,0-1,-1 1,1 0,0 0,0 0,-1-1,1 1,0 0,0 0,0-1,-1 1,1 0,0 0,0-1,0 1,0 0,0-1,0 1,-1-1,-1 7,-1 0,1 0,0 0,0 0,1 1,0-1,0 0,0 0,1 1,0-1,0 1,1 5,0-10,-1 0,0 0,1 0,-1 0,1 0,0 0,0 0,0 0,0 0,0 0,0 0,0 0,1-1,-1 1,1-1,-1 1,1-1,0 1,-1-1,1 0,0 0,0 0,0 0,0 0,0 0,0 0,0-1,0 1,0-1,0 1,1-1,-1 0,0 0,0 0,0 0,0 0,0-1,1 1,-1-1,2 0,0 0,-1 0,1 0,-1 0,0-1,1 0,-1 1,0-1,0 0,0-1,0 1,0-1,-1 1,1-1,-1 0,0 0,0 0,0 0,0 0,0 0,0-1,-1 1,0 0,1-1,-1 0,13-93,-13 91,-1 1,1-1,-1 1,0-1,0 1,-1-1,0 1,0-1,0 1,0-1,-1 1,0 0,0 0,-1 0,1 0,-1 0,0 0,0 1,-1 0,1-1,-1 1,0 0,0 1,-5-4,5 7,0 0,0 1,0 0,0 0,0 0,0 0,0 1,0 0,1-1,-1 1,0 0,1 1,0-1,-1 1,1 0,0-1,0 1,1 0,-1 1,1-1,-1 0,1 1,0 0,0-1,1 1,-2 3,-17 60,17-36</inkml:trace>
  <inkml:trace contextRef="#ctx0" brushRef="#br0" timeOffset="-12577.2">9910 2790,'-73'0,"71"0,0 0,0 1,0 0,0-1,0 1,0 0,0 0,0 0,1 0,-1 0,0 0,1 1,-1-1,1 1,0-1,-1 1,1-1,0 1,0 0,0-1,0 1,0 0,0 0,1 0,-1 0,0 0,1 0,0 0,-1 0,1 0,0 0,0 0,0 0,0 1,3 5,-1 0,1 0,1 0,-1 0,1-1,0 1,1-1,0 0,0-1,1 1,-1-1,2 0,-1 0,3 1,-4-2,13 13,-9-12,-1 0,0 1,0 0,0 1,-1 0,0 0,-1 1,0 0,0 0,0 0,-2 0,1 1,-1 0,0 0,-1 0,0 1,-1-1,0 1,-1 0,0 3,-1-10,-1-1,0 1,0-1,0 1,-1-1,1 1,-1-1,0 0,0 0,0 0,0 0,0 0,-1 0,1 0,-1-1,0 1,0-1,0 0,0 0,8-18,39-62,5 3,35-42,-84 117,0 1,0 0,0-1,0 1,0 0,0-1,0 1,0 0,0 0,1-1,-1 1,0 0,0-1,1 1,-1 0,0-1,1 1,-1-1,1 1,-1-1,1 1,-1-1,1 1,-1-1,1 1,-1-1,1 1,0-1,-1 0,1 0,0 1,-1-1,1 0,0 0,-1 0,1 1,0-1,0 0,-1 0,1 0,0 0,-1 0,1-1,0 1,-1 0,1 0,0 0,-1-1,1 1,0 0,-1-1,1 1,0 0,-1-1,1 1,-1-1,1 1,-1-1,1 1,-1-1,1 1,-1-1,0 0,1 1,-1-1,4 245,-4-243,0 0,0 0,0 0,0 0,0 0,0 0,0 0,0 0,0 0,1 0,-1 0,0 0,1 0,-1 0,1 0,-1 0,1-1,-1 1,1 0,0 0,-1 0,1-1,0 1,0 0,0-1,0 1,-1-1,1 1,0-1,0 1,0-1,8 0</inkml:trace>
  <inkml:trace contextRef="#ctx0" brushRef="#br0" timeOffset="-12329.863">10217 2603,'-2'-5,"-1"-1</inkml:trace>
  <inkml:trace contextRef="#ctx0" brushRef="#br0" timeOffset="-11931.925">10391 2122,'7'25,"1"36,-3 0,-3 0,-2 0,-3 0,-3 0,-2 0,-13 42,-17 183,46-190,-7-93,0 0,0 1,1-1,-1 0,1 0,0 0,0-1,0 1,0 0,1-1,-1 1,0-1,1 0,0 0,0 0,-1 0,1 0,0 0,1-1,-1 0,0 0,0 1,1-2,-1 1,0 0,2-1,3-1,0 0,0 0,0-1,0-1,-1 1,1-1,-1-1,1 1,-1-1,-1 0,1-1,0 0,-1 0,0 0,0-1,-1 0,0 0,0 0,0-1,0 1,-1-1,-1 0,1-1,-1 1,1-2,4-9,1 0,-2 0,-1-1,0 0,-1 0,1-18,-5 36,-1 0,1 0,-1 1,1-1,-1 0,0 0,1 0,-1 0,0 0,0 0,1 0,-1 0,0 0,0 0,0 0,-1 0,1 0,0 0,0 0,0 0,-1 1,1-1,0 0,-1 0,1 0,-1 0,1 0,-1 1,1-1,-1 0,0 0,1 1,-1-1,0 0,0 1,1-1,-1 1,0-1,0 1,0-1,0 1,0 0,1-1,-1 1,0 0,0 0,0 0,0 0,0 0,0 0,0 0,0 0,0 0,0 0,0 0,0 0,0 1,0-1,0 0,0 1,1-1,-1 1,0-1,0 1,0 0,1-1,-1 1,0 0,-5 5,1 0,-1 1,1-1,1 1,-1 0,1 1,0-1,1 1,0 0,0-1,1 1,0 1,0-1,1 0,0 0,0 1,1-1,0 0,1 1,-1-1,2 0,-1 1,1-1,0 0,1 0,0-1,1 3,0-4,0 0,1-1,0 0,0 0,0 0,0 0,0-1,1 0,0 0,0-1,0 1,1-1,-1-1,1 1,-1-1,1 0,0-1,0 1,2-1,23 2</inkml:trace>
  <inkml:trace contextRef="#ctx0" brushRef="#br0" timeOffset="-11678.597">10337 2456,'-14'-13,"-4"-8,8 1,14 3,23 5,24 4,28 3,19 4,12 0,1 2,-17 0,-23 0</inkml:trace>
  <inkml:trace contextRef="#ctx0" brushRef="#br0" timeOffset="5287.8">4656 1427,'-16'2,"-12"5,-8 12,-5 12,-2 18,1 18,6 17,10 11,10 4,16-4,18-9,21-12,2-19</inkml:trace>
  <inkml:trace contextRef="#ctx0" brushRef="#br0" timeOffset="5639.857">5257 1787,'-7'19,"-4"14,-3 9,1 4,3 1,3-3,3-4,1-7,5-9,3-9,1-6</inkml:trace>
  <inkml:trace contextRef="#ctx0" brushRef="#br0" timeOffset="5986.255">5057 1680,'28'-19,"-2"-1,0-1,-1-2,-1-1,-1 0,-1-2,2-5,10-13,-41 114,9-58,-1 0,2 0,-1 0,2 0,-1 0,2-1,0 1,0-1,1 0,0-1,1 1,7 7,12 16</inkml:trace>
  <inkml:trace contextRef="#ctx0" brushRef="#br0" timeOffset="6422.632">5618 1787,'103'239,"-103"-239,0-1,0 1,0 0,0 0,0-1,1 1,-1 0,0 0,0 0,0-1,1 1,-1 0,0 0,0 0,1-1,-1 1,0 0,0 0,1 0,-1 0,0 0,1 0,-1 0,0 0,1 0,-1 0,0 0,0 0,1 0,-1 0,0 0,1 0,-1 0,0 0,0 0,1 0,-1 0,0 0,1 1,1-12,4-6,1 0,0 0,1 1,1 0,1 0,0 1,1 1,1-1,0 2,1 0,0 0,1 1,0 1,1 0,1 1,-1 1,1 0,7-1,-22 8,1 1,-1 0,1 0,-1 0,1 0,-1 0,1 0,0 1,0-1,-1 0,1 1,0 0,0-1,0 1,0 0,-1 0,1 0,0 0,0 0,0 0,0 0,0 1,-1-1,1 1,0-1,0 1,-1 0,1 0,0 0,-1 0,1 0,-1 0,1 0,-1 0,0 1,1-1,-1 0,0 1,0-1,0 1,0 0,0-1,0 1,-1 0,1-1,-1 1,1 1,2 65,-4-62,0 1,1-1,0 1,0 0,0-1,1 1,0-1,0 1,1-1,-1 1,1-1,1 0,-1 0,1 0,0 0,1 0,-1-1,5 5,-3-5,2-1,-1 0,0 0,1 0,0-1,0 0,0 0,0-1,0 0,3 1,35 6</inkml:trace>
  <inkml:trace contextRef="#ctx0" brushRef="#br0" timeOffset="7470.83">7129 1667,'-4'0,"-6"-3,-1 1,0 0,0 0,1 1,-1 1,0 0,0 0,0 1,0 1,1-1,-1 2,0 0,1 0,0 1,0 0,0 0,0 1,1 1,-9 5,12-4,-1 1,1-1,1 1,-1 0,2 1,-1-1,1 1,0 0,0 0,1 0,0 2,2-7,0 0,0-1,1 1,-1 0,1 0,-1 0,1-1,0 1,1 0,-1 0,1 0,0-1,-1 1,2 0,-1-1,0 1,1-1,-1 1,1-1,0 0,1 1,-1-1,0 0,1 0,-1-1,1 1,0-1,0 1,2 0,2 0,1-1,0-1,0 1,0-1,0 0,1-1,-1 0,0 0,0-1,0 0,0 0,0-1,0 0,0-1,-1 0,1 0,-1 0,0-1,0 0,0 0,0-1,-1 0,1 0,-1-1,-1 1,1-1,-1 0,0-1,3-5,-3 5,0 0,-1-1,0 1,0-1,-1 0,0 0,0 0,-1-1,0 1,-1-1,0 1,0-1,0-3,-12-5,-4 37,13-15,0 1,0-1,1 0,-1 1,1-1,1 1,-1 0,1-1,0 1,0-1,0 1,1 0,0-1,0 1,1-1,-1 0,1 1,0-1,0 0,1 0,0 0,0 0,0-1,0 1,1-1,0 0,0 0,0 0,0 0,0-1,1 0,0 1,-1-2,4 2,5 0,0-1,-1-1,1 0,0-1,0-1,0 0,0 0,0-1,0-1,0 0,0-1,-1 0,1-1,-1-1,0 0,0 0,0-1,-1-1,0 0,0 0,-1-1,0 0,0-1,-1 0,0-1,-1 0,0 0,5-10,-9 15,-1 0,0-1,0 1,0-1,-1 0,0 1,0-1,0 0,-1 0,0-1,0 1,0 0,-1 0,0 0,0-1,-1 1,0 0,0 0,0 0,-1 0,1 0,-1 0,-1 0,1 1,-4-5,5 9,-1-1,0 1,0 0,0 0,0 0,0 0,0 0,0 0,-1 1,1-1,0 1,0-1,-1 1,1 0,0 0,0 0,-1 0,1 1,0-1,0 0,-1 1,1-1,0 1,0 0,0 0,0 0,0 0,0 0,0 1,0-1,0 0,1 1,-1-1,-1 2,-46 65,46-60,1 0,0 0,1 0,-1 0,2 0,-1 1,1-1,0 0,1 1,0-1,0 0,1 0,0 0,0 0,1 0,0-1,0 1,1-1,0 1,1-1,-1-1,1 1,0 0,1-1,0 0,0-1,0 1,0-1,1 0,0-1,0 0,0 0,1 0,2 0,2 2,0-1,1-1,0 0,0-1,0 0,0-1,1 0,-1-1,0 0,1-1,-1-1,1 0,1-2,-8 2,0 0,0-1,0 0,-1 0,1-1,-1 0,1 0,-1 0,0-1,0 0,0 0,-1 0,0-1,1 0,-2 0,1 0,0-1,-1 0,0 0,-1 0,1 0,-1 0,0-1,-1 1,2-6,1-11,-2-1,0 1,-2-1,0 0,-2 0,0 0,-5-21,5 45,1-1,0 0,-1 0,1 1,0-1,0 0,0 0,-1 0,1 1,0-1,0 0,0 0,0 0,0 0,1 1,-1-1,0 0,0 0,0 0,1 1,-1-1,0 0,1 0,-1 1,1-1,-1 0,1 1,-1-1,1 0,-1 1,1-1,0 1,-1-1,1 1,0-1,-1 1,1 0,0-1,0 1,0 0,-1-1,1 1,0 0,0 0,0 0,-1 0,1 0,0 0,0 0,0 0,0 0,-1 0,1 0,0 1,0-1,0 0,-1 1,1-1,0 0,-1 1,1-1,0 1,-1-1,2 1,182 39,-180-40,0 0,0 0,-1 0,1 1,0 0,0 0,-1 0,1 0,-1 0,1 1,-1 0,0 0,1 0,-1 0,0 0,0 0,0 1,-1 0,1-1,-1 1,1 0,-1 0,0 1,0-1,0 0,-1 1,1-1,-1 1,0-1,0 1,0 0,0-1,0 1,-1 0,0 0,-21 68,17-64,0 1,1 0,0-1,1 1,0 0,0 0,1 1,0-1,1 0,0 8,1-13,0-1,0 1,0-1,1 1,-1-1,1 0,0 1,0-1,0 0,0 0,1-1,-1 1,1 0,-1-1,1 1,0-1,0 0,0 0,1 0,-1 0,0-1,1 1,-1-1,1 0,88 17,-73-17,-1-1,0-1,0 0,0-2,0 0,0 0,-1-2,4-1,25-12</inkml:trace>
  <inkml:trace contextRef="#ctx0" brushRef="#br0" timeOffset="7718.196">8666 1319,'4'7,"5"12,6 13,7 13,5 12,5 11,2 7,0 4,-4 0,-9 1,-20 0,-33-3,-46-2,-11-14</inkml:trace>
  <inkml:trace contextRef="#ctx0" brushRef="#br0" timeOffset="2100.583">4469 692,'16'20,"0"1,-1 1,-2 0,0 1,-1 0,-1 1,-2 0,0 1,-2 0,0 0,-2 0,0 4,29-105,-27 59,0 0,2 1,0 0,1 1,0 0,1 0,1 1,0 1,1 0,0 1,13-9,-25 20,0 0,-1 0,1 0,0 0,0 1,0-1,0 0,0 1,0-1,0 0,0 1,0-1,1 1,-1 0,0-1,0 1,0 0,1 0,-1 0,0-1,0 1,0 1,1-1,-1 0,0 0,0 0,0 1,1-1,-1 0,0 1,0-1,0 1,0 0,0-1,0 1,0 0,0-1,0 1,0 0,0 0,-1 0,1 0,0 0,-1 0,1 0,0 0,-1 0,1 0,-1 0,1 1,-6 76,4-73,-1 0,0 0,1 1,0-1,1 0,-1 0,1 0,0 1,0-1,0 0,1 0,0 1,0-1,0 0,1 0,0 0,0 0,0 0,0-1,1 1,0-1,0 1,0-1,0 0,1 0,-1 0,2 0,4 1,-1-1,1 0,1-1,-1 0,0 0,1-1,0 0,-1-1,1 0,0-1,0 1,-1-2,1 0,0 0,-1 0,1-1,0-1,-1 0,0 0,0-1,3-1,90-72,-96 74,0 0,0-1,-1 0,0 0,1 0,-1-1,-1 1,1-1,-1 0,0-1,0 1,0-1,-1 0,0 0,0 0,0 0,-1 0,0 0,0-1,0 1,-1-1,0 0,-1 1,1-1,-1-6,-3 10,1 0,-1 0,1 0,-1 1,0-1,0 0,0 1,0 0,-1 0,1 0,-1 0,1 0,-1 1,0-1,1 1,-1 0,0 0,0 1,0-1,0 1,0 0,1 0,-1 0,0 0,0 1,0 0,0-1,0 2,-2 0,-2 0,0 0,1 0,-1 1,1 0,0 1,0 0,0 0,0 0,1 1,0 0,0 0,0 1,0-1,1 1,0 0,-1 3,3-5,1 0,-1 0,1 0,0 0,0 0,1 0,-1 0,1 1,0-1,0 0,1 1,-1-1,1 1,0-1,0 1,0-1,1 1,-1-1,1 0,0 1,1-1,-1 0,1 0,0 1,0-1,0 0,0-1,1 1,1 2,9 5,-1-1,1-1,1 0,0-1,0 0,1-1,0-1,0 0,0-1,1-1,-1 0,1-1,0-1,0 0,9-1,30 4</inkml:trace>
  <inkml:trace contextRef="#ctx0" brushRef="#br0" timeOffset="2406.109">5671 744,'-9'-1,"0"1,-1-1,1 1,0 1,0 0,-1 0,1 1,0 0,0 0,0 1,0 0,1 1,-1 0,1 0,0 1,0 0,1 0,-1 1,1 0,0 0,1 1,-1 0,2 0,-1 1,1-1,-5 8,9-11,0-1,0 1,-1-1,2 1,-1-1,0 1,1-1,0 1,0 0,0-1,0 1,0-1,1 1,0-1,-1 1,2-1,-1 1,0-1,0 1,1-1,0 0,0 0,0 0,0 0,0 0,0 0,1-1,0 1,-1-1,1 0,0 1,0-1,0-1,0 1,1 0,14 5,1 0,0-1,0-1,0-1,1-1,-1 0,1-1,0-2,0 0,0-1,6-1,111-21,-80 8</inkml:trace>
  <inkml:trace contextRef="#ctx0" brushRef="#br0" timeOffset="3250.855">6032 852,'-2'2,"-1"0,1 0,-1 0,1 0,0 1,0-1,0 1,1 0,-1-1,1 1,-1 0,1 0,0 0,0 0,0 0,0 0,1 0,-1 1,1-1,0 0,0 0,0 0,0 1,1-1,-1 0,1 0,0 0,0 0,0 0,0 0,0 0,1 0,-1 0,1-1,1 3,1-2,1 0,0 1,0-2,0 1,0 0,0-1,1 0,-1-1,1 1,-1-1,1 0,-1 0,1 0,0-1,0 0,4-1,-7 1,0 0,0 0,-1-1,1 0,0 1,0-1,-1 0,1 0,-1 0,1-1,-1 1,1-1,-1 1,0-1,0 0,0 0,0 0,0 0,0 0,0 0,-1 0,1-1,-1 1,1-1,-1 1,0-1,0 0,0 1,-1-1,1 0,-1 1,1-1,-1 0,0-2,-1-6,-1-1,-1 1,0 0,0 1,-1-1,-1 0,0 1,0 0,-1 0,0 1,0-1,-1 1,-1 1,1-1,-2 1,1 1,-1-1,0 1,6 5,2 1,1 1,-1 0,0 0,1 0,-1 0,0 0,1-1,-1 1,0 0,1-1,-1 1,1 0,-1-1,1 1,-1-1,1 1,-1-1,1 1,-1-1,1 1,-1-1,1 1,0-1,0 0,-1 1,1-1,0 0,0 1,-1-1,1 0,0 1,0-1,0 0,0 1,0-1,0 0,0 1,0-1,1 0,-1 1,0-1,0 0,0 1,1-1,-1 1,0-1,1 0,-1 1,1-1,-1 1,0-1,1 1,-1-1,1 1,-1-1,1 1,17-3,0 1,1 0,-1 2,1 0,-1 1,11 3,-15-3,3-1,1 1,-1 1,1 1,-1 0,0 2,0 0,0 0,0 2,-1 0,0 1,12 8,-23-11,-1 0,0 1,0-1,0 1,-1 0,1-1,-1 2,-1-1,1 0,-1 0,-1 1,1 0,-1-1,0 1,0 0,-1-1,0 1,0 0,-1-1,1 1,-3 5,2 8,1-19,0 1,0-1,0 0,0 0,0 0,0 0,0 1,1-1,-1 0,0 0,0 0,1 0,-1 0,1 0,-1 0,1 0,0 0,-1 0,1 0,0 0,0 0,-1 0,1-1,0 1,0 0,0-1,0 1,0 0,0-1,0 1,0-1,0 0,0 1,0-1,1 0,-1 0,0 1,0-1,0 0,0 0,0 0,1-1,-1 1,0 0,0 0,0 0,1-1,53-20,-37 9,1-2,-2 0,0-1,-1 0,0-1,-1-1,-1-1,10-16,-5 16,-7 36,-9 2,-3-13,1 0,-1 0,1 1,0-1,1-1,0 1,0 0,0 0,1-1,0 1,0-1,1 0,0 0,0 0,0 0,1-1,0 0,0 0,0 0,0 0,6 2,1-3,-1-1,1 0,0-1,0 0,1-1,-1-1,0 0,0 0,0-1,0-1,0 0,0-1,0 0,-1-1,1 0,-1-1,0 0,0 0,-1-1,1-1,-1 0,-1 0,1-1,-1 0,1-2,-5 4,0 1,-1-1,1 0,-1 0,0 0,-1-1,1 1,-1-1,-1 0,1 0,-1 0,0 0,-1 0,0-1,0 1,0 0,-1-1,0 1,-2-8,1 13,0 0,0-1,0 1,-1 0,1-1,-1 1,0 0,0 0,0 1,0-1,0 0,0 0,0 1,0 0,-1-1,1 1,0 0,-1 0,1 0,-1 0,0 1,1-1,-1 1,0-1,1 1,-1 0,0 0,1 0,-1 0,0 1,1-1,-1 1,1 0,-1 0,1 0,-1 0,1 0,-1 0,1 0,0 1,0-1,0 1,-1 0,2 0,-1 0,0 0,0 0,1 0,-1 0,1 0,-1 1,1-1,0 0,0 1,0-1,0 1,0 4,-1-1,1 1,0 0,0-1,1 1,0 0,0 0,1-1,-1 1,1 0,1-1,0 1,0-1,0 1,0-1,1 0,0 0,0 0,1 0,0-1,0 1,0-1,1 0,-1 0,1-1,1 1,-1-1,0 0,1-1,0 1,0-1,0 0,0 0,4 0,80 18,-46-17</inkml:trace>
  <inkml:trace contextRef="#ctx0" brushRef="#br0" timeOffset="4636.028">7677 759,'-10'-6,"-1"2,0 0,0 0,0 0,0 2,-1-1,1 2,-1-1,1 2,-1-1,0 2,1-1,-1 2,0-1,1 2,0-1,-1 2,1-1,-7 5,15-7,0 1,0 0,0 0,0 0,1 1,-1-1,1 1,-1-1,1 1,0 0,0 0,0 0,1 0,-1 0,1 1,-1-1,1 0,0 1,0-1,1 1,-1-1,1 1,-1-1,1 1,0-1,1 1,-1-1,0 1,1-1,0 1,0-1,0 1,0-1,1 0,-1 0,1 0,0 0,0 0,0 0,0 0,0 0,3 2,7 4,1 0,-1-1,1 0,1-1,0 0,0-1,0-1,0 0,1-1,0 0,0-2,0 1,0-2,0 0,0-1,7-1,-10 3,0-1,1-1,-1 0,0 0,0-1,1-1,-1 0,0-1,0 0,-1-1,1 0,-1-1,0 0,0-1,0 0,-1-1,0 0,0-1,-1 0,0 0,0-1,-1 0,0 0,-1-1,3-5,-1-8,-1-1,-1 0,-2 0,0 0,-1-1,-2 0,0 0,-3-18,2 12,3-338,-9 340,5 28,0 1,0-1,-1 1,1 0,0-1,-1 1,1 0,-1-1,1 1,0 0,-1-1,1 1,-1 0,1 0,-1 0,1-1,-1 1,1 0,-1 0,1 0,-1 0,1 0,-1 0,1 0,-1 0,1 0,-1 0,1 0,-1 0,1 0,-1 0,1 1,-1-1,1 0,-1 0,1 0,-1 1,1-1,0 0,-1 1,1-1,0 0,-1 1,1-1,0 1,-1-1,1 0,0 1,-1-1,1 1,0-1,0 1,0-1,0 1,-1-1,1 1,0-1,0 1,0-1,0 1,0-1,0 1,-12 26,0 0,1 1,2 0,1 1,1-1,-1 21,-1 0,2 0,3 1,1-1,4 23,0-50,1-1,0 0,2 0,1-1,0 1,2-1,0 0,1 0,1-1,1 0,8 11,-17-27,0-1,0 0,0 1,0-1,0 0,1 0,-1 0,1 0,-1 0,1 0,0 0,0 0,0-1,0 1,0-1,0 1,0-1,1 0,-1 0,0 0,1 0,-1 0,1-1,-1 1,1-1,-1 1,1-1,-1 0,1 0,-1 0,1 0,-1-1,1 1,-1-1,1 1,1-2,0-4,0-1,-1 0,1 0,-2 0,1-1,-1 1,0 0,-1-1,0 1,0-1,0 0,-1 1,-1-1,1 0,-1 1,0-1,-1 1,0-1,-4-15,-1 1,-1 0,-1 0,-2 1,0 0,-1 1,0 0,-2 1,0 1,-2 0,0 1,0 0,-2 1,0 1,-1 1,0 1,-14-7,7 8,40 19,53 17,1-3,0-3,7-1,-41-10,438 80,-431-80,-41-7,0 0,-1 1,1-1,0 0,0 1,0-1,0 0,-1 1,1-1,0 0,0 1,0-1,0 0,0 1,0-1,0 0,0 1,0-1,0 0,0 1,0-1,0 0,0 1,1-1,-1 0,0 1,0-1,0 0,0 0,1 1,-1-1,0 0,0 1,0-1,1 0,-1 0,0 0,1 1,-1-1,0 0,0 0,1 0,-1 0,0 1,1-1,-1 0,0 0,1 0,-1 0,0 0,1 0,-1 0,0 0,1 0,-1 0,0 0,1 0,-1 0,0 0,1-1,-1 1,0 0,1 0,-1 0,0 0,1-1,-26 11,24-10,-8 2,-114 44,117-43,1 1,-1-1,1 1,0-1,0 2,0-1,1 0,-1 1,1 0,0 0,0 0,1 1,0-1,0 1,0 0,0 0,1 0,0 0,0 2,2-4,-1 0,1-1,1 1,-1 0,0 0,1 0,0 0,0 0,0-1,0 1,1 0,0-1,-1 1,1-1,0 0,1 0,-1 1,1-1,-1-1,1 1,0 0,0-1,0 1,0-1,0 0,1 0,-1 0,1 0,-1-1,1 0,0 1,0-1,-1-1,1 1,0 0,0-1,0 0,0 0,0 0,0 0,0-1,-1 0,1 1,0-1,0-1,-1 1,1 0,3-3,7-2,0-1,0 0,-1-1,0 0,-1-1,0-1,0 0,-1 0,0-1,-1-1,0 0,-1 0,0-1,-1 0,0-1,1-4,-25 117,16-94,0-1,1 1,0-1,-1 1,2-1,-1 1,0-1,1 0,0 1,0-1,0 0,0 0,1 0,0-1,0 1,0-1,0 1,0-1,1 0,-1 0,1-1,0 1,0-1,0 1,0-1,0-1,0 1,1 0,-1-1,1 0,-1 0,1 0,-1-1,1 0,-1 1,1-2,0 1,3-1,2-1,-1 0,1 0,-1-1,1 0,-1-1,0 0,0 0,0-1,-1 0,0-1,0 0,0 0,-1-1,0 0,0 0,0 0,4-9,5-7,-1-1,-1 0,-1-1,-1-1,6-21,15-51,-5-1,-4-1,-4-1,-1-39,-15 35,-4 104,0 0,1 1,-1-1,0 0,0 0,0 1,-1-1,1 0,0 0,0 1,0-1,0 0,-1 1,1-1,0 0,-1 1,1-1,-1 0,1 1,0-1,-1 1,1-1,-1 1,0-1,1 1,-1-1,1 1,-1-1,0 1,1 0,-1 0,0-1,1 1,-1 0,0 0,0 0,1-1,-1 1,0 0,1 0,-1 0,0 0,0 0,1 1,-1-1,0 0,0 0,1 0,-1 1,0-1,-30 27,13-3,2 0,1 1,1 1,1 0,1 1,1 0,2 1,0 0,2 0,2 1,0 0,2 0,1 0,1 2,1-3,2-1,0 1,2-1,1 0,1 0,1 0,1-1,2 0,0-1,9 15,-10-24,-1-1,2 0,0-1,1 0,0 0,1-1,1-1,0 0,0-1,1 0,1-1,0 0,0-2,1 0,0 0,0-1,1-1,-13-5,-1 1,1-1,-1 0,1 0,0 0,-1-1,1 1,0-1,0 0,-1 0,1 0,0 0,0-1,-1 0,1 1,-1-1,1-1,0 1,-1 0,0-1,1 0,-1 0,0 0,0 0,0 0,0-1,0 1,-1-1,1 0,-1 0,0 0,0 0,0 0,0 0,0 0,0-1,-1-8,-1 0,1 0,-2 0,1 1,-2-1,0 0,0 0,-1 1,0-1,-1 1,0 0,-1 0,-1 1,1-1,-2 1,1 0,-8-8,-18-23,-2 1,-1 1,-3 2,0 1,-3 3,0 1,-19-9,37 23,21 11,15 10,-9-2,243 49,38-5,-188-34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6:18.91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164 1,'-2'11,"-1"18,0 19,1 21,0 15,1 15,1 9,-1 3,1 0,1-11,-4-12,1-20,-1-21</inkml:trace>
  <inkml:trace contextRef="#ctx0" brushRef="#br0" timeOffset="378.984">18 68,'19'1,"-1"2,1 0,0 1,-1 1,0 1,0 1,-1 0,0 1,0 1,0 0,2 4,13 6,-1 2,-1 1,-1 2,-1 0,-1 2,-1 1,-1 1,-2 2,-1 0,-1 1,-2 1,-1 1,-2 0,-1 1,-1 1,-2 1,-2-1,-1 2,-2-1,-1 1,-2 1,-2-1,-1 13,-1-40,0 1,0-1,-1 0,-1 0,1 0,-2 0,1 0,-2 0,1-1,-1 1,-1-1,1 0,-2 0,1-1,-1 1,0-1,-1 0,0-1,0 0,-1 0,0 0,0-1,0 0,-1-1,0 0,0 0,-8 2,-13-1,-1-1,0-2,0-1,-1-2,1 0,0-2,0-2,0-1,-28-8,-87-9,120 21,26 1,0 1,0-1,0 0,1 0,-1 0,0 1,0-1,0 0,0 0,1 0,-1 1,0-1,0 0,0 1,0-1,0 0,0 0,0 1,0-1,0 0,0 0,0 1,0-1,0 0,0 1,0-1,0 0,0 0,0 1,0-1,0 0,0 0,-1 1,1-1,0 0,0 0,0 1,0-1,-1 0,1 0,0 0,0 1,0-1,-1 0,1 0,0 0,0 0,26 8,6 0</inkml:trace>
  <inkml:trace contextRef="#ctx0" brushRef="#br0" timeOffset="1047.265">887 241,'9'22,"0"0,-2 0,0 1,-1 0,-2 0,0 0,-2 1,0 3,0-13,8 125,-6 1,-5 0,-8 4,8-130,0-25,10-348,-5-99,-4 449,0 23,-1 45,3-1,3 0,2-1,2 1,10 24,-19-77,1 1,0-1,0 1,1-1,0 0,0 1,0-1,0 0,1 0,0-1,0 1,0-1,1 1,-1-1,1 0,0 0,0 0,1-1,-1 0,1 1,-1-1,1-1,0 1,0-1,0 0,1 0,-1-1,0 1,3-1,1-4,0-1,0 0,0 0,0-1,-1 0,0-1,0 0,-1 0,1-1,-1 0,-1 0,1 0,-1-1,-1 0,1 0,-2-1,1 1,-1-1,0 0,0-2,13-30,-3 0,-1-1,-2-1,-1 0,2-37,26-109,-28 165,-1 25,4 79,-8 330,-4-130,-1-275,-1 8,1 0,0 0,2-1,-1 1,1 0,1-1,0 0,1 1,0-1,1 0,2 2,9 7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6:21.57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15,'25'0,"26"0,24 0,16 0,11-3,4 0,0 0,-6 1,-14 0,-17 1,-20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6:21.77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1,'13'2,"17"1,18 0,20-1,16 0,12-1,6-1,-1 0,-9 0,-20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6:20.32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92 94,'-11'16,"0"0,2 0,-1 1,2 0,0 0,1 1,1 0,1 1,0-1,2 1,0 0,1 0,1 0,0 0,2 5,-3 10,2 1,1-1,1 0,3 0,0-1,2 1,2-1,1 0,1-1,2 0,1-1,1-1,11 15,-22-39,0 1,0-1,1 0,-1 0,2-1,-1 1,0-1,1 0,0-1,0 1,1-1,-1 0,1-1,0 1,0-2,0 1,0-1,1 0,-1 0,0-1,1 0,0 0,-1 0,1-1,-1-1,1 1,-1-1,1-1,-1 1,3-2,2-6,0 0,-1-1,0 0,-1-1,0 0,0 0,-1-1,-1-1,0 1,-1-1,0-1,-1 1,0-1,-1 0,3-15,11-50,-2-1,-4 0,-4-1,-3 0,-4-1,-5-29,3 63,3-17,-1 59</inkml:trace>
  <inkml:trace contextRef="#ctx0" brushRef="#br0" timeOffset="281.246">828 80,'7'16,"8"19,10 19,6 17,8 14,6 11,4 7,1 5,1-1,-1-7,-5-8,-5-15,-6-14,-5-17,-8-17,-8-24,-6-12</inkml:trace>
  <inkml:trace contextRef="#ctx0" brushRef="#br0" timeOffset="532.577">1376 0,'-19'25,"-16"27,-17 29,-17 25,-16 21,-13 13,-8 6,13-22</inkml:trace>
  <inkml:trace contextRef="#ctx0" brushRef="#br0" timeOffset="2398.44">895 736,'-3'0,"-2"2,-3 6,-5 7,-7 9,-6 9,-7 8,-3 7,-4 3,2 2,4 0,6-5,8-6,11-11,8-10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6:23.89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228 80,'4'28,"2"24,0 22,-2 18,-1 13,-3 6,-4-3,-1-7,0-13,1-16,1-18,1-18</inkml:trace>
  <inkml:trace contextRef="#ctx0" brushRef="#br0" timeOffset="386.984">0 0,'157'66,"-133"-54,44 22,-1 3,-2 3,46 38,-88-60,-1 0,0 2,-2 1,-1 0,0 2,-1 0,-2 1,0 0,-2 1,-1 1,6 16,-13-27,-1 0,0 1,-1 0,-1-1,-1 2,0-1,0 0,-2 0,0 0,-1 1,-1-1,0 0,-1 0,-1 0,0-1,-2 1,1-1,-2 0,0-1,-1 1,0-2,-1 1,0-1,-1 0,-1-1,0 0,-1-1,0 0,-1-1,0 0,-2 1,-9 1,0-1,-1-1,0-1,0-1,-1-1,0-1,0-1,0-2,-1 0,1-2,-1-1,0-1,1-2,-1 0,1-2,0 0,1-2,-3-2,-17-13,48 14,16 1,6 1</inkml:trace>
  <inkml:trace contextRef="#ctx0" brushRef="#br0" timeOffset="786.229">1551 294,'1'-7,"0"-1,-1 1,0-1,0 0,-1 1,0-1,-1 1,0-1,0 1,0 0,-1 0,0 0,0 0,-1 0,0 1,0-1,0 1,-1 0,0 0,-5-4,-4 1,0 1,0 1,-1 0,0 1,0 1,0 0,-1 1,1 1,-1 0,0 1,0 1,0 0,0 1,0 1,0 0,0 2,0-1,0 2,1 0,-1 1,1 1,1 0,-1 1,-2 2,0 2,0 1,1 1,0 0,1 1,1 1,0 0,1 1,0 1,2 0,0 0,1 1,0 1,2-1,0 2,1-1,1 1,1 0,1 0,0 0,2 1,0 0,1-1,2 1,0-1,1 1,1-1,0 1,2-1,0 0,2-1,0 1,1-1,1-1,1 1,0-2,2 1,3 3,0-5,2 0,0-1,0-1,2-1,-1 0,2-1,0-1,0-1,1-1,0-1,0-1,1 0,0-2,0 0,9-1,13 2,1-3,0-2,0-1,0-3,0-1,-1-2,10-5,37-11</inkml:trace>
  <inkml:trace contextRef="#ctx0" brushRef="#br0" timeOffset="1034.59">2125 160,'0'21,"0"19,0 23,0 20,0 17,0 11,0 3,0-2,0-8,3-14,2-14,3-19,1-20,-2-17</inkml:trace>
  <inkml:trace contextRef="#ctx0" brushRef="#br0" timeOffset="1356.245">2046 54,'91'56,"32"28,-4 6,-5 4,-3 5,70 85,-68-33,-106-139,0 0,-1 1,0-1,-1 1,-1 0,0 1,0-1,-2 1,0 0,0-1,-1 1,-1 4,-1-9,-1 0,1 0,-2 0,0-1,0 1,0-1,-1 1,0-1,-1 0,0-1,0 1,0-1,-1 0,0 0,-1-1,1 1,-1-2,-1 1,1-1,-7 4,-11 6,-1-1,0-2,-1 0,-1-2,-24 6,16-5,0-2,0-1,-1-2,0-1,0-2,0-2,-24-2,25-8,15-3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6:26.4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278 148,'-56'-66,"54"64,0 0,-1 0,1 0,-1 1,0-1,1 1,-1 0,0 0,0 0,0 0,0 0,0 1,0-1,0 1,0 0,0 0,0 0,0 0,0 0,0 1,0-1,0 1,1 0,-1 0,0 0,0 0,-1 1,-7 7,0-1,0 2,1-1,0 2,1-1,0 1,0 0,1 1,1 0,0 1,1-1,0 1,1 0,0 1,1-1,-1 10,3-18,1 0,-1 0,1 0,0 0,0 0,1 0,0 0,0 0,0 0,0 1,1-1,0 0,0 0,0 0,0 0,1-1,0 1,0 0,1-1,-1 1,1-1,0 0,0 1,1-1,5 2,1 0,0-1,0 0,0 0,1-1,-1-1,1 0,0 0,0-1,0 0,0-1,1-1,-1 1,0-2,8 0,26-3,-1-1,1-2,-1-2,0-2,-1-1,0-3,-2-1,33-19,-63 31,0-1,0 0,0 0,-1-1,0-1,-1 0,1 0,-1-1,-1 0,1 0,-1-1,-1 0,0-1,0 0,-1 0,0 0,0 0,-1-1,-1 0,0 0,-1-1,0 1,0-4,-3-25,-5 58,4-6,1 1,0 0,0 0,1-1,1 1,0 0,1-1,0 0,1 1,0-1,1-1,0 1,1-1,1 0,-1 0,2 0,-1-1,2 0,-1-1,1 0,0 0,1-1,0 0,1-1,-1 0,2-1,-1 0,0 0,1-1,0-1,0 0,12 2,-13-5,0 0,0-1,0-1,0 0,0 0,0-1,0 0,0-1,-1 0,1-1,-1 0,0-1,0 0,0 0,-1-1,1 0,-2-1,1 0,-1 0,0-1,0 0,-1-1,0 0,-1 0,0 0,0 0,-1-1,0-1,3-8,-1 0,0-1,-2 0,0 0,-1-1,-2 1,0-1,-1 0,-1 0,-2-17,3 38,-1-1,0 0,0 1,1-1,-1 0,0 0,0 0,0 1,0-1,0 0,0 0,0 1,0-1,0 0,-1 0,1 0,0 1,0-1,-1 0,1 1,0-1,-1 0,1 1,-1-1,1 0,-1 1,1-1,-1 1,1-1,-1 1,0-1,1 1,-1-1,0 1,1 0,-1-1,0 1,1 0,-1 0,0-1,0 1,0 0,1 0,-1 0,0 0,0 0,1 0,-1 0,0 0,0 0,0 1,1-1,-1 0,0 0,1 1,-1-1,0 0,0 1,1-1,-1 1,1-1,-1 1,0-1,1 1,-1-1,1 1,-1 0,1-1,-1 1,-3 8,-1-1,2 1,-1 0,1 0,0 0,1 0,0 1,0-1,1 1,1-1,-1 1,2-1,-1 1,1-1,1 1,1 6,1-6,1-1,0 1,1-1,0 0,0 0,1-1,0 0,0 0,1-1,0 1,0-2,1 1,0-1,0-1,0 0,1 0,0 0,0-1,0-1,0 0,1 0,-1-1,1-1,-1 1,2-2,44 10,1-4,1-2,14-2,50-3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6:53.57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530 709,'0'0</inkml:trace>
  <inkml:trace contextRef="#ctx0" brushRef="#br0" timeOffset="4311.091">504 656,'53'106,"-4"3,0 16,-28-72,10 8,-30-60,-1-1,1 1,-1-1,1 0,0 1,-1-1,1 0,0 1,-1-1,1 0,0 0,-1 0,1 0,0 0,0 0,-1 0,1 0,0 0,-1 0,1 0,0 0,-1 0,1 0,0-1,-1 1,1 0,0-1,-1 1,1 0,0-1,-1 1,1-1,-1 1,1-1,-1 1,1-1,-1 1,1-1,-1 1,0-1,1 0,-1 1,0-1,0 0,1 1,-1-1,0 0,0 0,0 1,11-24,0 0,-2-1,-1 0,-1 0,-1-2,6-22,-1 11,-6 15,0 0,2 1,0 0,2 0,1 0,0 1,1 1,2 0,4-6,-14 24,0-1,0 1,0 0,0 0,0 0,1 0,-1 0,1 1,-1-1,1 1,-1 0,1 0,0 1,0-1,-1 1,1 0,0 0,0 0,-1 0,1 0,0 1,-1 0,1 0,0 0,-1 0,1 1,-1-1,1 1,-1 0,0 0,0 0,0 0,0 0,3 4,26 17</inkml:trace>
  <inkml:trace contextRef="#ctx0" brushRef="#br0" timeOffset="5146.387">1520 843,'1'-5,"0"1,0-1,0 1,0-1,-1 0,0 1,0-1,0 0,0 1,-1-1,0 0,0 1,0-1,0 1,-1-1,0 1,0 0,0 0,0-1,-1 2,0-1,1 0,-2 0,1 1,0 0,0-1,-1 1,0 1,0-1,0 0,0 1,0 0,-2-1,-8 2,0 1,0 0,0 1,0 0,0 1,1 1,-1 0,1 1,-1 1,1 0,1 0,-1 2,1-1,0 1,0 1,1 0,0 1,1 0,-3 3,-68 75,78-84,1 1,-1 0,1 1,-1-1,1 0,1 0,-1 1,1 0,-1-1,1 1,0 0,1-1,-1 1,1 0,0 0,0-1,1 1,-1 0,1 0,0-1,0 1,1-1,0 3,3-2,0 1,1-1,0 0,-1-1,1 1,1-1,-1-1,1 1,-1-1,1 0,0 0,0-1,0 0,0 0,1-1,-1 0,0 0,1-1,-1 0,1 0,-1 0,0-1,1-1,-1 1,0-1,0 0,0-1,1 0,1 1,0-1,-1 0,1-1,-1 0,0 0,0-1,0 0,0 0,-1-1,0 0,0 0,-1-1,0 1,0-2,0 1,-1-1,0 1,-1-1,1-1,-1 1,-1-1,0 1,0-1,-1 0,0 0,0-3,-12-13,10 30,-1 0,1 0,0 0,1 1,-1-1,1 0,0-1,0 1,0 0,1 0,0 0,0-1,0 1,1 2,-1 2,2-1,-1 1,1-1,0 0,0 0,1 0,1 0,-1-1,1 0,0 0,1 0,-1-1,1 0,0 0,1-1,0 0,0 0,0-1,0 0,1 0,-1-1,1 0,0 0,0-1,0-1,0 1,0-1,0-1,1 0,-1 0,2-1,8-5,0 0,-1-2,0 0,0-1,-1-1,0 0,-1-1,0-1,-1-1,0 0,-1-1,-1 0,6-9,2-1,-2-1,-1-1,-1-1,-1 0,-1-1,-2 0,-1-1,-1-1,-1 0,-2 0,-1-1,-1 0,-2 0,-1-1,-2 1,0-1,-3 1,-1-4,2 21,-1 1,-1 0,0 0,0 0,-1 1,-1-1,0 1,-1 0,-1 0,1 1,-2-1,0 2,0-2,6 10,0 0,0 0,-1 0,1 0,0 1,0-1,-1 0,1 1,-1 0,0-1,1 1,-1 0,0 1,0-1,1 0,-1 1,0-1,0 1,0 0,0 0,0 0,0 1,1-1,-1 1,0-1,0 1,0 0,1 0,-1 0,0 0,1 1,-5 2,0 0,1 1,0 0,0 1,0-1,1 1,0 0,0 0,0 1,1-1,0 2,-10 20,2 0,0 1,3 0,0 1,2 0,1 1,1-1,2 1,1 0,1 0,2 0,1 0,3 14,-2-20,2 0,0 0,2-1,0 0,2 0,0 0,2-1,1-1,0 0,2 0,0-1,2-1,0-1,9 8,-19-21,0 0,0-1,1 0,-1 0,1 0,1-1,-1 0,1 0,-1-1,1 0,0 0,0-1,0 0,0 0,1-1,-1 0,0-1,1 0,-1 0,0-1,1 1,-1-2,0 1,0-2,0 1,0-1,0 0,0 0,-1-1,5-3,13-12,-2-2,0 0,-2-1,0-2,-2 0,0-1,-2-1,-1 0,4-11,37-72,-56 110,-1-1,0 0,0 0,0 1,0-1,0 0,0 0,0 0,0 1,0-1,0 0,1 0,-1 0,0 0,0 1,0-1,0 0,0 0,1 0,-1 0,0 0,0 1,0-1,1 0,-1 0,0 0,0 0,0 0,1 0,-1 0,0 0,0 0,1 0,-1 0,0 0,0 0,0 0,1 0,-1 0,0 0,0 0,1 0,-1 0,0 0,0-1,0 1,0 0,1 0,-1 0,-1 27,1-26,-4 32,0-4,2 1,1 0,1 0,1 0,3 8,-3-30,0-1,1 0,0 0,0 1,1-1,0-1,0 1,0 0,1-1,0 0,0 0,1 0,0 0,0-1,0 1,1-1,-1-1,1 1,0-1,1 0,-1 0,1-1,5 2,35 7,-2-8</inkml:trace>
  <inkml:trace contextRef="#ctx0" brushRef="#br0" timeOffset="5398.229">2642 388,'-13'0,"-5"2,1 8,10 7,13 7,16 4,6-3</inkml:trace>
  <inkml:trace contextRef="#ctx0" brushRef="#br0" timeOffset="6967.597">3391 856,'-6'-9,"0"1,-1 0,0 0,-1 0,0 1,0 0,0 1,-1 0,0 0,0 1,0 0,-1 1,0-1,0 2,0 0,0 0,0 1,-1 0,1 0,-1 2,0-1,1 1,-1 1,1-1,-1 2,1 0,-1 0,1 1,0 0,0 1,0 0,1 0,-1 1,1 0,0 1,-4 3,4-1,0 0,1 1,0 0,0 0,1 1,0 0,1 0,0 0,1 1,0 0,0 0,1 1,1-1,0 1,0-1,1 1,1 0,-1 10,3-17,-1-1,1 1,0 0,0 0,0 0,1-1,0 1,0 0,0-1,0 0,1 1,0-1,0 0,0 0,0-1,0 1,1-1,0 1,-1-1,1 0,0-1,1 1,-1-1,0 0,1 0,-1 0,1 0,0-1,0 0,0 0,-1 0,1 0,0-1,0 0,0 0,0 0,0-1,3 0,14-4,-1-2,-1 0,1-1,-1 0,-1-2,0-1,0 0,-1-1,0-1,-1-1,-1-1,0 0,-1-1,-1 0,0-1,-1-1,3-7,6-13,-3 0,-1-1,-2-1,-1-1,-2 0,-2 0,-2-2,-2 1,-2-1,-1 0,-3 0,-2-26,1 52,1-5,-1 0,0 1,-2-1,-1 1,0-1,-2 1,-2-4,7 26,0-1,0 1,0-1,0 1,-1-1,1 1,0-1,0 1,-1-1,1 1,0-1,-1 1,1-1,-1 1,1-1,-1 0,1 1,-1-1,1 0,-1 1,1-1,-1 0,1 0,-1 0,1 1,-1-1,1 0,-1 0,0 0,1 0,-1 0,1 0,-1 0,1 0,-1 0,0 0,1 0,-1 0,1-1,-1 1,1 0,-1 0,1-1,-1 1,1 0,-1-1,1 1,-1 0,1-1,-1 1,1-1,0 1,-1-1,1 1,0-1,-1 1,1-1,0 1,0-1,0 1,-1-1,1 1,0-1,0 0,-36 124,18-44,3 1,4 0,3 0,4 55,3-118,1 1,1-1,1 0,0 0,1 0,1 0,1 0,0-1,1 1,1-1,1-1,0 0,1 0,0 0,1-1,1 0,0-1,1-1,0 0,1 0,5 3,3-5,-1 0,1-2,0 0,1-1,0-2,0 0,0-1,1-1,-1-1,1-1,0-2,-1 0,1-1,-1-1,0-1,0-1,0-1,0-1,-1-1,0 0,-1-2,9-5,-19 10,1-1,-1 0,0 0,0-1,-1 0,0 0,0-1,-1-1,0 1,0-1,-1-1,0 1,-1-1,0-1,-1 1,0-1,0 0,-1 0,0 0,0-8,-4 14,0 1,0-1,-1 1,1-1,-1 0,0 1,-1 0,1-1,-1 1,0 0,0 0,0-1,-1 2,1-1,-1 0,0 0,0 1,0 0,-1-1,1 1,-1 1,0-1,0 0,0 1,0 0,0 0,0 0,0 0,-2 1,-4-3,0 1,0 0,0 1,-1 0,1 1,-1 0,1 1,-1 0,1 1,-1 0,1 0,-6 2,9-1,0 0,-1 1,1 0,0 0,1 1,-1-1,1 1,-1 1,1-1,0 1,1 0,-1 1,1-1,0 1,0 0,1 0,0 1,0-1,1 1,-1 0,1 0,1 0,-1 0,1 1,1-1,-1 1,1-1,1 1,-1-1,1 1,0 0,1-1,0 1,0-1,1 1,0-1,0 0,1 1,0-1,0 0,0-1,3 3,-2-3,1 0,0-1,0 0,0 0,1-1,0 1,0-1,0-1,0 1,0-1,1 0,0 0,0-1,-1 0,1 0,0 0,1-1,-1 0,0-1,0 0,0 0,1 0,-1-1,0 0,0 0,0-1,0 0,0 0,0-1,-1 1,1-2,-1 1,0-1,0 0,0 0,0 0,0-1,6-6,-1 0,0 0,0-1,-1-1,-1 1,0-2,0 1,-2-1,1-1,-2 1,0-1,2-9,-5 66,-3-25,0 1,1 0,1 0,0-1,1 1,1-1,1 0,1 0,0 0,1-1,1 0,0 0,1-1,1 0,8 9,-15-21,0 0,0 0,1 0,-1-1,1 1,-1-1,1 0,0 0,0-1,0 1,0-1,0 1,0-1,0-1,0 1,0 0,1-1,-1 0,0 0,0 0,1-1,-1 1,0-1,0 0,0 0,0-1,0 1,0-1,0 0,0 0,-1 0,1 0,-1-1,1 0,7-10,-1 0,-1-1,0 0,-1-1,-1 0,0 0,-1 0,0-1,-1 0,-1 0,-1-1,0 1,-1-1,-1 1,0-16,1 8,-1 0,-1 0,-1 0,0 0,-2 0,-1 1,-2-3,-2 13,7 23,6-4,-1-1,1 0,0 0,0 0,1 0,-1-1,1 0,0 0,0-1,1 1,-1-1,1-1,-1 1,1-1,0 0,0-1,0 0,0 0,0 0,113 18,-83-15,-1 1,-1 2,1 2,25 9,-54-15,0 0,0 0,-1 0,1 1,-1 0,0 0,0 1,-1 0,1 0,-1 0,0 0,-1 1,1 0,-1 0,0 0,0 0,-1 1,0 0,0-1,-1 1,1 0,-2 1,1 0,2 143,-4-149,-1 0,1 0,0 0,1 0,-1 0,0 0,0 0,1 0,-1 0,1-1,0 1,0 0,-1 0,1 0,0-1,1 1,-1-1,0 1,0-1,1 1,-1-1,0 0,1 1,0-1,-1 0,1 0,0 0,-1 0,1 0,0-1,0 1,0-1,0 1,0-1,-1 1,1-1,0 0,0 0,0 0,0 0,0 0,0-1,0 1,1-1,16-2,0-2,0 0,-1-1,0-1,0-1,0 0,-1-1,0-1,-1-1,0 0,-1-1,0-1,2-4,-4 7,-1-1,0-1,-1 0,0-1,-1 1,-1-2,0 0,-1 0,0 0,-1-1,-1 0,0-1,-1 1,0-1,-1-3,-4 16,1 0,-1 0,0 0,0 1,0-1,0 0,0 0,0 0,-1 0,0 1,1-1,-1 0,0 1,0-1,-1 0,1 1,-1-1,1 1,-1 0,0 0,1-1,-1 1,0 0,-1 0,1 1,0-1,0 0,-1 1,1-1,-1 1,1 0,-1 0,0 0,0 0,1 0,-1 1,0-1,0 1,0 0,1 0,-1 0,0 0,0 0,0 1,0-1,-1 1,0 1,1-1,-1 1,0-1,1 1,-1 0,1 0,0 1,-1-1,1 1,0-1,1 1,-1 0,0 0,1 0,0 1,-1-1,1 1,1-1,-1 1,0-1,1 1,0 0,0 0,0 0,0 0,1 1,-2 3,2 0,-1 0,1 0,0 0,1 1,0-1,0 0,0 0,1 0,1 0,-1-1,5 8,2-2,0-2,1 1,1-1,0-1,0 0,1-1,0 0,1 0,0-2,0 1,1-2,0 0,0 0,0-1,1-1,-1-1,1 0,0-1,0 0,13-1,0 1,0-1,1-1,-1-1,0-2,0-1,0-1,-1-1,0-2,0-1,0 0,-1-2,9-7,-23 11,0 0,-1-1,0-1,0 0,-1 0,0-1,3-5,-9 11,-1 0,1 0,-1 0,0-1,-1 0,1 1,-1-1,0 0,0 0,-1 0,1-1,-1 1,0 0,-1 0,1-1,-1 1,0-1,0 1,-1 0,0-3,0 5,-1-1,1 0,-1 1,1 0,-1-1,0 1,0 0,-1 0,1 0,-1 0,1 1,-1-1,0 0,0 1,0 0,-1 0,1 0,0 0,-1 1,1-1,-1 1,1 0,-1 0,0 0,0 0,1 1,-5-1,-1 0,0 1,1 0,-1 0,0 1,0 0,1 1,-1-1,0 2,1-1,0 1,-7 4,6-2,-1 0,1 1,0 1,1 0,0 0,0 0,0 1,1 1,0-1,1 1,0 0,0 0,1 1,0 0,1 0,0 0,0 0,1 1,0-1,1 1,1 0,-1-1,2 1,-1 0,2 9,0-16,-1-1,1 1,0 0,1-1,-1 1,0-1,1 1,0-1,0 0,0 0,0 0,1 0,-1 0,1 0,-1 0,1-1,0 1,0-1,0 0,1 0,-1 0,0-1,1 1,-1-1,1 1,0-1,-1 0,1-1,0 1,-1-1,4 1,2-1,0 0,0-1,0 0,0-1,0 1,-1-2,1 1,-1-1,1-1,-1 1,0-1,7-5,-5 3,-1-1,1 1,-2-2,1 1,-1-1,0 0,-1-1,0 0,0 0,-1 0,0-1,-1 0,0 0,0-1,-1 1,-1-1,0 0,0 0,-1 0,0 0,0-7,-2 17,0 0,1 1,-1-1,0 0,0 0,0 1,0-1,1 0,-1 0,0 1,0-1,0 0,0 0,-1 0,1 1,0-1,0 0,0 0,-1 1,1-1,0 0,-1 0,1 1,-1-1,1 0,0 1,-1-1,0 1,1-1,-1 1,1-1,-1 1,0-1,1 1,-1-1,0 1,1 0,-1-1,0 1,0 0,1 0,-1 0,0-1,0 1,1 0,-1 0,0 0,0 0,0 0,1 1,-1-1,0 0,0 0,0 0,-1 6,0-1,0 1,1-1,-1 1,1-1,0 1,1 0,0-1,0 1,0 0,0 0,1-1,0 1,0 0,1-1,-1 1,1-1,0 0,1 1,-1-1,1 0,0 0,3 3,3 4,0-1,1 1,1-2,0 1,0-1,1-1,0 0,0-1,1 0,0-1,1 0,-1-1,3 0,25 8,0-1,1-2,36 5,16-2</inkml:trace>
  <inkml:trace contextRef="#ctx0" brushRef="#br0" timeOffset="10928.373">22 0,'-4'18,"-2"16,0 12,1 6,4 1,5-2,5-7,6-11,1-12</inkml:trace>
  <inkml:trace contextRef="#ctx0" brushRef="#br0" timeOffset="11115.872">303 27,'-11'9,"-4"15,7 12,15 8,5-2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6:29.97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159 1798,'-7'0,"0"1,0-1,0 2,0-1,0 1,0 0,0 0,1 1,-1 0,1 0,-1 1,1-1,1 1,-1 1,0-1,1 1,0 0,0 0,0 1,1-1,0 1,0 0,0 0,1 0,0 1,0-1,1 1,-2 6,3-10,0 1,1-1,0 1,0-1,0 1,0-1,1 1,-1-1,1 1,0-1,0 1,0-1,0 0,1 0,-1 1,1-1,0 0,0-1,0 1,0 0,0 0,1-1,-1 1,1-1,0 0,0 0,0 0,0 0,0-1,0 1,8 3,-1 0,1-1,-1-1,1 0,1 0,-1-1,0 0,10 0,-10-2,-1 0,0-1,0 1,0-2,1 0,-1 0,0-1,-1 0,1 0,-1-1,1-1,-1 0,0 0,0-1,-4 3,0-1,-1 0,1 1,-1-2,0 1,-1 0,1-1,-1 0,0 1,0-1,0-1,-1 1,1 0,-1-1,-1 1,1-1,-1 1,0-1,0 0,-1 1,1-1,-1 0,0 0,-1 0,0-3,-1 0,-1 0,0 0,-1 0,1 0,-1 1,-1 0,0-1,0 2,-1-1,0 0,0 1,0 0,-1 1,0 0,-1 0,1 0,-1 1,0 0,-1 0,0 1,4 1,-1 0,1 1,-1-1,1 2,-1-1,0 0,0 1,0 0,1 1,-1-1,0 1,0 0,0 1,0-1,0 1,0 0,0 1,1-1,-1 1,1 0,-1 1,1-1,0 1,-1 0,2 1,-1-1,0 1,1 0,-1 0,1 0,0 1,0 0,1-1,0 0,1 0,-1 0,1 0,0 0,0 1,1-1,-1 0,1 1,0 0,0-1,1 1,-1 0,1-1,0 1,0 0,1-1,-1 1,1 0,0-1,0 1,1-1,-1 1,1-1,0 0,0 0,1 0,-1 0,1 0,0 0,0 0,0-1,0 0,4 3,37 24,4-7</inkml:trace>
  <inkml:trace contextRef="#ctx0" brushRef="#br0" timeOffset="481.227">1015 1517,'33'4,"0"-1,0-2,0-2,0 0,0-2,0-2,-1-1,0-1,0-2,0-1,-1-2,-1-1,0-1,-1-2,0 0,-2-2,23-20,-35 26,-1-2,0 0,-2-1,1 0,-2 0,0-2,-1 1,2-7,-7 14,-1 0,0 0,-1 0,0-1,-1 1,0-1,0 0,-1 1,0-1,-1 0,0 0,0 0,-1 0,-1 0,1 1,-2-1,1 0,1 7,0-1,0 1,0 0,0-1,-1 1,1 0,-1 0,0 0,1 0,-2 0,1 1,0-1,0 1,-1-1,1 1,-1 0,0 0,0 0,0 0,0 0,0 1,0-1,0 1,-1 0,1 0,0 0,-1 0,1 1,-1-1,1 1,0 0,-1 0,1 0,-1 1,-1 0,-1 3,0 0,0 1,1 0,0 1,0-1,0 1,0 0,1 0,0 0,0 0,1 1,0 0,0 0,0 0,1 0,0 0,0 0,1 1,0 3,-11 66,3 1,4 1,3-1,4 1,3-1,6 11,-11-79,8 77,8 70,-7 0,-6 1,-7 0,-9 17,10-151,0 0,-2-1,0 1,-1-1,-2 0,0-1,-7 13,-4-7</inkml:trace>
  <inkml:trace contextRef="#ctx0" brushRef="#br0" timeOffset="960.948">1202 1985,'76'-39,"2"3,1 4,2 4,69-15,92-14,-239 56,0 0,0 0,0 0,0 1,1-1,-1 1,0 0,1 0,-1 0,0 0,1 0,-1 1,0-1,0 1,0 0,1 0,-1 1,0-1,0 0,0 1,-1 0,1 0,0 0,-1 0,1 0,-1 0,0 1,1-1,-1 1,0 1,1 6,-1 2,0-1,0 0,-1 0,-1 0,0 1,-1-1,0 0,-1 0,0 3,-4 41,6-53,-1 1,1 0,-1-1,1 1,0 0,0 0,0-1,1 1,-1 0,1-1,-1 1,1 0,0-1,0 1,0-1,0 1,0-1,1 0,-1 1,1-1,0 0,-1 0,1 0,0 0,0 0,0-1,0 1,1 0,-1-1,0 0,1 1,-1-1,1 0,-1 0,1-1,0 1,-1 0,1-1,0 0,-1 1,1-1,0 0,-1-1,1 1,0 0,1-1,4-2,0 0,0-1,-1 0,0 0,0-1,0 0,-1 0,1 0,-1-1,0 0,-1 0,0-1,0 1,0-1,0 0,-1-1,-1 1,1-1,1-4,2-8,-1 0,0-1,-1 0,-1 0,-2 0,0 0,-1-1,-1 13,-2 32,2-10,-1 0,2 0,-1 0,2 0,0-1,0 1,1 0,1-1,0 0,1 0,0 0,1 0,0-1,1 0,0 0,1-1,0 1,0-2,1 1,1-1,-1-1,1 0,1 0,0-1,0 0,16 2</inkml:trace>
  <inkml:trace contextRef="#ctx0" brushRef="#br0" timeOffset="1327.965">2539 1731,'0'19,"0"0,2 0,0 0,1 0,1 0,5 12,-7-25,0 1,1-1,0 0,0 0,0 0,1-1,0 1,0-1,1 0,-1 0,1 0,0-1,0 0,1 0,-1 0,1 0,0-1,0 0,0 0,4 1,-6-3,1 0,0 0,0 0,0 0,0-1,0 0,0 0,0-1,0 1,0-1,0 0,0 0,-1-1,1 1,0-1,-1 0,1 0,-1-1,0 1,1-1,-1 0,0 0,-1-1,1 1,-1-1,1 0,1-2,6-9,0 1,-1-2,-1 0,-1 0,0-1,5-15,22-81,-43 194,8-76,0 1,0-1,1 1,-1-1,1 1,0-1,1 1,0-1,-1 0,2 0,-1 0,0 0,1 0,0 0,0-1,1 1,-1-1,1 0,0 0,0 0,0-1,1 0,-1 1,1-1,4 2,33 12,2-4</inkml:trace>
  <inkml:trace contextRef="#ctx0" brushRef="#br0" timeOffset="1978.276">3501 1637,'-5'-2,"1"1,0 0,-1 0,0 0,1 0,-1 1,1-1,-1 1,0 0,1 1,-1-1,0 1,1 0,-1 0,1 0,-1 1,1 0,0 0,-1 0,1 0,0 0,1 1,-1 0,0 0,1 0,-1 0,1 0,0 1,0 0,0-1,1 1,-1 0,1 0,-1 4,0-1,1-1,0 1,1 0,0 0,0 0,0 1,1-1,0 0,1 0,-1 0,1 0,0 0,1 0,0 0,0 0,1 0,-1-1,2 1,-1-1,1 0,-1 0,2 0,1 2,-2-3,-1-1,1 0,0 0,0 0,1 0,-1-1,1 1,0-1,0 0,0-1,0 1,0-1,1 0,-1 0,1-1,-1 0,1 0,0 0,-1-1,1 1,0-1,0-1,-1 1,1-1,0 0,-1 0,1-1,-1 1,3-2,5-6,0 1,-1-2,-1 1,1-2,-1 0,-1 0,0-1,-1 0,0 0,-1-1,0 0,-1-1,0 0,-2 0,1 0,-2-1,2-5,29-101,-5-1,-5-1,5-85,-26 176,2-6,-2 0,-1-1,-2 1,-2-6,-18-20,18 63,0 0,0-1,0 1,0 0,0 0,0 0,0 0,0 0,0 1,0-1,0 0,-1 0,1 1,0-1,-1 1,1-1,0 1,-1-1,1 1,-1 0,1 0,-1 0,1 0,0 0,-1 0,1 0,-1 0,1 1,-1-1,1 0,0 1,-1-1,1 1,0 0,0-1,-1 1,1 0,0 0,0 0,0 0,0 0,-1 0,-7 8,0 1,1 0,-1 0,2 1,0 0,0 0,1 1,0-1,1 1,0 1,1-1,-2 10,-2 8,0 1,2 0,2 0,0 1,3 0,0-1,2 1,1-1,2 1,1-1,1 0,2 0,8 21,-1-13,1-1,2 0,2-1,1-1,2-1,1-1,2-1,1-1,1-2,9 6,-35-34,6 7,1-1,0 0,0 0,1-1,-1 0,2-1,-1 0,1-1,0 0,9 3,-17-7,0-1,0 0,0 0,0 0,0 0,0 0,-1-1,1 1,0-1,0 0,0 0,-1 0,1 0,-1 0,1-1,-1 1,1-1,-1 1,0-1,1 0,-1 0,0 0,0 0,-1-1,1 1,0 0,-1-1,1 1,-1-1,32-78,4-68,-30 136,-2 19,-2 27,-3-30,22 138,-20-133,0-1,1 0,0 0,0 0,1-1,0 1,0-1,0 0,1 0,0 0,0-1,0 1,1-1,0 0,0-1,0 0,6 4,-2-4,0 0,0-1,0 0,0-1,1 0,-1 0,1-1,-1 0,1-1,1-1,23-1</inkml:trace>
  <inkml:trace contextRef="#ctx0" brushRef="#br0" timeOffset="2199.683">4437 1369,'-21'-6,"-8"-3,-5 0,0 2,-4 3,-7 0,4 3</inkml:trace>
  <inkml:trace contextRef="#ctx0" brushRef="#br0" timeOffset="2352.275">3314 1182,'16'-9,"21"-5,25-3,24 2,25 1,19 3,10 6,-19 3</inkml:trace>
  <inkml:trace contextRef="#ctx0" brushRef="#br0" timeOffset="2600.519">4597 1851,'24'-5,"0"-1,0-1,-1-1,0-1,-1-1,0-1,-1-1,0-1,7-7,-19 15,-1-2,1 1,-2-1,1 0,-1 0,0-1,0 0,-1 0,0-1,-1 0,0 0,0 0,-1 0,0-1,-1 0,0 0,0 0,-1 0,-1 0,1 0,-2-1,1 1,-2-1,1 8,-1 0,1 0,-1 0,0 0,-1 0,1 0,0 0,-1 1,0-1,1 1,-1-1,0 1,0-1,0 1,-1 0,1 0,-1 0,1 0,-1 1,1-1,-1 0,0 1,0 0,0 0,0 0,0 0,0 0,0 1,0-1,0 1,0 0,0 0,-1 0,1 0,0 1,0-1,-5 1,1 1,-1-1,1 1,-1 0,1 1,0 0,0 0,0 1,1 0,-1 0,1 0,0 1,0 0,-2 2,3-2,1 0,-1 0,1 0,0 1,0-1,1 1,0 0,0 0,0 1,1-1,-1 0,2 1,-1 0,1-1,0 1,0 0,1 0,0-1,0 1,0 0,1 0,0-1,1 1,-1 0,1-1,0 1,1-1,0 0,0 0,0 0,1 0,-1 0,2-1,-1 0,0 0,4 3,6 3,0-1,0 0,1-1,0-1,0 0,1-1,0-1,0 0,1-2,9 2,170 23,-195-29,118 10</inkml:trace>
  <inkml:trace contextRef="#ctx0" brushRef="#br0" timeOffset="4284.572">6803 1624,'-1'-6,"0"0,1 0,0 0,0 0,0 0,0 0,1 0,0 0,1 0,-1 0,1 0,0 1,1-3,1-3,7-26,2 2,1-1,1 2,2 0,2 1,14-19,-30 47,0 1,0 0,0 0,0 0,0 0,1 1,0-1,0 1,0 0,0 0,0 0,0 1,1 0,0-1,-1 2,1-1,0 0,0 1,0 0,0 0,0 0,0 1,0 0,0 0,0 0,0 0,0 1,0 0,0 0,2 1,5 5,1 1,-1 0,-1 1,0 0,0 0,0 2,-2-1,1 1,-1 0,-1 1,0 0,1 4,-2-7,-1 1,-1 0,0 0,0 0,-1 1,0-1,0 1,-2 0,1 0,-1 1,-1-1,0 11,-1-20,0 0,-1 0,0 0,1 0,-1 0,0 0,0-1,0 1,0 0,0 0,0-1,-1 1,1 0,0-1,-1 1,1-1,-1 0,0 1,0-1,1 0,-1 0,0 0,0 0,0-1,0 1,0 0,0-1,0 0,0 1,0-1,0 0,0 0,0 0,-1 0,-1-1,0 1,0 0,0-1,0 0,0 1,0-2,0 1,0 0,0-1,0 0,0 0,1 0,-1 0,1-1,-1 1,1-1,0 0,-2-2,3 2,0 0,0 0,1 0,-1 0,1-1,0 1,0-1,0 1,0-1,0 1,1-1,0 1,0-1,0 1,0-1,0 0,1 1,-1-1,1 1,0-1,0 1,0 0,1-1,-1 1,1 0,2-3,1-3,1 1,0 0,0 1,1-1,0 1,1 1,-1-1,1 1,3-1,10-6,0 2,2 0,-1 2,1 0,0 2,1 0,-1 2,1 0,0 2,1 0,11 2,-32 0,0 0,0 1,0 0,0 0,0 0,0 0,0 1,0 0,0 0,0 0,-1 0,1 0,0 1,-1-1,1 1,-1 0,1 0,-1 1,0-1,0 1,0-1,0 1,-1 0,1 0,-1 0,1 1,-1-1,0 0,-1 1,1 0,0-1,-1 2,1 146,0-148,-1 0,1 0,0 0,0 0,0-1,0 1,1 0,-1-1,1 0,-1 0,1 0,0 0,0 0,0 0,0-1,0 1,0-1,0 0,0 0,1 0,-1 0,0-1,1 1,-1-1,1 0,-1 0,0 0,1 0,-1-1,1 1,-1-1,1 0,12 1,-1-1,1 0,0-2,-1 1,1-2,-1 0,0-1,0 0,-1-1,0-1,0-1,0 1,-1-2,0 0,-1-1,0 0,0-1,-1 0,0-1,-1 0,-1 0,0-1,0 0,-2-1,1 0,3-11,-7 12,-7 33,0 1,1-13,1 0,1-1,-1 1,2 0,-1 0,1 0,0 0,0-1,1 1,0 0,1-1,-1 1,1-1,1 0,0 0,0 0,0-1,0 1,1-1,0 0,1 0,-1-1,1 0,0 0,6 4,2-2,1 0,-1-1,1-1,0 0,0-1,1-1,-1 0,1-1,-1-1,1-1,0 0,0-1,-1 0,1-1,-1-1,1-1,-1 0,0-1,0 0,-1-1,2-2,-4-1,0-1,-1-1,-1 1,1-2,-2 0,1 0,-2-1,0 0,0 0,-1-1,-1 0,0 0,-1 0,-1-1,0 0,-1 0,0 0,-1 0,-1 0,0-1,-2-5,1-13,-7 26,-1 24,-4 35,3-1,2 1,2 0,2 29,3 54,5 0,11 37,3 67,-18-222,1-7,-1 0,-1 0,0 1,0-1,0 0,-1 0,-1 0,0 0,0 0,0 0,-1 0,-3 5,6-14,-1 1,1 0,-1-1,1 1,-1-1,1 1,-1-1,1 1,-1-1,0 1,1-1,-1 1,0-1,1 0,-1 1,0-1,0 0,1 0,-1 0,0 0,0 1,1-1,-1 0,0 0,0 0,1 0,-1-1,0 1,0 0,0 0,1 0,-1-1,0 1,1 0,-1-1,0 1,1 0,-1-1,0 1,1-1,-1 1,1-1,-1 1,1-1,-1 0,1 1,-1-1,1 0,0 1,-1-1,1 0,-5-8,1 0,-1 0,2 0,-1-1,2 1,-1-1,1 0,0-6,-10-67,3-1,4 0,4 0,4-1,4-6,-3 34,3-1,2 2,2-1,3 1,3 1,2-1,-17 50,-1 1,1 0,0 0,0 0,1 0,-1 1,1-1,0 1,0 0,1-1,-1 1,1 1,0-1,0 0,0 1,1 0,-1 0,1 0,-1 1,1-1,0 1,0 0,0 1,1-1,1 1,3 2,0 2,-1-1,1 1,-1 0,0 1,0 0,0 1,-1 0,1 0,-1 1,0 0,-1 0,1 1,-1 0,-1 0,1 1,-1 0,5 8,-2-5,-1 1,-1 1,1-1,-2 1,0 0,0 1,-2-1,4 13,-7-20,0-1,0 0,0 0,-1 0,0 1,0-1,0 0,-1 1,1-1,-1 0,0 0,-1 0,0 0,1 0,-2 0,1 0,0 0,-1-1,0 1,0-1,0 0,-1 0,1 0,-1 0,-2 1,-6 3,0 0,0-1,-1-1,0 0,0-1,-1 0,1-1,-1 0,0-1,0-1,0 0,-1-1,1 0,0-1,0-1,-1-1,-3 0,16 2,0 0,0 0,0 0,0-1,0 1,0 0,0-1,0 1,0-1,0 0,1 0,-1 0,0 0,0 0,1 0,-1 0,1 0,-1-1,1 1,-1 0,1-1,0 1,0-1,0 0,0 0,0 1,0-1,0 0,0 0,1 0,-1 0,1 0,-1 0,1 0,0 0,0 0,0 0,0 0,0 0,0 1,0-1,1-2,5-5,-1 1,1 0,1 0,-1 1,1 0,1 0,-1 0,1 1,0 1,1-1,-1 1,3-1,6-5,23-14,11-5,-1-1,-1-3,-2-2,-2-1,-1-3,-2-2,-2-1,-2-3,8-14,-24 18,-1-1,-3-1,-2-1,-1 0,-3-1,-2 0,-1-1,-3 0,-2-1,-2 1,-2-24,-13-37,13 107,0 0,0 0,-1 0,1 0,0 0,-1 0,1 0,-1 0,1 0,-1 0,1 1,-1-1,1 0,-1 0,0 0,1 1,-1-1,0 0,0 1,0-1,0 1,0-1,1 1,-1-1,0 1,0-1,0 1,0 0,0 0,0 0,0-1,0 1,0 0,0 0,0 0,-1 1,1-1,0 0,0 0,0 0,0 1,-33 32,18-2,1 1,1 1,1 0,2 1,2 0,1 1,1 0,0 28,1-26,2-1,2 1,1 0,2 0,2 0,1-1,2 1,1-1,2-1,1 1,2-1,2-1,1 0,1-1,2-1,1-1,2 0,12 13,-22-33,0 0,1-1,0 0,0-1,1 0,1-1,-1-1,1 0,1-1,10 4,-18-8,1 0,0 0,0 0,-1-1,1 0,0-1,0 0,0 0,0-1,0 0,0 0,-1 0,1-1,0-1,-1 1,0-1,1 0,-1-1,0 0,-1 0,6-4,1-7,0-1,0-1,-2 0,0 0,-1-1,0 0,-2-1,0 0,-1-1,-1 1,-1-1,-1-1,-1 1,0 0,-1-13,1 6,-11 67,6-28,0-1,1 1,1 0,0-1,1 1,0 0,0-1,1 1,1-1,0 0,1 0,0 0,0 0,2 0,-1-1,1 0,0 0,1-1,0 0,1 0,0 0,0-1,8 5,19 8</inkml:trace>
  <inkml:trace contextRef="#ctx0" brushRef="#br0" timeOffset="5896.527">9704 781,'33'13,"0"2,0 1,-2 1,0 1,-1 2,-1 2,-1 0,0 2,-2 1,-1 1,-1 1,-2 1,8 12,-17-17,-1 1,0 0,-2 0,-1 1,-1 0,-1 1,-1-1,-2 1,0 1,-2-1,0 23,-2-46,-1-2,1 0,-1-1,1 1,0 0,0 0,-1-1,1 1,0 0,0 0,0 0,0-1,0 1,0 0,0 0,0 0,0-1,1 1,-1 0,0 0,0-1,1 1,-1 0,0 0,1-1,-1 1,1 0,-1-1,1 1,-1-1,1 1,-1 0,1-1,0 1,-1-1,1 0,0 1,-1-1,1 0,0 1,0-1,-1 0,1 0,0 1,0-1,0 0,-1 0,1 0,0 0,0 0,9-6,-1 0,0-1,-1 0,1-1,-1 1,-1-1,0-1,0 0,0 0,-1 0,-1-1,2-2,16-33,-2-1,-2-1,-3-1,-1-1,-20 65,1 1,0 0,1 1,1-1,0 0,1 1,1 2,0-14,1-1,-1 0,1 1,0-1,0 0,1 0,-1 0,1 0,0 0,1 0,-1 0,1-1,0 1,0-1,0 0,1 0,-1 0,1 0,0 0,0-1,1 0,-1 0,0 0,1 0,4 1,-2-2,-1 0,1 0,0-1,-1 1,1-2,0 1,0-1,0 0,0 0,0-1,-1 0,1 0,0-1,0 1,-1-2,1 1,-1-1,0 0,0 0,0 0,0-1,0 0,-1 0,0-1,0 1,0-1,0 0,-1-1,0 1,0-1,0 0,-1 0,0 0,0 0,0-1,0-1,37-147,-38 139,-1 85,-1-62,0 0,1 1,0-1,0 1,0-1,1 0,0 0,0 0,1 0,0 0,0 0,0-1,1 1,0-1,1 0,-1 0,1 0,0-1,1 0,-1 0,1 0,0-1,0 1,0-2,1 1,4 1,14 3,0-2,0-1,1-1,0-1,-1-1,1-2,0 0,21-4,-22 2,0-1,0-1,0-2,0 0,-1-1,0-2,-1 0,6-4,-18 7,0 0,-1 0,1-1,-1-1,-1 0,1 0,-1-1,-1 0,0 0,0-1,-1 0,0 0,-1-1,0 0,0 0,-1-1,2-6,-6 14,1 1,-1-1,0 1,0-1,0 0,0 1,-1-1,0 0,1 0,-1 1,-1-1,1 0,0 0,-1 1,0-1,0 0,0 1,0-1,-1 1,1 0,-1-1,0 1,0 0,0 0,0 0,-1 0,1 0,-1 0,0 1,0 0,0-1,0 1,0 0,0 0,0 0,-1 1,1-1,-1 1,1 0,-1 0,0 0,1 1,-1-1,0 1,0 0,0 0,1 1,-1-1,0 1,1 0,-1 0,1 1,-1-1,1 1,-1 0,1-1,0 1,0 1,0-1,0 0,0 1,0 0,1-1,0 1,-1 0,1 0,0 1,0-1,0 0,1 1,-1-1,1 1,0-1,-1 4,0 2,0 0,0 0,1 0,0 0,1 0,0 0,1 0,-1 0,1-1,1 1,0 0,1 3,3 0,1 1,1-1,-1-1,2 1,0-1,0 0,1-1,0-1,0 1,1-1,1-1,0 0,0-1,0 0,1-1,0 0,0-1,0 0,1-1,-1-1,1 0,0-1,0-1,0 0,0 0,15-3,-21 2,1-1,-1 0,0-1,1 0,-1-1,0 1,0-1,0-1,-1 0,1 0,-1 0,0-1,0 0,0 0,-1-1,0 0,0 0,0 0,-1-1,0 0,0 0,0 0,-1-1,-1 0,1 1,1-6,35-146,-39 159,-1 0,0 0,0 0,0 0,0 1,1-1,-1 0,0 0,0 0,0 0,0 0,1 0,-1 0,0 0,0 0,0 0,1 0,-1 0,0 0,0 0,0 0,0 0,1-1,-1 1,0 0,0 0,0 0,0 0,1 0,-1 0,0 0,0 0,0-1,0 1,0 0,0 0,1 0,-1 0,0-1,0 1,2 24,-1-22,0 16,1-1,0 0,2 0,0 0,1 0,1 0,5 11,-8-23,-1 1,1-1,0 0,1-1,-1 1,1 0,0-1,0 0,0 0,0 0,1-1,0 1,0-1,0 0,0 0,0-1,0 1,1-1,-1-1,1 1,0-1,-1 0,1 0,0 0,0-1,7-1,0-1,-1 0,1-1,0 0,-1-1,0-1,0 0,0-1,-1 0,1 0,-2-1,1-1,-1 0,0 0,0-1,-1 0,0-1,-1 0,0 0,-1-1,0 0,0 0,-2-1,1 0,-1 0,-1 0,1-2,7-45,-13 71,0 0,1 0,0 0,1-1,0 1,1 0,0-1,1 1,0-1,1 0,0 0,1 0,0 0,1-1,0 0,0 0,1 0,0-1,1 0,0-1,1 1,0-2,0 1,0-1,1-1,0 1,0-2,1 1,0-2,0 1,0-2,0 1,1-1,8 0,-14-2,0-1,1-1,-1 1,0-1,1 0,-1 0,0-1,0 0,0 0,0-1,0 1,-1-1,1 0,-1-1,0 1,0-1,0 0,0-1,-1 1,1-1,-1 0,0 0,-1 0,1 0,-1-1,0 1,2-6,9-24,-2 0,-1 0,-2-1,-1-1,-2 1,-1 11,44-226,13-230,-61 473,2-17,-2-1,0 1,-2-1,0 1,-2-1,-1 1,-7-25,11 47,-1 1,1-1,-1 0,0 0,0 1,0-1,0 0,0 1,0-1,-1 1,1 0,-1-1,0 1,0 0,0 0,0 0,0 0,0 1,-1-1,1 0,0 1,-1 0,1-1,-1 1,0 0,1 0,-1 0,0 1,0-1,1 1,-1 0,0-1,0 1,0 0,0 1,-2-1,-3 5,1 0,-1 0,1 0,0 1,0 0,1 0,0 0,0 1,1 0,-1 0,1 1,1 0,0-1,0 1,0 1,1-1,0 1,0 3,-5 13,2 1,0-1,2 1,1 0,1 0,1 0,1 0,2 0,0 0,2-1,1 1,1-1,1 0,8 21,9 12,2 0,2-2,3-1,2-1,25 28,35 40,67 64,-133-156,-27-30,-1 0,1 0,0 0,0 0,0 0,0 0,0 0,0 0,0 0,0 0,-1 1,1-1,0 0,0 0,0 0,0 0,0 0,0 0,0 0,0 0,0 1,0-1,0 0,0 0,0 0,0 0,-18-13,-705-597,700 589,8 8,0-1,1 0,0-1,1-1,1 0,-2-5,13 21,1-1,-1 1,0-1,1 0,0 1,-1-1,1 0,-1 1,1-1,0 0,-1 0,1 1,0-1,0 0,0 0,0 0,0 1,0-1,0 0,0 0,0 0,0 1,0-1,0 0,0 0,1 0,-1 1,0-1,1 0,-1 0,0 1,1-1,-1 0,1 1,-1-1,1 1,-1-1,1 1,0-1,-1 1,1-1,0 1,-1-1,1 1,0 0,0-1,-1 1,1 0,0 0,0-1,-1 1,1 0,0 0,0 0,108 1,142 35,62 25,-279-54,82 17</inkml:trace>
  <inkml:trace contextRef="#ctx0" brushRef="#br0" timeOffset="6894.906">13367 901,'-16'7,"0"-1,0 2,1 0,0 1,1 1,-13 10,23-17,0 1,0-1,0 1,0 0,1 0,0 0,0 0,0 1,0-1,1 1,0 0,0 0,0 0,0 0,1 0,0 0,0 0,0 0,1 1,0-1,0 0,0 1,0-1,1 2,0-3,0 0,1 0,-1 0,1 0,0-1,0 1,0 0,0-1,1 0,-1 1,1-1,0 0,0-1,0 1,0 0,0-1,1 0,-1 1,1-1,0-1,0 1,-1 0,1-1,0 0,0 0,0 0,0-1,0 1,1-1,2 0,3 0,1 0,-1-1,0 0,0 0,-1-1,1-1,0 1,-1-2,1 1,-1-1,0-1,2-1,-2 0,1-1,-1-1,-1 1,1-1,-2-1,1 0,-1 0,0 0,-1-1,0 0,0 0,-1 0,-1-1,0 1,0-1,-1-1,0 1,0-6,-3 17,0 0,0 0,-1 0,1 0,0 0,0 1,0-1,0 0,0 0,0 0,0 0,-1 0,1 0,0 0,0 0,0 0,0 0,0 0,-1 0,1 0,0 0,0 0,0 0,0 0,-1 0,1 0,0 0,0 0,0 0,0 0,0 0,0 0,-1 0,1 0,0 0,-7 18,6-9,0 1,1-1,0 0,0 0,1 1,0-1,1 0,0 0,0 0,1 0,0-1,1 1,0-1,0 1,1-1,0-1,0 1,1-1,0 0,0 0,1 0,-1-1,1 0,1-1,-1 1,1-1,0-1,0 1,1-1,-1-1,1 0,0 0,0-1,0 0,0 0,0-1,0 0,1-1,3 0,-7-1,-1 0,1 0,-1-1,1 0,-1 0,1 0,-1-1,0 0,0 0,0 0,-1 0,1-1,-1 0,0 0,0 0,0 0,0-1,-1 0,0 1,0-1,0-1,0 1,-1 0,0 0,0-1,0-1,3-11,-1 0,0-1,-1 0,-1 1,-1-1,-1 0,-1-10,-13-94,13 122,1 0,0 0,0 0,0 0,-1 0,1 0,0-1,0 1,0 0,1 0,-1 0,0 0,0 0,0 0,1 0,-1 0,1 0,-1 0,1 0,-1 1,1-1,-1 0,1 0,0 0,-1 0,1 1,0-1,0 0,0 1,-1-1,1 1,0-1,0 1,0-1,0 1,0-1,0 1,0 0,0 0,0 0,0-1,0 1,0 0,0 0,0 0,0 1,0-1,0 0,1 0,-1 1,12 3,0 1,0 1,-1 0,1 1,-1 0,-1 1,0 0,4 4,13 9,-9-8,-9-8,0 1,0 0,0 0,-1 1,0 1,0 0,-1 0,0 0,-1 1,1 0,-2 1,1 0,-1 0,-1 0,0 0,0 1,-1 0,-1 0,1 2,-1 28,-4-36,0 1,1-1,-1 0,2 1,-1-1,0 0,1 1,0-1,0 0,1 0,-1 0,1 0,0 0,1 0,-1 0,1-1,0 1,0-1,0 0,1 0,0 0,-1 0,1-1,0 1,1-1,0 0,8 2,1-1,0-1,0 0,0-1,0-1,1 0,-1-1,0 0,0-1,0-1,0 0,6-2,-7 1,-1-1,1 0,-1 0,0-1,0-1,0 0,-1 0,0-1,4-4,-13 9,-1 1,-1 1,1-1,-1 0,1 0,0 0,0 1,-1-1,1 0,0 0,0 1,0-1,0 1,0-1,0 1,0-1,0 1,0 0,0-1,0 1,0 0,0 0,0 0,0 0,0 0,0 0,0 0,0 0,0 0,0 1,0-1,0 0,0 1,0-1,0 0,0 1,0-1,0 1,0 0,0-1,0 1,-1 0,1-1,0 2,12 8,-1-1,2 1,-1-2,1 0,1-1,-1 0,1-1,0-1,0 0,1-1,0-1,0 0,13 0,-25-2,1 0,0 0,0-1,0 1,0-1,1 0,-1-1,0 1,0-1,0 0,-1 0,1 0,0-1,0 1,-1-1,1-1,-1 1,1-1,-1 1,0-1,0 0,0-1,0 1,-1-1,0 1,1-1,-1 0,0-1,-1 1,1 0,-1-1,0 1,0-1,0 0,-1 0,0 1,0-2,0-1,-1-1,0 0,-1 0,1 0,-2 0,1 0,-1 1,0-1,-1 1,1-1,-2 1,1 0,-1 0,0 0,0 1,-1-1,0 1,0 0,-1 0,1 1,-1 0,0 0,-1 0,1 1,-1-1,0 2,0-1,0 1,-1 0,1 0,-1 1,1 0,-1 1,0-1,0 2,0-1,1 1,-1 0,0 1,0-1,-3 2,2 0,1-1,0 1,0 1,0 0,0 0,1 0,-1 1,1 0,0 1,0-1,0 1,0 1,1-1,0 1,0 0,1 1,0-1,0 1,0 0,1 0,0 1,0-1,1 1,0 0,0 0,1 0,0 0,1 1,0-1,0 0,0 1,1-1,0 0,1 1,0-1,0 0,1 1,0-1,1 0,0 0,0 0,3 5,-3-8,1 0,1 0,-1 0,0-1,1 0,0 0,0 0,0 0,1-1,-1 1,1-1,0-1,0 1,0-1,0 0,2 0,25 5</inkml:trace>
  <inkml:trace contextRef="#ctx0" brushRef="#br0" timeOffset="7151.222">15025 554,'-16'-2,"-10"-1,-2 4,2 12,7 11,6 9,6 0</inkml:trace>
  <inkml:trace contextRef="#ctx0" brushRef="#br0" timeOffset="7399.558">15145 1263,'16'7,"14"4,11 1,13-2,10-3,4-2,-1-5,-10-4,-14-2</inkml:trace>
  <inkml:trace contextRef="#ctx0" brushRef="#br0" timeOffset="7896.876">13501 995,'0'-4,"0"-4,-5-1,-10 1,-16 2,-17 3,-1 1</inkml:trace>
  <inkml:trace contextRef="#ctx0" brushRef="#br0" timeOffset="14092.205">16000 1303,'12'0,"5"7,1 13,-6 20,-13 21,-21 18,-29 14,-40 7,-5-14</inkml:trace>
  <inkml:trace contextRef="#ctx0" brushRef="#br0" timeOffset="30813.268">479 3616,'3'22,"0"18,2 10,1 6,0-2,3-6,1-11,0-11</inkml:trace>
  <inkml:trace contextRef="#ctx0" brushRef="#br0" timeOffset="31066.821">453 3201,'-2'5,"6"10,11 14,12 11,2-1</inkml:trace>
  <inkml:trace contextRef="#ctx0" brushRef="#br0" timeOffset="31302.191">934 3856,'21'-7,"-1"-1,0-1,0 0,-1-2,0 0,-1-2,0 0,-1 0,-1-2,0 0,-1-1,0 0,-1-2,-1 1,5-12,-15 25,0 1,-1-1,0 1,1-1,-1 0,-1 0,1 0,-1 0,1 0,-1-1,0 1,-1 0,1 0,-1-1,0 1,0 0,0-1,0 1,-1 0,0-1,0 1,0 0,0 0,-1 0,0 0,1 0,-1 0,-1 0,1 1,-1-1,1 1,-1-1,-2-1,-1 2,1 1,-1-1,0 1,0 0,0 0,0 1,0 0,0 0,0 1,0-1,0 1,-1 0,1 1,0 0,0 0,0 0,0 1,0-1,0 2,1-1,-6 3,2-1,0 1,0 0,1 1,-1 0,1 0,0 1,1 0,0 1,0-1,0 1,1 1,-5 7,7-8,0-1,0 1,1 0,0 1,0-1,1 0,0 1,0-1,1 1,1 0,-1 0,1-1,1 1,-1 0,1-1,1 1,0-1,0 1,1-1,0 0,0 0,1 0,0 0,0 0,1-1,0 0,0 0,1 0,0-1,5 5,3-1,0-1,0-1,1 0,0-1,0-1,0 0,1-2,0 1,0-2,1 0,-1-1,5 0,54 4</inkml:trace>
  <inkml:trace contextRef="#ctx0" brushRef="#br0" timeOffset="31781.91">1897 3429,'-27'-5,"-1"2,0 0,0 2,0 1,0 2,0 0,-6 3,30-5,1 1,0-1,0 1,0 0,-1 0,1 0,0 0,0 1,0-1,0 1,1 0,-1-1,0 1,1 1,-1-1,1 0,0 1,0-1,0 1,0-1,0 1,0 0,1 0,-1 0,1 0,0 0,0 0,0 0,0 1,1-1,-1 0,1 0,0 1,0-1,0 0,0 1,1 1,5 6,0-1,1 0,1 0,0-1,0 0,0 0,1-1,1 0,-1 0,1-1,1-1,-1 1,1-2,10 5,-7-2,26 13,-4-1,0 1,-1 1,21 20,-53-41,-1 0,0 0,0 1,0-1,0 0,0 1,0 0,0 0,0-1,-1 1,1 0,-1 0,1 0,-1 0,0 1,0-1,0 0,0 1,0-1,0 0,-1 1,1-1,-1 1,0-1,1 1,-1-1,0 1,-1-1,1 1,0-1,-1 1,1-1,-1 1,0-1,0 0,0 1,0-1,0 0,-1 0,1 0,0 0,-1 0,0 0,1 0,-2 0,-6 4,0 0,0-1,-1 0,0 0,0-1,0-1,0 0,0 0,-1-1,1 0,-1-1,-7 0,17 0,-1-1,0 0,0 1,1-1,-1 0,0 0,0 0,1 0,-1 0,0-1,0 1,1-1,-1 1,0-1,1 1,-1-1,0 0,1 0,-1 0,1 0,0 0,-1 0,1 0,0 0,-1 0,1-1,0 1,0-1,0 1,0-1,0 1,1-1,-1 1,0-1,1 0,-1 1,1-1,-1 0,1-1,2-5,0-1,0 1,1 0,0-1,1 1,-1 1,2-1,-1 0,1 1,0 0,1 0,-1 0,1 1,5-4,10-12,2 0,0 1,1 1,1 1,1 1,1 2,0 1,1 0,1 3,0 0,28-7,-52 17,-1 0,0 1,1-1,-1 1,1 0,-1 0,1 0,-1 1,1 0,0 0,-1 0,1 0,0 1,-1 0,1 0,-1 0,1 0,-1 1,0 0,1 0,-1 0,0 0,0 0,-1 1,1 0,0 0,-1 0,1 1,0 5,-1-1,0 1,0 0,-1 1,0-1,-1 0,0 1,0-1,-1 1,-1 5,2 18,21 81,-20-110,-1 0,0-1,1 1,0-1,0 0,0 1,0-1,0 0,1 0,-1 0,1-1,0 1,0 0,0-1,0 0,0 0,1 0,-1 0,0-1,1 1,0-1,-1 0,1 0,0 0,0 0,-1-1,1 1,2-1,17-2</inkml:trace>
  <inkml:trace contextRef="#ctx0" brushRef="#br0" timeOffset="32032.709">2471 3215,'-13'-12,"-8"-5,-1 0,2 4,5 10,7 12,12 14,12 13,12 11,2-3</inkml:trace>
  <inkml:trace contextRef="#ctx0" brushRef="#br0" timeOffset="32531.328">2819 3910,'11'-36,"-1"0,-1 0,-3-1,0 0,-3 0,-1 0,-2-1,-1 1,-2 0,-2 0,-1 0,-2 0,-7-19,6 30,101 93,-49-48,0-3,1 0,0-3,1-2,0-2,1-2,14-1,-39-3,-18-2,67 16,-68-16,0 0,0 1,0-1,0 0,-1 1,1-1,0 1,-1-1,1 1,-1 0,1 0,-1 0,0 0,0 0,0 0,0 0,0 0,0 0,-1 0,1 1,-1-1,1 0,-1 0,0 1,0-1,0 0,0 1,-1-1,1 1,-10 51,7-47,1-1,0 1,0 0,0 0,1 0,0 0,0 0,1 0,0 0,0 0,1 0,0 0,0 0,0 0,1 0,0 0,1-1,-1 1,1-1,1 1,-1-1,1 0,0 0,0-1,3 4,0-5,-1 0,1 0,0-1,0 0,0 0,0-1,0 1,1-2,-1 1,1-1,-1 0,1 0,-1-1,1 0,0-1,-1 0,1 0,-1 0,1-1,-1 0,0 0,1-1,-1 0,-1-1,1 1,0-1,-1 0,0-1,0 0,0 0,-1 0,1 0,-1-1,0 0,3-5,-1-3,1 0,-2 0,0 0,-1-1,0 0,-1 0,-1-1,0 1,-1-1,-1 0,0-4,-2 50,2-1,1 1,1-1,5 17,-7-38,1 0,0 0,0-1,0 1,1-1,0 1,0-1,1 0,0 0,0-1,1 1,0-1,0 0,0 0,1 0,0-1,0 0,0 0,1-1,0 1,-1-1,2-1,-1 0,0 1,20-3</inkml:trace>
  <inkml:trace contextRef="#ctx0" brushRef="#br0" timeOffset="32781.694">3822 3068,'-9'-14,"-5"-8,-3-2,3 9,10 13,12 19,13 17,4 4</inkml:trace>
  <inkml:trace contextRef="#ctx0" brushRef="#br0" timeOffset="33282.358">4183 3522,'41'-51,"-1"-2,-4-2,-1-1,-3-2,-3-1,-2-1,-3-1,14-58,-36 112,4-8,-1-1,-1 1,-1-1,0 0,-1 0,-1 0,0 0,-1-1,-1 1,-1 0,0-1,2 15,0 1,-1 0,1-1,0 1,-1 0,1 0,-1-1,1 1,-1 0,0 0,1 0,-1 0,0-1,0 1,0 0,0 0,0 1,0-1,0 0,0 0,0 0,0 1,-1-1,1 1,0-1,0 1,-1-1,1 1,0 0,-1-1,1 1,0 0,-1 0,1 0,0 0,-1 0,1 0,-45 30,29-8,1 1,1 0,1 1,1 0,1 1,2 1,0 0,-3 19,-5 8,3 2,2-1,3 2,-2 39,10-72,1 0,1 0,1 0,1 0,1 0,2-1,0 1,1-1,1 0,1-1,1 1,10 17,-10-24,1-1,1-1,0 0,1 0,0-1,1-1,0 0,1 0,0-1,1-1,0-1,14 7,-20-11,0 0,0-1,1 0,-1-1,1 1,-1-2,1 1,0-2,0 1,0-1,-1-1,1 1,0-2,0 1,-1-1,1-1,-1 0,0 0,0-1,0 0,0-1,0 0,-1 0,2-3,-1-1,0 0,-1 0,0-1,-1 0,0 0,0-1,-1 0,-1 0,0 0,0-1,-1 0,-1 0,1 0,-2 0,0 0,0-6,-4 34,1 0,1 0,0 0,1 1,1-1,1 0,0-1,5 16,-6-24,0-2,0 1,1 0,0 0,0-1,0 0,1 1,0-1,0 0,0-1,0 1,1-1,-1 0,1 0,0 0,1-1,-1 0,1 0,-1 0,1 0,0-1,0 0,0 0,5 0,-6-1,0-1,1 0,-1 0,0 0,1-1,-1 1,0-1,1 0,-1-1,0 0,0 1,0-1,0-1,-1 1,1-1,0 0,-1 0,0 0,0-1,0 1,0-1,0 0,-1 0,0-1,0 1,2-3,2-4,-1-1,0 0,-1 0,0 0,0-1,-2 1,1-1,-2 0,0 0,0-5,-1 8,-1-1,0 0,-1 0,-1 0,1 0,-2 0,1 1,-2-1,1 1,-3-3,5 9,0 1,-1 0,0-1,0 1,0 0,0 0,0 0,-1 1,1-1,-1 0,1 1,-1 0,0-1,0 1,0 0,-1 1,1-1,0 0,-1 1,1 0,-1 0,1 0,-1 0,0 1,1-1,-1 1,0 0,1 0,-1 0,0 0,-2 1,-1 2,0 0,-1 0,1 1,1 0,-1 0,1 0,-1 1,1 0,1 0,-1 0,1 1,0 0,0 0,0 1,1-1,0 1,0 0,1 0,0 0,0 0,1 1,0-1,0 1,0 0,1-1,1 1,-1 0,1 0,1 7,11 39,8-7</inkml:trace>
  <inkml:trace contextRef="#ctx0" brushRef="#br0" timeOffset="33695.759">5413 3830,'5'-490,"-4"472,0-1,2 0,0 1,1 0,0 0,2 0,1-3,-5 20,-1-1,1 1,0-1,-1 1,1-1,0 1,0 0,0 0,0 0,0 0,0 0,1 0,-1 1,0-1,0 1,0 0,1-1,-1 1,0 0,1 0,-1 0,0 1,0-1,1 1,-1-1,0 1,0-1,0 1,0 0,0 0,0 0,0 1,0-1,0 0,0 1,-1-1,1 1,0 0,16 7,244 111,-188-59,-72-59,0 1,0 0,0 0,0 0,0 0,-1 0,1 0,-1 0,0 1,0-1,0 1,-1-1,1 0,-1 1,0-1,0 1,0-1,0 1,-1-1,1 1,-1-1,0 0,0 1,0-1,0 0,-1 1,-76 103,77-105,0-1,0 1,0 0,0 0,0 0,0 0,0 0,1 0,-1 0,1 0,-1 0,1 0,0 0,0 1,0-1,0 0,0 0,1 0,-1 0,1 0,-1 0,1 0,0 0,0 0,0 0,0 0,0 0,0 0,0-1,0 1,2 1,62 34,-17-23,0-3,1-2,0-1,0-3,25-2,-62-2,312 8,-171-10</inkml:trace>
  <inkml:trace contextRef="#ctx0" brushRef="#br0" timeOffset="35754.681">6162 2547,'0'13,"0"14,0 14,0 6,0 5,0 3,0-5,0-5,0-11</inkml:trace>
  <inkml:trace contextRef="#ctx0" brushRef="#br0" timeOffset="36020.496">6282 2560,'2'13,"3"19,3 19,0 18,-1 12,-2-8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29:29.68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4962 4617,'-19'0,"-16"1,-1-1,1-3,0-1,-35-8,44 8,0 0,0 2,-1 1,1 1,-11 2,-18-1,-286-1,131-27,155 25,-1-1,1-4,1-1,-24-9,-59-22,108 32,0 2,-1 0,0 2,0 2,-16 1,-84-8,89 0,1-2,0-2,-33-14,33 10,-1 3,0 1,-28-3,16 10,0 3,-1 2,1 2,-44 8,35-3,0-3,-1-2,-20-5,63 2,-2-2,1 1,-1 1,0 0,0 2,0 1,0 1,-20 5,-57 25,70-21,-1-1,0-2,-1-1,0-2,-1-1,1-1,-14-1,17-3,0 0,0 2,0 1,0 2,0 0,-13 6,-34 13,43-12,-1-1,0-2,-1-1,0-1,0-3,-21 1,52-5,-39-1,-1 2,1 1,-1 3,1 1,0 3,-44 11,38-10,0 3,0 1,2 3,-40 19,-61 39,98-46,2 2,2 2,0 3,-32 34,67-57,1 1,0 1,2 0,-1 0,2 0,0 1,1 0,0 0,2 0,-1 1,2-1,1 1,0-1,1 1,1 16,-2-4,-14 376,15-368,-2-9,2 0,1 0,1 0,2-1,0 1,2-1,8 24,1-15,2 0,1-1,2-1,1-1,1 0,2-2,1-1,2-1,26 22,187 170,-211-201,0-1,2-1,0-2,1-1,0-1,1-2,1-2,0 0,14 0,50 20,-2 4,10 9,41 15,-94-43,0-3,0-2,1-3,1-2,-1-2,1-2,42-7,20 4,-61-1,-1-2,1-3,-1-3,0-1,-1-3,-1-3,5-4,180-67,-144 67,-62 16,1-2,-1 0,0-3,-1 0,0-2,0-1,16-12,30-30,-50 34,1 2,0 1,2 2,0 0,25-9,32-9,-1-4,19-16,-84 45,1 1,0 1,1 1,0 0,0 2,0 1,1 1,9 0,-11 1,-1-1,1-1,-1-1,0-1,0-1,-1 0,0-2,0 0,16-11,179-108,-69 60,-107 52,-1-2,0-1,-1-1,25-20,-19 8,-1-2,-2-1,-1-3,33-41,-60 60,-1 0,-1-1,-1 0,-1 0,-1-1,0 0,-2-1,0 1,-2-1,1-20,1 9,0 1,2-1,2 1,5-11,23-38,-26 62,-2-1,0 0,-1 0,-1-1,-1 1,-1-2,-1 1,0-2,-2 6,-1-1,-1 1,0-1,-1 1,-1-1,-1 1,-1 0,0 0,-1 0,-1 1,0-1,-1 1,-2-2,3 9</inkml:trace>
  <inkml:trace contextRef="#ctx0" brushRef="#br0" timeOffset="3960.976">4521 7077,'158'367,"-106"-236,5-3,6-2,5-3,5-3,59 69,-88-136,3-2,2-3,2-1,2-2,2-3,1-3,32 16,-37-28,1-2,1-3,1-2,1-2,0-2,1-3,1-3,13 0,-57-9,161 24,60 19,-185-32,51 14,1-3,1-6,0-4,89 0,-43-23,0-6,102-27,-110 19,-75 14,-1-2,-1-2,0-4,-2-2,0-3,-1-3,-1-2,-2-2,-1-3,10-11,-12 3,-1-2,-3-2,-1-3,-3-2,40-55,-66 71,-1-1,-3-1,0 0,-2-1,-2-1,6-32,-1 9,17-84,-7-2,-6 0,-3-45,-13 137,11-56,4 1,9-15,-9 41,-5-6,-5-1,-3 0,-4-1,-7-53,2 5,0 79,-3 0,-2 0,-3 1,-3 0,-2 1,-3 1,-2 0,-10-15,18 49,-2 0,0 2,-1-1,-2 2,0 0,-1 1,-6-4,-23-30,32 35,0 1,-2 1,0 0,0 2,-9-6,11 14,0 1,0 1,-1 0,0 0,0 2,0 0,-1 1,1 0,0 2,-1 0,1 1,-1 0,1 1,0 1,-1 1,-60 3,-300 8,103-1,186-12,-295 24,80-27,263 5,0 1,0 2,-31 10,-113 17,-125 11,131-36,-7-50,21 33,25-15,-40-5,111 4,-63-15,-28 27,152 12,0 0,0 1,0-1,0 1,1 1,-1 0,0 0,1 0,0 1,-1-1,1 2,0-1,-4 4,-37 22,30-20,1 1,1 0,-1 1,2 1,0 0,0 1,-10 14,15-12,1 2,0-1,2 1,0 1,0-1,2 1,0 0,1 0,0 13,-4 14,-99 442,72-226,29-240,-1-1,-1 0,-1-1,0 0,-2 0,0-1,-1 0,-1-1,0 0,-1-1,-1 0,-1-1,-10 8,20-18,0 3,1 0,0 0,0 0,1 0,0 1,1-1,-1 1,2 0,-1-1,1 1,1 0,-1 0,1 0,1 0,0 0,0 0,1-1,0 1,1 0,-1-1,2 1,-1-1,5 6,6 34,34 224,-25-120,-11-86,-1-8</inkml:trace>
  <inkml:trace contextRef="#ctx0" brushRef="#br0" timeOffset="5708.11">1634 7866,'2'14,"3"18,3 19,2 19,3 17,-2 13,-3 6,-2-4,-3-13,-1-16,-1-28,-1-21</inkml:trace>
  <inkml:trace contextRef="#ctx0" brushRef="#br0" timeOffset="6099.48">1486 7906,'29'-1,"0"2,0 1,0 2,-1 1,1 0,-1 3,-1 0,1 2,-1 0,-1 2,0 1,-1 1,0 2,-1 0,-1 1,-1 2,0 0,-1 1,-4-1,0 1,-2 1,0 0,-1 1,-1 0,-1 1,-1 1,-2-1,0 2,-1-1,-1 1,-2 1,-1-1,0 1,-2-1,-1 1,-1 0,-3 25,1-41,0 1,0-1,-1 0,0 0,-1 0,0 0,0 0,-1-1,-1 0,1 0,-2 0,1-1,-1 0,0 0,-1 0,0-1,0-1,0 1,-1-1,0 0,0-1,-1 0,1-1,-1 0,0 0,0-1,0 0,-10 0,-17 0,1-1,0-2,-1-2,1-1,0-2,-23-7,39 9,7 1,44 4,8-5,3-1</inkml:trace>
  <inkml:trace contextRef="#ctx0" brushRef="#br0" timeOffset="6396.684">2569 8066,'-19'1,"-1"0,0 1,1 1,-1 1,1 1,0 0,0 1,1 2,0 0,0 0,0 2,2 0,-4 3,9-5,0 1,1-1,0 2,1-1,0 1,0 1,1 0,1 0,0 0,0 1,1 0,1 1,0-1,0 1,1 0,1 0,1 0,-1 0,1 9,1-13,1 0,0 0,0 0,1 0,0 0,1-1,0 1,0 0,1-1,0 1,1-1,-1 0,2 0,-1 0,1-1,0 1,0-1,1-1,0 1,1-1,-1 0,1 0,0-1,0 1,1-2,0 1,0-1,0 0,0-1,6 2,2-1,0-1,1-1,0 0,-1-1,1-1,0-1,-1 0,1-1,0-1,-1 0,0-1,0-1,0-1,-1 0,1-1,-1-1,11-7,6-5,-1-2,-1-1,-1-1,-1-1,-1-2,-2 0,9-14,11-18</inkml:trace>
  <inkml:trace contextRef="#ctx0" brushRef="#br0" timeOffset="6644.025">2970 8040,'-2'-6,"1"0,-1 0,0 0,0 0,-1 0,0 0,0 1,0 0,-1-1,0 1,-1-1,5 5,-1 1,1 0,-1 0,1 0,0 0,-1 0,1-1,-1 1,1 0,-1 0,1 0,-1 0,1 0,0 1,-1-1,1 0,-1 0,1 0,-1 0,1 0,0 1,-1-1,1 0,-1 0,1 0,0 1,-1-1,1 0,0 1,-1-1,1 0,0 1,0-1,-1 0,1 1,0-1,0 1,0-1,0 0,-1 1,1-1,0 1,0-1,0 1,0-1,0 1,0-1,0 0,0 1,0-1,0 1,0-1,0 1,1-1,-3 25,1-1,1 1,1-1,2 1,0-1,1 0,2 0,0-1,4 6,-7-16,13 46,2-2,2 0,15 25,-19-65,-11-24</inkml:trace>
  <inkml:trace contextRef="#ctx0" brushRef="#br0" timeOffset="6900.915">2903 7879,'-21'-50,"28"47,39 42,18 20,-2 3,-3 3,-3 2,-2 3,-4 2,13 30,-55-86,0-1,-2 1,0 1,-1-1,0 1,0 12,-4-24,0-1,-1 0,1 1,-1-1,0 0,-1 1,1-1,-1 0,0 1,0-1,0 0,0 0,-1 0,0 0,0 0,0 0,0 0,-1-1,1 1,-1-1,0 0,0 1,0-1,0-1,-1 1,1 0,-1-1,-2 2,-9 1,0 0,0-1,-1 0,1-1,-1-1,0 0,0-2,0 1,0-2,-12-2,8 2</inkml:trace>
  <inkml:trace contextRef="#ctx0" brushRef="#br0" timeOffset="7098.388">3825 8508,'-18'2,"-6"1</inkml:trace>
  <inkml:trace contextRef="#ctx0" brushRef="#br1" timeOffset="15106.141">4267 2733,'-9'-15,"5"6,0 1,-1 1,0-1,-1 1,1-1,-1 1,-1 1,1-1,-1 1,0 1,-1-1,1 1,-3-1,-15-4,-1 1,1 1,-1 1,-1 1,-19-1,-9-3,-29-7,0 4,0 3,-1 4,-55 5,126 1,-1 1,1 1,0 1,0 0,0 1,0 0,1 1,-1 0,1 1,0 1,-7 5,-183 126,176-116,-1 0,1 1,1 1,1 1,-3 6,-147 141,158-149,1 0,1 1,2 1,0 0,-5 17,12-29,-1 3,1 0,1 0,1 0,0 1,1-1,1 1,0 0,1 0,1 7,-12 137,13-152,1 1,0 0,0 0,1-1,0 0,1 1,0-1,1-1,-1 1,2-1,-1 1,5 4,10 18,69 82,86 88,-164-190,0 0,0-1,1-1,0 0,1 0,0-1,0-1,6 3,4 1,0 2,-1 0,-1 2,19 15,51 33,15 19,-96-73,0-1,1 1,0-2,0 0,1 0,-1-1,2-1,-1 1,1-2,8 2,94 30,-99-30,1-2,0 1,0-2,1-1,-1 0,1-1,-1 0,1-2,12-2,22 2,167 9,-168-5,0-2,-1-3,38-5,19 5,-81 3,0-1,0-1,0-2,0 0,5-3,6-3,-22 7,-1-1,1-1,-1-1,0 0,0 0,-1-2,0 1,0-2,11-7,9-12,-1-1,-1-1,19-25,-37 33,-2 0,0 0,-1-1,-1 0,-1-1,-1 0,0 0,-2-1,-2 1,2-18,0-6,-1-1,-3 1,-1-1,-3 1,-2 0,-1 0,-7-16,-4-20,7 28,-3 1,-2 0,-2 2,-6-7,-19-34,-5 3,-17-19,46 84,-1 2,-1 0,-1 1,-17-12,3 0,22 20,-1 0,0 1,-1 1,0 0,-1 2,0-1,-1 2,0 0,0 1,-1 1,-13-4,-36-6,-1 3,0 3,-1 3,-11 3,61 7,0 0,1 1,-1 2,1 0,0 0,0 2,1 0,-14 9,-14 4,1-3</inkml:trace>
  <inkml:trace contextRef="#ctx0" brushRef="#br1" timeOffset="17894.944">3559 3080,'-12'-22,"-3"-25,5-23,11-26,17-23,17-24,16-19,12-13,10-12,6-6,1 1,-2 5,-5 15,-8 20,-8 27,-12 32,-14 35,-11 27</inkml:trace>
  <inkml:trace contextRef="#ctx0" brushRef="#br1" timeOffset="18860.805">3437 2960,'2'11,"-1"-1,2 1,-1-1,1 0,1 1,0-1,0-1,4 7,9 21,-4-4,-2 1,-1 0,-1 1,-2 0,-2 0,-1 1,0 24,-23-107,-3-13,-3 2,-2 0,-3 2,-3 1,-14-17,35 49,31 19,45 17,0-2,1-4,26-1,-80-6,-9-1,0 0,0 1,0 0,0-1,0 1,0 0,0 0,0 0,1 0,-1 0,0 0,0 1,0-1,0 1,0 0,0-1,0 1,0 0,0 0,0 0,-1 0,1 1,0-1,-1 0,1 1,-1-1,1 1,-1-1,0 1,1 0,-1 0,0 0,0-1,0 1,-1 0,1 1,-2 11,0 0,-1 0,-1 0,0-1,-1 1,0-1,-4 7,0 1,-49 168,55-160,5-8</inkml:trace>
  <inkml:trace contextRef="#ctx0" brushRef="#br1" timeOffset="19583.415">4761 687,'0'73,"-3"-27,3 0,2 0,2 0,2 0,2-1,2 2,-8-41,-1-1,1 1,0-1,0 0,0 0,1 0,0 0,0 0,0-1,1 1,-1-1,1 0,0 0,0 0,1 0,-1-1,1 0,-1 1,1-2,0 1,0-1,1 0,-1 0,0 0,1-1,-1 1,1-1,0-1,4 1,4-1,0-1,0-1,0 0,0-1,0 0,-1-1,1-1,-1 0,0-1,-1 0,1-1,-1 0,-1-1,1 0,-1-1,-1-1,10-9,-1-6</inkml:trace>
  <inkml:trace contextRef="#ctx0" brushRef="#br1" timeOffset="19800.907">4761 981,'18'-4,"16"-7,10-5,5-5,1-4,-3 1,-6 2,-9 2,-11 5</inkml:trace>
  <inkml:trace contextRef="#ctx0" brushRef="#br1" timeOffset="20049.757">4748 673,'11'-4,"16"-7,16-7,17-9,12-3,5 1,1 3,-13 6</inkml:trace>
  <inkml:trace contextRef="#ctx0" brushRef="#br1" timeOffset="20505.554">5310 821,'2'-1,"0"0,1 0,-1 1,0-1,1 1,-1 0,0 0,1-1,-1 1,0 1,1-1,-1 0,1 1,-1-1,0 1,0 0,1-1,-1 1,0 0,0 0,0 1,0-1,0 0,0 1,0-1,-1 1,1 0,0-1,-1 1,0 0,1 0,-1 0,32 72,8 159,-26-200,-15-32,1-1,-1 1,1-1,0 1,-1-1,1 0,-1 1,1-1,0 0,-1 0,1 1,-1-1,1 0,0 0,-1 0,1 0,0 0,-1 0,1 0,0 0,-1 0,1 0,0 0,-1 0,1 0,0-1,-1 1,1 0,0 0,-1-1,1 1,-1 0,1-1,-1 1,1-1,-1 1,1-1,-1 1,1-1,-1 1,1-1,-1 1,0-1,1 0,-1 1,0-1,0 1,1-2,8-15,0 0,-1-1,-1 0,-1 0,-1-1,0 0,-1 0,0-4,0 0,30-177,-32 286,-3-78,1 0,0 0,0 0,0 0,1 0,0 0,0 0,1 0,0 0,1 0,0-1,0 1,0-1,1 0,0 0,1 0,-1-1,1 1,0-1,1 0,0-1,0 1,0-1,0 0,1-1,0 1,0-1,5 2,1-4,0 0,0-1,0-1,0 0,0-1,0 0,0-1,0 0,0-1,-1-1,1 0,-1 0,0-1,6-4,29-14</inkml:trace>
  <inkml:trace contextRef="#ctx0" brushRef="#br1" timeOffset="20894.502">6152 767,'-12'-3,"0"1,1 0,-1 1,0 0,0 1,0 0,0 1,0 1,1-1,-8 4,14-4,0 0,-1 1,2 0,-1 1,0-1,0 1,1 0,-1 0,1 0,0 0,0 1,0 0,1 0,-1 0,1 0,0 0,0 1,1 0,-1-1,1 1,0 0,0 0,0 0,0 3,1-3,0-1,0 0,1 0,-1 1,1-1,0 1,0-1,1 0,-1 1,1-1,0 0,0 0,0 0,0 1,1-1,0 0,0-1,0 1,0 0,1 0,-1-1,1 0,0 1,0-1,0 0,1 0,-1-1,1 1,-1-1,1 0,0 0,0 0,0 0,0 0,0-1,0 0,0 0,1 0,-1-1,0 1,1-1,-1 0,0 0,1 0,0-1,6-3,-1 0,0 0,0-1,-1 0,1-1,-1 0,0-1,-1 0,1 0,-1-1,-1 0,0 0,0-1,0 0,-1 0,-1 0,1-1,-1 0,-1 0,0 0,-1-1,0 1,0-1,-1 0,0 0,-1 0,0 0,-1-5,-2-19,-8 58,7-9,2 0,0 1,1-1,0 1,1-1,1 0,2 12,-3-22,0-1,0 1,0 0,0-1,1 1,0-1,-1 1,1-1,0 0,0 0,1 0,-1 0,1 0,0 0,-1-1,1 1,0-1,0 0,1 0,-1 0,0 0,1-1,-1 1,1-1,0 0,-1 0,1 0,0 0,0-1,-1 0,4 1,58-18,-36 2</inkml:trace>
  <inkml:trace contextRef="#ctx0" brushRef="#br1" timeOffset="21908.597">6459 246,'-7'61,"8"-52,48 456,-32-385,-17-81,0 1,0-1,0 1,1-1,-1 1,0-1,0 1,1-1,-1 1,0 0,0-1,1 1,-1 0,0-1,1 1,-1 0,1-1,-1 1,0 0,1 0,-1-1,1 1,-1 0,1 0,-1 0,1 0,-1 0,1-1,-1 1,1 0,-1 0,1 0,-1 0,1 1,-1-1,1 0,-1 0,1 0,-1 0,1 0,-1 1,0-1,1 0,-1 0,1 1,-1-1,0 0,1 1,-1-1,1 0,-1 1,0-1,0 0,1 1,-1-1,0 1,0-1,1 1,-1-1,0 1,0-1,0 1,0-1,0 1,0-1,0 1,0-1,0 0,0 1,0 0,15-42,-13 37,8-32,-9 25,2 0,-1 0,1 0,1 0,0 1,1-1,0 1,0 0,1 0,0 1,1 0,0 0,0 0,1 1,0 0,3-1,-8 7,0 1,0-1,0 1,1 0,-1 0,1 0,-1 0,0 1,1-1,-1 1,1 0,-1 0,1 0,0 0,-1 1,0-1,1 1,-1 0,1 0,-1 0,0 1,0-1,1 1,-1 0,0 0,-1 0,1 0,0 0,-1 1,1-1,-1 1,2 2,3 2,-2 1,1 0,-1 0,0 0,0 1,-1-1,-1 1,1 0,-1 0,-1 1,2 6,-4-12,1-1,-1 1,0 0,0-1,0 1,-1 0,1-1,-1 1,0 0,0-1,0 1,0-1,0 1,-1-1,0 0,0 0,0 0,0 1,0-2,-1 1,1 0,-1 0,0-1,1 0,-1 1,0-1,-1 0,1-1,0 1,-1 0,1-1,-1 0,1 0,-1 0,1 0,-1 0,0-1,-3 0,3 2,0-2,0 1,0 0,-1-1,1 0,0 0,-1 0,1-1,0 1,0-1,0 0,-1 0,1 0,0-1,0 1,1-1,-1 0,0 0,1-1,-1 1,1-1,-2-1,5 3,0 0,1-1,-1 1,1 0,-1 0,1 0,-1 0,1 0,0 0,-1 0,1 0,0 0,0 0,0 1,0-1,0 0,0 0,0 1,0-1,0 1,0-1,0 1,0-1,0 1,1 0,-1-1,0 1,0 0,0 0,1 0,2-1,22-8,-1-1,1-2,-2 0,0-1,0-2,-1 0,-1-2,-1 0,0-1,-2-1,0-1,-1-1,-1-1,0 0,-2-1,-1-1,-1 0,-1-1,-1 0,-1-1,-1 0,-2 0,0-1,-2 0,-1 0,-1-1,-2 1,0-1,-4-26,1 42,-1 0,0 0,0 1,-2-1,1 1,-1 0,-7-10,11 18,-1 0,1 1,-1-1,0 1,0-1,0 1,0 0,0 0,-1-1,1 2,0-1,-1 0,0 0,1 1,-1-1,0 1,0 0,0 0,0 0,0 0,0 1,0-1,0 1,0 0,0 0,0 0,0 0,-1 0,1 1,0-1,0 1,0 0,0 0,-5 5,-1 1,1 0,0 0,1 0,0 1,0 1,1-1,0 1,0 0,1 0,0 1,1-1,0 1,0 0,1 0,0 1,1-1,0 1,1 0,-4 8,1 1,1 0,0 0,2 0,0 0,1 0,2 0,0 0,0 0,2 0,1 0,0-1,1 0,2 0,-1 0,2-1,1 0,0-1,1 0,1-1,0 0,1-1,1 0,0-1,1-1,1 0,0-1,2-1,-1-1,1-1,1 0,0-2,0 0,0-1,1-1,-1-1,1 0,1-2,-1 0,0-1,16-2,-29 0,-1-1,1 1,-1-1,0-1,0 1,0-1,0 0,0 0,-1-1,1 0,-1 0,0 0,0 0,0-1,-1 0,1 0,-1 0,-1 0,1-1,-1 0,0 0,0 0,0 0,5-14,0-1,-1 0,-2-1,0 1,-1-1,0-7,-3 18,1 6,-1 1,0-1,-1 1,1-1,-1 1,0-1,0 0,0 1,-1-1,1 1,-1-1,0 1,-1-1,1 1,-1 0,0 0,0-1,-1 4,1 0,-1 1,1-1,-1 1,1 0,-1 0,1 0,-1 0,1 1,-1-1,1 1,-1-1,1 1,-1 0,1 0,0 0,-1 0,1 0,0 1,0-1,0 1,0-1,0 1,0 0,0 0,1 0,-1 0,1 0,-1 0,1 0,-1 2,-4 5,0 0,0 0,1 1,0-1,1 1,0 0,0 0,1 1,1-1,0 1,0 5,1-10,0-1,1 1,0 0,0-1,1 1,-1 0,1-1,0 1,1-1,-1 1,1-1,0 0,1 0,-1 0,1 0,0 0,0 0,1-1,-1 1,1-1,0 0,3 2,6 1,1 0,0-1,0-1,0 0,1-1,0 0,0-2,0 1,0-2,0 0,0-1,0 0,0-1,7-2,25-1</inkml:trace>
  <inkml:trace contextRef="#ctx0" brushRef="#br1" timeOffset="22162.978">8117 620,'16'-3,"7"0,3 1,-6-1,-18 6,-9 3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2:12.22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13 418,'0'0,"0"-1,0 1,0 0,0 0,-1-1,1 1,0 0,0-1,0 1,0 0,0 0,-1-1,1 1,0 0,0 0,0 0,-1-1,1 1,0 0,0 0,-1 0,1 0,0-1,0 1,-1 0,1 0,0 0,-1 0,1 0,0 0,0 0,-1 0,1 0,0 0,-1 0,1 0,0 0,0 0,-1 0,1 0,0 0,-1 0,1 0,0 1,0-1,-1 0,1 0,0 0,0 0,-1 1,1-1,0 0,0 0,0 0,-1 1,9-30,104-199,-53 74,-59 154,0 0,0 0,1 0,-1 0,0 0,0 0,0 0,1 0,-1 1,0-1,0 0,1 0,-1 0,0 0,0 0,0 0,1 0,-1 0,0 0,0 0,1-1,-1 1,0 0,0 0,0 0,1 0,-1 0,0 0,0 0,0 0,0-1,1 1,-1 0,0 0,0 0,0 0,0-1,0 1,1 0,-1 0,0 0,0-1,0 1,0 0,0 0,0 0,0-1,0 23,-13 252,13 69,2-310,1-8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2:13.31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68 141,'-5'23,"1"1,0 0,2 0,1 0,2 19,-1-37,0 0,1-1,-1 1,1 0,1-1,-1 1,1 0,0-1,0 0,1 0,0 1,0-1,0-1,0 1,1 0,0-1,0 0,0 0,0 0,0 0,1-1,0 0,0 1,0-2,0 1,3 1,-1-3,-1 1,1-1,-1 0,1 0,-1-1,1 1,0-2,-1 1,1-1,-1 0,1 0,-1-1,1 0,-1 0,0 0,0-1,0 0,0 0,-1 0,1-1,-1 0,0 0,0 0,4-6,3-1,-2 0,0-1,0-1,-1 0,-1 0,0 0,-1-1,0-1,-2 1,1-3,-3 10,0 0,-1 0,0-1,-1 1,0-1,0 1,0-1,-1 1,0-1,-1 1,0-1,0 0,0 1,-1 0,0-1,-1 1,0 0,0 0,0 0,-1 1,0-1,0 1,0 0,-1 0,0 0,0 1,-1-1,1 1,-1 1,-5-4,5 4,0 1,-1 0,1 0,-1 0,1 1,-1 0,0 0,0 0,0 1,0 0,0 1,-1 0,1 0,0 0,0 1,0 0,0 0,0 1,0 0,0 0,1 0,-1 1,1 0,-1 1,1-1,0 1,-4 4,-2 4,1 1,0 0,1 0,1 1,0 0,1 1,0 0,1 0,1 1,0 0,1 0,1 3,-17 58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5:49.84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4452 394,'-285'-110,"123"64,-1 7,-129-12,-276-21,464 63,1 4,-1 5,-24 5,116-4,-25 2,0-1,-1-2,1-1,0-3,-31-6,-71-13,0 5,0 7,-1 6,-89 9,45-2,137-2,-57-3,0 5,0 5,1 4,0 4,-26 11,104-21,0 1,0 1,0 2,1 0,0 1,1 2,1 0,-1 1,2 2,0 0,1 1,-13 13,-12 29,2 2,2 2,3 4,16-26,2 1,3 0,1 2,1 0,3 1,2 0,1 0,3 1,1 0,3 1,1-1,4 16,0-18,1-1,3 0,1-1,2 1,2-2,2 1,1-2,3 0,15 25,-16-37,2-2,0 0,2-2,1 0,0-1,2-1,0-1,2-2,0 0,1-2,0 0,1-2,24 7,140 51,192 42,-321-96,55 6,2-5,0-6,0-4,1-6,55-8,-63 4,303-10,-244 9,-85 3,0-3,0-5,13-5,288-56,87-9,-410 60,-1-3,-2-2,0-3,37-22,-42 21,34-12,-67 30,-1 0,0-2,-1 0,0-2,-1 0,0-2,-1 0,-1-1,0-1,3-5,99-152,-50 63,-55 88,75-124,-86 136,-1-1,0 1,-1-1,0-1,0 1,-1 0,-1 0,0-1,-1 1,0-1,0 1,-1 0,-3-12,-7-9,-1 1,-2 0,-1 0,-2 2,0 0,-2 1,-1 1,-2 1,0 0,-5-1,-207-198,159 161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5:51.35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1032 246,'-4'-12,"-1"0,0 0,-1 0,0 0,-1 1,0 0,-1 1,0-1,-1 1,0 1,0 0,-1 0,0 1,-1 0,0 1,0 0,-7-3,-21-1,1 3,-1 0,0 3,-1 1,1 2,-1 2,-14 2,28-2,11 0,-1 0,0 1,0 1,0 0,0 1,1 1,-1 0,1 1,0 1,1 0,-1 1,1 1,-2 1,-14 13,1 0,1 2,1 2,1 0,1 1,2 2,1 0,1 2,0 2,12-15,0 0,2 1,0 0,1 0,0 0,2 1,1 0,0 0,1 0,1 0,1 0,1 0,1 0,1 0,4 19,5 7,2-1,2 0,2 0,2-2,1 0,8 7,-16-29,1-1,0 0,2-1,0-1,1 0,1-1,1-1,0-1,1-1,1 0,0-2,0 0,2-1,-1-2,1 0,0-1,3-1,5 1,0-2,1-1,0-2,0-1,0-1,0-2,0-1,0-1,-1-2,1-1,-1-2,27-10,-22 5,-2-1,1-1,-2-2,0-1,-1-2,-1-1,-1-1,-1-2,-1-1,-2-1,0-1,-1-2,4-9,-14 10,-2-1,-1 0,-2-1,0-1,-2 1,-2-1,0 0,-3-1,0 1,-2-1,-1 0,-2 1,-2-12,4 21,-1 0,-1 0,-1 0,0 0,-2 0,-1 1,0-1,-2 1,0 1,-2 0,0 0,-1 1,-1 0,0 1,-2 0,0 1,-1 0,-1 2,0 0,-1 0,0 2,-14-8,11 11,-1 2,0 0,-1 1,0 1,0 2,0 0,-1 1,1 1,-1 1,1 1,-1 1,1 1,-1 1,1 1,0 1,-21 7,-103 39,2 8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4:07.05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13341 10837,'0'20,"0"19,0 14,0 6,0 3,0-2,0-7,0-11,0-11</inkml:trace>
  <inkml:trace contextRef="#ctx0" brushRef="#br0" timeOffset="313.372">13315 10744,'-1'2,"0"1,0-1,1 0,-1 1,1-1,-1 0,1 1,0-1,-1 1,1-1,1 0,-1 1,0-1,1 1,-1-1,1 0,-1 1,1-1,0 0,0 1,0-1,1 0,-1 0,0 0,1 0,-1 0,19 30,2 0,1-2,2-1,1 0,1-2,1-1,21 14,-34-27,17 15,73 74,-103-100,0-1,-1 1,1 0,-1 0,1 0,-1 0,0 0,0 0,1 0,-1 0,-1 1,1-1,0 0,-1 1,1-1,-1 1,0-1,1 0,-1 1,0-1,-1 1,1-1,0 0,-1 1,1-1,-1 0,0 1,0-1,0 0,0 0,0 1,0-1,-1 0,1 0,-1-1,1 1,-1 0,-1 1,-8 3,0 0,0 0,-1-1,1-1,-1 0,0 0,0-2,-1 1,1-1,-13 0,19-1,-62 6,-1-3,-46-4,54-9,61 9,0-1,0 0,0 1,0-1,0 0,0 1,0-1,0 0,0 1,0-1,0 1,0-1,0 0,1 1,-1-1,0 0,0 1,1-1,-1 1,0-1,1 1,-1-1,1 1,-1-1,1 1,-1-1,0 1,1 0,0-1,-1 1,1 0,-1-1,1 1,-1 0,1 0,0-1,-1 1,1 0,0 0,-1 0,1 0,0 0,-1 0,1 0,0 0,26-11</inkml:trace>
  <inkml:trace contextRef="#ctx0" brushRef="#br0" timeOffset="583.65">14224 11011,'-8'-9,"0"0,0 1,-1 0,0 0,0 1,-1 0,1 1,-2 0,1 1,-1 0,0 0,0 1,0 0,0 1,-1 1,1 0,-1 0,1 1,-1 1,0-1,0 2,1 0,-1 0,0 1,1 1,0 0,-1 0,1 1,0 1,1 0,-1 0,1 1,0 0,0 1,1 0,0 1,0 0,1 0,0 1,1 0,-1 0,5-3,0 0,0 0,0 0,1 0,-1 0,2 1,-1-1,1 1,0 0,0-1,1 1,-1 0,2 0,-1-1,1 1,0 0,0-1,1 1,0-1,0 1,0-1,1 0,0 0,0 0,1 0,0-1,0 1,0-1,0 0,1 0,0 0,4 2,5 4,0-1,1-1,0 0,1-1,0-1,0 0,0-1,1-1,0-1,0 0,8 0,17 1,-1-1,0-3,1-1,10-3,27-4</inkml:trace>
  <inkml:trace contextRef="#ctx0" brushRef="#br0" timeOffset="975.602">14638 10877,'0'16,"0"17,2 13,1 12,0 6,-1-1,2-4,3-7,2-13,-1-16,1-15,-1-17,-2-15,-2-4</inkml:trace>
  <inkml:trace contextRef="#ctx0" brushRef="#br0" timeOffset="1193.546">14625 10798,'7'20,"9"16,8 11,8 4,6 1,7-3,5-1,-3-8,-6-6,-10-6,-13-6,-16-2,-22 1,-28 0,-29 2,-28 1,-31 2,8-5</inkml:trace>
  <inkml:trace contextRef="#ctx0" brushRef="#br0" timeOffset="-779.929">10708 10985,'-6'29,"1"0,2 1,1 0,1 0,1 0,2-1,1 1,5 16,-8-44,0 5,0 0,1 1,0-1,0 0,0 1,1-1,0 0,1 0,0 0,0-1,0 1,1-1,0 1,0-1,0 0,1-1,0 1,0-1,1 0,4 3,-5-7,1-1,-1-1,0 1,1-1,-1 0,0 0,0 0,1-1,-1 0,0 0,-1 0,1 0,0-1,-1 0,1 0,-1 0,0-1,0 1,0-1,-1 0,2-2,10-8,0-1,-1-1,-1-1,0 0,-2 0,0-1,0-1,-2 0,0 0,-2-1,0 0,-1 0,-1 0,-1-1,0 0,-1-8,-4 21,-1 35,2-25,5 169,-4-158,1 0,1-1,0 0,1 0,0 0,1 0,0 0,1-1,0 0,1 0,0-1,5 6,-8-11,1-1,0 1,0-1,0 0,0-1,1 1,0-1,0 0,0 0,0-1,1 1,24 4</inkml:trace>
  <inkml:trace contextRef="#ctx0" brushRef="#br0" timeOffset="-370.526">11296 11105,'6'22,"1"-1,1 1,0-1,2-1,0 1,2-2,11 16,-19-28,1 1,-1 0,0-1,0 1,0-1,1 0,0-1,1 1,-1-1,1 0,0-1,1 1,-1-1,1-1,0 1,1-1,-1 0,3 1,-4-7,0 1,0 0,0-1,-1 0,1-1,-1 1,1-1,-1 0,0 0,0-1,0 0,0 1,-1-2,1 1,-1 0,0-1,-1 0,1 0,-1 0,0 0,0-1,1-4,9-12,-2 0,-1-1,-1 0,0-1,-2 0,-1 0,-1-1,0-6,-7 42,1-1,0 1,1-1,1 1,-1-1,1 1,1-1,0 1,1-1,0 0,0 0,1 0,0-1,1 1,0-1,1 0,-1 0,7 6,2-7,1 0,1-1,-1-1,1 0,0-1,0-1,1-1,-1 0,1-1,0 0,0-2,-1 0,1-1,0 0,1-2,81-4,-5-5</inkml:trace>
  <inkml:trace contextRef="#ctx0" brushRef="#br0" timeOffset="-149394.168">24143 2482,'-1'-5,"-1"0,0 0,0 0,0 0,-1 0,0 1,0-1,0 1,0 0,0 0,-1 0,0 0,0 1,0 0,0-1,-1 1,1 1,-1-1,0 1,1-1,-1 2,0-1,-1 0,1 1,0 0,0 0,0 0,-1 1,1 0,0 0,-1 0,-3 2,-3 1,0 0,0 1,1 1,0 0,0 0,0 1,1 1,-1 0,2 0,-1 1,1 0,0 1,1 0,0 0,0 1,1 0,0 0,1 1,0 0,1 0,0 0,0 1,1 0,3-9,1 0,-1 0,1 0,0-1,-1 1,1 0,0 0,1 0,-1 0,0 0,1 0,0 0,0-1,0 1,0 0,0-1,0 1,1 0,-1-1,1 1,0-1,-1 0,1 0,0 0,0 0,1 0,-1 0,0 0,1-1,-1 1,1-1,-1 1,1-1,0 0,0 0,-1-1,1 1,0 0,0-1,0 0,0 0,0 1,2-2,9-1,1 0,-1-2,1 0,-1 0,0-1,-1-1,1 0,-1-1,0-1,-1 0,0 0,0-1,-1-1,0 0,-1-1,0 0,0 0,-1-1,13-21,-1 0,-1-2,-2 0,-2-1,-1-1,-2 0,-2-1,-1 0,-1-1,-3 0,1-32,-4-23,-3 94,0-1,0 1,0-1,1 1,-1-1,0 1,0-1,0 1,0-1,0 1,0-1,0 0,0 1,0-1,0 1,0-1,-1 1,1-1,0 1,0-1,0 1,-1-1,1 1,0-1,-1 1,1 0,0-1,-1 1,1-1,0 1,-1 0,1-1,-1 1,1 0,-1 0,1-1,-1 1,1 0,-1 0,1 0,-1 0,1-1,-1 1,1 0,-1 0,1 0,-1 0,1 0,-1 0,0 0,1 1,-1-1,1 0,-1 0,1 0,-1 0,1 1,-1-1,1 0,0 1,-1-1,1 0,-1 1,1-1,-1 0,1 1,0-1,-1 1,1-1,0 1,-8 11,0 1,1 0,0 1,2 0,-1 0,2 0,0 0,0 1,1 3,0-7,-10 53,2 1,3 0,3 0,2 13,2-66,0-1,1 1,0 0,0 0,2-1,-1 1,1 0,1-1,0 1,1-1,0 0,1 0,0-1,0 1,1-1,1 0,3 3,-7-11,0 0,0 0,1 0,-1 0,1 0,-1-1,1 0,-1 0,1 0,0 0,0 0,0-1,-1 0,1 0,0 0,0 0,0 0,0-1,-1 0,1 0,0 0,-1 0,1 0,0-1,-1 0,1 1,80-63,-70 48,0-1,-2 0,0-1,0 0,-2-1,0-1,-2 1,0-2,-1 1,-1-1,0 0,1-19,-7 39,1 1,-1-1,1 1,-1-1,1 0,-1 1,0-1,1 0,-1 0,0 1,1-1,-1 0,0 0,0 0,0 1,0-1,0 0,0 0,0 0,0 1,0-1,0 0,0 0,-1 1,1-1,0 0,0 0,-1 1,1-1,-1 0,1 0,0 1,-1-1,0 1,1-1,-1 0,1 1,-1-1,0 1,1-1,-1 1,0 0,1-1,-1 1,0 0,0-1,1 1,-1 0,0 0,0 0,1 0,-1 0,0 0,0 0,0 0,1 0,-1 0,0 0,-4 6,1 0,0 0,0 1,1-1,-1 1,2 0,-1 0,1 0,0 0,0 0,1 0,0 1,0-1,0 1,1-1,1 1,-1-1,2 5,0-3,1 0,-1-1,2 1,-1-1,1 0,1 0,-1 0,1-1,1 0,-1 0,1 0,0 0,1-1,0 0,0-1,0 1,0-1,6 2,42 25</inkml:trace>
  <inkml:trace contextRef="#ctx0" brushRef="#br0" timeOffset="-149046.067">25534 2241,'21'42,"2"-2,1 0,3-2,16 19,-37-49,-2-2,0-1,1 1,-1-1,1 0,0 0,0 0,1-1,-1 0,1 0,2 1,-5-5,-1-1,1 1,-1-1,1 1,-1-1,0 0,1 0,-1 0,0 0,1 0,-1-1,0 1,0-1,0 1,0-1,-1 0,1 0,0 0,-1 0,1 0,-1 0,0 0,1 0,-1-1,0 1,0 0,-1-1,1 1,0-1,-1 1,0-1,1 0,0 0,21-63,-19 52,0 1,0 0,1 0,1 0,0 1,1-1,0 1,1 0,0 1,1 0,0 0,1 0,0 1,1 0,0 1,0 0,1 1,0 0,1 1,0 0,22-5</inkml:trace>
  <inkml:trace contextRef="#ctx0" brushRef="#br0" timeOffset="-148267.154">26255 2334,'-5'-4,"-1"-1,1 1,-1 0,0 1,0-1,-1 1,1 1,-1-1,1 1,-1 0,0 0,0 1,0 0,0 0,0 1,0 0,1 0,-1 0,0 1,0 0,0 0,0 1,0 0,1 0,-1 1,1 0,-1 0,1 0,0 1,1 0,-1 0,1 1,-1-1,1 1,0 0,1 0,-1 1,1-1,0 1,1 0,0 0,-1 1,1 0,3-4,-1-1,0 1,1 0,-1 0,1 0,0 0,0 0,0-1,0 1,1 0,-1 0,1 0,0 0,0-1,0 1,0 0,0-1,0 1,1-1,-1 1,1-1,0 0,-1 1,1-1,0 0,1 0,-1 0,0-1,0 1,1-1,-1 1,1-1,0 0,-1 1,1-1,0-1,1 1,7 3,0-1,1-1,-1 0,1 0,0-1,-1-1,1 0,9-1,-12 1,0-1,0 0,0-1,-1 1,1-2,0 1,-1-1,0 0,0-1,0 0,0-1,0 1,-1-1,0-1,0 1,0-1,-1-1,0 1,0-1,0 0,-1 0,0-1,-1 1,1-1,-2 0,1 0,-1-1,1-2,-4 10,1 0,-1 0,1-1,-1 1,0 0,1 0,-1 0,0-1,0 1,0 0,0 0,0 0,0-1,0 1,0 0,0 0,-1-1,1 1,0 0,-1 0,1 0,-1 0,0 0,1 0,-1 0,0 0,1 0,-1 0,0 0,0 0,0 0,0 0,0 1,0-1,0 0,0 1,0-1,0 1,0-1,-1 1,1 0,0-1,0 1,0 0,-1 0,1 0,0 0,0 0,-1 0,1 0,0 0,0 0,0 1,-1-1,1 0,0 1,0-1,0 1,0 0,0-1,-1 1,-1 2,0-1,0 1,1-1,-1 1,1 0,-1 0,1 0,0 1,0-1,0 0,1 1,-1-1,1 1,0 0,0-1,0 1,0 0,1 0,-1-1,1 1,0 0,0 0,1 0,-1 0,1-1,0 1,0 0,0 0,0-1,1 1,-1-1,1 1,0-1,0 0,0 0,1 0,-1 0,1 0,-1 0,1-1,0 1,0-1,0 0,0 0,1 0,1 1,9 0,1 0,0-1,-1 0,1-1,0-1,0 0,0-1,-1-1,1 0,-1-1,1-1,-1 0,0-1,0 0,-1-1,4-3,-1 0,0 0,0-1,-1-1,-1-1,1 0,-2-1,0 0,-1-1,0 0,-1-1,-1-1,0 0,-1 0,0 0,-2-1,4-12,3-15,-2 0,-1 0,-3-1,-2-1,-1 1,-2-10,-3 47,2-6,-1 1,-1 0,0-1,0 1,-2-1,1 1,-2 0,0 0,0 0,-1 0,-1 1,0-1,4 11,0 0,-1 0,1 0,0 1,-1-1,1 0,-1 1,1-1,-1 1,1-1,-1 1,0 0,0 0,0 0,0 0,0 0,0 0,0 1,0-1,0 1,0-1,-1 1,1 0,0-1,0 1,0 1,0-1,-1 0,1 0,0 1,0-1,0 1,0 0,0-1,0 1,0 0,0 0,-1 2,-5 2,1 0,0 0,0 1,0 0,1 1,0-1,0 1,1 0,-2 2,-7 17,0 0,1 1,2 0,1 1,1 0,1 1,2 0,1 0,1 0,1 1,2-1,1 1,2 9,-2-22,2 0,-1 0,2-1,0 1,2 0,-1-1,2 0,0 0,1-1,1 1,0-1,1-1,0 0,1 0,1-1,0 0,1-1,0 0,1-1,0 0,9 4,-16-12,0-1,1 0,-1 0,1 0,0-1,-1 0,1 0,0 0,0-1,0 0,-1-1,1 0,0 0,0 0,-1-1,1 1,-1-2,1 1,-1-1,0 0,0 0,0-1,-1 1,1-1,-1-1,0 1,2-2,8-10,0 1,0-2,-2 0,0-1,-1 0,0 0,7-21,3-10,-33 58,5-1,0 0,1 1,0 0,0 0,1 0,0 1,1-1,0 1,0 0,1 0,1 0,0 0,0 0,1 0,0 1,0-1,1 0,1 0,0 3,38 25,-17-28</inkml:trace>
  <inkml:trace contextRef="#ctx0" brushRef="#br0" timeOffset="-147995.872">27165 1947,'2'18,"12"13,4 1</inkml:trace>
  <inkml:trace contextRef="#ctx0" brushRef="#br0" timeOffset="-147673.99">27900 2268,'-32'-20,"0"2,-2 2,0 1,0 1,-36-8,64 20,-1 1,1 0,-1 0,1 1,-1-1,1 1,-1 1,1-1,-1 1,1 0,0 1,-1 0,1 0,0 0,0 0,0 1,0 0,1 1,-1-1,1 1,0 0,0 0,0 1,0-1,1 1,0 0,0 0,0 1,1-1,0 1,0 0,0 0,0 0,1 0,0 0,0 2,1-4,0 1,0-1,0 1,1-1,0 1,0 0,0-1,0 1,1-1,-1 1,1-1,0 1,1-1,-1 1,1-1,0 0,0 0,0 0,0 0,1 0,0 0,0-1,0 1,0-1,0 0,1 0,-1 0,1 0,0-1,0 0,0 1,0-1,0-1,0 1,1-1,-1 1,1-1,1 0,9 0,1 0,0-1,-1 0,1-1,-1-1,1-1,-1 0,0-1,0 0,0-2,-1 1,0-2,0 0,0-1,-1 0,0-1,0 0,-1-1,-1-1,9-9,-4 2,-2-1,0-1,-2 0,0-1,-1 0,-1-1,-1 0,-1 0,-1-1,0-3,37-234,-35 128,-9 131,1 0,-1 0,1 0,-1 0,0 0,0 0,1 0,-1 0,0 0,0 0,0 0,0 0,0 0,0 0,0-1,-1 1,1 0,0 0,0 0,-1 0,1 0,-1 0,1 0,-1 1,1-1,-1 0,0 0,1 0,-1 0,0 1,0-1,0 0,0 1,1-1,-1 0,0 1,0-1,0 1,0 0,0-1,0 1,0 0,0 0,0-1,-1 1,-3 5,-1 0,1 0,-1 0,1 0,1 1,-1 0,1 0,0 0,1 1,-2 2,3-6,-20 36,2 1,1 1,3 0,1 1,2 1,2 0,1 1,1 14,7-46,1 1,1-1,0 1,0-1,1 1,1-1,0 1,1-1,0 0,0 0,2 0,-1-1,2 0,-1 1,2-2,-1 1,1-1,1 0,0 0,1 0,30 24</inkml:trace>
  <inkml:trace contextRef="#ctx0" brushRef="#br0" timeOffset="-146795.431">28448 2295,'3'-4,"-1"0,1-1,-1 1,0-1,0 1,0-1,-1 0,1 0,-1 0,-1 1,1-1,-1 0,1 0,-1 0,-1 0,1 0,-1 0,0 0,0 0,0 0,-1 0,1 1,-1-1,0 1,-1-1,1 1,-1 0,0 0,0 0,0 0,-2-1,-4 1,-1 0,1 0,-1 1,0 0,0 1,-1 0,1 0,0 1,0 1,-1 0,1 0,-1 1,1 0,0 1,0 0,0 1,0 0,0 0,1 1,-1 1,1-1,0 1,-8 6,-42 47,57-56,1 0,0 0,-1 1,1-1,0 0,0 1,0-1,1 1,-1-1,0 1,1-1,0 1,-1-1,1 1,0 0,1-1,-1 1,0-1,1 1,-1 0,1-1,0 1,0-1,0 0,0 1,0-1,0 0,1 0,-1 1,1-1,6 4,0 0,0-1,1 0,0-1,0 0,0 0,0 0,1-1,-1-1,1 0,0 0,0-1,0 0,-1-1,1 0,0 0,0-1,0 0,0-1,1-1,-1 2,-1 0,0-1,1 0,-1-1,0 0,0 0,-1-1,1 0,-1-1,1 0,-2 0,1-1,0 0,-1 0,0 0,-1-1,0 0,0-1,0 0,-1 1,0-2,2-3,-7 12,-1 0,1 0,-1 0,1 0,-1 0,1 0,-1 0,1 0,0 0,-1 0,1-1,-1 1,1 0,-1 0,1 0,0 0,-1-1,1 1,0 0,-1-1,1 1,0 0,-1 0,1-1,0 1,-1-1,1 1,0 0,0-1,-1 1,1-1,0 1,0 0,0-1,0 1,0-1,0 1,0-1,0 1,0-1,0 1,0 0,0-1,0 1,0-1,0 1,0-1,0 1,0-1,1 1,-1 0,0-1,0 1,1-1,-1 1,0 0,0-1,1 1,-1 0,0 0,1-1,-1 1,1 0,-1-1,0 1,1 0,-1 0,-4 4,0 1,0 0,0 0,1 0,0 0,0 1,0 0,1-1,-1 1,1 0,1 0,-1 0,1 0,0 0,0 0,1 1,0-1,0 0,0 0,2 3,0-3,1-1,0 0,1 0,-1-1,1 1,0-1,0 0,1 0,-1 0,1 0,0-1,0 1,0-1,0-1,1 1,-1-1,1 0,-1 0,1-1,0 1,0-1,0 0,0-1,-1 0,1 0,0 0,0 0,0-1,0 0,0 0,0-1,-1 0,1 0,-1 0,1 0,-1-1,1-1,1 0,0-1,-1 0,0 0,0 0,0-1,0 0,-1 0,0 0,-1-1,1 0,-1 0,0 0,-1 0,0-1,0 1,-1-1,1-1,16-136,-19 145,0-1,-1 0,1 0,0 0,-1 0,1 0,0 0,0 0,0-1,-1 1,1 0,1 0,-1 0,0 0,0 0,0 0,0 0,1 0,-1 0,1 0,-1 0,0 0,1 0,0 0,-1 0,1 0,0 0,-1 0,1 1,0-1,0 0,0 0,0 1,-1-1,1 1,0-1,0 1,0-1,0 1,0 0,0-1,1 1,-1 0,0 0,0 0,0 0,0 0,0 0,0 0,104 69,-101-67,0 0,0 1,0-1,-1 0,1 1,-1 0,1 0,-1 0,0 0,0 1,-1-1,1 1,-1 0,0-1,0 1,0 0,0 0,-1 1,1-1,-1 0,0 0,0 1,-1-1,1 5,-55 115,53-123,1 0,0 1,0-1,0 1,0-1,0 1,0-1,0 1,1-1,-1 0,0 1,1-1,-1 1,1-1,0 0,-1 1,1-1,0 0,0 0,0 0,0 0,0 1,0-1,0 0,0-1,0 1,0 0,1 0,-1 0,0-1,1 1,-1-1,0 1,1-1,0 1,53 7,-41-7,1-1,-1 0,1-1,-1-1,1 0,-1-1,0-1,0 0,0-1,-1 0,1-1,-1-1,-1 0,1-1,-1 0,-1-1,1 0,-1-1,-1 0,0-1,-1 0,0 0,0-1,-1 0,-1-1,0 0,-1 0,3-9,-8 20,0 1,0-1,0 1,0-1,-1 0,1 1,-1-1,0 0,1 1,-1-1,0 0,0 0,0 0,0 1,0-1,0 0,-1 0,1 1,0-1,-1 0,0 1,1-1,-1 0,0 1,0-1,0 1,0-1,0 1,0 0,0-1,0 1,-1 0,1 0,-1 0,1 0,0 0,-1 0,0 0,1 0,-1 1,0-1,1 0,-1 1,0 0,0-1,-5 2,-1 0,1 0,1 1,-1 0,0 0,0 0,1 1,-1 0,1 1,0-1,0 1,0 0,1 1,-1 0,1-1,0 2,0-1,1 0,0 1,0 0,0 0,-2 4,5-6,-1-1,1 1,0-1,0 1,0-1,0 1,1 0,-1 0,1-1,0 1,0 0,1 0,-1-1,1 1,0 0,0-1,0 1,0 0,0-1,1 0,0 1,0-1,0 0,0 0,0 0,0 0,1 0,0 0,-1-1,1 1,0-1,0 0,0 0,1 0,-1 0,0-1,3 2,14 6,1 0,0-2,0 0,0-1,1-1,-1-1,17 0,29 4</inkml:trace>
  <inkml:trace contextRef="#ctx0" brushRef="#br0" timeOffset="-135362.72">30948 2175,'-12'-1,"-1"0,1 1,0 1,-1 0,1 0,0 2,0-1,0 2,0-1,1 2,-1-1,1 2,0-1,1 2,-1-1,1 1,0 1,1 0,0 0,0 1,1 0,0 1,0-1,-1 6,7-13,0 0,0 0,0 0,1 1,-1-1,1 0,-1 1,1-1,0 1,0 0,0-1,0 1,1 0,-1-1,1 1,0 0,0 0,0 0,0-1,0 1,0 0,1 0,-1 0,1-1,0 1,0 0,0-1,0 1,0-1,2 2,4 1,0 0,1-1,0 0,0 0,0-1,0 0,0 0,1-1,-1 0,1 0,0-1,-1 0,1-1,0 0,0 0,0-1,27 0,0-1,-1-2,1-2,-1-1,0-1,0-3,-1 0,0-2,-1-2,-1-1,-1-1,27-20,-46 30,-1-1,-1 0,0-1,0 0,0 0,-1-1,-1 0,0-1,0 0,-1 0,0 0,-1-1,3-8,-9 18,1 1,-1-1,1 1,-1 0,1-1,-1 1,0-1,1 0,-1 1,0-1,0 1,0-1,-1 1,1-1,0 1,0-1,-1 1,1-1,-1 1,0-1,1 1,-1 0,0-1,0 1,1 0,-1 0,0-1,0 1,-1 0,1 0,0 0,0 0,0 0,-1 1,1-1,0 0,-1 1,1-1,-1 0,1 1,-1 0,1-1,-1 1,1 0,-1 0,1 0,-1 0,1 0,-1 0,0 0,1 1,-1-1,-3 1,-1 0,1 0,0 1,-1 0,1 0,0 0,0 1,1-1,-1 1,0 0,1 1,0-1,0 1,0 0,0 0,0 0,1 0,0 1,0-1,0 1,0 0,1 0,0 0,0 0,0 0,1 0,-1 1,1-1,1 1,-1-1,1 1,0-1,0 1,0-1,1 1,0-1,0 0,0 1,1-1,1 4,4 2,0 0,1-1,1 0,-1 0,2-1,-1 0,1-1,0 0,1 0,0-1,0 0,1-1,-1-1,1 0,1 0,-1-1,1-1,38 14,1-3,0-2,1-3,0-2,24 0,20-3</inkml:trace>
  <inkml:trace contextRef="#ctx0" brushRef="#br0" timeOffset="-128185.05">29852 3497,'-5'16,"-3"15,-3 8,-2 5,-1 1,2-4,3-7,3-10</inkml:trace>
  <inkml:trace contextRef="#ctx0" brushRef="#br0" timeOffset="-127918.16">29878 3217,'-12'0,"-3"7,3 9,6 11,4 0</inkml:trace>
  <inkml:trace contextRef="#ctx0" brushRef="#br0" timeOffset="-127649.372">29999 3752,'2'-1,"24"-21,0 0,-2-2,0-1,-2 0,-1-2,0-1,14-28,-24 14,-11 41,0 0,0 0,0 1,-1-1,1 0,0 0,-1 0,1 0,0 0,-1 0,1 1,-1-1,1 0,-1 0,1 0,-1 1,0-1,0 0,1 1,-1-1,0 1,0-1,1 1,-1-1,0 1,0 0,0-1,0 1,0 0,0 0,0-1,0 1,0 0,1 0,-1 0,0 0,0 0,0 0,0 1,0-1,0 0,-1 1,-7 2,-1 0,1 1,-1 1,1-1,0 2,1-1,-1 1,1 0,0 1,1 0,0 0,0 1,0 0,1 0,0 0,1 1,-1 0,2 0,-1 1,2-5,0 1,0-1,0 1,1 0,-1 0,1 0,1 0,-1 1,1-1,1 0,-1 0,1 1,0-1,0 1,1-1,-1 0,1 1,1-1,0 0,-1 0,2 0,-1 0,1 0,0-1,0 1,0-1,1 0,0 1,0-2,0 1,1 0,4 3,4 0,0-1,0 0,1-1,0 0,0-1,0-1,1 0,0-1,13 1,25 3</inkml:trace>
  <inkml:trace contextRef="#ctx0" brushRef="#br0" timeOffset="-127178.956">30587 3497,'-3'0,"-1"-1,1 1,-1-1,1 1,-1 0,0 1,1-1,-1 1,1-1,-1 1,1 0,-1 0,1 1,0-1,0 1,0-1,-1 1,1 0,1 0,-1 0,0 1,1-1,-1 1,1-1,-1 1,1 0,0 0,0 0,1 0,-1 0,1 1,-1-1,1 0,0 1,0-1,1 1,-1-1,1 1,0 9,2 0,-1 0,2 0,0 0,0 0,1-1,1 1,0-1,0 0,2-1,-1 1,1-1,1-1,0 1,0-1,1-1,9 8,-4 0,-13-16,20 30,-21-30,1-1,-1 1,0 0,0 0,0-1,0 1,1 0,-1-1,0 1,0 0,0 0,-1-1,1 1,0 0,0 0,0-1,0 1,-1 0,1-1,0 1,-1 0,1-1,-1 1,1-1,0 1,-1 0,1-1,-1 1,0-1,1 0,-1 1,1-1,-1 1,0-1,1 0,-1 1,0-1,1 0,-1 0,0 0,1 1,-1-1,0 0,0 0,1 0,-1 0,-5 1,-1 1,1-1,-1 0,1-1,-1 0,1 0,-1 0,1-1,-1 0,1 0,-1 0,1-1,0 0,0 0,0-1,0 0,0 0,0 0,1-1,-4-2,9 3,-1 1,1-1,0 1,0 0,0-1,0 1,0-1,0 1,0-1,1 1,0 0,-1-1,1 1,0 0,0-1,0 1,0 0,1 0,-1 0,1 0,-1 0,1 0,-1 0,1 1,0-1,0 1,0-1,0 1,0 0,0-1,1 1,-1 0,0 0,1 1,33-21,1 3,0 1,1 1,1 3,1 1,23-4,5-2,-62 16,-5 1,0 0,0 0,0 1,0-1,0 0,0 1,0-1,0 0,0 1,0-1,0 1,1 0,-1-1,0 1,0 0,0 0,1 0,-1 0,0 0,0 0,0 0,1 0,-1 0,0 0,0 1,0-1,1 0,-1 1,0-1,0 1,0 0,0-1,0 1,0 0,0-1,0 1,0 0,0 0,-1 0,1 0,0 0,0 0,-1 0,1 0,-1 0,1 0,-1 1,1-1,-1 0,0 0,0 0,1 1,-14 54,10-50,0 1,0 0,1-1,0 1,1 0,-1 0,1 0,1 0,-1 1,1-1,1 0,-1 0,1 0,0 0,1 0,0 0,0 0,0 0,1-1,0 1,0-1,4 6,28 5,-18-17</inkml:trace>
  <inkml:trace contextRef="#ctx0" brushRef="#br0" timeOffset="-127001.431">30987 3203,'-9'3,"-2"9,4 14,6 15,3-1</inkml:trace>
  <inkml:trace contextRef="#ctx0" brushRef="#br0" timeOffset="-126473.595">31081 3819,'16'-16,"0"0,-2 0,0-2,0 0,-2 0,-1-1,0-1,-1 0,-1 0,-1-1,-1 0,-1 0,0-1,-2 1,1-19,-4 35,-1 4,-1 0,1 0,0 0,0 0,0 1,0-1,0 0,0 0,0 0,0 0,0 0,0 0,0 0,1 0,-1 1,0-1,1 0,-1 0,0 0,1 1,-1-1,1 0,-1 0,1 1,0-1,-1 0,1 1,0-1,-1 1,1-1,0 1,0-1,0 1,-1 0,1-1,0 1,0 0,0-1,0 1,0 0,-1 0,1 0,1 0,85 63,-68-51,-14-10,0 0,-1 1,1-1,-1 1,1 0,-1 0,0 1,0-1,0 1,0 0,-1 0,1 0,-1 0,0 1,-1-1,1 1,-1 0,0-1,0 1,0 0,-1 1,1-1,-1 0,-1 0,1 0,-1 6,-26 63,21-66,1 2,0-1,1 0,0 1,0 0,1 0,0 0,0 8,2-16,0 1,0-1,0 0,1 0,-1 0,1 1,-1-1,1 0,0 0,0 0,0 0,0 0,0 0,0-1,1 1,-1 0,0 0,1-1,0 1,-1-1,1 1,0-1,0 0,0 0,0 0,0 0,0 0,0 0,0 0,0-1,0 1,0-1,2 1,74-8,-67 3,-1-1,0 0,0 0,-1-1,0-1,0 1,0-1,0-1,-1 0,-1 0,1-1,-2 1,1-2,-1 1,0-1,-1 0,0 0,-1 0,0-1,3-10,-5 7,-7 15,-10 22,-15 78,30-96,-1 0,1 0,-1 0,1 0,1 0,-1 0,1 0,0-1,0 1,0 0,1 0,0-1,0 1,0-1,0 1,1-1,-1 0,1 0,0 0,1 0,13 9</inkml:trace>
  <inkml:trace contextRef="#ctx0" brushRef="#br0" timeOffset="-126224.236">31856 3297,'-11'-13,"-8"-5,-6 0,-1 7,2 11,5 14,6 17,7 12,9 11,5-5</inkml:trace>
  <inkml:trace contextRef="#ctx0" brushRef="#br0" timeOffset="-125702.119">32017 3712,'72'-197,"-55"144,-9 28,53-170,0-38,-59 222,0 6,-1 1,1-1,-2 1,1-1,0 0,-1 0,0 1,0-1,0 0,-1 0,1 1,-1-1,0 0,-1 5,1-1,0 1,0 0,-1 0,1-1,0 1,-1 0,1 0,0 0,0 1,-1-1,1 0,0 0,0 1,-1-1,1 0,0 1,0-1,0 1,-1 0,1-1,0 1,0 0,0 0,0 0,0 0,0 0,1 0,-1 0,0 0,0 0,1 0,-1 0,1 0,-1 0,0 1,-21 31,1 1,1 0,2 2,1 0,2 0,2 2,1 0,-5 32,6-33,2 2,2-1,1 1,2 0,1 0,3 0,1 0,4 25,-5-59,0 0,1 0,0 0,0 0,0-1,0 1,1 0,0-1,0 1,0-1,1 1,-1-1,1 0,0 0,0 0,1 0,-1-1,1 1,0-1,-1 0,1 0,1 0,-1-1,0 1,1-1,-1 0,1-1,0 1,0-1,-1 0,1 0,0 0,0 0,0-1,3 0,-1-2,0 1,0-1,0-1,-1 1,1-1,-1 0,1-1,-1 1,0-1,0-1,-1 1,1-1,-1 0,0 0,0-1,-1 1,0-1,0 0,0 0,3-6,-6 2,-7 21,4-7,0 0,1 0,-1 0,1 0,0 0,0 1,0-1,1 0,-1 0,1 1,0-1,1 0,-1 0,1 1,-1-1,1 0,1 0,-1 0,0 0,1 0,0 0,0 0,0 0,1-1,-1 1,1-1,0 0,0 1,0-1,0-1,0 1,1 0,-1-1,1 0,-1 0,1 0,1 0,-1 0,1-1,0 1,0-1,0 0,0-1,0 1,0-1,0 0,0 0,0-1,0 0,0 0,0 0,-1 0,1-1,0 1,0-1,-1 0,1-1,-1 1,0-1,0 0,0 0,0 0,0-1,-1 1,0-1,1 0,-1 0,0 0,-1 0,1-1,-1 1,0-1,0 1,0-1,1-2,0-1,-1 1,1 0,-2-1,1 1,-1-1,0 1,0-1,-1 0,0 1,0-1,-1 0,0 1,-1-1,1 1,-1-1,-1 1,1 0,-1 0,-1 0,-1-3,4 9,-1-1,1 1,-1 0,0 0,1-1,-1 1,0 0,0 0,1 1,-1-1,0 0,0 1,0-1,0 1,0-1,0 1,0 0,0 0,0 0,0 0,0 0,0 0,0 1,0-1,0 1,0-1,0 1,0 0,0 0,0 0,1 0,-3 1,-42 51,32 15,16-36</inkml:trace>
  <inkml:trace contextRef="#ctx0" brushRef="#br0" timeOffset="-125265.287">32552 3845,'7'-44,"2"1,3-1,1 2,12-25,11-39,-33 191,2-76,1 0,-1 0,1 0,1-1,-1 0,1 0,1-1,0 0,0 0,0 0,1-1,-1-1,2 1,-1-2,0 1,1-1,0 0,3 0,-9-3,-2-1,-1 1,0-1,1 0,-1 0,0 1,0-1,1 1,-1-1,0 1,0 0,0-1,1 1,-1 0,0 0,0 0,0 0,0 0,-1 0,1 0,0 0,0 0,-1 0,1 0,0 0,-1 1,1-1,-1 0,0 1,1-1,-1 0,0 1,0-1,0 0,0 1,-51 51,48-51,0 0,0 1,0 0,1-1,-1 1,0 0,1 0,0 1,0-1,0 0,0 1,1-1,-1 1,1 0,0 0,0-1,0 1,0 0,1 0,0 0,-1 0,1 0,1 0,-1-1,1 1,-1 0,1 0,0 0,1-1,-1 1,0 0,1-1,0 1,0-1,0 0,0 0,1 0,-1 0,1 0,2 2,11 4,1 0,1-1,-1 0,2-2,-1 0,0-1,1-1,0 0,0-2,14 1,67 2,-8-6</inkml:trace>
  <inkml:trace contextRef="#ctx0" brushRef="#br0" timeOffset="-130931.726">24651 3618,'-14'-9,"0"0,-1 1,0 1,-1 0,0 2,0-1,0 2,9 2,1 1,-1 1,1-1,-1 1,0 0,1 0,-1 1,0 0,1 0,-1 1,1 0,0 0,-1 0,1 1,0 0,0 0,1 0,-1 1,1 0,-6 4,0 1,1 0,1 1,0 0,0 0,1 1,0 0,1 1,0 0,1 0,0 0,1 0,0 1,1 0,1 0,-1 8,3-18,1 0,0 0,0-1,0 1,1 0,-1-1,1 1,-1 0,1-1,0 1,0-1,0 1,0-1,1 1,-1-1,1 0,-1 0,1 0,0 0,0 0,-1 0,2 0,-1 0,0-1,0 1,0-1,1 0,-1 1,1-1,-1 0,1 0,-1-1,1 1,0-1,-1 1,1-1,0 0,-1 0,1 0,0 0,0 0,1-1,9-2,1 0,-1-1,0 0,-1-1,1 0,-1-1,0-1,0 0,-1 0,0-2,0 1,-1-1,0 0,0-1,-1-1,-1 1,0-1,0-1,-1 1,0-1,-1 0,-1-1,0 0,0 0,-1 0,-1 0,0-5,-2-10,0 28,-1 0,0-1,0 1,0 0,0-1,0 1,1 0,-1-1,0 1,0 0,0-1,0 1,0-1,0 1,0 0,0-1,0 1,0 0,-1-1,1 1,0-1,0 1,0 0,0-1,0 1,-1 0,1 0,0-1,0 1,-1 0,1-1,0 1,0 0,-1 0,1-1,0 1,-1 0,1 0,0 0,-1 0,1-1,0 1,-1 0,1 0,0 0,-1 0,1 0,-1 0,1 0,0 0,-1 0,1 0,0 0,-1 0,1 0,0 0,-1 1,1-1,0 0,-1 0,-3 5,1 0,0-1,0 1,0 1,1-1,-1 0,1 1,1-1,-1 1,1 0,0-1,0 1,0 2,0-1,-1 1,0 0,0 0,1 0,0 0,1 0,0 1,0-1,1 0,-1 0,2 0,-1 1,1-1,1-1,0 1,0 0,0 0,1-1,0 0,0 0,1 0,0 0,0-1,0 0,1 0,0 0,3 2,84 27,-45-27</inkml:trace>
  <inkml:trace contextRef="#ctx0" brushRef="#br0" timeOffset="-130293.102">25132 3578,'-11'0,"0"0,0 1,0 0,1 0,-1 1,0 1,1 0,-1 0,1 1,0 1,0-1,0 2,1-1,0 1,0 1,0 0,1 0,0 0,0 1,1 0,0 1,0 0,-4 7,9-12,0 0,-1 1,2-1,-1 1,0-1,1 1,0 0,0-1,0 1,0 0,1 0,0 0,0 0,0-1,1 1,0 0,0 0,0 0,0-1,1 1,0-1,0 1,0-1,0 0,1 1,-1-1,1-1,0 1,0 0,1-1,-1 1,1-1,0 0,0 0,0 0,0-1,0 0,2 1,10 2,0-1,0 0,0-2,0 0,1-1,-1 0,0-2,1 1,-1-2,0 0,0-2,0 1,0-2,0 0,-1-1,0 0,0-1,-1-1,0-1,0 0,-1 0,4-5,5-3,-1-2,0-1,-1 0,-2-2,0 0,-1-1,-1 0,-2-1,0-1,-1-1,-2 0,7-21,6-32,-2-2,-5 0,5-59,0-56,-23 184,-3 29,-18 119,6 1,6 0,7 105,4-225,-3-1,2 0,0 0,1 0,1 0,0-1,1 1,1 0,1-1,0 0,0 0,5 6,-8-18,0 1,1-1,0 0,0 0,0 0,0 0,0-1,0 1,1-1,-1 0,1 0,0 0,0 0,0-1,0 1,0-1,0 0,0 0,0 0,0-1,0 0,0 0,1 0,-1 0,0 0,0-1,0 0,0 0,0 0,0 0,1-1,8-3,0 0,-1-1,0-1,-1 0,1 0,-1-1,0-1,-1 1,0-2,55-78,-73 132,7-38,-16 104,17-107,0 0,1 1,-1-1,1 0,-1 1,1-1,0 0,0 0,0 0,1 0,-1 0,1 0,0 0,0 0,0-1,0 1,0 0,0-1,1 0,-1 0,1 0,0 0,-1 0,1 0,0-1,0 1,0-1,0 0,1 0,-1 0,0 0,24 4</inkml:trace>
  <inkml:trace contextRef="#ctx0" brushRef="#br0" timeOffset="-130011.78">26175 3404,'-16'-2,"-9"-1,-6 0,-2 1,3 1,1-1,0 2,4 0</inkml:trace>
  <inkml:trace contextRef="#ctx0" brushRef="#br0" timeOffset="-129840.086">25493 3190,'14'-2,"15"-1,18 0,15 1,16 0,13 6,7 6,-2 6,-6 7,-12 7,-18-2</inkml:trace>
  <inkml:trace contextRef="#ctx0" brushRef="#br0" timeOffset="-129647.602">26416 3632,'4'27,"15"63,-18-86,0-1,0 0,1 1,-1-1,1 0,0 0,0 0,0 0,1-1,-1 1,0-1,1 1,0-1,0 0,0 0,0 0,0 0,0-1,0 1,0-1,1 0,-1 1,1-1,0-1,1 0,-1 0,0 0,1-1,-1 1,0-1,0 0,0 0,1 0,-1-1,0 0,-1 1,1-1,0-1,0 1,-1-1,1 1,-1-1,0 0,0 0,1-2,55-75,51-174,-108 248,0 0,0 1,1-1,0 1,0-1,0 1,1 0,0 0,0 0,0 1,1-1,-1 1,1 0,0 1,0-1,1 1,-1 0,1 0,0 0,14-1</inkml:trace>
  <inkml:trace contextRef="#ctx0" brushRef="#br0" timeOffset="-128460.318">27178 3551,'-11'-10,"-1"0,0 0,0 1,-1 1,0 0,0 1,-1 1,0 0,0 0,0 2,-1-1,-8 0,16 4,1 0,-1 0,0 0,0 1,1 0,-1 0,0 1,0 0,1 0,-1 1,1-1,-1 1,1 1,-1-1,1 1,0 1,0-1,1 1,-1 0,1 0,0 0,0 1,0 0,0 0,1 0,0 0,0 1,-1 3,2-5,0 0,1 0,-1 1,1-1,0 1,0 0,1-1,0 1,0 0,0 0,0 0,1 0,-1 0,1 0,1 0,-1 0,1 0,-1 0,2 0,-1 0,0-1,1 1,0 0,0-1,0 1,1-1,-1 0,1 0,0 0,1 0,-1 0,0-1,1 1,0-1,0 0,0 0,4 2,1-1,0 0,0 0,1-1,-1-1,1 0,-1 0,1 0,0-1,-1-1,1 0,0 0,0-1,-1 0,1-1,0 0,-1 0,0-1,1 0,-1-1,0 0,-1 0,1-1,-1 0,0-1,0 0,0 0,-1 0,0-1,0 0,-1-1,0 1,0-1,-1-1,0 1,0-1,-1 1,0-1,-1-1,0 1,0-3,-1-23,-11 56,7-11,0 1,1-1,1 1,-1-1,2 1,-1-1,1 1,1-1,1 7,-1-13,-1 0,0-1,1 1,0 0,0 0,0-1,0 1,0-1,1 1,-1-1,1 0,0 0,0 0,0-1,1 1,-1-1,1 0,-1 0,1 0,0 0,0 0,-1-1,1 0,0 0,5 1,-4-1,0-1,0 0,0 0,0 0,1-1,-1 0,0 0,0 0,0 0,0-1,0 0,0 0,-1 0,1-1,-1 1,1-1,-1 0,0 0,0-1,0 1,-1-1,4-4,1-2,0 0,0-1,-1 0,-1-1,0 1,0-1,-1 0,2-8,27-165,-34 185,-1-1,1 0,0 1,0-1,-1 0,1 0,0 1,0-1,0 0,0 0,0 0,0 1,0-1,0 0,0 0,1 1,-1-1,0 0,0 0,1 1,-1-1,1 0,-1 1,0-1,1 0,-1 1,1-1,-1 1,1-1,0 1,-1-1,1 1,-1-1,1 1,0 0,0-1,-1 1,1 0,0-1,-1 1,1 0,0 0,0 0,0 0,-1 0,1 0,0 0,0 0,-1 0,1 0,0 0,0 0,-1 1,1-1,0 0,0 0,-1 1,1-1,0 1,-1-1,1 1,11 7,0 2,-1 0,0 0,0 1,-1 0,-1 1,0 0,0 0,-1 1,-1 0,0 1,-1-1,0 1,-1 1,-1-1,0 1,-1-1,-1 1,0 0,-1 0,-1 10,-1-12,1-12,-1 1,1-1,0 0,-1 1,1-1,0 1,0 0,0-1,0 1,0-1,0 1,0-1,0 1,1-1,-1 1,1-1,-1 1,1-1,-1 0,1 1,0-1,0 0,0 1,-1-1,1 0,0 0,1 0,-1 0,0 0,0 0,0 0,1 0,-1 0,0-1,1 1,-1-1,2 1,11 0,0-1,0-1,1 0,-1-1,0 0,0-1,-1-1,1 0,-1-1,0 0,0-1,5-4,-4 4,1-1,-2 0,1-2,-1 1,0-2,-1 1,0-2,-1 0,0 0,-1-1,0 0,0-1,-2 0,1 0,-2-1,1-1,-8 14,1 0,-1 0,1 0,0 0,-1-1,0 1,1 0,-1 0,0-1,0 1,0 0,1-1,-1 1,-1 0,1-1,0 1,0 0,0 0,-1-1,1 1,-1 0,1 0,-1 0,1-1,-1 1,0 0,1 0,-1 0,0 0,0 0,0 0,0 0,0 0,0 1,0-1,0 0,0 1,0-1,0 0,-1 1,1-1,0 1,0 0,-1-1,1 1,0 0,0 0,-1 0,1 0,0 0,-1 0,1 0,0 0,0 1,-1-1,1 1,0-1,-6 2,0 0,1 1,-1 0,1 0,0 0,0 1,0 0,0 0,1 1,0-1,0 1,0 1,0-1,1 0,-3 6,4-8,1 0,0 0,0 1,0-1,0 1,1-1,-1 1,1-1,0 1,0 0,0 0,1 0,0-1,-1 1,1 0,0 0,1 0,-1 0,1 0,0-1,0 1,0 0,0-1,0 1,1 0,0-1,0 0,0 1,1 0,7 5,1-2,0 1,1-1,0-1,0 0,0 0,0-2,1 1,0-2,0 1,0-2,1 0,-1 0,0-2,5 1,17 3,0-1,0-1,-1-2,1-2,0-1,0-2,-1-1,0-1,16-7,-46 13,0 0,0-1,0 1,0-1,0 0,0 0,-1 0,1 0,0-1,-1 1,0-1,0 0,1 0,-2 0,1 0,0-1,-1 1,1-1,-1 0,0 0,0 0,-1 0,1 0,-1 0,0 0,0 0,0 0,-1-1,1 1,-1 0,0 0,0-1,-1 1,1 0,-1-1,0 1,0 0,0 0,-1 0,0 0,1 0,-3-2,0 1,-1-1,0 2,0-1,-1 0,1 1,-1 0,0 0,0 1,0-1,-1 1,1 1,-1-1,0 1,1 0,-1 1,0 0,0 0,0 0,0 1,-1 0,1 0,0 1,0 0,0 0,1 0,-1 1,0 0,0 1,1 0,-1 0,1 0,0 0,0 1,0 0,1 1,-1-1,1 1,0 0,0 0,1 1,0-1,0 1,0 0,0 0,0 3,2-5,1-1,1 1,-1-1,0 0,1 1,0 0,0-1,0 1,0-1,1 1,-1-1,1 1,0-1,0 0,0 1,0-1,1 0,-1 1,1-1,0 0,0 0,0-1,0 1,0 0,1-1,-1 1,1-1,0 0,0 0,0 0,0 0,2 1,3 1,0 0,0-1,0 0,0 0,1 0,0-2,-1 1,1-1,0 0,0 0,-1-1,8-1,-7 0,-1 0,1-1,-1 0,0 0,0-1,0 0,0 0,0-1,0 0,-1 0,0-1,0 0,0 0,0-1,-1 0,0 0,0 0,-1-1,0 0,0 0,0 0,-1-1,0 0,-1 1,1-1,-2-1,1 1,-1 0,0-1,-1 1,1-5,-2 11,0 1,0-1,1 1,-1-1,0 1,0-1,0 1,-1-1,1 1,0-1,0 1,-1-1,1 1,-1 0,0-1,1 1,-1 0,0-1,0 1,1 0,-1 0,0 0,0-1,0 1,-1 0,1 1,0-1,0 0,-1 0,1 0,0 1,-1-1,1 1,0-1,-1 1,1-1,-1 1,1 0,-1 0,1 0,-1-1,1 2,-1-1,1 0,-1 0,1 0,-1 1,1-1,0 1,-1-1,1 1,0-1,-1 1,1 0,0 0,-1 0,1 0,0 0,0 0,0 0,-3 2,1 1,0-1,-1 1,1 0,1 0,-1 0,0 1,1-1,0 0,0 1,1 0,-1-1,1 1,0 0,0 0,0 0,1 0,0 0,0 0,0 0,0 0,1-1,0 1,0 0,0 0,1 0,-1-1,1 1,0-1,1 1,-1-1,3 3,4 2,0-1,1 0,0 0,0-1,1 0,0-1,0 0,8 3,45 18</inkml:trace>
  <inkml:trace contextRef="#ctx0" brushRef="#br1" timeOffset="-98663.724">23595 6493,'16'18,"5"15,-1 11,-4 10,-11 8,-18 11,-20 6,-21 3,-17-5,4-16</inkml:trace>
  <inkml:trace contextRef="#ctx0" brushRef="#br1" timeOffset="-96558.163">27004 5664,'-3'4,"1"0,-1 0,1 0,0 1,0-1,1 1,-1-1,1 1,0-1,1 1,-1 0,1 0,-1-1,1 1,1 0,-1 0,1-1,0 1,0 0,0-1,1 1,-1-1,1 1,0-1,0 0,1 0,0 1,5 0,1-1,0 0,0-1,0 0,0 0,0-1,0 0,1-1,-1 0,1 0,-1-1,1 0,-1-1,1 0,-1 0,1-1,-1 0,0-1,9-4,1 2,0-2,0 0,0-2,-1 0,-1 0,1-2,-2 0,1-1,-2-1,1 0,-2-1,0-1,-1 0,0-1,-1 0,-1-1,-1 0,0-1,-1 0,-1-1,-1 0,0 0,2-15,-9-22,-1 54,1 1,0 0,0 0,-1-1,1 1,-1 0,1 0,-1 0,1-1,-1 1,0 0,1 0,-1 0,0 0,0 0,0 1,0-1,0 0,0 0,0 0,0 1,0-1,0 1,-1-1,1 1,0-1,0 1,-1 0,1-1,0 1,0 0,-1 0,1 0,0 0,0 0,-1 0,1 0,0 1,0-1,-1 0,1 1,-6 3,-1 0,2 0,-1 1,0 0,1 1,0-1,0 1,0 0,1 1,0-1,0 1,1 0,0 1,0-1,1 0,-3 7,-10 23,1 1,1 1,3 0,1 0,1 1,3 0,1 1,1 19,3 74,14 123,-10-222,1 3,-1 0,-2 0,-1 0,-2 0,-2-1,-1 1,-3-1,0 0,-3 0,0-1,-3-1,-1 0,-15 26,-5-16,5-14</inkml:trace>
  <inkml:trace contextRef="#ctx0" brushRef="#br1" timeOffset="-96219.039">26991 6171,'350'-118,"-230"81,56-22,-172 58,-3 0,0 0,0 1,0-1,0 0,0 0,0 1,0-1,0 1,0-1,0 1,0-1,0 1,0 0,1 0,-1-1,0 1,0 0,0 0,1 0,-1 0,0 0,0 0,0 1,1-1,-1 0,0 1,0-1,0 1,0-1,0 1,0-1,0 1,0 0,0-1,0 1,0 0,0 0,0 0,-1 0,1 0,0 0,-1 0,1 0,0 0,-1 0,1 1,-24 98,21-90,-3 8,1 1,1-1,1 1,1-1,0 1,2 7,-1-24,0-1,1 1,-1 0,0 0,1 0,0-1,-1 1,1 0,0-1,0 1,0-1,0 1,0-1,0 1,0-1,0 1,0-1,1 0,-1 0,1 0,-1 0,1 0,-1 0,1 0,0 0,-1-1,1 1,0-1,0 1,-1-1,3 1,15-1</inkml:trace>
  <inkml:trace contextRef="#ctx0" brushRef="#br1" timeOffset="-95929.804">27793 5690,'-18'-2,"-9"-1,1 3,9 2,17 7,19 4,21-1,14 0,10 1,3-1,-10-1</inkml:trace>
  <inkml:trace contextRef="#ctx0" brushRef="#br1" timeOffset="-95726.357">28194 5864,'5'14,"3"8,5 8,5 6,4 1,5 1,7-1,7-3,5-2,5-5,-3-4,-4-6,-13-9,-10-5</inkml:trace>
  <inkml:trace contextRef="#ctx0" brushRef="#br1" timeOffset="-95570.774">28474 5757,'-18'9,"-13"15,-10 14,-12 16,-10 18,-11 15,-11 10,-11 5,11-15</inkml:trace>
  <inkml:trace contextRef="#ctx0" brushRef="#br1" timeOffset="-97375.336">24478 6358,'2'3,"0"-1,0 0,1 0,-1 0,1 0,-1-1,1 1,0-1,0 1,0-1,0 0,0 0,0 0,0-1,0 1,0-1,0 1,0-1,1 0,-1-1,0 1,0 0,0-1,0 0,3 0,18-3,0-1,0 0,-1-2,0-1,0-1,0-1,-1 0,-1-2,11-8,16-28,-47 46,0 1,0 0,-1 0,1-1,0 1,-1-1,1 1,-1-1,1 1,-1 0,0-1,0 1,0-1,0 0,0 1,0-1,0 1,0-1,0 1,-1-1,1 1,-1 0,1-1,-1 1,0-1,1 1,-1 0,0 0,0-1,0 1,0 0,0 0,0 0,0 0,0 0,0 0,-1 0,1 0,0 1,-1-1,1 0,-1 1,-4-2,0 0,0 0,0 1,0 0,-1 0,1 1,0 0,-1 0,1 0,0 1,0 0,-1 0,1 1,0-1,0 1,0 1,1-1,-1 1,0 0,1 0,0 1,0-1,0 1,0 0,0 1,1-1,0 1,0 0,0 0,1 0,-1 1,1-1,0 1,1 0,0 0,0-1,0 2,0-1,1 0,0 0,0 0,1 1,0-1,0 0,0 1,1-1,0 0,0 0,1 0,-1 0,1 0,1 0,-1 0,1 0,0-1,0 1,1-1,-1 0,7 2,0 0,0-1,1 0,0 0,0-2,0 1,0-1,1-1,-1 0,1 0,0-2,0 1,0-1,0-1,0 0,0-1,0 0,0-1,0 0,-1-1,1 0,0-1,2 0,0-1,-1 0,1-1,-1-1,0 0,-1 0,0-1,0-1,-1 0,0-1,0 0,-1 0,-1-1,1 0,-2-1,0 0,0-1,-1 1,-1-2,0 1,-1 0,4-12,-6 10,-3 12,0 1,0 0,0-1,0 1,0-1,1 1,-1-1,1 1,-1 0,1-1,0 1,0 0,0 0,1 0,-1 0,0 0,1 0,-1 0,1 0,0 0,-1 0,1 1,0-1,0 1,0 0,0-1,1 1,-1 0,0 0,0 0,1 1,-1-1,0 1,2-1,9 5,0 0,0 1,0 1,-1 0,0 0,0 1,0 1,-1 0,2 3,-4-5,-1 1,0 0,0 0,-1 1,0 0,0 1,-1 0,0 0,0 0,0 2,-5-8,1 0,-1 1,0-1,1 0,-1 1,-1-1,1 1,0-1,-1 1,0-1,0 1,0 0,0-1,-1 1,1-1,-1 1,0-1,0 1,0-1,-1 0,1 1,-1-1,1 0,-1 0,0 0,-1 0,1 0,0-1,-1 1,1-1,-3 3,3-4,1 0,0 1,0-1,0 0,-1 1,1-1,-1 0,1 0,-1 0,1 0,-1-1,0 1,1 0,-1-1,0 1,0-1,1 1,-1-1,0 0,0 0,0 0,0 0,1 0,-1 0,0-1,0 1,1 0,-1-1,0 0,0 1,1-1,-1 0,0 0,1 0,-1 0,1 0,0 0,-1 0,1 0,0-1,-1 1,1 0,0-1,0 1,0-1,0-1,1-5,0 1,0-1,1 1,0-1,0 1,1 0,0 0,0-1,1 1,0 0,0 1,0-1,1 0,3-3,-5 7,218-340,-190 293,-3-1,-2-1,-2-2,-3 0,10-43,-24 60,-6 37,-1 0,1 0,0 1,-1-1,1 0,0 0,-1 1,1-1,0 0,-1 0,1 0,-1 0,1 0,-1 0,1 0,0 0,-1 0,1 0,-1 0,1 0,0 0,-1 0,1 0,-1 0,1 0,0 0,-1 0,1-1,-1 1,1 0,0 0,-1 0,1-1,0 1,-1 0,1-1,0 1,-1 0,1 0,0-1,0 1,0-1,-1 1,1 0,0-1,0 1,0-1,0 1,0 0,-1-1,1 1,0-1,0 1,0 0,0-1,0 1,0-1,1 1,-1-1,0 1,-8 12,0 0,1 1,0 0,1 0,1 1,0 0,0 0,0 7,1-7,-12 45,3 0,2 1,3 0,2 0,3 1,3 16,1-57,1-1,0 0,2 0,0 0,1-1,1 1,0-1,2 0,1 1,-6-13,0 0,1 0,-1 0,2-1,-1 1,0-1,1 0,0 0,0-1,0 0,1 0,0 0,-1 0,1-1,1 0,-1 0,0 0,1-1,-1 0,1-1,0 1,-1-1,1 0,0-1,0 0,5 0,-1-2,0 1,-1-2,1 0,-1 0,1-1,-1 0,0-1,-1 0,1 0,-1-1,0 0,0-1,-1 0,0-1,0 1,-1-1,0-1,5-6,-2 1,-1 0,-1 0,0-1,-1 1,0-2,-1 1,-1-1,-1 0,0 0,-1 0,0-1,-2-1,0 17,0 0,-1-1,1 1,-1-1,0 1,0-1,1 1,-1-1,0 1,0-1,-1 0,1 1,0-1,0 1,-1-1,1 1,-1-1,1 1,-1 0,1-1,-1 1,0 0,0-1,0 1,0 0,0 0,0 0,0 0,0 0,0 0,-1 0,1 0,0 0,-1 0,1 1,0-1,-1 1,1-1,-1 1,1-1,-1 1,1 0,-1 0,1 0,-1 0,1 0,-1 0,0 0,1 0,-1 0,1 1,-1-1,1 1,0-1,-1 1,1 0,-1-1,1 2,-7 5,1 0,0 1,0 0,1 0,0 1,1-1,0 1,0 1,1-1,0 1,0 0,1 0,1 0,0 0,0 0,1 0,0 1,1-1,0 0,1 4,0-5,1-1,1 1,0-1,0 0,1 1,-1-2,2 1,-1 0,1-1,0 0,1 0,0 0,0-1,0 0,1 0,0 0,0-1,0 0,1-1,0 1,0-1,0-1,0 0,0 0,1 0,-1-1,1-1,0 1,0-1,0-1,-1 1,1-2,0 1,0-1,0-1,5-1,20-5</inkml:trace>
  <inkml:trace contextRef="#ctx0" brushRef="#br1" timeOffset="-97096.332">25454 5744,'-18'0,"-11"0,8 0,25 0,34 0,41 0,45-2,40-6,28-3,-19 0</inkml:trace>
  <inkml:trace contextRef="#ctx0" brushRef="#br1" timeOffset="-32213.183">30506 8204,'8'-48,"1"2,3-1,1 1,2 1,3 1,1 0,3 0,-19 36,0 1,1-1,0 1,0 0,0 0,1 1,0-1,0 1,1 0,0 0,0 1,0 0,1 0,0 0,-1 1,5-2,-9 7,0-1,0 0,0 1,1 0,-1 0,0-1,0 1,0 0,0 1,0-1,-1 0,1 1,0-1,0 1,-1-1,1 1,-1 0,0-1,1 1,-1 0,0 0,0 0,0 0,0 0,0 0,-1 1,1-1,-1 0,1 0,-1 0,0 1,0-1,0 0,0 0,0 2,2 11,0 0,-1 1,0-1,-2 0,1 1,-2-1,0 0,1-9,0-1,-1 1,1-1,-1 0,0 0,0 0,-1 0,0 0,1 0,-2-1,1 1,0-1,-1 0,0 0,0 0,0 0,0-1,-1 0,0 0,-3 2,-7-1,21-15,8 2,1 1,1 1,-1 0,1 1,1 1,-1 0,1 2,0-1,-1 2,1 0,0 2,3-1,73-10,-85 9,0 0,-1 0,1-1,-1 0,0 0,0-1,0 0,0-1,-1 1,0-1,0 0,0-1,0 1,-1-1,0 0,0-1,-1 1,0-1,0 0,0 0,-1 0,0-1,0 1,1-7,-4 13,1 0,-1 0,1 1,-1-1,0 0,1 0,-1 0,0 0,0 0,1 0,-1 0,0 0,0 0,0 0,0 0,0 0,-1 0,1 0,0 0,0 0,-1 1,1-1,0 0,-1 0,1 0,-1 0,1 0,-1 1,1-1,-1 0,0 0,1 1,-1-1,0 0,0 1,0-1,1 1,-1-1,0 1,0 0,0-1,0 1,0 0,0-1,0 1,0 0,0 0,0 0,0 0,0 0,0 0,1 0,-1 0,0 0,0 1,0-1,-1 0,-6 5,0 0,0 1,0 0,0 0,1 1,0-1,0 2,1-1,0 1,0 0,1 0,0 0,-1 5,2-8,1 0,0 1,0-1,0 1,0 0,1-1,0 1,1 0,-1 0,1 1,0-1,1 0,-1 0,1 0,1 1,-1-1,1 0,0 0,0 0,1 1,-1-2,2 1,-1 0,1 0,-1-1,1 1,1-1,0 2,7 2,0-1,1 0,0 0,0-1,0-1,1 0,0-1,0 0,0-1,1 0,-1-1,1-1,0 0,4-1,160 7,-102-15</inkml:trace>
  <inkml:trace contextRef="#ctx0" brushRef="#br1" timeOffset="-35285.632">26149 8043,'-2'18,"-4"15,-2 12,0 8,1 6,2-2,2-5,3-10,4-11,5-12,-1-8</inkml:trace>
  <inkml:trace contextRef="#ctx0" brushRef="#br1" timeOffset="-35035.3">26095 7642,'-6'13,"6"12,12 9,14 4,2-3</inkml:trace>
  <inkml:trace contextRef="#ctx0" brushRef="#br1" timeOffset="-34766.019">26362 8231,'22'-7,"-1"-1,0 0,0-2,-1 0,0-2,-1 0,0-1,-1-1,-1 0,0-1,-1-1,-1-1,0 0,-1-1,8-15,-3-31,-19 62,0 0,0 1,-1-1,1 0,-1 0,1 0,-1 1,0-1,1 0,-1 1,0-1,0 0,0 1,0 0,-1-1,1 1,0-1,0 1,-1 0,1 0,-1 0,1 0,-1 0,0 0,1 0,-1 1,0-1,0 0,1 1,-1-1,0 1,0 0,0 0,-1 0,-10-1,0 2,-1 0,1 1,0 0,0 0,0 2,1 0,-1 0,1 1,0 0,0 1,0 1,1 0,0 1,0 0,-3 4,3-4,1 2,0 0,1 0,0 0,1 1,0 1,0 0,1 0,-3 7,8-13,-1 0,1 0,0 0,0 0,1 0,0 0,0 0,0 1,1-1,0 0,0 1,0-1,1 0,0 0,0 0,1 1,0-1,0 0,0-1,1 1,2 5,5 0,1 0,0-1,0-1,1 0,0-1,1 0,0 0,0-1,0-1,1-1,0 0,0 0,0-1,1-1,-1-1,1 0,6 0,49 7</inkml:trace>
  <inkml:trace contextRef="#ctx0" brushRef="#br1" timeOffset="-34291.119">27098 7936,'-3'-1,"-85"-18,85 19,0 0,0 0,0 0,0 1,0-1,0 1,0 0,0 0,0 0,0 0,0 0,1 1,-1-1,0 1,1 0,0 0,-1 0,1 0,0 0,0 0,0 0,0 1,0-1,0 1,1 0,0 0,-1 1,-2 4,2 1,-1-1,1 1,0-1,1 1,0 0,1 0,0-1,0 1,0 0,1 0,1-1,0 1,0 0,0-1,1 0,0 0,1 0,0 0,0 0,1 0,0-1,0 0,1 0,-1-1,2 1,-1-1,4 2,10 7,0-1,1-1,0-1,1-1,18 7,30 15,-70-33,1 0,-1 0,1 0,-1 0,0 0,1 0,-1 0,0 0,1 0,-1 0,1 1,-1-1,0 0,1 0,-1 0,0 0,1 1,-1-1,0 0,0 0,1 1,-1-1,0 0,0 1,1-1,-1 0,0 1,0-1,0 0,1 1,-1-1,0 0,0 1,0-1,0 0,0 1,0-1,0 1,0-1,0 0,0 1,0-1,0 0,0 1,0-1,0 1,0-1,-1 0,1 1,0-1,0 0,0 1,0-1,-1 0,1 1,0-1,0 0,-1 0,1 1,0-1,-1 0,1 0,0 0,-1 1,1-1,0 0,-1 0,1 0,0 0,-1 0,-32 9,29-9,-151 15,152-15,1 0,1 1,-1-1,0 0,0 1,0-1,0 0,0 0,0 0,0 0,0-1,0 1,1 0,-1-1,0 0,0 1,0-1,0 0,1 0,-1 0,0 0,1 0,-1 0,1 0,-1-1,1 1,0 0,0-1,-1 1,1-1,0 0,0 1,0-2,37-46,38-16,2 4,45-25,-102 72,-7 5,0 0,0 1,1 1,0 0,0 0,1 2,13-5,-26 10,0-1,0 1,0 0,0 0,0-1,0 1,0 0,0 0,0 0,0 0,0 0,0 0,-1 1,1-1,0 0,0 0,0 1,0-1,0 0,0 1,0-1,-1 1,1-1,0 1,0 0,-1-1,1 1,0 0,-1-1,1 1,-1 0,1 0,-1 0,1-1,-1 1,1 0,-1 0,0 0,0 0,1 0,-1 0,0 0,0 0,0 0,0 0,-6 50,4-40,-2 11,0 0,2 1,1-1,0 1,3 16,-2-34,1 1,0-1,0 1,0-1,1 1,-1-1,1 0,0 0,1 0,0 0,-1 0,1-1,1 1,-1-1,1 0,-1 0,1 0,1 0,-1-1,0 0,1 0,0 0,-1 0,1 0,5 1,11 2</inkml:trace>
  <inkml:trace contextRef="#ctx0" brushRef="#br1" timeOffset="-34103.612">27499 7602,'-14'14,"-4"13,5 11,14 11,14 8,13 6,2-8</inkml:trace>
  <inkml:trace contextRef="#ctx0" brushRef="#br1" timeOffset="-33610.539">27766 8311,'17'-97,"-3"0,-4-27,-4 60,-5 56,-2 5,1 0,-1 0,1 0,0 1,0-1,1 0,-1 0,1 0,-1 1,1-1,0 0,0 1,0-1,0 0,0 1,1 0,-1-1,1 1,0 0,0-1,0 1,0 0,0 1,0-1,0 0,0 0,1 1,-1 0,2-1,7 1,0 2,-1-1,1 1,0 1,-1 0,1 1,-1 0,0 0,3 2,13 3,1 0,-7-3,-1 1,-1 0,1 1,-1 1,-1 1,5 3,-19-10,-1 0,1 0,0 0,-1 1,0-1,1 1,-1-1,0 1,0 0,-1 0,1 0,0 0,-1 0,0 0,0 0,0 1,0-1,0 0,-1 1,1-1,-1 1,0-1,0 3,-22 79,7-37,13-45,1 0,0 1,0-1,0 1,0-1,1 1,0-1,-1 1,1 0,0-1,1 1,-1-1,1 1,-1 0,1-1,0 1,0-1,1 0,-1 1,1-1,0 0,0 0,0 0,0 0,0 0,0-1,1 1,0 0,2 1,3-1,1-1,-1 1,1-1,0-1,0 0,0 0,0-1,0 0,0 0,0-1,-1 0,1-1,0 0,0-1,-1 1,1-1,-1-1,0 0,0 0,-1-1,1 1,-1-2,0 1,0-1,0 0,6-7,-2 0,1-1,-2 0,1-1,-2 0,0 0,-1-1,-1 0,0 0,-1-1,-1 0,0 0,0-7,-5 8,-10 32,0 8,1 0,2 0,0 1,1 0,2 1,0-1,1 13,3-35,0 1,0-1,0 1,0-1,0 1,1-1,0 0,-1 1,1-1,1 0,-1 0,0 1,1-1,0 0,-1 0,1-1,0 1,1 0,-1-1,0 1,1-1,-1 0,1 0,0 0,3 2,18 6</inkml:trace>
  <inkml:trace contextRef="#ctx0" brushRef="#br1" timeOffset="-33356.208">28555 7589,'-18'-5,"-9"-1,-1 5,3 9,7 10,8 12,13 9,10 7,3-4</inkml:trace>
  <inkml:trace contextRef="#ctx0" brushRef="#br1" timeOffset="-32973.233">28768 8124,'28'-33,"-1"-1,-2-1,-2-1,-1-1,-2-1,-1 0,-3-2,-1 0,-1-1,-3 0,-1-1,-1-7,11-169,-20 212,-10-57,9 63,-1-1,1 1,0 0,0-1,0 1,0 0,-1 0,1 0,0 0,0 0,0 0,0 0,-1 1,1-1,0 0,0 1,0-1,0 1,0-1,0 1,0-1,0 1,0 0,0-1,0 1,0 0,0 0,0 0,1 0,-1 0,0 0,1 0,-1 0,1 0,-1 0,1 0,-1 0,1-1,-18 28,1 1,2 0,1 1,1 1,1 0,2 1,1 0,2 0,-2 17,4-20,1 0,1 0,1 0,2 0,1 1,4 20,-4-38,2 0,-1 0,1 0,1 0,0-1,1 0,0 0,1 0,0 0,0-1,1 0,1 0,0-1,0 0,0 0,1-1,5 3,-7-7,0 0,0 0,1 0,-1-1,1 0,0-1,0 0,0 0,0 0,0-1,0 0,0-1,1 0,-1 0,0-1,0 0,0 0,0-1,0 0,0-1,0 0,-1 0,1 0,-1-1,0 0,0 0,0-1,5-4,-4 3,0-1,0 0,0 0,-1 0,0-1,0 0,-1-1,0 1,-1-1,0-1,0 1,-1 0,0-1,-1 0,0 0,0 0,-1-1,0 1,-1 0,-1-1,1 1,-2-6,1 13,0 1,0-1,-1 1,1-1,-1 1,0-1,0 1,1-1,-2 1,1 0,0 0,0 0,-1 0,1 0,-1 0,0 0,1 0,-1 0,0 1,0-1,0 1,0-1,0 1,-1 0,1 0,0 0,-1 0,1 0,0 0,-1 1,1-1,-1 1,1 0,-1 0,1 0,-1 0,1 0,-1 0,1 1,-1-1,1 1,-3 0,0 2,-1-1,1 1,-1 0,1 1,0-1,0 1,0 0,1 0,0 1,-1-1,1 1,1 0,-1 0,1 0,0 0,0 1,0 0,1-1,0 1,0 0,1 0,-1 0,1 0,0 0,1 0,0 1,0-1,0 0,1 0,-1 0,2 0,-1 0,0 0,1 0,1 0,-1 0,1-1,-1 1,2-1,-1 0,0 0,1 0,0 0,0 0,1-1,7 5,0-2,1 0,-1 0,2-1,-1 0,0-1,1-1,3 0,52 13</inkml:trace>
  <inkml:trace contextRef="#ctx0" brushRef="#br1" timeOffset="-36141.165">23823 8137,'20'-5,"21"-1,19 0,15 1,9 2,-1 1,-8 1,-15 3,-16 1</inkml:trace>
  <inkml:trace contextRef="#ctx0" brushRef="#br1" timeOffset="-35845.189">23849 8270,'20'7,"21"4,19 1,18-2,11-3,7-4,-2-6,-17-1</inkml:trace>
  <inkml:trace contextRef="#ctx0" brushRef="#br1" timeOffset="-35561.953">24317 7856,'5'6,"0"0,1 0,0-1,0 0,0 0,1 0,0-1,-1 0,2 0,-1-1,0 0,5 2,-9-4,129 48,-93-37,0 2,-2 1,0 2,0 2,-2 1,2 3,-31-20,-1 1,0 0,0 0,0 0,0 1,0-1,-1 1,0 0,0 1,0-1,-1 1,0-1,0 1,0 0,-1 0,0 1,0-1,0 0,-1 1,0-1,0 1,-1-1,1 1,-2-1,1 1,-1 2,-7 8,0-1,-1 0,-1 0,0-1,-1 0,-1-1,0 0,-1 0,0-2,-1 0,-1 0,0-1,0-1,-12 5,23-12,-166 118,138-95</inkml:trace>
  <inkml:trace contextRef="#ctx0" brushRef="#br0" timeOffset="-152535.203">19076 2441,'0'9,"0"10,-2 9,-1 6,0 2,1-1,0-4,1-4,1-8</inkml:trace>
  <inkml:trace contextRef="#ctx0" brushRef="#br0" timeOffset="-151814.034">18902 2147,'12'-2,"0"1,1 0,-1 0,0 1,0 1,0 0,0 0,0 2,0-1,0 1,4 3,-13-6,12 3,0 1,0 0,0 1,-1 0,0 1,0 1,0 0,-1 1,0 0,0 1,-1 1,0 0,-1 0,0 1,-1 1,0 0,0 0,-2 1,1 0,-2 0,0 1,0 0,-1 0,-1 1,-1 0,0 0,1 8,-5 3,-1 0,-2 0,0-1,-1 1,-2-1,-8 24,13-48,1-1,-1 1,1-1,-1 1,1-1,0 1,-1-1,1 1,0-1,-1 1,1 0,0-1,-1 1,1-1,0 1,0 0,0-1,0 1,0 0,0-1,0 1,0 0,0-1,0 1,0 0,0-1,0 1,0-1,1 1,-1 0,0-1,0 1,1-1,-1 1,0 0,1-1,-1 1,1-1,-1 0,1 1,-1-1,1 1,-1-1,1 1,-1-1,1 0,-1 0,1 1,0-1,-1 0,1 0,-1 0,1 1,0-1,-1 0,1 0,12-6,-1 0,0-1,-1 0,0-1,0 0,0-1,-1 0,0-1,0 2,95-100,-105 108,1 0,-1-1,0 1,0-1,0 1,1-1,-1 1,0 0,0-1,1 1,-1 0,0-1,1 1,-1 0,1-1,-1 1,0 0,1 0,-1-1,1 1,-1 0,1 0,-1 0,1 0,-1 0,1 0,-1-1,0 1,1 0,-1 0,1 1,-1-1,1 0,-1 0,1 0,-1 0,1 0,-1 0,1 1,-1-1,0 0,1 0,-1 1,1-1,-1 0,0 0,1 1,-1-1,0 1,1-1,-1 0,0 1,4 27,-3-19,0 3,0 0,1-1,1 1,0-1,0 0,1 0,1 0,0-1,0 1,1-1,6 9,-8-15,0 1,0-1,0 1,0-1,1 0,-1-1,1 1,0-1,0 0,1 0,-1-1,1 1,-1-1,1-1,0 1,-1-1,1 0,0 0,0 0,0-1,0 0,0 0,0-1,2 0,3-1,0-1,0 0,0-1,0 0,-1-1,0 0,0-1,0 0,0 0,-1-1,0 0,-1-1,1 0,-1 0,-1-1,0 0,2-3,7-12,-1-1,-1 0,-1-1,-1 0,-1-1,2-11,17-75,-6-1,-5-1,-1-33,-15 124,8-81,-10 89,-3 20,-7 28,-20 116,6 0,6 1,7 6,10-151,-2 11,0-1,1 1,1-1,0 1,1 0,1-1,0 1,1-1,1 0,0 0,1 0,0 0,1-1,1 0,4 7,-8-17,0 1,0-1,1-1,-1 1,1 0,-1-1,1 1,0-1,0 0,0-1,0 1,0-1,0 1,1-1,-1-1,0 1,1 0,-1-1,1 0,-1 0,0-1,1 1,-1-1,2 0,23-9</inkml:trace>
  <inkml:trace contextRef="#ctx0" brushRef="#br0" timeOffset="-151550.019">19785 2067,'-14'0,"-2"0,11 3,22 2,29 3,29 3,22 1,15 3,-11 0</inkml:trace>
  <inkml:trace contextRef="#ctx0" brushRef="#br0" timeOffset="-150362.609">20320 2722,'16'-29,"-2"0,-1-2,-2 0,-1 0,-1-1,-2 0,-1 0,-1-1,0-30,-10 24,0 51,8-8,0 0,0-1,0 0,1 1,-1-1,1-1,0 1,0 0,0-1,0 0,0 0,1 0,-1-1,0 1,1-1,0 0,-1 0,1 0,-1-1,5 0,51 7,-40-6,-1 1,0 1,0 0,0 2,-1 0,8 4,-22-6,0 1,0-1,0 1,0 0,-1 0,0 0,0 1,0-1,0 1,-1 0,1 0,-1 0,-1 0,1 0,-1 0,1 0,-2 1,1-1,0 0,-1 1,0-1,0 1,-1-1,0 0,0 1,0-1,0 0,-1 0,-2 5,0 26,3-32,0 0,1 0,-1 0,1 0,0 0,1-1,-1 1,1 0,-1 0,1 0,0 0,0-1,1 1,-1 0,1-1,0 1,0-1,0 0,0 0,1 1,-1-1,1-1,0 1,-1 0,1-1,1 1,-1-1,0 0,1 0,2 1,13 3,2-1,-1-1,1-1,-1-1,1 0,0-2,0 0,-1-1,13-3,-1 1,0-1,-1-2,1-1,-1-1,-1-1,1-2,-2-2,0 0,3-4,20-25,-51 41,1 0,-1-1,0 1,0-1,0 1,0-1,0 1,-1-1,1 0,0 1,-1-1,1 0,-1 0,1 0,-1 1,0-1,0 0,0 0,0 0,0 0,0 1,-1-1,1 0,-1 0,1 0,-1 1,1-1,-1 0,0 1,0-1,0 1,0-1,0 0,-6-4,0 1,-1 0,0 0,1 0,-1 1,-1 1,1-1,-1 1,1 0,-1 1,0 0,0 1,0-1,0 2,0-1,-4 2,4-3,0 1,0 1,0 0,1 0,-1 1,0 0,0 0,1 1,-1 0,0 1,1 0,0 0,0 1,0 0,0 0,1 1,-1 0,1 0,0 1,1 0,0 0,0 0,0 1,0 0,1 0,-2 5,5-9,1 0,0 0,1 0,-1 0,0 0,1 0,0 1,-1-1,1 0,0 0,1 0,-1 0,1 1,-1-1,1 0,0 0,0 0,0 0,1 0,-1-1,1 1,-1 0,1 0,0-1,0 1,0-1,0 0,1 0,-1 0,1 0,-1 0,1 0,0 0,6 3,0-1,0 0,0 0,0-1,0 0,1 0,-1-1,1 0,0-1,4 0,1 0,0-1,0 0,0-1,0-1,0 0,0-1,0-1,-1 0,1-1,-1 0,0-1,-1-1,1 0,-1-1,-1-1,0 0,0 0,8-9,-16 14,-1 0,0 0,0 0,-1 0,1-1,-1 1,0-1,0 1,0-1,-1 0,0 0,0 0,0 0,0 0,-1 0,0 0,0 0,0 0,-1 0,1 4,-1 1,1-1,-1 1,1 0,-1-1,0 1,1-1,-1 1,0 0,1 0,-1-1,0 1,1 0,-1 0,0 0,0 0,1 0,-1 0,0 0,0 0,1 0,-1 0,0 0,1 0,-1 0,0 1,1-1,-1 0,0 1,1-1,-1 0,0 1,1-1,-1 1,1-1,-1 1,1-1,-1 1,1-1,-1 1,1 0,0-1,-1 1,1-1,0 1,-1 0,1 0,0-1,0 1,0 0,-4 6,0 0,0-1,1 1,0 1,1-1,-1 0,1 1,1-1,0 1,0-1,0 1,1 0,0 0,0-1,1 1,0 0,1-1,-1 1,1-1,1 0,1 5,-1-9,1 0,-1 0,1 0,0 0,0 0,0-1,0 0,0 0,0 0,1 0,-1-1,1 0,-1 0,1 0,0 0,-1-1,1 1,-1-1,1 0,0-1,-1 1,1-1,0 0,-1 0,1-1,-1 1,0-1,1 0,-1 0,0 0,0-1,0 1,-1-1,1 0,3-3,7-11,0 0,0-1,-2 0,0-1,-1 0,-1-1,-1 0,-1-1,-1 0,0 0,-2 0,0-1,1-19,2 5,-9 34,1 0,0 0,0 0,0 0,0 0,0 0,0 0,1 0,-1 0,1 0,-1 0,1 0,0 0,0 0,0 0,0 1,0-1,0 0,0 1,1-1,-1 1,0-1,1 1,-1 0,1-1,0 1,-1 0,1 0,0 0,0 0,0 0,0 1,0-1,0 1,0-1,0 1,0 0,0-1,0 1,0 0,0 0,0 1,0-1,1 1,6 2,0 2,0-1,-1 1,0 0,0 1,0 0,0 1,-1-1,0 1,-1 0,1 1,-1 0,-1 0,0 0,0 1,0 0,-1 0,0 0,-1 0,0 0,-1 1,0-1,0 1,-1 1,-1 32,-1-36,0 0,1 0,0 0,0 0,1 0,0 0,0 0,0 0,1 0,0 0,1 0,-1-1,2 3,2-5,-1 0,1-1,0 1,1-1,-1 0,0-1,1 1,0-1,-1 0,1-1,0 0,0 0,0 0,0-1,0 0,0-1,0 1,0-1,0-1,-1 1,2-1,13-2,0 0,0-1,0-1,-1-1,0-1,-1-1,0-1,0 0,-1-1,0-1,-1-1,0-1,3-4,-16 14,0 0,0 0,0 0,0 0,-1-1,0 0,0 0,0 0,0 0,-1 0,0 0,0-1,0 1,-1-1,0 1,0-1,0 0,-1 1,0-1,0 0,0 1,-1-1,0 0,0 1,0-1,-1 1,0-4,-1 7,0 0,0 0,0 1,-1-1,1 0,0 1,-1 0,1 0,0 0,-1 0,0 0,1 1,-1 0,1-1,-1 1,1 1,-1-1,0 0,1 1,-1 0,1 0,-1 0,1 0,0 0,-1 1,1 0,0-1,0 1,0 0,0 1,1-1,-1 0,0 1,1 0,0-1,-1 1,1 0,-1 3,-1-1,0-1,0 1,1 0,0 0,0 1,0-1,0 1,1 0,0-1,0 1,1 0,-1 0,1 0,1 0,-1 0,1 0,0 1,0-1,1 0,0 0,0 0,0 0,1 0,0 0,0-1,1 1,-1-1,1 1,0-1,1 0,-1 0,1 0,0 0,0-1,1 0,-1 1,1-2,4 4,9 2,1-2,0 0,0-1,0-1,0 0,1-2,0 0,0-2,1 0,49 4</inkml:trace>
  <inkml:trace contextRef="#ctx0" brushRef="#br0" timeOffset="-133426.228">19290 3671,'-10'30,"1"0,2 1,1 0,1 0,1 0,2 12,1-34,-4 50,2 21,-4 0,-3-1,-4 0,-3 0,-4-2,-3 0,-10 18,32-92,0 4,-1-1,0 0,0 0,0-1,-1 1,0-1,0 0,0 0,-1 0,-4 4,8-9,0 0,0 0,1 0,-1 1,0-1,0 0,0 0,0-1,1 1,-1 0,0 0,0 0,0 0,0-1,1 1,-1 0,0-1,0 1,1-1,-1 1,0-1,1 1,-1-1,0 1,1-1,-1 0,1 1,-1-1,1 0,-1 1,1-1,0 0,-1 0,1 0,0 1,-1-1,1 0,0 0,0 0,0 0,0 1,0-1,0 0,0 0,0 0,0 0,0 0,-2-18,1-1,0 0,2 0,0 1,1-1,1-2,1-12,53-565,-55 582,12-66,-13 80,0 1,0-1,0 1,1 0,-1-1,1 1,-1 0,1 0,0 0,0 0,0 0,0 0,0 0,0 1,1-1,-1 1,1 0,-1-1,1 1,-1 0,1 1,-1-1,1 0,0 1,0-1,-1 1,1 0,0 0,9 1,1 1,-1 0,0 1,0 0,0 1,0 0,-1 1,0 0,0 1,0 0,0 1,-1 0,0 1,-1 0,6 7,-12-14,0 1,-1 0,1 1,-1-1,0 0,1 1,-1-1,0 1,-1-1,1 1,0 0,-1 0,1 0,-1 0,0 0,0 0,0 0,-1 0,1 1,-1-1,0 0,0 0,0 1,0-1,0 0,-1 0,1 0,-1 1,0-1,0 0,0 0,0 0,-1 0,0 1,-6 2,0-1,0-1,0 1,-1-1,1-1,-1 1,0-2,0 1,0-1,0-1,-1 1,1-1,0-1,-1 0,-2-1,2 2,-1-1,1 0,0-1,0 0,0-1,0 0,0-1,0 1,-1-2,11 4,-1 0,1 0,-1 0,1 0,0 0,-1 0,1 0,-1 0,1 0,0-1,-1 1,1 0,0 0,-1 0,1 0,0 0,-1-1,1 1,0 0,-1 0,1-1,0 1,-1 0,1 0,0-1,0 1,-1 0,1-1,0 1,0 0,0-1,0 1,-1 0,1-1,0 1,0-1,0 1,0 0,0-1,0 1,0-1,0 1,0 0,0-1,0 1,0 0,0-1,1 1,-1-1,0 1,0 0,0-1,0 1,1 0,-1-1,23-7,15 5,0 1,0 2,0 1,1 3,31 0,-44-3,0 0,0-2,0 0,0-2,-1-1,1-1,-1-1,0-1,12-6,-30 10,-1-1,0 0,0 0,0 0,0 0,-1-1,0 0,0 0,0-1,2-2,-6 6,0 0,1 1,-1-1,0 0,0 0,0 0,-1 0,1 0,0 0,-1 0,1 0,-1 0,0 0,0 0,1 0,-1 0,-1 0,1 0,0 0,0 0,-1 0,1-1,-1 2,0-1,0 0,1 0,-1 0,-1 0,1 0,0 1,0-1,0 0,-1 1,1-1,-1 1,0 0,0-1,-2-1,0 0,0 1,0 0,-1 0,1 0,-1 0,1 1,-1-1,0 1,1 0,-1 1,0-1,0 1,0 0,0 0,1 0,-1 1,0 0,0 0,1 0,-1 1,0-1,1 1,-1 0,1 0,0 1,0-1,0 1,0 0,0 0,1 0,-1 1,1-1,0 1,0 0,0 0,0 0,1 0,0 0,0 0,0 1,0-1,0 3,0 0,1 0,0 1,0-1,1 1,0-1,0 1,0-1,1 0,1 1,-1-1,1 0,0 0,1 0,-1 0,1 0,1 0,-1-1,1 1,1-1,-1 0,1 0,0-1,0 1,0-1,1-1,0 1,0-1,0 1,1-2,-1 1,1-1,0 0,1 0,1 2,0-1,0-1,0 1,1-1,-1-1,1 0,0 0,-1-1,1 0,0-1,0 0,-1-1,1 1,0-2,0 0,-1 0,1 0,-1-1,0-1,0 0,0 0,0-1,-1 0,0 0,0-1,0 0,-1 0,1-1,-2 0,1 0,-1-1,0 1,0-1,-1-1,2-3,-2-7,0-1,-1 1,-1-1,-1 0,-1 0,0 0,-2 0,-1-4,1-14,1 37,-1 0,1 0,0 0,0 0,0 0,-1 0,1 0,0 0,0 0,0 0,0 0,1 0,-1 0,0 0,0 0,0 0,1 0,-1 0,1 1,-1-1,1 0,-1 0,1 0,-1 0,1 1,0-1,-1 0,1 1,0-1,0 0,-1 1,1-1,0 1,0-1,0 1,0-1,0 1,0 0,0 0,0-1,0 1,0 0,0 0,0 0,0 0,0 0,140 34,-129-30,8 0,-1 2,0 0,-1 1,0 1,0 1,0 1,-16-9,-1 0,1 0,-1 0,0 0,1 0,-1 1,0-1,0 0,0 1,0-1,0 1,0-1,0 1,-1-1,1 1,-1-1,1 1,-1 0,1-1,-1 1,0 0,0 0,0-1,0 1,0 0,0 0,0-1,-1 1,1 0,-1-1,1 1,-1-1,1 1,-1 0,0-1,0 1,0-1,0 0,0 1,0-1,0 0,-1 1,0 0,-28 31,-30 50,60-82,-1 1,0 0,0 0,1 0,-1 0,1 0,0 0,-1 0,1 0,0 0,0 0,0 0,1 0,-1 0,0 0,1 0,-1-1,1 1,0 0,0 0,-1 0,1 0,0-1,1 1,-1 0,0-1,0 1,1-1,-1 0,1 1,-1-1,1 0,0 0,-1 0,1 0,0 0,72 20,-44-20,1 0,0-2,0-2,-1 0,4-3,27-5</inkml:trace>
  <inkml:trace contextRef="#ctx0" brushRef="#br0" timeOffset="-132671.144">20694 3685,'-4'26,"1"-1,1 0,1 1,1 0,1-1,2 1,0-1,2 0,1 1,-5-22,0 0,0 0,0 0,1-1,-1 1,1 0,0-1,0 0,1 1,-1-1,1 0,-1 0,1 0,0 0,0-1,0 1,1-1,-1 0,0 0,1 0,0 0,-1-1,1 1,0-1,0 0,0 0,0-1,0 1,0-1,0 1,0-1,0-1,0 1,0 0,-1-1,1 0,0 0,1-1,7-4,-1 0,1-1,-2-1,1 0,-1-1,0 0,-1 0,0-1,0 0,-1-1,0 0,-1 0,0 0,-1-1,-1 0,1-1,-2 1,0-1,0 0,-2 0,1 0,-1 0,-1 0,-1-1,0-2,-8-36,8 51,-1 1,1-1,-1 0,1 0,-1 1,1-1,-1 0,1 1,-1-1,1 1,-1-1,0 0,0 1,1 0,-1-1,0 1,0-1,1 1,-1 0,0 0,0-1,0 1,0 0,1 0,-1 0,0 0,0 0,0 0,0 0,0 0,1 0,-1 0,0 1,0-1,0 0,0 1,1-1,-1 0,0 1,0-1,1 1,-1-1,0 1,1-1,-1 1,1 0,-1-1,1 1,-1 0,1-1,-1 1,1 0,-1 0,1 0,0-1,-1 2,-4 5,-1 1,1 0,0 0,1 1,0-1,0 1,1 0,0 0,1 0,0 0,0 0,1 1,0-1,0 1,1-1,1 1,-1-1,2 0,-1 1,1-1,2 6,0-10,-1 1,0-1,1 0,0 0,1 0,-1 0,1-1,-1 0,1 0,1 0,-1-1,0 1,1-1,0 0,0-1,0 0,0 0,0 0,0 0,3-1,5 2,1-1,-1-1,1 0,-1-1,1 0,-1-1,1-1,6-2,-12 2,1 0,-1 0,0-1,0 0,0 0,0-1,0-1,-1 1,0-2,0 1,0-1,0 0,-1 0,0-1,-1 0,1 0,-1-1,-1 0,1 0,-2 0,1 0,-1-1,0 0,-1 0,1 0,-2 0,0-1,0 0,-1 8,-1 0,1 0,-1-1,0 1,0 0,0 0,0-1,0 1,-1 0,1-1,-1 1,1 0,-1 0,0 0,0 0,0-1,0 1,0 0,0 1,-1-1,1 0,-1 0,0 0,0 2,1 0,0 1,-1-1,1 1,0-1,0 1,-1 0,1-1,0 1,0 0,0 0,0 0,0 0,0 0,0 0,0 0,0 0,1 0,-1 0,0 1,1-1,-1 0,1 1,-1-1,1 0,-1 1,1-1,0 0,0 1,0 0,-1 0,-1 3,-1 0,1 1,1-1,-1 1,1-1,0 1,0-1,0 1,1 0,0-1,0 1,0 0,1 0,0-1,0 1,1-1,-1 1,1-1,0 0,1 1,-1-1,1 0,0 0,0-1,1 1,-1-1,1 0,2 3,6-2,-1 0,1-1,-1 0,1-1,0-1,1 1,-1-2,0 0,0 0,1-1,-1-1,0 0,1-1,-1 0,0-1,0 0,-1-1,1 0,-1-1,1 0,6-5,-4 2,-1 0,0-2,-1 1,0-1,0-1,-1 0,-1-1,0 0,0 0,-1-1,-1-1,0 1,-1-1,0-1,3-12,-21 54,6-19,1 0,-1 1,2-1,-1 1,1 0,1 0,0 0,0 0,0 0,1 0,1 1,0-1,0 0,0 1,1-1,1 0,0 0,1 4,-1-10,0 0,0-1,1 1,-1 0,1-1,0 1,0-1,-1 0,1 0,1 0,-1 0,0-1,0 1,1-1,-1 0,1 0,-1 0,1 0,-1-1,1 1,0-1,2 0,25 1</inkml:trace>
  <inkml:trace contextRef="#ctx0" brushRef="#br0" timeOffset="-132425.836">21870 3297,'-11'14,"0"13,12 11,12 11,4-3</inkml:trace>
  <inkml:trace contextRef="#ctx0" brushRef="#br0" timeOffset="-131999.429">22192 3845,'27'-79,"-3"-2,-4 0,-3-1,-4-1,-1-34,5-17,-5 55,-12 69,-3 23,-26 112,-11 41,-9 117,48-279,-3 115,5-114,-1 0,1 0,0 0,0 0,1-1,-1 1,1 0,0-1,1 1,-1-1,1 0,-1 0,1 0,0 0,1 0,-1-1,1 1,0-1,-1 0,1 0,1 0,1 0,2 1,1-1,0-1,-1 1,1-1,0-1,0 0,0 0,0 0,1-1,-1-1,0 0,0 0,0-1,0 0,-1 0,1-1,0 0,-1 0,0-1,0 0,8-6,-6 4,0-1,-1 1,0-2,0 0,-1 0,1 0,-2-1,1 0,-1-1,-1 1,0-1,0-1,-1 1,0-1,-1 0,3-9,-7 19,1 0,-1 0,1 0,-1 0,1 0,-1 0,1 0,-1 0,0 0,0 0,1 0,-1 0,0 0,0 0,0 0,0 0,0 0,0 0,0 0,-1 0,1 0,0 0,-1 0,1 0,0 0,-1 0,1 0,-1 1,1-1,-1 0,0 0,1 0,-1 0,0 1,0-1,0 0,1 1,-1-1,0 1,0-1,0 1,0-1,0 1,0 0,-5 4,1 2,0-1,0 0,1 1,-1 0,1 0,1 1,-1-1,1 1,0-1,1 1,-1 0,1 0,1 0,-1 2,0-5,0 1,1 0,0-1,-1 1,1 0,1 0,-1 0,1 0,0 0,0 0,0 0,1 0,0 0,0-1,0 1,0 0,1 0,0-1,0 1,0-1,1 1,-1-1,1 0,0 0,3 3,4-1,0-1,1 0,0 0,0-1,0-1,0 1,0-2,1 0,0 0,-1-1,1 0,0-1,-1-1,12-1,23-2</inkml:trace>
  <inkml:trace contextRef="#ctx0" brushRef="#br0" timeOffset="-131717.133">22351 3538,'-22'-7,"-15"-4,-6-3,3 1,8 1,14-1,19 1,23-3,21-1,24 0,22 2,21 2,19 1,-14 1</inkml:trace>
  <inkml:trace contextRef="#ctx0" brushRef="#br1" timeOffset="-102033.361">20561 6238,'18'0,"20"0,16 0,14 0,6 2,-3 2,-10 1,-17 0</inkml:trace>
  <inkml:trace contextRef="#ctx0" brushRef="#br1" timeOffset="-101821.362">20547 6506,'22'7,"25"2,21 0,18-5,10-4,-11-3</inkml:trace>
  <inkml:trace contextRef="#ctx0" brushRef="#br1" timeOffset="-101303.233">21617 6358,'32'-78,"-3"-1,-3-1,3-31,-23 99,-4 36,-1-11,20 436,-21-441,0 0,0 0,-1 0,0-1,0 1,-1 0,0 0,0-1,-1 1,0-1,0 0,-1 1,-10 11</inkml:trace>
  <inkml:trace contextRef="#ctx0" brushRef="#br1" timeOffset="-101048.913">21576 6626,'19'0,"12"2,10 1,10 0,9-1,7-2,2-4,-3-2,-11-1,-14 0</inkml:trace>
  <inkml:trace contextRef="#ctx0" brushRef="#br1" timeOffset="-100457.496">22432 6132,'-12'13,"1"1,0 1,2 0,-1 0,2 1,0 0,0 0,2 1,0 0,1 0,1 1,0-1,1 1,1 0,1 15,1-23,0-1,0 1,1-1,1 1,0-1,0 1,0-1,1 0,1 0,0-1,0 1,0-1,1 1,0-1,1-1,0 1,0-1,1 0,0 0,0-1,0 0,1 0,0-1,0 0,0 0,1-1,-1 0,9 2,-6-3,0 0,-1-1,1-1,0 0,0 0,0-1,0 0,0-1,0 0,0-1,0 0,-1-1,1 0,-1-1,0 0,0 0,0-1,0-1,-1 1,0-2,0 1,0-1,-1 0,0-1,-1 0,0 0,0-1,0 0,-1 0,-1-1,0 1,0-1,0 0,-2-1,1 1,-1-1,-1 1,2-9,-3 6,0 1,-1-1,0 1,-1-1,-1 1,0 0,0-1,-1 1,-1 0,0 0,-1 1,0-1,0 1,-1 0,-1 1,0-1,0 1,-1 1,-1-1,1 1,-1 1,-1 0,0 0,0 1,0 0,-1 0,0 1,0 1,-1 0,1 1,-1 0,0 0,0 1,-1 1,1 0,0 1,-1 0,1 1,-1 0,-11 3,6 2,1 1,1 1,-1 0,1 1,0 1,1 1,0 0,0 1,1 0,1 1,0 1,1 0,0 1,-5 7,-42 56</inkml:trace>
  <inkml:trace contextRef="#ctx0" brushRef="#br1" timeOffset="-103162.894">18876 6132,'-7'13,"-2"17,0 14,2 10,2 8,5 5,1-2,1-6,0-10,-2-11,-4-13,-3-12,-3-13,0-6</inkml:trace>
  <inkml:trace contextRef="#ctx0" brushRef="#br1" timeOffset="-102859.153">18729 6199,'0'-150,"0"147,0 0,-1 0,1 0,0 0,1 0,-1 0,1 0,-1 0,1 0,0 1,0-1,0 0,0 0,0 1,1-1,-1 0,1 1,0 0,0-1,0 1,0 0,0 0,0 0,1 0,-1 0,0 1,1-1,0 1,-1-1,1 1,0 0,0 0,0 0,-1 1,1-1,2 0,6 3,0 0,0 1,-1 0,1 0,-1 1,0 0,0 1,-1 0,1 1,-1 0,0 0,0 1,-1 0,0 1,0-1,-1 2,0-1,-1 1,0 0,0 0,0 1,-1 0,1 4,-4-9,1 1,-1 0,0 0,-1 1,1-1,-1 0,-1 0,1 1,-1-1,0 1,0-1,-1 0,0 0,0 1,0-1,-1 0,0 0,0 0,-1 0,1 0,-1-1,-1 1,1-1,-1 0,0 0,0 0,0 0,-1-1,1 0,-4 2,-4 3,-1-1,0 0,0-1,-1-1,0 0,0 0,-8 0,75-11,-35 3,1 0,-1 1,1 1,-1 0,1 2,-1 0,1 1,-1 1,0 1,-1 0,1 1,-1 1,0 1,-1 1,0 0,2 2,-14-9,0 1,-1 0,1 1,-1-1,1 1,-1-1,0 1,0 0,-1 0,1 0,-1 0,0 1,0-1,0 1,-1-1,1 1,-1 0,0-1,-1 1,1 0,-1 0,0 0,0 0,0-1,-1 1,0 0,0 0,0-1,0 1,-1 0,0-1,0 1,-1 0,-8 9,-1-1,0 0,-1-1,0 0,-1-1,-1-1,1 0,-2-1,1-1,-1 0,0-1,-1-1,0 0,0-2,-12 3,24-6,-4 2,-1 0,1 0,-1-1,0 0,0-1,0 0,0-1,0 0,0-1,1 1,-1-2,-4 0,13 1,0 1,0 0,0-1,0 1,1-1,-1 1,0-1,0 1,0-1,1 0,-1 1,0-1,1 0,-1 1,0-1,1 0,-1 0,1 0,-1 0,1 0,0 1,-1-1,1 0,0 0,0 0,0 0,-1 0,1 0,0 0,0 0,0 0,0 0,1 0,-1 0,0 0,0 0,1 0,-1 0,0 0,1 0,-1 1,1-1,-1 0,1 0,27-34,7 4</inkml:trace>
  <inkml:trace contextRef="#ctx0" brushRef="#br1" timeOffset="-102459.221">19477 6265,'-100'224,"31"-48,66-152,3-24,0 1,0-1,0 0,0 0,0 1,0-1,0 0,0 1,0-1,0 0,0 1,0-1,0 0,0 0,0 1,1-1,-1 0,0 0,0 1,0-1,0 0,1 0,-1 1,0-1,0 0,1 0,-1 0,0 1,0-1,1 0,-1 0,0 0,0 0,1 0,-1 0,0 0,1 0,-1 1,0-1,0 0,1 0,-1 0,0 0,1-1,-1 1,0 0,1 0,-1 0,0 0,0 0,1 0,-1 0,0 0,0-1,1 1,-1 0,0 0,0 0,1-1,-1 1,0 0,0 0,0-1,1 1,-1 0,0 0,0-1,0 1,0 0,0-1,15-14,-2 0,0-2,0 0,-2 0,0-1,-1 0,-1-1,-3 8,32-67,-4-2,-4-1,-3-2,11-60,-30 113,-2 27,-5 17,1 63,-2-32,2-1,2 1,2-1,2 0,4 12,-2-27,0-1,2-1,0 1,3-2,0 0,1-1,1 0,2-1,0-1,21 18,-16-20</inkml:trace>
  <inkml:trace contextRef="#ctx0" brushRef="#br1" timeOffset="-102209.886">19477 6358,'23'7,"21"2,19 0,19-4,19-5,14-8,-12-1</inkml:trace>
  <inkml:trace contextRef="#ctx0" brushRef="#br1" timeOffset="-38767.985">19090 8163,'5'44,"1"-1,2 0,2 0,2-1,2 0,1-1,2 0,2-2,17 25,-34-60,0 0,0-1,0 1,1 0,0 0,-1-1,1 0,0 1,1-1,-1 0,0-1,1 1,0-1,-1 1,1-1,0 0,3 1,-5-4,0 1,0-1,0 0,0 0,0 0,-1 0,1 0,0 0,-1-1,1 1,-1 0,0-1,1 1,-1-1,0 0,0 1,0-1,0 0,0 0,0 0,-1 1,1-1,0 0,-1 0,0 0,1 0,-1-2,1-1,35-146,-30 113,3 0,1 1,1 0,2 0,5-5,-15 35,1 0,0 0,0 0,1 0,0 1,0 0,1 0,-1 0,1 1,1 0,-1 0,1 0,0 1,0 0,2-1,23-6</inkml:trace>
  <inkml:trace contextRef="#ctx0" brushRef="#br1" timeOffset="-37929.616">19879 8270,'-6'-5,"1"1,-1-1,0 1,0 0,0 0,-1 1,1 0,-1 0,0 1,0-1,0 1,0 1,0 0,0 0,0 0,0 0,-1 1,1 1,0-1,0 1,0 0,-1 1,1 0,1 0,-1 0,0 1,0 0,1 0,0 1,0 0,0 0,-5 4,4-1,0 0,0 1,1 0,0 0,0 0,1 0,0 1,0 0,1 0,0 0,1 1,0-1,-1 8,3-13,0 1,1-1,-1 0,1 1,0-1,0 0,0 1,1-1,-1 0,1 1,0-1,1 0,-1 0,1 0,-1 0,1 0,1 0,-1 0,0-1,1 1,0-1,0 0,0 0,0 0,0 0,0 0,1 0,0-1,-1 0,1 0,0 0,1 0,2 1,1-1,-1 0,0 0,1-1,-1 1,1-2,0 1,-1-1,1-1,-1 1,1-1,-1 0,1-1,-1 0,0 0,1-1,-1 0,0 0,-1 0,1-1,-1 0,3-2,0-1,0 0,0 0,-1 0,0-1,-1-1,1 1,-2-1,1 0,-1-1,-1 1,0-1,0-1,-1 1,0 0,-1-2,0 2,0 0,-1-1,-1 1,0-1,-1 0,1 1,-2-1,-1-7,2 18,0 1,0-1,-1 1,1-1,0 1,0-1,-1 0,1 1,0-1,-1 1,1-1,0 0,-1 1,1-1,-1 0,1 0,-1 1,1-1,-1 0,1 0,-1 0,1 1,-1-1,1 0,-1 0,1 0,-1 0,1 0,-1 0,1 0,-1 0,1 0,-1 0,1-1,-1 1,1 0,-1 0,1 0,-1 0,1-1,-1 1,1 0,0-1,-1 1,1 0,-1-1,1 1,0 0,-1-1,1 1,0-1,0 1,-1-1,1 1,0-1,0 1,-4 10,1 1,0-1,0 1,1 0,1 0,0 0,0 0,1 0,1 0,0 0,1 3,-1-9,0 0,0 1,0-1,1 0,0 0,0 0,0 0,1-1,0 1,-1-1,2 1,-1-1,0 0,1 0,0 0,0-1,0 1,0-1,1 0,-1 0,1-1,0 1,0-1,0 0,4 1,0-1,0 0,1-1,-1 0,0 0,1-1,-1 0,1 0,-1-1,0-1,0 0,1 0,-1 0,-1-1,1-1,0 1,-1-1,1-1,-1 0,0 0,0-1,8-6,-2 0,1-1,-2 0,1-1,-2-1,0 0,-1-1,-1 0,9-17,-1-11,-2 0,-2-2,-2 0,-2 0,-2-1,-2 0,-2 0,-3-39,1 57,-1-1,-2 1,-2-1,0 1,-2 0,-1 0,-8-23,14 48,-1 0,-1-1,1 1,-1 0,1 0,-1 0,0 0,-1 0,1 0,-1 0,0 1,1-1,-2 1,1 0,0 0,-1 0,1 0,-1 1,0-1,0 1,0 0,0 0,0 1,0-1,0 1,-1 0,1 0,-1 0,1 0,0 1,-1 0,-2 0,-2 4,0 0,1 0,0 1,0 0,0 0,0 1,1 0,0 1,0-1,1 1,0 1,0-1,0 1,1 0,0 0,1 1,0-1,0 1,1 2,-9 18,2 1,1 0,2 0,1 1,1 0,2 0,1 0,1 0,2 1,1-1,1 0,2 0,1 0,1-1,2 0,1 0,1-1,2 0,1-1,1-1,1 0,1-1,2-1,8 8,-18-23,1 0,0-1,1 0,0-1,0 0,1-1,-1 0,2-1,-1 0,-7-4,1 0,-1 0,0-1,0 1,1-1,-1 0,1-1,-1 1,1-1,-1 0,1-1,-1 1,1-1,-1 0,1 0,-1-1,0 0,0 0,0 0,0 0,0-1,0 0,1-1,6-7,0-1,-1 0,0 0,-1-1,-1-1,0 0,0 0,-2-1,0 0,1-4,27-49,-34 68,-1 0,1 0,-1 0,1 1,-1-1,1 0,-1 0,1 0,-1 0,1 1,-1-1,1 0,-1 1,1-1,-1 0,1 1,-1-1,0 1,1-1,-1 0,0 1,1-1,-1 1,0-1,1 1,-1-1,0 1,0-1,0 1,0-1,1 1,-1 0,0-1,0 1,0-1,0 1,0-1,0 1,-1-1,1 1,0 0,0-1,0 1,0-1,-1 1,1-1,0 1,0-1,-1 1,1-1,0 0,-1 1,1 0,0 0,-1 40,9 90,-7-126,0 1,0-1,1 0,0 0,0 0,0-1,1 1,-1 0,1-1,0 1,1-1,-1 0,1 0,-1-1,1 1,1-1,-1 1,0-1,1-1,-1 1,1 0,2 0,-2-2,1 1,-1-1,0 0,0 0,0-1,1 1,-1-1,0-1,1 1,-1-1,0 0,3 0,26-9</inkml:trace>
  <inkml:trace contextRef="#ctx0" brushRef="#br1" timeOffset="-37655.291">20748 7830,'-14'9,"-4"10,3 6,15 5,20 3,19-2,3-7</inkml:trace>
  <inkml:trace contextRef="#ctx0" brushRef="#br1" timeOffset="-37305.226">21402 8217,'-6'-8,"-1"2,0-1,0 1,-1 0,1 0,-2 1,1 0,0 0,-1 1,0 0,0 1,0 0,0 0,-1 1,1 0,-1 0,0 1,1 1,-1 0,0 0,1 1,-1 0,1 0,-9 3,9 1,0 1,0 0,1 0,0 0,0 1,1 0,0 1,0-1,1 1,0 1,0-1,1 1,0 0,0 1,1-1,0 1,1-1,0 1,1 0,0 0,0 1,1 3,1-11,0 1,0-1,1 1,0-1,-1 1,1-1,1 0,-1 1,0-1,1 0,-1 0,1 0,0 0,0 0,0 0,1-1,-1 1,1-1,-1 1,1-1,0 0,0 0,0 0,0-1,0 1,0-1,0 1,1-1,-1 0,0 0,1-1,-1 1,1-1,8 2,1-1,-1 0,0-1,0-1,0 1,0-2,1 0,10-4,-5 1,0-1,0-1,0-1,-1 0,-1-1,1-1,-2-1,1 0,-1-1,-1 0,0-2,-1 1,-1-2,0 0,-1 0,0-1,-1 0,-1-1,-1 0,0 0,-1-1,4-18,-4 5,-2 0,-2 0,0-1,-2 1,-2-1,-1 1,-1-1,-1 1,-2 0,-10-28,-19-22,35 80,-1 1,1-1,-1 0,1 1,-1-1,1 0,-1 1,0-1,0 1,1-1,-1 1,0-1,0 1,1 0,-1-1,0 1,0 0,0 0,1 0,-1 0,0-1,0 1,0 0,0 0,0 1,1-1,-1 0,0 0,0 0,0 0,0 1,1-1,-1 0,0 1,0-1,1 1,-1-1,0 1,0-1,1 1,-1-1,1 1,-1 0,1-1,-1 1,1 0,-1 0,1-1,-1 1,1 0,0 0,-9 15,1 0,0 0,1 1,1 0,1 0,1 0,0 1,-1 14,2-14,-5 26,1 0,3 0,1 0,4 42,0-69,1 1,0-1,1 1,1-1,1 0,1 0,0-1,1 1,1-2,0 1,1-1,1 0,8 10,22 16</inkml:trace>
  <inkml:trace contextRef="#ctx0" brushRef="#br1" timeOffset="-36684.967">21977 8163,'-2'-4,"0"0,-1 0,0 1,0-1,0 1,0-1,-1 1,1 0,-1 0,0 1,0-1,0 1,0 0,0 0,-1 0,1 0,-1 1,1 0,-1 0,1 0,-1 0,1 1,-1 0,0 0,1 0,-1 1,0-1,1 1,-1 0,1 0,-1 1,1-1,-1 1,1 0,0 0,0 1,0-1,0 1,1 0,-2 0,-1 2,-1 0,1 0,0 0,1 1,-1 0,1 0,0 0,0 1,1 0,0 0,0 0,1 0,0 0,0 1,1 0,0-1,0 1,0 0,1 0,1 0,-1 0,1 0,0 0,2 7,0-11,0 0,0 0,0-1,0 1,1-1,-1 0,1 1,0-1,0 0,0-1,0 1,1-1,-1 1,1-1,-1 0,1 0,0 0,0-1,0 0,0 1,0-1,0-1,3 1,98-2,-93 0,1-2,-1 0,0 0,0-1,0-1,0 0,-1 0,1-1,-2-1,1 0,-1 0,0-1,0-1,-1 1,0-2,-1 1,0-1,0 0,-1-1,0 1,4-12,-12 12,-12 34,-9 72,22-92,0-1,1 1,-1 0,0 0,1-1,0 1,0 0,0-1,0 1,1-1,0 1,-1-1,1 0,0 0,0 0,1 0,-1 0,1 0,-1 0,1-1,0 0,0 1,0-1,0 0,1 0,8 2,-1-1,1-1,-1 1,1-2,0 0,0 0,-1-1,1-1,0 0,0 0,-1-1,1-1,-1 0,1 0,-1-1,0-1,-1 0,1 0,-1-1,0 0,0-1,-1 0,0-1,5-4,-1-1,0-1,-1-1,-1 0,0 0,-2-1,1-1,-2 1,0-1,-1-1,-1 1,3-14,4-22,-3 0,-2-1,0-23,-1-18,-3-1,-9-90,-6 129,10 56,1 1,-1-1,1 1,0-1,-1 1,1 0,-1-1,1 1,-1-1,0 1,1 0,-1 0,1-1,-1 1,0 0,1 0,-1 0,1 0,-1-1,0 1,1 0,-1 0,0 0,1 0,-1 1,0-1,1 0,-1 0,1 0,-1 0,0 1,1-1,-1 0,1 1,-1-1,1 0,-1 1,1-1,-1 1,1-1,-1 1,1-1,0 1,-1-1,1 1,0-1,-1 1,1-1,0 1,-1 0,-8 12,0 0,0 1,2 0,-1 0,2 0,0 1,-1 6,0-3,-13 38,2 0,2 1,3 1,2 0,3 0,3 1,2 0,3 23,2-58,0 0,2 1,0-1,2 0,0-1,2 0,8 17,-13-31,1-1,0-1,1 1,0-1,0 1,0-1,1-1,0 1,0-1,1 0,0 0,0-1,0 0,0 0,1-1,0 0,0 0,0-1,1 0,-1 0,1-1,6 1,-11-2,1-1,0 0,0 0,-1 0,1-1,0 1,-1-1,1 0,-1-1,1 1,-1-1,0 0,4-2,17-12</inkml:trace>
  <inkml:trace contextRef="#ctx0" brushRef="#br1" timeOffset="-36412.432">22098 7856,'2'-2,"17"-1,28-2,30-3,31 0,23 0,-11 0</inkml:trace>
  <inkml:trace contextRef="#ctx0" brushRef="#br0" timeOffset="-153290.568">17753 2535,'16'3,"17"0,13-1,16 1,10-2,7 0,1 0,-3-1,-9 0,-13 0,-16 0</inkml:trace>
  <inkml:trace contextRef="#ctx0" brushRef="#br0" timeOffset="-153922.478">16296 1773,'16'0,"16"3,17 0,16-1,12 1,10-2,3-2,-2-1,-7-1,-10 1,-13 0,-15 3,-13 4,-15 3,-10 0</inkml:trace>
  <inkml:trace contextRef="#ctx0" brushRef="#br0" timeOffset="-155044.366">16309 2121,'-42'180,"31"-143,0 1,3 1,1-1,2 1,2 1,1-1,2-29,1 0,0-1,0 1,1-1,0 1,1-1,0 0,1 0,-1 0,2 0,-1-1,1 1,1-1,-1 0,1-1,1 1,-1-1,1-1,1 1,-1-1,1 0,0-1,0 0,1 0,0-1,4 2,3 0,0-1,0-1,1 0,-1-1,1-1,-1-1,1 0,0-1,0-1,-1 0,1-1,0-1,-1-1,0 0,0-1,0-1,-1 0,1-1,-1-1,1-2,24-17</inkml:trace>
  <inkml:trace contextRef="#ctx0" brushRef="#br0" timeOffset="-154768.074">16256 2469,'11'0,"11"0,13 0,12 0,9-3,4 0,1 1,-2-3,-6 0,-9-1,-11 0</inkml:trace>
  <inkml:trace contextRef="#ctx0" brushRef="#br0" timeOffset="-154518.738">16296 2134,'21'-11,"15"-6,16-3,7 2,4 5,-3 3,-9 7,-13 6,-13 7,-11 1</inkml:trace>
  <inkml:trace contextRef="#ctx0" brushRef="#br1" timeOffset="-103975.508">16149 6465,'-24'-3,"0"2,0 0,0 1,0 1,-13 3,29-3,0 1,1-1,-1 1,0 1,1 0,-1 0,1 0,0 1,0 0,0 0,1 1,-1 0,1 0,0 0,0 1,1 0,0 0,-1 2,4-5,-1 1,1-1,0 1,1 0,-1 0,1 0,0 0,0 0,0 0,0 0,1 0,-1 0,1 0,0 0,1 1,-1-1,1 0,-1 0,1 0,1 0,-1 0,0 0,1 0,0-1,0 1,0 0,0-1,1 0,-1 1,1-1,0 0,5 6,1-1,0-1,0 0,0 0,1-1,0 0,0 0,0-1,1-1,10 3,4 1,1-2,0-1,0-1,0-1,1-1,-1-2,1 0,-1-2,1-1,-1-1,0-1,15-6,36-30,-79 43,1 0,0 1,0-1,0 0,0 1,1-1,-1 1,0-1,1 1,0 0,0-1,-1 1,2-1,-1 1,0-1,0 1,1 0,-1-1,2 2,-1-1,0-1,0 1,1 0,-1-1,1 1,0-1,0 1,0-1,0 0,0 0,1 0,-1 0,1 0,-1 0,1-1,-1 1,1-1,0 0,0 0,0 0,0 0,0 0,0-1,0 1,0-1,0 0,2 0,83-12,-78 8,0 0,0-1,0 0,-1 0,0-1,0 0,0-1,-1 0,0 0,0-1,0-1,-5 5,0 0,0 0,0 0,0-1,-1 1,0-1,1 1,-2-1,1 0,-1 0,1 0,-1 0,-1 0,1 0,-1 0,0 0,0 0,0 0,-1 0,0 0,0 0,0 0,0 0,-2-2,-2-2,1 1,-2 0,1 0,-1 1,0-1,-1 1,1 1,-1-1,-1 1,1 0,-1 1,0 0,-1 0,1 1,-1 0,0 0,0 1,0 0,0 1,0 0,-1 0,1 1,-7 0,9 0,-1 0,1 1,0 0,0 0,0 0,0 1,0 0,0 1,0 0,0 0,1 0,-1 1,0 0,1 0,0 0,0 1,0 0,0 0,1 1,-1 0,1-1,0 2,1-1,-1 1,1-1,0 1,1 1,-1-1,1 0,0 1,-1 4,4-6,-1 0,1 0,0 0,0 0,1 0,-1 0,1 0,0 0,1 0,-1 0,1 0,0 0,0-1,0 1,1-1,0 1,-1-1,2 0,-1 0,0-1,1 1,0-1,0 1,0-1,0 0,0 0,0-1,1 0,0 1,-1-1,1-1,0 1,0-1,0 0,0 0,4 0,33 9</inkml:trace>
  <inkml:trace contextRef="#ctx0" brushRef="#br1" timeOffset="-103696.16">16870 6132,'-18'-7,"-15"-2,-9 5,-1 9,1 12,6 12,9 7,9 7,13 3,13 0,12 0,3-9</inkml:trace>
  <inkml:trace contextRef="#ctx0" brushRef="#br1" timeOffset="-103427.753">16870 6639,'18'12,"18"3,16-1,15-2,17-6,-6-4</inkml:trace>
  <inkml:trace contextRef="#ctx0" brushRef="#br0" timeOffset="-208641.352">3622 1306,'0'-2,"0"-10,3 27,21 407,5-36,9 254,-38 787,10-1185,-8-215</inkml:trace>
  <inkml:trace contextRef="#ctx0" brushRef="#br0" timeOffset="-206946.511">3636 1345,'-11'-209,"11"206,0 0,0 0,0 0,1 0,-1 0,1-1,-1 1,1 1,0-1,0 0,1 0,-1 0,0 0,1 1,0-1,0 1,0-1,0 1,0 0,0 0,0 0,1 0,-1 0,1 0,-1 1,1-1,0 1,0 0,-1-1,1 1,0 1,0-1,0 0,0 1,0-1,3 1,62-13,1 3,1 2,-1 4,37 4,-57 0,1 3,-1 2,0 2,36 10,0 0,0-3,2-3,-1-5,16-3,755-6,-320-10,-529 13,-6-1,0 0,1 1,-1-1,0 1,1 0,-1 0,0 0,0 0,1 0,-1 0,0 1,1-1,-1 1,0 0,0-1,0 1,0 0,1 0,-1 1,-1-1,1 0,0 0,0 1,0 0,-1-1,1 1,-1 0,1-1,-1 1,0 0,1 0,-1 0,0 0,0 2,-3 172,-3-39,-3 87,14 110,98 675,-71-812,17 39,-26-124,-6 2,3 114,-13-109,20 110,47 152,-49-115,-11-71,41 167,-48-338,-5-38,-4-5</inkml:trace>
  <inkml:trace contextRef="#ctx0" brushRef="#br0" timeOffset="-205219.695">3729 4353,'19'336,"-9"491,-12-531,2-291,0-3,-1 0,1 1,0-1,-1 0,1 0,0 0,0 1,1-1,-1 0,0 0,1 0,-1 0,1 1,0-1,0 0,-1 0,1 0,1 0,-1-1,0 1,0 0,1 0,-1-1,1 1,-1-1,1 1,0-1,0 0,-1 1,1-1,0 0,2 0,13 1,0-1,1 0,-1-1,1-1,-1-1,1-1,9-3,23-2,37 2,1 4,0 4,-1 3,7 5,183 9,398-59,48 32,-394-11,-158 19,-133-6,-32 5,0-1,0 1,0 0,0 1,0-1,-1 1,1 0,0 1,0-1,0 1,0 0,0 1,0-1,-1 1,4 2,0 1,-8-4,-1 0,1 0,-1 0,1 0,0-1,-1 1,1 0,0 0,-1-1,1 1,0-1,0 1,0-1,0 1,0-1,0 1,0-1,0 0,0 0,0 1,0-1,0 0,0 0,0 0,0 0,0 0,0 0,0 0,0 0,0-1,0 1,-1 0,1-1,0 1,0 0,0-1,0 1,0-1,0 0,-1 1,1-1,0 0,0 1,-1-1,1 0,0 0,-1 1,1-1,-1-1,2-10,-1 0,-1 0,0 0,-1 0,0 0,-1 0,-1 0,0 1,0-2,-5-24,-12-191,19 160</inkml:trace>
  <inkml:trace contextRef="#ctx0" brushRef="#br0" timeOffset="-202741.061">4077 4180,'1'60,"0"5,-2-1,-3 0,-3 9,1-51,6-22,0 0,0 0,0 0,0 0,0 0,-1-1,1 1,0 0,0 0,0 0,0 0,-1 0,1 0,0 0,0 0,0 0,-1 0,1 0,0 0,0 0,0 0,-1 0,1 0,0 0,0 0,0 0,-1 0,1 0,0 0,0 0,0 0,0 0,-1 0,1 0,0 0,0 1,0-1,0 0,-1 0,1 0,0 0,0 0,0 1,0-1,0 0,0 0,0 0,0 0,-1 1,1-1,-22-194,16 138,-6-135,12 186,0-1,1 0,-1 1,1-1,0 0,0 1,1-1,0 1,0 0,0-1,0 1,1 0,0 0,0 1,1-1,-1 1,1-1,0 1,0 0,0 0,0 1,1-1,0 1,0 0,-1 0,2 1,-1-1,0 1,0 1,1-1,-1 0,3 1,-2 1,-1 0,1 0,0 0,0 1,-1 0,1 0,0 1,-1-1,1 1,-1 0,0 1,1-1,-1 1,0 0,-1 1,1-1,0 1,-1 0,0 0,0 0,0 0,-1 1,1 0,-1-1,0 1,0 1,-1-1,0 0,0 1,0-1,0 1,-1-1,0 1,0 0,0 0,-1-1,0 1,0 0,-1 0,1 0,-1-1,0 1,-1 1,0 3,-1 0,1-1,-2 1,1-1,-1 0,-1 0,1 0,-1 0,-1-1,0 0,0 0,-1 0,0-1,0 0,0-1,-1 1,0-1,0-1,-1 0,0 0,-8 4,17-10,1 1,-1-1,1 1,-1-1,0 0,1 1,-1-1,0 0,1 1,-1-1,0 0,1 1,-1-1,0 0,0 1,0-1,0 0,0 0,0 1,0-1,0 0,0 0,0 1,0-1,-1 0,1 1,0-1,0 0,-1 0,1 1,0-1,-1 1,1-1,-1 0,1 1,-1-1,1 1,-1-1,1 1,-1-1,1 1,-1 0,0-1,1 1,-1 0,0-1,1 1,-1 0,0 0,0-1,1 1,-1 0,0 0,1 0,-2 0,7-3,0 1,0 0,0 0,0 0,0 0,0 1,0-1,1 1,-1 1,0-1,1 1,-1 0,1 0,-1 0,0 1,1 0,-1 0,0 0,0 1,0 0,0 0,0 0,0 1,0-1,-1 1,2 1,2 2,0-1,-1 2,0-1,0 1,-1 0,0 0,0 0,-1 1,1 0,-2 0,1 1,-1 0,-1-1,3 8,-4-10,0 0,0 0,-1 1,0-1,0 1,0-1,-1 1,0 0,0-1,-1 1,0-1,0 1,0-1,-1 1,0-1,0 0,0 0,-1 0,0 0,-1 0,1-1,-1 1,0-1,0 0,-1 0,1-1,-1 1,0-1,0 0,-1 0,1-1,-1 1,0-1,0 0,0-1,-4 2,-112 3,118-6,6 1</inkml:trace>
  <inkml:trace contextRef="#ctx0" brushRef="#br0" timeOffset="-202080.602">4130 4941,'-14'79,"-3"-2,-20 50,31-109,6-18,0 0,0 0,0 0,0-1,0 1,0 0,0 0,-1 0,1 0,0 0,0-1,0 1,0 0,0 0,0 0,0 0,0 0,-1 0,1 0,0-1,0 1,0 0,0 0,0 0,-1 0,1 0,0 0,0 0,0 0,0 0,-1 0,1 0,0 0,0 0,0 0,0 0,-1 0,1 0,0 0,0 0,0 0,0-20,12-49,3 2,16-41,-25 86,-1 6,-1-1,1 1,0 0,2 0,-1 0,2 0,8-12,-15 27,0-1,0 1,1 0,-1-1,0 1,1 0,-1 0,1 0,-1 0,1 0,-1 0,1 0,0 0,-1 1,1-1,0 1,-1-1,1 1,0-1,0 1,0 0,0 0,-1 0,1 0,0 1,0-1,0 0,-1 1,1-1,0 1,0-1,-1 1,1 0,-1 0,1 0,-1 0,1 0,-1 0,1 0,-1 1,0-1,0 0,1 1,-1-1,0 1,0-1,-1 1,1-1,0 1,0 0,-1 0,13 23,-2 0,-1 0,-1 1,-1 0,-1 1,-2 0,0 0,-2 0,-1 1,-1 9,0-14,4 34,-3-8,3-1,2 1,8 24,-9-53</inkml:trace>
  <inkml:trace contextRef="#ctx0" brushRef="#br0" timeOffset="-201826.221">4036 5169,'21'-2,"22"-8,20-7,16-4,4-2,-1 1,-13 5,-19 5</inkml:trace>
  <inkml:trace contextRef="#ctx0" brushRef="#br0" timeOffset="-199804.525">3355 1746,'-84'101,"81"-95,0 0,0 0,0 0,1 0,0 0,0 0,0 1,1-1,0 1,0-1,1 1,0-1,0 1,0-1,1 1,0-1,0 1,2 5,2-1,-1 0,1-1,1 0,0 0,0 0,1 0,0-1,1-1,0 1,0-1,1 0,0-1,0 0,1 0,-1-1,2-1,-1 1,1-2,-1 1,1-1,0-1,1 0,-1-1,6 1,-12-3,0-1,-1 1,1-1,0 0,0 0,0-1,-1 1,1-1,0 0,-1 0,0-1,1 1,-1-1,0 0,0 0,-1 0,1-1,-1 1,1-1,-1 0,0 0,-1 0,2-2,44-106,-46 105,1 0,-1 0,0-1,-1 1,1-1,-2 1,1-1,-1 1,0-1,0 0,-1 1,0-1,-1 1,0-1,0 1,0 0,-1 0,0 0,0 0,-1 0,0 1,0-1,0 1,-1 0,0 1,0-1,-1 1,0 0,1 0,-2 0,1 2,-1 0,0 1,1-1,-1 1,0 0,0 1,-1 0,1 0,0 1,0-1,0 2,-1-1,1 1,0 0,0 0,0 1,0 0,0 0,0 1,1 0,-1 0,-4 3,-9 6,1 1,0 1,0 0,2 2,0 0,-5 7,-15 17</inkml:trace>
  <inkml:trace contextRef="#ctx0" brushRef="#br0" timeOffset="-199322.728">3088 2001,'-35'8,"-192"-3,-517-21,735 16,-421-21,-175 24,389 18,199-16,25-1,23-3,7-2</inkml:trace>
  <inkml:trace contextRef="#ctx0" brushRef="#br0" timeOffset="-198515.859">4117 1746,'0'1,"0"-1,0 1,0-1,0 0,0 1,-1-1,1 1,0-1,0 1,-1-1,1 0,0 1,0-1,-1 1,1-1,0 0,-1 0,1 1,-1-1,1 0,0 1,-1-1,1 0,-1 0,1 0,-1 0,1 1,0-1,-1 0,1 0,-1 0,1 0,-1 0,1 0,-1 0,1 0,-1 0,1 0,-1-1,1 1,-1 0,1 0,0 0,-1 0,1-1,-1 1,1 0,0-1,-1 1,1 0,-1-1,1 1,0 0,0-1,-1 1,1 0,0-1,0 1,-1-1,1 1,0-1,0 1,0 0,0-1,0 1,-1-1,1 1,0-1,0 1,0-1,-4 44,3-33,-24 376,24-379,1 0,-1 0,1 0,1 0,-1 0,1 0,0 0,1 0,0 0,0 0,0-1,1 1,0-1,0 1,0-1,1 0,0-1,1 1,-1 0,1-1,0 0,0 0,0-1,1 0,0 0,0 0,0 0,0-1,6 3,-2-4,-1-1,0 0,1 0,-1-1,1 0,-1-1,1 0,-1 0,0-1,0 0,0-1,0 0,0 0,0-1,-1 0,1-1,-1 0,0 0,-1 0,1-1,-1-1,1 0,15-15</inkml:trace>
  <inkml:trace contextRef="#ctx0" brushRef="#br0" timeOffset="-198252.051">3997 2160,'20'-2,"17"-3,10-5,7-4,0-1,-1 2,-6 1,-6 2,-8 3,-9 1,-10 1</inkml:trace>
  <inkml:trace contextRef="#ctx0" brushRef="#br0" timeOffset="-197959.83">3997 1773,'16'-2,"16"-3,15-3,8-3,4-1,-2-1,-3 1,-6 3,-10 3,-10 3</inkml:trace>
  <inkml:trace contextRef="#ctx0" brushRef="#br0" timeOffset="-197524.001">3943 1506,'-4'2,"0"1,6 0,9-3,14-4,15-5,13-4,12-4,8-1,6-1,-2 2,-7 3,-13 4,-17 3</inkml:trace>
  <inkml:trace contextRef="#ctx0" brushRef="#br0" timeOffset="-195657.526">1229 4246,'-14'3,"17"2,147-1,-118-5,737-47,-12 46,-383 16,-291 8,-61-13,62 8,-57-14,-16-1</inkml:trace>
  <inkml:trace contextRef="#ctx0" brushRef="#br0" timeOffset="-195235.643">2246 3993,'-2'-4,"6"3,0 3,28 14,1-2,0-2,1-1,0-1,33 4,20 7,-85-20,23 5,-1 1,0 1,-1 1,1 1,9 7,-31-16,1 0,-1 0,1 1,-1 0,1-1,-1 1,0 0,1 0,-1 0,0 0,-1 1,1-1,0 1,-1-1,1 1,-1-1,0 1,0 0,0-1,0 1,0 0,0 0,-1 0,0 0,1 0,-1 0,0 0,-1 0,1 0,0 0,-1-1,0 1,1 0,-1 0,0 0,-2 2,-5 10,0-1,-1 0,-1 0,-1-1,0 0,0-1,-10 7,-160 137,84-80</inkml:trace>
  <inkml:trace contextRef="#ctx0" brushRef="#br0" timeOffset="-194216.048">1577 5437,'160'-12,"140"8,-192 5,545-8,31 1,-588 19,16 2,-113-15,1 0,-1 0,1 0,-1 0,0 0,1 0,-1 0,1 0,-1 0,1 0,-1 1,0-1,1 0,-1 0,1 1,-1-1,1 0,-1 0,1 1,-1-1,1 0,0 1,-1-1,1 1,-1-1,1 1,0-1,-1 1,1-1,0 1,0-1,-1 1,1-1,0 1,0-1,0 1,0 0,0-1,0 1,0-1,0 1,0-1,0 1,0 0,0-1,0 1,0-1,0 1,1-1,-1 1,0-1,0 1,1-1,-1 1,0-1,1 1,-1-1,1 1,-1-1,0 0,1 1,-1-1,1 0,-1 1,1-1,-1 0,1 1,0-1,-19 10</inkml:trace>
  <inkml:trace contextRef="#ctx0" brushRef="#br0" timeOffset="-192318.35">6416 1827,'-10'6,"0"0,0 1,0 0,1 1,0 0,1 1,0-1,0 2,1-1,0 1,0 0,1 0,1 1,0 0,0 0,1 0,0 1,1-1,0 1,1 0,1-1,0 1,0 0,1 2,0-10,0 1,1 0,0 0,-1 0,2-1,-1 1,0 0,1-1,0 1,0-1,0 0,1 0,-1 0,1 0,0 0,0 0,1-1,-1 1,1-1,-1 0,1 0,0 0,0-1,1 1,-1-1,0 0,1 0,-1-1,3 1,6 3,0-1,1 0,0-2,0 1,0-1,0-1,0-1,0 0,1-1,-1 0,0-1,0 0,-1-2,1 1,0-2,-1 0,0 0,0-1,-1-1,0 0,0-1,2-1,-9 4,-1-1,1 1,-1-1,0 0,-1 1,1-2,-1 1,-1 0,1-1,-1 1,0-1,0 0,-1 1,0-1,0 0,-1 0,0 0,0 0,0 0,-1 0,0 0,-1 1,1-1,-1 0,0 1,-1-1,0 1,0 0,0 0,-1 0,0 0,0 0,0 1,-1 0,0 0,0 0,0 0,0 1,-1 0,0 0,0 1,0-1,0 1,0 0,-4 0,-2 0,0 0,0 1,0 1,-1 0,1 0,0 1,0 1,0 0,0 1,-1 0,2 1,-1 0,0 1,1 0,-1 1,1 0,1 1,-1 0,1 1,0 0,0 0,1 1,0 0,0 1,1 0,0 1,1-1,0 2,-5 8,10-14,-1-1,1 0,0 1,0 0,1-1,0 1,-1 0,2 0,-1 0,0 0,1 0,0 0,0 0,1 0,-1 0,1-1,0 1,0 0,1 0,-1 0,1-1,0 1,0-1,4 5,18 19</inkml:trace>
  <inkml:trace contextRef="#ctx0" brushRef="#br0" timeOffset="-191988.55">6751 1974,'16'4,"12"2,12 0,14 1,15 0,17-3,18 0,17-4,13-2,8-3,3-1,-2 1,-10 2,-15 0,-17 4,-24 4,-25 3,-21 0</inkml:trace>
  <inkml:trace contextRef="#ctx0" brushRef="#br0" timeOffset="-191090.781">6671 2963,'-12'5,"0"0,0 1,1 0,0 1,0 0,1 1,-1 0,2 0,-1 1,1 1,1 0,0 0,0 0,1 1,0 0,1 1,0-1,1 1,-2 8,4-11,0 0,1 1,1-1,-1 1,1-1,1 1,0 0,0-1,1 1,0 0,1-1,0 1,1-1,0 0,0 0,1 0,0 0,0-1,1 1,0-1,1 0,0 0,0-1,0 0,1 0,1 0,2 0,0 0,0-1,1 0,0-1,0 0,0-1,1 0,0-1,0 0,0 0,0-2,0 1,0-2,8 0,-12 0,-1 0,1-1,-1 0,0-1,1 0,-1 0,0 0,0-1,0 0,-1 0,1-1,-1 0,0 0,0 0,0-1,0 0,-1 0,0 0,0-1,0 0,-1 0,0 0,0-1,1-2,0 1,-2-1,1 0,-1 0,0 0,-1 0,0 0,-1 0,0-1,0 1,-1 0,0-1,-1 1,0 0,0-1,-1 1,0 0,0 0,-1 0,-1 0,0 0,0 1,0 0,-1 0,0 0,-1 0,0 1,0 0,0 0,-1 0,0 1,0 0,-1 1,0-1,0 1,0 1,0 0,-1 0,0 0,0 1,0 1,0-1,0 2,0-1,-3 2,1 1,0 1,0 0,0 0,0 1,0 0,1 1,-1 0,1 1,0 0,0 1,1 0,0 0,0 1,0 0,1 1,0 0,0 0,1 1,0-1,0 2,1-1,1 1,-1 0,2 0,-1 0,1 1,0 2,3-8,0 0,0 0,0 0,0 0,1 1,0-1,0 0,0 0,1 0,0 1,0-1,0 0,0 0,1 0,0 0,0-1,0 1,1 0,0-1,0 0,0 1,0-1,3 3,22 16</inkml:trace>
  <inkml:trace contextRef="#ctx0" brushRef="#br0" timeOffset="-190778.507">6884 3244,'33'-2,"1234"-33,-789 13,-426 19,185 4,-199 4</inkml:trace>
  <inkml:trace contextRef="#ctx0" brushRef="#br0" timeOffset="-189910.881">6684 4259,'-5'18,"1"1,1-1,0 0,2 1,0 0,1 3,0-17,1 1,-1 0,1-1,1 1,-1-1,1 1,0-1,0 1,0-1,1 0,0 0,0 0,0-1,0 1,1-1,0 1,0-1,0 0,0-1,1 1,4 2,-1-2,1 0,-1-1,0 0,1-1,0 0,0 0,-1-1,1 0,0 0,0-1,0 0,0-1,0 0,0 0,0-1,0 0,-1-1,1 0,-1 0,0-1,0 0,0 0,0-1,-1 0,0 0,0-1,0 0,-1 0,1 0,-2-1,1 0,-1 0,0-1,0 0,-1 0,0 0,0 0,-1 0,0-1,-1 1,1-6,0 8,-1 0,-1 0,1 0,-1-1,0 1,0 0,-1-1,0 1,0 0,-1-1,1 1,-1 0,-1 0,1-1,-1 1,0 0,0 1,-1-1,0 0,0 1,0-1,-1 1,0 0,0 0,0 0,0 1,-1-1,0 1,0 0,0 0,0 1,-1 0,1 0,-2 0,-5-1,-1 0,1 2,-1-1,0 2,0-1,0 2,0 0,0 1,0 0,0 0,0 2,1-1,-1 2,1 0,0 0,0 1,0 1,0 0,1 0,0 1,-6 5,13-8,0-1,-1 0,1 1,1 0,-1 0,1 0,-1 1,1-1,0 1,1-1,-1 1,1 0,0 0,0 0,1 0,-1 1,1-1,0 0,1 1,-1-1,1 1,0-1,0 0,1 1,0-1,0 0,0 1,0-1,1 0,0 0,0 0,0 0,2 2,22 20,3-6</inkml:trace>
  <inkml:trace contextRef="#ctx0" brushRef="#br0" timeOffset="-189640.608">7098 4313,'14'0,"18"0,21 0,26 0,25 0,28-2,25-4,22-2,17-2,12-2,4 1,-1 0,-10 2,-19 3,-26 4,-40 3</inkml:trace>
  <inkml:trace contextRef="#ctx0" brushRef="#br0" timeOffset="-188726.55">6845 5143,'-8'3,"0"0,0 1,0 0,0 1,1 0,0 0,0 1,1-1,-1 2,1-1,1 1,-1-1,1 1,0 1,1-1,-1 1,0 2,2-5,1 1,-1-1,1 0,0 1,0-1,1 1,-1-1,1 1,1 0,-1-1,1 1,0 0,0 0,0-1,1 1,0 0,0 0,1-1,0 1,-1-1,2 0,-1 1,1-1,0 0,0 0,0-1,0 1,1 0,0-1,0 0,0 0,1 0,-1-1,1 0,15 8,1-2,0-1,0 0,1-2,0 0,0-2,1 0,-1-2,21 0,-32-1,0-1,0 0,0-1,0 0,0-1,0 0,-1 0,1-2,-1 1,4-3,-10 4,0 0,0 0,0-1,0 1,0-1,0 0,-1 0,0 0,0-1,0 1,0-1,0 0,0 0,-1 0,0 0,0 0,0-1,-1 1,1 0,-1-1,0 1,0-1,-1 0,1 1,-1-2,-1-4,0 0,0 0,-2 1,1-1,-1 1,0 0,-1-1,0 1,-1 1,1-1,-2 1,1 0,-1 0,0 0,-1 1,0 0,0 0,-1 1,1 0,-1 0,-1 1,1 0,-1 0,0 1,0 0,0 1,0 0,-1 0,1 1,-1 0,0 1,0 0,0 0,1 1,-1 1,-7 0,9 1,0 1,1-1,-1 1,0 1,1 0,0 0,0 0,0 1,0 0,1 0,-1 0,1 1,1 0,-3 4,4-6,2-1,-1 1,0 0,1 0,0 0,0 0,0 0,0 1,0-1,1 1,0-1,0 1,0-1,1 1,0 0,0-1,0 1,0 0,1-1,-1 1,1-1,0 1,1-1,-1 1,1-1,0 2,16 17,3-6</inkml:trace>
  <inkml:trace contextRef="#ctx0" brushRef="#br0" timeOffset="-188468.619">7259 5343,'18'0,"20"0,24-3,23-2,26-3,25-3,23-1,20 1,15 3,8 2,1 3,-6 1,-14 2,-16 0,-38 0</inkml:trace>
  <inkml:trace contextRef="#ctx0" brushRef="#br0" timeOffset="-187267.507">5534 2081,'-4'11,"1"0,1 1,-1 0,2 0,0-1,0 1,1 0,0 0,1 0,1 0,0 0,-1-7,0 0,0 0,1 0,0 0,0 0,1-1,-1 1,1-1,0 1,0-1,0 0,0 0,1-1,0 1,0-1,0 0,0 0,0 0,1 0,-1-1,1 1,0-1,0 0,-1-1,1 1,2-1,-2 0,1 0,-1 0,1-1,-1 0,1 0,-1 0,1-1,-1 0,1 0,-1 0,0 0,1-1,-1 0,0 0,0-1,0 1,-1-1,1 0,-1 0,1-1,-1 1,0-1,0 0,-1 0,1-1,3-3,-1-1,0 0,-1 0,0 0,-1-1,1 1,-2-1,1 0,-2 0,1-1,-1 1,0-10,-2 11,-1 0,-1 1,1-1,-1 0,-1 1,0-1,0 1,0 0,-1 0,0 0,-1 0,0 1,0 0,-1 0,1 0,-2 0,1 1,-1 0,0 1,0-1,0 1,-1 1,1-1,-1 1,-1 1,1-1,0 1,-1 1,1 0,-1 0,0 1,-4-1,7 3,0-1,-1 1,1 0,-1 1,1 0,0 0,0 0,0 0,0 1,0 0,1 1,-1-1,1 1,0 0,0 0,0 1,1-1,-1 1,1 0,0 0,0 1,1-1,0 1,0 0,0 0,1 0,0 0,0 0,0 1,1-1,0 0,0 1,1-1,-1 4,-3 25</inkml:trace>
  <inkml:trace contextRef="#ctx0" brushRef="#br0" timeOffset="-187014.184">5373 1760,'12'0,"15"0,16 0,17-2,14-1,11 0,-1 0,-7 1,-17 1</inkml:trace>
  <inkml:trace contextRef="#ctx0" brushRef="#br0" timeOffset="-186216.724">5748 3338,'-4'-39,"2"1,2 0,1-1,2 1,2 0,9-37,-9 58,-4 24,-4 30,-7 48,4 1,4 70,10-90,-3-48</inkml:trace>
  <inkml:trace contextRef="#ctx0" brushRef="#br0" timeOffset="-185950.424">5521 2937,'9'-3,"12"0,14 1,17-1,13 2,12-3,5-2,0-2,-16-1</inkml:trace>
  <inkml:trace contextRef="#ctx0" brushRef="#br0" timeOffset="-185273.051">5735 4207,'13'-5,"-1"1,1 1,0 0,0 0,0 1,0 1,0 0,0 1,0 1,0 0,1 0,1 2,-13-2,1 0,-1 0,0 1,1-1,-1 0,0 1,0 0,1 0,-2-1,1 1,0 0,0 1,0-1,-1 0,0 0,1 1,-1-1,0 1,0-1,0 1,0 0,-1-1,1 1,-1 0,1-1,-1 1,0 0,0 0,0 0,-19 80,4-48,-3-1,-1-1,-19 27,-20 33,57-92,-1 0,1 1,0-1,0 0,0 0,0 1,0-1,0 0,0 1,0-1,0 1,1-1,-1 1,1-1,-1 1,1-1,0 1,-1 0,1-1,0 1,0 0,0-1,0 1,1 0,-1-1,0 1,1 0,-1-1,1 1,-1-1,1 1,0-1,-1 1,1-1,0 0,0 1,0-1,0 0,1 0,-1 1,0-1,0 0,1 0,-1 0,1 0,11-1,0 0,0-1,0 0,0-1,0 0,-1-1,1 0,-1-1,0-1,0 0,11-6,-13 7,41-19</inkml:trace>
  <inkml:trace contextRef="#ctx0" brushRef="#br0" timeOffset="-184971.348">5654 3872,'25'-2,"25"-6,18-5,15-3,9-4,2 0,-14 3</inkml:trace>
  <inkml:trace contextRef="#ctx0" brushRef="#br0" timeOffset="-184112.121">5948 5035,'169'-9,"-168"9,1-1,-1 1,0 0,1 0,-1 0,1 0,-1 0,1 0,-1 0,1 0,-1 1,0-1,1 0,-1 1,1 0,-1-1,0 1,1 0,-1-1,0 1,0 0,0 0,0 0,0 0,0 0,0 0,0 0,0 1,0-1,0 0,-1 0,1 1,-1-1,1 1,-1-1,1 0,-1 1,0-1,1 1,-1-1,0 1,0-1,0 1,0-1,-1 0,1 1,0-1,-5 11,0-1,0 0,-1-1,-1 1,0-1,0 0,-1-1,-6 6,-4 6,-24 35,43-55,0 1,0 0,0-1,0 1,0 0,1-1,-1 0,0 1,1-1,-1 0,1 1,-1-1,1 0,0 0,0-1,-1 1,1 0,0 0,0-1,0 1,0-1,0 0,1 1,5 1,109 49,-115-50,0 0,0 0,0 0,0 0,-1 1,1-1,-1 1,1-1,-1 1,0 0,1-1,-1 1,0 0,0 0,0 0,0 0,-1 0,1 0,0 0,-1 0,1 0,-1 0,0 0,0 0,0 1,0-1,0 0,0 0,-1 0,1 0,-1 0,1 0,-1 0,0 0,0 0,0 0,0 0,0 0,0 0,0-1,-1 1,0 0,-7 8,-1 0,0-1,-1 0,0 0,0-2,-1 1,0-1,0-1,-1 0,0-1,0 0,0-1,0-1,-11 2,22-4,1-1,-1 0,0 1,1-1,-1 0,0 0,0 0,1 0,-1 0,0 0,1-1,-1 1,0-1,1 1,-1-1,0 1,1-1,-1 0,1 0,-1 0,1 0,0 0,-1 0,1 0,0-1,0 1,0 0,-1-2,-4-11</inkml:trace>
  <inkml:trace contextRef="#ctx0" brushRef="#br0" timeOffset="-183839.33">5882 4901,'25'-7,"22"-4,16-5,10-2,3 0,-5 3,-11 3,-17 5</inkml:trace>
  <inkml:trace contextRef="#ctx0" brushRef="#br0" timeOffset="-182603.763">2860 7107,'-7'-4,"-1"7,-1 12,2 14,2 12,2 13,2 8,0 4,1-3,0-8,1-14</inkml:trace>
  <inkml:trace contextRef="#ctx0" brushRef="#br0" timeOffset="-182252.165">2714 6987,'14'2,"0"1,-1 1,1 0,-1 1,1 0,-1 1,-1 0,1 1,-1 1,-1 0,1 0,-1 1,-1 1,1 0,-2 0,1 1,-2 0,1 1,-2 0,5 9,4 3,-2 2,-1 0,-1 0,-1 1,-1 1,-2-1,-1 2,-1-1,-1 1,-2 0,0 0,-2 0,-2 0,-2 17,3-38,0 0,-1-1,0 1,0-1,-1 1,0-1,0 1,-1-1,0 0,0 0,-1 0,0 0,0-1,0 0,-1 0,0 0,0 0,-1-1,1 1,-1-1,0-1,-1 1,1-1,-1 0,0-1,0 0,0 0,0 0,-1-1,1 0,-4 0,-6-1,1-2,-1 0,1-1,0 0,0-2,0 0,0 0,0-2,-3-1,19 7,-1 0,0 0,0 0,0 0,0-1,1 1,-1 0,0 0,0 0,0-1,1 1,-1 0,0-1,0 1,1-1,-1 1,0-1,1 1,-1-1,0 1,1-1,-1 0,1 1,-1-1,1 0,-1 1,1-1,-1 0,1 0,0 1,0-1,-1 0,1 0,0 0,0 0,0 1,0-1,0 0,0 0,0 0,0 0,0 1,0-1,1 0,-1 0,0 0,0 0,1 1,-1-1,1 0,-1 1,1-1,-1 0,1 0,-1 1,14-13</inkml:trace>
  <inkml:trace contextRef="#ctx0" brushRef="#br0" timeOffset="-181633.946">3355 7201,'-10'31,"2"1,0-1,2 1,2 1,1-1,1 1,2 20,0-36,-1 92,27-454,-17 255,-1 99,4 61,-11-56,1 1,0-2,1 1,0 0,1 0,1-1,0 0,1 0,0 0,1-1,1 0,-6-9,0-1,0 1,0-1,1 0,-1 1,1-1,0 0,-1-1,1 1,0 0,0-1,0 0,0 0,0 1,1-2,-1 1,0 0,0-1,1 1,-1-1,0 0,0 0,1-1,-1 1,0-1,1 1,-1-1,0 0,0 0,0 0,0-1,0 1,0-1,0 0,-1 1,1-1,0 0,-1-1,0 1,2-2,8-10,0-1,-1-1,-1 0,-1 0,0-1,-1 0,0-1,-2 0,0 0,3-17,28-72,-37 107,0 1,0-1,1 0,-1 0,0 0,0 1,0-1,1 0,-1 0,0 0,0 0,1 1,-1-1,0 0,1 0,-1 0,0 0,0 0,1 0,-1 0,0 0,0 0,1 0,-1 0,0 0,1 0,-1 0,0 0,0 0,1 0,-1 0,0 0,1-1,-1 1,0 0,0 0,1 0,-1 0,0 0,0-1,0 1,1 0,-1 0,0-1,0 1,0 0,0 0,1-1,-1 1,0 0,0 0,0-1,0 1,0 0,0 0,0-1,0 1,3 28,-3-28,-11 437,27-359,-5-56</inkml:trace>
  <inkml:trace contextRef="#ctx0" brushRef="#br0" timeOffset="-181281.837">3997 7188,'-6'47,"2"-1,1 1,3 1,2-1,6 33,-5-65,0 0,2 0,-1 0,2 0,0-1,0 0,2 0,6 10,-10-19,0 0,0 0,0 0,1 0,-1-1,1 1,0-1,0-1,1 1,-1-1,1 0,0 0,0 0,0-1,0 0,0 0,0-1,1 1,-1-1,0-1,1 1,2-1,-3-1,0 1,0-1,-1-1,1 1,0-1,0 0,-1 0,1-1,-1 0,0 0,1 0,-1 0,-1-1,1 0,0 0,-1 0,0-1,0 1,0-1,-1 0,1-1,6-10,-1 0,-1-1,0 0,-1-1,-1 0,1-5,5-30,-3-1,-3 0,-1 0,-3 0,-4-26,2 30,1 25,1 8</inkml:trace>
  <inkml:trace contextRef="#ctx0" brushRef="#br0" timeOffset="-180981.641">4639 7094,'2'16,"3"14,6 12,7 6,7 8,9 3,6 3,4-3,2-1,3-7,-3-7,-3-7,-4-9,-6-10,-8-8</inkml:trace>
  <inkml:trace contextRef="#ctx0" brushRef="#br0" timeOffset="-180690.426">4959 7107,'-14'16,"-10"19,-7 19,-7 17,-3 14,-3 11,3 2,6-3,8-18</inkml:trace>
  <inkml:trace contextRef="#ctx0" brushRef="#br0" timeOffset="-180128.41">5962 7321,'26'-42,"-2"-2,-2-1,-2-1,-1-1,-3 0,7-37,-27 197,-5 16,-6-2,-13 41,17-121</inkml:trace>
  <inkml:trace contextRef="#ctx0" brushRef="#br0" timeOffset="-179851.149">5935 7629,'16'-3,"12"0,8 3,7 0,6 2,3-1,2 0,-2 0,-2-3,-10-1</inkml:trace>
  <inkml:trace contextRef="#ctx0" brushRef="#br0" timeOffset="-179255.843">6590 7120,'-1'8,"0"-5,-1-1,1 1,1 0,-1 0,0 0,1 0,-1 0,1 0,0 0,0 0,0 0,1 0,-1 0,1 0,-1-1,1 1,0 0,0 0,0 0,1-1,-1 1,1-1,-1 1,1-1,0 1,0-1,0 0,0 0,2 2,-1-4,0-1,0 1,-1-1,1 0,-1 0,1 0,0 0,-1 0,0 0,1-1,-1 1,0-1,0 0,0 1,0-1,0 0,0 0,0 0,-1-1,1 1,-1 0,1-1,-1 1,0-1,0 1,0-1,0 1,-1-1,1 0,-1 1,1-1,-1-1,0 2,1-1,-1 1,1 0,-1-1,0 1,0 0,0-1,-1 1,1 0,0-1,-1 1,0 0,1-1,-1 1,0 0,0 0,0 0,0 0,-1 0,1 0,0 0,-1 0,0 1,1-1,-1 0,0 1,0 0,0-1,0 1,0 0,0 0,0 0,0 0,0 0,-1 0,1 1,0-1,-1 1,1 0,0 0,-1-1,1 1,0 1,-1-1,1 0,0 1,-1-1,1 1,0 0,0-1,0 1,-1 0,1 0,0 1,0-1,-1 2,-24 39,17-18</inkml:trace>
  <inkml:trace contextRef="#ctx0" brushRef="#br0" timeOffset="-178945.674">6710 7615,'6'-9,"-1"0,0 0,-1-1,0 0,-1 0,0 0,0 0,-1-1,0 1,-1-1,0 1,-1-1,-1-7,2 17,-1 0,0 0,0-1,0 1,0 0,-1-1,1 1,0 0,0 0,-1-1,1 1,-1 0,1 0,-1 0,1-1,-1 1,0 0,0 0,0 0,1 0,-1 0,0 0,0 1,0-1,0 0,0 0,-1 1,1-1,0 1,0-1,0 1,-1-1,1 1,0 0,0-1,-1 1,1 0,0 0,0 0,-1 0,1 0,0 0,-1 0,1 1,0-1,0 0,-1 1,1-1,0 1,0 0,0-1,0 1,0 0,0-1,0 1,0 0,0 0,0 0,0 0,0 0,0 0,1 0,-1 0,0 1,-3 3,0 0,0 0,0 0,1 1,-1-1,1 1,1 0,-1 0,1 1,0-1,1 0,-1 1,1-1,0 0,1 1,0 0,0-1,0 1,1-1,0 1,0-1,0 0,1 1,0-1,0 0,1 0,0 0,0 0,3 5,13 2</inkml:trace>
  <inkml:trace contextRef="#ctx0" brushRef="#br0" timeOffset="-178577.324">7259 6880,'-12'72,"-3"-1,-25 68,-19 95,52-149,8-82,-1 0,0 0,1 1,0-1,0 0,0 0,0-1,0 1,0 0,1 0,-1-1,1 1,0 0,0-1,0 0,0 1,0-1,1 0,-1 0,1 0,-1-1,1 1,0-1,0 1,2 0,10 1,0 0,1-1,-1-1,0 0,1-2,-1 1,1-2,-1 0,0-1,0 0,0-1,0-1,0 0,-1-1,10-7,119-60,-121 61</inkml:trace>
  <inkml:trace contextRef="#ctx0" brushRef="#br0" timeOffset="-178299.68">7513 7148,'-5'13,"-1"19,1 17,0 16,2 13,1 12,3 6,1 5,1 1,0-16</inkml:trace>
  <inkml:trace contextRef="#ctx0" brushRef="#br0" timeOffset="-177399.053">2486 5143,'-41'25,"40"-24,1-1,-1 1,0 0,1 0,-1-1,0 1,1 0,-1 0,1 0,0 0,-1 0,1 0,0 0,-1 0,1 0,0 0,0 0,0 0,0 0,0 0,0 0,0 0,0-1,0 1,0 0,1 0,-1 0,0 0,1 0,-1 0,1 0,-1 0,1 0,-1 0,1-1,-1 1,1 0,0 0,0-1,-1 1,1-1,0 1,0 0,0-1,0 1,14 8,0-1,1-1,0 0,0-1,0-1,6 1,30 10,-28-7,-1 0,-1 2,0 0,-1 2,0 0,4 4,-19-12,-1-1,1 1,0 0,-1 0,0 1,-1-1,1 1,-1 1,0-1,0 0,-1 1,0 0,0-1,-1 1,0 1,0-1,0 0,-1 0,0 1,-1-1,1 0,-2 8,-3 1,-1 0,0 0,-1-1,-1 1,-1-1,0-1,-1 0,0 0,-1 0,-1-1,0-1,-1 0,0-1,-10 8,-33 30,-3-2,-38 22,-12 3</inkml:trace>
  <inkml:trace contextRef="#ctx0" brushRef="#br0" timeOffset="-176082.233">1070 3791,'-15'2,"1"0,0 1,0 1,0 0,1 0,-1 1,1 1,0 1,-3 2,5-5,1 1,0 0,0 1,0 0,1 0,0 1,0 0,1 1,0 0,0 0,1 1,0 0,0 0,1 0,0 1,1 0,0 0,1 1,0-1,1 1,0 0,0 0,1 0,0 1,1-1,1 0,0 0,0 1,1-1,1 6,6 3,1 0,0 0,1-1,1 0,1 0,1-2,1 1,0-2,2 1,27 36,-26-30,0 0,-2 1,-1 0,-1 1,-1 1,-1 0,-1 1,0 5,-7-20,0 0,-1 1,0 0,-1-1,-1 1,0 0,0 0,-1-1,-1 1,0 0,-1-1,0 1,-1-1,0 0,-1 0,0-1,-1 1,-1-1,0 1,2-6,1-1,-1 1,1-1,-2 0,1 0,0-1,-1 1,0-1,0 0,-6 2,56-6,-37 0,-1-1,1 2,0-1,-1 1,1 0,-1 0,1 1,-1 0,1 0,-1 0,0 1,0 0,0 0,-1 1,1 0,-1-1,0 2,0-1,0 1,-1 0,1 0,-1 0,0 0,0 1,-1-1,0 1,0 0,0 0,1 6,-1 9,-1 0,-1-1,-1 1,0 0,-2 0,0 0,-2-1,0 1,-1-1,-1 0,-1-1,-1 1,-1-1,-7 12,-21 51,19-48,1 1,2 0,2 1,1 1,2 0,2 1,1 0,-2 32,10-55,0 1,1-1,1 1,0-1,1 0,1 0,0 0,1 0,0-1,1 0,1-1,5 8,-8-14,0 0,1 0,0 0,0 0,0-1,1 0,0 0,0-1,1 0,-1 0,1-1,0 0,0 0,1-1,-1 0,1-1,-1 0,1 0,0 0,0-1,0-1,4 1,29-8,-4-4</inkml:trace>
  <inkml:trace contextRef="#ctx0" brushRef="#br0" timeOffset="-174322.279">173 6652,'-21'12,"0"0,0 2,1 0,1 1,1 1,-8 9,24-23,0 0,-1 0,1 0,0 1,0-1,1 1,-1 0,0-1,1 1,0 0,-1 0,1 0,0 0,1 0,-1 0,0 0,1 0,0 0,0 0,0 0,0 0,0 1,1-1,-1 0,1 0,0 0,0 0,0 0,0 0,0-1,1 1,-1 0,1-1,0 1,1 1,8 5,0-1,0 0,1-1,-1-1,1 1,1-2,7 3,38 19,-52-25,-1 1,0 0,1 0,-1 0,0 1,0-1,-1 1,1 1,-1-1,0 0,0 1,0 0,-1 0,1 0,-1 1,-1-1,1 1,-1-1,0 1,0 0,0 0,-1 0,0 0,0 0,-1 0,0 0,0 0,0 0,-1 0,0 0,0 1,0-2,-1 1,0 0,0 0,0 0,-1 1,-1-2,-1 0,1 0,-1 0,1-1,-1 0,-1 0,1 0,-1 0,1-1,-1 0,0 0,0 0,0-1,-1 0,0 0,4-1,1 0,-1-1,1 1,-1-1,0 0,1 1,-1-1,0-1,1 1,-1 0,1 0,-1-1,0 0,1 1,-1-1,1 0,-1 0,1 0,0-1,0 1,-1-1,1 1,0-1,0 0,0 1,0-1,1 0,-1 0,1-1,-1 1,1 0,-1 0,1-1,0 1,0-1,0 1,1-1,-1 0,1 1,-1-1,1 1,0 0,0 0,0 0,0 0,0 0,1 0,-1 0,1 0,-1 0,1 0,0 0,0 0,0 0,0 0,0 0,0 1,0-1,1 0,-1 1,0-1,1 1,0-1,-1 1,1 0,1-1,58-30,-43 24,19-8,0-3,-2-1,0-1,-1-2,-1-2,-1 0,2-6,-29 27,-1 0,0-1,1 0,-2 0,1 0,-1 0,1 0,-1-1,-1 1,1-1,-1 0,0 0,0 0,-1 0,0 0,0-4,-1 9,0-1,0 1,0 0,0 0,-1 0,1 0,0 0,-1-1,1 1,-1 0,1 0,-1 0,1 0,-1 0,0 1,0-1,1 0,-1 0,0 0,0 1,0-1,0 0,0 1,0-1,0 0,0 1,0 0,0-1,0 1,0 0,-1-1,1 1,0 0,0 0,0 0,0 0,-1 0,1 0,0 0,0 1,-1-1,-43 24,40-18,1 1,1 0,-1 0,1 1,1-1,-1 1,1-1,0 1,1 0,0 0,0 0,1 0,0 0,0 0,1-1,0 1,0 0,1 0,0 0,1-1,-1 1,1-1,1 0,3 7,-4-8,1 0,-1 0,1 0,0-1,1 1,-1-1,1 0,0 0,0-1,1 1,-1-1,1 0,0-1,0 1,0-1,1 0,-1-1,1 0,0 0,-1 0,1-1,0 0,0 0,0-1,0 1,0-2,0 1,0-1,0 0,-1 0,1-1,0 0,1-1,8-9,-1-2,0 1,-2-2,1 0,-2 0,0-2,-1 1,0-1,-2-1,0 0,-1 0,0-1,1-10,12-21,-3-1,-2-1,-3-1,-1 0,-3-1,-3 1,-2-2,-2 1,-3-19,0 62,0 0,-1-1,0 1,-1 0,0 0,0 0,-2 0,0 0,5 10,0-1,-1 1,0-1,1 1,-1 0,0-1,0 1,0 0,0-1,0 1,0 0,0 0,0 0,0 0,0 0,-1 0,1 0,0 0,-1 1,1-1,-1 1,1-1,-1 1,1-1,-1 1,1 0,-1-1,1 1,-1 0,1 0,-1 0,1 0,-1 1,0-1,1 0,-1 1,1-1,-1 1,1-1,0 1,-1 0,1-1,0 1,-1 0,1 0,0 0,0 0,0 0,0 0,0 1,-1 0,-8 11,0 2,1-1,1 1,0 1,1 0,0 0,2 0,0 0,0 1,2 0,0 0,1 3,-4 6,2 0,1-1,1 2,1-1,1 0,2 0,0 0,2 0,1 0,1-1,1 0,1 0,1-1,1 1,1-2,15 22,-18-35,1 0,1-1,-1 0,2-1,-1 0,1 0,0-1,1-1,-1 0,1 0,0-2,1 1,0-1,-5-2,-1 0,1 0,0-1,0 0,0 0,0-1,0 0,0 0,0-1,-1 0,1-1,0 0,0 0,-1 0,1-1,-1 0,0 0,0-1,0 0,0-1,-1 1,1-2,2-3,0-1,-1-1,0 1,0-2,-1 1,-1-1,0 0,0 0,-1 0,-1-1,0 0,-1 0,0 0,-1 0,-1 0,0-1,-1 1,0-1,-1 1,0-3,-13-20,14 35,0 1,-1-1,1 1,-1-1,0 1,1-1,-1 1,1 0,-1-1,0 1,1 0,-1 0,0-1,1 1,-1 0,0 0,1 0,-1 0,0 0,0 0,1 0,-1 0,0 0,0 0,1 0,-1 0,0 0,1 1,-1-1,0 0,1 0,-1 1,1-1,-1 1,0-1,1 1,-1-1,1 0,-1 1,1 0,-1-1,1 1,-1-1,1 1,0 0,-1-1,1 1,0 0,-6 11,0-1,1 1,0 0,1 1,0-1,1 1,1 0,0 0,1 0,0 0,1 7,-2-12,1-1,0 1,1-1,0 1,0 0,0-1,1 1,1-1,-1 1,1-1,0 0,1 1,-1-1,1 0,1-1,0 1,0-1,0 1,0-1,1 0,0 0,0-1,1 0,0 0,0 0,0-1,3 2,31 5,-1-7</inkml:trace>
  <inkml:trace contextRef="#ctx0" brushRef="#br0" timeOffset="-173663.099">1497 6613,'-3'4,"-5"6,0 0,0 0,1 1,0 1,1-1,0 1,1 0,0 0,1 1,0-1,1 1,1 0,-1 8,3-18,0 0,1-1,-1 1,1 0,0-1,0 1,0-1,0 1,0-1,1 1,-1-1,0 0,1 0,0 0,0 0,0 0,0 0,0 0,0 0,0-1,0 1,1-1,-1 0,0 0,1 0,0 0,-1 0,1 0,-1 0,3-1,82-2,-66-5,-1-1,0-1,0-1,-1-1,-1 0,0-1,0-1,-1-1,-1-1,0 0,-1-1,-1 0,0-2,-1 1,-1-2,6-13,-8 12,-2-1,0-1,-1 0,-1 0,-2 0,0-1,-1 1,-1-1,-1 0,-1 1,-2-1,0 0,-1 1,-4-15,-11-38,-3 2,-4 0,-22-44,8 27,39 91,0-1,0 1,0-1,-1 0,1 1,0-1,0 0,0 1,-1-1,1 0,0 0,0 1,-1-1,1 0,0 0,-1 1,1-1,0 0,-1 0,1 0,0 1,-1-1,1 0,0 0,-1 0,1 0,-1 0,1 0,0 0,-1 0,1 0,-1 0,1 0,0 0,-1 0,1 0,0 0,-1 0,1-1,-1 1,1 0,0 0,-1 0,1 0,0-1,0 1,-1 0,1-1,0 1,-1 34,3 1,1-1,1 1,2-1,4 11,-3-10,111 512,-115-532,-2-5,1-1,0 1,1-1,0 1,0-1,1 0,0 0,0-1,1 1,0-1,1 0,5 6,-8-13,0 0,0-1,0 1,0-1,0 0,0 0,0 0,0 0,0 0,0-1,0 1,0-1,0 0,0 0,0 0,0 0,0 0,-1-1,1 1,0-1,-1 0,1 0,-1 0,0 0,0 0,0 0,0-1,0 1,0-1,0 1,0-4,16-16,-1-2,-1 0,-1-1,-2-1,0 0,-2-1,7-23,-12 33,-5 43,-4-4,0-5,1-1,0 0,1 1,1-1,1 1,0-1,2 10,-2-23,0-1,0 1,0 0,0 0,0-1,1 1,-1 0,1-1,0 0,0 1,-1-1,2 0,-1 0,0 0,0 0,1 0,-1-1,1 1,-1-1,1 1,-1-1,1 0,0 0,0 0,0 0,0-1,0 1,0-1,-1 0,1 0,0 0,1 0,21-3</inkml:trace>
  <inkml:trace contextRef="#ctx0" brushRef="#br0" timeOffset="-173416.054">2285 6386,'-13'2,"-10"1,-5 0,3-1</inkml:trace>
  <inkml:trace contextRef="#ctx0" brushRef="#br0" timeOffset="-173129.824">1831 6278,'14'3,"15"0,15-5,13-4,11-6,2-2,-10 0</inkml:trace>
  <inkml:trace contextRef="#ctx0" brushRef="#br0" timeOffset="-173128.824">2433 6519,'4'18,"2"9,4 1,3-1,2-6,-3-5</inkml:trace>
  <inkml:trace contextRef="#ctx0" brushRef="#br0" timeOffset="-172863.428">2379 6158</inkml:trace>
  <inkml:trace contextRef="#ctx0" brushRef="#br0" timeOffset="-171878.551">1336 1693,'-1'0,"0"1,0 0,0 0,0 0,0 0,1 1,-1-1,0 0,1 0,-1 0,0 1,1-1,-1 0,1 1,0-1,0 0,-1 1,1-1,0 0,0 1,0-1,0 1,0-1,1 0,-1 1,0-1,1 0,-1 1,1-1,-1 0,1 1,-1-1,1 0,0 0,0 0,0 0,0 0,0 0,0 0,0 0,0 0,13 17,0 0,1-1,1-1,0-1,1 0,1-1,7 3,-18-11,53 36,59 52,-117-92,1 0,-1 1,0-1,0 1,0 0,0-1,0 1,-1 0,1 0,-1 0,0 0,0 0,0 0,0 0,-1 1,1-1,-1 0,0 0,1 1,-2-1,1 0,0 1,-1-1,1 0,-1 0,0 0,0 0,0 0,-1 0,1 0,-1 0,1 0,-1 0,-1 0,-14 19,0-1,-2-1,0-1,-2-1,0-1,0-1,-2 0,2 0,-168 121,100-73</inkml:trace>
  <inkml:trace contextRef="#ctx0" brushRef="#br0" timeOffset="-169570.641">495 129,'-3'12,"0"12,0 11,1 10,1 5,2 6,3 2,2 1,1-1,0-10</inkml:trace>
  <inkml:trace contextRef="#ctx0" brushRef="#br0" timeOffset="-168861.422">628 409,'10'7,"1"0,-2 0,1 1,-1 0,0 1,-1 0,0 0,0 1,-1 0,0 1,-1-1,0 1,-1 0,0 1,-1-1,0 1,-1 0,0 0,-1 0,0 0,-1 2,-1-13,0 0,0-1,0 1,-1-1,1 1,0-1,0 1,0-1,0 1,0 0,0-1,0 1,0-1,0 1,0-1,0 1,0-1,0 1,0-1,0 1,0-1,1 1,-1-1,0 1,0-1,1 1,-1-1,0 1,1-1,-1 1,0-1,1 0,-1 1,1-1,-1 0,0 1,1-1,-1 0,1 0,-1 1,1-1,-1 0,1 0,0 0,-1 0,1 0,-1 0,1 0,-1 1,1-2,-1 1,1 0,-1 0,1 0,-1 0,1 0,-1 0,1-1,58-107,4-4,-63 112,1-1,0 1,-1 0,1 0,0-1,-1 1,1 0,0 0,-1 0,1 0,0 0,0 0,-1 0,1 0,0 0,0 0,-1 0,1 0,0 1,-1-1,1 0,0 0,-1 1,1-1,0 0,-1 1,1-1,-1 1,1-1,-1 1,1-1,-1 1,1-1,-1 1,1 0,-1-1,0 1,1 0,-1-1,0 1,0 0,0-1,1 1,-1 0,0-1,0 1,0 0,0 0,0-1,0 1,0 0,0 0,0-1,-1 1,2 3,1 0,1 10,1 0,1 0,0 0,1-1,0 0,1 0,1 0,0-1,1 0,0-1,0 0,5 4,-11-13,0 0,0 0,0 0,1-1,-1 1,0-1,1 0,-1 0,1 0,-1 0,1 0,-1-1,1 0,0 0,-1 0,1 0,-1 0,1-1,0 1,-1-1,1 0,-1 0,0 0,1-1,-1 1,0-1,0 0,0 0,0 0,0 0,0-1,2-1,3-4,1-1,-1 0,0 0,-1-1,0 0,-1 0,0-1,0 0,1-4,2-14,-2-1,0 1,-2-1,-2 0,0-1,-2 1,-1-1,-2 1,-1 0,-1 0,-1 0,-2 0,-1 1,-10-23,-2 6,19 46,1 0,-1 0,1 0,-1 0,1 1,-1-1,1 0,-1 0,1 0,0 1,-1-1,1 0,-1 1,1-1,0 0,-1 1,1-1,0 0,-1 1,1-1,0 1,0-1,-1 0,1 1,0-1,0 1,0-1,0 1,-1-1,1 1,0-1,0 1,0-1,0 1,0-1,0 1,0-1,1 1,-1-1,0 1,0-1,0 1,0-1,1 1,-1-1,0 0,0 1,33 213,-23-157,3 23,4-1,19 54,-35-128,0 1,1 0,-1-1,1 1,0-1,1 0,-1 1,1-1,0 0,0-1,1 1,0 0,-1-1,1 0,1 0,-1 0,1 0,-1-1,1 0,0 0,0 0,0 0,1-1,0 0,-3-2,0-1,-1 1,1-1,-1 0,1 0,-1 0,1 0,-1 0,0-1,0 1,1-1,-1 1,0-1,0 0,-1 0,1 0,0 0,-1 0,2-2,14-23</inkml:trace>
  <inkml:trace contextRef="#ctx0" brushRef="#br0" timeOffset="-168600.956">1016 142,'4'10,"14"2,18-5,20-9,19-5,9-5,3 0,-14 2</inkml:trace>
  <inkml:trace contextRef="#ctx0" brushRef="#br0" timeOffset="-167377.949">1523 610,'14'-251,"-14"244,0 6,0 1,-1-1,1 1,0-1,-1 1,1-1,0 1,0-1,0 1,-1-1,1 1,0-1,0 1,0-1,0 1,0-1,0 0,0 1,0-1,0 1,1-1,-1 1,0-1,0 1,0-1,1 1,-1-1,0 1,0-1,1 1,-1-1,0 1,1 0,-1-1,1 1,-1-1,0 1,1 0,-1 0,1-1,-1 1,1 0,-1 0,1-1,-1 1,1 0,-1 0,1 0,0 0,-1 0,1 0,-1 0,1 0,-1 0,1 0,-1 0,1 0,-1 0,1 0,0 1,-1-1,1 0,-1 0,0 1,1-1,11 5,0-1,0 0,1 0,-1-2,1 1,-1-2,1 1,0-2,0 0,7-1,38 3,-55-2,-1 0,0 0,1 1,-1-1,0 1,0 0,0 0,0 0,1 0,-1 0,0 0,-1 0,1 1,0-1,0 1,0-1,-1 1,1 0,-1-1,1 1,-1 0,0 0,0 0,0 0,0 0,0 1,0-1,-1 0,1 0,-1 1,3 77,-4-54,1-22,-1 0,1-1,0 1,0 0,0-1,0 1,1 0,-1 0,1-1,0 1,0-1,0 1,1-1,0 1,-1-1,1 0,0 0,0 0,1 0,-1 0,0 0,1 0,0-1,0 1,0-1,0 0,0 0,0 0,0-1,1 1,-1-1,1 1,-1-1,1 0,0 0,13-1,0 0,0-2,-1 1,1-2,-1 0,1-2,-1 1,0-2,-1 0,1-1,-1 0,-1-1,1-1,3-4,-11 10,-1 0,1-1,-1 0,1 0,-1-1,0 0,-1 0,1 0,-1-1,0 1,0-1,-1-1,1 1,-2-1,1 1,-1-1,0 0,0 0,1-7,-6 9,1 1,-2-1,1 1,0 0,-1-1,0 1,0 0,0 1,-1-1,1 0,-1 1,0 0,0 0,0 0,0 1,0-1,-1 1,1 0,-1 0,0 0,1 1,-1 0,0 0,0 0,0 0,0 1,0 0,-2 0,2 0,-1 1,1 0,0 1,-1-1,1 1,0 0,0 1,1-1,-1 1,0 0,1 0,-1 0,1 0,0 1,0 0,1 0,-1 0,1 0,0 1,0-1,0 1,1 0,-1 0,1 0,0 0,1 0,-1 0,1 1,0-1,0 0,1 1,-1-1,1 0,1 1,-1-1,1 1,0-1,0 0,0 1,1-1,0 0,2 4,-2-6,0 0,0-1,0 1,1 0,0-1,-1 0,1 0,0 0,0 0,0 0,0 0,0-1,1 1,-1-1,0 0,1 0,-1 0,1-1,-1 1,1-1,-1 0,1 0,-1 0,1 0,-1-1,1 0,-1 1,1-1,2-1,4-2,1 1,-2-1,1-1,0 0,-1 0,0-1,0 0,-1-1,3-2,-3 2,-1 0,0-1,0 0,0 0,-1 0,0-1,-1 0,0 0,0-1,-1 1,1-4,-7 21,1 1,0-1,0 1,1 0,0-1,0 1,1 0,0-1,1 1,0-1,0 1,1-1,0 0,1 2,-2-5,0-1,1 1,-1-1,1 0,-1 0,1 0,0 0,1 0,-1-1,1 0,-1 1,1-1,0-1,0 1,1 0,-1-1,0 0,1 0,-1 0,1-1,0 0,0 1,-1-2,1 1,0 0,1-1,-3 0,0-1,1 1,-1-1,0 0,1 0,-1 0,0 0,0 0,0-1,0 0,0 1,0-1,-1 0,1 0,0-1,-1 1,0 0,1-1,-1 0,0 1,0-1,-1 0,1 0,-1 0,1 0,-1 0,1-2,16-91,-17-57,-1 151,1 0,-1 0,1 0,0-1,-1 1,1 0,0 0,0 0,1 0,-1 0,0 0,0 0,1 1,0-1,-1 0,1 1,0-1,-1 1,1 0,0 0,0-1,0 1,0 0,0 1,1-1,-1 0,0 1,0-1,0 1,2-1,73 3,-63-1,-10-1,0 0,0 0,1 0,-1 1,0-1,0 1,0 0,0 0,0 1,0-1,0 1,0 0,-1 0,1 0,-1 1,1-1,-1 1,0 0,0-1,0 1,0 1,-1-1,1 0,-1 1,0 0,0-1,0 1,1 2,0 61,-4-62,-1 0,2 0,-1 0,0 0,1 0,0-1,0 1,1 0,-1 0,1 0,0 0,0 0,1-1,-1 1,1 0,0-1,0 0,1 1,0-1,-1 0,1 0,0 0,1-1,-1 1,1-1,-1 0,1 0,0 0,0 0,1 0,-1-1,9 0,0-1,0-1,0 0,0 0,0-1,0-1,0 0,0-1,-1-1,1 0,-1 0,0-1,0-1,-1 0,1 0,-1-1,-1-1,8-6,-1 4,-1-2,-1 0,0 0,0-2,-1 0,-1-1,0 0,-1 0,-1-2,-1 1,4-9,-12 23,-1-1,0 0,1 1,-1-1,0 0,0 0,-1 0,1 0,0 0,-1 0,0 0,0 0,0 0,0 0,0 0,-1 0,1 0,-1 0,0 0,0 0,0 0,0 0,0 1,-1-1,1 0,-1 1,0-1,0 1,1 0,-2-1,1 1,0 0,0 0,-1 0,1 1,-1-1,0 1,1-1,-1 1,0 0,0 0,0 0,0 0,0 1,0-1,-3 1,1 0,-1 0,1 1,0 0,-1 0,1 0,0 0,0 1,-1 0,1 0,1 0,-1 1,0 0,1 0,-1 0,1 0,0 1,0 0,0 0,0 0,1 0,0 0,0 1,0-1,0 1,1 0,-1 0,1 0,1 0,-1 0,1 1,0-1,0 0,0 1,1-1,0 0,0 1,0-1,0 1,1-1,0 0,1 1,-1-1,1 0,0 0,0 0,0 0,1 0,0 0,0-1,0 1,4 2,0 0,0-1,0 0,1 0,0-1,0 0,1 0,-1-1,1 0,0 0,0-1,0-1,1 1,5 0,136 12,-143-15,56 2</inkml:trace>
  <inkml:trace contextRef="#ctx0" brushRef="#br0" timeOffset="-166678.992">347 1185,'148'221,"-89"-176,-57-44,-1 0,1 0,0-1,0 1,0-1,0 1,0-1,0 0,0 0,0 0,0 0,0 0,0 0,-1-1,1 1,0-1,0 1,0-1,0 0,0 1,-1-1,1 0,0 0,-1 0,1-1,-1 1,1 0,-1-1,1 1,-1-1,0 1,0-1,0 1,0-1,1-1,42-128,-34 90,-1 9,-6 15,1 0,1 0,0 0,2 1,0-1,1 2,0-1,5-5,21-4,-17 21</inkml:trace>
  <inkml:trace contextRef="#ctx0" brushRef="#br0" timeOffset="-165891.886">1083 1198,'-18'2,"0"1,1 1,0 0,0 1,0 1,1 1,-1 0,1 1,1 1,0 0,0 1,1 0,-7 8,-11 26,31-43,0 0,1 0,-1 0,1 0,0 0,-1 0,1 0,-1 0,1 0,0 0,0 0,0 0,0 0,0 0,0 0,0 0,0 0,0 0,0 0,1 1,-1-1,0 0,1 0,-1 0,0-1,1 1,0 0,-1 0,1 0,-1 0,1 0,0-1,0 1,0 0,-1 0,1-1,0 1,0-1,0 1,0-1,0 1,0-1,0 1,0-1,0 0,0 0,1 1,9-1,1 0,-1 0,1-1,-1-1,0 0,0 0,1-1,-1-1,-1 0,1 0,-1-1,1 0,-1-1,9-6,61-56,-80 69,0 0,0-1,0 1,0-1,0 1,1 0,-1-1,0 1,0-1,0 1,1-1,-1 1,0-1,1 1,-1-1,0 1,1-1,-1 1,1-1,-1 0,1 1,-1-1,1 0,-1 1,1-1,-1 0,1 0,-1 1,1-1,0 0,-1 0,1 0,-1 0,1 0,-1 0,1 0,0 0,-1 0,1 0,-1 0,1 0,0 0,-1 0,1 0,-1-1,1 1,-1 0,1-1,-1 1,1 0,-1-1,1 1,-1 0,1-1,-1 1,0-1,1 1,-1-1,1 1,-1-1,0 1,0-1,1 1,9 72,-9-70,0 0,0 0,0 0,0 0,0-1,0 1,1 0,-1-1,1 1,-1-1,1 1,-1-1,1 0,0 0,0 0,-1 0,1 0,0 0,0 0,0 0,0-1,0 1,0-1,0 0,1 1,-1-1,0 0,0 0,0 0,0-1,0 1,0 0,2-2,10-2,0-2,-1 1,0-2,0 0,0-1,-1 0,0-1,0 0,-1 0,-1-2,0 1,0-1,-1-1,6-9,1 0,-2-1,-1-1,0 0,-2-1,0 0,-2-1,-1 0,-1-1,-1 1,-1-1,-1 0,-1-5,-2 24,-1 1,1-1,-1 1,0-1,-1 0,1 1,-1-1,-1 1,1-1,-1 1,0 0,0-1,-1 1,0 0,0 1,-1-1,3 5,0-1,0 1,0 0,0 0,0 0,0 1,-1-1,1 0,0 0,-1 1,1-1,-1 1,1-1,0 1,-1-1,1 1,-1 0,1 0,-1 0,1 0,-1 0,1 0,-1 0,1 0,-1 1,1-1,-1 0,1 1,-1 0,1-1,0 1,-1 0,1-1,0 1,0 0,-1 1,-37 42,32-31,1 1,0-1,0 1,2 0,-1 0,2 0,0 1,1-1,0 1,1 0,1-1,0 1,1 0,1-1,0 1,1 0,0-1,1 0,1 0,0 0,1-1,1 0,0 0,1 0,0-1,0 0,2 0,-1-1,2-1,-1 1,1-2,1 1,10 5,-18-12,0 0,0 0,0-1,1 0,-1 1,0-2,1 1,0 0,-1-1,1 0,0 0,0-1,0 1,-1-1,1 0,0 0,0-1,0 1,0-1,-1 0,1 0,0-1,-1 1,1-1,-1 0,0-1,1 1,-1-1,0 1,0-1,-1 0,4-4,55-130,-62 137,0 0,0 1,1-1,-1 0,0 1,0-1,0 0,0 0,1 1,-1-1,0 0,0 0,1 1,-1-1,0 0,0 0,1 0,-1 0,0 1,0-1,1 0,-1 0,0 0,1 0,-1 0,0 0,1 0,-1 0,0 0,1 0,-1 0,0 0,1 0,-1 0,0 0,1 0,-1 0,0 0,0 0,1-1,-1 1,0 0,1 0,-1 0,0 0,0-1,1 1,-1 0,0 0,0-1,0 1,1 0,-1 0,0-1,0 1,0 0,0-1,0 1,1 0,-1-1,0 1,0 0,6 34,-5-27,-1 0,0-1,1 0,-1 0,1 0,1 0,-1 0,1 0,0-1,0 1,1 0,0-1,0 1,0-1,0 0,1 0,0-1,0 1,0-1,1 0,-1 0,1 0,0 0,0-1,1 0,-1 0,1 0,2 0,11-2</inkml:trace>
  <inkml:trace contextRef="#ctx0" brushRef="#br0" timeOffset="-165599.197">1737 945,'10'11,"11"6,2 1</inkml:trace>
  <inkml:trace contextRef="#ctx0" brushRef="#br0" timeOffset="-165314.835">2179 1078,'-6'-3,"-1"1,1 0,-1 0,0 0,0 1,1 0,-1 0,0 0,0 1,0 0,0 1,0 0,0 0,0 0,0 1,1 0,-1 0,1 0,-1 1,1 0,0 0,0 1,0 0,1 0,-1 0,1 1,0 0,0 0,-1 2,2-2,0 1,0-1,0 1,1 0,0 1,0-1,1 0,0 1,0 0,0-1,1 1,0 0,0 0,1 0,0 0,0 0,1-1,-1 1,2 0,-1 0,1 0,0-1,0 2,1-5,-1-1,0 1,1-1,-1 0,1 0,0 0,0 0,0 0,0-1,0 0,0 1,0-1,0 0,1 0,-1-1,0 1,1-1,-1 1,0-1,1 0,-1 0,0-1,1 1,-1-1,2 0,77-33,-69 24,-1 0,0-1,-1-1,0 0,-1 0,0-1,-1 0,-1-1,0 0,-1 0,0-1,-1 0,-1 0,0 0,-1-1,-1 0,0 0,-2 0,1 0,-2 0,0 0,-1 0,0 0,-2 0,0 1,0-1,-2 0,0 1,-4-8,9 21,0 1,0-1,-1 0,1 1,-1-1,1 0,-1 1,1-1,-1 1,0-1,0 1,0 0,0-1,0 1,0 0,0-1,0 1,-1 0,1 0,0 0,-1 0,1 0,-1 0,1 1,-1-1,1 0,-1 1,1-1,-1 1,0 0,1-1,-1 1,0 0,1 0,-1 0,0 0,1 0,-3 1,1 4,-1 1,1-1,0 1,0 0,1 0,0 0,0 1,0-1,1 0,0 1,0-1,1 1,-1-1,2 4,-2-5,0 7,0 0,1 0,0 0,1 0,0 0,1 0,0 0,1 0,0-1,1 1,0-1,1 0,0 0,1 0,0-1,1 0,0 0,1 0,0-1,0-1,1 1,0-1,0 0,4 1,23 10</inkml:trace>
  <inkml:trace contextRef="#ctx0" brushRef="#br0" timeOffset="-164404.595">2566 1078,'-3'-3,"0"0,0 0,0 0,0 0,0 1,-1-1,1 1,-1 0,0 0,0 0,0 1,0-1,0 1,0 0,0 0,0 0,0 1,-1 0,1-1,0 1,0 1,0-1,-1 1,1-1,0 1,0 1,0-1,0 0,0 1,0 0,-3 2,2 1,0 0,0 1,0-1,1 1,-1 0,1 1,1-1,-1 1,1 0,1-1,-1 1,1 1,0-1,1 0,-1 0,2 1,-1-1,1 1,0-1,0 0,1 3,0-7,1 0,-1 0,1 0,0 0,0-1,0 1,0 0,0-1,0 0,1 1,-1-1,1 0,0 0,0 0,-1-1,1 1,0-1,0 0,1 1,-1-1,0-1,0 1,0 0,1-1,-1 1,0-1,1 0,-1 0,0-1,1 1,-1-1,0 1,0-1,0 0,1 0,-1-1,0 1,0-1,-1 1,1-1,0 0,0 0,-1 0,1 0,-1-1,7-3,0-1,0 0,-1-1,0 0,0-1,-1 1,0-1,-1-1,0 1,0-1,-1 0,0 0,-1-1,0 1,-1-1,0 0,0 0,-1-7,-10 43,7-14,0 1,0 0,1-1,0 1,1-1,1 1,0-1,2 6,-4-13,1-1,0 1,0-1,1 1,-1-1,1 0,0 0,0 0,0 0,0 0,0 0,1 0,-1-1,1 1,0-1,-1 1,1-1,0 0,1 0,-1-1,0 1,0-1,1 1,-1-1,1 0,-1 0,1-1,2 1,-3-1,1 0,-1 0,1-1,-1 1,0-1,1 0,-1 0,0 0,0-1,0 1,0-1,0 1,0-1,0 0,0 0,-1 0,1-1,-1 1,1-1,-1 1,0-1,0 0,0 0,-1 0,1 0,-1 0,1 0,-1 0,0 0,21-100,-21 78,-1 0,0 0,-2 1,-2-1,0 0,-6-19,9 44,1-1,-1 0,0 0,1 0,-1 0,1 0,-1 0,1 0,0 0,-1 0,1 0,0 0,0 0,-1 0,1-1,0 1,0 0,1 0,-1 0,0 0,0 0,0 0,1 0,-1 0,0 0,1 0,-1 0,1 0,-1 0,1 0,0 0,-1 0,1 0,0 1,0-1,0 0,-1 0,1 1,0-1,0 1,0-1,0 1,0-1,0 1,0-1,0 1,0 0,0 0,0 0,1-1,0 1,126 1,-120-2,-7 1,0-1,1 1,-1-1,0 1,1 0,-1-1,0 1,1 0,-1 0,1 0,-1 0,0 0,1 0,-1 0,1 1,-1-1,0 0,1 1,-1-1,0 1,1 0,-1-1,0 1,0 0,0 0,0 0,0 0,0 0,0 0,0 0,0 0,0 0,0 0,0 0,-1 0,1 1,-1-1,1 2,-18 116,16-116,1-1,-1 1,1 0,0 0,0 0,0 0,0 0,1-1,-1 1,1 0,-1 0,1 0,0-1,0 1,0 0,1-1,-1 1,0-1,1 1,0-1,0 0,-1 0,1 0,1 0,-1 0,0 0,0 0,1-1,-1 1,1-1,-1 0,1 1,0-1,-1 0,1-1,0 1,0 0,0-1,-1 0,1 0,2 1,4-4,0 0,0 0,0 0,0-1,0-1,-1 0,1 0,-1 0,-1-1,1 0,-1 0,0-1,0 0,-1-1,0 1,0-1,-1 0,0-1,-1 1,1-1,-1 0,-1 0,0 0,0 0,-1-1,0 1,-1-1,0-4,1-66,-2 78,0 0,0-1,0 1,-1-1,1 1,-1 0,1-1,-1 1,0 0,0 0,0 0,0 0,-1 0,1 0,0 0,-1 0,0 0,1 0,-1 1,0-1,0 1,0-1,0 1,0 0,0 0,0 0,0 0,-1 0,1 0,0 1,-1-1,-2 2,0 0,0 1,-1 0,1 0,0 0,1 0,-1 1,0-1,1 1,-1 1,1-1,0 0,0 1,0 0,1 0,-1 0,1 1,0-1,0 1,1-1,-1 1,-1 5,1-5,-1 1,1 0,1 0,-1 0,1 0,0 0,0 0,0 1,1-1,0 1,1-1,-1 1,1-1,1 1,-1-1,1 1,0-1,0 1,1-1,0 0,0 1,0-1,1 0,0-1,3 6,4-3,0 0,0-1,1 0,0-1,0 0,1 0,0-1,0-1,0 0,0 0,1-2,-1 1,1-2,0 1,-1-2,2 0,97 8,-2-7</inkml:trace>
  <inkml:trace contextRef="#ctx0" brushRef="#br0" timeOffset="-163268.756">9184 1707,'238'3,"-233"-3,0 0,0 0,0 0,1 1,-1 0,0 0,-1 1,1-1,0 1,0 0,-1 0,1 1,-1-1,1 1,-1 0,0 0,0 0,0 1,-1-1,1 1,-1 0,0 0,0 1,0-1,-1 0,0 1,0-1,0 1,0 1,1 16,-2 1,0-1,-1 1,-2-1,0 1,-2-1,0 0,-1 0,-2 0,-3 7,6-14,-32 108,5-21,4 1,-2 42,26-133,0-1,1 0,1 1,0-1,0 1,1-1,0 1,1 0,1-1,0 1,0-1,1 0,0 0,1 0,1 0,-1-1,2 1,-1-1,2 0,-1-1,1 1,1-2,-1 1,1-1,3 2,-2-5,1 1,0-2,0 0,0 0,0-1,1 0,-1 0,1-1,-1-1,1 0,0 0,0-1,0-1,0 0,-1 0,1-1,0 0,-1-1,0 0,3-2,23-8,-2-3,0 0,-1-3,-1 0,4-5,-36 24,0 1,0 0,0-1,0 1,0-1,0 1,0 0,0-1,0 1,1-1,-1 1,0-1,0 1,0 0,1-1,-1 1,0-1,1 1,-1-1,1 0,-1 1,0-1,1 1,-1-1,1 0,-1 1,1-1,-1 0,1 1,0-1,-1 0,1 0,-1 0,1 0,-1 1,1-1,0 0,-1 0,1 0,0 0,-1 0,1 0,-1-1,1 1,-1 0,1 0,0 0,-1 0,1-1,-1 1,1 0,-1-1,1 1,-1 0,1-1,-1 1,1-1,-1 1,0 0,1-1,-1 1,0-1,1 1,-1-1,0 0,0 1,1-1,-1 1,-9 45,-5 86,21-74,2 0,2-1,4 0,1-1,6 7,10 39,1 29,-5 1,-7 1,-5 1,-6 0,-5 1,-7 0,-5-1,-7 1,-15 58,20-137,-1 0,-4 0,-1-1,-20 44,34-95,0 0,0 1,0-1,0 0,0 0,-1 1,1-1,-1 0,0-1,0 1,0 0,-1-1,1 1,0-1,-1 1,0-1,1 0,-1 0,0 0,0-1,0 1,0-1,-1 1,1-1,0 0,-1-1,1 1,0 0,-1-1,1 0,-1 0,1 0,-1 0,-2-1,1 1,0-2,0 1,1 0,-1-1,1 0,-1 0,1 0,-1-1,1 1,0-1,0 0,0 0,1-1,-1 1,1-1,0 0,0 0,0 0,0 0,1 0,-1 0,1-1,0 0,1 1,-1-1,0-3,3-9</inkml:trace>
  <inkml:trace contextRef="#ctx0" brushRef="#br0" timeOffset="-162398.361">10627 2856,'0'16,"0"14,0 12,0 4,3 3,0-2,2-3,0-5,0-7,-2-8</inkml:trace>
  <inkml:trace contextRef="#ctx0" brushRef="#br0" timeOffset="-162218.843">10641 2522,'-13'-9,"-8"-3,1 5,3 8,7 9,12 9,10 6,8 6,0-3</inkml:trace>
  <inkml:trace contextRef="#ctx0" brushRef="#br0" timeOffset="-161910.668">10828 3190,'18'-10,"-1"-1,-1-1,0 0,0-1,-1-1,-1-1,0 0,-1 0,-1-2,-1 1,0-1,-1-1,-1 0,7-17,-8-18,-8 53,0-1,0 0,0 0,0 0,0 0,0 0,0 0,0 0,0 0,0 0,-1 0,1 0,0 0,-1 0,1 0,-1 0,1 1,-1-1,1 0,-1 0,1 1,-1-1,0 0,0 0,1 1,-1-1,0 1,0-1,0 1,0-1,1 1,-1 0,0-1,0 1,0 0,0 0,0-1,0 1,0 0,0 0,0 0,0 0,0 1,0-1,0 0,0 0,0 0,0 1,0-1,0 1,-6 3,-1 1,1 0,1 0,-1 0,1 1,0 0,0 1,0-1,1 1,0 0,1 1,-1-1,1 1,1 0,0-1,-1 4,-2 2,1 0,0 0,1 0,1 1,0 0,1-1,0 1,1 3,1-12,0 0,0 0,1 0,-1-1,1 1,0 0,1-1,-1 1,1-1,0 1,0-1,0 0,0 0,1 0,0 0,0 0,0 0,0-1,1 0,-1 1,1-1,0-1,0 1,0 0,1-1,27 13</inkml:trace>
  <inkml:trace contextRef="#ctx0" brushRef="#br0" timeOffset="-161421.932">11376 2856,'-8'-2,"0"0,-1 1,1 0,0 1,-1-1,1 2,-1-1,1 1,0 1,0-1,-1 1,-1 2,6-4,1 2,0-1,0 0,0 1,0-1,0 1,0 0,0 0,0 0,1 0,-1 1,1-1,-1 1,1-1,0 1,0 0,0 0,1 0,-1 0,1 0,-1 0,1 1,0-1,0 0,1 1,-1-1,1 0,0 1,-1-1,2 3,1 2,0-1,1 1,0-1,0 0,1 0,0 0,1-1,-1 1,1-1,0 0,0-1,1 1,0-1,0 0,0 0,1-1,1 1,0 2,173 121,-180-128,0 0,0 1,0-1,0 0,-1 1,1-1,0 0,0 1,0-1,0 1,0 0,-1-1,1 1,0 0,-1-1,1 1,0 0,-1 0,1-1,-1 1,1 0,-1 0,1 0,-1 0,0 0,1 0,-1 0,0 0,0 0,0 0,0 0,0 0,0 0,0 0,0 0,0 0,0 0,-1 0,1 0,0-1,-1 1,1 0,0 0,-1 0,1 0,-1 0,0 0,1-1,-1 1,0 0,1-1,-1 1,0 0,0-1,0 1,1-1,-1 1,0-1,0 1,0-1,0 0,-3 0,0 0,0 0,1-1,-1 1,0-1,0 0,1 0,-1 0,1-1,-1 0,1 1,-1-1,1 0,0 0,0-1,0 1,0-1,0 1,1-1,-1 0,1 0,0 0,0-1,0 1,0 0,0-1,1 1,-1-1,1 1,0-1,0 0,1 0,-1 1,1-1,0 0,0 0,0 0,0 0,1 1,-1-1,1 0,0 0,0 1,1-3,3-5,0 0,1 1,0 0,0 0,1 0,0 1,1 0,0 1,1-1,-1 2,1-1,1 1,0 0,0 1,0 1,0-1,1 1,0 1,0 0,0 1,1 0,-1 1,8-1,-16 2,1 0,-1 0,1 0,-1 0,1 1,-1 0,1 0,-1 0,1 0,0 0,-1 1,1-1,-1 1,1 0,-1 0,1 1,-1-1,0 1,0-1,0 1,0 0,0 0,0 0,0 1,0-1,-1 1,2 1,1 8,-1 0,0 1,-1-1,0 1,-1-1,0 1,-1 0,-1 0,0 1,1-4,9 138,-3-133,1-8</inkml:trace>
  <inkml:trace contextRef="#ctx0" brushRef="#br0" timeOffset="-161168.611">11670 2562,'-9'9,"1"8,10 7,10 9,4-1</inkml:trace>
  <inkml:trace contextRef="#ctx0" brushRef="#br0" timeOffset="-160657.206">12005 3203,'0'-67,"2"8,-3 0,-3 0,-2 1,-6-20,8 57,4 21,1-1,0 1,0-1,-1 1,1-1,0 1,0 0,-1-1,1 1,0 0,0 0,0-1,0 1,-1 0,1 0,0 0,0 0,0 0,0 0,0 1,-1-1,1 0,0 0,0 1,0-1,-1 0,1 1,0-1,0 1,-1-1,1 1,0-1,-1 1,1-1,-1 1,1 0,0-1,-1 1,1 0,-1-1,0 1,1 0,9 5,10 2,0-1,1-1,-1 0,1-2,15 1,34 8,-67-13,0 1,0 0,0 0,0 0,0 0,0 0,0 1,0-1,-1 1,1 0,-1 0,1 0,-1 0,1 0,-1 0,0 1,0-1,0 1,-1-1,1 1,-1 0,1 0,-1 0,0 0,0 0,0 0,0 0,-1 0,1 0,-1 0,0 0,0 1,0-1,0 0,-14 152,14-153,0 1,0-1,0 1,0-1,0 1,1-1,-1 1,1-1,-1 1,1-1,0 0,0 1,0-1,0 0,0 1,1-1,-1 0,1 0,-1 0,1 0,0-1,0 1,0 0,0-1,0 1,0-1,0 0,1 0,-1 0,0 0,1 0,-1 0,1 0,-1-1,0 1,1-1,0 0,-1 0,1 0,-1 0,2 0,11-3,-1 0,0-1,0-1,0 0,0 0,-1-2,0 0,0 0,-1-1,0-1,0 0,-1 0,-1-1,1 0,-1-1,-1-1,0 1,-1-1,5-10,12-30,-24 66,-3 36,0-32,0 1,2-1,0 1,1-1,0 1,2-1,0 0,1 1,1-2,4 11,-8-26,0 0,-1 0,1 0,0-1,0 1,0 0,0 0,0-1,1 1,-1 0,0-1,1 0,-1 1,1-1,-1 0,1 1,0-1,0 0,-1 0,1-1,0 1,0 0,0-1,0 1,0-1,0 1,0-1,0 0,0 0,0 0,0 0,0 0,0 0,0-1,0 1,0-1,0 1,0-1,0 0,0 0,1-1,14-12</inkml:trace>
  <inkml:trace contextRef="#ctx0" brushRef="#br0" timeOffset="-160401.287">12659 2482,'0'0</inkml:trace>
  <inkml:trace contextRef="#ctx0" brushRef="#br1" timeOffset="-106531.58">10614 6586,'5'37,"10"-60,-9-2,-1-1,-1 0,-1 0,-1 0,-2 0,0 0,-2 0,-1 0,-1 0,-2-2,3 14,-1 0,0 0,-2 1,1 0,-2 0,0 0,0 1,-8-10,12 18,0 0,-1 0,1 0,-1 1,0-1,1 1,-1 0,-1 0,1 1,0-1,-1 1,1 0,-1 0,0 0,0 1,0-1,1 1,-1 1,0-1,0 1,0-1,0 2,-1-1,1 0,0 1,-4 1,2 0,0 1,-1 0,1 1,0 0,1 0,-1 0,1 1,-1 0,2 0,-1 0,0 1,1 0,0 0,0 0,1 1,0 0,0 0,1 0,-1 0,2 0,-1 2,-5 14,1 2,1-1,1 1,1 0,1 0,2 2,-2-2,1 0,1 1,2-1,1 0,0 1,2-1,1 0,1-1,1 1,1-1,1-1,2 1,0-2,1 1,1-2,1 1,-8-16,0 0,0 1,0-2,1 1,-1-1,2 0,-1-1,0 1,1-1,0-1,0 0,0 0,0 0,0-1,1 0,-1-1,1 0,-1 0,1-1,-1 0,1 0,0-1,-1 0,2-1,13-6,-1 0,0-2,-1-1,0 0,0-2,-1 0,-1-2,0 0,-1 0,-1-2,-1 0,0-2,-1 1,-1-2,6-10,-26 65,4-28,0 1,0 0,1-1,0 1,0 0,1 0,0 0,0 0,1-1,0 1,1 0,-1 0,1-1,1 1,0-1,0 0,0 0,1 0,0 0,0 0,1-1,-1 0,2 0,-1 0,1-1,-1 1,1-1,1-1,-1 1,1-1,2 0,1 0,-1-1,1 0,0-1,0 0,0-1,0 0,0 0,0-1,7-1,-13 1,-1 0,1 0,0-1,-1 0,1 0,0 0,-1 0,1 0,-1-1,0 1,1-1,-1 0,0 0,0 0,0-1,0 1,0-1,-1 1,1-1,-1 0,0 0,0 0,0 0,0-1,0 1,-1 0,1-1,-1 1,1-4,-3-2,0 1,0-1,0 1,-1-1,0 1,-1-1,0 1,0 0,-1 1,0-1,-1 0,1 1,-1 0,-1 0,1 0,-1 1,0 0,-1 0,1 1,-6-4,-1-3,-1 0,-1 1,0 1,0 1,-1 0,-16-7,21 7,31 7,41 0,8-2,-1 4,68 7,-128-7,0 0,0 1,0 0,0 0,0 1,0 0,0 0,-1 1,1 0,-1 0,0 0,0 1,0 0,0 1,-1 0,0 0,0 0,0 1,-1-1,1 2,-1-1,-1 0,1 1,-1 0,0 0,-1 0,2 4,-3 73,-1-83,0 1,0-1,0 1,0-1,0 0,1 0,-1 1,0-1,1 0,-1 0,0 0,1-1,-1 1,1 0,0 0,-1-1,1 1,0-1,-1 0,1 1,0-1,-1 0,1 0,0 0,0 0,-1 0,1 0,0-1,-1 1,1-1,0 1,-1-1,1 1,-1-1,1 0,-1 0,1 0,-1 0,1 0,-1 0,0 0,0 0,1-2,18-8,-1-1,-1 0,0-2,0 0,-2-1,0-1,0 0,-2-1,0-1,-1 0,-1-1,5-10,-46 111,27-76,1-1,0 1,0 0,1 0,0 0,0-1,0 1,0 0,1 0,0-1,1 1,-1 0,1-1,0 1,0-1,1 0,-1 0,1 0,0 0,1 0,-1 0,1-1,0 0,0 0,0 0,1 0,0 0,-1-1,1 0,0 0,1 0,-1-1,2 1,39 11,1-6</inkml:trace>
  <inkml:trace contextRef="#ctx0" brushRef="#br1" timeOffset="-105797.537">12378 6506,'-16'0,"0"1,-1 0,1 1,0 1,0 1,0 0,1 1,-1 0,1 2,0-1,-13 10,26-15,1-1,-1 1,0 0,1 0,-1 0,1 0,-1 0,1 0,0 1,-1-1,1 1,0-1,0 0,0 1,0 0,0-1,0 1,0 0,1-1,-1 1,0 0,1 0,0-1,-1 1,1 0,0 0,0 0,0 0,0 0,0-1,1 1,-1 0,0 0,1 0,0-1,-1 1,1 0,0 0,0-1,0 1,0-1,0 1,0-1,9 7,0 0,1-1,0 0,1-1,-1 0,1-1,0 0,0-1,11 2,5 4,-21-8,14 5,-1 0,1 1,-2 1,1 1,-2 1,1 0,10 10,-27-20,0 0,0 1,0-1,0 1,-1-1,1 1,-1-1,1 1,-1 0,1 0,-1 0,0-1,0 1,0 1,0-1,0 0,-1 0,1 0,-1 0,1 1,-1-1,0 0,0 0,0 1,0-1,0 0,0 0,0 0,-1 1,0-1,1 0,-1 0,0 0,0 0,0 0,0 0,0 0,0 0,-1 0,0 1,-3 1,-1 0,0 0,1-1,-1 0,0 0,-1 0,1-1,0 1,-1-2,1 1,-1-1,0 0,-4 0,8 0,1-1,-1 0,1 0,-1 0,1 0,-1 0,1 0,0-1,-1 1,1-1,-1 0,1 0,0 0,-1 0,1 0,0 0,0 0,0-1,0 1,0-1,0 0,0 1,1-1,-1 0,1 0,-1 0,1 0,0-1,-1 1,1 0,0 0,1-1,-1 1,0-1,1 1,-1 0,1-3,1-4,0 0,1 1,1-1,-1 1,1-1,1 1,-1 0,1 0,1 0,-1 1,1 0,1 0,-1 0,1 0,1 1,-1 0,1 0,0 1,2-2,8-7,0 1,1 0,0 1,1 1,1 1,-1 1,2 0,-1 2,1 0,0 1,-18 6,-1-1,0 1,0 0,0 0,1-1,-1 2,0-1,0 0,0 0,1 1,-1-1,0 1,0 0,0 0,0-1,0 1,0 0,0 1,0-1,-1 0,1 1,0-1,-1 1,1-1,-1 1,1 0,-1 0,0-1,0 1,0 0,0 0,0 0,0 0,0 0,-1 1,1-1,-1 0,1 0,-1 0,0 1,0-1,0 1,2 85,-3-73,0 0,1 0,1 0,0-1,1 1,1 0,0-1,3 6,-5-17,1 1,-1-1,1 0,0 0,0 0,0-1,1 1,-1 0,0-1,1 0,0 1,0-1,-1 0,1 0,0-1,1 1,-1-1,0 1,0-1,1 0,-1 0,0 0,1-1,-1 1,1-1,-1 0,1 0,-1 0,1 0,-1-1,1 0,1 0,23-6</inkml:trace>
  <inkml:trace contextRef="#ctx0" brushRef="#br1" timeOffset="-105544.141">12780 6306,'9'16,"19"7,5 0</inkml:trace>
  <inkml:trace contextRef="#ctx0" brushRef="#br1" timeOffset="-104692.897">13408 6639,'-31'-16,"15"6,-2 1,1 0,-1 1,0 1,-1 1,0 0,0 2,0 0,0 1,-19-1,31 6,0 0,0 0,0 0,0 1,1 0,-1 0,1 1,0-1,0 2,0-1,1 0,-1 1,1 0,0 1,0-1,1 1,0 0,0 0,0 0,1 0,0 1,0 0,0-1,1 1,0 0,0 0,1 0,0 1,0-1,1 0,0 5,0-9,0 1,1 0,-1 0,1-1,0 1,0 0,0-1,0 1,1-1,-1 1,1-1,0 1,0-1,0 0,1 0,-1 0,1-1,0 1,-1 0,1-1,0 0,0 0,1 0,-1 0,0 0,1 0,-1-1,1 0,0 0,-1 0,1 0,0 0,-1-1,1 0,0 0,0 0,0 0,13 0,0-2,1 0,-2-1,1 0,0-2,-1 0,0-1,0 0,0-1,-1-1,0 0,0-2,-1 1,-1-2,1 0,-2 0,9-10,-11 9,0-1,-1 0,0-1,-1 0,-1 0,0 0,-1-1,0 0,-1 0,-1-1,-1 1,1-9,1-17,-2 0,-1 0,-3 0,-2-10,3 51,0-27,-3 0,0 0,-1 0,-2 1,-7-22,13 47,0 0,0 0,-1 0,1 0,0 0,0 0,-1 0,1 0,0 1,-1-1,1 0,-1 0,1 0,-1 1,1-1,-1 0,0 1,1-1,-1 0,0 1,0-1,1 1,-1-1,0 1,0-1,0 1,1 0,-1-1,0 1,0 0,0 0,0-1,0 1,0 0,0 0,0 0,-18 30,8 13,2 1,1 0,3 1,2 0,1 4,0-26,0 0,1 0,2 0,0 0,1 0,2 0,0-1,1 0,2 1,0-2,1 1,1-1,10 15,-15-30,0-1,0-1,1 1,0-1,0 1,0-1,1-1,-1 1,1-1,0 0,0 0,0-1,0 0,0 0,1 0,-1-1,1 0,-1 0,1 0,-1-1,1 0,-1-1,1 1,-1-1,1 0,-1-1,6-1,0-1,-1 0,0-1,1 0,-2-1,1 0,-1-1,0 0,0-1,-1 0,0 0,0-1,-1 0,0 0,3-6,-4 4,-1 0,0 0,-1-1,-1 0,1 0,-2 0,0-1,0 1,-1-1,-1 1,0-5,-4-7,3 23,0 1,0 0,0 0,0-1,-1 1,1 0,0 0,0-1,0 1,-1 0,1 0,0 0,0-1,-1 1,1 0,0 0,0 0,-1 0,1 0,0 0,-1-1,1 1,0 0,-1 0,1 0,0 0,0 0,-1 0,1 0,0 0,-1 0,1 0,0 1,-1-1,1 0,0 0,0 0,-1 0,1 0,0 0,-1 1,1-1,0 0,0 0,0 0,-1 1,1-1,0 0,0 0,0 1,-1-1,1 0,0 1,0-1,0 0,0 0,0 1,0-1,0 0,0 1,0-1,0 0,0 1,0-1,0 0,0 0,0 1,0-1,0 0,0 1,-5 12,0 0,1 0,1 1,0 0,1-1,0 1,1 0,1 0,1 13,-1-20,1 0,-1 1,1-1,1 0,0 0,0 0,0 0,1 0,0-1,0 1,0-1,1 0,0 0,1 0,-1 0,1-1,0 0,0 0,1 0,-1 0,1-1,0 0,1 0,-1-1,0 0,1 0,0 0,0-1,0 0,0 0,0-1,5 1,-5-1,0 0,0-1,0 0,1 0,-1-1,0 1,0-2,0 1,0-1,0 0,0 0,0-1,-1 0,1 0,-1 0,0-1,0 0,0-1,0 1,-1-1,0 0,0 0,0-1,0 1,-1-1,0 0,0 0,-1-1,0 1,0-1,0 0,-1 0,1-2,0-101,-5 80,2 28,0 0,0 0,0 1,0-1,0 0,0 0,1 0,-1 0,0 0,1 0,0 0,-1 1,1-1,0 0,0 1,0-1,0 0,0 1,1-1,-1 1,0 0,1-1,-1 1,1 0,-1 0,1 0,0 0,-1 0,1 0,0 0,0 1,0-1,-1 1,1-1,0 1,0 0,0-1,0 1,0 0,0 0,0 1,0-1,16-2,0 1,0 1,0 1,0 0,0 1,0 1,0 1,-1 1,0 0,12 6,-26-10,-1 0,1 1,-1-1,1 1,-1 0,1-1,-1 1,0 1,0-1,0 0,0 0,0 1,0-1,-1 1,1-1,-1 1,0 0,0 0,0-1,0 1,0 0,-1 0,1 0,-1 0,0 0,0 0,0 0,0 2,-29 83,7-26,21-60,1 0,0 0,-1 0,1 0,0 0,0 0,0 0,1 0,-1 0,0 0,1 0,0 0,-1 0,1 0,0 0,0 0,0-1,0 1,0 0,0 0,1-1,-1 1,0-1,1 1,0-1,-1 0,1 0,0 0,-1 0,1 0,0 0,1 1,69 13,-27-13,-1-1,0-3,1-2,-1-2,36-5</inkml:trace>
  <inkml:trace contextRef="#ctx0" brushRef="#br1" timeOffset="-84729.042">9090 8324,'-23'-9,"-1"1,0 2,0 0,0 1,-23 0,45 4,0 1,0 0,0 0,0 0,0 0,0 0,0 1,1-1,-1 1,0-1,0 1,0 0,0-1,0 1,1 0,-1 0,0 1,1-1,-1 0,1 0,-1 1,1-1,-1 1,1-1,0 1,0 0,0-1,0 1,0 0,0 0,1 0,-1 0,1-1,-1 1,1 0,-1 0,1 0,0 0,0 0,0 0,0 0,1 1,-1 5,0-1,1 0,-1 0,2 0,-1 0,1 0,0 0,0 0,1 0,0-1,0 1,1-1,0 0,0 0,4 4,-6-7,1 0,0 0,-1 0,1 0,0-1,1 1,-1-1,0 0,1 0,-1 0,1-1,0 1,-1-1,1 0,0 0,0 0,0 0,0-1,0 0,0 1,0-1,0-1,-1 1,1-1,0 1,0-1,0 0,0-1,1 1,-1-2,0 1,0 0,-1-1,1 0,0 0,-1 0,0-1,0 1,0-1,0 1,0-1,-1 0,1 0,-1 0,0-1,-1 1,1 0,-1-1,0 1,0-1,1-2,0-100,-24 31,22 76,0 0,0 0,0 1,-1-1,1 0,0 0,0 0,-1 1,1-1,0 0,0 0,-1 0,1 0,0 0,-1 0,1 1,0-1,0 0,-1 0,1 0,0 0,-1 0,1 0,0 0,-1 0,1 0,0-1,-1 1,1 0,0 0,0 0,-1 0,1 0,0 0,0-1,-1 1,1 0,0 0,0 0,-1-1,1 1,0 0,0 0,0-1,-1 1,1 0,0 0,0-1,0 1,0 0,0-1,0 1,0 0,0 0,-1-1,1 1,1 29,0-16,1 0,0-1,1 1,0-1,1 0,1 0,0 0,0-1,1 1,1-1,0-1,0 1,1-1,0 0,1-1,0 0,0-1,1 1,0-2,8 5,-13-10,-1-1,1 0,-1 0,1 0,0-1,-1 1,1-1,-1 0,1-1,0 1,-1-1,1 0,-1 0,1 0,-1-1,0 1,2-2,18-9</inkml:trace>
  <inkml:trace contextRef="#ctx0" brushRef="#br1" timeOffset="-84067.53">9358 7989,'-5'-6,"1"-3,6 5,7 7,8 16,7 17,3 23,0 27,-8 28,-17 29,-36 33,-46 34,-11-18</inkml:trace>
  <inkml:trace contextRef="#ctx0" brushRef="#br1" timeOffset="-83090.564">10333 8244,'0'359,"1"-335,0 0,1 0,1-1,1 1,2-1,2 6,-6-22,0-1,1 1,0-1,0 0,0 0,1-1,0 1,0 0,0-1,1 0,-1 0,1-1,1 1,-1-1,1 0,-1-1,1 1,0-1,0 0,1 0,-1-1,1 0,-1 0,1-1,13 1,-1-2,1 0,-1-1,1-1,-1-1,0-1,0 0,0-2,-1 0,0-1,0 0,0-2,-1 0,0-1,-1-1,3-3,15-10</inkml:trace>
  <inkml:trace contextRef="#ctx0" brushRef="#br1" timeOffset="-82837.243">10253 8671,'23'0,"23"-4,18-4,11-6,5-2,-5 0,-11-1,-13 3,-16 4</inkml:trace>
  <inkml:trace contextRef="#ctx0" brushRef="#br1" timeOffset="-82628.801">10266 8298,'21'6,"22"1,22-6,17-8,9-6,1-5,-6 0,-15 2,-21 4</inkml:trace>
  <inkml:trace contextRef="#ctx0" brushRef="#br1" timeOffset="-82295.18">10187 7950,'15'-3,"20"0,22 0,19-4,17-3,11-2,2-1,-9 1,-16 8,-23 9,-23 3</inkml:trace>
  <inkml:trace contextRef="#ctx0" brushRef="#br1" timeOffset="-81089.24">11483 8444,'5'0,"8"0,10 0,12 0,8 0,6 0,4 0,2 0,-2 2,-3 1,-5 0,-6-1,-7 0,-10-1</inkml:trace>
  <inkml:trace contextRef="#ctx0" brushRef="#br1" timeOffset="-80833.922">11510 8805,'18'0,"18"0,16-2,10-4,9 1,1-1,-3 3,-3 0,-5 1,-5 2,-12-1</inkml:trace>
  <inkml:trace contextRef="#ctx0" brushRef="#br1" timeOffset="-80444.153">12526 8618,'-4'4,"0"0,1 0,-1 1,1-1,0 1,0 0,0 0,1 0,0 0,0 0,0 0,1 1,0-1,0 1,0-1,0 1,1 0,0-1,0 1,1-1,-1 1,1-1,1 1,-1-1,1 1,0-1,0 0,0 0,1 0,-1 0,1 0,1-1,-1 1,0-1,1 0,0 0,4 3,5 0,0-1,0 0,0-2,1 1,-1-2,1 1,0-2,0 0,0-1,1 0,-1-1,0-1,0 0,0-1,0 0,0-1,13-5,-18 5,0-1,0 0,0 0,-1-1,1 0,-1-1,0 0,-1 0,1 0,-1-1,-1 0,1-1,-1 1,0-1,-1-1,0 1,0-1,-1 0,0 0,-1 0,0 0,0-1,-1 1,0-1,-1 1,0-1,0 0,-1 0,0 0,-1 1,0-1,-1 0,0 0,0 1,-1 0,0-1,-1 1,0 0,0 0,-3-2,1 2,-1 1,0 0,-1 1,1 0,-1 0,-1 0,1 1,-1 1,0-1,-1 1,1 1,-1 0,0 0,0 1,0 0,0 1,-1 0,1 1,-1 0,1 0,-1 1,1 0,-1 1,1 1,-1-1,1 2,0-1,0 1,0 1,0 0,1 0,-1 1,1 0,0 1,1 0,-1 0,1 1,-2 2,1 3,1 1,0 0,1 0,1 0,0 1,1 0,0 0,1 0,0 1,2-1,-1 1,2 0,0 0,1 0,0 0,1-1,1 3,5 46</inkml:trace>
  <inkml:trace contextRef="#ctx0" brushRef="#br1" timeOffset="-79267.708">13395 8699,'7'18,"6"15,4 13,-1 13,-10 14,-20 18,-35 18,-9-10</inkml:trace>
  <inkml:trace contextRef="#ctx0" brushRef="#br1" timeOffset="-41386.52">14545 8511,'-1'-5,"1"1,-1 0,-1-1,1 1,0 0,-1 0,0 0,0 0,0 0,-1 1,1-1,-1 0,0 1,0 0,0 0,0 0,-1 0,1 0,-1 1,1-1,-1 1,0 0,0 0,0 1,0-1,-1 1,1 0,0 0,-1 0,1 0,0 1,-1 0,1 0,-1 0,1 0,0 1,-1 0,1 0,0 0,-1 0,-1 2,-2 3,0 1,0 0,1 0,0 1,0 0,1 0,0 1,0-1,1 1,0 1,0-1,1 1,1-1,0 1,0 0,1 0,0 1,1-1,0 0,0 1,1-1,0-4,1-1,0 1,0-1,0 0,0 1,1-1,0 0,0 0,0 0,1 0,0 0,0-1,0 1,0-1,1 0,0 0,0 0,0 0,0-1,0 1,1-1,-1 0,1-1,0 1,0-1,0 0,0 0,1 0,-1-1,0 0,1 0,-1 0,1-1,0 0,14 2,-1-1,0-1,1-1,-1 0,0-2,0 0,0-2,0 0,0 0,-1-2,0 0,-1-1,1-1,-2-1,1 0,1-3,-12 9,-1-1,1 1,-1-1,1 0,-2 0,1-1,0 1,-1-1,0 0,-1 0,1-1,-1 1,0-1,-1 0,0 1,0-1,0 0,-1 0,1-6,-2 13,-1 0,1 1,0-1,-1 0,1 0,0 0,-1 0,1 0,0 0,-1 0,1 0,0 0,-1 0,1 0,0 0,-1 0,1 0,0 0,-1 0,1-1,0 1,-1 0,1 0,0 0,0 0,-1-1,1 1,0 0,0 0,-1 0,1-1,0 1,0 0,0-1,-1 1,1 0,0 0,0-1,0 1,0 0,0-1,0 1,-4 20,1 0,1 1,0 0,2-1,1 1,0 0,2-1,3 13,-5-25,0-1,0 0,1 0,0 0,1 0,0-1,0 1,0-1,1 1,-1-1,2 0,-1 0,1-1,0 0,0 1,0-1,1-1,-1 1,1-1,0 0,2 0,21 5</inkml:trace>
  <inkml:trace contextRef="#ctx0" brushRef="#br1" timeOffset="-41099.285">14799 7963,'-14'0,"-4"4,5 7,12 8,17 7,18 9,14 5,-1-5</inkml:trace>
  <inkml:trace contextRef="#ctx0" brushRef="#br1" timeOffset="-40757.341">15052 8792,'13'-12,"0"0,-1-1,0 0,-1-1,-1-1,0 1,-1-1,-1-1,0 0,-1 0,-1 0,-1-1,0 0,-1 0,-1 0,0-1,-1 1,-1-1,-1 0,0 1,-2-1,0 1,-1-1,-3-11,6 26,-1 1,1 0,-1-1,1 1,-1 0,0 0,0-1,0 1,0 0,0 0,-1 0,1 0,0 0,-1 1,0-1,1 0,-1 1,0-1,0 1,0-1,0 1,0 0,0 0,0 0,0 0,-1 0,1 1,0-1,-1 0,2 3,-1 0,1-1,-1 1,1 0,0-1,-1 1,1 0,0 0,0 0,0 0,1 0,-1 0,0 0,1 0,0 1,-1-1,1 0,0 0,0 0,0 1,0-1,0 0,1 0,-1 0,1 0,0 1,-1-1,1 0,1 1,0 0,0 1,0-1,1-1,-1 1,1 0,0 0,0-1,0 1,0-1,0 0,0 0,1 0,-1-1,0 1,1-1,0 0,-1 0,1 0,0 0,2 0,81 3,134-33,-219 29,0-1,-1 1,1 0,-1 0,1 0,-1 1,1-1,-1 0,1 1,0-1,-1 0,0 1,1 0,-1-1,1 1,-1 0,0 0,1 0,-1 0,0 0,0 0,0 0,0 0,0 0,0 1,0-1,0 0,0 1,-1-1,1 1,-1-1,1 1,-1-1,1 1,-1-1,0 1,0-1,1 1,-1-1,0 1,-1 0,1-1,0 1,0-1,-1 1,1-1,-1 1,-14 62,-4 45,20-105,-1 0,1 0,-1 0,1 0,0 0,1 0,-1 0,1-1,-1 1,1 0,0-1,1 1,-1-1,1 0,-1 0,1 0,0 0,0 0,0 0,1-1,-1 0,0 1,1-1,0-1,0 2,10 2,0 0,0-1,1-1,-1 0,1-1,-1-1,1 0,0 0,1-2,36 0</inkml:trace>
  <inkml:trace contextRef="#ctx0" brushRef="#br1" timeOffset="-39929.94">16309 8364,'-25'0,"-1"0,1 2,0 1,0 1,0 1,0 1,1 1,-1 1,2 2,-1 0,2 1,-5 4,22-12,0 0,0 0,0 1,0 0,1 0,0 0,0 0,0 1,0-1,1 1,-1 0,1 0,0 1,1-1,-1 1,1-1,1 1,-1 0,1-1,-1 1,2 0,-1 0,1 0,0 0,0 0,0 0,1 0,0 0,0 0,1-1,-1 1,1 0,0-1,1 1,2 4,2-2,0 1,0-2,1 1,0-1,0 0,1-1,-1 0,1 0,1-1,-1 0,1 0,0-1,0-1,4 2,14 2,0 0,1-2,-1-1,23 0,-29-3,1-1,-1-1,0-1,0-1,0-1,0 0,0-2,-1-1,11-5,-22 8,-1 0,0-1,0 0,0-1,-1 0,0 0,0-1,-1 0,1 0,-1-1,-1 0,0 0,0 0,0-1,-1 0,-1 0,1 0,-1-1,-1 1,0-1,1-6,-2 7,0-1,-1 1,0-1,-1 1,0 0,0-1,-1 1,0-1,-1 1,0 0,0 0,-1-1,0 2,-1-2,4 9,0 1,0-1,-1 0,1 0,0 0,-1 0,1 0,0 1,-1-1,1 0,-1 0,1 0,-1 1,1-1,-1 0,0 1,1-1,-1 1,0-1,1 1,-1-1,0 1,0-1,0 1,1-1,-1 1,0 0,0 0,0-1,0 1,0 0,0 0,1 0,-1 0,0 0,0 0,0 0,0 0,0 1,0-1,0 0,1 1,-1-1,0 0,0 1,0-1,1 1,-1-1,0 1,0-1,1 1,-1 0,1-1,-1 1,0 0,0 0,-4 10,1 0,0 0,0 1,1-1,0 1,1 0,1 0,0 0,0 0,1 0,1 0,0 0,0 0,1 0,2 4,-2-9,0 0,1 0,0-1,0 1,1-1,-1 0,1 0,1 0,-1 0,1-1,0 0,0 0,1 0,-1-1,1 1,0-1,0-1,0 1,1-1,-1 0,1 0,0-1,0 0,0 0,0-1,0 0,0 0,0-1,0 0,1 0,-1 0,0-1,0 0,1-1,4-1,1 0,-1-1,1-1,-1 0,-1-1,1 0,-1-1,0 0,0-1,-1 0,0 0,0-1,-1-1,0 0,-1 0,0 0,-1-1,0 0,-1-1,0 1,0-1,-2 0,1-1,-1 1,-1-1,-1 0,1 0,-2 0,0 0,-1-5,-1 64,3-34,0 0,0 0,1 1,1-1,0-1,0 1,1-1,1 0,0 0,0 0,6 5,-9-11,1 0,1 0,-1-1,1 0,0 0,0 0,0 0,0-1,0 0,1 0,0 0,-1-1,1 0,0 0,0 0,1-1,-1 0,0 0,0 0,0-1,1 0,-1 0,6-2,-3 1,1-1,-1-1,0 1,0-2,0 1,-1-1,1 0,-1-1,0 0,0-1,-1 1,1-1,-1-1,0 1,-1-1,0 0,0-1,0-1,5-7,-2 0,0 0,-1-1,-1 0,0-1,-2 0,0 0,2-13,0 6,-1 40,-5 46,-1-41,0 0,1-1,1 1,1 0,0-1,5 12,-7-27,0-1,0 1,1-1,0 0,-1 0,1 0,0 0,0 0,1 0,-1 0,1-1,-1 1,1-1,0 1,0-1,0 0,0 0,0-1,0 1,2 0,15 3</inkml:trace>
  <inkml:trace contextRef="#ctx0" brushRef="#br1" timeOffset="-39767.377">17432 7989,'-13'0,"-8"0,-2 0,4 3,6 4,14 7,20 5,19 1,3-2</inkml:trace>
  <inkml:trace contextRef="#ctx0" brushRef="#br1" timeOffset="-39407.299">17967 7602,'-84'-85,"84"84,0 1,-1-1,1 0,0 1,0-1,-1 0,1 1,-1-1,1 1,0-1,-1 0,1 1,-1-1,1 1,-1 0,0-1,1 1,-1-1,1 1,-1 0,0-1,1 1,-1 0,0 0,1-1,-1 1,0 0,1 0,-1 0,0 0,0 0,1 0,-1 0,0 0,1 0,-1 1,0-1,0 0,1 0,-1 1,1-1,-1 0,0 1,1-1,-1 0,1 1,-1-1,1 1,-1-1,1 1,-1-1,1 1,-1 0,1-1,0 1,-1-1,1 1,0 0,-1-1,1 1,0 0,0-1,0 1,0 0,0 0,0 0,0 54,0-53,37 334,-23 151,-13-472,10 98,-10-108,0-1,0 0,0 0,1 0,0 0,0 0,0 0,1 0,-1-1,1 1,0-1,0 0,0 1,0-2,0 1,1 0,-1-1,1 1,0-1,0 0,0 0,0 0,0-1,1 1,7-1,0 0,1 0,-1-1,1-1,-1 0,1 0,-1-2,0 1,0-1,0-1,0 0,-1-1,1-1,-1 1,0-2,-1 1,0-1,0-1,0 0,-1 0,0-1,7-10,9-14</inkml:trace>
  <inkml:trace contextRef="#ctx0" brushRef="#br1" timeOffset="-39233.246">17726 8043,'0'-2,"14"-1,20 0,25-2,25-4,19-3,12-2,7 2,-17 2</inkml:trace>
  <inkml:trace contextRef="#ctx0" brushRef="#br1" timeOffset="-30966.45">10481 9581,'0'23,"0"20,2 20,3 17,3 13,1 7,-2 2,-2-1,-2-5,-4-11,-1-19</inkml:trace>
  <inkml:trace contextRef="#ctx0" brushRef="#br1" timeOffset="-30330.665">10440 10129,'-7'-83,"3"0,5-65,21 55,-21 90,1 0,-1 0,1 0,-1 1,1-1,0 0,0 1,1-1,-1 1,0 0,1 0,-1 0,1 0,0 0,0 0,0 1,0-1,0 1,0 0,0 0,0 0,0 0,1 1,-1-1,0 1,0 0,2 0,5 1,0 1,0 1,-1 0,1 0,-1 1,0 0,0 1,0-1,-1 2,1-1,-1 1,-1 1,1-1,-1 1,0 1,0-1,-1 1,0 0,-1 1,0-1,0 1,-1 0,0 1,0 0,-2-6,-1 0,1 0,-1 1,0-1,0 0,-1 0,0 1,1-1,-1 0,-1 0,1 1,-1-1,1 0,-1 0,0 0,-1 0,1 0,-1 0,0 0,0 0,0 0,0-1,-1 1,1-1,-1 1,0-1,0 0,0 0,0-1,-1 1,1-1,-1 1,0-1,1 0,-1 0,0-1,0 1,-2 0,0 0,-1 0,1-1,0 1,0-1,-1 0,1 0,-1-1,1 0,-1 0,1-1,-1 0,1 0,0 0,-1-1,1 0,0 0,0 0,0-1,0 0,1 0,-1-1,1 1,0-1,0-1,0 1,1 0,-1-1,1 0,-1-2,4 6,0-1,0 1,0 0,0-1,0 1,0-1,0 0,1 1,-1-1,1 0,-1 1,1-1,0 0,0 0,0 1,-1-1,2 0,-1 0,0 1,0-1,1 0,-1 1,0-1,1 0,0 1,-1-1,1 1,0-1,0 0,0 1,0 0,0-1,0 1,0 0,1 0,-1-1,0 1,1 0,-1 0,1 0,-1 1,1-1,0 0,76-20,-54 18,-1 2,1 0,0 2,0 0,-1 2,1 0,-1 2,0 0,0 2,-1 0,0 2,0 0,-1 2,0 0,-1 1,0 1,-1 1,10 10,-27-21,1 0,-1 0,0 0,1 0,-1-1,1 1,0-1,0 0,0 1,0-2,0 1,1 0,-1-1,0 1,1-1,-1 0,1 0,0 0,-1-1,1 1,0-1,-1 0,1 0,0 0,-1 0,1-1,0 0,-1 1,1-1,-1-1,1 1,-1 0,0-1,1 0,-1 0,3-4,0-1,-1 1,0-1,0 0,-1-1,1 1,-2-1,1 0,-1 0,0 0,-1 0,0-1,0 1,-1-1,0 1,-1-1,0 1,0-1,-1-1,1 4,-1 0,0-1,0 1,-1 0,1 1,-1-1,-1 0,1 0,-1 1,0 0,0-1,-1 1,0 0,1 1,-2-1,1 1,0-1,-1 1,0 1,0-1,0 1,0-1,-1 2,1-1,-1 0,-5 0,5 1,0 1,-1 0,1 1,0-1,-1 1,1 0,-1 1,1 0,0 0,-1 0,1 1,0 0,0 0,0 0,0 1,1 0,-1 0,0 0,-3 4,6-5,0 0,0 1,1-1,-1 0,1 1,0 0,-1-1,1 1,0 0,1 0,-1 0,0 0,1 0,0 1,0-1,0 0,0 1,0-1,1 1,-1-1,1 1,0-1,0 1,1-1,-1 1,1-1,-1 1,1-1,0 0,0 1,1-1,-1 0,1 0,-1 0,1 0,0 0,17 21</inkml:trace>
  <inkml:trace contextRef="#ctx0" brushRef="#br1" timeOffset="-29932.697">11390 9995,'42'-65,"-2"-1,-4-3,-2-1,-4-1,-3-2,-3 0,-3-4,-6 14,-3-2,-3 0,-1-27,-15 136,-47 427,51-458,2 0,0 0,0 0,1-1,1 1,0 0,1 0,0-1,1 1,0-1,1 1,1-1,0 0,0-1,1 1,0-1,1 0,1-1,0 0,0 0,1 0,0-1,7 5,-5-8,1 0,0-1,0 0,0-1,0 0,1-1,0 0,0-1,0-1,-1 0,1 0,0-2,0 1,0-2,5 0,23-8</inkml:trace>
  <inkml:trace contextRef="#ctx0" brushRef="#br1" timeOffset="-29673.394">11376 9514,'32'0,"35"-4,36-7,33-6,26-1,19-1,-23 3</inkml:trace>
  <inkml:trace contextRef="#ctx0" brushRef="#br1" timeOffset="-29188.669">13341 9821,'-5'-5,"-1"-1,0 0,-1 1,0 0,1 1,-1 0,-1 0,1 0,-1 1,1 0,-1 0,0 1,0 0,0 1,0-1,-1 1,1 1,0 0,0 0,0 1,-1 0,1 0,0 1,0 0,0 0,1 1,-1 0,0 0,1 1,0 0,0 0,0 0,0 1,-5 6,9-8,-1 1,1-1,0 1,1 0,-1 0,1 0,0 0,-1 1,2-1,-1 0,1 1,-1 0,1-1,0 1,1 0,-1-1,1 1,0 0,0 0,1-1,-1 1,1 0,0-1,0 1,1-1,-1 1,1-1,0 1,0-1,1 0,-1 0,1 0,0-1,0 1,0 0,1 0,6 0,-1 0,1 0,-1-1,1 0,0-1,1 0,-1-1,0 0,0 0,1-1,-1 0,0-1,0 0,0-1,1 0,-1-1,-1 0,1 0,0-1,-1 0,0-1,0 0,0 0,-1-1,1 0,-1-1,-1 0,1 0,3-5,-5 6,0-1,0 1,-1-1,0-1,0 1,0-1,-1 1,-1-1,1-1,-1 1,0 0,-1-1,0 1,0-1,-1 0,0 0,-1-7,0 16,1 0,-1-1,0 1,0-1,0 1,0-1,0 1,0 0,0-1,0 1,0-1,0 1,0-1,0 1,0-1,0 1,0-1,0 1,0 0,0-1,-1 1,1-1,0 1,0 0,-1-1,1 1,0-1,0 1,-1 0,1-1,0 1,-1 0,1 0,-1-1,1 1,0 0,-1 0,1-1,-1 1,1 0,-1 0,1 0,0 0,-1 0,1 0,-1 0,1 0,-1 0,1 0,-1 0,1 0,-1 0,-10 24,11-17,0 0,0 0,1 0,0 0,0-1,1 1,-1 0,1-1,1 1,0-1,-1 1,2-1,-1 0,1-1,0 1,0 0,1-1,-1 0,1 0,0-1,0 1,1-1,0 0,-1 0,1-1,1 0,-1 0,0 0,1-1,-1 0,3 0,35 12</inkml:trace>
  <inkml:trace contextRef="#ctx0" brushRef="#br1" timeOffset="-28531.812">14077 9687,'-15'-1,"0"0,0 1,0 1,1 1,-1 0,0 1,1 0,-1 1,1 0,0 2,0 0,1 0,0 1,0 1,0 0,1 0,0 2,1-1,-4 6,12-12,1 0,0 0,0 1,0-1,1 1,-1-1,1 1,0-1,0 1,0 0,0 0,1 0,-1-1,1 1,0 0,0 0,1 0,-1 0,1-1,0 1,0 0,0 0,0-1,1 1,-1-1,1 1,0-1,0 0,0 1,0-1,1 0,0-1,1 3,4 3,1-1,0 0,1 0,0 0,0-2,0 1,0-1,1 0,0-1,9 2,-1-1,1-1,0 0,0-1,-1-2,1 0,1-1,-1-1,-1 0,1-2,0 0,0-2,-1 0,0-1,0-1,-1 0,1-2,-2 0,1-1,-1-1,-1 0,0-1,-1-1,0-1,-1 0,0-1,-1 0,-1-1,-1 0,0-1,8-18,0-18,-2-1,-2-1,-3 0,-3-1,-2 0,-1-19,-1 24,1-59,-6 110,0-1,1 0,-1 1,0-1,0 0,0 1,0-1,0 0,0 1,0-1,0 0,0 1,0-1,0 0,0 1,0-1,0 1,-1-1,1 0,0 1,-1-1,1 1,0-1,-1 1,1-1,0 1,-1-1,1 1,-1-1,1 1,-1-1,1 1,-1 0,0-1,1 1,-1 0,1-1,-1 1,0 0,1 0,-1 0,0 0,1 0,-1 0,0 0,1 0,-1 0,0 0,1 0,-1 0,1 0,-1 0,0 0,1 1,-1-1,0 0,-26 31,11 1,2 1,1 1,2 0,1 0,2 1,1 1,1 13,-1-19,2 0,1 1,2-1,1 1,1 0,2-1,0 1,3 0,0-1,2 0,1 0,2-1,3 4,-11-26,0-1,1 0,0 1,1-1,-1-1,1 1,1-1,-1 1,0-1,1 0,0-1,1 1,-1-1,1 0,-1 0,1-1,0 0,0 0,1 0,-1-1,1 0,-1 0,1 0,0-1,0 0,-1 0,1-1,0 0,0 0,0-1,0 0,-1 0,1 0,0-1,-1 0,1 0,1-2,5-6,0-1,-2 0,1-1,-1 0,-1 0,0-1,-1-1,-1 0,7-14,9-12,-23 39,-1 0,0 1,0-1,0 0,0 1,0-1,0 0,0 1,0-1,1 0,-1 1,0-1,0 0,1 1,-1-1,1 0,-1 1,0-1,1 1,-1-1,1 1,-1-1,1 1,-1 0,1-1,0 1,-1-1,1 1,-1 0,1 0,0-1,-1 1,1 0,0 0,0 0,-1 0,1 0,0 0,-1 0,1 0,0 0,-1 0,1 0,0 0,-1 0,1 0,0 1,-1-1,1 0,0 1,-1-1,1 0,-1 1,1-1,6 58,-8-53,0-1,1 1,0-1,0 1,0 0,0-1,1 1,0-1,0 1,0-1,0 0,1 1,-1-1,1 0,0 0,1 0,-1 0,1 0,0-1,0 1,0-1,0 0,0 0,1 0,-1 0,1 0,0-1,0 1,0-1,26 5,0-6</inkml:trace>
  <inkml:trace contextRef="#ctx0" brushRef="#br1" timeOffset="-28265.812">15080 9620,'-14'-2,"-9"-3,-5-3,-2-3,3 1</inkml:trace>
  <inkml:trace contextRef="#ctx0" brushRef="#br1" timeOffset="-28080.235">14384 9380,'21'-5,"20"-3,18-3,19-2,13 0,10 1,1 3,-16 3</inkml:trace>
  <inkml:trace contextRef="#ctx0" brushRef="#br1" timeOffset="-27902.709">15280 9687,'6'32,"2"0,1 0,2-1,1 0,1-1,2-1,9 14,-22-40,-1 0,0 0,-1 0,2-1,-1 1,0 0,0-1,1 1,-1-1,1 1,0-1,0 0,0 0,0 0,0 0,0 0,1 0,-1-1,1 1,-1-1,1 0,0 1,-1-1,1 0,0-1,0 1,-1 0,1-1,0 0,0 1,0-1,2-1,2-3,-1 0,1-1,-1 0,0-1,0 1,-1-1,0 0,0-1,0 1,3-8,5-3,42-66,-3-3,8-25,-60 111,14-28,2 1,0 1,2 0,9-10,-2 11</inkml:trace>
  <inkml:trace contextRef="#ctx0" brushRef="#br1" timeOffset="-27444.985">16042 9741,'-1'-7,"0"1,0 0,0-1,-1 1,0 0,0 0,-1 0,1 0,-1 1,-1-1,1 1,-1 0,0 0,0 0,0 0,-1 0,1 1,-1 0,0 0,-1 0,1 1,-1 0,1 0,-1 0,0 1,0 0,0 0,0 0,-1 1,1 0,0 0,-1 0,1 1,0 0,-1 0,1 1,-1 0,1 0,0 0,0 1,0 0,0 0,0 1,-4 1,5 0,-1-1,1 1,0 0,1 1,-1-1,1 1,-1 0,1 0,1 0,-1 1,1-1,0 1,0 0,1 0,-1 0,1 0,1 0,-1 0,1 1,0-1,0 0,1 1,0-1,0 1,1-1,0 1,0-1,0 0,1 0,0 1,0-1,0 0,1 0,0-1,0 1,0-1,1 1,0-1,0 0,0 0,4 2,-3-2,-1-1,1 0,0 0,1 0,-1-1,1 1,-1-1,1-1,0 1,0-1,0 0,0-1,1 1,-1-1,0 0,1-1,-1 1,0-1,1-1,-1 1,0-1,1 0,-1-1,0 1,0-1,0 0,0-1,0 0,0 1,-1-2,1 1,-1-1,0 0,0 0,0 0,-1-1,0 1,1-1,-2 0,2-2,0-4,0 0,-1 0,-1 0,0-1,0 1,-1-1,0 1,-1-1,-1 0,0 1,-1-8,2 67,0-42,1 1,0-1,0 0,1 0,-1 0,2 0,-1 0,0-1,1 1,0-1,1 0,-1 0,1-1,0 1,0-1,0 0,1 0,-1-1,1 1,0-1,0-1,0 1,0-1,0 0,1 0,2 0,20 4,-1-2,1 0,0-2,0-1,13-2,144-17,-105 3</inkml:trace>
  <inkml:trace contextRef="#ctx0" brushRef="#br0" timeOffset="-16033.446">11135 7468,'-349'0,"254"9,1 4,-81 22,96-19,49-7,0 1,1 1,0 1,1 2,0 0,-2 4,-65 33,84-46,0 1,0 0,1 0,0 1,0 0,1 1,0 0,0 1,1-1,0 2,1-1,0 1,0 1,-7 10,1 1,0 1,2 0,1 0,1 1,0 1,2-1,1 1,-1 15,-21 261,25-273,1 0,2-1,0 1,2 0,1-1,1 1,2 4,7 14,4 15,-2 0,-3 0,-3 3,-8-51,1 0,0-1,1 1,1 0,-1-1,2 0,0 0,0 0,1-1,1 0,0 0,0 0,1-1,0 0,1 0,4 2,1 1,-6-3,1-2,0 1,0-1,1 0,0-1,0 0,0-1,1 0,0-1,1 0,-1 0,1-2,0 1,6 0,167-1,-89 20,100-9,-114-5,0-3,-1-4,27-4,5 0,246-6,52 2,-255 7,71-9,-34-5,47 8,-10 4,-211-2,-1-2,-1 0,1-1,-1-1,0 0,0-1,-1-1,0-1,13-11,-22 17,4-4,1-1,-1-1,-1 0,1-1,-2 0,0 0,0-1,-1 0,0 0,-1-1,0 0,-1-1,-1 1,0-1,-1 0,1-6,4-24,-2-1,-2 1,-2-1,-2-33,-13-306,-7 61,15 294,-2 1,-2-1,0 1,-2 1,-1 0,-1 0,-1 1,-2 1,0 0,-2 1,0 0,-12-10,21 25,-1 0,0 0,-1 1,0 0,0 1,0 0,-1 1,0 0,-1 1,1 0,-1 0,0 1,0 1,0 0,0 1,-7-1,-322-12,-1-15,-239 31,245 25,104 4,215-27</inkml:trace>
  <inkml:trace contextRef="#ctx0" brushRef="#br0" timeOffset="-11718.171">18288 9420,'0'-7,"-2"-2,-1 3,0 4,1 8,0 9,1 9,-2 9,0 11,-3 9,1 5,-2 4,-1 0,0-4,2-4,1-10,3-9,0-11</inkml:trace>
  <inkml:trace contextRef="#ctx0" brushRef="#br0" timeOffset="-11469.835">18181 9313,'1'5,"0"0,0 0,0 0,1 0,-1 0,1-1,1 1,-1-1,1 1,-1-1,1 0,0 0,1 0,-1-1,2 2,-5-5,38 40,1-3,2-1,8 4,-17-17,-2 2,0 2,-2 0,-1 2,-2 1,22 31,-43-54,1 0,-1 0,0 1,0-1,-1 1,0 0,0 0,-1 0,0 0,0 0,-1 1,0-1,-1 0,0 1,0-1,0 0,-1 1,-1-1,1 0,-1 0,-1 1,0-2,0 1,0 0,-4 5,-1-3,0 0,-1 0,0-1,-1 0,0-1,0 0,-1-1,0 0,0 0,-1-1,0 0,0-1,0-1,-13 3,-4 1,-2-2,1-1,0-2,-1-1,-25-1,-32-11,89 9,0 1,-1 0,1-1,0 1,-1 0,1-1,0 1,-1-1,1 0,-1 1,1-1,-1 1,1-1,-1 0,1 1,-1-1,1 0,-1 0,0 1,0-1,1 0,-1 0,0 1,0-1,0 0,0 0,0 0,0 1,0-1,0 0,0 0,0 0,0 1,-1-1,1 0,0 0,-1 1,1-1,0 0,-1 1,1-1,-1 0,1 1,-1-1,1 1,-1-1,1 0,-1 1,0-1,1 1,-1 0,0-1,0 1,1 0,-1-1,0 1,0 0,1 0,-1-1,0 1,0 0,37-15,5-1</inkml:trace>
  <inkml:trace contextRef="#ctx0" brushRef="#br0" timeOffset="-9982.582">18849 9634,'-14'60,"3"1,3 0,2 0,3 1,4 36,0-89,1-17,1-19,12-466,-11 463,3 25,-2 20,15 96,18 60,-38-167,1-1,0 0,0 1,0-1,0 0,1 0,-1 0,1 0,-1 0,1 0,0 0,1-1,-1 1,0-1,1 1,-1-1,1 0,0 0,-1 0,1 0,0-1,0 1,0-1,1 1,-1-1,0 0,0-1,1 1,-1 0,1-1,-1 0,0 0,1 0,-1 0,1 0,-1-1,0 0,1 1,1-2,6-6,-1-1,-1 0,1 0,-1-1,-1-1,0 1,-1-1,0 0,0-1,-1 0,-1 0,0 0,2-7,-4 12,60-187,-63 194,0-2,0 0,0 0,0 0,0 0,1 0,-1 0,1 0,-1 1,1-1,0 0,0 0,0 1,0-1,0 0,0 1,0-1,0 1,1-1,-1 1,0 0,1-1,-1 1,1 0,0 0,-1 0,1 0,0 1,0-1,-1 3,1-1,-1 1,1 0,-1 0,0 1,0-1,0 0,0 0,-1 0,1 1,-1-1,1 0,-1 1,0-1,1 0,-1 1,-1-1,1 2,0 2,1 56,-3-1,-3 1,-3-1,-2 2,-14 134,22-192,1 0,0 1,0-1,1 0,-1 1,1-1,1 0,-1 1,1-1,0 0,0 0,0 1,1-1,-1 0,1 0,1 0,-1-1,1 1,0 0,0-1,0 0,0 0,1 0,0 0,0 0,0-1,0 1,0-1,1 0,3 1,0-2,1 0,-1-1,1 0,-1-1,1 0,-1 0,1 0,-1-1,1-1,-1 0,1 0,-1 0,0-1,0 0,0-1,-1 0,1 0,-1 0,0-1,0 0,0-1,-1 1,0-1,0-1,0 1,-1-1,0 0,0 0,-1 0,0-1,1-3,18-39,-2 0,-3-2,-2 0,-2-1,-2 0,1-31,5-159,-25 194,6 49,0 0,1 0,-1 0,0 0,0 0,1 0,-1 0,0 0,0 0,1 0,-1 1,0-1,1 0,-1 0,0 1,1-1,-1 1,0-1,1 0,-1 1,0-1,1 1,-1-1,1 1,-1 0,1-1,0 1,-1-1,1 1,-1 0,1-1,0 1,0 0,-1 0,1-1,0 1,0 0,0-1,0 1,0 0,0 0,0-1,0 1,0 0,0 0,0-1,1 1,-1 0,0 0,0 1,-1-1,1 1,-1 0,1-1,0 1,0 0,0-1,0 1,0 0,0-1,0 1,0 0,1 0,-1-1,1 1,-1-1,1 1,0 0,-1-1,1 1,0-1,0 0,0 1,0-1,0 0,1 1,-1-1,0 0,0 0,1 0,-1 0,1 0,-1 0,1-1,-1 1,1-1,0 1,-1-1,1 1,0-1,3-3,-9 6,-21 155,22-130,1-3,-5 26,3-1,3 1,1 0,3-1,5 27,-6-66,1 0,0-1,1 0,0 1,1-1,0-1,0 1,1-1,1 0,-1 0,1-1,2 2,-5-6,0 0,0-1,1 1,-1-1,1 0,-1 0,1 0,0 0,0-1,1 0,-1 0,0-1,1 1,-1-1,1 0,-1-1,1 1,-1-1,1 0,-1-1,1 1,-1-1,1 0,4-2,-1-2,1 0,-1-1,0-1,0 0,0 0,-1 0,0-1,-1-1,0 1,0-1,-1 0,0-1,0 1,-1-1,0 0,-1-1,2-7,19-53,-2-1,-4-1,-3-1,-3 0,-4-1,-3 0,-3-1,-3-1,-1 46,-2 23,0 19,1 0,1 1,0 0,1 0,1 0,0 0,0 0,1-1,1 1,0 0,4 9,6 12</inkml:trace>
  <inkml:trace contextRef="#ctx0" brushRef="#br0" timeOffset="-9720.673">20306 9393,'-9'21,"-3"17,3 13,7 8,14 3,13 3,12-4,10-2,10-5,3-7,-1-6,-6-9,-11-7,-9-8,-8-9,-9-6</inkml:trace>
  <inkml:trace contextRef="#ctx0" brushRef="#br0" timeOffset="-9472.516">20720 9420,'-15'-4,"-11"4,-5 13,-6 19,-6 20,-5 20,-5 17,-8 15,-4 5,-4 1,12-20</inkml:trace>
  <inkml:trace contextRef="#ctx0" brushRef="#br0" timeOffset="-8046.581">21763 9794,'2'1,"-1"0,1 0,-1 0,1 0,0-1,-1 1,1-1,0 1,-1-1,1 1,0-1,0 0,0 0,-1 0,1 0,0 0,0 0,-1-1,1 1,0 0,0-1,-1 0,1 1,0-1,-1 0,1 0,-1 0,1 0,16-8,-1-2,0 0,0 0,-1-2,-1 0,0 0,-1-2,0 0,-2 0,1-1,-2-1,0 0,2-7,-4 9,-1 0,0-1,-2 0,0 0,0-1,-2 1,0-1,0-1,-2 1,0 0,-2 0,1-1,-2 1,0 0,-1-1,-1 1,-1 0,0 0,-2 0,6 15,-1-1,1 0,-1 1,0-1,0 1,0-1,0 1,0 0,-1-1,1 1,-1 0,0 0,1 0,-1 0,0 0,0 0,0 1,0-1,-1 0,1 1,0 0,-1 0,1 0,-1 0,1 0,-1 0,0 0,1 1,-1-1,0 1,1 0,-1 0,0 0,1 0,-1 0,0 1,1-1,-1 1,1 0,-1 0,1 0,-1 0,0 0,-4 8,0-1,1 1,0 0,1 1,0 0,0-1,1 1,0 1,1-1,0 0,1 1,0 0,0 7,1-13,-13 79,4 1,3 0,4 0,5 33,-1-100,1-1,0 1,1-1,1 0,0 0,2 0,5 14,-9-27,0 1,1-1,-1 1,1-1,0 0,0 0,0 0,1-1,-1 1,1-1,0 1,0-1,0-1,0 1,1-1,-1 1,1-1,-1 0,1-1,0 1,-1-1,1 0,0 0,0 0,0-1,0 0,0 0,0 0,3-1,1-1,0 0,0 0,0-1,0 0,0-1,0 0,-1 0,0-1,0 0,0-1,-1 1,1-1,-1-1,-1 1,1-1,-1-1,-1 1,1-1,0-2,4-7,0 0,-1-1,-1 0,-1 0,0 0,-2-1,0 0,2-16,-2-21,-17 96,6-8,1 1,1 0,2 0,2 21,-1-49,1-1,1 0,-1 0,0 1,1-1,0 0,0 0,0 0,1 0,-1 0,1 0,0 0,0 0,0-1,1 1,-1-1,1 0,0 1,0-1,0-1,0 1,1 0,-1-1,1 1,-1-1,1 0,0 0,0-1,0 1,0-1,0 0,0 0,0 0,1 0,-1-1,0 0,2 0,5-3,-1-1,1 0,-1 0,0-1,0-1,-1 0,1 0,-1-1,-1 0,1 0,-1-1,-1 0,1 0,-1-1,-1 0,0-1,0 1,-1-1,0 0,0 0,-1-1,-1 1,0-1,1-7,1 4,-1 0,-1 1,0-1,-1-1,0 1,-1 0,-1 0,-1-10,1 24,0 0,0 1,0-1,0 0,-1 0,1 1,0-1,0 0,0 0,0 0,-1 0,1 1,0-1,0 0,-1 0,1 0,0 0,0 0,-1 0,1 1,0-1,0 0,-1 0,1 0,0 0,0 0,-1 0,1 0,0 0,0 0,-1 0,1 0,0-1,-1 1,1 0,0 0,0 0,0 0,-1 0,1 0,0-1,0 1,-1 0,1 0,0 0,0 0,0-1,0 1,-1 0,1 0,0-1,0 1,0 0,0 0,0-1,0 1,0 0,0 0,0-1,-1 1,1 0,0 0,0-1,0 1,-10 21,6-6,0 0,1 0,1 0,0 0,1 0,1 0,0 0,1 1,1 3,-1-12,0 0,1 0,0-1,0 1,0 0,1-1,0 1,0-1,1 0,-1 0,2 0,-1-1,0 1,1-1,0 0,0 0,1-1,-1 0,1 0,6 4,36 10,0-6</inkml:trace>
  <inkml:trace contextRef="#ctx0" brushRef="#br0" timeOffset="-6225.409">23141 9687,'-7'0,"-110"11,112-10,1 0,-1 1,1-1,0 1,-1 0,1 1,0-1,0 1,0-1,1 1,-1 0,1 1,-1-1,1 1,0-1,1 1,-1 0,0 0,1 0,0 1,0-1,0 0,0 3,1-2,0 0,0 1,1-1,-1 1,1-1,0 1,1-1,0 1,-1-1,2 0,-1 1,1-1,-1 0,1 0,1 0,-1 0,1 0,0-1,0 1,0-1,0 1,1-1,4 3,1 2,2 1,-1-2,1 0,1 0,-1-1,1 0,1-1,-1 0,2-1,1 1,0-2,0 0,1 0,-1-2,1 0,0 0,-1-2,1 0,0-1,3 0,-11-1,0 1,0-1,0 0,0-1,0 1,-1-2,1 1,-1-1,0 0,0-1,0 1,0-1,-1-1,0 1,0-1,-1 0,1-1,-1 1,-1-1,2-2,1-9,1-1,-2-1,-1 1,0-1,-2 0,0 0,-1 0,-1 0,-1-1,-1 1,-2-17,1-18,2 54,-1 0,1 0,-1-1,1 1,-1 0,1 0,-1 0,1 0,0-1,0 1,-1 0,1 0,0 0,0-1,0 1,0 0,1 0,-1-1,0 1,0 0,1 0,-1 0,1-1,-1 1,1 0,-1 0,1 0,0 0,-1 0,1 0,0 0,0 0,0 1,0-1,0 0,0 0,0 1,0-1,0 0,0 1,0-1,0 1,1 0,-1-1,0 1,0 0,1 0,-1 0,0 0,0 0,0 0,1 0,-1 0,1 0,148 71,-126-62,-16-7,0 1,0 0,-1 0,1 0,-1 1,1 0,-1 0,0 1,-1 0,1 0,-1 1,0 0,0 0,2 3,-7-3,0-1,0 0,-1 1,1-1,-1 1,0-1,-1 1,1-1,-1 1,0-1,-1 0,1 0,-1 1,0-1,0 0,-1 0,-2 4,-5 15,8-21,0 0,1 0,-1 0,1 1,0-1,0 0,0 1,0-1,0 1,1-1,0 1,0-1,0 1,0-1,0 1,0-1,1 1,0-1,0 1,0-1,0 0,0 1,1-1,0 0,-1 0,1 0,0 0,0 0,1 0,-1-1,1 1,-1-1,1 0,2 2,6 0,1-1,-1-1,1 0,0 0,-1-2,1 1,0-1,0-1,-1 0,1 0,0-2,-1 1,1-1,-1-1,0 0,0-1,0 0,-1 0,0-1,0 0,0-1,-1-1,4-2,-4 2,0-1,0 0,0 0,-2 0,1-1,-1 0,0-1,-1 0,0 0,-1 0,0 0,-1-1,0 0,-1 0,0 0,-1 0,-1-1,1 1,-2 0,0-1,-1-3,1 15,1 0,-1 0,0 0,0 0,0 0,0 0,0 0,-1 0,1 0,0 0,0 0,-1 0,1 0,0 0,-1 0,1 1,-1-1,1 0,-1 0,1 0,-1 1,0-1,0 0,1 1,-1-1,0 0,0 1,0-1,1 1,-1-1,0 1,0 0,0-1,0 1,0 0,0 0,0-1,0 1,0 0,0 0,0 0,0 0,0 0,0 0,0 1,0-1,0 0,0 0,0 1,0-1,1 1,-1-1,0 1,0-1,0 1,0-1,-40 43,36-36,0 0,1-1,0 2,0-1,1 0,0 1,0-1,1 1,0 0,0 0,1 0,0 0,0 0,1 0,0 0,0 0,1 1,0-1,0 0,1 0,0-1,1 1,0 0,0-1,0 1,1-1,0 0,2 1,9 5,0-1,2-1,-1 0,1-1,1-1,0-1,0 0,1-1,-1-1,2-1,-1-1,0 0,1-2,0 0,-1-1,1-1,3-1,-2 2,0 0,0-2,0 0,0-1,0-2,0 0,-1-1,0-1,0-1,0 0,17-11,-33 16,0-1,0 1,0-1,-1 0,1 0,-1 0,0 0,0-1,0 1,0-1,-1 0,0 0,1 0,-1 0,-1 0,1 0,-1-1,1 1,-1-1,0 1,-1-1,1 1,-1-1,0 1,0-1,0 0,-1 1,0-1,0 1,0 0,0-1,0 1,-1 0,-2-5,-1 1,0-1,-1 1,1 0,-2 0,1 1,-1 0,0 0,-1 1,0-1,0 2,0-1,0 1,-1 0,0 1,0 0,0 0,-1 1,1 1,-1-1,0 1,0 1,1 0,-1 0,0 1,0 0,0 1,0 0,-9 3,13-2,1 1,-1 1,1-1,-1 1,1 0,0 0,1 0,-1 1,1-1,0 1,0 0,0 1,1-1,-1 1,1-1,1 1,-1 0,1 0,0 0,0 1,1-1,0 0,0 1,1-1,-1 0,1 1,1-1,-1 1,1-1,0 0,1 1,-1-1,1 0,0 0,1 0,0 0,0 0,0-1,0 0,1 1,0-1,0 0,0-1,1 1,0-1,0 0,0 0,0 0,1 0,5 0,0 0,1-1,-1 0,1-1,0 0,0-1,-1 0,1-1,0 0,0-1,0 0,-1-1,1-1,-1 0,1 0,-1-1,0 0,0-1,-1 0,1-1,-1 0,0-1,-1 0,0 0,0-1,0-1,-1 1,0-1,-1 0,0-1,0 0,-1 0,-1-1,0 1,0-1,-1 0,0 0,-1-1,0 1,0-5,-13 42,5-7,2 0,0-1,1 1,1 0,0 0,2 0,1 9,-1-21,0 0,0 0,1 0,-1 0,2-1,-1 1,1-1,0 1,0-1,1 0,0 0,0 0,0-1,1 1,0-1,0 0,0 0,1-1,-1 0,1 0,4 2,-7-4,1-1,-1 0,1 0,-1 0,1 0,0-1,-1 1,1-1,0 0,-1 0,1-1,0 1,0-1,-1 1,1-1,-1 0,1-1,-1 1,1-1,-1 1,0-1,0 0,0 0,0 0,0-1,0 1,0-1,-1 1,1-1,-1 0,0 0,0 0,0 0,0-1,-1 1,1 0,-1-1,0 1,0-1,1-1,37-151,-36 130,2 1,1 0,0 1,2-1,1 1,8-14,-16 35,0 1,0-1,0 1,0-1,1 1,-1 0,1-1,-1 1,1 0,0 0,0 0,0 0,0 1,0-1,1 0,-1 1,0 0,1-1,-1 1,1 0,-1 0,1 0,0 1,-1-1,1 1,0-1,-1 1,1 0,0 0,0 0,-1 0,1 1,0-1,0 1,-1-1,1 1,-1 0,1 0,-1 0,1 1,4 5,-1 1,1 0,-2 0,1 1,-1 0,0 0,-1 0,0 0,-1 1,0-1,0 1,-1 0,0 0,-1 0,0 0,0 3,24 346,-24-327,2-1,1 1,2-1,0 0,3 0,0-1,2 0,1-1,2 0,0-1,2-1,1 0,10 11,34 3,-59-41,0 1,1-1,-1 1,0-1,0 0,1 0,-1 0,0 0,0 0,1-1,-1 1,0-1,0 1,0-1,0 0,0 0,0 0,0 0,0 0,0 0,0-1,0 1,-1-1,1 1,-1-1,1 1,-1-1,1 0,-1 0,0 0,0 0,6-13,-2 1,0-1,-1 0,0 0,-1 0,-1 0,0 0,-1-1,-1 1,-1-1,0 1,-2-8,-1-18,-2 1,-2-1,-1 2,-2-1,-2 1,-2 1,-1 1,-2 0,-2 1,-1 1,-20-26,25 42,-1 0,-1 2,0 0,-1 1,-1 0,0 2,-21-11,41 25,0 0,1-1,-1 1,0 0,0 0,0 0,1-1,-1 1,0 0,0 0,0-1,0 1,0 0,0 0,0-1,1 1,-1 0,0-1,0 1,0 0,0 0,0-1,0 1,0 0,0-1,0 1,-1 0,1 0,0-1,0 1,0 0,0 0,0-1,0 1,-1 0,1 0,288 3,-117-23,-190 35,18-14,0 0,-1-1,1 1,0 0,-1 0,1 0,0 0,0 0,0 0,-1 0,1 0,1 0,-1 1,0-1,0 0,0 1,1-1,-1 1,0-1,1 0,0 1,-1-1,1 1,0 0,0-1,-1 1,1-1,1 1,-1-1,0 1,0-1,0 1,1-1,-1 1,1-1,-1 1,1-1,0 1,-1-1,1 0,0 1,0-1,0 0,0 0,0 0,0 0,1 0,-1 0,0 0,1 0,8 3,0 0,0-1,0-1,0 0,1 0,-1-1,1 0,0-1,-1 0,1-1,-1 0,1 0,-1-1,6-2,-11 2,1 1,-1 0,0-1,0 0,1-1,-1 1,-1-1,1 0,0 0,-1 0,1-1,-1 1,0-1,0 0,-1 0,1-1,-1 1,0-1,0 0,0 0,-1 0,0 0,0 0,0 0,0-1,-1 1,0 0,0-1,-1 0,1 1,-1-1,0 1,-1-1,1 1,-1-1,0 1,-1-1,1 1,-1 0,-1-3,0 2,0 1,0-1,0 0,-1 1,0-1,0 1,-1 0,1 1,-1-1,0 1,-1 0,1 0,-1 0,1 1,-1 0,0 0,0 1,0-1,-1 1,1 0,0 1,-1 0,0 0,1 0,-1 1,1 0,-1 0,0 1,1-1,-1 2,1-1,-1 1,1 0,0 0,0 0,0 1,0 0,0 0,0 1,1 0,0 0,0 0,-1 1,1 0,1 0,-1 0,1 0,0 1,1 0,-1 0,1 0,0 0,1 0,0 1,0-1,0 1,0 0,1 0,0-1,1 1,0 0,0 0,0 0,1 0,0-1,0 1,0 0,1-1,0 1,1-1,-1 1,1-1,0 0,1 0,0 0,0-1,0 1,0-1,1 0,0 0,4 1,0 0,0-1,0 0,1 0,0-1,0-1,0 1,0-2,1 1,-1-2,0 1,9-1,28 1</inkml:trace>
  <inkml:trace contextRef="#ctx0" brushRef="#br0" timeOffset="-5949.154">25975 9219,'-18'-7,"-15"-4,-9 0,-5 3,2 6,7 10,9 9,9 7,11 7,7-2</inkml:trace>
  <inkml:trace contextRef="#ctx0" brushRef="#br0" timeOffset="-5763.767">25935 9741,'13'16,"17"7,16 3,16-4,21-3,18-5,-7-4</inkml:trace>
  <inkml:trace contextRef="#ctx0" brushRef="#br0" timeOffset="-5592.706">27231 9420,'-4'16,"-2"14,0 9,4 5,6-1,7-3,5-8,3-10,-1-8</inkml:trace>
  <inkml:trace contextRef="#ctx0" brushRef="#br0" timeOffset="-5343.309">27111 8965,'0'-2,"9"4,12 6,3 1</inkml:trace>
  <inkml:trace contextRef="#ctx0" brushRef="#br0" timeOffset="-4657.705">27592 9487,'-5'-3,"0"1,-1 0,1 0,-1 0,1 1,-1 0,0 0,1 0,-1 1,0 0,0 0,1 0,-1 1,0 0,1 0,-1 0,0 1,1 0,0 0,-1 0,1 1,0-1,0 1,0 1,1-1,-1 1,1-1,0 1,0 0,0 1,0-1,1 1,0 0,0 0,0 0,0 0,1 0,0 0,0 1,0-1,1 1,0 0,0-1,0 1,1 0,0 0,0 0,1-1,0 0,0 0,1 0,0 1,0-2,0 1,1 0,-1 0,1-1,0 1,1-1,-1 0,1 0,0 0,0-1,0 1,0-1,0 0,1 0,0 0,-1-1,1 1,0-1,0-1,0 1,1-1,-1 1,0-1,0-1,1 1,-1-1,1 0,-1 0,0-1,1 1,-1-1,0-1,0 1,1-1,-1 1,0-2,4-1,2-1,1-1,-1 0,-1-1,1 0,-1-1,0 0,-1 0,0-1,0-1,-1 1,0-1,-1 0,0-1,0 0,-1 0,-1-1,0 0,10-25,-2 0,-2-1,-1 0,4-35,-2-12,-4 0,-3 0,-5-36,0 116,0 0,0 1,0 0,0-1,0 1,-1 0,0 0,0-1,0 1,0 0,0 0,-1 0,0 0,0 0,0 0,1 4,0-1,0 1,0-1,0 1,0-1,-1 1,1 0,0-1,0 1,0 0,0 0,0 0,0 0,-1 0,1 0,0 0,0 0,0 1,0-1,0 0,0 1,-1-1,1 1,0-1,0 1,0-1,0 1,1 0,-1-1,0 1,0 0,0 0,0 0,1 0,-1 0,0-1,1 1,-1 1,1-1,-14 18,2 1,0 0,1 1,1 0,1 1,1 0,1 0,1 1,1 0,1 2,-6 16,3 0,1 1,2 0,2-1,2 1,1 0,3 0,5 23,-8-58,0 0,1 1,0-1,0 0,0-1,1 1,0 0,1-1,0 1,0-1,0 0,0 0,1-1,0 1,0-1,1 0,0-1,-1 1,1-1,1 0,-1 0,1-1,-1 0,1 0,0-1,0 0,0 0,0 0,1-1,5 0,-4-1,-1 0,1 0,0-1,0-1,-1 0,1 0,-1 0,0-1,0 0,0-1,0 0,0 0,-1-1,1 0,-1 0,-1 0,1-1,-1 0,0-1,2-2,2-3,-1-1,0-1,-1 0,-1 0,0 0,0-1,-2 0,0 0,-1-1,2-10,-1 3,-2 0,-1 0,0-1,-2 1,-1-18,-10 11,10 30,0 0,1-1,-1 1,0 0,0 0,1 0,-1 0,0 0,0 0,0 0,1 0,-1 0,0 0,0 0,1 0,-1 0,0 1,0-1,1 0,-1 0,0 1,1-1,-1 1,0-1,1 1,-1-1,0 1,1-1,-1 1,1-1,-1 1,1 0,0-1,-1 1,1 0,0-1,-1 1,1 0,-10 14,1 1,0 0,1 1,1-1,0 1,2 1,0-1,1 1,0 0,2 0,0 3,0-11,2-1,-1 1,2 0,-1 0,1-1,1 1,-1 0,2-1,-1 0,1 1,1-1,0 0,0 0,1-1,0 0,0 1,1-1,0-1,0 1,1-1,0-1,0 1,1-1,-1 0,1-1,1 0,-1 0,1 0,0-1,46 14,-4-8</inkml:trace>
  <inkml:trace contextRef="#ctx0" brushRef="#br0" timeOffset="-3819.855">28394 9300,'-10'12,"1"1,0 0,1 1,0 0,1 0,1 1,0 0,1 0,0 0,-1 12,4-19,1 0,0 0,0 0,1 0,0 0,0 0,1 0,0 0,0 0,1 0,0 0,1-1,-1 1,1-1,1 1,0-1,0 0,0 0,1-1,0 1,4 4,-4-7,-1-1,1 1,0-1,0 0,1 0,-1 0,1-1,-1 1,1-1,0-1,0 1,0-1,0 0,0-1,0 1,0-1,0 0,0-1,0 1,0-1,0 0,0-1,-1 1,1-1,0-1,-1 1,1-1,-1 0,0 0,0 0,0-1,0 1,2-4,9-8,0-1,-1 0,-1-1,-1-1,-1 0,0 0,-1-1,-1-1,-1 0,0 0,-2-1,0 0,2-19,-6 13,-3 27,0 1,0-1,0 0,0 0,-1 1,1-1,0 0,0 0,0 0,-1 1,1-1,0 0,0 0,-1 0,1 0,0 0,0 0,-1 0,1 1,0-1,0 0,-1 0,1 0,0 0,0 0,-1 0,1 0,0 0,-1 0,1 0,0-1,0 1,-1 0,1 0,0 0,0 0,-1 0,1 0,0-1,0 1,0 0,-1 0,1 0,0 0,0-1,0 1,-1 0,1 0,0-1,0 1,0 0,0 0,0-1,0 1,0 0,0 0,0-1,-1 1,-5 11,0-1,1 2,0-1,0 0,1 1,1 0,0 0,1 0,0 0,0 0,2 1,-1-1,2 0,-1 1,3 7,-2-12,0 0,1 0,0-1,0 1,1 0,0-1,1 1,-1-1,1 0,1 0,-1 0,1-1,1 0,-1 0,1 0,0 0,0-1,0 0,1 0,0-1,0 0,0 0,0-1,1 0,0 0,-1 0,1-1,0 0,0-1,0 0,8 0,-8-1,0 0,0 0,1-1,-1-1,0 1,0-1,0-1,-1 1,1-1,-1-1,1 1,-1-1,0-1,0 1,-1-1,1 0,-1-1,0 1,0-1,-1-1,0 1,0-1,1-2,7-11,-2-2,0 0,-1 0,-1-1,-1-1,-1 1,1-8,14-80,-5-1,-5-1,-3-113,-14 125,5 100,0 0,0 0,0 1,0-1,0 0,0 0,0 0,0 0,0 1,0-1,-1 0,1 0,0 0,0 1,-1-1,1 0,-1 0,1 1,-1-1,1 0,-1 1,1-1,-1 0,1 1,-1-1,0 1,0-1,1 1,-1 0,0-1,1 1,-1 0,0-1,0 1,0 0,0 0,1 0,-1-1,0 1,0 0,0 0,0 0,1 0,-1 1,0-1,0 0,0 0,1 0,-1 1,0-1,0 0,0 1,1-1,-1 1,0-1,1 1,-1-1,0 1,1-1,-1 1,-31 45,15-3,2 1,1 0,3 1,2 0,1 0,3 1,1 8,-2-17,2 1,1-1,2 1,2 0,1 0,2-1,2 0,1 1,2-2,1 1,6 9,-14-40,1-1,-1 0,1 0,-1 0,2 0,-1-1,0 1,1-1,0 0,0 0,0 0,0 0,1-1,0 1,-1-1,1 0,0-1,1 1,-1-1,0 0,1-1,-1 1,1-1,-1 0,1 0,0-1,-1 0,1 0,0 0,-1 0,1-1,2-1,2-1,-1-2,1 1,-1-2,-1 1,1-1,-1 0,0-1,0 0,0 0,-1 0,0-1,-1 0,0-1,4-7,5-9,-1-1,-2-1,0 0,3-18,-9 27,-28 63,15-26,-1-1,0 1,2 0,0 0,1 1,1 0,1 0,0 5,3-22,1 0,-1 0,1 0,-1-1,1 1,0 0,0 0,1-1,-1 1,0-1,1 1,0-1,-1 1,1-1,0 0,0 0,0 0,0 0,1 0,-1-1,1 1,-1-1,1 1,-1-1,1 0,0 0,-1 0,1 0,0 0,0-1,0 0,0 1,0-1,-1 0,1 0,0 0,0-1,30 2</inkml:trace>
  <inkml:trace contextRef="#ctx0" brushRef="#br0" timeOffset="-3571.134">29624 9273,'-13'-3,"-10"0,-3 1,1-1,3 0,-3-4,4 1</inkml:trace>
  <inkml:trace contextRef="#ctx0" brushRef="#br0" timeOffset="-3381.674">28982 9073,'21'-3,"22"0,25 1,18-1,16 2,6 0,-15 0</inkml:trace>
  <inkml:trace contextRef="#ctx0" brushRef="#br0" timeOffset="-3194.658">30039 9474,'-7'-11,"0"0,-1 1,1 0,-2 0,0 1,0 0,0 1,-1 0,0 0,-1 1,0 0,-7-3,12 8,1-1,0 1,-1 0,1 1,-1-1,1 1,-1 0,0 1,0-1,1 1,-1 0,0 0,1 1,-1 0,0 0,1 0,-1 1,1-1,-1 1,1 1,0-1,0 1,0 0,0 0,0 0,1 1,-1 0,-1 2,2-3,1 1,-1-1,1 1,0 0,0 0,0 1,1-1,-1 0,1 1,0 0,1-1,-1 1,1 0,0 0,0 0,0 0,1 0,-1 0,1 0,1 0,-1 0,1 0,0 0,0 0,0 0,0-1,1 1,0 0,0-1,0 1,1-1,0 0,-1 1,3 1,8 5,-1-1,1 0,1-1,0 0,0-1,1-1,0 0,0-1,0-1,1 0,0-1,0-1,10 1,74 12,0-4,95-3,-63-6</inkml:trace>
  <inkml:trace contextRef="#ctx0" brushRef="#br0" timeOffset="-2024.576">31483 9219,'-14'-4,"0"1,0 0,0 1,0 0,0 1,-1 1,1 0,0 1,0 1,-1 0,1 1,1 0,-1 1,0 0,1 2,0-1,0 2,1-1,0 2,-4 3,13-9,0 0,0 1,1-1,-1 1,1 0,-1 0,1 0,0 0,0 1,1-1,-1 0,1 1,-1-1,1 1,0 0,1-1,-1 1,1 0,-1 0,1-1,0 1,0 0,1 0,-1-1,1 1,0 0,0-1,0 1,0 0,5 3,0 0,0 0,1 0,0-1,0 0,0-1,1 1,0-2,0 1,0-1,0 0,1-1,-1 1,1-2,0 1,0-1,3-1,31 9,1-2,0-2,1-3,-1-1,1-2,0-2,-1-2,11-3,-40 4,0 0,0-1,-1-1,0 0,0-1,14-7,-25 11,0 0,1 0,-1 0,0 0,0 0,-1 0,1-1,0 0,-1 1,1-1,-1 0,0 0,0 0,0-1,0 1,-1 0,1-1,-1 1,0-1,0 1,0-1,-1 0,1 1,-1-1,0 0,0 1,0-1,0 0,-1 0,0-2,-1 2,1-1,-1 1,0 0,-1 0,1 0,-1 0,1 0,-1 1,-1-1,1 1,0 0,-1 0,1 0,-1 0,0 0,0 1,0 0,0 0,-1 0,1 0,0 1,-4-1,-4-2,0 2,0 0,0 0,0 1,0 0,-1 1,1 1,-3 0,6 1,-1-1,1 2,0-1,0 1,0 1,0 0,1 0,0 0,-1 1,1 1,-6 4,12-8,-1 1,0-1,1 1,-1-1,1 1,0 0,-1 0,2 0,-1 0,0 0,0 0,1 0,0 1,0-1,0 1,0-1,0 1,1-1,-1 1,1-1,0 1,0 0,1-1,-1 1,1-1,-1 1,1-1,0 1,1-1,-1 0,0 1,2 1,6 5,-1-1,2 0,-1 0,1-1,0 0,1-1,0 0,0-1,0 0,1-1,0 0,0-1,0 0,1-1,-1 0,1-1,0-1,10 1,81-6,-100 3,-1 0,0 0,1 0,-1-1,0 1,0-1,1 0,-1 0,0 0,-1 0,1 0,0-1,-1 1,1-1,-1 0,0 0,0 0,0 0,0 0,-1 0,1 0,-1-1,0 1,0-1,0 1,0-1,0 0,0-3,-1 1,1-1,-1 0,-1 1,1-1,-1 1,0-1,0 0,-1 1,0 0,0-1,0 1,-1 0,-6 1,12 21,4-5,1-1,1 1,0-2,0 1,1-1,0-1,0 0,1 0,0-1,1 0,-1-1,1 0,12 3,15 7,1-2,1-1,0-2,1-2,0-2,9-1,5 0</inkml:trace>
  <inkml:trace contextRef="#ctx0" brushRef="#br1" timeOffset="8894.68">19076 10770,'-16'2,"0"0,-1 1,1 0,1 1,-1 1,1 1,-1 0,2 1,-1 1,1 0,0 1,-6 5,16-10,0 0,0 1,1 0,-1 0,1 0,0 0,0 0,1 0,0 1,0 0,0-1,0 1,1 0,0 0,0 0,1 0,0-1,0 1,0 0,1 4,31 116,36 28,-48-114,-2 0,-1 1,-2 1,-3 1,3 13,-13-47,-1 1,0 0,0-1,-1 1,0 0,-1 0,0-1,0 1,-1 0,0-1,-1 0,0 1,0-1,-1 0,0-1,-1 1,0-1,0 0,-1 0,0 0,-1-1,1 0,-7 5,-5 2,-1-2,-1 0,0-1,0-1,-1-1,0-1,-4 1,7-3,17-6,1 0,-1 0,1 0,0 0,-1 0,1 0,0-1,-1 1,1 0,-1 0,1 0,0 0,-1 0,1 1,-1-1,1 0,0 0,-1 0,1 0,0 0,-1 0,1 1,0-1,-1 0,1 0,0 0,-1 1,1-1,0 0,0 1,-1-1,1 0,0 1,0-1,-1 0,1 1,0-1,0 0,0 1,0-1,0 0,0 1,-1-1,1 1,0-1,0 0,0 1,0-1,0 1,1-1,-1 0,0 1,0-1,0 0,0 1,0-1,0 1,1-1,-1 0,0 1,0-1,1 0,25 9,-20-7,9 1,-1 1,1 1,-1 0,-1 1,1 0,-1 1,0 0,-1 2,1-1,-2 1,1 1,-1 0,-1 1,0 0,0 0,-1 1,-1 0,0 1,0 0,4 13,-5-7,-2 0,0 0,-1 1,-1-1,0 1,-2 0,0 0,-2 0,0 0,-1 0,-2 6,-10 38,-2 0,-20 49,-14 50,38-112,2 0,2 0,2 0,2 13,3-48,1 1,1 0,1-1,0 1,1-1,1 0,1 0,0 0,1 0,0-1,1 0,1-1,1 1,0-1,2 1,-6-8,1-1,0 0,0 0,1 0,-1-1,1 0,1 0,-1-1,1 0,-1 0,1-1,0 0,1 0,-1-1,0 0,1 0,-1-1,1 0,8-1,23-16,-28 2</inkml:trace>
  <inkml:trace contextRef="#ctx0" brushRef="#br1" timeOffset="7478.135">16670 11238,'11'5,"14"1,15 0,15-1,14-2,8-1,8-3,1-2,-4-2,-8-1,-12 1,-17 4,-16 4,-13 2</inkml:trace>
  <inkml:trace contextRef="#ctx0" brushRef="#br1" timeOffset="7732.452">16804 11439,'11'0,"15"0,16 0,12 0,13 0,7 0,3 0,-1 0,-3 0,-6 0,-7 0,-14 0</inkml:trace>
  <inkml:trace contextRef="#ctx0" brushRef="#br1" timeOffset="8029.658">17432 10998,'0'1,"0"1,1 0,-1 0,0-1,1 1,-1-1,1 1,-1 0,1-1,0 1,0-1,0 1,0-1,0 0,0 1,0-1,0 0,0 0,1 1,-1-1,0 0,1-1,-1 1,1 0,-1 0,1 0,-1-1,1 1,0-1,240 87,-220-78,0 1,0 0,-1 2,-1 0,13 11,-27-18,0-1,-1 1,0 0,0 0,0 0,-1 1,1-1,-1 1,-1 0,1 1,-1-1,0 0,-1 1,1 0,-1 0,-1 0,1 0,-1 0,0 0,-1 0,1 1,-5 7,0 0,0-1,-2 1,1-1,-2 0,0-1,-1 0,0 0,-1 0,0-1,-1 0,0-1,-1 0,0-1,-1 0,-12 8,-99 73,70-59</inkml:trace>
  <inkml:trace contextRef="#ctx0" brushRef="#br1" timeOffset="16753.248">19732 11172,'15'-3,"-1"1,1 0,0 1,0 1,0 0,0 1,0 1,0 1,-1 0,1 0,-1 1,0 1,0 1,0 0,1 2,-12-6,1 1,-1-1,0 1,0 0,0 0,0 1,-1-1,1 1,-1-1,0 1,0 0,0 0,-1-1,1 1,-1 1,0-1,0 0,0 0,0 0,-1 0,0 1,0-1,0 0,0 0,-1 1,0-1,0 0,0 0,0 0,-1 0,1 0,-2 2,-7 14,0 0,-2-1,0 0,-1-1,-10 10,21-25,-118 133,101-105,19-31,0 1,0 0,0 0,1-1,-1 1,0 0,0 0,0-1,1 1,-1 0,0-1,1 1,-1 0,0-1,1 1,-1 0,1-1,-1 1,1-1,0 1,-1-1,1 1,-1-1,1 1,0-1,-1 0,1 1,0-1,0 0,-1 0,1 1,0-1,0 0,-1 0,1 0,0 0,0 0,-1 0,1 0,0 0,0 0,-1-1,2 1,38 0,1-1,0-2,39-9,-7 2,89-6,-128 14</inkml:trace>
  <inkml:trace contextRef="#ctx0" brushRef="#br1" timeOffset="17112.147">19705 10931,'4'-2,"12"-1,13 0,16 1,16 0,14 1,11 1,6-3,-4 0,-10 0,-17 0,-17 2</inkml:trace>
  <inkml:trace contextRef="#ctx0" brushRef="#br1" timeOffset="17778.373">20908 11185,'16'0,"14"0,12 0,9 0,7 0,4 0,0 0,-4 0,-7 0,-10 2,-12 1</inkml:trace>
  <inkml:trace contextRef="#ctx0" brushRef="#br1" timeOffset="18043.205">20962 11412,'18'7,"15"2,18 0,14-2,12-4,6-6,-2-3,-5-2,-16 1</inkml:trace>
  <inkml:trace contextRef="#ctx0" brushRef="#br1" timeOffset="18942.893">22366 11078,'-7'3,"1"1,1 0,-1 1,1 0,-1 0,1 0,1 0,-1 1,1 0,0 0,0 0,1 0,0 0,0 1,0 0,1-1,0 1,0 0,1 0,0 0,0 1,0-1,1 0,0 0,1 0,0 0,0 0,0 0,1 0,0 0,0 0,1 0,-1-1,2 1,-1-1,1 0,0 0,0 0,0 0,1-1,3 3,0 0,1-1,1 0,-1 0,1-1,0 0,1 0,0-1,-1-1,1 0,1 0,-1-1,1-1,-1 0,1 0,0-1,-1-1,1 0,6-1,-11 1,0 0,1-1,-1 0,0-1,0 0,1 0,-1 0,-1-1,1 0,0 0,-1 0,1-1,-1 0,0-1,-1 1,1-1,-1 0,0-1,0 1,0-1,-1 0,0 0,0 0,0-1,-1 1,0-1,0 0,-1 0,1-5,-1 3,-1 0,-1 0,1 0,-1 1,-1-1,0 0,0 0,-1 0,0 1,0-1,-1 1,0-1,0 1,-1 0,0 0,-1 1,0-1,0 1,0 0,-1 0,0 1,0 0,-1 0,0 0,-7-4,1 1,0 0,-1 1,0 0,-1 1,1 1,-1 0,-1 1,1 0,-1 2,1 0,-1 0,0 2,0 0,-1 1,8 0,0 1,0 0,0 1,0 0,0 0,1 1,-1 0,1 1,0 0,0 0,0 1,0 0,5-3,-1 0,1 1,0 0,0 0,1 0,-1 0,0 0,1 0,0 1,0-1,0 1,0-1,1 1,-1 0,1 0,0 0,0 0,0 0,0 0,1 0,0 0,0 0,0 0,0 0,1 0,-1 0,2 3,17 37,8-3</inkml:trace>
  <inkml:trace contextRef="#ctx0" brushRef="#br1" timeOffset="19519.37">23662 11358,'7'19,"7"9,5 8,2 5,-3 1,-4 1,-11 2,-16 3,-17 2,-16-1,-1-8</inkml:trace>
  <inkml:trace contextRef="#ctx0" brushRef="#br1" timeOffset="23915.407">24638 11386,'11'-15,"71"-237,-82 251,0-1,1 0,-1 0,0 0,1 0,-1 0,1 0,-1 1,1-1,0 0,0 0,0 0,0 1,0-1,0 0,0 1,1-1,-1 1,1 0,-1-1,1 1,-1 0,1 0,0 0,-1 0,1 0,0 0,0 0,0 1,0-1,0 1,0-1,0 1,-1 0,1 0,0 0,0 0,0 0,0 0,0 1,1-1,64 76,-36-39,-12-16,-1 2,-1 1,0 0,6 15,-22-37,0 0,1 1,-1-1,0 1,0-1,-1 1,1-1,0 1,-1 0,0-1,1 1,-1 0,0-1,0 1,-1 0,1-1,-1 1,1-1,-1 1,0 0,0-1,0 1,0-1,0 0,0 1,-1-1,0 0,1 0,-1 0,0 0,0 0,0 0,0-1,0 1,0 0,0-1,-1 0,-1 1,-3 2,0-1,0 0,0-1,0 1,0-1,-1-1,1 0,-1 0,0 0,1-1,-1 0,0 0,1-1,-1 0,1 0,-1-1,1 0,-6-3,12 5,0 0,0 0,0-1,0 1,0-1,0 1,1-1,-1 1,0-1,0 0,0 1,0-1,1 0,-1 1,0-1,1 0,-1 0,1 0,-1 0,1 0,-1 0,1 0,0 0,-1 0,1 0,0 0,0 0,0 0,0 0,0 0,0 0,0 0,0 0,0 0,0 0,0 0,1 0,-1 0,0 0,1 0,-1 0,1 0,-1 0,1 1,-1-1,1 0,0 0,42-27,83-8,-99 30,0-1,0-1,-1-1,0-1,0-2,9-6,-33 17,1 0,-1 0,1-1,-1 1,1-1,-1 1,0-1,0 0,0 0,0 0,0 0,0 0,0 0,-1-1,1 1,-1-1,0 1,0-1,0 1,0-1,0 0,0 1,-1-1,1 0,-1 0,0 0,0 1,0-1,0 0,0 0,0 0,-1 1,0-1,1 0,-1 1,0-1,0 0,-1 1,1-1,0 1,-1 0,0-1,1 1,-1 0,0 0,0 0,0 0,0 0,-1 1,1-1,0 1,-2-1,1 1,1 0,-1 0,1 0,-1 1,1-1,-1 1,0 0,1 0,-1 0,0 0,1 0,-1 1,1-1,-1 1,0 0,1-1,-1 1,1 0,0 1,-1-1,1 0,0 1,0-1,0 1,0 0,0-1,0 1,0 0,0 0,1 1,-1-1,1 0,0 0,-1 1,1-1,0 1,1-1,-1 1,0-1,1 1,-1-1,1 1,0 0,0-1,0 1,0 0,0 0,0 5,0-1,0 0,1 1,0-1,0 1,1-1,0 0,0 0,1 0,0 0,0 0,0 0,1-1,0 0,0 0,1 0,0 0,0-1,0 1,1-1,-1 0,1-1,2 2,3 1,-1-1,1 0,0-1,1 0,-1 0,1-1,0-1,0 0,0 0,0-2,1 1,-1-1,11-1,2-5,-1 0,-1-2,1-1,-1 0,-1-2,1 0,-2-2,1-1,-2 0,0-1,0-1,-2-1,0-1,-1-1,0 0,-1-1,2-5,8-8,-2-1,-1-1,-2 0,-1-2,-2 0,-1-2,-2 1,-2-2,-1 0,-2-1,-2 0,0-10,-10-50,1 97,0 0,1-1,-1 1,0 0,0 0,-1 0,1 0,-1 0,1 0,-1 0,0 0,0 0,0 1,-1-1,1 1,-1 0,1 0,-1 0,0 0,1 0,-1 0,0 1,0-1,0 1,-1 0,1 0,-2 0,1 0,-1 1,0 0,1 0,-1 1,0-1,0 1,1 0,-1 0,1 1,-1-1,1 1,0 0,-1 0,1 0,0 1,0 0,0 0,1 0,-1 0,1 0,-1 1,-56 85,49-58,1 1,1 1,1 0,3 0,0 0,2 1,2 0,1-1,1 1,2 0,1-1,2 0,9 29,-8-37,1 0,0 0,2-1,1 0,3 3,-10-20,1 1,-1-1,1 0,1-1,-1 1,1-1,0 0,1 0,-1-1,1 0,0 0,1 0,-1-1,1 0,0-1,0 0,4 1,-7-3,0 0,1-1,-1 1,1-1,-1 0,0-1,1 0,-1 1,0-2,1 1,-1-1,0 1,0-1,0-1,-1 1,1-1,0 0,-1 0,0 0,1 0,-1-1,-1 0,1 0,1-2,6-7,-1 0,0-1,-1-1,0 1,-2-1,0-1,1-3,-2 4,0 0,-1 0,0-1,-2 0,0 0,-1 0,0 0,-1 0,-1-6,0 21,0 0,0 0,0 0,0 0,0 0,0 0,0 0,0 1,0-1,0 0,-1 0,1 0,0 0,-1 0,1 0,-1 0,1 1,-1-1,1 0,-1 0,0 1,1-1,-1 0,0 1,1-1,-1 0,0 1,0-1,0 1,0 0,1-1,-1 1,0 0,0-1,0 1,0 0,0 0,0 0,0 0,0 0,0 0,0 0,0 0,0 0,0 0,0 0,1 1,-1-1,0 0,0 1,0-1,0 1,0-1,1 1,-1-1,0 1,0 0,1-1,-1 1,0 0,1 0,-8 7,1 2,0-1,0 1,1 0,0 0,1 1,0-1,1 1,0 0,1 1,0-1,1 1,-1 10,1-15,1-1,0 1,0 0,1-1,0 1,0 0,0 0,1-1,0 1,1-1,-1 1,1-1,0 1,1-1,0 0,0 0,0 0,0 0,1-1,0 1,1-1,-1 0,1 0,0-1,0 1,0-1,0 0,4 1,3 0,1 0,0 0,0-2,0 1,1-2,-1 0,1 0,-1-2,1 1,0-2,-1 0,2 0,44-7</inkml:trace>
  <inkml:trace contextRef="#ctx0" brushRef="#br1" timeOffset="24432.701">26549 11078,'-14'3,"0"1,1 1,-1 1,1 0,0 0,1 1,-1 1,1 0,1 1,0 0,0 1,0 0,2 0,-1 1,1 1,1-1,0 2,-1 1,8-11,0 0,0 0,1 0,-1 0,0 0,1 0,0 0,0 0,0 0,0 0,0 0,0 0,1 0,0 0,0 0,-1 0,2-1,-1 1,0 0,0 0,1-1,0 1,-1-1,1 1,0-1,0 0,0 0,1 0,-1 0,0 0,1 0,-1-1,1 1,0-1,0 1,-1-1,1 0,2 0,7 3,0 0,0-1,1 0,-1-1,1 0,-1-1,1-1,10 0,-5-1,-1-1,0-1,0-1,0 0,0-1,-1-1,1 0,-1-1,-1-1,1 0,-2-2,1 1,-1-2,-1 0,0 0,0-2,-1 1,-1-1,0-1,-1 0,0-1,-1 0,-1 0,0-1,3-9,2-28,-2 0,-2-1,-3 0,-2 0,-3 0,-2-16,1 44,-3-287,0 282,3 31,-1 0,1-1,0 1,-1 0,1 0,-1 0,1-1,0 1,-1 0,1 0,-1 0,1 0,-1 0,1 0,0 0,-1 0,1 0,-1 0,1 0,-1 0,1 0,0 0,-1 1,1-1,-1 0,1 0,0 0,-1 1,1-1,0 0,-1 0,1 1,0-1,-1 0,1 1,0-1,0 0,-1 1,1-1,0 0,0 1,0-1,-1 1,1-1,0 0,0 1,0-1,0 1,0-1,0 1,0-1,0 0,0 1,0-1,0 1,0-1,0 1,0-1,1 0,-1 1,0-1,0 1,0-1,1 0,-1 1,-15 60,2 1,3 0,1 26,-1 24,4 0,6 48,-1-146,1 0,1 0,0 0,0 0,2-1,-1 1,2-1,0 1,0-1,2 0,-1 0,2-1,-1 0,2 0,0 0,0-1,1 0,0-1,10 8,-17-16,1 0,-1 0,1-1,0 0,-1 1,1-1,0 0,0 0,0-1,0 1,0-1,0 1,0-1,0 0,0 0,0 0,0 0,0-1,0 1,0-1,0 0,0 0,-1 0,1 0,0 0,0-1,-1 1,1-1,0 0,16-16</inkml:trace>
  <inkml:trace contextRef="#ctx0" brushRef="#br1" timeOffset="25180.67">26870 10798,'-19'-12,"-1"2,0 1,-1 0,0 2,0 0,-1 1,0 2,-19-3,-37 12,77-5,0 0,0 0,0 1,1-1,-1 0,0 1,0-1,0 0,0 1,1-1,-1 1,0-1,1 1,-1 0,0-1,1 1,-1 0,1-1,-1 1,1 0,-1 0,1 0,-1-1,1 1,0 0,-1 0,1 0,0 0,0 0,0 0,0 0,0-1,0 1,0 0,0 0,0 0,0 0,0 0,1 0,-1 0,31 27,-8-18,1-1,1-1,-1-2,1 0,1-2,-1 0,19-1,-22-1,514 27,-523-28,61 14,-73-14,-1-1,0 1,1 0,-1 0,0-1,0 1,1 0,-1 0,0 0,0-1,0 1,0 0,0 0,0 0,0 0,0-1,0 1,-1 0,1 0,0 0,0-1,-1 1,1 0,-1 0,1-1,0 1,-1 0,1-1,-1 1,0-1,1 1,-1 0,1-1,-1 1,0-1,1 0,-1 1,0-1,0 1,1-1,-1 0,0 0,0 1,0-1,0 0,0 0,0 1,-108 56,87-48,0 2,1 0,0 1,1 0,0 2,1 1,1 0,0 1,-1 4,17-18,-1-1,1 1,0 0,0 1,0-1,0 0,0 0,1 1,-1-1,1 1,0-1,-1 1,1 0,0 0,1-1,-1 1,0 0,1 0,0 0,-1 0,1 0,0 0,1 0,-1 0,0-1,1 1,0 0,0 0,-1 0,2-1,-1 1,0 0,0-1,1 1,0-1,-1 0,1 1,1 0,5 0,0 0,0-1,1 0,-1 0,1-1,-1 0,1-1,-1 1,1-2,0 1,-1-1,1-1,-1 1,0-1,0-1,1 0,-1 0,-1 0,1-1,0 0,-1-1,2-1,4-3,-1 0,0 0,-1-2,0 1,-1-1,0-1,-1 0,0 0,-1-1,0 0,-1 0,0-1,-1 0,-1 0,4-15,-10 60,-2-13,2-1,0 1,1-1,0 1,2-1,2 12,-3-23,0-1,1 0,-1 1,1-1,0 0,1 0,-1 0,1-1,0 1,0 0,1-1,-1 0,1 0,0 0,0 0,0-1,0 0,1 1,0-1,-1-1,1 1,0-1,3 1,-2-1,0-1,1 1,-1-1,0-1,1 1,-1-1,1 0,-1-1,0 1,1-1,-1 0,0-1,0 0,0 0,0 0,0-1,0 1,0-2,-1 1,0 0,1-1,-1 0,-1 0,2-2,5-5,0 0,-1-1,0 0,-1 0,-1-1,0 0,0-1,-2 0,4-10,10-42,-3-1,-3 0,-4-1,2-47,-5 49,27-332,-34 386,-9-70,8 81,0 1,0 0,0 0,0-1,0 1,0 0,0 0,0 0,0 0,0 0,0 0,0 0,0 0,0 1,0-1,0 0,0 1,0-1,1 0,-1 1,0-1,0 1,0 0,0-1,1 1,-1-1,0 1,1 0,-1 0,0-1,1 1,-1 0,1 0,-1 0,1 0,0 0,-1 0,1 0,0-1,0 1,0 0,-1 0,1 0,0 1,-15 37,1 0,2 1,2 0,2 1,1 0,0 21,1-12,2 1,2-1,3 1,6 48,-5-78,2 0,0-1,2 1,0-1,1 0,1-1,1 0,0 0,2-1,0 0,1-1,1 0,4 4,50 29,-44-42</inkml:trace>
  <inkml:trace contextRef="#ctx0" brushRef="#br1" timeOffset="25444.471">27485 10570,'16'5,"21"1,23-1,21 0,15-2,-8-1</inkml:trace>
  <inkml:trace contextRef="#ctx0" brushRef="#br1" timeOffset="25682.864">28087 11051,'0'4,"-2"73,3-74,-1 0,1-1,0 1,0-1,0 1,0-1,0 0,0 1,1-1,-1 0,1 0,0 0,-1 0,1 0,0 0,0 0,0-1,1 1,-1-1,0 0,0 1,1-1,-1 0,1 0,-1 0,1-1,1 1,6-1,-1 0,0 0,0-1,0 0,0-1,0 0,0 0,0-1,-1 0,1-1,-1 0,0 0,0-1,0 0,-1 0,1-1,-1 1,-1-2,1 1,-1-1,0 0,-1 0,1-1,-1 0,-1 0,0 0,0 0,2-9,-3 9,-1 0,-1 0,1 0,-2 0,1 0,-1-1,0 1,0 0,-1 0,-1-1,1 1,-1 0,-1 0,1 1,-1-1,0 0,-1 1,0 0,0 0,-1 0,-3-3,5 5,-1 0,0 1,0-1,0 1,-1 0,1 1,-1-1,0 1,0 0,-1 0,1 0,0 1,-1 0,0 0,1 0,-1 1,0 0,0 0,0 0,0 1,0 0,0 0,0 0,0 1,1 0,-1 0,0 0,0 1,-5 2,4 0,0-1,1 1,-1 1,1-1,0 1,0 0,0 1,1-1,0 1,0 0,0 1,1-1,0 1,0 0,1 0,0 0,0 0,0 0,1 1,0 3,0-6,1 1,0-1,1 0,-1 0,1 0,0 1,0-1,1 0,0 0,0 0,0 1,0-1,1 0,0-1,0 1,0 0,0 0,1-1,0 1,0-1,0 0,1 0,-1 0,1-1,0 1,0-1,0 0,0 0,1 0,3 1,0 0,0-1,0 0,1-1,-1 0,1 0,0-1,-1 0,1 0,3-1,32-2</inkml:trace>
  <inkml:trace contextRef="#ctx0" brushRef="#br1" timeOffset="25851.06">28435 10356,'-18'-2,"-16"-1,-8 4,-2 8,5 8,8 6,11 5,9 6,15 3,10 5,10 4,1-5</inkml:trace>
  <inkml:trace contextRef="#ctx0" brushRef="#br1" timeOffset="26022.645">28381 10970,'0'19,"0"12,0 8,2 4,6 0,8-4,10-5,14-7,15-8,13-7,9-8,-8-4</inkml:trace>
  <inkml:trace contextRef="#ctx0" brushRef="#br1" timeOffset="26267.5">29504 10249,'-9'18,"-10"25,-6 27,-8 26,-6 26,-4 15,-5 9,-2 1,-3-4,-1-10,4-14,8-18,12-27</inkml:trace>
  <inkml:trace contextRef="#ctx0" brushRef="#br1" timeOffset="26735.246">29584 11131,'1'-10,"0"0,-1 0,0 0,-1 0,0-1,0 1,-1 1,-1-1,-1-6,3 13,0 0,0 1,0-1,0 1,-1-1,1 1,-1-1,1 1,-1 0,0 0,0 0,0 0,0 0,0 0,-1 0,1 1,0-1,-1 1,0-1,1 1,-1 0,1 0,-1 0,0 1,0-1,0 1,1-1,-1 1,0 0,0 0,0 0,0 1,1-1,-1 1,-2 0,-2 1,1 1,-1 1,1-1,0 1,0 0,0 1,0-1,1 1,0 0,0 0,0 1,1 0,-1 0,1 0,1 0,-1 0,1 1,0-1,1 1,0 0,0 0,0 0,1 0,0 1,0-1,0 0,2 6,-1-10,0 1,1 0,0-1,0 1,0 0,0-1,1 0,-1 1,1-1,0 0,0 0,0 0,0 0,1 0,-1 0,1-1,0 1,0-1,-1 1,2-1,-1 0,0-1,0 1,1 0,-1-1,0 0,1 0,0 0,-1 0,1 0,0-1,-1 1,1-1,0 0,-1-1,1 1,0 0,-1-1,1 0,0 0,-1 0,1 0,-1-1,0 1,1-1,-1 0,1 0,5-4,-1 1,1-1,-1 0,0-1,-1 1,1-2,-1 1,-1-1,1 0,-1-1,-1 1,0-1,0 0,0 0,-1-1,-1 1,0-1,0 0,-1 0,0 0,0 0,-1-1,-1-5,1 15,-1 0,0 0,0 0,0 0,1 0,-1 0,0 0,0 0,-1 0,1 0,0 0,0 0,0-1,-1 1,1 0,-1 0,1 0,-1 1,1-1,-1 0,1 0,-1 0,0 0,1 0,-1 1,0-1,0 0,0 1,0-1,1 0,-1 1,0-1,0 1,0-1,0 1,0 0,0-1,0 1,0 0,-1 0,1 0,0 0,0 0,0 0,0 0,0 0,0 0,0 1,0-1,0 0,0 1,0-1,0 0,0 1,0-1,0 1,0 0,0-1,0 1,1 0,-1 0,0-1,0 2,-3 1,0 2,0-1,0 0,1 1,-1-1,1 1,0 0,1 0,-1 0,1 0,0 1,0-1,1 1,-1-1,1 1,1 0,-1-1,1 1,0 0,0-1,0 1,1 0,0-1,0 1,1-1,-1 1,1-1,0 1,1-1,-1 0,1 0,2 3,66 30,-31-28</inkml:trace>
  <inkml:trace contextRef="#ctx0" brushRef="#br1" timeOffset="27380.064">30105 10957,'-14'-2,"0"0,-1 1,1 1,-1 0,1 1,-1 1,-8 2,18-3,0 0,0 0,0 1,0-1,1 1,-1 0,0 1,1-1,0 1,0 0,0 0,0 0,0 1,0-1,1 1,0 0,0 0,0 0,0 0,0 1,1-1,0 1,0 0,1-1,0-1,0 0,1 1,-1-1,1 1,0-1,0 0,0 1,1-1,-1 1,1-1,0 0,0 1,0-1,0 0,1 0,-1 0,1 0,0 0,0 0,0 0,0 0,0-1,0 1,1-1,0 0,0 1,5 4,1-1,0 0,0-1,0 1,1-2,-1 1,1-2,4 2,-1-1,0 0,0-1,0-1,1 0,-1 0,0-2,1 1,-1-2,0 0,1 0,-1-2,0 1,0-2,0 0,0 0,-1-1,0 0,0-1,0-1,-1 0,0-1,0 0,-1 0,0-1,0 0,-1-1,0 0,3-6,1-11,-2-1,0 0,-2 0,-1-1,-2 0,0 0,-2-1,-2 1,0-1,-3-25,1 46,0-438,-1 437,1 25,-1 53,-3 46,5 0,4 0,6 0,5-1,7 11,8-42,-30-79,1 0,0-1,-1 1,1-1,0 1,0-1,1 0,-1 0,0 0,1 0,-1 0,1 0,0-1,-1 1,1-1,0 0,0 0,0 0,0 0,0 0,0-1,0 1,1-1,-1 0,0 0,1 0,9-3,-1-1,0-1,0 0,-1 0,1-1,-1-1,-1 0,1 0,-1-1,0 0,-1-1,0 0,0 0,-1-1,4-5,72-119,-122 207,11 15,27-85,0-1,-1 1,1-1,0 1,0-1,0 1,0-1,1 1,-1-1,1 0,-1 1,1-1,0 1,0-1,0 0,0 0,0 0,1 1,-1-1,1 0,-1 0,1-1,0 1,0 0,0-1,0 1,0-1,0 1,0-1,0 0,0 0,1 0,-1 0,2 0,25 2,0-5</inkml:trace>
  <inkml:trace contextRef="#ctx0" brushRef="#br1" timeOffset="27646.306">30974 10798,'-18'-3,"-11"0,-2-2,-1-5,1-5,5-1</inkml:trace>
  <inkml:trace contextRef="#ctx0" brushRef="#br1" timeOffset="27835.831">30333 10476,'18'-2,"20"-1,21 0,19 1,15 0,7 1,-2 3,-18 1</inkml:trace>
  <inkml:trace contextRef="#ctx0" brushRef="#br1" timeOffset="28010.364">31135 10944,'0'20,"-2"-14,1 0,0 0,1 1,0-1,-1 0,2 1,-1-1,1 0,0 0,0 1,1-1,0 0,0 0,1 0,-1-1,1 1,0-1,1 1,-1-1,1 0,0 0,0 0,1-1,-1 0,1 0,0 0,2 1,0-3,1 0,-1 0,1-1,-1 1,1-2,0 1,-1-1,1-1,0 1,-1-1,1-1,-1 1,1-1,-1 0,0-1,1 0,-1 0,-1-1,1 1,0-1,-1-1,0 0,0 1,0-2,-1 1,0-1,0 1,0-2,-1 1,0 0,0-1,0 0,-1 0,3-7,61-193,-57 181</inkml:trace>
  <inkml:trace contextRef="#ctx0" brushRef="#br1" timeOffset="28660.622">31817 10944,'0'-10,"-1"0,0 0,-1 1,0-1,-1 0,0 1,0-1,-1 1,0 0,-1-2,3 9,1-1,-1 0,1 0,-1 0,0 1,0-1,0 1,-1 0,1-1,0 1,-1 0,0 0,1 1,-1-1,0 0,0 1,0 0,0 0,0 0,0 0,0 0,0 0,-1 1,1 0,0 0,0-1,-1 2,1-1,0 0,0 1,0-1,-2 2,0 0,-1 1,0 0,1 0,0 1,0 0,0-1,0 2,1-1,-1 1,1-1,0 1,0 0,1 1,0-1,0 1,0-1,0 1,1 0,0 0,0 0,1 0,0 0,0 0,0 1,1-1,0 0,0 1,0-1,1 0,0 0,0 0,1 1,-1-1,1 0,1-1,-1 1,1 0,2 3,1-4,0 0,0-1,0 0,0 0,1 0,0-1,-1 0,1 0,0-1,1 0,-1 0,0 0,0-1,1 0,-1-1,1 0,-1 0,1 0,-1-1,0 0,1-1,-1 1,0-1,0-1,0 0,0 0,0 0,-1 0,1-1,-1 0,0-1,0 1,-1-1,1 0,-1-1,0 1,0-1,-1 0,3-5,9-46,-16 57,-1 0,1 0,0-1,0 1,-1 0,1 0,0-1,-1 1,1 0,0 0,-1 0,1 0,0 0,-1-1,1 1,0 0,-1 0,1 0,0 0,-1 0,1 0,0 0,-1 0,1 0,0 0,-1 1,1-1,-1 0,1 0,0 0,0 0,-1 0,1 1,0-1,-1 0,1 0,0 0,-1 1,1-1,0 0,0 1,0-1,-1 0,1 0,0 1,0-1,0 0,0 1,-1-1,1 0,0 1,0-1,0 1,0-1,0 0,0 1,0-1,0 0,0 1,0-1,0 0,0 1,1-1,-1 0,0 1,0-1,0 0,0 1,1-1,-3 5,1 0,-1 0,1 0,0 0,1 0,-1 0,1 0,0 0,0 0,1 0,0 0,0 0,0 0,0 0,1-1,-1 1,1 0,0-1,1 1,-1-1,1 0,0 0,0 0,0 0,1 0,0 0,-1-1,1 0,0 0,0 0,1 0,-1-1,1 0,-1 1,1-2,0 1,-1 0,1-1,0 0,0 0,0-1,0 1,0-1,0 0,0 0,5-1,-3-1,-1 0,1 0,-1 0,1 0,-1-1,0 0,0-1,0 1,0-1,-1 0,1-1,-1 1,0-1,-1 0,1 0,-1-1,0 1,0-1,0 0,-1 0,0 0,5-12,-1 0,0-1,-1 1,-1-1,-1 0,1-18,6-96,-6 0,-8-50,3 177,-13-187,5 169,0 23,-8 60,7 51,4 0,5 0,5 0,8 24,15 78,-12-164,-8-37</inkml:trace>
  <inkml:trace contextRef="#ctx0" brushRef="#br1" timeOffset="28939.921">31910 10530,'11'-2,"20"1,21 1,17 3,11 3,5 5,-5 5,-10 7,-16-1</inkml:trace>
  <inkml:trace contextRef="#ctx0" brushRef="#br1" timeOffset="29185.216">32445 10864,'-26'53,"19"-38,-1-1,1 1,1 0,1 1,0-1,1 1,1 0,-1 9,4-22,0 0,0 0,0 0,1-1,-1 1,1 0,0-1,0 1,0 0,0-1,0 1,0-1,1 1,-1-1,1 0,0 1,0-1,-1 0,1 0,1 0,-1-1,0 1,0 0,1-1,-1 0,1 1,-1-1,1 0,-1 0,1 0,0-1,0 1,-1-1,1 1,0-1,2 0,2 1,1-1,-1 0,1 0,0-1,-1 0,1 0,-1-1,0 0,1 0,-1-1,0 0,0 0,1-1,0-3,-1 1,0-1,-1-1,0 1,0-1,0 0,-1 0,0 0,-1-1,0 0,0 0,-1 0,0 0,-1-1,0 1,0-1,-1 0,0 1,-1-1,0 0,0 1,-1-1,-1 0,1 1,-4-10,4 15,0 1,0-1,0 1,-1 0,1-1,-1 1,0 0,0 0,0 0,0 0,0 0,-1 1,1-1,-1 0,0 1,0 0,0 0,0 0,0 0,0 0,0 1,-1-1,1 1,-1 0,1 0,-1 0,1 1,-1-1,1 1,-1 0,0 0,1 0,-1 0,-7 4,0 0,0 0,0 1,1 1,0 0,0 0,0 1,1 0,0 0,1 1,-1 1,2-1,-1 1,1 1,0-1,1 1,0 0,-4 11,8-17,-1-1,1 1,-1 0,1 0,1 0,-1 1,0-1,1 0,0 1,0-1,0 1,1-1,-1 1,1-1,0 1,1-1,-1 1,1-1,0 1,0-1,0 0,0 1,1-1,0 0,0 0,0 0,0 0,1 0,-1 0,1-1,0 1,1-1,72 23,-34-21</inkml:trace>
  <inkml:trace contextRef="#ctx0" brushRef="#br1" timeOffset="29351.76">32726 10410,'-21'-12,"-13"-3,-8 1,2 4,2 10,8 8,8 10,9 7,11 5,8 8,3-4</inkml:trace>
  <inkml:trace contextRef="#ctx0" brushRef="#br1" timeOffset="29579.664">32618 10998,'10'13,"6"10,4 3,5-1,5-5,5-5,2-6,0-6,-4-9,-8-2</inkml:trace>
  <inkml:trace contextRef="#ctx0" brushRef="#br1" timeOffset="31940.218">19451 12789,'24'-153,"-4"54,-19 89,1 0,0-1,0 0,-1 0,-1-1,0 1,0 0,-1 0,-1 0,0 0,0 0,-1 0,-2-5,3 14,1 0,0 1,-1-1,1 1,-1-1,0 1,1-1,-1 1,0 0,0 0,0 0,0 0,0 0,0 1,0-1,0 1,0-1,0 1,-1 0,1-1,0 1,0 0,0 1,0-1,-1 0,1 0,0 1,0 0,0-1,0 1,0 0,0 0,0 0,0 0,0 0,1 1,-1-1,0 0,1 1,-1-1,1 1,-1 0,1-1,0 1,0 0,0 0,0 0,0 0,0 0,0 0,1 0,-1 0,1 0,-1 0,1 1,0-1,0 0,0 0,0 0,0 0,1 1,1 0,1 0,-1 0,1-1,0 1,0 0,0-1,0 0,1 0,-1 0,1 0,-1-1,1 1,-1-1,1 0,0 0,0 0,0-1,-1 1,1-1,0 0,0 0,0 0,-2 0,35 2,1-2,-1-2,34-6,88-1,-157 9,0 0,0-1,0 1,0 0,0 0,0 1,0-1,0 0,0 1,0-1,0 1,0-1,0 1,0 0,0 0,0 0,-1 0,1 0,0 1,-1-1,1 0,-1 1,1-1,-1 1,0-1,0 1,0 0,1 0,-2-1,1 1,0 0,0 0,-1 0,1 0,-1 0,1 0,-1 0,0 1,-1 8,-1 1,0-1,-1 0,-1 0,0 0,0 0,-1 0,-1 0,-12 33,-6 53,24-93,-1-1,1 1,0-1,1 1,-1-1,0 0,1 1,0-1,0 0,0 1,0-1,1 0,-1 0,1 0,0 0,0 0,0 0,0 0,0-1,1 1,-1-1,1 0,0 1,-1-1,1 0,0-1,1 2,8 0,0 1,0-1,0-1,1 0,-1-1,0 0,1-1,-1-1,1 0,-1 0,0-1,0-1,0 0,0 0,0-2,-1 1,1-1,-1-1,-1 0,1-1,-1 0,0 0,0-1,-1 0,5-7,-6 7,-1 0,0-1,-1 0,0 0,-1-1,1 0,-2 0,0 0,0 0,-1 0,0-1,0 0,-1 0,-1 0,0 1,0-1,-1 0,-1 0,0 0,0 0,-3-9,4 19,0-1,-1 1,1 0,0-1,-1 1,1 0,-1-1,1 1,-1 0,1 0,-1 0,0-1,0 1,0 0,0 0,0 0,0 0,0 0,0 0,0 1,0-1,0 0,-1 0,1 1,0-1,0 1,-1-1,1 1,0 0,-1-1,1 1,-1 0,1 0,0 0,-1 0,1 0,-1 0,1 1,0-1,-1 0,1 1,0-1,-1 1,1-1,0 1,0 0,0-1,-1 1,1 0,0 0,0 0,0 0,0 0,0 0,0 0,1 0,-1 0,0 0,0 1,-7 11,0 1,1 0,1 0,0 0,1 1,0-1,1 1,1 1,1-1,0 0,0 1,2-1,0 1,1 2,-1-12,1 0,-1-1,1 1,0-1,1 1,-1-1,1 0,0 1,0-1,1 0,-1 0,1 0,1-1,-1 1,0-1,1 0,0 0,0 0,0 0,1-1,-1 1,1-1,0 0,0-1,0 1,0-1,0 0,0 0,1-1,-1 1,1-1,0 0,52 2,-2-6</inkml:trace>
  <inkml:trace contextRef="#ctx0" brushRef="#br1" timeOffset="33069.903">20681 12428,'-14'-1,"0"1,0 1,0 0,0 2,0-1,0 1,0 1,1 1,0 0,0 0,0 1,0 1,1 0,0 1,-3 3,13-9,-1 0,1 0,-1 0,1 1,0-1,0 1,0-1,0 1,1 0,-1 0,1 0,-1 0,1 0,0 0,0 0,1 0,-1 0,1 0,-1 1,1-1,0 0,0 0,1 1,-1-1,0 0,1 0,0 0,0 0,0 0,0 0,0 0,1 0,-1 0,1 0,0-1,0 1,0 0,1-1,10 10,2 0,-1-1,2-1,-1 0,1-2,1 1,0-2,8 3,16 7,-22-9,0 0,0 2,-1 0,0 1,-1 1,-1 0,1 1,-2 1,3 3,-17-15,1 0,-1-1,1 1,-1 0,0 0,1 0,-1 0,0 0,-1 0,1 0,0 0,0 1,-1-1,0 0,1 0,-1 1,0-1,0 0,0 0,0 1,0-1,-1 0,1 0,-1 1,0-1,1 0,-1 0,0 0,0 0,0 0,-1 0,1 0,0 0,-1 0,1-1,-1 1,0-1,1 1,-1-1,0 1,0-1,0 0,0 0,0 0,0 0,-1 1,-1 1,1-1,-1 0,1 0,-1-1,0 1,0-1,0 0,0 0,0 0,0 0,0-1,0 1,0-1,0 0,0-1,0 1,0-1,0 1,0-1,0-1,0 1,0 0,0-1,1 0,-1 0,1 0,-1 0,1 0,0-1,0 0,0 1,0-1,0 0,0-1,1 1,0 0,0-1,0 1,-2-4,5-3,0-1,0 1,1 0,0 0,1 0,0 0,1 1,0-1,0 1,1 0,0 0,1 0,0 1,0 0,1 0,7-6,-10 8,275-334,-244 291,-3-2,-2-2,-2-1,11-34,-27 46,-12 42,-1 1,1-1,-1 0,1 1,0-1,-1 0,1 0,-1 1,1-1,-1 0,1 0,-1 0,1 0,-1 0,1 0,-1 1,1-1,-1 0,1 0,-1-1,1 1,-1 0,1 0,-1 0,1 0,-1 0,1-1,-1 1,1 0,-1 0,1-1,0 1,-1 0,1 0,-1-1,1 1,0-1,-1 1,1 0,0-1,0 1,-1-1,1 1,0-1,0 1,0-1,-1 1,1-1,0 1,0-1,0 1,0-1,0 1,0-1,0 1,0-1,0 1,0-1,0 1,1-1,-1 1,0 0,0-1,0 0,-10 12,1 1,0 0,0 0,1 1,1 0,0 0,1 1,0 0,-1 5,5-14,-13 32,2 2,1-1,2 2,1-1,2 1,2 1,2-1,2 1,1-1,4 18,-2-40,1 0,1-1,1 1,0-1,1 0,1 0,1-1,0 1,1-2,1 1,0-2,1 1,4 2,-13-14,-1-1,1 0,0 1,0-1,1 0,-1 0,0 0,1-1,-1 1,1-1,-1 1,1-1,0 0,-1 0,1 0,0 0,0 0,0-1,0 1,0-1,0 0,0 0,0 0,0 0,0 0,0-1,0 1,-1-1,1 0,0 0,0 0,0 0,-1-1,1 1,-1-1,1 1,-1-1,1 0,-1 0,0 0,68-109,-24 31,-46 80,1 1,-1 0,0-1,0 1,0-1,1 1,-1 0,0-1,0 1,1-1,-1 1,0-1,1 1,-1-1,1 0,-1 1,1-1,-1 1,1-1,-1 0,1 1,-1-1,1 0,-1 0,1 1,0-1,-1 0,1 0,-1 0,1 0,0 0,-1 0,1 0,-1 0,1 0,0 0,-1 0,1 0,-1 0,1 0,0-1,-1 1,1 0,-1 0,1-1,-1 1,1 0,-1-1,1 1,-1-1,1 1,-1-1,1 1,-1-1,0 1,1-1,-1 1,0-1,0 1,1-1,-1 1,0-1,0 0,0 1,0-1,0 1,1-1,-1 0,0 1,0-1,3 97,-4-86,0 1,0 0,1 0,1-1,0 1,0 0,1 0,0-1,1 0,0 1,1-1,4 8,-6-15,0 0,0-1,0 1,0-1,0 1,1-1,-1 0,1 0,0 0,-1 0,1 0,0-1,0 1,0-1,0 0,1 0,-1 0,0 0,0 0,1-1,-1 0,0 1,1-1,-1 0,0-1,1 1,-1-1,0 1,0-1,2 0,7-3,-1 0,0-1,0 0,0-1,-1 0,1-1,7-6,3-4,0-2,-2 0,0-1,-1-1,-1-1,-1-1,-1 0,-1-1,4-9,-8 15,-9 18,-1 0,1 1,0-1,-1 0,1 1,0-1,-1 1,1-1,-1 1,1-1,-1 1,1 0,-1-1,1 1,-1-1,0 1,1 0,-1 0,0-1,1 1,-1 0,0-1,0 1,0 0,0 0,0-1,0 1,0 0,0 0,0-1,0 1,0 0,0 0,0-1,-1 1,1 0,0 0,-1-1,1 1,0 0,-1 0,1 0,-1 27,-1-19,1 0,0 0,0 0,1 0,0 0,0 1,1-1,1 0,-1 0,1 0,1-1,0 1,0 0,1-1,0 0,0 0,1 0,0 0,0-1,1 0,0 0,0 0,5 4,-1-6,0 0,0-1,0 0,1 0,-1-1,1-1,0 0,0 0,0-1,0 0,0-1,0 0,0-1,0 0,0-1,0 0,0-1,9-2,-1-1,1-1,-1 0,-1-2,0 0,0-1,-1-1,14-11,-17 10,0-1,-1-1,-1 0,0 0,-1-1,-1 0,0-1,-1 0,-1-1,-1 0,0 0,-1-1,-1 0,0 0,0-11,4-36,-3 0,-2 0,-5-49,1 114,0-24,0 7,0 0,0 0,-2 1,0-1,-1 1,-1-1,-4-12,7 28,0-1,1 1,-1 0,0 0,0 0,0 0,0 0,0 0,0 0,0 0,0 0,-1 0,1 1,0-1,0 1,-1-1,1 1,0-1,-1 1,1-1,-1 1,1 0,0 0,-1 0,1 0,-1 0,1 0,-1 0,1 1,0-1,-1 0,1 1,0-1,-1 1,1-1,0 1,0 0,-1-1,1 1,0 0,0 0,0 0,0 0,0 0,0 0,0 0,0 1,1-1,-1 0,0 0,1 1,-1-1,1 0,-1 1,1-1,0 0,-17 26,1 0,2 0,1 2,1 0,1 0,2 1,-5 26,5-21,2 1,1 0,2 0,1 0,2 0,2 13,0-32,1-1,0 0,2 1,-1-2,2 1,0 0,1-1,1 0,0 0,1-1,1 0,0 0,1-1,0 0,2 1,76 52,-50-48</inkml:trace>
  <inkml:trace contextRef="#ctx0" brushRef="#br1" timeOffset="33333.196">21082 12148,'14'2,"22"1,28 0,33-1,29 0,23-1,13-3,-20-1</inkml:trace>
  <inkml:trace contextRef="#ctx0" brushRef="#br1" timeOffset="33778.073">23341 12629,'-3'18,"0"13,1 10,-1 7,2 3,0-3,0-6,1-7,2-9,1-10</inkml:trace>
  <inkml:trace contextRef="#ctx0" brushRef="#br1" timeOffset="34043.365">23301 12335,'-13'-5,"-6"1,2 8,5 10,12 10,15 7,14 8,2-4</inkml:trace>
  <inkml:trace contextRef="#ctx0" brushRef="#br1" timeOffset="34295.303">23582 12856,'16'-4,"-1"-1,1 0,-1-1,-1-1,1 0,-1-1,0-1,-1 0,0 0,-1-2,0 0,0 0,-1-1,0 0,-1-1,-1 0,0 0,0-4,-7 15,-1 0,1 0,-1-1,0 1,0 0,0-1,-1 1,1 0,0-1,-1 1,0-1,1 1,-1-1,0 1,0-1,-1 1,1-1,0 1,-1-1,1 1,-1-1,0 1,0 0,0-1,0 1,0 0,-1 0,1 0,-1 0,1 0,-1 0,0 0,0 0,0 1,0-1,0 1,0-1,0 1,0 0,-1 0,1 0,0 0,-1 0,-5 2,0 0,0 0,0 0,0 1,0 1,0-1,1 1,-1 1,1-1,0 1,0 0,0 1,1 0,-1 0,1 0,0 1,1 0,-1 0,1 1,0-1,1 1,0 0,0 0,0 0,-2 7,3-9,-1 1,1 0,0-1,1 1,-1 0,1 0,0 1,1-1,-1 0,1 1,1-1,-1 0,1 1,0-1,0 1,1-1,0 1,0-1,1 0,-1 1,1-1,1 0,-1 0,1 0,0-1,0 1,1-1,0 0,0 1,0-2,0 1,1 0,0-1,3 2,95 22,-49-23</inkml:trace>
  <inkml:trace contextRef="#ctx0" brushRef="#br1" timeOffset="34691.548">24237 12601,'-113'-11,"108"11,0 1,-1 0,1-1,0 2,0-1,0 1,0-1,0 1,0 1,0-1,1 1,-1 0,1 0,0 0,0 0,0 1,0 0,0 0,-2 4,5-6,-1 0,1 0,1 0,-1 0,0 1,0-1,1 0,-1 1,1-1,0 0,0 1,-1-1,2 0,-1 1,0-1,0 0,1 1,-1-1,1 0,0 1,0-1,0 0,0 0,0 0,0 0,0 0,1 0,0 0,49 50,19-2,-49-37,-1 1,-1 1,0 1,-1 0,9 12,-26-27,1 0,-1 1,0-1,0 0,1 1,-1-1,0 1,0 0,0-1,0 1,-1 0,1 0,0-1,-1 1,1 0,-1 0,0 0,1 0,-1 0,0-1,0 1,0 0,-1 0,1 0,0 0,-1 0,1 0,-1-1,0 1,1 0,-1 0,0-1,0 1,0-1,0 1,0-1,-1 1,1-1,0 1,-1-1,1 0,-1 0,1 0,-1 0,0 0,-1 1,1-1,0 0,0 0,-1 0,1 0,-1 0,1 0,-1 0,1-1,-1 1,1-1,-1 0,1 0,-1 0,1 0,-1 0,0 0,1-1,-1 1,1-1,-1 0,1 0,0 0,-1 0,1 0,0 0,0-1,-1 1,1-1,0 0,1 1,-1-1,0 0,0 0,1 0,-1 0,1 0,0-1,-1 1,1 0,0-1,1 1,-1-1,0-1,2-7,1 0,1 1,0-1,1 1,0-1,0 1,1 0,0 0,1 1,0 0,0 0,1 0,0 1,1 0,5-4,-1-3,1 0,0 1,2 1,-1 0,2 1,-1 1,2 0,-1 1,1 1,1 1,10-4,-26 11,0 1,-1-1,1 1,-1 0,1 0,0 0,-1 0,1 0,0 0,-1 0,1 0,-1 0,1 1,0-1,-1 1,1-1,-1 1,1 0,-1-1,1 1,-1 0,0 0,1 0,-1 0,0 0,0 0,0 1,0-1,0 0,0 1,0-1,0 0,0 1,-1-1,1 1,0-1,-1 1,0 0,1-1,-1 1,0 0,3 75,-4-61,1 1,-1-6,0-1,1 1,0-1,1 1,0-1,0 1,1-1,1 0,3 8,-5-16,1 0,0 0,0 0,1 0,-1 0,0-1,0 1,1-1,-1 0,1 1,-1-1,1 0,0-1,-1 1,1 0,0-1,0 1,-1-1,1 0,0 0,0 0,0-1,-1 1,1 0,0-1,-1 0,1 0,0 0,-1 0,1 0,-1 0,1-1,-1 1,0-1,1 1,-1-1,0 0,0 0,0 0,-1 0,1 0,0-1,0 0,20-21</inkml:trace>
  <inkml:trace contextRef="#ctx0" brushRef="#br1" timeOffset="34870.07">24638 12294,'-16'-7,"-7"3,-3 8,4 11,5 11,13 14,11 10,11 6,10 6,0-9</inkml:trace>
  <inkml:trace contextRef="#ctx0" brushRef="#br1" timeOffset="35370.736">24772 12843,'1'1,"0"1,1-1,-1 0,1 0,-1 0,1 0,0 0,-1-1,1 1,0 0,0-1,-1 1,1-1,0 1,0-1,0 0,0 0,-1 0,1 0,0 0,0 0,0-1,0 1,-1-1,1 1,0-1,0 0,-1 1,1-1,0 0,-1 0,1 0,-1 0,1-1,-1 1,0 0,2-2,29-64,-10-162,-21 225,-2 3,1-1,0 1,-1-1,1 1,0-1,0 1,0 0,0-1,0 1,0-1,0 1,0-1,1 1,-1 0,1-1,-1 1,1 0,-1-1,1 1,0 0,-1 0,1-1,0 1,0 0,0 0,0 0,0 0,0 0,0 0,1 1,-1-1,0 0,0 0,1 1,-1-1,0 1,1-1,-1 1,1 0,-1-1,0 1,1 0,0 0,104 59,-75-44,-20-11,-1 0,1 1,-1 0,0 1,0 0,0 0,-1 1,0 0,0 1,-1 0,0 0,0 1,-1 0,0 0,-1 1,0 0,0 0,3 10,2 94,-11-112,1 0,-1-1,0 1,1 0,-1 0,1-1,0 1,-1 0,1-1,0 1,0-1,0 1,0-1,0 1,0-1,1 0,-1 0,0 0,1 1,-1-1,1 0,-1-1,1 1,-1 0,1 0,0-1,-1 1,1-1,0 1,0-1,-1 0,1 0,0 1,0-1,0-1,-1 1,1 0,1 0,67-22,-52 10,0-1,-1 0,0-2,-1 1,-1-2,0 0,-1-1,-1 0,-1-1,0-1,-2 0,6-13,-6 22,-17 38,6-23,-1 2,-17 88,19-90,0-1,-1 0,1 0,1 1,-1-1,1 0,-1 0,1 1,1-1,-1 0,0 0,1 0,0 0,0-1,0 1,0 0,1-1,0 1,-1-1,1 0,1 0,43 12,-23-18</inkml:trace>
  <inkml:trace contextRef="#ctx0" brushRef="#br1" timeOffset="35651.316">25641 12187,'-19'-4,"-7"2,0 9,4 10,9 9,11 9,12 8,5-4</inkml:trace>
  <inkml:trace contextRef="#ctx0" brushRef="#br1" timeOffset="36094.854">26015 12601,'23'-67,"-3"-1,-2-1,-4-1,-2 0,-4-1,-3 0,-2-10,-3 31,0 50,-1 0,1 1,-1-1,1 0,-1 1,1-1,-1 0,1 0,-1 1,1-1,-1 0,1 0,-1 0,1 0,-1 0,1 0,-1 0,1 0,-1 0,0 0,1 0,-1 0,1 0,-1 0,1 0,-1 0,1-1,-1 1,1 0,-1 0,1-1,-1 1,1 0,-1-1,1 1,0-1,-1 1,1 0,0-1,-1 1,1-1,0 1,-1-1,1 1,0-1,0 1,0-1,0 1,-1-1,1 0,0 1,0-1,0 1,0-1,0 1,0-1,0 1,1-1,-14 22,1 1,0 0,2 1,1 0,1 1,-2 11,2-7,-11 31,2 2,4-1,2 2,2 0,3 15,4-67,1 0,0 0,1 0,0 0,1 0,0 0,0 0,1 0,1 0,-1 0,2 0,-1-1,1 0,1 0,-1 0,2 0,-1-1,1 1,0-1,1-1,0 1,0-1,1-1,0 1,0-1,0-1,3 2,-3-4,-1 0,1 0,0-1,0 0,0-1,0 1,0-2,0 1,1-1,-1 0,0-1,0 0,0 0,0-1,0 0,0 0,0-1,-1 0,1 0,-1-1,0 0,0 0,0-1,-1 0,1 0,-1 0,0-1,-1 0,0 0,0-1,0 1,0-1,-1 0,0 0,-1-1,2-2,3-20,-9 36,0 1,0 0,1-1,0 1,0 0,1-1,0 1,0 0,1-1,-1 1,1-1,1 0,-1 0,1 0,0 0,0 0,1 0,0-1,0 0,0 1,1-2,0 1,-1 0,2-1,-1 0,0 0,1-1,0 1,0-1,0 0,0-1,0 0,1 0,-1 0,1 0,3-1,-2 0,0-1,0-1,0 0,0 0,-1 0,1-1,0 0,0 0,-1-1,1 0,-1-1,0 1,0-1,0-1,-1 1,1-1,-1 0,0-1,-1 1,1-1,-1 0,0-1,0 0,1-2,0 0,-1 0,0-1,0 0,-1 0,0 0,-1 0,0 0,-1-1,0 0,0 1,-2-1,1 0,-1 0,0 0,-3-9,3 17,0 0,0 0,-1-1,1 1,-1 0,0 0,0 0,0 1,-1-1,1 0,0 0,-1 0,0 1,0-1,0 1,0 0,0-1,0 1,-1 0,1 0,-1 0,1 1,-1-1,0 1,0-1,1 1,-1 0,0 0,0 0,0 0,0 1,-1-1,1 1,0 0,0 0,0 0,0 0,0 0,0 1,-1 0,1-1,0 1,0 0,1 0,-1 1,0-1,0 1,-3 2,0 0,1 1,0-1,0 1,0 0,1 1,0-1,0 1,0 0,0 0,1 0,0 0,1 1,-1-1,1 1,0 0,1 0,0 0,0-1,0 6,1 22</inkml:trace>
  <inkml:trace contextRef="#ctx0" brushRef="#br1" timeOffset="36538.83">26817 12816,'36'-127,"-5"-1,2-52,-32 172,14-45,-15 52,0 1,0-1,1 1,-1-1,0 1,1-1,-1 1,0 0,1-1,-1 1,1-1,-1 1,1 0,-1 0,1-1,-1 1,1 0,-1 0,1-1,-1 1,1 0,-1 0,1 0,-1 0,1 0,0 0,-1 0,1 0,-1 0,1 0,-1 0,1 0,-1 1,1-1,-1 0,1 0,-1 1,1-1,-1 0,1 0,-1 1,1-1,-1 0,0 1,1-1,-1 1,1-1,-1 1,0-1,0 1,1-1,19 30,-16-25,109 174,-110-174,0 1,-1-1,0 1,1 0,-2 0,1 0,-1 0,0 0,0 0,0 0,-1 0,0 0,0 0,-1 0,0 1,0-1,0 0,-1 2,-1-1,-16 59,19-65,0 1,0 0,0 0,0 0,1 0,-1 0,0 0,1-1,-1 1,1 0,0 0,-1-1,1 1,0 0,0-1,0 1,0-1,1 1,-1-1,0 1,0-1,1 0,-1 0,1 0,-1 0,1 0,0 0,-1 0,1 0,0-1,0 1,-1 0,1-1,1 0,23 4,0-2,0-1,1 0,-1-3,0 0,0-1,16-5,-33 7,79-15,-4 0</inkml:trace>
  <inkml:trace contextRef="#ctx0" brushRef="#br1" timeOffset="37032.51">28849 12322,'18'2,"22"1,23 0,20-1,17-1,8 0,-4 0,-12-1,-27 0,-24 0</inkml:trace>
  <inkml:trace contextRef="#ctx0" brushRef="#br1" timeOffset="37249.93">28969 12495,'25'9,"22"4,21-2,17-2,13-2,7-3,2-4,-17-2</inkml:trace>
  <inkml:trace contextRef="#ctx0" brushRef="#br1" timeOffset="37975.043">30534 12468,'75'-91,"-54"68,0-2,-1 0,-1-1,-2-1,-1-1,12-27,-19 31,-1 0,-2 0,0-1,-2 0,2-21,-7 34,-4 20,-1 16,1 1,2 0,0 0,2 1,0-1,2 5,15 135,-9-119,-2 1,-2 0,-2 22,-2-60,0-1,0 0,0 1,-1-1,-1 0,1 0,-1 0,-1-1,1 1,-2 0,4-6,-1 1,1-1,-1 1,0-1,0 0,0 0,-1 1,1-2,0 1,-1 0,1 0,-1-1,0 1,1-1,-1 0,0 0,0 0,0 0,0-1,0 1,0-1,1 1,-1-1,-1 0,1 0,0-1,1 1,-1-1,-2 0,-31-10,63 5,413 6,-396 0</inkml:trace>
  <inkml:trace contextRef="#ctx0" brushRef="#br1" timeOffset="38176.128">31442 12669,'0'5,"-4"1,-2-1</inkml:trace>
  <inkml:trace contextRef="#ctx0" brushRef="#br1" timeOffset="40628.71">19157 13230,'23'-2,"18"-1,17-2,9-3,5-2,-1 1,-6 2,-9 1,-14 5,-14 5,-17 4,-17 2,-16 0,-5-1</inkml:trace>
  <inkml:trace contextRef="#ctx0" brushRef="#br1" timeOffset="47031.744">9224 13925,'12'350,"-13"-248,-5-1,-18 98,24-199,-1-1,1 1,0 0,0 0,-1 0,50-262,-49 258,14-38,-13 42,-1-1,0 0,1 1,-1-1,0 0,1 1,-1-1,1 0,-1 1,1-1,0 1,-1-1,1 1,-1-1,1 1,0 0,-1-1,1 1,0 0,0-1,-1 1,1 0,0 0,0 0,-1-1,1 1,0 0,0 0,0 0,-1 0,1 1,0-1,0 0,-1 0,1 0,0 1,0-1,-1 0,1 1,0-1,-1 0,1 1,0-1,-1 1,1-1,-1 1,1-1,0 2,11 12,0 2,-1 0,0 0,-2 1,0 0,-1 0,0 1,-2 0,4 13,-6-19,0 0,-1 1,0 0,-1 0,-1 0,0 0,0 0,-1 6,-1-14,0 0,1 0,-2 0,1 0,0 0,-1 0,0-1,0 1,0-1,-1 1,0-1,0 0,0 0,0 0,0 0,-1-1,0 0,1 1,-1-1,-1 0,1-1,0 1,-3 0,-4 2,0-1,-1 0,0-1,0-1,0 1,0-2,0 0,0 0,0-1,0-1,0 0,0 0,0-2,0 1,0-1,0-1,11 4,-1 0,1 0,-1 0,1 0,-1-1,1 1,-1-1,1 1,-1-1,1 1,0-1,-1 0,1 1,0-1,-1 0,1 0,0 0,0 0,0 0,0 0,0 0,0-1,0 1,0 0,1-1,-1 1,0 0,1-1,-1 1,1-1,-1 1,1-1,0 1,0-1,0 1,-1-1,1 1,1-1,-1 0,17-12,7 1</inkml:trace>
  <inkml:trace contextRef="#ctx0" brushRef="#br1" timeOffset="47278.848">9598 14086,'0'-14,"3"-1,2 12,5 20,6 29,2 30,0 31,-4 30,-15 33,-21 31,-28 29,-36 21,-38 11,3-40</inkml:trace>
  <inkml:trace contextRef="#ctx0" brushRef="#br1" timeOffset="49318.11">10187 13658,'24'-2,"28"-3,22-4,17 1,11-1,0 1,-9 2,-19 2</inkml:trace>
  <inkml:trace contextRef="#ctx0" brushRef="#br1" timeOffset="48541.792">10374 14139,'7'76,"-4"-1,-4 55,0 8,0-130,0 0,1 0,0 0,0 0,0 0,1 0,1 0,-1 0,1 0,1-1,-1 1,1-1,1 1,-1-1,1 0,1 0,-1-1,1 1,0-1,0 0,1 0,0-1,1 1,6-2,1-1,0 0,0 0,0-2,0 0,0 0,0-1,0-1,0 0,0-1,0-1,0 0,-1-1,1 0,-1-1,0-1,10-5,25-12,-10 3</inkml:trace>
  <inkml:trace contextRef="#ctx0" brushRef="#br1" timeOffset="48796.11">10294 14474,'20'-2,"19"-4,15-2,11-3,3-1,-3-1,-11 1,-12 1,-12 3</inkml:trace>
  <inkml:trace contextRef="#ctx0" brushRef="#br1" timeOffset="48988.594">10213 14139,'27'-11,"28"-9,22-5,16 0,7 1,-8 5,-19 5</inkml:trace>
  <inkml:trace contextRef="#ctx0" brushRef="#br1" timeOffset="50863.534">11938 14260,'123'-316,"-116"300,-1 45,-6 29,3 33,-4 1,-5-1,-3 0,-20 83,27-167,0 2,0 0,-1 0,1 0,-2-1,0 1,0-1,0 0,-1 0,-3 4,8-12,-1 1,1 0,0-1,-1 1,1 0,-1-1,1 1,-1 0,0-1,1 1,-1-1,0 1,1-1,-1 1,0-1,1 0,-1 1,0-1,0 0,0 0,1 1,-1-1,0 0,0 0,0 0,1 0,-1 0,0 0,0 0,0 0,1-1,-1 1,0 0,0 0,0-1,1 1,-1 0,0-1,0 1,1-1,-1 1,1-1,-1 1,0-1,1 1,-1-1,1 0,-1 1,1-1,-1 0,1 1,0-1,-1 0,1 0,0 1,0-1,-1 0,2-1,0 0,0 0,0 1,1-1,-1 1,0-1,0 1,1-1,-1 1,1 0,0 0,-1-1,1 1,0 0,0 1,-1-1,1 0,0 0,0 1,0-1,0 1,0 0,0-1,178-25,-116 20,7-1,-5 1</inkml:trace>
  <inkml:trace contextRef="#ctx0" brushRef="#br1" timeOffset="51553.026">13408 14474,'18'7,"9"11,-1 14,-7 17,-20 24,-33 21,-42 20,-9-9</inkml:trace>
  <inkml:trace contextRef="#ctx0" brushRef="#br1" timeOffset="50217.365">11149 14260,'11'-9,"11"-6,8 1,9-1,4 3,-1 3,-3 4,-3 4,-6 5,-8 6,-7 2</inkml:trace>
  <inkml:trace contextRef="#ctx0" brushRef="#br1" timeOffset="50390.89">11135 14434,'12'2,"17"-1,17-4,15-3,10-3,5-2,-2-1,-13 0</inkml:trace>
  <inkml:trace contextRef="#ctx0" brushRef="#br1" timeOffset="54913.714">14599 14340,'2'0,"0"1,0 0,0-1,0 1,1-1,-1 0,0 0,0 0,1 0,-1 0,0 0,0 0,1-1,-1 1,0-1,0 0,0 0,0 0,0 0,0 0,0 0,0 0,0 0,0-1,-1 1,1-1,-1 0,1 1,-1-1,1 0,-1 0,0 0,0 0,0 0,0 0,0 0,-1 0,1 0,0 0,-1-1,0 1,1 0,-1 0,0-2,-1 1,0 0,0 0,-1 0,1 0,-1 0,0 0,0 0,0 0,0 1,0-1,0 1,-1 0,1-1,-1 1,1 0,-1 0,0 1,0-1,0 1,0-1,0 1,0 0,-1 0,0 0,-82-9,76 11,0 1,1 0,-1 0,0 1,1 0,0 1,0 0,0 0,0 1,0 0,1 1,0 0,0 0,1 1,0 0,0 0,0 0,-1 4,4-5,0-1,0 1,1 0,0 0,0 0,0 0,1 1,0-1,0 1,1-1,0 1,0 0,0 0,1-1,0 1,1 0,-1 0,1-1,0 1,1 0,0-1,0 0,0 1,1-1,0 0,0 0,2 3,4 1,0-1,0 0,1 0,0-1,1 0,0-1,0 0,1-1,0 0,0-1,0 0,0-1,1 0,0-1,0 0,0-1,0-1,0 0,0-1,0 0,0-1,5-1,-2 0,-1-1,1 0,-1-1,0-1,0 0,0-1,-1-1,0 0,0-1,-1 0,0-1,0-1,-1 0,0 0,-1-2,0 1,-1-1,0-1,-1 0,-1 0,0-1,0 0,-1 0,-1 0,-1-1,0 0,-1-1,0 1,-1-1,-1-2,-3 5,2 38,8 17,1-1,3 0,14 31,-24-62,1 0,0-1,0 0,1 1,1-1,-1-1,2 1,-1-1,6 6,-10-13,-1 0,1 0,-1 0,1 0,-1 0,1 0,-1 0,1-1,0 1,-1-1,1 1,0-1,0 1,-1-1,1 0,0 0,0 0,0 0,-1 0,1-1,0 1,0 0,-1-1,1 1,0-1,18-9</inkml:trace>
  <inkml:trace contextRef="#ctx0" brushRef="#br1" timeOffset="55085.253">15013 13912,'-16'-5,"-10"-3,-2-1,0 2,6 6,11 10,16 8,19 8,17 5,12 3,-2-3</inkml:trace>
  <inkml:trace contextRef="#ctx0" brushRef="#br1" timeOffset="55506.881">15293 14580,'10'-20,"-1"0,-1 0,0-1,-2 0,0 0,-2-1,0 1,-1-1,-2 0,0 0,-1 0,-1 0,-1 0,-1-2,2 20,0 0,0 0,0 0,0 0,-1 0,0 0,1 1,-1-1,-1 1,1-1,0 1,-1 0,0 0,0 0,0 0,0 0,3 3,-1 0,1 0,-1-1,1 1,-1 0,1 0,-1 0,1 0,0 0,-1 0,1 1,-1-1,1 0,-1 0,1 0,-1 0,1 0,0 1,-1-1,1 0,0 0,-1 1,1-1,-1 0,1 0,0 1,0-1,-1 0,1 1,0-1,0 1,-1-1,1 0,0 1,0-1,0 1,-1-1,1 1,0-1,0 0,0 1,0-1,0 1,0-1,0 1,0-1,0 1,0-1,1 1,-1-1,0 0,0 1,0-1,0 1,1-1,-1 0,0 1,0-1,1 0,-1 1,0-1,1 0,-1 1,0-1,1 0,-1 1,1-1,4 4,0 0,0 0,0 0,1-1,0 1,-1-1,1-1,0 1,1-1,-1 0,0-1,0 1,1-1,-1-1,1 1,-1-1,2 0,-5 0,167 8,-167-7,0-1,0 0,-1 1,1 0,0-1,-1 1,1 0,0 0,-1 1,1-1,-1 1,0-1,1 1,-1 0,0-1,0 1,0 0,0 1,-1-1,1 0,-1 0,1 1,-1-1,0 1,1-1,-1 1,-1 0,1-1,0 1,-1 0,1 0,-1-1,0 1,0 0,0 1,-23 188,23-188,0 0,1 0,-1 0,1-1,0 1,0 0,1 0,-1-1,1 1,-1 0,1-1,0 0,1 1,-1-1,1 0,-1 0,1 0,0 0,0-1,0 1,0-1,0 0,1 0,-1 0,1 0,0-1,-1 1,1-1,0 0,0 0,0 0,0-1,-1 1,3-1,108-5,-57-6</inkml:trace>
  <inkml:trace contextRef="#ctx0" brushRef="#br1" timeOffset="56264.17">16256 14286,'-117'-4,"112"4,1 1,-1 0,1 1,-1-1,1 1,-1 0,1 0,0 0,0 0,0 1,0 0,0 0,1 0,-1 0,1 0,0 1,0 0,0-1,0 1,1 0,-1 0,1 1,0 0,0-1,1 1,-1-1,1 0,0 1,0-1,1 0,-1 1,1-1,0 1,0-1,0 1,1-1,0 1,0-1,0 0,0 1,1-1,-1 0,1 0,0 0,1 0,-1 0,0 0,1-1,3 3,0 1,1-1,0 0,0 0,0 0,1-1,0-1,0 1,0-1,1 0,0-1,-1 0,4 0,10 1,0 0,0-2,0-1,-1 0,1-2,0 0,0-2,0 0,-1-1,1-2,-1 0,0-1,-1-1,0-1,0-1,12-8,-25 15,-1-1,0 1,1-1,-1 0,-1-1,1 0,-1 1,0-2,0 1,0-1,-1 1,0-1,0 0,0-1,-1 1,0-1,0 1,-1-1,1 0,-2 0,1 0,-1 0,0-1,0 1,-1 0,0 0,0-1,-2-6,2 13,-1-1,0 1,0-1,0 1,0 0,0-1,0 1,0 0,0 0,0 0,0 0,-1 0,1 0,0 0,-1 0,1 0,-1 1,1-1,-1 0,1 1,-1-1,1 1,-1 0,0 0,1-1,-1 1,1 0,-1 0,0 1,1-1,-1 0,0 0,1 1,-1-1,1 1,-1 0,1-1,-1 1,1 0,0 0,-1 0,1 0,0 0,-1 0,1 0,0 0,0 0,0 1,0-1,0 0,1 1,-1-1,0 1,0-1,1 1,-1-1,1 1,0-1,-1 2,-2 3,0 1,0-1,0 0,1 1,0 0,0-1,1 1,0 0,0 0,1 0,-1 0,1 0,1 0,0 0,0 0,0 0,1-1,-1 1,2 0,-1-1,1 1,0-1,0 0,1 0,0 0,0 0,0-1,1 0,0 0,0 0,0 0,0-1,1 0,0 0,-1 0,2-1,5 3,6 0,1-1,0-1,0 0,0-2,1 0,-1-1,0-1,1-1,-1-1,0-1,0 0,0-1,0-1,-1-1,0-1,0 0,13-8,-26 13,1-1,-1 0,1 0,-1 0,0 0,-1-1,1 0,0 0,-1 0,0-1,0 1,0-1,-1 0,0 0,0-1,0 1,0 0,-1-1,0 0,0 0,-1 1,1-1,-1 0,0 0,-1 0,0 0,0-1,0 1,0 0,-1 0,-1-2,2 7,0 0,0 1,0-1,0 0,0 0,0 0,-1 0,1 1,0-1,-1 0,1 0,-1 1,1-1,0 0,-1 1,0-1,1 0,-1 1,1-1,-1 1,0-1,1 1,-1-1,0 1,0-1,1 1,-1 0,0-1,0 1,1 0,-1 0,0 0,0 0,0-1,0 1,0 0,1 0,-1 1,0-1,0 0,0 0,1 0,-1 0,0 1,0-1,0 0,1 1,-1-1,0 1,0-1,1 1,-1-1,1 1,-1-1,0 1,1 0,-1-1,1 1,-1 0,1 0,-2 5,0-1,1 1,-1-1,1 1,1 0,-1 0,1-1,0 1,0 0,1 0,0 0,0-1,0 1,0-1,1 1,0-1,1 1,-1-1,1 0,0 0,0 0,0 0,1-1,-1 1,4 2,1 0,-1 1,2-2,-1 1,0-1,1 0,0-1,1 0,-1 0,1-1,0-1,0 1,0-2,9 2,-4-3,0 0,0-1,0-1,0 0,0-1,-1-1,1 0,-1-1,1-1,-1 0,-1-1,1 0,-1-1,0-1,0 0,-1-1,0 0,-1-1,4-3,-10 7,1-1,-1 1,-1-1,1 0,-1 0,-1 0,1-1,-1 1,-1-1,1 0,-1 0,0 0,-1 0,0 0,0 0,-1 0,0 0,-1-1,0-1,-4 25,2 1,1 0,0 0,1 1,1-1,1 0,0 0,4 15,-4-24,0-1,0 0,1 0,0 0,1 0,-1 0,1 0,0-1,1 1,-1-1,1 0,0 0,0 0,1-1,-1 1,1-1,0 0,0-1,1 1,-1-1,4 2,16 4</inkml:trace>
  <inkml:trace contextRef="#ctx0" brushRef="#br1" timeOffset="56517.494">17593 13899,'-16'0,"-8"4,1 9,4 7,12 6,16 6,16 4,4-4</inkml:trace>
  <inkml:trace contextRef="#ctx0" brushRef="#br1" timeOffset="56827.528">18033 14474,'12'-95,"-5"-1,-3 0,-5 0,-4 1,-10-39,9 76,-20-97,20 151,4 19,10 241,-3 118,-5-349,2 0,0 1,2-2,1 1,0 0,8 18,-10-37,-1 0,0 0,1 0,0 0,1-1,-1 1,1-1,0 0,1 0,-1-1,1 1,0-1,0 0,0 0,0 0,1-1,-1 0,1 0,0-1,0 1,0-1,1 0,-1-1,0 0,1 0,-1 0,0 0,4-1,-4 0,-1-1,1 1,-1-1,1 0,-1 0,1 0,-1-1,1 0,-1 0,0-1,0 1,0-1,-1 0,1 0,-1-1,1 1,-1-1,0 0,0 0,-1 0,1-1,-1 1,0-1,0 0,-1 0,1 0,8-27</inkml:trace>
  <inkml:trace contextRef="#ctx0" brushRef="#br1" timeOffset="57007.56">17887 14099,'-5'-2,"11"-1,19-5,28-2,31-5,26-2,16-2,-12 1</inkml:trace>
  <inkml:trace contextRef="#ctx0" brushRef="#br1" timeOffset="57913.672">19304 14073,'7'-3,"0"0,0 1,0 0,1 0,-1 1,1 0,-1 0,1 1,-1 0,1 0,0 1,-1 0,1 0,-1 1,0 0,1 0,-1 0,0 1,0 1,-1-1,1 1,-1 0,1 0,-1 1,0 0,3 3,0 1,0 0,-1 0,-1 1,1 0,-2 0,1 0,-1 1,-1 0,0 0,-1 1,0 0,0-1,-2 1,1 2,-1-5,-1 0,0 1,-1-1,0 0,0 1,-1-1,0 0,-1 0,1 1,-4 4,1-8,10-26,146-231,-115 204,-36 48,0-1,0 0,0 0,0 1,0-1,0 1,0-1,0 1,0-1,-1 1,1-1,0 1,0 0,0 0,-1-1,1 1,0 0,-1 0,1 0,0 0,-1 0,1 0,-1 0,0 0,1 0,-1 0,0 0,0 0,1 0,-1 0,0 0,0 0,0 0,0 0,-1 0,1 0,0 0,0 0,-1 1,1-1,0 0,0 0,0 5,-1 5,0-1,1 1,0 0,1-1,0 1,0 0,2-1,-1 0,1 1,0-1,1 0,1 0,-1-1,1 1,1-1,0 0,0-1,1 1,0-1,0-1,1 1,0-1,2 1,0-4,0-1,1 0,0 0,-1-1,1-1,0 0,0 0,0-1,0 0,0-1,0 0,0-1,-1 0,1-1,-1 0,1-1,-1 0,0 0,0-1,-1-1,1 1,-1-1,0-1,-1 0,0 0,0-1,0 0,-1 0,0-1,-1 0,0 0,0 0,-1-1,0 0,-1 0,0 0,-1-1,0 1,0-1,0-8,-3 12,-1 0,1 0,-1 1,-1-1,0 0,0 1,0-1,0 1,-1-1,-3-4,5 8,-1 1,1 0,0-1,-1 1,1 0,-1 0,0 0,0 0,0 1,0-1,0 0,0 1,0-1,-1 1,1 0,0 0,-1 0,1 0,-1 0,1 0,-1 1,0-1,1 1,-1 0,0 0,1 0,-1 0,1 0,-2 0,-1 3,0 1,0-1,1 1,0 0,-1 0,1 0,1 0,-1 1,0-1,1 1,0 0,0 0,1 0,0 0,-1 1,2-1,-1 1,1-1,-1 1,2 0,-1 0,0 4,-1-1,-1 0,2 0,-1 0,1 0,0 0,1 0,0 0,1 0,0 0,0 0,0 0,2 0,-1-1,1 1,0 0,1-1,0 0,0 0,0 0,1-1,1 1,-1-1,1 0,0-1,1 1,0-1,0 0,0-1,0 0,1 0,3 1,6-1,1 0,0-1,-1-1,1-1,0 0,0-2,1 0,-1-1,0 0,0-2,0 0,-1-1,11-4,32-10</inkml:trace>
  <inkml:trace contextRef="#ctx0" brushRef="#br1" timeOffset="58422.876">20694 14019,'9'29,"1"-1,1 0,1-1,1 0,2-1,1-1,0 0,2-2,1 1,1-2,2 0,-17-17,0 1,1-1,0 0,0-1,0 1,1-1,0-1,-1 1,1-1,0 0,1-1,-1 0,0 0,1 0,-1-1,1 0,0 0,2-1,-6-1,-1-1,0 1,0 0,-1-1,1 0,0 0,0 0,-1 0,1 0,-1 0,0-1,0 1,0-1,0 1,0-1,0 0,-1 0,1 0,-1 0,0 0,0 0,0 0,1-3,10-78,-12 84,4-179,-3 175,-1 0,1 0,0 0,0 1,0-1,1 1,-1-1,1 1,0-1,0 1,0 0,0 0,1 0,-1 0,1 0,0 0,0 1,0-1,0 1,0 0,0 0,1 0,-1 1,1-1,-1 1,1-1,-1 1,1 0,0 1,0-1,0 1,-1-1,1 1,3 1,33 0</inkml:trace>
  <inkml:trace contextRef="#ctx0" brushRef="#br1" timeOffset="59211.78">21630 14166,'-9'-12,"0"1,0 1,-1-1,0 2,-1-1,0 1,-1 1,1 0,-7-2,12 7,0 0,1 0,-1 1,0 0,-1 0,1 0,0 1,0 0,-1 0,1 0,-1 1,1 0,0 1,-1-1,1 1,-1 0,1 1,0 0,0 0,0 0,-4 2,3 0,0 0,1 1,-1 0,1 0,0 0,1 1,-1 0,1 0,0 0,0 0,1 1,0 0,0 0,1 0,0 1,0-1,0 1,1 0,0-1,1 1,0 0,0 0,1 0,0 6,0-10,1-1,0 1,0 0,0-1,0 1,1-1,-1 0,1 1,0-1,0 0,0 0,1 0,-1 0,1-1,-1 1,1-1,0 1,0-1,0 0,0 0,1 0,-1-1,0 1,1-1,-1 1,1-1,-1-1,1 1,0 0,-1-1,1 0,0 1,7-1,1 1,-1-2,1 1,-1-2,1 1,-1-2,0 1,0-2,10-3,-12 4,0-1,-1 0,1-1,-1 1,0-1,0-1,0 0,-1 0,0 0,0-1,-1 0,0 0,0-1,0 0,-1 0,0 0,-1-1,0 1,0-1,-1 0,0 0,-1-1,2-6,-5 4,-3 16,-3 21,5-18,1-1,-1 1,2 0,-1 0,1 0,0 0,0-1,1 1,0 0,0 0,1 0,0-1,0 1,1-1,-1 1,1-1,1 0,-1 0,1 0,0-1,0 0,1 1,-1-1,1 0,1-1,-1 0,0 1,1-2,4 4,3-5,-1-1,0 0,0 0,1-1,-1-1,0 0,0 0,0-1,0-1,0 0,0-1,0 0,-1-1,0 0,0-1,0 0,-1-1,0 0,0 0,-1-1,0 0,0-1,-1 0,0-1,0 0,5-7,0 0,-1-2,-1 1,-1-2,0 1,-2-1,0 0,-1-1,-2 0,0 0,1-15,2-24,-3 0,-3-1,-4-32,-14-49,16 140,0-1,0 1,0-1,0 1,0 0,-1-1,1 1,-1-1,0 1,0 0,1 0,-1-1,-1 1,1 0,0 0,0 0,-1 0,1 0,-1 0,0 1,0-1,1 0,-1 1,0-1,0 1,0 0,-1 0,1 0,0 0,0 0,-1 0,1 1,0-1,-1 1,1-1,0 1,-1 0,1 0,-1 0,1 0,-1 0,1 1,0-1,-3 2,-2 3,0 1,1 0,0 0,0 1,0 0,1 0,0 0,0 1,0-1,1 1,-1 3,-11 24,2 1,0 0,3 1,1 0,2 1,1-1,2 2,2-1,1 0,3 17,-1-41,1-1,0 1,2 0,-1 0,2 0,-1-1,2 0,0 0,0 0,2 0,-1-1,2 0,-1 0,1-1,1 0,0-1,1 1,0-2,1 1,-1-2,2 1,-1-2,10 6,-7-7,0 0,0-1,0 0,1-1,0-1,0-1,0 0,0 0,0-2,10 0,-17 0,1-1,-1 0,1-1,-1 0,0 0,0-1,0 1,0-2,0 1,0-1,-1-1,0 1,0-1,0 0,-1-1,1 0,-1 0,0 0,1-3,1-4,-1 1,-1-1,0-1,-1 1,0-1,-1 0,-1 0,0 0,-1-1,2-5,-5 64,-1-23,0-12,0 1,1-1,0 1,1-1,0 1,0 0,1-1,0 1,1-1,0 1,0-1,1 0,0 0,1 0,3 6,-5-13,0 0,0 1,0-1,1-1,-1 1,0 0,1-1,-1 1,1-1,0 0,-1 1,1-1,0-1,0 1,0 0,-1-1,4 1,21-1</inkml:trace>
  <inkml:trace contextRef="#ctx0" brushRef="#br1" timeOffset="59429.13">22486 13738,'-16'0,"-12"5,-4 5,4 9,11 5,18 6,22 4,25 1,5-6</inkml:trace>
  <inkml:trace contextRef="#ctx0" brushRef="#br1" timeOffset="60434.128">23235 14086,'-17'-8,"-7"-7,-1 2,0 1,-1 1,0 1,0 2,-1 0,-1 2,1 1,-1 1,-22 0,41 5,0 1,0 0,1 1,-1 0,1 0,-1 0,1 1,0 1,1-1,-1 2,1-1,0 1,0-1,1 2,-1-1,1 1,1 0,-1 0,1 1,1 0,-1 0,1 0,1 0,-1 0,2 1,-1 0,1-1,0 1,1 0,0 0,0 9,1-14,-1-1,1 1,0 0,0 0,1-1,-1 1,1 0,0-1,0 1,0-1,0 1,1-1,-1 0,1 1,0-1,0 0,0 0,1 0,-1 0,1-1,-1 1,1 0,0-1,0 0,0 0,0 0,0 0,1 0,-1-1,0 1,1-1,0 0,-1 0,1 0,-1-1,1 1,0-1,2 0,10-2,-1 0,1-1,-1-1,0-1,0 0,-1 0,1-2,-1 0,-1 0,1-1,-1-1,-1-1,1 1,-2-2,6-5,1-2,-1-1,-1 0,0-2,-2 0,0 0,-1-1,-1-1,-2 0,0-1,-1 0,-1 0,0-10,5-25,-4 0,-2-1,-2 0,-4-41,-12-22,11 122,0 0,0 0,0 0,0 0,0 0,0 1,-1-1,1 0,0 0,0 0,-1 0,1 0,-1 0,1 1,-1-1,1 0,-1 0,1 0,-1 1,0-1,1 0,-1 1,0-1,0 1,1-1,-1 1,0-1,0 1,0 0,0-1,0 1,1 0,-1-1,0 1,0 0,0 0,0 0,0 0,0 0,0 0,0 0,0 0,0 1,0-1,0 0,1 1,-1-1,0 0,-32 38,17-3,1 1,1 1,2-1,2 2,2 0,1 0,2 0,0 9,2-26,1-1,1 1,0 0,2 0,0 0,2 0,0-1,1 1,1-1,1 0,1 0,0-1,2 1,0-2,1 1,1-2,3 5,4-5,0-1,0 0,2-2,0 0,0-1,2-1,-1-1,1-1,1-1,0 0,0-2,0-1,1-1,0-1,0-1,0-1,1-1,-1-1,4-2,-11 1,-1 0,1-2,-1 0,0 0,0-2,0 0,7-3,-19 6,1 0,-1 0,1 0,-1-1,0 1,0-1,0 0,0 0,0-1,-1 1,0-1,0 0,0 0,0 0,0 0,-1 0,1 0,-1-1,0 1,-1-1,1 0,-1 1,0-1,0 0,0 0,-1-5,-1 4,0-1,-1 0,0 1,0 0,-1-1,1 1,-1 0,-1 0,1 0,-1 1,0-1,0 1,-1 0,0 0,1 1,-2-1,1 1,0 0,-1 0,0 1,0 0,0 0,0 0,0 1,-1 0,1 0,-1 0,0 1,1 0,-1 0,0 1,0 0,1 0,-1 1,0-1,1 1,-1 1,0-1,1 1,0 1,-1-1,1 1,0 0,0 0,0 1,1 0,-1 0,1 0,0 0,-1 3,2-3,1 1,-1 0,1 0,0 0,1 0,-1 1,1-1,0 1,0-1,1 1,-1 0,1 0,1 0,-1-1,1 1,0 0,0 0,1 0,0 0,0 0,0-1,1 1,0 0,0-1,0 1,1-1,-1 0,1 0,1 0,-1 0,1 0,-1-1,1 1,1-1,-1 0,1 0,-1-1,3 2,1-2,1 1,-1-1,1-1,0 0,0 0,0 0,0-1,0-1,0 1,0-2,0 1,0-1,-1 0,1-1,0 0,0-1,-1 0,1 0,-1 0,0-1,0-1,0 1,-1-1,1-1,-1 1,-1-1,1 0,-1-1,0 0,0 0,-1 0,0 0,0-1,-1 0,0 0,0 0,-1-1,1-2,8-28,-10 32,-5 32,1-11,0 0,1 1,1-1,1 1,0-1,0 1,4 11,-4-21,0 0,1-1,0 1,0 0,0-1,0 1,1-1,0 0,-1 0,2 0,-1 0,0 0,1-1,0 1,-1-1,1 0,1 0,-1-1,0 1,1-1,-1 0,1 0,0 0,1 0,2-1,-1 0,1 0,-1 0,1-1,-1 0,1 0,-1-1,0 0,1 0,-1-1,0 0,1 0,-1-1,0 1,-1-2,1 1,0-1,-1 0,0 0,0-1,5-4,2-4,-1 1,1-2,-2 1,0-2,-1 0,0 0,-2 0,6-13,10-35,-4-1,-2 0,-3-1,-3-1,0-19,17-156,-30 202,1 39,-1-1,1 1,0-1,-1 1,1-1,0 1,-1-1,1 1,-1 0,1-1,-1 1,1 0,-1 0,1-1,-1 1,1 0,-1 0,0 0,1-1,-1 1,1 0,-1 0,1 0,-1 0,0 0,1 0,-1 0,1 0,-1 1,0-1,1 0,-1 0,1 0,-1 1,1-1,-1 0,1 0,-1 1,1-1,-1 0,1 1,0-1,-1 1,1-1,-1 1,1-1,0 1,-1-1,1 1,0-1,0 1,0-1,-1 1,1-1,0 1,0 0,0-1,0 1,0-1,0 1,0-1,0 1,0 0,0-1,0 1,0-1,1 1,-20 39,2 0,2 1,2 1,2 0,-4 29,8-37,2 0,1-1,1 1,2 0,4 32,-2-52,1 0,1 1,0-1,1 0,1 0,0-1,1 1,0-1,1-1,0 1,1-1,1 0,0-1,0 0,3 1,2 2,2-2,0 0,0 0,1-2,0 0,1-1,0-1,0 0,1-2,0 0,0-1,0-1,1 0,0-2,0 0,1-2,26-6,-11-5</inkml:trace>
  <inkml:trace contextRef="#ctx0" brushRef="#br1" timeOffset="60681.874">24063 13818,'16'-2,"28"-1,36 0,43 1,42-2,28-5,-18 0</inkml:trace>
  <inkml:trace contextRef="#ctx0" brushRef="#br1" timeOffset="71597.34">25160 14313,'2'-2,"3"4,5 8,4 11,-1 19,-8 24,-22 28,-36 28,-8-5</inkml:trace>
  <inkml:trace contextRef="#ctx0" brushRef="#br1" timeOffset="75406.491">26055 13979,'36'63,"-3"2,-3 1,-1 6,-10-35,-18-36,-1-1,1 1,-1-1,1 1,-1-1,1 1,-1-1,1 0,0 1,-1-1,1 0,0 0,-1 1,1-1,0 0,-1 0,1 0,0 0,-1 0,1 1,0-1,0-1,-1 1,1 0,0 0,-1 0,1 0,0 0,-1-1,1 1,0 0,-1-1,1 1,-1 0,1-1,0 1,-1-1,1 1,-1-1,1 1,-1-1,0 1,1-1,-1 1,1-1,-1 0,0 1,0-1,1 0,-1 1,0-1,0 0,75-173,-71 167,43-56,-46 63,0 0,0 0,-1 0,1 0,0 0,0 0,0 1,0-1,0 0,0 1,-1-1,1 1,0-1,0 1,0-1,-1 1,1-1,0 1,-1 0,1-1,-1 1,1 0,0 0,-1-1,0 1,1 0,-1 0,1 0,-1 0,0-1,0 1,1 0,-1 0,0 0,0 0,0 0,0 0,0 0,0 0,0 0,-1-1,1 1,0 0,0 0,-1 0,1 1,3 33,-4-24,1 1,0-1,1 0,1 1,-1-1,2 0,0 0,0 0,1-1,0 1,1-1,0 0,0 0,1 0,1-1,1 2,-4-8,0 0,1 0,-1 0,1-1,-1 0,1 0,0 0,0 0,0-1,0 1,0-1,0-1,1 1,-1-1,0 0,0 0,0 0,1-1,-1 0,0 0,0 0,0-1,0 1,0-1,0 0,3-3,5-2,-1 0,0 0,0-1,-1-1,-1 0,1 0,-1-1,-1-1,5-5,-8 6,1 0,-2-1,1 0,-1-1,-1 1,0-1,-1 0,1-2,3 4,-6 35,-1-5,12 100,-11-116,0 1,1-1,-1 0,1 0,0-1,0 1,1 0,-1-1,0 1,1-1,0 0,0 0,0 0,0 0,1 0,-1-1,1 1,0-1,-1 0,1 0,0-1,0 1,0-1,0 0,0 0,2 0,20 2</inkml:trace>
  <inkml:trace contextRef="#ctx0" brushRef="#br1" timeOffset="75680.749">26763 13738,'-11'16,"5"12,15 6,20-1,18-1,2-6</inkml:trace>
  <inkml:trace contextRef="#ctx0" brushRef="#br1" timeOffset="76008.469">27365 14046,'-6'-4,"0"0,-1 1,1 0,0 0,-1 1,0 0,0 0,1 0,-1 1,0 0,0 1,0-1,0 1,0 1,0-1,0 1,0 0,0 1,0 0,0 0,1 0,-1 1,1 0,0 0,-1 1,2-1,-1 1,0 1,1-1,-1 4,0-1,1 1,0 0,1 0,0 0,0 1,1 0,0 0,0 0,1 0,0 0,1 0,0 0,0 1,1 0,0-5,0 0,1 0,-1 0,1 0,0 0,0 0,1 0,0 0,-1 0,2-1,-1 1,0-1,1 1,0-1,0 0,0 0,1 0,-1-1,1 1,0-1,0 0,0 0,0 0,1-1,-1 1,1-1,0 0,0 0,12 1,1-1,-1 0,1-1,0-1,-1-1,1-1,-1 0,1-1,-1-1,0 0,0-2,-1 0,0-1,0 0,0-1,-1-1,0 0,-1-2,12-9,-15 13,-1-1,0 0,0 0,-1-1,0 0,-1-1,0 0,-1 0,0 0,0-1,-1 0,0-1,-1 1,-1-1,3-8,-7 20,1-1,-1 1,0-1,1 1,-1 0,0-1,1 1,-1-1,0 1,0-1,0 1,1 0,-1-1,0 1,0-1,0 1,0-1,0 1,0-1,0 0,0 1,0-1,0 1,0-1,0 1,0-1,0 1,0-1,-1 1,1 0,0-1,0 1,-1-1,1 1,0-1,-1 1,1 0,0-1,-1 1,1 0,0-1,-1 1,1 0,-1-1,1 1,-1 0,1 0,-1 0,1-1,-1 1,1 0,-1 0,1 0,-1 0,1 0,-1 0,1 0,-1 0,1 0,-4 7,1 0,1 0,-1 1,1-1,1 1,-1-1,1 1,0-1,1 1,0 0,0-1,1 1,1 6,0-5,1 0,0-1,0 0,1 0,0 0,0 0,1 0,0-1,0 0,1 0,0 0,0-1,1 0,0 0,0-1,0 1,0-1,1-1,0 0,0 0,0 0,1-1,-1-1,1 1,-1-1,1-1,0 1,0-1,0-1,0 0,0 0,3-1,23-3</inkml:trace>
  <inkml:trace contextRef="#ctx0" brushRef="#br1" timeOffset="76277.269">27712 13631,'-13'0,"-5"2,5 8,12 7,17 7,20 4,4-3</inkml:trace>
  <inkml:trace contextRef="#ctx0" brushRef="#br1" timeOffset="76510.677">28113 14073,'-1'6,"0"0,0 0,0 0,1 1,0-1,0 0,0 0,1 1,0-1,0 0,1 0,0 0,0 0,0 0,1-1,-1 1,2-1,-1 1,0-1,1 0,0 0,0-1,0 1,1-1,0 0,0 0,0 0,0-1,0 0,1 0,-1 0,1 0,0-1,0 0,0 0,0-1,1 0,3 1,-1 0,1-1,0 0,-1-1,1 0,-1-1,1 0,0 0,-1-1,0 0,1-1,-1 0,0-1,0 1,-1-2,1 1,-1-1,4-3,-7 4,0 0,0 0,0 0,-1-1,0 1,0-1,0 0,0 0,-1 0,0-1,0 1,0-1,-1 0,0 1,0-1,0 0,-1-1,0 1,0 0,-1 0,1 0,-1-1,-1 1,1 0,-1 0,0 0,0 0,-3-5,1 2,0 1,-1 0,0 0,-1 0,0 1,0 0,0 0,-1 0,0 0,0 1,-1 0,0 1,0-1,0 1,-1 1,0-1,0 1,0 0,3 2,0 0,-1 0,1 0,-1 0,0 1,1 0,-1 0,0 1,0-1,1 1,-1 1,0-1,0 1,1 0,-1 0,0 0,1 1,-1 0,1 0,0 1,-1-1,1 1,1 0,-1 1,0-1,1 1,-4 4,4-4,0 0,1 0,0 1,0-1,0 1,0 0,1 0,0 0,0 0,0 0,1 0,0 1,0-1,0 0,1 1,-1-1,1 1,0-1,1 1,0-1,6 29</inkml:trace>
  <inkml:trace contextRef="#ctx0" brushRef="#br1" timeOffset="76950.788">29343 13912,'-2'14,"-1"13,0 11,1 9,0 5,4 0,2-3,4-11,1-11</inkml:trace>
  <inkml:trace contextRef="#ctx0" brushRef="#br1" timeOffset="77227.64">29210 13498,'0'18,"9"15,14 14,4-2</inkml:trace>
  <inkml:trace contextRef="#ctx0" brushRef="#br1" timeOffset="77433.951">29611 14112,'14'-8,"1"0,-2-1,0-1,0-1,0 1,-2-2,1 0,-1 0,-1-1,0 0,-1-1,1-3,-9 15,1 0,-1 0,1 0,-1-1,0 1,0 0,0-1,-1 1,1-1,0 1,-1-1,0 1,1-1,-1 1,0-1,0 1,0-1,-1 1,1-1,-1 1,1-1,-1 1,0 0,0-1,0 1,0 0,0-1,-1 1,1 0,-1 0,1 0,-1 0,0 1,0-1,0 0,0 1,0-1,-2 0,-3 1,0 1,1-1,-1 2,0-1,0 1,1 0,-1 0,0 1,1 0,-1 0,1 1,0-1,0 1,0 1,0-1,0 1,1 0,0 0,0 1,0-1,0 1,1 1,-1-1,1 0,-2 5,2-5,-1 0,2 0,-1 0,0 0,1 0,0 1,1-1,-1 1,1 0,0 0,0 0,1 0,-1 0,1 0,1 1,-1-1,1 0,1 0,-1 1,1-1,0 0,0 0,0 0,1 0,0 0,1 0,-1 0,1-1,0 1,0-1,1 0,-1 0,2 1,7 2,0-1,1 0,0-1,0-1,0 0,1 0,0-2,0 1,0-2,0 0,0 0,1-2,-1 0,0 0,12-3,37-2</inkml:trace>
  <inkml:trace contextRef="#ctx0" brushRef="#br1" timeOffset="77893.031">30186 13832,'-1'0,"-12"-1,1 0,-1 1,0 0,0 1,1 1,-1 0,0 0,1 1,0 1,0 0,0 1,0 0,1 1,-1 0,-1 3,11-8,0 1,1-1,0 1,-1 0,1-1,0 1,0 0,0 0,0 0,0 0,0 0,0 0,1 0,-1 0,1 0,0 1,-1-1,1 0,0 0,0 0,1 0,-1 1,0-1,1 0,-1 0,1 0,0 0,0 0,-1 0,1 0,1 0,-1 0,1 1,54 49,147 50,-201-101,0-1,0 1,0 0,0 0,0 0,-1 0,1 0,0 0,0 0,-1 1,1-1,-1 1,0-1,1 1,-1-1,0 1,0 0,0 0,0-1,0 1,0 0,0 0,-1 0,1 0,-1 0,1 0,-1 0,0 0,0 0,0 0,0 1,0-1,0 0,-1 0,1 0,-1 0,1 0,-2 1,-1 0,0 0,-1 0,1-1,-1 0,0 0,0 0,0 0,0-1,0 1,0-1,0 0,0 0,0-1,-1 1,1-1,0 0,0 0,-1 0,1-1,0 1,0-1,-1 0,1 0,0-1,0 0,2 0,1 0,0 0,-1-1,1 1,0-1,1 1,-1-1,0 1,1-1,-1 0,1 1,0-1,0 0,0 1,0-1,0 0,1 1,-1-1,1 0,0 1,0-1,0 1,0-1,0 1,0 0,1-1,-1 1,1-1,8-14,1 1,0 0,1 0,1 2,0-1,1 2,0-1,1 2,1 0,0 1,0 1,1 0,0 1,17-6,-31 14,0-1,0 1,0 0,0 0,0 0,1 0,-1 1,0-1,0 1,1 0,-1 0,0 0,1 0,-1 0,0 1,0 0,1-1,-1 1,0 0,0 1,0-1,0 0,0 1,0 0,-1 0,2 1,2 6,-1 0,-1 1,1 0,-2-1,1 2,-2-1,1 0,-1 0,-1 1,0 0,0-1,-1 6,0-11,1 24,-1-20,0 0,1 1,-1-1,2 0,-1 0,1 0,1 0,0 0,3 6,-6-14,1 0,-1 0,1 0,-1 0,1-1,0 1,-1 0,1 0,0-1,-1 1,1-1,0 1,0 0,0-1,0 0,0 1,0-1,-1 1,1-1,0 0,0 0,0 0,0 1,0-1,0 0,0 0,0 0,0-1,0 1,0 0,0 0,0 0,0-1,0 1,0 0,0-1,0 1,0-1,-1 1,1-1,0 0,31-29,-13 5</inkml:trace>
  <inkml:trace contextRef="#ctx0" brushRef="#br1" timeOffset="78171.319">30587 13471,'-14'6,"-6"10,0 9,3 9,9 7,11 7,4-5</inkml:trace>
  <inkml:trace contextRef="#ctx0" brushRef="#br1" timeOffset="78585.826">30828 14153,'7'-95,"-4"0,-6-55,2 121,5-32,-3 60,0 0,0 0,0 1,0-1,0 0,0 0,1 1,-1-1,0 1,0-1,1 1,-1-1,0 1,1 0,-1-1,1 1,-1 0,0 0,1 0,-1 0,1 1,-1-1,0 0,1 0,-1 1,0-1,1 1,-1-1,0 1,0 0,0-1,1 1,-1 0,0 0,0 0,0 0,0 0,4 2,212 87,-211-89,0 0,-1 1,1 0,0 1,-1-1,1 1,-1 0,0 0,0 1,0-1,0 1,-1 0,1 1,-1-1,0 1,-1 0,1 0,-1 0,0 0,0 1,0-1,-1 1,0-1,0 1,0 0,-1 0,0 1,-14 63,10-63,1 0,0 1,0-1,1 1,0-1,0 1,0 0,1-1,1 1,0 5,0-10,0 0,1 1,-1-1,1 0,-1-1,1 1,0 0,0-1,1 1,-1-1,0 1,1-1,0 0,-1 0,1 0,0 0,0-1,0 1,0-1,0 0,0 0,0 0,3 1,78 6,-65-10,1 0,0-2,-1 0,0-1,0-1,0-1,-1-1,0 0,-1-1,1-1,-2-1,9-7,-14 10,-1 0,0-1,-1 0,0 0,0-1,-1 0,0-1,-1 1,0-2,-1 1,0-1,-1 0,0 0,-1 0,-1-1,0 1,0-1,-1 0,0-6,-2 17,0-1,1 0,-1 1,0-1,0 1,-1-1,1 0,0 1,-1-1,0 1,0-1,1 1,-1-1,-1 1,1 0,0-1,-1 1,1 0,-1 0,1 0,-1 0,0 0,0 0,0 1,0-1,0 1,0-1,-1 1,1 0,0 0,-1 0,1 0,-1 0,1 0,-1 1,0-1,1 1,-1 0,1 0,-1 0,0 0,1 0,-1 1,1-1,-1 1,1-1,-1 1,0 0,-5 2,1-1,-1 1,1 0,0 0,0 1,0 0,0 0,1 1,0 0,0 0,0 0,0 1,1 0,0 0,0 0,1 1,0-1,0 1,0 0,1 0,0 1,0-1,1 1,0-1,0 1,1 0,0 0,1-1,-1 1,1 0,1 0,-1 0,2 0,-1 0,1-1,1 5,7 1,0 0,1-1,0 0,1-1,0-1,0 0,1 0,1-2,-1 1,2-2,-1 0,1 0,0-1,0-1,1-1,-1 0,7 0,156 23,-101-24</inkml:trace>
  <inkml:trace contextRef="#ctx0" brushRef="#br1" timeOffset="80565.222">11176 15396,'-20'-6,"1"-1,0-1,1 0,-1-1,2-1,-3-3,16 11,0-1,0 0,1 0,-1 0,1-1,0 1,0-1,0 0,0 0,0 0,1 0,0 0,0-1,0 1,1-1,-1 1,1-1,0 0,0 1,1-1,0 0,-1 0,2 0,-1 1,0-1,1 0,0 0,1-3,2-2,-1 1,2-1,-1 1,1 0,0 0,1 1,0 0,1 0,0 0,0 1,0 0,1 0,0 1,0 0,1 0,0 1,0 0,0 1,0 0,1 0,0 1,-6 2,-1 0,1 1,0-1,0 1,0 0,0 0,0 0,-1 1,1-1,0 1,0 0,0 0,-1 0,1 1,-1-1,1 1,-1 0,1 0,-1 0,0 0,0 1,0-1,0 1,-1 0,1 0,-1 0,0 0,1 0,-1 0,-1 1,1-1,0 1,0 2,5 12,0 0,-2 0,0 1,-1-1,0 1,-1 5,11 187,-14-209,0 0,0 0,0 0,0 0,0 0,0 0,0 0,1 0,-1 0,1 0,-1-1,1 1,0 0,0 0,-1 0,1-1,1 1,-1 0,0-1,0 1,1-1,-1 0,0 1,1-1,0 0,-1 0,1 0,0 0,-1 0,1 0,0 0,0-1,0 1,0-1,0 1,-1-1,1 0,0 1,0-1,0 0,0 0,0-1,0 1,0 0,0-1,0 1,0-1,0 0,11-7,0 0,-1-2,0 1,0-2,-1 1,0-1,-1-1,-1 0,0-1,0 0,-1 0,-1 0,0-2,31-75,-30 140,-6-42,-1-1,1 0,1 1,0-1,-1 0,2-1,-1 1,1 0,0-1,1 0,-1 0,1 0,0-1,1 0,0 0,-1 0,1 0,1-1,-1 0,1 0,-1-1,1 0,0 0,0-1,1 1,-1-2,0 1,1-1,-1 0,1 0,-1-1,1 0,-1-1,1 1,-1-1,1-1,-1 0,0 0,1 0,-1-1,-1 0,0 0,0 0,0-1,0 0,-1 0,1-1,-1 0,0 0,-1 0,1 0,-1-1,0 1,0-1,-1 0,1 0,-1-1,-1 1,1-1,-1 1,-1-1,1 0,-1 0,0 0,0 0,-1 0,0 0,-1-4,3 27,1-1,0 0,0 0,2 0,0-1,1 1,0-1,1 0,1-1,5 8,-11-19,1 1,-1-1,1 0,0 0,0 0,0 0,0 0,1-1,-1 1,0-1,0 0,1 0,-1 0,1 0,-1-1,1 1,-1-1,1 0,0 0,-1-1,1 1,-1 0,1-1,-1 0,1 0,-1 0,0-1,1 1,-1-1,0 1,0-1,0 0,0 0,-1-1,1 1,0 0,-1-1,0 0,1 1,-1-1,0 0,1-3,7-8,0-1,-1 0,0 0,-1-1,-1 0,0-1,-2 1,0-1,0-1,0-9,-4 10,-15 26,6 6,0 0,1 0,0 1,2 1,-1-1,2 1,1-1,-1 3,4-16,-1 1,1 0,-1-1,1 1,0-1,0 1,1 0,-1-1,1 1,-1-1,1 1,1-1,-1 0,0 1,1-1,-1 0,1 0,0 0,0 0,0 0,1 0,-1 0,1-1,-1 1,1-1,0 0,0 0,0 0,0 0,0 0,1-1,13 5,1-1,0-1,0 0,1-2,-1 0,1-1,-1-1,1 0,-1-2,15-2,-32 4,99-12,-6-3</inkml:trace>
  <inkml:trace contextRef="#ctx0" brushRef="#br1" timeOffset="80921.274">13636 15316,'4'22,"7"22,5 19,3 17,0 13,-3 11,-5 9,-8 0,-9-4,-11-13,-7-17,-3-23,-3-23,5-17</inkml:trace>
  <inkml:trace contextRef="#ctx0" brushRef="#br1" timeOffset="81466.536">13528 16144,'-21'-376,"6"198,14 166,0 7,0 0,0-1,0 1,1-1,-1 1,1 0,1-1,-1 1,1-1,0 1,0 0,1-1,-1 1,1 0,0 0,1 0,-1 0,1 0,0 1,0-1,0 1,1 0,2-3,5 2,1 1,-1 0,0 1,1 0,0 1,0 0,-1 1,1 0,0 1,0 0,0 1,0 1,5 1,-5-2,-1 2,0-1,1 2,-1-1,0 1,-1 1,1 0,-1 1,1 0,-8-4,-1-1,1 1,-1 0,1 0,-1 0,0 0,0 0,0 1,0-1,0 1,0-1,-1 1,1-1,-1 1,0 0,0 0,0 0,0 0,0 0,-1 0,1 0,-1 0,0 0,0 0,0 0,0 0,0 0,-1 0,0 0,1 0,-1 0,0 0,0 0,-1 0,1-1,-1 2,-3 3,0-1,0 0,-1-1,0 1,0-1,0 0,0 0,-1-1,0 0,0 0,0-1,0 0,-1 0,1 0,-1-1,1 0,-1-1,0 0,0 0,0 0,0-1,0 0,-4-1,9 1,1 0,-1-1,1 1,0 0,-1-1,1 1,0-1,-1 0,1 0,0 0,0 0,-1 0,1 0,0-1,0 1,1-1,-1 1,0-1,0 0,1 1,-1-1,1 0,-1 0,1 0,0-1,0 1,0 0,0 0,0-1,1 1,-1 0,1-1,-1 1,1 0,0-1,0 1,0-1,0 1,0-1,1 1,-1 0,1-1,-1 1,1 0,0-1,0 1,0 0,0 0,1 0,-1 0,0 0,1 0,1-1,2-2,0 1,1 0,-1 0,1 1,0 0,0 0,1 0,-1 1,1 0,-1 0,1 0,-1 1,1 0,0 0,0 1,0 0,-1 0,1 0,0 1,0 0,-1 1,1-1,0 1,-1 1,0-1,0 1,1 0,-1 0,-1 1,1 0,-1 0,1 0,-1 1,0-1,-1 1,1 1,-1-1,0 1,1 2,19 35,18 20,-38-61,1-1,-1 0,1-1,0 1,-1-1,1 0,0 0,-1 0,1-1,0 1,-1-1,1-1,-1 1,1 0,-1-1,0 0,1 0,-1 0,0-1,-1 1,1-1,0 0,-1 0,1 0,-1-1,0 1,1-3,1 3,-1-1,-1 0,1 0,0 0,-1 0,0 0,0-1,0 1,-1-1,1 0,-1 0,0 0,-1 0,1 0,-1 0,0-1,0 1,-1 0,0-1,1 1,-2 0,1-1,-1 1,0 0,0-1,0 1,-1 0,1 0,-1 0,-1 0,1 0,-1 1,1-1,-1 1,-1 0,1-1,-1 1,-2-2,3 2,-1 1,1-1,-1 1,0-1,0 1,-1 0,1 1,-1-1,1 1,-1 0,0 0,0 0,0 1,0-1,0 1,0 1,-4-1,8 2,-1 0,1 0,-1 1,1-1,-1 1,1-1,0 1,0-1,0 1,0 0,0 0,0-1,0 1,0 0,1 0,-1 0,1 0,0 0,-1 0,1 0,0 0,0 0,0 0,0 0,1 0,-1 0,0 0,1 0,-1 0,1 0,0-1,0 1,0 0,0 0,0 0,0-1,0 1,0-1,2 2,56 50,-21-32</inkml:trace>
  <inkml:trace contextRef="#ctx0" brushRef="#br1" timeOffset="82209.579">14545 15503,'-18'-10,"1"2,-2 0,1 1,-1 0,0 2,-1 0,1 2,-7-1,18 3,1 0,-1 1,1 0,-1 0,1 1,-1 0,1 0,0 1,-1 0,1 0,0 0,0 1,0 0,1 1,-1-1,1 1,0 1,0-1,0 1,1 0,-1 0,1 1,-1 1,4-5,0 1,0 0,0 0,0 0,0 0,1 0,-1 0,1 0,0 0,0 1,0-1,0 0,1 1,-1-1,1 1,0-1,0 1,0-1,0 1,1-1,0 0,-1 1,1-1,0 0,1 1,-1-1,0 0,1 0,0 0,0 0,0 0,0-1,0 1,2 1,4 0,1 0,0 0,0-1,0 0,0 0,1-1,-1 0,0-1,1 0,0-1,-1 0,1 0,-1-1,1 0,-1-1,1 0,-1 0,0-1,0 0,0-1,0 0,-1 0,1-1,-1 0,-1-1,1 0,7-6,-8 4,1 0,-1 0,0-1,0 0,-1 0,-1-1,1 0,-2 0,1-1,-5 11,0-1,0 1,0 0,0-1,0 1,0 0,0-1,0 1,0 0,0 0,0-1,0 1,0 0,0-1,1 1,-1 0,0-1,0 1,0 0,0 0,1-1,-1 1,0 0,0 0,0-1,1 1,-1 0,0 0,0 0,1 0,-1-1,0 1,1 0,-1 0,0 0,0 0,1 0,-1 0,0 0,1 0,-1 0,0 0,1 0,-1 0,0 0,1 0,-1 0,0 0,0 0,1 0,-1 0,0 0,1 0,-1 1,0-1,0 0,1 0,-1 0,0 1,0-1,1 0,-1 0,0 1,9 22,-6-15,2 7,1-2,0 1,1-1,0 0,1 0,1-1,8 10,-13-18,0 0,0 0,1 0,-1-1,1 1,0-1,0 0,0 0,0-1,1 0,-1 0,1 0,0 0,-1-1,1 0,0 0,0-1,-1 1,1-1,0-1,4 1,9-6,-1-1,1-1,-2 0,1-1,-1-1,0 0,-1-2,0 0,-1 0,-1-2,0 0,0 0,-2-1,0-1,0 0,-1-1,9-13,0 0,-2 0,-1-2,-2 0,-1-1,-1-1,-2 0,-2-1,0 1,-3-2,-1 1,-2-1,0-20,-3 49,0 0,0-1,-1 1,0 0,0-1,0 1,-1 0,0 0,-1 0,0 0,0 1,-3-6,4 11,0-1,0 1,0-1,-1 1,1 0,-1 0,1 0,-1 0,1 0,-1 1,1-1,-1 1,0 0,1 0,-1-1,1 2,-1-1,0 0,1 0,-1 1,1 0,-1-1,1 1,-1 0,1 0,-1 1,1-1,0 0,0 1,0-1,-1 1,2 0,-1 0,0-1,0 1,0 1,1-1,-1 0,1 0,-1 1,-10 15,0 0,0 0,2 1,0 1,2-1,0 1,1 1,1 0,0 0,2 0,1 0,0 1,2-1,0 1,2 5,-2-14,1 0,0 0,1 0,1 0,0 0,0 0,2-1,-1 1,2-1,-1 0,2 0,-1 0,2-1,0 0,0 0,1 0,0-1,1 0,0-1,0 0,1 0,0-1,1-1,0 1,0-2,0 1,1-2,0 1,0-2,1 0,1 1,-4-4,0 1,1-2,-1 1,0-1,0-1,0 0,1 0,-1-1,0 0,-1-1,1 0,0 0,-1-1,0-1,1 1,-2-1,1-1,-1 0,0 0,0-1,0 0,-1 0,0 0,-1-1,1 0,-2-1,1 1,-1-1,0 0,-1-1,0 1,-1-1,0 1,1-6,-4 15,1-1,-1 1,0 0,1-1,-1 1,0 0,1-1,-1 1,0-1,0 1,1-1,-1 1,0-1,0 1,0 0,0-1,1 1,-1-1,0 1,0-1,0 1,0-1,0 1,0-1,-1 1,1-1,0 1,0-1,0 1,0-1,-1 1,1-1,0 1,0-1,-1 1,1 0,0-1,-1 1,1-1,0 1,-1 0,1-1,0 1,-1 0,1 0,-1-1,1 1,-1 0,1 0,-1 0,1 0,-1-1,1 1,-1 0,1 0,-1 0,1 0,-1 0,1 0,-1 0,1 1,-1-1,1 0,-1 0,1 0,-1 0,-2 9,0-1,1 1,0 0,0 0,1-1,0 1,1 0,0 0,0 0,1 0,0 0,1 0,1 4,-2-6,0-1,0 0,1 0,0 0,1 0,-1 0,1 0,0 0,0-1,1 0,0 1,0-1,0-1,0 1,1-1,0 1,0-1,0 0,0-1,1 0,-1 1,1-2,0 1,0-1,0 1,36 3,-2-5</inkml:trace>
  <inkml:trace contextRef="#ctx0" brushRef="#br1" timeOffset="82415.031">14932 15196,'14'2,"22"1,26-3,27-5,29-5,20-2,11-2,-21 2</inkml:trace>
  <inkml:trace contextRef="#ctx0" brushRef="#br1" timeOffset="82844.888">16483 15275,'27'-9,"-1"-2,0-1,-1-1,-1-2,0 0,-1-1,0-2,-3 5,-1 0,-1-2,0 0,-1-1,-1-1,0-1,-1 0,-1-1,-1 0,0-1,4-12,-15 29,-1 1,0 0,0-1,0 0,0 1,0-1,0 0,-1 1,1-1,-1 0,1 0,-1 1,0-1,-1 0,1 0,0 0,-1 1,1-1,-1 0,0 1,0-1,0 0,0 1,0-1,-1 1,1 0,-1-1,0 1,1 0,-1 0,0 0,0 0,-1 0,1 1,0-1,0 1,-1-1,1 1,-1 0,1 0,-1 0,0 0,1 0,-1 1,0-1,0 1,-1-1,1 2,-1 0,1 0,0 0,0 1,0-1,0 1,0-1,0 1,0 0,1 0,-1 0,1 1,-1-1,1 1,0-1,0 1,0 0,0 0,1 0,-1 0,1 0,-2 3,-19 76,17-22,2 1,3-1,3 1,2-1,8 32,3 48,-9-89,-3-1,-2 1,-2 0,-2 0,-3 0,-1 0,-3-1,-11 33,4-47,2-13</inkml:trace>
  <inkml:trace contextRef="#ctx0" brushRef="#br1" timeOffset="83153.599">16524 15503,'160'-91,"-136"80,67-31,2 5,85-22,-171 57,-5 1,1-1,-1 1,1 0,0 0,-1-1,1 2,0-1,0 0,0 1,-1-1,1 1,0 0,0 0,0 0,0 0,0 0,0 1,-1-1,1 1,0 0,0 0,-1 0,1 0,0 0,-1 1,1-1,-1 1,0 0,1 0,-1 0,0 0,0 0,1 2,7 126,-10-126,0-1,1 0,-1 1,1-1,-1 0,1 0,0 1,0-1,1 0,-1 0,1 0,-1 0,1-1,0 1,0 0,0-1,0 1,1-1,-1 0,1 0,-1 0,1 0,0 0,0 0,0-1,0 1,0-1,0 0,0 0,0 0,0 0,1-1,-1 1,0-1,1 0,-1 0,0 0,3-1,9-6</inkml:trace>
  <inkml:trace contextRef="#ctx0" brushRef="#br1" timeOffset="83416.461">17258 15022,'-11'-3,"0"3,8 2,3 2</inkml:trace>
  <inkml:trace contextRef="#ctx0" brushRef="#br1" timeOffset="86696.458">18462 15476,'54'-216,"-13"135,-40 78,1 1,0 0,0-1,-1 1,2 0,-1 0,0 1,0-1,1 0,-1 1,1-1,-1 1,1 0,-1 0,1 0,0 0,0 0,-1 1,1-1,0 1,0 0,0 0,0 0,0 0,0 0,-1 1,1-1,0 1,0 0,0 0,-2-1,0 0,1 0,-1 1,0-1,0 0,0 1,0-1,0 0,0 1,0 0,-1-1,1 1,0-1,0 1,0 0,0 0,-1-1,1 1,0 0,-1 0,1 0,-1 0,1 0,-1 0,1 0,-1 0,1 0,-1 0,0 0,0 0,0 0,0 0,1 0,-1 0,-1 0,1 0,0 1,0-1,0 0,0 0,-1 0,1 0,-1 0,1 0,-1 0,1 0,-1 0,1-1,-1 1,0 0,1 0,-1 0,0-1,0 2,-34 1,-21 9,47-4,0 0,0 1,0 0,1 0,0 1,1 0,0 0,1 1,0 0,1 0,0 0,1 1,0 0,0-1,1 6,2-15,0 0,0-1,0 1,1 0,-1 0,1 0,-1 0,1 0,0 0,0 0,-1 1,2-1,-1 0,0 0,0 0,1 0,-1 0,1 0,-1 0,1 0,0-1,0 1,0 0,0 0,0-1,0 1,1 0,-1-1,1 1,-1-1,1 1,-1-1,1 0,0 0,-1 0,1 0,0 0,0 0,10-1,-1 0,0-1,0-1,0 1,0-2,0 0,0 0,0-1,-1 0,0-1,0 0,0-1,0 0,-1 0,8-8,65-60,-80 71,0 0,1 0,-1 0,0 0,-1-1,1 1,0 0,-1-1,0 1,0-1,0 0,0 1,-1-1,1 0,-1 1,0-1,0 0,0 0,-1 1,1-1,-1 0,0 1,0-1,0 0,0 1,-1 0,-1-4,3 6,-1-1,0 1,1-1,-1 1,0-1,1 1,-1 0,0-1,0 1,0 0,0 0,-1 0,1 0,0 0,0 0,-1 0,1 0,0 0,-1 0,1 1,-1-1,1 1,-1-1,1 1,-1 0,0-1,1 1,-1 0,1 0,-1 0,0 0,1 0,-1 0,1 1,-1-1,1 1,-1-1,1 1,-1-1,1 1,-1 0,1 0,0-1,-1 1,1 0,0 0,0 1,0-1,0 0,0 0,0 0,0 1,0-1,0 1,0 9,2 1,-1-1,1 1,1-1,0 1,0-1,1 0,1 0,0 0,0-1,1 1,1-1,0 0,-4-4,1 1,0-1,1 0,-1 0,1 0,0 0,1-1,-1 0,1 0,0 0,0 0,1-1,-1 0,1 0,0 0,0-1,1 0,-1 0,1 0,-1-1,1 0,0 0,0-1,-1 0,1 0,0-1,0 0,6 0,26-9,-3-2</inkml:trace>
  <inkml:trace contextRef="#ctx0" brushRef="#br1" timeOffset="87404.715">19317 15262,'-2'-2,"1"-1,-1 1,0-1,0 1,0 0,0 0,0 0,0 0,-1 0,1 1,-1-1,1 1,-1-1,0 1,1 0,-1 0,0 0,0 0,0 1,1-1,-1 1,0 0,0 0,0 0,0 0,0 0,0 1,0-1,0 1,0 0,1-1,-1 1,0 1,0-1,1 0,-1 1,1-1,-1 1,-1 2,0-2,0 1,-1 0,1 0,1 0,-1 1,0 0,1-1,0 1,0 0,0 1,0-1,1 0,-1 1,1-1,0 1,1 0,-1 0,1 0,0 0,0 0,1 0,-1 0,1 0,0 0,0 0,1 0,0 0,0 0,0 0,0 0,1 0,0 0,0-1,0 1,0-1,1 1,0-1,0 0,1 2,9 0,0 0,0-1,0 0,1-1,-1 0,1-1,0-1,0 0,0-1,0-1,0 0,0 0,0-2,0 0,0 0,0-2,0 1,-1-2,9-3,-4 3,-1-1,1 0,-1-1,0-1,-1-1,0 0,-1-1,1-1,-2-1,0 0,0 0,-1-1,-1-1,0 0,-1-1,0 0,-1-1,-1 0,-1-1,5-13,-4-7,-2 0,-2-1,-2 0,-1 1,-1-1,-3 0,-1 0,-2 0,-1 1,-4-7,-4-2,9 49,-7 89,5 245,6-313,1 0,1 0,1-1,1 1,2 0,0-1,1 0,1 0,2-1,0 1,2 0,-7-18,0 1,0-2,0 1,0 0,1-1,0 0,0 0,0 0,1-1,-1 1,1-1,-1-1,1 1,0-1,0 0,1 0,-1-1,0 1,0-2,1 1,-1-1,1 0,-1 0,0 0,1-1,-1 0,0 0,1-1,-1 0,0 0,0 0,-1-1,1 0,0 0,-1 0,2-2,3-2,1-1,-2 0,1 0,-1-1,0-1,-1 1,0-1,-1 0,0-1,0 0,-1 0,-1-1,0 1,0-1,-1 0,1-7,-7 87,1-62,1 1,0-1,0 0,0 1,0-1,1 1,0-1,1 0,-1 0,1 1,0-1,1 0,0-1,-1 1,2 0,-1-1,1 0,0 0,0 0,0 0,1 0,-1-1,1 0,0 0,1 0,-1-1,1 0,-1 0,1 0,3 1,20 0</inkml:trace>
  <inkml:trace contextRef="#ctx0" brushRef="#br1" timeOffset="87688.461">20333 15168,'-11'-2,"-6"-3,-1-1</inkml:trace>
  <inkml:trace contextRef="#ctx0" brushRef="#br1" timeOffset="87945.294">19598 14968,'2'-7,"12"-2,20-2,22-3,23-2,15 1,10 4,1 4,-4 3,-9 6,-21 4</inkml:trace>
  <inkml:trace contextRef="#ctx0" brushRef="#br1" timeOffset="88148">20600 15236,'0'24,"0"1,2-1,1 1,0-1,6 17,-7-35,-1-1,1 1,0 0,1-1,0 0,-1 0,2 0,-1 0,0 0,1 0,0-1,0 0,0 0,1 0,-1 0,1-1,0 1,0-1,0-1,1 1,-1-1,1 0,-1 0,1 0,0-1,1 1,0-2,0 1,0-1,0-1,0 1,0-1,0 0,0-1,0 0,0 0,-1 0,1-1,-1 0,1 0,-1 0,0-1,0 0,-1 0,1-1,-1 0,0 0,0 0,1-3,6-5,-2-2,1 1,-2-1,0-1,-1 1,-1-1,0-1,2-7,30-155,-38 176,-1 0,2 1,-1-1,0 0,0 0,1 0,0 1,-1-1,1 1,0 0,0-1,1 1,-1 0,0 0,1 0,-1 0,1 1,-1-1,1 1,0-1,0 1,0 0,0 0,0 0,0 1,0-1,0 1,0 0,0-1,0 1,0 1,0-1,0 0,25 4</inkml:trace>
  <inkml:trace contextRef="#ctx0" brushRef="#br1" timeOffset="88739.101">21443 15182,'-16'-5,"1"0,-1 2,0-1,0 2,0 0,-1 1,1 0,0 2,-1 0,1 0,0 2,0 0,0 1,-14 5,24-6,1 1,0-1,-1 1,2 0,-1 1,0-1,1 1,0 0,0 0,0 0,1 0,0 1,0-1,0 1,1 0,0 0,-1 1,3-5,-1 1,0 0,1 0,-1 0,1 0,0 0,0 0,0 0,1 0,-1 0,1-1,-1 1,1 0,0 0,0 0,0-1,1 1,-1 0,0-1,1 1,0-1,0 0,-1 1,2-1,-1 0,0 0,0 0,0-1,1 1,-1 0,1-1,0 0,-1 1,1-1,0 0,2 0,10 2,-1-1,1-1,0 0,-1-1,1 0,-1-2,1 1,-1-2,1 0,-1-1,0 0,0-1,-1 0,0-1,10-6,69-62,-82 64,-10 11,1-1,-1 0,1 0,-1 1,1-1,-1 0,1 1,-1-1,1 1,-1-1,0 0,1 1,-1-1,0 1,1-1,-1 1,0-1,0 1,1 0,-1-1,0 1,0-1,0 1,0-1,0 1,0 0,0-1,0 1,0-1,0 1,0-1,0 1,0 0,0-1,0 1,-1-1,1 1,0-1,0 1,-1-1,1 1,0-1,-1 1,1-1,-1 1,1-1,-1 3,0 8,0-1,1 0,0 1,0-1,1 0,1 1,0-1,0 0,2 3,-3-9,0 0,1-1,0 1,0-1,0 0,0 1,0-1,1 0,-1 0,1 0,0 0,0-1,0 1,0-1,0 0,1 0,-1 0,1 0,-1-1,1 1,0-1,0 0,-1 0,1 0,0-1,1 1,7-2,0-1,0 0,0 0,0-2,-1 1,0-1,1-1,-2 0,1-1,0 0,-1 0,0-1,-1 0,1-1,-2 0,1-1,-1 0,0 0,-1-1,0 1,0-2,-1 1,1-3,10-26,-2 0,-1 0,-2-2,-1 1,-3-1,-1-1,-2 0,-2 0,-2-27,-1 65,5-110,-10 93,-6 50,-9 29,3 0,2 2,3 0,3 1,2 0,3 31,3-81,1 1,1 0,0-1,1 1,0-1,1 0,0 1,0-1,1 0,1-1,0 1,0-1,1 0,1 0,0-1,0 0,0 0,1 0,1-1,-1-1,1 1,1-1,-1-1,1 0,5 2,-7-4,0 0,0-1,0 0,1-1,-1 0,1 0,0-1,0 0,0 0,-1-1,1-1,0 1,0-1,6-2,17-8</inkml:trace>
  <inkml:trace contextRef="#ctx0" brushRef="#br1" timeOffset="88928.587">21617 14968,'13'2,"17"1,18 0,20-1,11 0,4-1,-12 0</inkml:trace>
  <inkml:trace contextRef="#ctx0" brushRef="#br1" timeOffset="89152.983">22205 15329,'0'4,"0"1,1-1,0 1,0-1,0 0,0 0,1 1,-1-1,1 0,0 0,0 0,1-1,-1 1,1 0,0-1,0 0,0 1,0-1,0-1,1 1,0 0,-1-1,1 0,0 0,0 0,0 0,0 0,1-1,-1 0,0 0,1 0,-1 0,0-1,1 0,-1 0,1 0,-1 0,1-1,-1 0,0 1,1-2,-1 1,0 0,0-1,0 0,0 0,0 0,0-1,2-1,-1-2,1-1,-2 0,1 0,-1 0,0 0,0 0,-1-1,0 0,0 0,-1 0,0 0,-1 0,0 0,0 0,0-1,-1 1,-1 0,1-1,-1 1,-1 0,1 0,-1 0,-1 0,-1-5,3 10,-1 0,1 1,-1-1,1 0,-1 0,0 1,0-1,0 1,-1 0,1 0,0 0,-1 0,1 0,-1 0,0 0,0 1,1-1,-1 1,0 0,0 0,0 0,-1 1,1-1,0 0,0 1,0 0,0 0,-1 0,1 0,0 1,-3 0,-1 1,0 0,0 0,1 1,-1 0,0 0,1 0,0 1,0 0,0 1,0-1,1 1,0 0,-3 4,1-1,0 1,0 1,1-1,0 1,1 0,0 1,1-1,0 1,1 0,-2 9,4-16,0-1,1 1,-1 0,1-1,0 1,0 0,0-1,0 1,1 0,0-1,-1 1,1-1,1 1,-1-1,0 1,1-1,0 0,-1 1,1-1,1 0,-1-1,0 1,1 0,-1 0,1-1,0 0,0 1,0-1,0 0,0-1,1 1,-1 0,0-1,3 1,68 2,-38-11</inkml:trace>
  <inkml:trace contextRef="#ctx0" brushRef="#br1" timeOffset="89434.239">22499 14835,'-14'-5,"-11"-1,-8 2,-5 7,1 7,5 7,7 4,12 4,11 5,6-4</inkml:trace>
  <inkml:trace contextRef="#ctx0" brushRef="#br1" timeOffset="89701.518">22512 15275,'7'16,"7"10,5 3,6-4,9-6,9-6,9-8,7-9,5-8,-2-8,-11 1</inkml:trace>
  <inkml:trace contextRef="#ctx0" brushRef="#br1" timeOffset="112527.019">23555 14821,'-33'9,"1"2,1 1,0 1,0 2,-23 16,46-26,1 0,0 0,0 1,1 0,-1 0,1 1,1 0,-1 0,1 0,0 1,1-1,0 1,0 0,1 1,-1-1,2 0,0 1,0 0,0 0,1-1,0 1,1 0,0 0,0 0,1 2,5 35,3-1,1-1,2 1,2-2,1 0,11 17,-4-8,-3 0,-2 2,-2 0,-2 4,-6-12,-3 0,-2 0,-1 0,-3 0,-2 0,-6 31,10-74,0 0,1 0,-1 0,-1-1,1 1,0 0,-1 0,1 0,-1 0,0 0,0 0,0-1,0 1,-1 0,1-1,-1 1,1-1,-1 0,0 1,0-1,0 0,0 0,-1 0,1 0,0-1,-1 1,1-1,-1 1,0-1,1 0,-1 0,0 0,0 0,0-1,0 1,1-1,-1 1,-2-1,1-2,-12-2,17 12,114 65,-102-64,0 1,-1 0,0 0,0 1,-1 1,0 0,-1 0,-1 1,0 1,-1-1,0 1,-1 1,0-1,-2 1,0 0,2 8,-1 22,-2 1,-1 1,-3-1,-2 0,-1 0,-3 0,-5 15,-5 66,8-62,3 0,3 0,3 1,2-1,4 1,2-2,3 1,5 4,-14-58,-2-6,0 0,0-1,0 1,1 0,0-1,0 0,0 1,0-1,1 0,-1 0,1 0,0 0,0-1,1 1,-1-1,1 1,8-2</inkml:trace>
  <inkml:trace contextRef="#ctx0" brushRef="#br1" timeOffset="113262.992">24010 15476,'11'-11,"1"0,0 1,0 0,1 1,1 0,-1 1,1 1,1 0,-1 1,1 0,1 1,-1 1,0 0,8 0,-20 4,0-1,-1 0,1 1,0-1,0 1,0 0,0 0,-1 0,1 0,0 1,0-1,0 1,-1 0,1 0,0 0,-1 0,1 0,0 0,-1 1,0-1,1 1,-1 0,0-1,0 1,0 0,0 1,0-1,0 0,-1 0,1 1,-1-1,1 1,-1-1,0 1,0 0,0-1,-1 1,1 0,0 0,-1 0,0-1,0 1,0 1,-4 12,-1-1,0 1,-2-1,0 0,0-1,-1 0,-1 0,0-1,-1 0,-1 0,-4 3,10-9,-41 45,28-33,0 1,2 0,0 1,2 1,-4 8,17-29,0 0,0 0,1 1,-1-1,0 0,1 0,-1 0,1 1,-1-1,1 0,-1 1,1-1,0 0,0 1,0-1,0 0,0 1,0-1,0 0,0 1,0-1,1 0,-1 1,0-1,1 0,-1 1,1-1,0 0,-1 0,1 0,0 0,0 0,0 0,0 0,-1 0,1 0,1 0,-1 0,0 0,0 0,0-1,0 1,1 0,13 2,0-1,0 0,0-1,0-1,0 0,1-1,-1-1,-1 0,15-4,-6 2,160-34,-138 25</inkml:trace>
  <inkml:trace contextRef="#ctx0" brushRef="#br1" timeOffset="113532.333">23969 15129,'25'-5,"24"-3,20-3,16-2,10-1,2 0,-6 2,-19 3</inkml:trace>
  <inkml:trace contextRef="#ctx0" brushRef="#br1" timeOffset="114072.511">24892 15396,'16'0,"14"-3,14 0,12 1,7-1,-4 2,-11 0</inkml:trace>
  <inkml:trace contextRef="#ctx0" brushRef="#br1" timeOffset="114350.847">24945 15556,'19'14,"21"4,22-1,19-5,14-10,-9-4</inkml:trace>
  <inkml:trace contextRef="#ctx0" brushRef="#br1" timeOffset="114912.035">25894 15436,'12'-32,"0"1,3 1,0 0,8-10,28-56,-33 57,-13 54,-17 191,30 5,-22-161,-1-32</inkml:trace>
  <inkml:trace contextRef="#ctx0" brushRef="#br1" timeOffset="115160.121">25935 15650,'7'0,"6"0,9 0,9 2,10 1,11 0,11-3,9-1,8-3,-9-1</inkml:trace>
  <inkml:trace contextRef="#ctx0" brushRef="#br1" timeOffset="115860.879">27124 15530,'9'14,"6"11,2 10,-2 6,-3 6,-9 3,-8 0,-12-3,-6-8,1-11</inkml:trace>
  <inkml:trace contextRef="#ctx0" brushRef="#br1" timeOffset="116121.81">27699 15356,'0'14,"2"11,4 6,0 4,1 1,0-1,-1-6</inkml:trace>
  <inkml:trace contextRef="#ctx0" brushRef="#br1" timeOffset="116557.405">27538 15142,'32'-6,"0"1,1 2,-1 1,1 2,22 3,-40-2,0 1,0 1,-1 0,1 1,-1 1,0 0,0 1,0 0,-1 1,0 1,0 0,-1 1,3 2,-5 0,-2 1,1 0,-2 0,1 0,-2 1,1 0,-2 0,0 1,0-1,-2 1,1 0,-2 1,0-1,0 0,-2 1,0-1,0 0,-1 1,-1-1,-1 4,2-12,0-4,1 0,-1-1,1 1,-1 0,1 0,0-1,-1 1,1 0,0 0,0 0,0 0,1-1,-1 1,0 0,1 0,-1 0,1-1,-1 1,1 0,0-1,0 1,0 0,0-1,0 1,0-1,0 0,0 1,1-1,-1 0,0 0,1 0,-1 0,1 0,0 0,-1 0,1 0,0 0,0-1,7-1,-1-2,1 1,-1-1,0 0,0-1,0 0,-1 0,1-1,-1 1,0-2,0 1,-1-1,1 0,-1 0,-1-1,1 0,0-2,3-2,0-2,-1 1,0-1,-1-1,0 1,-1-1,-1 0,4-14,-7 89,1-54,-1 0,2 0,-1 0,1 0,0-1,0 1,0-1,1 0,0 0,0-1,1 1,0-1,0 0,0-1,0 1,1-1,0-1,-1 1,1-1,1 0,-1-1,0 0,1 0,-1 0,1-1,-1 0,5 0,40 7</inkml:trace>
  <inkml:trace contextRef="#ctx0" brushRef="#br1" timeOffset="116911.211">28875 15356,'-19'-8,"-1"0,0 1,-1 1,1 1,-1 1,-5 0,19 3,-1 0,0 1,1 0,-1 0,0 1,1 0,-1 0,1 1,-1-1,1 2,0-1,0 1,0 0,0 1,0 0,1 0,0 0,-5 4,9-6,-1 0,1 0,0 0,0 1,0-1,0 0,1 1,-1 0,0-1,1 1,0 0,0-1,0 1,0 0,0 0,0 0,1 0,-1 0,1 0,0 0,0 0,0 0,0 0,1 0,-1 0,1 0,0 0,0 0,0 0,0 0,0 0,1-1,-1 1,1-1,0 1,-1-1,1 1,0-1,1 0,-1 0,0 0,1 0,-1 0,1-1,6 3,0-1,1 0,-1-1,1 0,-1 0,1-1,0 0,-1-1,1 0,0-1,0 0,-1 0,1-1,-1 0,1-1,-1 0,0-1,0 0,0 0,5-4,-10 6,1-1,-1 0,0 0,-1 0,1 0,0-1,-1 1,0-1,0 0,0 0,0 0,-1 0,1-1,-1 1,0-1,-1 1,1-1,-1 0,0 0,0 0,0 0,-1 1,0-1,0 0,0 0,0 0,-1 0,0 0,-1-4,2 10,0-1,0 1,0 0,0 0,0-1,0 1,0 0,0-1,0 1,-1 0,1-1,0 1,-1 0,1-1,0 1,-1-1,1 1,-1 0,1-1,-1 1,1-1,-1 1,1-1,-1 0,1 1,-1-1,1 0,-1 1,0-1,1 0,-1 1,0-1,1 0,-1 0,0 0,0 0,1 0,-1 0,0 0,1 0,-1 0,0 0,0 0,1 0,-1 0,0-1,1 1,-1 0,1-1,-1 1,0 0,1-1,-1 1,1-1,-1 1,1 0,-1-1,1 0,-1 1,1-1,-1 1,1-1,0 1,-1-1,1 0,0 1,0-1,-1 0,1 1,0-2,-1 6,0 0,0 0,0 0,0 0,1 0,0 0,-1 0,2 0,-1 0,0 0,1 0,0 0,0 0,0-1,0 1,1 0,-1 0,1-1,0 1,0-1,0 0,1 1,-1-1,1 0,0 0,4 4,0-1,0 1,1-1,0-1,0 1,1-1,0-1,0 0,6 2,28 9</inkml:trace>
  <inkml:trace contextRef="#ctx0" brushRef="#br1" timeOffset="117555.144">29343 15262,'-8'-1,"0"1,-1 0,1 0,0 0,0 1,-1 1,1-1,0 1,0 0,0 1,1 0,-1 0,1 1,-1 0,4-1,0-1,1 0,-1 1,1 0,-1 0,1 0,0 0,0 1,0-1,1 1,-1 0,1-1,0 1,0 0,0 0,0 1,1-1,0 0,0 1,0-1,0 0,1 1,0-1,0 1,0-1,0 3,1-2,0-1,1 1,-1 0,1 0,0-1,0 1,1-1,-1 0,1 0,0 0,0 0,0 0,0 0,1-1,0 0,0 0,0 0,0 0,0 0,0-1,1 0,-1 0,1 0,-1 0,5 0,5 2,0 0,0-1,0-1,0 0,0-2,1 1,-1-1,7-2,-1-2,-1-1,0 0,0-2,0 0,-1-1,0-1,-1 0,0-1,0-1,-1-1,-1-1,0 0,-1 0,0-2,-1 0,0 0,-1-1,-1-1,-1 0,-1 0,0-1,-1 0,-1-1,0 0,1-10,2-4,-1-1,-1 0,-2 0,-2-1,-1 0,-1 0,-2 1,-2-1,-1 0,-2-5,-23-35,28 74,-1-1,0 0,0 1,0-1,0 1,0-1,0 1,0-1,-1 1,1 0,0-1,-1 1,1 0,-1 0,0 0,1 0,-1 0,0 1,1-1,-1 0,0 1,0-1,0 1,1 0,-1 0,0-1,0 1,0 0,0 1,0-1,1 0,-1 0,0 1,0-1,0 1,1 0,-1-1,-1 2,-4 4,1-1,0 2,0-1,0 1,1 0,0 0,0 1,0-1,1 1,1 0,-1 0,1 0,1 1,-1-1,1 1,1 0,-7 24,1 0,1 0,3 0,0 1,2 0,2-1,1 1,1-1,2 1,2-1,0-1,3 1,0-1,2-1,2 0,6 11,-16-34,-1-1,2 1,-1-1,1 0,0 0,0-1,1 1,0-1,0 0,0-1,1 1,0-1,0 0,0-1,1 0,-1 0,1-1,0 0,0 0,0-1,1 0,-1 0,0-1,1 0,-1 0,1-1,-1 0,1-1,-1 0,7-1,-3-4,-1-1,1 0,-2 0,1-1,-1-1,0 0,-1 0,0-1,0 0,-1 0,0-1,-1 0,-1 0,1-1,-2 0,0 0,2-8,-9 26,0 1,0-1,1 0,0 1,0 0,0-1,1 1,0 0,0-1,1 1,0 0,0-1,0 1,1-1,0 1,0-1,1 0,0 0,0 0,0 0,1 0,-1-1,1 0,1 1,-1-1,1-1,2 2,19 6,-1-5</inkml:trace>
  <inkml:trace contextRef="#ctx0" brushRef="#br1" timeOffset="117726.648">30306 15142,'-16'-2,"-7"-3,-3-4,4 1</inkml:trace>
  <inkml:trace contextRef="#ctx0" brushRef="#br1" timeOffset="117903.011">29678 14888,'25'-7,"26"-4,28-1,20 3,15 1,-14 4</inkml:trace>
  <inkml:trace contextRef="#ctx0" brushRef="#br1" timeOffset="118164.361">30573 15142,'0'9,"-1"0,2 1,-1-1,1 0,1 0,0 0,0 0,0 0,1 0,1-1,-1 1,2-1,-1 0,1 0,0 0,1-1,-1 0,1 0,1 0,0-1,-1 0,2 0,-1-1,1 0,0 0,0 0,0-1,1-1,-1 1,1-1,2 0,-5-2,-1 0,1 0,-1-1,1 0,-1 0,1 0,-1-1,1 1,-1-1,1-1,-1 1,0-1,1 0,-1 0,0 0,0-1,-1 0,1 0,0 0,-1 0,0-1,0 0,0 0,0 0,-1 0,1 0,-1-1,0-1,8-11,-1-1,-2 0,0-1,0 0,-2 0,0-1,-1-2,29-89,-22 85</inkml:trace>
  <inkml:trace contextRef="#ctx0" brushRef="#br1" timeOffset="118530.896">31161 15249,'-1'6,"0"-2,-1 1,1-1,0 0,0 1,0-1,0 1,1-1,0 1,0-1,0 1,0-1,1 1,0-1,0 1,0-1,0 0,1 0,0 1,0-1,0 0,0 0,1-1,-1 1,1 0,0-1,0 0,0 0,0 0,5 3,-2-4,0 0,0-1,0 0,1 0,-1-1,1 0,-1 0,0 0,1-1,-1 0,0 0,1 0,-1-1,0 0,0 0,0-1,-1 0,1 0,0 0,-1 0,0-1,0 0,0 0,0-1,-1 1,0-1,0 0,0 0,0 0,-1-1,0 1,0-1,0 0,-1 0,0 0,0 0,0 0,-1-1,0 1,0 0,-1-1,1 1,-2 0,1-1,-1 1,1-1,-2 1,1 0,-1 0,0-2,0 4,-1-1,1 1,-1 0,0-1,1 1,-2 0,1 1,0-1,-1 1,0-1,0 1,0 0,0 1,0-1,-1 1,1-1,-1 1,1 1,-1-1,0 1,0-1,0 1,0 1,0-1,0 1,0 0,0 0,0 0,0 1,0 0,0 0,1 0,-1 0,0 1,0 0,-3 0,1 1,-1 0,0 0,1 1,0 0,0 0,0 1,0 0,1 0,-1 1,1-1,1 1,-1 1,1-1,0 1,1 0,0 0,0 0,0 1,1-1,-1 3,4-8,-1 0,0 1,1-1,0 1,0-1,0 0,0 1,0-1,0 1,1-1,-1 1,1-1,-1 0,1 1,0-1,0 0,0 0,0 0,1 1,-1-1,1 0,-1-1,1 1,-1 0,1 0,0-1,0 1,0-1,0 1,2 0,70 22,-34-19</inkml:trace>
  <inkml:trace contextRef="#ctx0" brushRef="#br1" timeOffset="118710.415">31496 14861,'-21'-11,"-10"-4,-6 0,0 6,6 8,8 10,8 7,11 5,11 5,9 3,1-2</inkml:trace>
  <inkml:trace contextRef="#ctx0" brushRef="#br1" timeOffset="118911.876">31496 15262,'4'16,"5"10,2 2,4 0,4-6,3-6,5-6,3-5,0-5,-5-6,-6 0</inkml:trace>
  <inkml:trace contextRef="#ctx0" brushRef="#br1" timeOffset="120054.315">24063 17161,'22'-267,"-21"251,1 3,0 0,-1 1,-1-1,0 0,0 0,-2 0,1 0,-2 1,0-1,0 1,-1-1,-1 1,0 0,0 1,-4-6,7 15,0 0,0 0,-1 1,1-1,0 1,0-1,-1 1,1 0,-1 0,1 0,-1 0,0 1,1-1,-1 0,0 1,1 0,-1 0,0 0,1 0,-1 0,0 1,1-1,-1 1,0-1,1 1,-1 0,1 0,-1 0,1 1,0-1,-1 0,1 1,0 0,0-1,0 1,0 0,0 0,0 0,1 0,-1 1,1-1,0 0,-1 1,1-1,0 1,0 1,1-3,-1 0,1 1,0-1,0 0,0 1,1-1,-1 0,0 0,0 1,1-1,-1 0,1 1,-1-1,1 0,-1 0,1 0,0 0,0 0,-1 1,1-1,0-1,0 1,0 0,0 0,0 0,0 0,0-1,1 1,-1 0,0-1,0 1,1-1,-1 0,0 1,0-1,1 0,-1 0,55 10,-11-10,0-1,1-2,-1-3,8-2,113-11,-163 18,1 0,-1 0,0 1,1 0,-1-1,0 1,1 0,-1 1,0-1,1 1,-1-1,0 1,1 0,-1 0,0 1,0-1,0 0,0 1,0 0,0 0,0 0,-1 0,1 0,-1 1,0-1,1 1,-1-1,0 1,0 0,-1 0,1 0,-1 0,1 0,-1 0,0 0,1 4,-2 2,0 1,-1 0,0-1,-1 1,0-1,0 1,-1-1,0 0,-4 8,-9 33,15-48,1 1,-1-1,1 0,-1 0,1 0,0 0,0 0,0 1,1-1,-1 0,0 0,1 0,-1 0,1 0,0 0,0 0,-1 0,1 0,1 0,-1 0,0-1,0 1,1 0,-1-1,1 1,-1-1,1 1,0-1,-1 0,1 0,0 0,0 0,0 0,0 0,1 0,78 8,-71-10,-1 0,1 0,-1-1,0 0,0-1,0 0,0 0,0-1,-1 0,0-1,1 0,-2 0,1 0,-1-1,1-1,-2 1,1-1,-1 0,0 0,0-1,-1 0,0 0,0 0,-1-1,0 1,-1-1,0 0,0 0,-1 0,1-9,-2 15,-1 1,0-1,0 0,0 1,0-1,0 0,0 1,-1-1,0 0,1 1,-1-1,0 1,0-1,0 1,-1-1,1 1,-1 0,1 0,-1-1,0 1,0 0,1 1,-2-1,1 0,0 0,0 1,0 0,-1-1,1 1,-1 0,1 0,-1 0,1 0,-1 1,1-1,-1 1,0-1,0 1,1 0,-1 0,0 0,1 1,-1-1,0 1,-4 4,1 0,-1 1,1-1,1 2,-1-1,1 1,0-1,1 1,-1 1,1-1,1 1,-1-1,1 1,1 0,-1 0,2 1,-1-1,1 0,0 1,1-1,0 6,-1-9,1 0,0 1,1-1,-1 1,1-1,0 1,0-1,1 0,0 0,0 1,0-1,0-1,1 1,0 0,0 0,0-1,1 0,-1 0,1 0,0 0,0 0,1-1,-1 0,1 0,-1 0,1 0,0-1,0 0,0 0,6 1,-1 0,0-1,1 0,-1-1,1 0,-1-1,1 0,0-1,1 0,42-7</inkml:trace>
  <inkml:trace contextRef="#ctx0" brushRef="#br1" timeOffset="121099.633">25293 16653,'-2'-1,"-11"-2,-1 1,1 0,-1 0,0 1,1 1,-1 1,0 0,1 0,-1 1,1 1,0 0,-1 1,2 1,-1 0,0 0,1 1,-11 8,20-12,1 0,0 1,0-1,-1 0,2 1,-1 0,0-1,0 1,1 0,0 0,0 0,-1 0,2 0,-1 0,0 0,0 0,1 0,0 0,0 1,0-1,0 0,0 0,1 0,-1 0,1 1,0-1,0 0,0 0,0 0,0-1,1 1,0 0,-1 0,1-1,0 1,0-1,13 14,0-1,2 0,-1-2,2 0,-1-1,16 8,-17-11,0 0,-1 1,0 1,-1 1,0 0,-1 0,0 2,-1-1,6 10,-17-22,0 0,0 0,0 0,0 0,0 0,0 0,0 0,0 1,-1-1,1 0,-1 0,1 1,-1-1,1 0,-1 1,1-1,-1 0,0 1,0-1,0 1,0-1,0 0,0 1,0-1,-1 1,1-1,0 0,-1 1,1-1,-1 0,1 1,-1-1,0 0,0 0,1 0,-1 0,0 0,0 0,0 0,0 0,0 0,0 0,-1 0,1 0,0 0,-1-1,0 0,0 0,1 0,-1 0,0 0,0 0,0 0,1-1,-1 1,0-1,1 1,-1-1,0 0,1 0,-1 1,1-1,-1 0,1 0,-1-1,1 1,0 0,0 0,-1-1,1 1,0 0,0-1,0 1,0-1,1 0,-1 1,0-1,1 0,-1 1,1-2,-12-63,15 38,2 0,1 0,1 0,1 0,1 1,2 0,12-21,-14 26,58-127,51-78,-95 191,-13 23,-8 24,-46 303,40-284,2 1,1 0,2-1,1 1,1-1,2 0,0 0,3 0,9 26,-16-52,1 1,0-1,0 1,0-1,0 0,1 0,0 0,0 0,0 0,0 0,1-1,-1 0,1 1,0-1,0-1,0 1,0-1,0 1,1-1,-1 0,1-1,-1 1,1-1,0 0,-1 0,1 0,0-1,0 0,0 0,0 0,-1 0,1-1,0 0,0 0,-1 0,1 0,0-1,-1 0,1 0,-1 0,3-2,8-9,-1 0,0-1,-2-1,1 0,-2 0,0-1,8-16,35-47,-54 80,0-1,0 1,0-1,0 1,0 0,0-1,1 1,-1-1,0 1,0-1,0 1,1-1,-1 1,0-1,1 1,-1-1,1 1,-1-1,0 1,1-1,-1 0,1 1,-1-1,1 0,-1 1,1-1,-1 0,1 0,0 1,-1-1,1 0,-1 0,1 0,0 0,-1 0,1 0,-1 0,1 0,0 0,-1 0,1 0,-1 0,1 0,-1-1,1 1,0 0,-1 0,1-1,-1 1,1 0,-1-1,1 1,-1-1,0 1,1 0,-1-1,1 1,-1-1,0 1,1-1,-1 1,0-1,0 1,1-1,-1 0,0 1,0-1,1 50,-10 74,9-122,0 1,1-1,-1 1,1-1,-1 1,1-1,-1 1,1-1,0 0,0 1,0-1,0 0,0 1,0-1,0 0,0 0,0 0,1 0,-1 0,0 0,1-1,-1 1,0 0,1-1,-1 1,1-1,-1 1,1-1,-1 0,1 1,0-1,-1 0,1 0,-1 0,2-1,56-13,-40 4,-1-1,0 0,-1-1,-1-1,1-1,-2 0,0-1,-1-1,3-5,-13 17,19-18,-23 22,1 0,-1 0,1-1,-1 1,1 0,-1 0,1 0,-1 0,1 1,-1-1,1 0,0 0,-1 0,1 0,-1 1,1-1,-1 0,1 0,-1 1,0-1,1 0,-1 1,1-1,-1 0,0 1,1-1,-1 1,0-1,1 1,-1-1,0 1,0-1,1 1,-1-1,0 1,0-1,0 1,0-1,0 1,0-1,0 1,0-1,0 1,0-1,0 1,0-1,0 1,0 0,0-1,0 1,-1-1,3 17,1-1,1 0,0 0,1-1,1 1,0-1,1 0,1-1,2 4,-6-12,1 0,-1 0,1 0,0-1,0 1,0-1,1-1,0 1,0-1,0 0,0 0,1-1,-1 1,1-1,0-1,0 0,0 0,0 0,1-1,-1 0,7 0,-5-1,0-1,0 0,0-1,-1 0,1 0,0-1,-1 0,1 0,-1-1,0-1,0 1,-1-1,1 0,-1-1,0 0,-1 0,1 0,-1-1,8-9,0 0,-1-1,-1-1,-1 0,-1-1,0 0,0-4,6-23,-2 0,-2-1,-3 0,-1-1,-2 0,-3 0,-2 0,-1-2,0 42,1-10,-1 0,-1 0,0 0,-1 0,-1 0,0 0,-2 1,0 0,-2-4,6 19,0 0,1 0,-1 0,0 1,0-1,0 0,-1 1,1-1,0 0,-1 1,1 0,-1-1,1 1,-1 0,1 0,-1 0,0 0,0 0,1 0,-1 0,0 1,0-1,0 1,0-1,0 1,0 0,0-1,0 1,0 0,0 1,0-1,0 0,0 0,0 1,0-1,0 1,0 0,0 0,1-1,-1 1,0 0,0 1,1-1,-1 0,1 0,-2 2,-10 9,0 2,1-1,1 1,0 1,1 0,0 0,2 1,-1 0,2 1,0 0,1 0,1 0,0 7,-1-7,2 0,0 0,1 0,1 0,1 0,0 0,1 1,1-1,0 0,1 0,2 0,-1 0,2 0,0 0,1-1,1 0,0 0,1-1,1 0,0 0,1-1,1-1,11 13,-12-16,1-1,0 1,0-2,1 1,1-2,-1 0,1 0,0-1,0 0,1-2,0 1,6 0,4-3</inkml:trace>
  <inkml:trace contextRef="#ctx0" brushRef="#br1" timeOffset="121348.361">25333 16425,'-13'0,"-8"0,3 0,11 3,18 0,23-1,29-2,28-3,26-4,23-1,17 2,-18 1</inkml:trace>
  <inkml:trace contextRef="#ctx0" brushRef="#br1" timeOffset="121619.693">27165 16599,'16'0,"16"0,17 0,13 0,11 0,3 0,-7 0,-9 2,-16 1</inkml:trace>
  <inkml:trace contextRef="#ctx0" brushRef="#br1" timeOffset="121816.167">27244 16786,'21'7,"20"2,17 0,16-4,12-3,8-4,-13-2</inkml:trace>
  <inkml:trace contextRef="#ctx0" brushRef="#br1" timeOffset="122300.87">28167 16653,'51'-186,"-47"241,-2 8,4 0,2-1,2 0,15 42,-23-94,-1-9,0 1,0-1,0 1,0 0,0-1,0 1,-1 0,1 0,-1-1,1 1,-1 0,0 0,1 0,-1-1,0 1,0 0,-1 0,1 0,0 0,0-1,-1 1,0 0,1 0,-1-1,0 1,1 0,-1-1,0 1,0 0,0-1,-1 0,1 1,0-1,-1 0,1 1,0-1,-1 0,1 0,-1 0,0 0,1-1,-1 1,-1 0,-136-6,282 4,94-4,-159 2</inkml:trace>
  <inkml:trace contextRef="#ctx0" brushRef="#br1" timeOffset="122594.252">29263 16880,'3'18,"2"16,3 8,3 6,-1 2,-3 1,-3-3,-11-3,-14-5,-4-9</inkml:trace>
  <inkml:trace contextRef="#ctx0" brushRef="#br1" timeOffset="122923.379">29731 16760,'0'18,"3"13,0 6,2 0,2-2,1-7,-2-6</inkml:trace>
  <inkml:trace contextRef="#ctx0" brushRef="#br1" timeOffset="123374.685">29611 16479,'72'23,"150"60,-214-79,1-1,-1 2,1-1,-1 1,0 0,-1 1,0 0,0 0,0 0,0 1,-1 0,0 0,-1 1,1 0,-2 0,1 0,-1 0,0 1,-1-1,0 1,0 0,-1 0,0 1,-1-1,0 0,0 9,-14 89,13-106,0 0,0 0,0 0,0 0,0 1,0-1,0 0,1 0,-1 0,0 0,1 0,-1 0,1 0,-1 0,1 0,0 0,-1 0,1 0,0 0,-1 0,1-1,0 1,0 0,0 0,0-1,0 1,0-1,0 1,0-1,0 1,0-1,0 0,0 1,0-1,0 0,0 0,1 0,-1 0,0 0,0 0,0 0,0 0,0 0,0-1,1 1,-1 0,0-1,0 1,0-1,51-26,-44 18,0 1,-1-1,0-1,0 1,-1-1,0-1,-1 1,0-1,-1 0,0 0,-1 0,0 0,0-1,-1 1,-1-1,0 1,-1-7,0 26,0-1,1 1,0 0,0-1,0 1,1 0,0-1,1 0,2 7,1-6,0-1,0 0,1 0,0 0,0 0,1-1,-1 0,2-1,-1 0,0 0,1-1,0 0,0 0,0-1,0 0,1-1,3 1,32 6</inkml:trace>
  <inkml:trace contextRef="#ctx0" brushRef="#br1" timeOffset="123740.705">30721 16719,'-11'-2,"0"-1,0 1,-1 1,1 0,0 0,-1 1,1 1,0 0,0 0,0 1,0 1,0 0,0 0,0 1,1 0,0 1,0 0,0 1,0 0,1 0,0 1,0 0,1 1,-5 6,11-12,0 0,1 0,-1 0,1 0,-1 0,1 1,0-1,0 0,0 1,0-1,1 1,-1-1,1 1,-1-1,1 1,0 0,0-1,0 1,0-1,0 1,1-1,-1 1,1-1,0 1,0-1,0 1,0-1,0 0,0 1,1-1,-1 0,1 0,-1 0,1 0,0 0,0-1,0 1,1 1,6 1,1 0,-1 0,1-1,0-1,-1 1,1-1,0-1,1 0,-1-1,0 0,0 0,0-1,0 0,0-1,0 0,0 0,-1-1,1-1,-1 0,0 0,2-2,-6 5,-1-1,0 0,0-1,0 1,0-1,-1 0,1 0,-1 0,0 0,1 0,-2-1,1 0,0 1,-1-1,1 0,-1 0,0-1,-1 1,1 0,-1-1,1 1,-1-1,-1 1,1-1,-1 1,1-1,-1 1,-1-1,1 0,-1 1,1-1,-3-3,2 6,0 1,0 0,0-1,-1 1,1 0,-1 0,1 0,0 0,-1 0,0 0,1 1,-1-1,0 1,1-1,-1 1,0-1,1 1,-1 0,0 0,0 0,1 0,-1 0,0 0,0 0,1 1,-1-1,0 0,0 1,1 0,-1-1,1 1,-1 0,1 0,-1 0,1 0,-1 0,1 0,0 0,-1 1,1-1,0 0,0 1,0-1,0 1,0-1,1 1,-1-1,0 1,1 0,-1 0,1-1,-1 1,1 0,0-1,0 1,0 0,0 0,0 0,0-1,0 2,1 3,0 0,0 0,0 0,1 0,-1-1,2 1,-1 0,0-1,1 1,0-1,1 0,-1 0,1 0,0 0,0-1,0 0,1 0,-1 0,1 0,0 0,0-1,0 0,1 0,-1-1,1 1,0-1,-1 0,1-1,5 1,33 12</inkml:trace>
  <inkml:trace contextRef="#ctx0" brushRef="#br1" timeOffset="124377.568">31175 16693,'-5'-1,"-1"0,1 1,-1-1,1 1,-1 0,1 1,-1-1,1 1,0 0,-1 1,1-1,0 1,-1 0,1 0,0 1,1-1,-1 1,0 0,1 0,0 1,-1 0,1-1,1 1,-1 1,1-1,-1 0,1 1,0 0,1-1,-1 1,1 0,0 1,0-1,1 0,-1 1,1-1,0 0,1 1,0-1,-1 3,2-4,0 1,0-1,0 0,0 0,0 0,1 0,0 0,0 0,0 0,0-1,0 1,1-1,0 1,0-1,0 0,0 0,0 0,0-1,1 1,-1-1,1 0,0 0,0 0,0 0,0 0,4 0,2 1,0 0,1-1,-1 0,1-1,0 0,-1-1,1 0,0 0,0-1,4-1,0-3,-1 0,0 0,0-2,0 1,-1-2,1 0,-2 0,1-1,-2-1,1 0,-1-1,-1 0,1-1,-2 0,0 0,0-1,-2 0,1 0,-2-1,1 0,-2 0,0-1,-1 0,0 1,-1-2,-1 0,17-84,-5 0,-5-1,-2-56,-14 20,-11 94,17 42,0 0,0 1,0-1,1 0,-1 1,0-1,0 0,0 1,0 0,0-1,0 1,0-1,0 1,0 0,-1 0,1-1,0 1,0 0,0 0,0 0,0 0,0 1,0-1,0 0,0 0,0 1,0-1,0 0,0 1,0-1,0 1,0 0,0-1,0 1,0 0,0-1,0 1,1 0,-1 0,-8 8,1 1,0 1,1-1,0 1,1 0,0 1,0-1,1 1,1 0,0 1,-1 11,-3 5,1 0,2 1,1-1,2 1,1 0,1 0,1 0,2 0,1 0,1 0,1-1,2 0,1 0,8 14,6 9,3 0,2-1,2-2,24 29,-53-76,0-1,-1 1,1-1,0 1,0-1,0 0,0 0,0 1,0-1,1 0,-1 0,0 0,1 0,-1 0,0 0,1-1,-1 1,1 0,-1-1,1 1,0-1,-1 1,1-1,-1 0,1 0,0 0,-1 0,1 0,0 0,-1 0,1 0,0-1,-1 1,1-1,-1 1,1-1,-1 0,1 1,-1-1,1 0,-1 0,0 0,168-157,-168 157,-1 0,1 0,-1 1,0-1,0 1,1-1,-1 0,0 1,1-1,-1 1,0-1,1 1,-1-1,1 1,-1-1,1 1,-1 0,1-1,-1 1,1-1,-1 1,1 0,0 0,-1-1,1 1,-1 0,1 0,0 0,-1 0,1 0,0 0,-1 0,1 0,0 0,-1 0,1 0,0 0,-1 0,1 1,-1-1,1 0,0 0,-1 1,1-1,-1 0,1 1,-1-1,1 0,-1 1,1-1,-1 1,1 0,-8 57,5-53,0 0,1 0,0 0,0 0,0 0,0 0,1 0,0 0,0 0,0 0,1 1,0-1,0 0,0 0,0 0,1 0,0-1,0 1,0 0,1-1,0 1,-1-1,4 3,44 14,-21-18</inkml:trace>
  <inkml:trace contextRef="#ctx0" brushRef="#br1" timeOffset="124628.529">32044 16559,'-16'-2,"-7"-1,0-3,4-1,2-5,6 0</inkml:trace>
  <inkml:trace contextRef="#ctx0" brushRef="#br1" timeOffset="124814.555">31496 16252,'16'-3,"16"0,17 1,16-1,13 2,6 0,-10 0</inkml:trace>
  <inkml:trace contextRef="#ctx0" brushRef="#br1" timeOffset="125023.995">32097 16693,'1'14,"1"0,1 0,0-1,0 1,1-1,1 0,1 0,0-1,0 1,1-1,4 5,-9-15,-1-1,1 1,-1 0,1-1,-1 1,1-1,0 0,0 0,0 1,0-1,0 0,0-1,0 1,0 0,0-1,0 1,0-1,1 1,-1-1,0 0,0 0,0 0,1 0,-1 0,0-1,0 1,0-1,0 1,1-1,-1 0,0 0,0 0,0 0,-1 0,1 0,0-1,0 1,-1-1,1 1,-1-1,1 1,-1-1,1 0,-1 0,0 0,0 0,0 0,7-13,0 1,-1-1,-1 0,-1 0,0-1,-1 0,1-7,26-75,-24 82</inkml:trace>
  <inkml:trace contextRef="#ctx0" brushRef="#br1" timeOffset="125302.761">32338 16867,'27'-1,"0"-1,0-2,-1-1,0 0,0-2,0-1,-1-1,20-11,-37 16,0 0,-1-1,1 0,-1 0,0 0,0-1,-1-1,0 1,0-1,2-2,-6 7,-1 0,1 0,-1-1,0 1,0 0,0-1,0 1,0-1,0 1,-1-1,1 1,-1-1,1 0,-1 1,0-1,0 1,0-1,-1 0,1 1,-1-1,1 1,-1-1,0 1,0-1,0 1,0 0,0-1,-1 1,1 0,-1 0,1 0,-1 0,0 0,0 0,0 0,-1 0,1 0,-1-1,1 1,-1 0,0 0,0 0,0 0,0 1,0-1,0 1,0 0,0-1,-1 2,1-1,0 0,-1 1,1-1,-1 1,1 0,0 0,-1 0,1 1,-1-1,1 1,0 0,-1 0,1 0,0 0,0 1,0-1,0 1,0 0,0 0,0 0,1 0,-1 0,-2 3,2 0,0 0,0 0,0 0,0 0,1 0,0 1,0-1,0 1,1-1,0 1,0 0,0 0,1 0,0-1,0 1,0 0,1 0,0 0,0-1,0 1,1 0,0-1,0 1,0-1,1 0,0 1,3 4,0 0,0-1,1 0,0 0,1-1,0 1,0-2,1 1,0-1,0-1,1 1,-1-2,3 1,6 2,1 0,0-2,1-1,-1 0,1-1,0-1,0-1,19-1,20-2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6:21.37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1066 321,'-9'-14,"0"1,-1 1,0 0,-1 0,0 1,-1 0,0 1,0 0,-2 1,1 0,-1 1,0 1,0 0,-1 1,0 1,0 0,-1 1,1 0,-9 0,-8 6,1 1,1 1,-1 2,1 1,0 2,0 0,1 2,0 2,-25 14,44-23,-26 11,0 1,2 1,-1 2,2 1,1 2,1 2,0 0,2 2,-4 6,17-5,1 0,2 0,0 2,2 0,1 0,1 1,2 0,0 0,3 1,0-1,2 1,1 3,0-22,-2 18,-8 83,5 0,5 21,1-111,1-1,1 0,1 0,1 0,1 0,1 0,0-1,2 0,1-1,0 1,2-2,0 1,1-2,1 1,0-2,2 0,4 4,10 0,0-1,1-2,1-1,1-1,0-1,1-3,1 0,0-2,0-2,1-1,0-1,0-2,0-2,26-1,-35-1,-1-1,0-1,0-1,0-2,0 0,0-1,-1-2,0 0,-1-2,0 0,0-2,-1 0,2-4,8-6,-1-2,-2-2,0 0,-2-2,-1-1,-1-1,-2-2,0 0,-3-1,-1-1,-1-1,-2 0,-1-2,6-25,-8 15,-1 0,-3 0,-1-1,-3 0,-2 0,-2 0,-2-1,-2 1,-2 0,-3 0,-9-32,6 39,-2 0,-2 1,-1 0,-3 1,-1 1,-1 1,-2 1,-2 1,-1 1,-2 1,-2 0,15 18,0 2,-1 0,0 0,-1 1,-1 2,1-1,-2 2,0 0,0 2,0 0,-10-2,-114-8,1 20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6:40.13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6:46.85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522 256,'-6'-4,"0"1,-1 0,1 0,-1 1,1-1,-1 2,0-1,0 1,0 0,1 0,-1 1,0 0,0 0,0 0,0 1,0 0,0 1,0 0,0 0,1 0,-1 1,1 0,0 0,-4 3,-15 14,2 1,0 0,2 2,0 1,1 1,0 3,1 1,1 0,1 1,1 1,2 0,2 1,0 3,3 0,2 0,2 1,1 0,1 0,3 0,0 1,3 0,-2 39,-1-45,-1 42,4-1,2 1,12 49,-5-72,2 1,2-2,2 0,3-1,1-1,3 0,11 14,-24-46,-1 0,2-1,0 0,0-1,2-1,-1 0,1-1,1 0,0-1,1-1,0-1,2 1,42 15,1-2,55 10,-54-14,-1-2,1-3,0-3,1-2,0-4,17-1,220 2,-50 2,0-12,78-17,-224 8,-1-5,-1-4,-1-5,-1-5,28-15,-76 29,-1-3,-1-2,-1-2,-1-2,-1-2,-2-2,-1-2,-2-2,-1-2,-2-2,5-10,-20 18,-2-2,-1 0,-1-2,-2 0,-2-1,-1 0,-2-2,-2 0,-1 0,-2-1,-2 0,-1-13,-4 19,-2 1,-2-1,-1 1,-1 0,-2 0,-2 0,-1 1,-1 0,-1 1,-2 0,-2 0,0 2,-19-26,16 27,-2 0,-2 2,0 0,-1 2,-2 0,0 2,-2 1,0 0,-1 3,-1 0,-1 2,0 1,-2 1,1 2,-17-4,-80-17,-2 6,-1 5,-10 5,32 4,-160-16,-2 12,1 12,-247 27,439-17,-1 3,1 4,1 3,0 4,1 2,2 4,-53 26,73-24,2 2,1 2,-34 28,67-44,1-1,0 2,1 0,1 1,0 1,1 0,1 1,1 0,1 1,1 1,-3 7,-5 29,2 0,2 2,3-1,3 2,2-1,2 49,4-76,1 1,1 0,2-1,1 1,1-1,2 0,1-1,2 0,4 7,18 26,2-2,3-1,3-2,2-2,3-1,14 10,-29-33,2-1,0-2,2-2,2 0,0-3,1-1,2-2,23 9,8-1,1-3,1-3,2-3,0-3,1-4,0-3,1-3,0-4,0-3,19-5,110-19,-2-9,7-11,-101 20,-94 20,207-38,-2-11,-2-9,133-59,-324 110,0-1,-1-2,-1 0,0-2,-1 0,0-2,-1-1,-1-1,-1-1,-1-1,0 0,-2-2,-1 0,0-2,-2 1,-1-2,4-10,-9 6,0-1,-3 1,0-2,-2 1,-1-1,-2 0,-1 0,-1 0,-2 1,-1-1,-1 0,-2 1,-1 0,-10-24,-1 4,-2 1,-2 1,-2 1,-2 1,-3 1,-1 1,-2 2,-17-15,20 26,-2 2,-1 2,-1 0,-1 2,-2 2,0 1,-2 2,0 2,-1 1,-1 2,0 2,-16-3,-144-27,-1 9,-1 9,-152 1,337 24,-89-10,1 5,-1 5,0 4,0 5,1 4,1 5,-9 7,27 4,1 4,2 4,1 4,-8 9,58-32,2 2,1 1,0 2,1 0,2 2,0 1,2 1,0 1,2 1,-9 17,-11 22,2 2,4 1,3 2,-19 60,43-103,0 1,2 0,2 0,0 0,2 1,2 0,0-1,2 1,2 0,0-1,2 0,1 0,9 25,0-18,2 0,2 0,0-2,3 0,1-2,1 0,2-2,1-1,1-1,2-1,1-1,1-2,28 16,1 2,2-3,1-2,3-4,0-2,2-3,2-3,20 2,29-7,1-5,0-6,0-4,106-11,-109 3,-24 2,1 1,1-4,-1-5,45-10,-23-10,-2-5,-2-4,-1-6,-2-4,68-43,-154 79,0-1,-1-1,-1-1,0-1,-1-1,-1-1,0 0,-1-2,-1 0,-1-1,-1-1,-1 0,8-15,-9-3,-2-1,-2 0,-1 0,-2-1,-2 0,-1 0,-3-1,-1 1,-5-33,5 39,-2 0,-1 0,-2 1,-1-1,-1 1,-2 1,-2-1,-1 2,-1-1,-2 2,-1 0,-2 1,-18-25,-15-2,-3 3,-2 2,-3 2,-1 3,-48-27,32 18,-2 3,-3 4,-2 4,-2 3,-1 4,-2 4,-2 3,0 5,-60-9,4 20,8 8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6:54.18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1063 223,'-1'-9,"0"0,0-1,-1 1,0 0,-1 0,0 0,0 1,-1-1,0 1,-1 0,1 0,-2 0,1 0,-1 1,0 0,-1 0,1 1,-1 0,-1 0,1 1,-1-1,0 2,-8-5,-9 2,0 0,0 2,0 1,-1 0,0 2,1 1,-1 2,0 0,0 1,1 2,-1 1,1 0,0 2,1 1,0 1,-4 3,-2 1,2 0,-1 2,2 1,0 2,1 0,1 2,1 0,0 2,2 1,1 0,0 2,2 0,1 2,-1 3,-3 7,2 1,1 0,2 1,2 1,2 1,0 5,9-27,0-1,1 2,1-1,1 0,0 0,2 1,0-1,2 0,0 0,0 0,2 0,1 0,0-1,6 10,6 2,1-1,2-1,1-1,1-1,1-1,1-1,2-1,0-1,1-2,1-1,1-1,1-1,2-1,-3 2,2-2,-1-1,2-2,0-1,0-2,1-1,0-1,1-2,-1-2,1-1,0-1,0-3,0 0,0-2,0-2,-1-1,1-2,-2-1,1-2,27-12,-35 10,-1-1,0-1,-2-1,1-1,-2 0,0-2,-2-1,0-1,-1 0,-1-2,-1 0,-1-1,-1 0,0-3,-1-3,-1-2,-1 0,-2 0,-1-1,-2-1,-1 1,-1-1,-2 0,-2 0,-1 0,-1 0,-2 0,-3-10,1 18,-1-1,-1 1,-1 0,-1 0,-1 1,-2 0,0 1,-2 0,0 1,-2 1,-1 0,0 1,-1 1,-2 1,0 0,-17-11,3 9,-1 2,-1 1,0 2,-1 2,-1 1,0 2,-1 1,0 2,0 2,0 2,-1 1,0 2,-34 4,36-1,1 1,0 1,0 2,0 2,1 2,0 1,1 1,0 2,1 2,0 1,12-4,0 0,0 2,1 0,1 2,1 0,0 1,1 1,1 1,1 0,1 1,1 1,0 0,2 1,-7 19,6 0,2 2,1-1,3 1,2 1,1-1,3 1,1-1,2 1,3-1,1 0,2 0,2 0,2-1,2 0,-9-18,2 0,0-1,2 0,1-1,0 1,2-2,0 0,2 0,0-1,2-1,0-1,1 0,1-1,0 0,10 5,1-8,1-2,0-1,1-1,0-1,0-2,1-1,0-2,0-1,1-1,-1-2,1-1,-1-2,1-1,-1-1,15-5,-10 2,-1-2,1-2,-1-1,-1-2,0-1,-1-2,-1-1,-1-1,0-2,-2-2,0 0,-2-2,0-2,-2 0,-1-1,-1-2,-2 0,-1-2,4-9,-13 18,-1 0,-2-1,0-1,-1 0,-1 0,-2 0,0 0,-2-1,-1 0,-1 0,-1 0,-1 0,-1 0,-2 1,0-1,-2 1,0 0,-2 0,-1 1,-1 0,-1 0,-1 1,-1 1,-1 0,-14-17,-1 7,-1 1,-1 1,-2 2,0 1,-2 1,-1 3,-1 0,-1 3,-1 1,0 2,-1 1,-1 2,-1 2,0 2,0 2,-21-1,42 6,0 1,0 1,0 1,0 1,0 0,0 2,0 0,0 2,1 0,0 1,0 1,0 1,1 1,0 0,0 2,1 0,1 1,0 1,1 0,-12 12,5 7,0 0,2 1,1 1,2 1,2 1,1 0,1 1,2 1,2 0,2 0,1 1,2 0,2 0,1 22,-2-15,3 0,2-1,1 1,3-1,1 0,2 0,3 0,1-1,17 38,-21-66,1 0,1 0,0-1,1 0,1-1,0 0,1-1,0 0,1-1,0-1,1 0,1-1,-1-1,2 0,-1-1,1-1,0 0,1-1,11 1,16 4,1-2,1-2,-1-3,1-1,0-2,0-3,-1-1,1-3,-1-1,0-3,44-14,-66 17,-1-1,0-1,0 0,-1-2,0-1,-1 0,0-2,-1 0,-1-1,0-1,-1-1,-1-1,0 0,-2-1,0-1,-1 0,-1-1,-1-1,-1 0,-1 0,6-18,-7 10,-2 0,0-1,-2 0,-2 0,0 0,-3 0,0 0,-2-1,-1 1,-1 1,-2-1,-1 0,-2 1,-1 1,-1 0,-1 0,-2 1,0 0,-7-6,-4 2,-1 1,-1 1,-2 1,-1 2,-1 0,-1 3,-1 0,-1 3,-1 0,-1 2,0 2,-2 2,0 1,-1 1,0 3,-12-1,29 5,0 2,0 0,0 2,0 0,0 2,-1 0,1 2,0 0,0 1,0 2,1 0,-18 7,-3 7,0 2,2 1,1 3,1 1,-12 11,-78 63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6:59.90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2719 508,'-2'-9,"0"1,-1-1,0 1,0 0,-1 0,0 0,0 0,-1 1,0 0,0 0,-1 0,0 0,0 1,-4-3,10 9,-23-25,0 1,-2 1,-1 1,0 1,-2 1,0 2,-1 1,-1 1,0 2,-18-6,-239-65,118 34,84 36,-1 4,-64 2,-10 16,-67 30,-153 49,141-7,199-64,1 3,0 1,1 2,1 1,1 2,1 2,1 1,2 2,-6 8,19-17,1 1,2 0,0 2,1 0,1 0,1 2,1 0,1 0,-5 21,7 4,1 1,3 0,2 18,2-44,-3 289,10-262,2 0,3-1,1 0,3 0,2-2,2 0,18 32,-23-47,2-1,1-1,1 0,2-1,1-1,2-1,0-1,2-1,1-1,1-2,21 15,-15-17,1-1,1-2,1-2,1-1,0-2,1-1,1-2,46 12,1-4,1-4,0-3,65-2,607-26,-716 15,-1-3,1-1,-1-2,-1-2,0-1,37-15,364-203,-411 216,0-2,-1-1,-1-1,-1-2,0-1,-1-1,-1-1,14-16,12-25,-2-3,-3-2,11-25,-48 76,0-1,-2-1,0 1,-1-2,0 1,-2-1,0 1,-1-2,-1 1,-1 0,-1-1,-1 1,0 0,-1-1,-1 1,-1 0,-2-4,-13-42,-3 1,-3 1,-32-59,35 82,-1 1,-3 1,-1 1,-1 1,-2 1,-2 2,-1 1,-34-26,-6 2,-3 4,-2 3,-77-36,46 26,69 35,-1 1,-1 2,-1 2,-1 2,0 2,-2 2,-9-1,-20 6,0 3,0 4,-1 2,-120-3,95-5,54 1,0 2,0 3,-1 1,1 2,0 2,0 3,0 1,-16 6,18 1,2 0,0 3,0 2,2 1,0 3,2 0,1 3,-5 6,-57 51,-116 109,188-159,2 1,1 2,2 0,1 1,2 1,2 1,2 1,1 2,-12 22,12-32,1 1,2 1,1 0,2 0,1 0,2 1,1 13,2-25,2 0,1 0,0 0,2 0,1 0,1 0,1 0,1-1,1 0,1-1,0 0,2 0,1-1,1 0,0-1,2-1,0 0,1-1,1-1,0 0,2-1,2 1,29 11,2-1,0-3,2-2,0-3,2-2,5-1,41 11,-12-4,-1 3,52 25,-68-19,2-3,2-3,0-3,8-2,30-3,1-5,0-6,49-5,-42-1,1 0,1-5,82-15,-125 3,0-5,38-16,1 0,-99 30,-1 0,1-1,-1-2,-1 0,1-1,-2-1,0 0,8-8,-1-1,0 0,-2-2,-1-1,-1-1,0 0,-2-2,-2 0,0-1,-2-1,0-1,-3 0,0-1,-2 0,-1-1,-2 0,-1-1,2-24,-6 14,-1 0,-2 0,-1 0,-3 0,-2 0,-1 1,-2 0,-3 0,0 1,-13-24,-14-10,-3 1,-3 2,-3 2,-14-11,1 1,-4 2,-27-22,66 75,0 1,-1 2,-1 0,-2 2,0 1,0 2,-2 1,-16-6,12 11,-1 1,-1 2,-34-3,-3-1,-40-3,-1 5,0 6,-85 8,111 1,-1 4,1 4,1 4,1 4,-54 21,-7 9,1 7,3 6,4 6,-46 35,134-73,4-5,2 3,1 2,1 2,-10 12,38-30,2 0,0 1,1 1,1 0,0 1,2 0,0 1,1 0,1 1,1 0,-5 19,4 4,1 1,2 0,2 0,3 1,1-1,2 0,7 37,3-33,2 0,3-1,1 0,3-1,2-2,1 0,3-1,1-2,2-1,18 17,-5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7:04.21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1164 216,'-17'-16,"-1"0,0 1,-1 0,-1 2,0 0,0 1,-2 1,1 2,-1 0,-1 1,-13-3,-6 5,0 1,0 2,0 2,-11 3,11-2,26 3,1 0,-1 2,1-1,0 2,0 0,0 0,1 2,0 0,1 0,0 1,0 1,0 0,2 1,-7 7,16-16,-8 7,1 1,1 1,-1-1,2 1,0 1,0 0,-3 9,-21 33,-39 56,60-91,1 2,1-1,0 1,2 0,0 1,2 0,0 0,1 0,2 0,0 0,1 0,2 8,1-17,1 0,1 0,0-1,0 1,1-1,1-1,0 1,1-1,0 0,0-1,1 0,1 0,0-1,0 0,6 3,21 24,-17-18,0-1,0-2,2 0,0-1,0-1,2-1,-1-1,1-1,1-1,0-1,0-1,1-2,-1 0,1-2,0 0,0-2,8-1,-9-1,0 0,0-1,0-2,-1-1,1 0,-1-2,0-1,4-2,-13 5,0 0,-1-1,1 0,-1-1,0-1,-1 0,0-1,0-1,-1 0,0 0,-1-1,0-1,-1 0,0 0,0-1,-2 0,0-1,0 0,-1 0,-1 0,3-11,0-32,-3 0,-2 0,-2-1,-5-32,3 72,-1 0,-1 0,-1 0,0 1,-1-1,-1 1,-1 0,0 0,-1 0,-1 1,-1 0,0 1,-1 0,0 0,-1 1,-1 1,0 0,-1 0,-1 1,1 1,-2 0,0 1,0 0,-1 2,-1-1,-39-10,-2 2,1 3,-2 3,-33-2,24 6,-1 3,0 3,-30 5,83-1,0 1,0 1,0 0,1 1,0 1,0 0,1 1,0 1,0 0,1 0,-4 6,-3-2,2 0,-1 2,2 0,0 1,1 1,1 1,0 0,1 0,1 2,1 0,1 0,1 1,0 0,2 1,0 0,2 1,1 4,2-1,1 1,1 0,1 0,2 0,0-1,2 1,1-1,1 0,1 0,2 0,0-1,12 21,-13-26,2-1,0 0,0-1,2 0,0-1,1-1,1 0,1 0,0-1,1-1,0-1,1 0,1-1,0-1,8 3,37 13,2-4,0-2,41 7,-75-23,0-1,0-2,1-1,-1-1,1-2,-1-1,0-1,0-2,0-1,-1-1,0-2,-1-1,7-5,-20 9,0-2,0-1,-1 0,-1 0,0-2,0 1,-1-2,0 0,-2-1,1 0,-2 0,0-1,3-5,15-32,-2-1,-2-1,5-23,-24 63,-1 0,0 0,0 0,-2-1,1 1,-2-1,0 1,-1-1,-1 0,0 1,-1-1,0 1,-1-1,-1 1,0 0,-1 0,-3-5,-3-7,-1 1,-1 1,-2 0,0 0,-2 2,0 0,-1 1,-2 1,0 0,0 2,-2 0,-1 2,0 0,0 2,-24-11,16 11,-1 1,0 2,-1 1,0 2,0 1,-1 2,0 1,0 1,0 2,0 1,0 2,0 2,0 1,1 1,-21 7,38-8,1 0,-1 0,1 1,0 1,1 1,-1 0,2 1,-1 0,1 1,1 1,-1 0,2 0,-4 5,4-2,0 1,1 0,1 0,0 1,1 1,1-1,1 1,0 0,1 1,1-1,0 1,1 0,1 0,1 2,-5 166,4-171,0-1,1 0,1 0,0 1,1-1,0 1,1-1,1 0,0 0,1 0,0-1,1 1,1-1,0 0,1 0,6 8,5 0,2-1,0-1,1-1,1-1,1-1,0-1,1-1,0-1,1-1,1-1,0-1,11 2,4-3,1-1,-1-2,1-2,0-1,0-3,0-1,0-2,-20 1,0 0,-1-2,1 0,-1-1,0-2,0 0,-1-1,0-1,0-1,-1 0,0-2,-1 0,0-1,-1-1,-1-1,0 0,-1-1,0-1,-2 0,0-1,0-8,-2-1,-1 0,-1 0,-1-1,-2 0,-1-1,-1 1,-1-1,-1 0,-2 0,-1 0,-3-15,3-1,1 32,1 1,-2-1,0 1,0-1,-1 1,0 0,-1 0,-1-1,0 2,-1-1,0 0,0 1,-2 0,1 1,-1-1,-1 1,0 0,-6-6,-12-4,0 2,-2 0,0 2,0 0,-2 3,1 0,-2 2,-7-1,-97-42,121 47,-1 1,0 0,-1 1,1 1,-1 0,0 1,0 1,0 0,-11 1,3 0,0 2,0 0,0 1,0 2,0 0,1 1,-1 2,1 0,1 2,0 0,0 2,1 0,0 1,1 2,-2 1,10-1,1 0,1 0,0 1,1 0,1 1,0 0,1 0,1 0,1 1,0 0,-1 11,-12 30,-5 10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7:09.59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24 1,'0'0,"0"1,1 0,-1-1,0 1,0 0,0-1,0 1,0 0,0-1,0 1,0-1,0 1,0 0,0-1,0 1,-1 0,1-1,0 1,0-1,-1 1,1-1,0 1,-1 0,1-1,0 1,-1-1,1 0,-1 1,1-1,-1 1,1-1,-1 0,1 1,-1-1,0 0,1 1,-1-1,1 0,-1 0,0 0,1 0,-1 0,0 1,1-1,-1 0,0 0,1-1,-1 1,1 0,-1 0,0 0,1 0,-1 0,1-1,-1 1,0 0,1-1,-1 1,1 0,-1-1,1 1,-1-1,13 13,1 0,1-1,0 0,0-2,1 1,0-2,4 2,-11-6,126 61,3-6,2-7,27 2,-81-26,366 116,325 116,-530-155,50 39,-236-114,176 77,24-3,-24-11,31 28,-97-31,-51-26,2-6,10-1,470 157,-100-11,-481-197,0 1,-1 2,1 0,-1 1,-1 0,0 2,-1 0,0 1,2 3,-13-10,1 0,0-1,0 0,0 0,1-1,0 0,-1 0,1-1,1 0,-1 0,0-1,1 0,2 0,-9-9,-4 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7:09.95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762 22,'-4'-1,"-6"-3,-1 0,0 1,1 0,-1 1,0 0,0 1,0 0,-5 1,15 0,0-1,1 1,-1 0,1 0,-1 1,0-1,1 0,-1 0,1 0,-1 0,1 0,-1 1,0-1,1 0,-1 0,1 1,-1-1,1 0,-1 1,1-1,0 1,-1-1,1 0,-1 1,1-1,0 1,-1-1,1 1,0 0,0-1,-1 1,1-1,0 1,0-1,0 1,0 0,0-1,0 1,0-1,0 1,0 0,0-1,0 1,0-1,0 1,0 0,1-1,-1 1,0-1,0 1,1-1,-1 1,0-1,1 1,22 27,177 121,-184-135,0 1,-1 0,0 1,-2 1,0 0,0 1,-2 0,0 1,-2 0,0 1,1 4,-8-21,-1 1,0-1,0 0,0 0,-1 0,1 1,-1-1,1 1,-1-1,0 0,0 1,-1-1,1 0,-1 1,0-1,0 0,0 0,0 0,0 1,-1-1,1 0,-1-1,0 1,0 0,0 0,0-1,0 1,-1-1,-1 1,-11 7,0-1,-1-1,0-1,-1 0,0-1,0-1,0 0,-1-1,-14 1,12-1,-241 39,-98-3,184-25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7:14.77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1,'103'34,"-48"-22,1-1,0-3,26-1,74 10,384 103,205-10,356 60,-887-125,139 50,662 174,-982-262,234 56,-2 10,2 15,-244-79,149 56,3-8,36 1,862 149,-104 20,102-11,-927-192,-1 7,121 44,-246-68,0-2,1 0,0-1,-1 0,1-2,0 0,18-1,-24 0,0 1,0 1,-1 0,1 1,-1 1,1 0,-1 0,-1 1,1 0,-1 1,0 1,9 8,31 17,-13-10,2-2,1-2,0-1,24 5,-18-9,-48-17,-11-8,-4-4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7:15.47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518 1,'3'10,"0"1,0-1,1 0,0 0,1 0,0 0,1-1,0 0,0 0,1 0,0-1,0 0,1-1,0 1,1-2,7 6,-2 1,244 211,-255-223,-1 1,0-1,0 1,0-1,0 1,0 0,-1 0,1 0,0 0,-1 0,0 0,1 0,-1 1,0-1,0 0,0 1,-1-1,1 1,0-1,-1 1,0-1,1 1,-1-1,0 1,0-1,-1 1,1 0,0-1,-1 1,0-1,1 0,-1 1,0-1,0 1,-1-1,1 0,0 0,-1 0,1 0,-1 0,0 0,0 0,0 0,1-1,-2 1,-66 34,-53 4,-69 6,-64 7,-10-2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7:27.83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80 1,'0'22,"0"22,-2 19,-3 15,-3 10,-5 3,-2 1,1-3,1-9,3-18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7:28.09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35 47,'-9'-2,"-3"1,3 4,5 3,10 3,13-1,13 0,11-5,9-7,6-8,2-3,-4-3,-7 1,-12 2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7:28.35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63,'0'-11,"14"-5,20 2,20 2,20 4,10 7,2 13,-13 5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7:28.59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1 395,'9'1,"1"0,-1-1,1-1,-1 0,0 0,1 0,-1-2,0 1,0-1,0 0,-1-1,1 0,-1 0,0-1,0 0,0 0,2-3,7-6,-1 0,0-2,-1 0,-1 0,0-1,10-18,23-59,-46 89,1 1,-1-1,1 0,-1 0,-1 1,1-1,-1 0,0 0,0 0,0 0,0 0,-1 1,0-1,0 0,-1 0,1 1,-1-1,0 1,0-1,-1-1,-1 4,1-1,-1 0,0 1,0 0,0 0,0 0,0 0,-1 1,1 0,0 0,-1 0,1 0,-1 0,1 1,-1 0,1 0,-1 0,1 1,-1 0,1 0,-1 0,1 0,0 0,0 1,-1 0,1 0,0 0,1 0,-1 1,0-1,0 2,-8 3,0 1,1 1,0 0,1 0,-1 1,2 1,-1 0,2 0,0 0,0 1,1 1,0-1,1 1,0 0,1 0,1 1,0 0,1-1,-1 9,4-15,0 0,0-1,1 1,0 0,0-1,0 1,1-1,0 1,0-1,1 0,-1 0,1 0,1 0,-1-1,1 1,0-1,0 0,1 0,0 0,-1-1,2 1,-1-1,0 0,1-1,0 1,0-1,0 0,0-1,0 0,0 0,1 0,0 0,60 13,-3-7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7:29.17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203 24,'-145'-23,"143"23,-1 0,1 0,0 0,-1 0,1 0,0 1,0-1,0 1,-1-1,1 1,0 0,0 0,0 0,0 0,0 1,0-1,0 0,1 1,-1-1,0 1,1 0,-1-1,1 1,0 0,0 0,-1 0,1 0,0 0,1 0,-1 0,0 1,1-1,-1 0,1 0,-1 1,1-1,0 0,0 0,0 1,1 0,18 94,104 174,-115-207,-8-63,0 1,-1 0,1 0,-1 0,0 0,0 0,1-1,-1 1,0 0,0-1,-1 1,1-1,0 1,0-1,-1 1,1-1,-1 0,1 0,-1 0,0 0,1 0,-1 0,0 0,0 0,1-1,-1 1,0-1,0 1,0-1,0 0,0 0,0 1,0-1,0 1,-1-1,1 1,0-1,0 0,0 0,-1 0,1 0,0-1,0 1,0-1,-1 1,1-1,0 0,0 0,0 1,0-1,0-1,0 1,1 0,-1 0,0-1,1 1,-1-1,1 0,-1 1,1-1,-1 0,1 0,0 0,0 0,0 0,0 0,1 0,-1 0,0 0,1 0,0 0,-1-1,1 1,0 0,0 0,0 0,0-1,1 1,-1 0,1 0,-1 0,1 0,0 0,-1-1,1 1,1 0,9-12,0 2,1-1,0 2,1-1,1 2,0 0,7-4,-3 1,284-199,-245 177,-56 35,1 1,-1-1,0 0,1 0,-1 1,0-1,1 1,-1-1,0 1,1-1,-1 1,0 0,0 0,0 0,1 0,-1 0,0 0,0 0,-1 0,1 0,0 0,0 0,0 1,-1-1,1 0,-1 1,1-1,-1 0,1 1,-1-1,0 0,0 1,0-1,0 1,0-1,0 1,0-1,0 0,0 1,-1-1,1 1,0-1,-1 0,1 1,-1-1,0 0,1 0,-1 1,0 6,-1 32,1-27,-1 0,2 0,0 0,0 0,1 0,1 0,0 0,1-1,1 1,1 2,-4-11,1-1,0-1,0 1,0 0,0 0,1-1,-1 1,1-1,0 0,-1 0,1 0,0 0,0 0,0-1,1 1,-1-1,0 0,0 0,1 0,2 1,19 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7:29.45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56 9,'-13'-4,"-5"0,1 3,10 10,15 8,18 10,4-1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7:29.95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0 627,'47'-213,"-40"179,-2-1,-1 1,-2-1,-1 0,-2 0,-1 1,-1-1,-3 1,-5-19,-12 3,36 60,1 0,0 0,0-2,1 0,0-1,1 0,-1-1,1-1,1 0,-1-1,6 0,17 6,-37-10,6 1,-1 0,1 1,0-1,-1 1,1 1,-1-1,0 1,0 1,0-1,0 1,-1 0,1 1,-1 0,0 0,-1 0,1 0,-1 1,0 0,0 0,-1 1,0-1,0 1,0 0,1 4,-1 13,-1 0,-1 0,-1 0,-1 0,-1 0,-4 19,-1 60,6-98,-1-1,1 1,0 0,1-1,-1 1,1 0,0-1,0 1,0-1,1 1,-1-1,1 1,0-1,0 0,1 0,-1 0,1 0,0-1,0 1,0-1,1 1,-1-1,1 0,0 0,-1-1,1 1,1-1,2 2,8-2,-1 0,0-1,0-1,0 0,1-1,-1 0,0-1,0-1,0 0,-1-1,1 0,-1-1,0-1,0 0,0-1,-1 0,0-1,3-3,2 1,-1-1,0-1,-1-1,-1 0,0-1,-1 0,0-1,-1-1,0 0,-2 0,0-1,-1-1,0 1,-2-1,0-1,-1 0,-1 0,-1 0,1-5,-4 21,-1 0,1 0,0 1,-1-1,1 0,-1 0,0 0,0 0,0 0,-1 0,1 0,-1 0,1 0,-1 0,0 0,0 0,-1 1,1-1,0 0,-1 1,0-1,1 1,-1-1,0 1,0 0,0 0,-1 0,1 0,0 0,-1 1,1-1,-1 1,0-1,1 1,-1 0,0 0,0 0,0 1,0-1,0 0,0 1,0 0,0 0,-2 0,-5 5,1 0,-1 1,1 0,0 0,1 1,-1 0,1 1,1 0,-1 0,1 1,1-1,0 1,0 1,1-1,0 1,0 0,-1 9,0-5,0 0,1 1,1-1,1 1,0 0,1 0,1 1,0 6,1-16,0 1,0 0,1 0,0-1,1 1,0-1,0 1,0-1,0 0,1 1,0-1,1 0,-1-1,1 1,0-1,1 0,-1 0,1 0,0 0,1 0,16 8,1-2,0-1,1-1,-1 0,2-2,-1-1,1-1,0-1,0-1,0-1,12-2,47 5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7:30.34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370 247,'-9'-21,"-2"1,-1 0,0 0,-1 1,-1 1,-1 0,-1 1,0 0,-1 2,-1 0,-1 1,-10-7,26 20,0-1,0 0,0 1,-1 0,1 0,0 0,-1 0,1 0,-1 1,1-1,-1 1,1 0,-1 0,1 0,-1 1,1-1,0 1,-1 0,1 0,0 0,-1 0,1 1,0-1,0 1,0 0,0 0,0 0,1 0,-1 0,0 1,1-1,0 1,0-1,-1 1,2 0,-1 0,0 1,-6 8,1 1,0 0,1 0,1 1,0-1,1 1,0 0,1 1,1-1,0 0,1 1,0-1,1 1,1 0,2 9,-2-19,-1-1,2 1,-1-1,0 1,1-1,0 0,0 0,0 0,1 0,-1 0,1 0,0-1,0 1,0-1,1 0,-1 0,1 0,-1 0,1 0,0-1,0 0,1 0,-1 0,0 0,0-1,1 0,-1 0,1 0,-1 0,1 0,1-1,6 0,-1-1,1 0,-1 0,1-1,-1-1,0 0,0-1,0 0,0 0,0-1,-1 0,0-1,0-1,-1 1,0-1,0-1,0 0,-1 0,0-1,-1 0,0 0,0 0,-1-1,0 0,-1-1,0 1,0-1,-1 0,-1 0,0 0,1-6,-4 15,1-1,0 1,-1-1,1 1,-1 0,1-1,-1 1,0-1,0 1,-1-1,1 1,0-1,-1 1,1-1,-1 1,0 0,0-1,0 1,0 0,0 0,0 0,-1-1,1 2,-1-1,0 0,1 0,-1 0,0 1,0-1,0 1,0-1,0 1,0 0,-1 0,1 0,0 0,0 0,-1 0,1 1,-1-1,1 1,-1 0,1 0,-1 0,1 0,-1 0,1 0,-1 0,1 1,0 0,-1-1,-1 2,-2 3,0 1,0 0,0 0,1 0,0 1,0 0,1 0,0 0,0 1,0-1,1 1,0 0,1 0,0 0,0 0,0 1,1-1,1 0,-1 1,1-1,1 0,0 1,1 5,0-6,0-2,1 1,0 0,0-1,1 1,0-1,0 0,0 0,1 0,-1-1,2 0,-1 0,0 0,1 0,0-1,0 0,0 0,3 0,11 7,1-2,0 0,0-2,1 0,11 1,78 12,-1-7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7:30.78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1 180,'0'-8,"1"1,0 0,0-1,1 1,0 0,0 0,1 0,0 0,0 0,0 0,1 1,0 0,0 0,1 0,0 0,0 1,0-1,1 1,0 0,0 1,0 0,0 0,1 0,-1 1,1 0,6-3,-2 2,0 0,0 1,1 0,-1 1,1 0,-1 0,1 1,0 1,0 0,-1 1,1 0,0 1,-1 0,1 0,-1 2,10 3,-10 0,0-1,-1 2,0 0,0 0,-1 1,0 0,0 0,-1 1,0 0,-1 0,0 1,-1 0,0 1,-1-1,0 1,-1 0,0 0,-1 1,0-1,-1 1,0-1,-1 1,-1 0,0-1,-1 1,0 0,-1-1,0 1,-1-1,0 1,-1-1,0 0,-1-1,-6 11,-11 17,-2-1,-2-1,-1-1,-2-2,-1-1,-1-1,-28 21,-2 6,12-1,49-56,0 0,0 0,1 0,-1 0,1 0,-1 0,1 0,0 0,0 0,0 0,0-1,0 1,0 0,0-1,0 1,1-1,-1 1,1-1,-1 1,1-1,0 0,-1 0,1 0,0 0,0 0,0 0,0-1,0 1,0 0,0-1,0 0,0 1,0-1,0 0,0 0,0 0,0 0,0-1,0 1,-1 0,60 7,1-2,-1-3,26-4,-68 2,57-2,0-3,66-13,-98 7,-13-1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7:31.06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1,'4'5,"16"5,22 4,27 2,26-2,25-4,19-3,13-3,-19-2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7:32.52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318 153,'3'-2,"1"0,-1 0,1 0,-1 0,1-1,-1 1,0-1,0 0,0 0,-1 0,1 0,-1-1,0 1,1-1,-2 1,1-1,0 0,-1 0,1 0,-1 0,0 0,-1 0,1-1,0 2,-1 1,1 0,-1-1,0 1,0-1,0 1,0 0,0-1,0 1,-1-1,1 1,-1 0,0-1,1 1,-1 0,0 0,0 0,-1 0,1-1,0 1,-1 1,1-1,-1 0,0 0,1 1,-1-1,0 1,0-1,0 1,0 0,0-1,-1 1,1 1,0-1,0 0,-1 0,1 1,-6-2,1 1,-1 0,1 0,-1 0,1 1,-1 1,1-1,-1 1,1 0,-1 1,-3 1,-4 3,0 0,1 2,0-1,0 2,1 0,0 0,1 1,0 1,0 0,1 1,0 0,1 0,1 1,0 1,1 0,0 0,1 0,1 1,0 0,1 0,-3 14,7-23,-1 0,1-1,0 1,1-1,0 1,-1 0,2 0,-1-1,1 1,0 0,0-1,0 1,1-1,0 1,0-1,0 0,1 0,0 0,0 0,0 0,0-1,1 1,0-1,3 3,4-1,1 1,0-2,0 1,1-2,0 0,0 0,0-1,0-1,0 0,1-1,-1 0,1-1,10-2,29 0,0-3,0-3,-1-1,0-3,-1-2,-1-2,0-3,33-17,-25 2,-56 32,-14 13,10-8,0 0,0 0,0 0,0 0,1 0,-1 0,1 0,0 0,0 1,0-1,0 0,1 1,-1-1,1 1,0-1,0 0,0 1,1-1,-1 1,1-1,-1 0,1 1,0-1,1 0,-1 1,0-1,1 0,0 0,0 0,0-1,0 1,0 0,0-1,3 2,6 3,0-1,1 0,-1-1,1 0,0-1,1 0,-1-1,1-1,0 0,-1 0,1-1,0-1,3 0,-16 0,125-8,-121 6,1 1,0 0,0-1,0 0,-1 0,1-1,-1 1,0-1,0 0,0 0,0 0,0-1,0 1,-1-1,0 0,0 0,0 0,0 0,-1-1,1 1,-1-1,0 0,0-1,0-1,-1-1,0 0,0 1,0-1,-1 0,0 0,-1 1,0-1,0 0,0 1,-1-1,0 1,-1-1,0 1,0 0,0 0,-1 0,0 1,-1-1,1 1,-1 0,0 0,0 1,-1-1,0 1,-1 0,-1-2,0 1,0-1,-1 2,0-1,0 1,-1 1,1 0,-1 0,0 1,0 0,0 1,-1 0,1 0,0 1,-1 0,1 1,-1 1,1-1,-3 2,6-1,0 1,0 0,0 0,0 1,0 0,0 0,0 1,1 0,0 0,0 0,0 1,0 0,1 0,-1 0,2 1,-1 0,0 0,1 0,0 0,1 1,-1-1,1 1,0 0,1 0,-1 4,2-7,1-1,0 1,0-1,0 1,1 0,-1-1,1 1,0-1,0 1,0-1,1 0,-1 1,1-1,-1 0,1 0,0 0,1 0,-1 0,0 0,1-1,1 2,28 23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7:32.79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95 0,'-14'19,"-1"23,3 23,6 19,7 16,2 8,2 3,-1-3,-2-7,-5-13,-4-14,-3-17,-2-18,1-19,0-19,2-10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7:33.24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0 223,'1'-17,"1"1,0 0,2-1,-1 2,2-1,0 0,1 1,1 0,0 0,8-13,-12 25,-1 0,0 1,1-1,0 0,0 1,-1-1,2 1,-1 0,0 0,0 0,1 1,-1-1,0 1,1-1,0 1,-1 0,1 1,0-1,-1 1,1-1,0 1,0 0,0 1,-1-1,1 1,0-1,-1 1,1 0,0 1,-1-1,1 0,-1 1,0 0,1 0,8 5,1 1,-1 0,-1 1,0 0,0 1,-1 0,0 1,-1 0,0 0,-1 1,0 0,-1 1,0 0,3 8,-9-18,0 0,1 0,-2 0,1 0,0 1,0-1,-1 0,0 1,0-1,0 0,0 1,0-1,-1 0,1 1,-1-1,0 0,0 0,0 1,-1-1,1 0,-1 0,1 0,-1-1,0 1,0 0,0-1,-1 1,1-1,-1 0,1 1,-1-1,0-1,1 1,-1 0,0-1,0 1,-1-1,-11 5,0-2,0 0,0 0,0-2,0 0,-1 0,1-2,-1 0,1 0,-1-2,1 0,-10-2,-11-14,36 17,-1 0,1 0,-1 1,1-1,-1 0,1 0,0 1,-1-1,1 0,0 0,0 0,-1 0,1 0,0 1,0-1,0 0,0 0,0 0,1 0,-1 0,0 0,0 1,0-1,1 0,-1 0,0 0,1 1,-1-1,1 0,-1 0,1 1,-1-1,1 0,0 1,-1-1,1 1,0-1,-1 1,1-1,0 1,0-1,0 1,95-47,-69 37,325-127,-341 132,-9 4,-1-1,1 1,-1 0,1-1,0 1,0 0,0 0,0 0,0 0,0 0,0 0,0 1,0-1,0 1,0 0,1-1,-1 1,0 0,0 0,0 0,1 1,-1-1,0 0,0 1,0-1,0 1,0 0,0 0,0 0,0 0,0 0,0 0,0 0,-1 1,1-1,0 1,-1-1,1 1,-1 0,0-1,1 3,10 103,-13-97,0 1,1-1,1 1,0-1,0 1,1-1,0 0,1 1,0-1,1 0,0-1,0 1,3 3,-5-10,1 0,-1 0,1 0,0-1,0 1,0-1,0 0,0 0,1 0,-1 0,1-1,-1 1,1-1,-1 0,1 0,0 0,0 0,-1-1,1 1,0-1,0 0,0 0,1-1,26-3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7:33.51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105 7,'-16'-3,"-12"0,-1 3,6 7,14 11,20 7,8 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7:34.55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445 371,'-52'-65,"27"32,-1 1,-1 1,-2 2,-23-19,48 44,0 0,0 0,-1 1,1-1,-1 1,0 0,0 0,0 1,-1 0,1 0,0 0,-1 0,1 1,-1 0,0 0,0 0,1 1,-1 0,0 0,1 0,-1 1,0 0,1 0,-1 0,0 1,1 0,0 0,-5 2,3 4,-1-1,2 1,-1 1,1-1,0 1,1 0,0 0,0 1,1 0,0-1,1 1,0 1,1-1,0 0,0 1,1-1,0 1,1-1,1 1,-1-1,2 2,-2-8,1 1,0-1,0 1,0-1,1 0,-1 1,1-1,0 0,0 0,1 0,-1 0,1-1,0 1,0-1,0 1,0-1,1 0,-1 0,1 0,0-1,0 0,0 1,0-1,0 0,0-1,1 1,-1-1,0 0,1 0,-1 0,5-1,4 1,0-1,0 0,0-1,0-1,0 0,0-1,-1 0,1-1,-1 0,0-1,0-1,0 0,-1 0,0-1,0-1,-1 1,0-2,0 0,-1 0,0 0,0-1,-1-1,-1 1,0-1,0-1,-1 1,0-1,-1 0,0-8,-16 30,7 1,-1 0,1 1,1-1,0 1,1 0,0 0,1 0,0 0,1 1,1-1,-1 0,2 0,0 0,0 0,1-1,1 1,0-1,0 1,1-1,-1-6,0-1,0 1,1-1,-1 0,1 0,0-1,0 0,0 0,0 0,1 0,-1-1,1 0,-1 0,1 0,0-1,0 0,0 0,0 0,0-1,0 0,0 0,0 0,0-1,0 0,0 0,-1-1,1 1,0-1,-1-1,1 1,-1-1,0 0,1 0,-1 0,-1-1,1 0,-1 0,1 0,-1 0,0-1,0 1,-1-1,2-3,10-17,-1 0,-1 0,-2-1,0-1,-2 0,3-15,-4 11,2 2,1-1,2 2,0-1,4-2,-15 27,-1 1,1-1,1 0,-1 1,0-1,1 1,0 0,0 0,0 0,0 0,0 0,1 1,-1-1,1 1,-1 0,1 0,0 1,0-1,0 1,0-1,0 1,0 1,1-1,-1 1,0-1,0 1,0 0,1 0,-1 1,0 0,0-1,0 1,2 1,5 6,0 0,0 1,-1 1,0 0,-1 0,0 1,0 0,-2 0,1 1,-1 0,-1 0,0 1,-1-1,0 1,-1 1,0-1,0 7,4 33,-2 0,-2 1,-2 0,-3-1,-3 1,-1-1,-3 1,-2-2,-7 17,12-46,-20 155,25-175,0 0,-1 0,1 0,0 0,1 0,-1 1,0-1,1 0,0 0,0 0,0 0,0 0,0 0,1-1,-1 1,1 0,0-1,-1 1,1-1,0 1,1-1,-1 0,0 0,1 0,-1 0,1 0,0-1,-1 1,1-1,0 0,0 0,0 0,0 0,3 1,-1-2,-1 0,1 0,0-1,0 1,-1-1,1 0,0 0,-1 0,1-1,-1 0,0 0,1 0,-1 0,0-1,0 1,0-1,-1 0,1 0,-1 0,0-1,1 0,-1 1,-1-1,1 0,-1 0,1 0,-1-1,1-1,1-4,-1 0,0 0,0 0,-1 0,0 0,0 0,-1 0,-1-1,0 1,0-1,-1 1,-2-9,-5-6,-1-1,-2 2,0-1,-2 1,0 1,-2 0,0 1,-2 1,0 0,-1 1,-1 1,-1 1,-1 1,0 1,-2 0,-17-8,-131-69,168 92,-27-18,30 18,0 1,-1-1,1 1,0 0,-1-1,1 1,0-1,-1 1,1-1,0 0,0 1,0-1,0 1,-1-1,1 1,0-1,0 0,0 1,0-1,0 1,0-1,0 1,1-1,-1 0,0 1,0-1,0 1,1-1,-1 1,0-1,0 1,1-1,-1 1,1-1,-1 1,0 0,1-1,-1 1,1-1,-1 1,1 0,-1 0,1-1,-1 1,1 0,-1 0,1-1,-1 1,1 0,-1 0,1 0,0 0,-1 0,1 0,-1 0,22-7,1 1,-1 0,1 2,-1 1,1 1,3 0,1 0,95-8,-1 6,30 6,-138-2,-1 0,-1 0,1 1,-1 0,1 1,-1 0,1 1,-1 0,0 0,0 1,-1 1,1 0,-1 1,-8-4,0 1,-1-1,1 1,-1-1,1 1,-1 0,0 0,0 0,0 0,0-1,-1 1,1 0,-1 1,0-1,0 0,0 0,0 0,-1 0,1 0,-1 0,1 0,-1 0,0-1,0 1,-1 0,1 0,-1-1,1 1,-1-1,0 1,0-1,0 1,0-1,0 0,-18 41,19-41,1 0,0 0,0 0,0 0,0 0,0 0,0 0,0-1,1 1,-1 0,1 0,-1 0,1 0,0-1,0 1,0 0,0-1,0 1,0-1,0 1,0-1,1 1,-1-1,0 0,1 0,0 1,-1-1,1 0,-1 0,1-1,0 1,0 0,0 0,63 12,-53-13,1 0,-1 0,0-1,0-1,1 0,-1-1,0 0,-1-1,10-4,-17 7,-1-1,1 0,0 0,-1 0,1 0,-1 0,1-1,-1 0,0 1,0-1,-1 0,1-1,0 1,-1 0,0-1,0 1,0-1,0 0,-1 0,1 1,-1-1,0 0,0 0,0-1,-1 1,1 0,-1 0,0 0,0 0,-1-4,-3-3,0 0,0 1,-1-1,0 1,-1 0,0 1,-1-1,0 1,0 0,-1 1,0 0,-1 0,0 1,0 0,0 0,-1 1,0 0,-10-3,15 5,0 1,1 1,-1-1,0 1,-1 0,1 0,0 0,0 1,-1 0,1 0,-1 0,1 1,-1-1,1 2,-1-1,0 0,1 1,0 0,-1 0,1 1,-1 0,1-1,0 2,0-1,0 1,1-1,-1 1,0 1,1-1,0 1,0-1,0 1,0 1,-1 0,2 1,-1 1,1-1,0 1,1 0,0-1,0 1,0 0,1 1,0-1,0 0,1 0,0 0,0 0,0 1,1-1,0 0,1 0,0 0,0 0,0 0,1-1,0 1,0-1,1 1,-1-1,1 0,1-1,-1 1,1-1,0 0,0 0,1 0,0 0,-1-1,1 0,1-1,-1 1,1-1,1 1,36 8,-3-6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7:34.85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373 71,'-12'-8,"0"-1,0 2,-1-1,-1 2,1 0,-1 0,0 1,0 1,0 1,-1 0,1 0,-1 2,0-1,0 2,1 0,-1 1,0 1,-3 0,13 0,0-1,-1 1,1 0,0 0,0 0,0 1,0-1,0 1,0 1,1-1,-1 1,1-1,0 1,0 0,1 1,-1-1,1 1,0-1,0 1,1 0,-1 0,1 1,0-1,0 0,1 1,0-1,0 1,0-1,0 1,1-1,0 1,3 24,2-1,1 0,1-1,1 1,2-1,1-1,1 0,1 0,8 9,-20-33,0 0,20 41,2-1,1-1,3 0,1-3,27 30,-41-56,-1-2,2 0,0 0,0-1,1-1,0-1,0 0,1-1,0-1,0 0,1-2,4 1,42 8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7:35.07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0,'0'14,"0"13,0 14,0 9,0 5,0 0,0-5,0-6,0-14,0-10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7:35.78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1 300,'20'5,"100"28,-1 5,32 19,-137-52,1 0,-1 1,-1 1,1 0,-1 1,0 0,-1 1,0 1,0-1,-1 2,-1 0,1 0,-2 1,0 0,0 1,-1 0,0 0,-2 0,1 1,-2 1,0-1,3 11,-8-7,0 0,-1 1,-1-1,0 0,-1 0,-1 0,-1 0,-3 4,6-14,1-6,0-1,0 1,0 0,0 0,0-1,1 1,-1 0,1 0,-1 0,1 0,0 0,-1-1,1 1,0 0,0 0,0 0,1 0,-1 0,0 0,1 0,-1 0,1-1,0 1,0 0,-1 0,1-1,0 1,0 0,1-1,-1 1,0-1,1 0,-1 1,0-1,1 0,-1 0,1 0,0 0,-1 0,1 0,0 0,0 0,9-1,0 0,0-1,0 0,-1-1,1 0,0-1,-1 0,0-1,0 0,0 0,0-1,-1 0,1-1,-1 0,-1 0,6-6,98-89,-111 101,0 0,0 0,0 0,0 0,0 0,0 0,0 0,0 0,0 0,0 0,0 1,0-1,0 0,0 1,0-1,0 1,0-1,-1 1,1-1,0 1,0-1,0 1,-1 0,1 0,0-1,-1 1,1 0,0 0,-1 0,1 0,-1 0,1 0,-1 0,0 0,0 0,1 0,-1 0,0 0,0 0,0 0,0 0,0 0,0 0,0 0,0 0,0 0,-1 0,1 0,0 0,-1 0,1 0,-1 0,1 0,-1 0,1 8,1-2,-1-1,1 1,1-1,-1 1,1-1,0 1,1-1,-1 0,1 0,0 0,1 0,0-1,0 1,0-1,0 0,1 0,0 0,0-1,0 0,0 0,1 0,-1-1,1 1,0-1,0-1,1 1,-1-1,0 0,1-1,-1 1,1-1,0 0,-1-1,1 0,0 0,-1 0,6-2,-3 1,0-1,0-1,0 1,-1-1,1-1,-1 0,0 0,0 0,0-1,-1 0,0-1,0 0,0 0,-1 0,1-1,-1 0,-1 0,0 0,0-1,0 0,1-3,5-13,-1 0,-1 0,-1-1,-1 0,-2-1,3-24,6-98,-7-1,-11-123,3 237,0 2,1 32,0 1,0 0,0 0,-1 0,1 0,0 0,0 0,-1 0,1 0,0 0,0-1,0 1,-1 0,1 0,0 0,0 0,-1 0,1 0,0 0,0 0,-8 28,-74 330,74-306,2 0,2 0,2 0,3 0,2 1,3 0,-4-33,1-1,0 1,2-1,0 0,2 0,0-1,0 0,2 0,1 0,0-2,1 1,0-1,1-1,1 0,1 0,0-1,1-1,5 3,-14-12,-1-1,1 0,0 0,0-1,0 1,0-1,1-1,-1 1,0-1,1 0,-1 0,3-1,21-4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7:36.03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18,'16'-4,"28"-2,34 0,31 4,24 6,-11 3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7:37.23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0 598,'17'-18,"-1"0,-1-1,-1 0,-1-1,-1-1,0 0,-1-1,-2 0,0 0,-2-1,0 0,-1-1,-2 1,0-1,-2 0,0 0,-2 0,0 0,-4-18,4 30,-1 0,0 0,-1 0,0 0,-1 0,0 0,-1 1,0-1,-5-8,-2 7,11 23,8-1,1-1,0 0,1 0,0-1,0 0,1-1,0 0,0-1,0 0,1-1,6 2,0 1,50 18,-34-14,-1 2,-1 1,0 1,-1 2,0 1,-1 2,-25-17,-1 1,1 0,-1 0,0 0,0 0,0 1,0-1,-1 1,0 0,0 0,0 1,-1-1,1 0,-1 1,-1 0,1-1,-1 1,0 0,0 0,0 0,-1-1,0 1,-1 0,1 0,-2 6,-38 107,40-117,0 0,-1 0,1-1,0 1,0 0,0 0,0 0,1 0,-1-1,0 1,1 0,-1 0,1-1,0 1,0 0,-1-1,1 1,0 0,1-1,-1 1,0-1,0 0,0 1,1-1,-1 0,1 0,-1 0,1 0,-1 0,1 0,0 0,-1-1,1 1,0 0,0-1,-1 0,2 1,77 7,-70-8,37 0,0-2,-1-2,1-2,-1-1,0-3,-1-2,-1-2,40-18,-74 29,-1-1,1-1,-1 0,1 0,-1-1,-1 0,1-1,-1 0,0 0,-1-1,0 1,0-2,0 1,-1-1,-1 0,1 0,-1-1,-1 0,-3 7,0 1,-1 0,1-1,-1 1,0-1,0 1,0 0,0-1,0 1,-1-1,1 1,-1 0,1-1,-1 1,0 0,0-1,0 1,0 0,0 0,-1 0,1 0,-1 0,1 0,-1 1,0-1,1 0,-1 1,0-1,0 1,0 0,0-1,-1 1,1 0,0 0,0 1,-1-1,1 0,0 1,-1-1,1 1,-7-2,-1 1,1 0,0 1,-1-1,1 2,0-1,-1 1,1 1,-9 2,6 0,1 0,0 1,0 1,0 0,1 0,-1 1,1 0,1 1,0 0,0 0,-2 4,7-8,0 0,0 1,1-1,-1 1,1 0,0 0,1 0,-1 0,1 1,0-1,0 1,1-1,0 1,0 0,0 0,1-1,-1 1,1 0,1 0,-1 0,1-1,0 1,0 0,2 3,1-3,0 0,0 0,1-1,-1 1,1-1,1 0,-1-1,1 1,-1-1,1 0,1 0,-1-1,0 0,1 0,0 0,-1-1,1 0,0 0,0-1,0 0,1 0,-1-1,0 0,0 0,0 0,0-1,0 0,0-1,0 1,0-1,0-1,0 1,-1-1,1-1,-1 1,0-1,0 0,0 0,-1-1,3-2,0-2,-1 1,0-1,-1 0,0 0,-1 0,1-1,-2 0,1 0,-2 0,1-1,-1 1,0-6,1 3,5 31,-9-5,1-1,0 0,1 0,0 0,1-1,0 1,1 0,0-1,1 0,1 0,-1 0,2-1,-1 0,1 0,1 0,0-1,0 0,1-1,8 7,-15-14,0 0,0-1,0 1,1 0,-1-1,0 1,0-1,1 0,-1 1,0-1,1-1,-1 1,0 0,0 0,1-1,-1 1,0-1,0 0,0 0,0 0,1 0,-1 0,-1 0,1 0,0-1,0 1,0-1,-1 1,1-1,-1 0,1 1,-1-1,1-1,37-72,-38 72,31-79,-8 17,2 2,3 1,18-25,6 25,-51 60,0 1,0 0,0-1,0 1,1 0,-1 0,0 0,1 0,-1 1,0-1,1 0,-1 1,1 0,-1 0,1 0,-1 0,1 0,-1 0,1 0,-1 1,0-1,1 1,-1 0,0 0,1 0,-1 0,0 0,0 0,0 1,0-1,1 1,9 9,-1 1,0 1,-1 0,0 0,0 1,-2 0,0 0,0 1,-2 0,4 10,-3-2,-1 2,-1-1,0 1,-2 0,-1 0,-1 0,-2 13,2 29,-1-63,0-1,0 1,0-1,0 1,1-1,-1 1,1-1,0 1,0-1,0 0,1 1,-1-1,1 0,-1 0,1 0,0 0,0 0,1-1,-1 1,1 0,-1-1,1 0,0 0,0 0,0 0,0 0,0 0,0-1,0 1,1-1,-1 0,0 0,1 0,-1-1,1 1,19 0,1-1,-1 0,0-2,0-1,0 0,-1-2,1-1,-1-1,0 0,0-2,-1 0,-1-2,1 0,15-13,-21 15,-1-1,-1-1,0 0,-1-1,0 0,0-1,-2 0,1 0,-2-2,0 1,0-1,-2 0,0-1,0 0,-2 0,0 0,-1-1,0 0,-1 1,-1-6,-1 19,0-1,0 1,-1-1,1 0,-1 1,0-1,0 1,0-1,-1 0,1 1,-1-1,0 1,0-1,0 1,0-1,-1 1,1 0,-1-1,0 1,0 0,0 0,0 0,0 1,-1-1,0 0,1 1,-1 0,0-1,0 1,0 1,0-1,-1 0,1 1,0-1,-1 1,1 0,-1 0,1 0,-1 1,-4 2,-1 1,1 1,0-1,0 1,0 1,0-1,1 1,0 1,0-1,0 1,1 1,0-1,0 1,1 0,-1 0,2 1,-1-1,1 1,0 0,0 0,-1 8,1-5,1 0,0 0,1 0,0 1,1-1,0 0,1 1,0-1,1 1,0-1,1 0,0 1,1-1,0 0,1 0,0-1,1 1,0-1,0 0,1 0,1-1,-1 1,2-1,-1-1,1 0,0 0,1 0,5 3,19 10,0-1,1-2,1-1,1-2,0-1,1-2,0-1,1-3,0 0,0-3,19 0,29 3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7:37.62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291 60,'-21'-9,"2"0,0 1,-1 1,0 0,0 2,0 0,-1 1,-10 0,27 4,0 0,0 0,0 1,0 0,1-1,-1 1,0 1,1-1,-1 0,1 1,-1 0,1 0,0 0,0 0,-1 0,2 1,-1-1,0 1,0 0,1 0,0 0,-1 0,1 0,0 1,1-1,-1 0,1 1,-1 0,1-1,0 1,0 0,1 0,-1-1,1 4,-2-2,0-1,1 1,0-1,0 1,0 0,0-1,1 1,0 0,0 0,0 0,0-1,1 1,0 0,0-1,0 1,1 0,-1-1,1 1,0-1,0 0,1 0,-1 0,1 0,0 0,0 0,0-1,1 0,-1 1,1-1,0 0,0-1,0 1,1 0,6 0,-1-1,1-1,-1 1,1-2,0 1,-1-1,1-1,-1 0,1-1,0 0,-1 0,0-1,0 0,0-1,0 0,0-1,-1 0,0-1,0 1,0-2,-1 1,0-1,0-1,-1 1,1-1,-2-1,1 1,-1-1,-1 0,1 0,-2-1,1 0,-1 0,-3 8,0 0,-1-1,1 1,0 0,-1 0,1 0,-1-1,0 1,0 0,0-1,0 1,0 0,-1-1,1 1,0 0,-1 0,0 0,0-1,1 1,-1 0,-1 0,1 0,0 0,0 0,-1 0,1 1,-1-1,1 0,-1 1,0-1,0 1,0 0,0-1,0 1,0 0,0 0,0 0,0 1,0-1,-1 0,1 1,0 0,0-1,-1 1,1 0,0 0,-2 0,0 2,1 0,0 0,0 0,0 0,0 1,0-1,0 1,1 0,-1 0,1 0,0 0,0 0,0 0,0 1,0-1,1 0,0 1,0 0,0-1,0 1,0 0,1-1,-1 1,1 0,0 0,0 0,0-1,1 1,0 0,-1-1,1 1,0 0,1-1,-1 1,1-1,0 1,-1-1,1 0,1 0,0 1,9 10,1-1,0-1,1 0,0-1,1 0,0-2,1 1,0-2,0 0,1-1,0-1,1 0,14 2,41 12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7:37.97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48 0,'-12'37,"2"0,2 0,1 1,2 0,2 0,1 0,2 1,4 32,-1-58,-1-1,2 0,-1 1,2-1,0-1,0 1,1-1,0 0,1 0,0 0,1-1,0 0,1-1,0 0,1 0,-1-1,1 0,1-1,0 0,0 0,0-2,1 1,-1-1,1-1,1 0,1 0,13 2,1-1,0-1,0-1,0-2,0 0,0-2,0-2,10-2,13-4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7:38.23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1,'14'0,"17"0,20 0,18 2,12 1,8 0,1-1,-8 0,-16-3,-19-2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7:38.50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15,'23'-3,"18"0,17 0,11 1,9 0,1 1,-6 0,-12 1,-17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7:38.77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4,'30'-3,"29"3,31 2,25 4,19 5,11 1,-2-2,-25-2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7:49.79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27,'2'0,"1"-2,2-1,2 0,3-2,2-2,-2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7:54.08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14,'27'-1,"65"15,176 1,-152-7,94-2,-132-7,333 1,-254 13,-5-21,59-8,-163 7,134-13,230 23,-243-14,0 21,-60 15,165 26,-109 7,-18 11,13 3,-36 11,-97-58,-1 2,-1 0,-1 2,-1 1,4 4,103 136,-37-56,5 17,-14-40,147 139,-114-130,72 40,-7-47,-30-21,112 9,-83-48,-88-21,1-3,67-6,-124-1,523-1,-230-12,102 27,178-28,-317 10,194-31,-487 35,134-16,87 3,-220 14,1-1,-1 1,0-1,1 0,-1 1,1-1,-1 0,1 0,-1 0,0 0,1 0,-1-1,1 1,-1 0,0-1,1 1,-1-1,0 1,1-1,-1 0,0 1,0-1,1 0,-1 0,0 0,0 0,0 0,0 0,0 0,0 0,-1 0,1-1,0 1,-1 0,1 0,0-1,-1 1,0 0,1-1,-1 1,0-1,0 1,1-1,-1 1,0 0,-1-1,1 0,-4-20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8:00.48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206 82,'-18'-6,"0"1,-1 0,0 1,0 2,0 0,-1 0,1 2,-5 1,-7 12,55 0,25-4,0-2,0-3,25-1,-58-2,519 1,-54-16,-216 29,-8-15,-30 26,-116-23,0 6,8 5,21 7,100-1,-153-14,-1 5,0 3,0 3,-2 5,-11-4,-2 3,-1 4,0 2,47 28,-79-31,-2 2,-1 1,-1 1,-1 2,5 8,104 97,-92-82,2-1,2-3,35 22,127 89,-191-139,0-1,1-2,1 0,1-2,0-1,1-1,1-2,0-1,0-1,3-1,206 25,97-32,1503-2,-1191-14,109 1,-506 14,-250-1,1 0,-1 0,0 0,1 0,-1 0,0 0,0 0,1 1,-1-1,0 0,0 1,1-1,-1 1,0 0,0-1,0 1,0 0,0 0,0-1,0 1,0 0,0 0,0 0,-1 0,1 0,0 1,-1-1,1 0,0 0,-1 0,0 0,1 1,-1-1,0 0,1 1,-1-1,0 0,0 0,0 1,0-1,0 0,-1 1,1-1,0 0,-1 0,1 1,0-1,-1 0,0 0,1 0,-1 0,0 1,1-1,-1 0,0 0,0 0,0-1,0 1,0 0,-1 0,-7 7,0-2,-1 1,0-1,-1-1,1 0,-1 0,0-1,0 0,-1-1,-1 0,-31 6,1-2,-1-2,0-1,0-3,-39-3,-86 3,-123 25,-26-19,-87-1,196 7,-142-14,-8-38,214 39,85 1,1-2,-58-8,-73-23,-43 27,94-11,89 12,-1-2,1-3,0-1,-11-6,-221-62,259 73,0-1,1-1,0 0,0-2,-10-6,-233-127,245 132,1 0,-1-2,2 0,0-1,0-1,2-1,0 0,0-1,1-1,1-1,-121-158,109 148,-1 1,-2 1,0 2,-2 0,0 3,-1 0,-9-2,-191-142,209 150,-1 0,0 2,-1 0,0 2,-1 1,0 1,-1 1,-11-1,-85-23,83 20,-1 1,1 3,-2 1,-40-2,15 9,20 0,1-1,-1-3,-28-6,-229-50,237 52,0-3,-44-14,74 16,0 2,0 1,0 2,-1 2,1 1,-9 3,245-2,-40-5,157-25,-375 48,-347 39,501-57,452-13,-519-5,-2 7,0 2,1 1,0 2,0 0,0 2,1 0,-1 2,22 2,221 25,-260-23,-9-5,-5-1,23 1,62 44,-51-26,-8-5,0 1,-1 1,-1 1,0 1,-1 0,0 1,-2 1,8 9,11 19,3-1,1-2,5 1,113 85,-108-86,98 69,69 22,-26 35,-187-163,42 26,-43-45,-9 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8:00.90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0,'47'23,"-1"2,-1 2,6 7,3 0,74 48,-3 6,104 95,-34-9,-181-155,-22-22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8:01.22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3 1,'-1'2,"1"1,-1-1,1 0,0 1,-1-1,1 1,0-1,1 0,-1 1,0-1,1 1,-1-1,1 0,0 1,0-1,0 0,0 0,0 0,1 1,-1 1,9 16,0 1,2-2,0 0,1 0,1-1,1-1,0 0,1-1,13 10,173 119,-146-108,96 71,-153-108,1 0,0 0,0 0,0-1,-1 1,1 0,0 0,0 0,0-1,0 1,-1 0,1 0,0 0,0-1,0 1,0 0,0 0,0-1,0 1,0 0,0 0,0-1,0 1,0 0,0 0,0-1,0 1,0 0,0 0,0-1,0 1,0 0,0 0,0-1,0 1,1 0,-1 0,0 0,0-1,0 1,0 0,1 0,-1 0,0-1,0 1,0 0,1 0,-1 0,0 0,0 0,0 0,1-1,-1 1,0 0,1 0,-15-23,0 3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8:01.53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1,'7'4,"9"7,10 5,9 8,7 3,7 4,3 2,1 2,-1-1,-5-3,-7-3,-6-4,-8-6,-11-10,-11-12,-8-4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8:02.79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1,'11'12,"1"-1,0 1,1-2,0 0,0-1,1 0,0-1,1 0,0-1,0-1,0 0,1-1,0-1,0 0,0-2,0 1,1-2,0 0,78 17,14 21,167-37,103 6,-295-4,0-4,0-4,12-4,-13 1,1 3,-1 4,14 5,280-7,-136-4,243-1,-194 1,-114-8,237 14,-394-2,-16-1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0:21.5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993 361,'25'0,"26"-2,26-4,19-4,12-1,4-1,-7 1,-13 4,-23 6,-28 9,-20 2</inkml:trace>
  <inkml:trace contextRef="#ctx0" brushRef="#br0" timeOffset="248.336">1167 588,'18'5,"18"3,18 1,18-1,15-3,14-3,7-6,4-5,-18-2</inkml:trace>
  <inkml:trace contextRef="#ctx0" brushRef="#br0" timeOffset="451.823">2023 0,'6'16,"17"14,20 9,22 7,22 5,14 5,5 4,-1 6,-15 5,-21 6,-33 7,-44 4,-51 8,-54 6,-51 1,3-17</inkml:trace>
  <inkml:trace contextRef="#ctx0" brushRef="#br0" timeOffset="923.078">392 54,'-63'50,"3"2,2 3,-30 39,73-77,1 1,0 1,2 0,0 1,1 0,1 1,1 0,-3 10,9-18,0-1,0 0,1 1,1-1,0 1,0 0,2-1,-1 1,2-1,-1 1,2-1,0 1,0-1,1 0,1 0,0 1,9 11,0 1,1-2,1 0,1-1,2 0,0-2,1 0,1-1,0-1,4 0,39 27,2-3,1-3,4-3,232 108,-227-110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1:05.1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11,'25'-2,"29"-1,28 0,22 1,13 2,1 2,-19 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0:29.774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5481 1177,'0'28,"-1"-20,-1-1,2 0,-1 0,1 0,0 1,1-1,-1 0,1 0,1 0,-1 0,2 0,-1 0,0 0,1 0,1-1,-1 1,1-1,0 0,0 0,1-1,-1 1,1-1,1 0,2 2,1-2,0-1,0 0,0 0,1-1,-1 0,1-1,0 0,0 0,0-1,0-1,0 1,0-2,0 1,0-1,0-1,0 0,-1 0,1-1,0 0,-1-1,0 0,0-1,0 0,-1 0,1 0,-1-1,0-1,-1 1,0-1,0-1,0 1,-1-1,4-6,-1 0,-2 1,0-1,0-1,-2 1,1-1,-2 0,0-1,-1 1,0-1,-1 1,-1-1,-1 0,0 1,-1-7,0 17,0 1,0-1,0 1,-1-1,0 1,0-1,0 1,0 0,0 0,-1 0,0 0,0 0,0 1,0-1,-1 1,1 0,-1 0,0 0,1 1,-2-1,1 1,0 0,0 0,-1 0,1 0,-1 1,1 0,-1 0,0 0,1 1,-1-1,0 1,0 0,1 1,-1-1,-1 1,-10 2,0 0,0 1,0 1,1 0,-1 1,1 1,1 1,-1 0,2 0,-1 1,1 1,0 1,1 0,0 0,1 1,0 0,1 1,1 1,0-1,0 2,4-6,0 1,1 0,0 0,0 0,1 1,1-1,0 1,0 0,1 0,0 0,1-1,0 1,1 0,0 0,1 0,0-1,2 6,16 41</inkml:trace>
  <inkml:trace contextRef="#ctx0" brushRef="#br0" timeOffset="16414.987">5842 1016,'12'-18,"12"-15,14-11,14-10,11-7,10-4,5-2,1 0,-1 4,-6 2,-7 8,-11 8,-12 9,-13 14,-14 12,-12 10,-8 8,-4 2</inkml:trace>
  <inkml:trace contextRef="#ctx0" brushRef="#br0" timeOffset="19075.718">6752 388,'-41'-8,"60"3,2707-15,-1566 70,269 3,-1284-56,-116-1,-27-2,-76-4,7 6,-1 2</inkml:trace>
  <inkml:trace contextRef="#ctx0" brushRef="#br0" timeOffset="35091.332">13102 1,'7'5,"0"-1,0 1,1-1,0 0,0-1,0 0,0 0,0-1,0 0,1-1,-1 1,7-1,17 5,22 12,-53-18,0 1,0 0,0-1,0 1,0-1,0 1,0 0,-1 0,1-1,0 1,0 0,-1 0,1 0,0 0,-1 0,1 0,-1 0,1 0,-1 0,1 1,-1-1,0 0,0 0,0 0,1 0,-1 0,0 1,0-1,-1 0,1 0,0 0,0 0,-1 1,1-1,0 0,-1 0,1 0,-1 0,1 0,-1 0,0 0,1 0,-1 0,0 0,-1 0,-62 51,56-47,0 0,0 0,1 1,-1 0,1 0,1 1,-1 0,1 0,0 0,1 1,4-6,0 0,0 0,0 0,0 0,1 0,-1 0,0 0,1 0,0 0,-1 0,1 0,0 0,0 1,0-1,1 0,-1 0,0 0,1 0,0 0,-1 0,1 0,0 0,0 0,0 0,0 0,0 0,0-1,1 1,-1 0,1-1,1 2,58 37,-57-37,201 102,-203-105,0 1,0-1,0 1,0 0,0 0,0 0,0 0,0 1,-1-1,1 0,0 1,-1-1,1 1,-1 0,1-1,-1 1,0 0,0 0,0 0,0 0,0 0,0 0,-1 0,1 0,-1 0,1 0,-1 0,0 1,0-1,0 0,0 0,0 0,0 1,0-1,-1 0,1 0,-1 0,0 0,0 0,0 0,0 0,-1 2,-12 7,-1-1,0-1,0 0,-1 0,0-2,-1 0,1-1,-1 0,-11 1,9-1,2-1,-1 2,-1-1,1 0,-1-2,0 0,-1-1,1-1,0-1,-1 0,-9-2,-2-8</inkml:trace>
  <inkml:trace contextRef="#ctx0" brushRef="#br0" timeOffset="35967.579">13169 1230,'15'-2,"27"-1,28-2,28-3,21 1,14 0,0 3,-22 1</inkml:trace>
  <inkml:trace contextRef="#ctx0" brushRef="#br0" timeOffset="1069.235">7140 1845,'-10'-2,"1"-1,-1 1,1-1,-1 1,0 1,0 0,0 0,0 1,0 0,0 1,1 0,-1 1,0 0,0 0,1 1,-1 0,1 1,0 0,0 1,1-1,-1 2,-5 4,6 0,0 0,1 1,0 0,1 0,0 1,1 0,0 0,1 0,0 1,1-1,1 1,0 0,0 0,1 0,1 0,0 0,1 0,2 10,-1-16,0 0,0 0,1-1,0 1,1-1,-1 0,1 0,0 0,0 0,1-1,0 0,0 0,0 0,1 0,-1-1,1 0,0 0,0 0,1-1,-1 0,1 0,2 0,10 3,0 0,0-2,1 0,0-1,-1-1,1 0,10-2,-11 1,0-2,0 0,0-1,0 0,0-2,0 0,-1-1,0-1,0-1,0 0,-1-2,0 0,-1 0,0-2,0 0,-1-1,-1 0,0-1,-1-1,3-4,-11 10,-1 0,0-1,0 1,-1-1,-1 0,1 0,-1 0,-1 0,0-1,0 1,-1 0,0-1,0 1,-1 0,-1-1,1 1,-1 0,-1 0,0 0,0 1,-1-1,0 1,0-1,-1 1,0 0,0 1,-1 0,0-1,-1 2,1-1,-1 1,-1 0,1 0,-1 1,0 0,0 1,0-1,-1 1,1 1,-1 0,0 0,-7-1,5 4,0-1,0 2,0-1,0 1,0 1,1 0,-1 1,0 0,1 0,0 1,-1 1,1-1,1 2,-1-1,1 2,0-1,1 1,-1 0,1 1,-3 3,-33 32</inkml:trace>
  <inkml:trace contextRef="#ctx0" brushRef="#br0" timeOffset="1999.704">7554 3544,'-13'22,"1"1,0 0,2 1,1 0,1 1,1 0,1 0,2 1,-1 7,5-25,0 0,1 1,0-1,0 0,1 0,0 0,1 0,-1 0,1 0,1 0,0-1,0 0,0 0,1 0,0 0,0 0,1-1,0 0,0-1,0 1,1-1,-1 0,1 0,0-1,1 0,-1-1,1 1,0-1,5 1,3 1,0 0,1-1,0 0,0-1,0-1,0-1,0-1,0 0,0-1,0-1,13-3,-22 4,0-1,0 0,0 0,-1-1,1 0,-1-1,0 0,0 0,0 0,0-1,-1 0,0 0,0-1,0 1,-1-1,1-1,-2 1,1-1,-1 0,0 0,0 0,0 0,-1-1,-1 0,2-5,-1 0,-2 1,1-1,-2 0,1 0,-2 0,0 0,0 0,-1 0,-1 1,0-1,-1 1,0 0,-1 0,0 0,-1 0,-1 1,1 0,-2 1,-7-10,9 12,-1 1,0-1,0 1,-1 0,0 1,0 0,-1 0,1 1,-1 0,0 0,-1 1,1 0,-1 1,0 0,0 1,0 0,0 0,0 1,0 0,0 1,-1 0,1 1,0 0,0 0,-3 2,-3 2,0 2,0 0,1 0,0 2,0 0,1 0,0 1,1 1,0 1,1 0,0 0,-7 11,-30 37</inkml:trace>
  <inkml:trace contextRef="#ctx0" brushRef="#br0" timeOffset="-3759.28">481 3503,'1'2,"0"0,0 0,0 0,1 0,-1 0,0-1,1 1,-1 0,1-1,-1 1,1-1,0 0,0 1,0-1,0 0,0 0,0 0,0 0,0-1,0 1,0-1,0 1,0-1,0 0,1 1,-1-1,0 0,0 0,2-1,4 2,66 6,0-3,52-5,-48 0,918-8,-440 12,49 3,-173 7,14-3,-181-17,-74 17,-72 3,-51 0,-46-10,-7 0,-20-5,-9-3</inkml:trace>
  <inkml:trace contextRef="#ctx0" brushRef="#br0" timeOffset="-3099.739">2648 3356,'32'-2,"82"21,-2 5,-1 5,44 20,-140-43,1 0,-1 1,0 1,0 0,-1 1,0 0,10 10,-22-17,1 0,-1 1,0-1,0 1,1-1,-2 1,1 0,0 0,-1 0,1 0,-1 0,0 0,0 0,0 0,0 1,-1-1,1 0,-1 0,0 1,0-1,0 0,0 1,-1-1,0 3,-1 1,-1-1,0 1,0-1,-1 0,1 0,-2 0,1-1,0 1,-1-1,0 0,-5 4,-34 25,-1-2,-2-2,-1-1,-2-3,-23 8,46-22,-101 49</inkml:trace>
  <inkml:trace contextRef="#ctx0" brushRef="#br0" timeOffset="-1978.252">4786 3409,'-11'9,"0"0,0 1,1 1,0-1,1 2,1-1,-1 1,2 0,0 1,0 0,1 0,1 0,0 1,1 0,0 0,1 0,1 0,0 0,1 1,0-1,2 12,-1-20,0 0,1 0,0 0,0 0,0 0,1-1,0 1,0-1,0 1,1-1,-1 0,1 0,1 0,-1 0,1 0,0-1,0 1,0-1,0 0,1-1,-1 1,1-1,0 0,1 0,-1 0,0-1,1 1,-1-1,1-1,0 1,-1-1,1 0,1 0,1-1,1 0,-1 0,1-1,-1 0,1 0,-1-1,1 0,-1 0,0-1,0 0,0-1,-1 0,1 0,-1 0,0-1,0 0,0-1,-1 1,0-1,0-1,0 1,-1-1,0 0,0 0,-1 0,3-6,0-1,0-1,-1 1,-1-1,0 0,-1-1,0 1,-2-1,0 0,0 0,-2 1,0-1,-1 0,0 0,-2-2,3 11,-1 0,-1 0,1 1,-1-1,-1 1,1-1,-1 1,0 0,0 0,-1 0,0 1,0-1,0 1,0 0,-1 0,0 0,0 1,-1 0,1 0,-1 0,0 0,0 1,0 0,0 0,0 1,-1 0,1 0,-1 0,0 1,-2 0,-4 1,0 0,0 1,0 1,0 0,0 1,1 1,0-1,-1 2,1 0,1 0,-1 1,1 1,0 0,0 0,-1 3,-7 6,1 0,0 1,1 0,1 2,1 0,1 0,-8 16,-16 36</inkml:trace>
  <inkml:trace contextRef="#ctx0" brushRef="#br0" timeOffset="4582.548">4987 3235,'-2'0,"-1"3,-3 0,3-1,2 3,5 0,4-3,4-3,1-2,4-1,0-3,3-1,0 0,-2 1,-5 0,-6 1</inkml:trace>
  <inkml:trace contextRef="#ctx0" brushRef="#br0" timeOffset="11009.32">4973 3289,'0'-1,"-1"0,1 0,-1 0,1-1,0 1,-1 0,1 0,0 0,0-1,0 1,0 0,0 0,0 0,0-1,0 1,1 0,-1 0,0 0,1 0,-1 0,1 0,-1-1,1 1,0 0,-1 0,1 0,0 1,0-1,0 0,0 0,0 0,29-38,2 2,2 1,1 1,5-1,2-3,118-113,38-40,8 10,129-84,-81 95,-159 103,36-40,-131 108,1 0,0 1,-1-1,1 0,-1 1,1-1,0 0,-1 1,1-1,-1 1,1-1,-1 1,1-1,-1 1,0-1,1 1,-1 0,0-1,1 1,-1-1,0 1,0 0,1-1,-1 1,0 0,0-1,0 1,0 0,0 0,0-1,0 1,0 0,0-1,0 1,-1 0,1-1,0 1,0 0,-1 0,2 5,1 2,0 0,1 0,0-1,0 1,1-1,0 0,0 0,1 0,0-1,0 0,0 1,1-2,4 4,40 56,-3 12,-46-75,-1 0,0 0,0 0,0 1,-1-1,1 0,0 0,-1 0,1 0,-1 0,0 0,0-1,0 1,0 0,0 0,0 0,0-1,0 1,-1 0,1-1,-1 1,1-1,-1 0,1 0,-1 1,0-1,0 0,0 0,1-1,-1 1,0 0,0 0,0-1,0 0,0 1,-1-1,-10 7,-28 21,1 1,2 2,1 2,-16 20,-59 50,1-12,13-12,-82 86,107-94,-4-3,-52 34,-109 78,23-29,111-80,82-54,-58 58,80-75,-1-1,1 1,0 0,0-1,0 1,0 0,-1-1,1 1,0 0,0 0,-1-1,1 1,0 0,-1 0,1-1,0 1,-1 0,1 0,0 0,-1 0,1-1,0 1,-1 0,1 0,0 0,-1 0,1 0,-1 0,1 0,0 0,-1 0,1 0,-1 0,1 0,0 0,-1 0,1 1,0-1,-1 0,1 0,0 0,-1 1,1-1,0 0,-1 0,1 1,0-1,0 0,-1 0,1 1,0-1,0 0,0-15</inkml:trace>
  <inkml:trace contextRef="#ctx0" brushRef="#br0" timeOffset="13153.29">5468 2808,'-16'14,"-12"10,-8 12,-7 8,-3 5,2 5,1 1,4-2,6-5,6-9,8-8,12-14,14-17,5-9</inkml:trace>
  <inkml:trace contextRef="#ctx0" brushRef="#br0" timeOffset="13609.068">5816 2621,'-229'193,"140"-122,32-25,-10 6,3 3,-23 29,70-64,17-20,1-1,-1 1,0 0,0-1,0 1,0 0,1 0,-1-1,0 1,0 0,1 0,-1-1,0 1,0 0,1 0,-1 0,0-1,1 1,-1 0,0 0,1 0,-1 0,0 0,1 0,-1 0,0 0,1 0,-1 0,0 0,1 0,-1 0,0 0,1 0,-1 0,0 0,1 0,-1 0,0 0,1 0,-1 1,0-1,0 0,1 0,-1 0,0 1,0-1,1 0,-1 0,0 1,0-1,1 0,-1 1,0-1,0 0,0 0,0 1,0-1,0 0,1 1,-1-1,0 0,0 1,0-1,0 1,0-1,34-22,0-1,-1-2,-2-1,6-8,-20 19,187-179,-90 82,56-38,-130 122,-26 27,-27 21,-141 133,115-118,-411 372,375-328,76-72,72-52,-11 0,2-4</inkml:trace>
  <inkml:trace contextRef="#ctx0" brushRef="#br0" timeOffset="15138.543">5909 2647,'29'-28,"15"-17,1 2,3 3,15-9,-46 39,-22 22,-158 143,51-55,-81 73,-36 54,158-140,67-73,22-22,42-35,-1-4,-3-2,9-12,-45 41,288-299,-153 153,46-31,-166 168,-23 26,-23 20,-75 87,-5-5,-37 29,99-100,-282 267,283-266,29-24,78-70,613-588,-677 639,-20 17,-27 22,-427 330,387-292,81-63,17-14,0-2,-1-1,0 0,16-18,-20 19,141-122,13-23,-146 129,-29 32,1 0,-1 0,1 0,-1-1,1 1,-1 0,0 0,1 0,-1-1,1 1,-1 0,0-1,1 1,-1 0,0-1,1 1,-1 0,0-1,0 1,1 0,-1-1,0 1,0-1,0 1,1-1,-1 1,0-1,0 1,0-1,0 1,0 0,0-1,0 1,0-1,0 1,0-1,0 1,0-1,-1 1,1-1,0 1,0-1,0 1,-1 0,1-1,0 1,0 0,-1-1,1 1,0-1,-1 1,1 0,0 0,-1-1,1 1,-1 0,1 0,-1-1,1 1,0 0,-1 0,1 0,-31 7,-23 19,1 2,2 2,1 3,-12 12,42-30,39-20,61-43,-1-4,-3-2,7-13,-58 46,-25 21,-1 0,1 0,0 0,0-1,-1 1,1 0,0 0,0 0,-1-1,1 1,0 0,0 0,0 0,-1-1,1 1,0 0,0 0,0-1,0 1,-1 0,1-1,0 1,0 0,0-1,0 1,0 0,0 0,0-1,0 1,0 0,0-1,0 1,0 0,0-1,0 1,0 0,0-1,1 1,-1 0,0 0,0-1,0 1,0 0,1 0,-1-1,0 1,-127 67,-5 11,-79 64,203-134,22-15,440-228,-430 224,-40 27,-357 224,360-229,38-23,20-13,5-3,1 2,0 2,24-6,-49 28,-29 22,-18 5,-1-1,0-2,-2 0,-1-1,-1-2,3 0,-293 216,295-222,16-11,13-8,23-8,-31 14,1-1,-1 1,1 0,-1-1,1 1,-1 0,1 0,-1-1,1 1,-1 0,1 0,-1 0,1 0,-1 0,1 0,-1 0,1 0,-1 0,1 0,-1 0,1 0,-1 0,1 0,-1 0,1 1,-1-1,1 0,-1 0,1 1,-1-1,1 0,-1 1,0-1,1 0,-1 1,0-1,1 0,-1 1,0-1,1 1,-1-1,0 1,0-1,1 1,-1-1,0 1,0-1,0 1,0-1,0 1,0-1,0 1,0-1,0 1,0-1,0 1,0-1,0 1,0 0,0-1,-1 1,-2 7,-1 0,-1-1,1 1,-1-1,-1 0,1 0,-1-1,0 0,-1 0,1 0,-8 4,3 0,-85 66,-2-5,-4-3,-3-5,-51 20,44-30,93-44</inkml:trace>
  <inkml:trace contextRef="#ctx0" brushRef="#br0" timeOffset="19924.801">7554 2006,'36'2,"1"-1,-1-2,0-1,10-4,23 0,1115-37,605 54,-326-21,-1219 18,-218-4,-25 1,-12-1</inkml:trace>
  <inkml:trace contextRef="#ctx0" brushRef="#br0" timeOffset="20823.6">8048 3797,'594'-52,"765"22,-1118 31,1745 24,-1688-24,-231-14,-67 12,0 1,1 0,-1-1,0 1,0-1,0 1,0-1,0 1,0-1,0 1,0-1,0 1,0-1,0 1,0-1,0 1,0 0,0-1,-1 1,1-1,0 1,0-1,0 1,-1 0,1-1,0 1,-1-1,1 1,0 0,-1-1,1 1,0 0,-1 0,1-1,-1 1,1 0,0 0,-1 0,1-1,-1 1,1 0,-1 0,1 0,-1 0,1 0,-1 0,1 0,0 0,-1 0,1 0,-1 0,1 0,-1 0,1 1,-1-2,-23-4</inkml:trace>
  <inkml:trace contextRef="#ctx0" brushRef="#br0" timeOffset="24445.743">81 3557,'18'2,"15"1,16-2,15-4,15-4,12 0,10-2,0 1,-6 2,-11 4,-16 5,-15 4,-14 1,-14-1</inkml:trace>
  <inkml:trace contextRef="#ctx0" brushRef="#br0" timeOffset="26119.436">148 2380,'0'-91,"-16"456,12-325,1-18,0 1,2-1,1 1,1 0,3 19,-3-37,1 0,-1-1,1 1,0-1,0 1,1-1,-1 0,1 0,0 0,0 0,0 0,1-1,-1 1,1-1,0 0,0 0,0 0,0-1,1 0,-1 1,1-1,-1-1,1 1,0-1,-1 0,2 0,11 3,0-2,0 0,1-1,-1-1,0-1,16-2,-14 2,-1-2,0 1,-1-2,1-1,0 0,-1-1,0 0,-1-2,0 0,0-1,0 0,10-10,-9 0</inkml:trace>
  <inkml:trace contextRef="#ctx0" brushRef="#br0" timeOffset="26401.734">54 2647,'20'-4,"19"-5,16-4,9-5,7-2,-1 1,-5 1,-11 3,-13 3,-14 2</inkml:trace>
  <inkml:trace contextRef="#ctx0" brushRef="#br0" timeOffset="26665.024">174 2246,'16'2,"14"2,12-4,9-5,6-4,2-4,-5-1,-7 0,-11 1</inkml:trace>
  <inkml:trace contextRef="#ctx0" brushRef="#br0" timeOffset="26875.462">0 1832,'28'0,"26"0,25-2,25-6,16-3,7 0,-8 2,-23 2</inkml:trace>
  <inkml:trace contextRef="#ctx0" brushRef="#br0" timeOffset="33028.518">13262 3770,'87'-289,"-48"170,-33 110,-6 24,-42 298,22 20,21-248</inkml:trace>
  <inkml:trace contextRef="#ctx0" brushRef="#br0" timeOffset="33839.202">13276 1711,'24'-5,"1"0,0 2,0 0,0 2,0 1,0 0,22 5,-42-5,-1 0,0 1,0 0,0 0,0 0,1 0,-1 0,0 1,-1 0,1 0,0 0,-1 0,1 1,-1-1,1 1,-1 0,0 0,0 0,-1 0,1 1,-1-1,1 1,-1 0,0-1,0 1,-1 0,1 0,-1 0,0 0,-1 3,-1 0,0 0,0 0,0 0,-1-1,0 1,-1-1,1 1,-1-1,0 0,-1 0,1 0,-1 0,-4 4,-16 19,-1-1,-2-2,0 0,-2-2,-7 5,-64 56,99-85,0 1,0-1,0 0,0 1,0-1,0 0,1 1,-1-1,0 1,0-1,1 1,-1 0,0-1,0 1,1 0,-1-1,1 1,-1 0,1 0,-1-1,1 1,-1 0,1 0,0 0,0 0,-1 0,1 0,0 0,0-1,0 1,0 0,0 0,0 0,0 0,0 0,0 0,1 0,-1 0,0 0,0 0,1-1,-1 1,1 0,-1 0,1 0,-1-1,1 1,-1 0,1 0,0-1,-1 1,1-1,0 1,0-1,-1 1,1-1,0 1,0-1,13 3,1-1,-1 0,0-1,1-1,-1 0,0-1,10-2,-3 1,544-76,-516 69,93-15</inkml:trace>
  <inkml:trace contextRef="#ctx0" brushRef="#br0" timeOffset="36644.41">13169 2875,'22'2,"27"1,22 0,20-1,10 0,0-1,-11-1,-21 0</inkml:trace>
  <inkml:trace contextRef="#ctx0" brushRef="#br0" timeOffset="2873.287">6030 5134,'-3'0,"0"0,-1 1,1-1,0 1,0-1,0 1,0 0,0 0,0 1,0-1,0 1,0-1,1 1,-1 0,0 0,1 0,0 0,-1 0,1 1,0-1,0 1,0-1,1 1,-1 0,1 0,-1 0,1 0,0 0,0 0,0 0,0 0,1 3,-2 4,1-1,0 1,1 0,0-1,0 1,1 0,0-1,1 1,0-1,3 6,-2-6,0-1,0 0,1 1,1-1,-1 0,1-1,1 1,-1-1,1 0,1-1,-1 1,1-1,0-1,0 1,1-1,0 0,-1-1,2 0,-1 0,0-1,1 0,0 0,0-1,0 0,0 0,0-1,0-1,0 1,0-2,0 1,0-1,0 0,0-1,8-3,-4 0,0 0,-1-2,0 1,0-2,0 0,-1 0,0-1,-1 0,0-1,0 0,-1 0,-1-1,0-1,0 1,-1-1,0 0,-1-1,-1 0,0 0,-1 0,0 0,-1-1,0 0,-1 1,0-3,-2 10,-1 0,1 0,-1 0,0 0,0 0,-1 1,0-1,0 0,0 1,0 0,-1-1,0 1,0 0,-1 0,1 1,-1-1,0 1,0-1,0 1,-1 1,0-1,0 1,1-1,-2 1,1 1,0-1,-4 0,-3-2,-1 1,0 1,0 0,0 0,0 2,0-1,-1 2,1 0,0 0,-1 1,-11 3,8 0,0 0,1 1,-1 1,1 0,0 1,1 1,-1 1,2 0,-1 1,1 0,1 1,0 1,0 0,1 1,-3 5,-14 23</inkml:trace>
  <inkml:trace contextRef="#ctx0" brushRef="#br0" timeOffset="21640.657">6230 5295,'69'55,"2"-4,2-2,3-4,48 20,-46-23,134 79,167 126,-330-211,-20-13,2-1,0-1,2-1,0-2,1-2,12 4,-41-18,0 0,0-1,0 1,0-1,0 0,1-1,-1 1,0-1,0 0,1-1,-1 1,0-1,0 0,4-1,5-5</inkml:trace>
  <inkml:trace contextRef="#ctx0" brushRef="#br0" timeOffset="22561.618">7593 6124,'196'-12,"445"2,-332-3,710-19,894 17,-609 16,-1285-2,-17-1,-9-1</inkml:trace>
  <inkml:trace contextRef="#ctx0" brushRef="#br0" timeOffset="32291.254">13463 5843,'-7'15,"2"1,0-1,1 1,1 0,0 1,1-1,1 1,0-1,1 1,2 8,-2-17,2 1,-1-1,1 0,0 1,1-1,-1 0,2 0,-1-1,1 1,0-1,1 1,0-1,0-1,0 1,1-1,0 0,0 0,1-1,0 1,0-1,0 0,-1-3,-1 1,1-1,-1 0,1 0,0-1,0 0,0 0,0 0,0-1,0 0,0 0,0 0,0-1,0 0,0 0,-1 0,1-1,0 0,-1 0,1 0,-1-1,1 0,-1 0,0 0,3-3,5-4,-1 0,1-1,-2 0,0-1,0 0,-1-1,-1 0,0-1,0-1,-4 7,0 0,-1 0,0-1,0 0,-1 0,0 0,0 0,-1 0,-1 0,0 0,0-1,0 1,-1-1,-1 1,0 0,0-1,0 1,-1 0,-1 0,0 0,0 0,-1 0,0 0,0 1,-1 0,0 0,0 0,-1 1,0 0,0 0,-1 0,0 1,0 0,-1 0,0 0,0 2,0 0,0 1,-1 0,1 1,-1-1,1 2,-1-1,0 1,0 1,0-1,0 1,1 1,-1 0,0 0,0 1,1 0,-1 0,1 1,-1 0,1 1,0 0,0 0,1 0,-1 1,1 0,0 1,0 0,1 0,0 0,0 1,0 0,1 0,-2 3,-26 47,10-3</inkml:trace>
  <inkml:trace contextRef="#ctx0" brushRef="#br0" timeOffset="37407.488">13396 5281,'23'0,"20"-2,18-4,16-2,13-2,7-2,-3 1,-17 0,-20 2</inkml:trace>
  <inkml:trace contextRef="#ctx0" brushRef="#br1" timeOffset="48620.57">3356 2059,'171'-6,"-111"1,-1 3,1 2,-1 3,0 3,26 6,10 15,0 3,25 16,-23-9,86 28,-90-37,-1 4,-1 4,-2 4,-2 4,-3 3,-1 5,24 22,-51-18,-2 2,-3 3,-2 2,-4 3,-2 1,-3 1,17 46,-36-75,25 46,-4 3,-4 1,-3 2,-5 3,-16-48,-3 2,-2 0,-3 0,-1 0,-2 1,-3-1,-1 1,-3-1,-2 2,-5 6,-2 0,-3-1,-2 0,-3-2,-2 0,-2-1,-3-2,-6 8,-14 14,-3-3,-3-1,-2-3,-4-3,-9 5,27-29,-2-2,-1-1,-1-3,-2-2,-14 5,50-28,17-8,19-12,-5-5,-2-1</inkml:trace>
  <inkml:trace contextRef="#ctx0" brushRef="#br1" timeOffset="49778.652">3423 1952,'-2'2,"1"-1,6-3,10-4,15-5,16-6,11-3,9-4,3 0,-1 2,-7 5,-13 5,-11 5,-15 3,-13 3,-15 1,-7 1</inkml:trace>
  <inkml:trace contextRef="#ctx0" brushRef="#br1" timeOffset="50197.524">3717 1297,'4'9,"7"10,3 9,2 8,0 9,2 9,0 5,2 0,0-2,-2-5,-1-6,-4-11</inkml:trace>
  <inkml:trace contextRef="#ctx0" brushRef="#br1" timeOffset="52080.238">3771 1364,'95'60,"-45"-33,111 63,127 49,-221-107,0 3,-3 2,49 39,92 61,-134-94,-2 3,-2 2,-2 4,-2 2,-3 3,44 55,-89-93,24 29,-2 2,-3 1,-1 2,-3 2,0 5,52 103,-55-117,-3 1,-2 1,7 26,-10-4,-4 2,-3-1,0 28,-5-41,-2-18,-3-1,-1 1,-2-1,-2 1,-1-1,-2 0,-5 12,-32 180,29-170,-4 0,-2-1,-3-1,-28 51,-4 16,29-73,-1-2,-3 0,-2-2,-2-1,-24 24,39-45,2 0,0 1,2 1,1 0,-6 21,16-41,-33 52,29-57,0-4</inkml:trace>
  <inkml:trace contextRef="#ctx0" brushRef="#br1" timeOffset="53987.708">5267 4666,'-14'107,"-7"14,-4 0,-6-2,-26 62,53-167,7-20,10-24,47-195,-48 165,3 0,3 1,2 1,28-56,-16 71,-28 49,-34 83,19-65,-58 129,-45 68,73-186,23-24,37-20,36-29,9-10,3 2,2 3,2 4,1 2,2 4,1 3,35-7,-130 50,-271 115,7 0,391-190,31-23,152-83,-446 257,-69 29,163-100,61-18,1 0,-1 0,1 0,0 0,-1 0,1 0,-1 0,1-1,0 1,-1 0,1 0,-1 0,1 0,0 0,-1-1,1 1,0 0,-1 0,1-1,0 1,0 0,-1-1,1 1,0 0,0-1,-1 1,1 0,0-1,0 1,0 0,0-1,-1 1,1-1,0 1,0 0,0-1,0 1,0-1,0 1,0 0,0-1,0 1,0-1,0 1,1 0,-1-1,0 1,0-1,0 1,0 0,1-1,-1 1,0 0,0-1,1 1,-1 0,0 0,1-1,-1 1,18-23,-18 23,42-41,-32 33,0-1,0 0,-1 0,-1-1,0 0,0 0,-1-1,0 0,4-10,-10 17,0 1,-1 0,1 0,-1-1,1 1,-1 0,0 0,-1-1,1 1,0 0,-1 0,0-1,0 1,0 0,0 0,0 0,-1 0,1 0,-1 0,0 0,1 1,-1-1,-1 1,1-1,0 1,-1 0,1 0,-1 0,-2-2,-88-43,87 44,-1 0,0 1,1 0,-1 1,0-1,0 1,0 0,0 1,0 0,1 0,-3 1,9-1,-1-1,1 1,0 0,-1 0,1 0,0 0,-1 0,1 0,0 0,-1 0,1 1,0-1,-1 0,1 0,0 0,-1 0,1 0,0 0,-1 1,1-1,0 0,0 0,-1 1,1-1,0 0,0 0,-1 1,1-1,0 0,0 0,0 1,-1-1,1 0,0 1,0-1,0 0,0 1,0-1,0 0,0 1,0-1,0 1,0-1,0 0,0 1,0-1,0 0,0 1,0-1,0 0,0 1,1-1,-1 0,0 1,0-1,0 0,1 0,-1 1,0-1,0 0,0 0,1 1,-1-1,0 0,23 13,149 19,-69-18,-86-12,-1 2,1 0,0 0,-1 2,0 0,0 0,11 8,-26-14,0 0,-1 0,1 0,-1 1,1-1,-1 0,1 0,-1 0,1 0,-1 0,1 1,-1-1,1 0,-1 0,1 1,-1-1,1 0,-1 1,0-1,1 0,-1 1,0-1,1 1,-1-1,0 1,1-1,-1 1,0-1,0 1,0-1,1 1,-1-1,0 1,0-1,0 1,0-1,0 1,0-1,0 1,0 0,0-1,0 1,0-1,-1 1,1-1,0 1,0-1,0 1,-1-1,1 1,0-1,-1 1,1-1,0 0,-1 1,1-1,0 0,-1 1,1-1,-1 0,1 1,-36 2,-74-41,17 2,87 34,0 0,0 1,0 0,0 0,0 0,0 0,0 1,-1 0,1 0,0 1,0 0,-4 1,9-1,0 0,0 0,0 0,0 1,1-1,-1 0,0 1,1-1,-1 0,1 1,-1-1,1 1,0-1,-1 1,1-1,0 1,0-1,0 1,0-1,1 1,-1-1,0 1,0-1,1 1,-1-1,1 0,0 1,-1-1,1 1,0-1,0 0,0 0,0 0,0 1,0-1,0 0,0 0,0 0,0-1,1 1,-1 0,0 0,1-1,-1 1,0 0,1-1,1 1,6 2,0 1,1-1,-1-1,1 0,0 0,0-1,-1 0,1-1,0 0,0 0,0-1,0-1,0 1,-1-2,1 1,-1-1,1-1,-1 0,6-3,-3-1,-38 15,-87 52,140-87,86-60,-73 58,-1-3,-2-1,-2-2,-1-1,-1-2,-3-1,3-7,-22 31,-1-1,0 0,-1 0,-1-1,-1 0,0 0,-2-1,1-4,-14-13,-2 27</inkml:trace>
  <inkml:trace contextRef="#ctx0" brushRef="#br1" timeOffset="60478.57">3984 1752,'20'16,"15"14,9 9,4 9,1 6,-5 2,-8 1,-11-2,-9-10</inkml:trace>
  <inkml:trace contextRef="#ctx0" brushRef="#br1" timeOffset="60748.846">4211 1658,'9'18,"12"13,12 11,9 6,5 5,0 4,-2 5,-8 0,-9-1,-9-2,-9-7,-5-11</inkml:trace>
  <inkml:trace contextRef="#ctx0" brushRef="#br1" timeOffset="60995.27">4412 1832,'7'18,"11"13,14 8,13 4,8 4,6 1,3-1,-3 0,-5 0,-7-2,-6-4,-11-9</inkml:trace>
  <inkml:trace contextRef="#ctx0" brushRef="#br1" timeOffset="61246.6">4880 2086,'0'18,"5"13,10 8,12 4,12 2,9 2,6 0,-2-1,-10-9</inkml:trace>
  <inkml:trace contextRef="#ctx0" brushRef="#br1" timeOffset="61434.152">5241 2260,'0'14,"0"15,4 13,7 9,5 6,10 3,6-1,6 0,2-2,-5-11</inkml:trace>
  <inkml:trace contextRef="#ctx0" brushRef="#br1" timeOffset="67275.531">2554 254,'2'14,"3"16,1 13,2 12,-1 8,-2 4,-1-1,-1-1,-2-8,0-9,-4-10,-2-12,-2-10</inkml:trace>
  <inkml:trace contextRef="#ctx0" brushRef="#br1" timeOffset="67783.174">2487 241,'0'-3,"-1"0,1-1,0 1,0 0,0-1,1 1,-1 0,1 0,0-1,0 1,0 0,0 0,0 0,1 0,0 0,-1 0,1 1,0-1,0 0,0 1,1-1,-1 1,1 0,-1 0,1 0,0 0,-1 0,1 1,0-1,0 1,2-1,3 0,0-1,1 1,-1 1,1-1,-1 1,1 1,-1 0,1 0,0 1,-1 0,1 0,-1 1,0 0,1 0,-1 1,0 0,0 1,-1-1,1 2,-1-1,0 1,0 0,0 0,-1 1,1 0,-2 0,1 1,-1 0,1-1,-2 2,1-1,-1 1,0-1,-1 1,0 0,0 0,-1 1,1 4,-3 2,-1-1,0 1,-2-1,1 1,-2-1,0 0,0 0,-2-1,1 1,-2-1,0 0,0-1,-1 1,-1-2,0 1,-1-1,0-1,0 1,-1-2,-1 0,-6 5,-12 2,36-31,3 7,0 1,1 0,0 0,0 1,1 0,-1 1,1 0,1 0,-1 1,0 1,1 0,0 1,0 0,-1 0,1 2,0-1,0 1,0 1,0 0,0 1,0 0,0 1,-1 0,1 1,-8-2,1 0,-1 0,0 1,0-1,0 1,0 0,-1 0,1 0,-1 0,1 1,-1-1,0 1,-1 0,1 0,-1 0,1 0,-1 1,-1-1,1 0,0 1,-1-1,0 1,0 0,-1-1,1 1,-1 0,0 0,0-1,0 1,-1 0,0 0,0-1,0 1,0-1,-1 2,-6 8,0-1,-1 0,-1-1,0 0,0 0,-1-1,-1 0,0-1,0 0,-1-1,0-1,-1 0,1-1,-2 0,1-1,-1 0,-3 0,16-6,-3 2,0 1,0-1,0-1,-1 1,1-1,-1 0,1 0,0-1,-1 1,0-1,1 0,-1-1,1 1,0-1,-1 0,1-1,-1 1,6-1,-1 1,1 0,-1 0,1-1,0 1,-1 0,1-1,0 1,0 0,0-1,0 1,0 0,0-1,0 1,0 0,1 0,-1-1,0 1,1 0,-1 0,1-1,0 1,-1 0,1 0,0 0,0 0,0 0,-1 0,1 0,0 0,0 0,1 0,-1-1,14-16</inkml:trace>
  <inkml:trace contextRef="#ctx0" brushRef="#br1" timeOffset="68296.675">3249 161,'-77'567,"63"-492,12-67,3-15,3-18,49-354,-28 164,-9 134,-16 81,0-1,0 0,0 1,0-1,0 0,0 1,0-1,1 1,-1-1,0 0,0 1,1-1,-1 1,0-1,0 1,1-1,-1 1,1-1,-1 1,0-1,1 1,-1-1,1 1,-1 0,1-1,-1 1,1 0,0-1,-1 1,1 0,-1 0,1 0,0-1,-1 1,1 0,-1 0,1 0,0 0,-1 0,1 0,0 0,-1 0,1 1,-1-1,1 0,0 0,-1 0,1 1,-1-1,1 0,-1 1,1-1,-1 0,1 1,-1-1,1 1,-1-1,1 1,23 33,-21-30,132 268,-115-234,-2 1,-1 0,-2 1,-2 1,-2 0,-2 1,4 36,-13-76,0 0,1 0,-1 0,0 0,0 0,0 1,0-1,-1 0,1 0,0 0,-1 0,1 0,-1 0,0-1,0 1,0 0,0 0,0 0,0-1,0 1,-1 0,1-1,0 1,-1-1,1 0,-1 1,0-1,-10 2</inkml:trace>
  <inkml:trace contextRef="#ctx0" brushRef="#br1" timeOffset="68545.588">3168 561,'23'5,"21"-3,21-7,16-7,10-5,3-3,-15 2</inkml:trace>
  <inkml:trace contextRef="#ctx0" brushRef="#br1" timeOffset="68808.919">4011 589,'0'0</inkml:trace>
  <inkml:trace contextRef="#ctx0" brushRef="#br1" timeOffset="87699.153">10027 1658,'2'2,"3"4,8 2,8 5,10 4,9 7,8 3,6 4,5 4,-1 0,-4 1,-10 2,-23 2,-34 7,-55 11,-67 16,-11-5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2:06.54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2821,'26'13,"21"-3,0-2,1-3,0-1,0-2,10-3,-9 1,1094-26,-529-4,-186 14,-307 6,11-1,100-21,-142 9,-1-3,26-15,-100 36,237-108,-205 90,-1-2,-1-1,-2-3,0-1,-2-3,-2-1,-1-2,9-12,166-195,-163 190,-3-2,-3-2,-2-2,9-21,-2-4,3 1,4 3,28-27,248-283,-280 333,4 2,1 2,3 3,37-22,176-129,-192 151,3 3,56-21,-81 45,1 3,1 2,0 3,17 0,62-7,139-5,659-50,1028 6,-749 58,-515 47,173-1,-865-33,-8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2:07.14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406 0,'4'7,"9"4,9 3,9-1,11 0,8-3,2-3,-4-1,-7 4,-11 7,-17 9,-27 15,-38 15,-49 17,-57 14,-59 11,8-12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2:18.62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0 189,'105'-9,"-6"-5,-8 1,0 3,74 2,191-20,-172 8,44 1,32-20,47 30,99 4,-209-10,75 16,-149 20,-61-6,7 2,-1 3,-1 3,27 14,-64-24,-4-1,-1 1,-1 2,0 1,-1 0,-1 2,2 3,61 44,-48-39,-1 1,-1 2,21 23,-18-7,-1 1,-2 2,-3 1,-2 2,14 32,-29-49,-2 2,-2 0,-1 0,4 27,-9-37,22 157,-2-11,-1 78,16 98,27 16,-2-129,-54-184,2-1,2 0,10 18,-21-55,22 63,-17-46,0 0,3 0,0-1,2 0,1-1,1-1,1 0,16 18,-2-10,-16-16,0-2,0 0,2-1,0-1,1 0,1-1,0-1,11 5,176 69,57-30,117-25,-7 0,227-46,-63 1,-312 12,351-41,-204 31,-368 11,-4 0,1 0,-1 1,0-1,1 0,-1 0,0 1,1-1,-1 0,1 0,-1 0,0 0,1 1,-1-1,1 0,-1 0,1 0,-1 0,0 0,1 0,-1 0,1 0,-1 0,1 0,-1-1,0 1,1 0,-1 0,1 0,-1 0,0-1,1 1,-1 0,1 0,-1-1,0 1,0 0,1 0,-1-1,0 1,1 0,-1-1,0 1,0-1,0 1,1 0,-1-1,0 1,0-1,0 1,0 0,0-1,0 1,0-1,0 1,0-1,0 1,0 0,0-1,0 1,0-1,0 1,0-1,0 1,-1 0,1-1,0 1,0-1,-10-10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2:19.34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0 402,'36'19,"53"49,-47-33,2-2,2-2,0-2,2-1,36 12,-79-37,-1 0,1-1,0 1,0-1,0-1,1 1,-1-1,0 0,1 0,-1 0,0-1,1 0,-1 0,1 0,-1 0,0-1,1 0,-1-1,0 1,1-1,-1 0,0 0,-1 0,1-1,0 0,0 0,-1 0,0 0,0-1,0 1,0-2,7-12,-1-1,-1 0,-1 0,-1-1,0 0,-2 0,0 0,0-3,2-6,81-319,-55 226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39:56.978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4619 228,'0'3,"0"7,0 11,-2 13,-1 13,-3 9,1 4,0 2,2-4,1-6,0-11,2-11</inkml:trace>
  <inkml:trace contextRef="#ctx0" brushRef="#br0" timeOffset="349.893">4525 1,'123'215,"-81"-148,-3 2,-3 1,21 61,-56-129,25 98,-25-96,-1 0,1 0,-1 0,0 1,0-1,-1 0,1 0,-1 0,0 0,0 0,0 0,0 0,-1 0,0 0,0-1,0 1,0-1,0 1,-1-1,1 0,-1 0,0 0,-1 1,-8 2,0-1,0 0,-1 0,0-1,0-1,0 0,0-1,0-1,0 0,-1 0,1-1,0-1,-1 0,-7-3,-84-16,104 20,1 0,-1 0,0 0,0-1,0 1,1 0,-1-1,0 1,1-1,-1 1,0 0,1-1,-1 1,0-1,1 0,-1 1,1-1,-1 0,1 1,-1-1,1 0,0 1,-1-1,1 0,0 0,-1 1,1-1,0 0,0 0,0 0,0 1,0-1,0 0,0 0,0 0,0 0,0 0,6-12</inkml:trace>
  <inkml:trace contextRef="#ctx0" brushRef="#br0" timeOffset="934.459">5006 363,'-9'27,"2"2,0-1,2 1,1 0,2 0,1 0,1 0,1 0,5 27,-2-33,-4-23,0 0,0 0,0-1,0 1,0 0,0 0,0-1,0 1,0 0,0-1,0 1,1 0,-1 0,0-1,0 1,0 0,0 0,0 0,1-1,-1 1,0 0,0 0,0 0,1-1,-1 1,0 0,0 0,1 0,-1 0,0 0,0 0,1-1,-1 1,0 0,0 0,1 0,-1 0,0 0,0 0,1 0,-1 0,0 0,1 0,-1 0,0 0,0 1,1-1,-1 0,0 0,0 0,1 0,5-35,-1-1,-2 0,-2 0,-1-15,0 8,0-141,7 270,-5-77,0 0,1 0,0 0,0 0,1-1,0 0,0 1,1-1,0-1,3 4,-6-8,0-1,0 1,0-1,1 0,-1 0,0 0,1-1,0 1,-1 0,1-1,0 0,0 0,0 0,0 0,0 0,0 0,0-1,0 0,0 1,1-1,-1 0,0 0,0-1,0 1,0-1,0 0,0 1,0-1,0-1,0 1,0 0,1-2,7-5,-1-1,0 0,-1-1,0 0,0-1,-1 1,-1-1,0-1,0 0,-1 0,-1 0,0-1,-1 1,0-1,-1 0,0 0,0-10,16-89,-44 334,25-210,-3 23,1 0,2 0,1 0,2 0,2 0,4 16,2-16</inkml:trace>
  <inkml:trace contextRef="#ctx0" brushRef="#br0" timeOffset="1360.375">5581 282,'-10'23,"1"1,1 0,1 0,2 1,0-1,1 1,2 1,0-1,2 11,0-32,-3 27,3 0,0-1,2 1,1 0,2 0,0-1,7 17,-12-45,1 1,-1 0,1-1,0 1,-1-1,1 0,0 1,0-1,1 0,-1 1,0-1,1 0,0 0,-1 0,1 0,0-1,0 1,0 0,0-1,0 1,0-1,1 0,-1 1,0-1,1 0,-1-1,1 1,-1 0,1-1,-1 1,1-1,-1 0,1 0,0 0,-1 0,1 0,0-1,7-5,-1 0,0-1,0-1,-1 1,0-1,-1-1,1 1,-1-1,-1-1,0 1,0-1,-1 0,2-6,10-22,0 0,-3-2,-2 0,-1-1,-2 0,-1 0,-3-1,-1 0,-2-34,-1 48,1 8</inkml:trace>
  <inkml:trace contextRef="#ctx0" brushRef="#br0" timeOffset="1617.321">5996 309,'9'14,"10"13,8 11,9 11,6 8,3 6,0 4,-1 1,-6-1,-5-6,-6-8,-7-11,-8-13</inkml:trace>
  <inkml:trace contextRef="#ctx0" brushRef="#br0" timeOffset="1878.179">6330 349,'-18'4,"-13"11,-10 15,-8 17,-3 17,-1 16,2 12,7 7,10-5,9-9,10-19</inkml:trace>
  <inkml:trace contextRef="#ctx0" brushRef="#br0" timeOffset="2249.232">6878 522,'116'-236,"-77"168,-39 68,0 1,0-1,0 0,0 1,0-1,0 0,0 1,0-1,1 0,-1 1,0-1,0 0,0 1,1-1,-1 0,0 0,1 1,-1-1,0 0,0 0,1 1,-1-1,0 0,1 0,-1 0,0 0,1 0,-1 1,1-1,-1 0,0 0,1 0,-1 0,0 0,1 0,-1 0,1 0,-1 0,0 0,1-1,-1 1,0 0,1 0,-1 0,0 0,1-1,-1 1,0 0,1 0,-1 0,0-1,0 1,1 0,-1 0,0-1,0 1,1 0,-18 145,-1 14,6 0,7 33,5-163</inkml:trace>
  <inkml:trace contextRef="#ctx0" brushRef="#br0" timeOffset="2501.559">6959 870,'15'2,"15"2,10-1,8-3,5-4,4-5,-9-2</inkml:trace>
  <inkml:trace contextRef="#ctx0" brushRef="#br0" timeOffset="2659.141">7467 376,'-12'-9,"-3"-1,3 6,5 6,5 2</inkml:trace>
  <inkml:trace contextRef="#ctx0" brushRef="#br0" timeOffset="2849.633">7480 777,'-7'16,"-2"9,0 4,4-4,8-8,7-10,3-5</inkml:trace>
  <inkml:trace contextRef="#ctx0" brushRef="#br0" timeOffset="3086.037">7747 295,'-16'86,"-1"-3,1-3,2 0,1 47,11-122,1 0,1 1,-1-1,1 1,-1-1,2 1,-1-1,0 0,1 1,0-1,1 1,-1-1,1 0,0 0,0 0,0 0,1 0,0 0,0-1,0 1,1-1,-1 0,1 0,0 0,0-1,0 1,1-1,-1 0,1 0,0 0,1 0,11-2,0-1,-1-1,1 0,0-1,0 0,-1-2,1 0,-1-1,0 0,-1-1,1-1,3-3,28-12,-6 2</inkml:trace>
  <inkml:trace contextRef="#ctx0" brushRef="#br0" timeOffset="3282.527">8068 629,'-2'-4,"-1"3,0 10,-2 15,-2 20,0 21,-3 19,-3 16,-3 14,-3 7,1-16</inkml:trace>
  <inkml:trace contextRef="#ctx0" brushRef="#br0" timeOffset="-4451.888">3469 1940,'0'5,"16"818,-1-533,-18 199,-13-238,-23 569,59 225,-8-664,41 702,-43-729,-10-322</inkml:trace>
  <inkml:trace contextRef="#ctx0" brushRef="#br0" timeOffset="-2468.438">3456 2100,'-3'-31,"1"1,2 0,1-1,2 1,1-8,5-55,-17-100,7 192,1 0,0 0,0 0,0 0,-1 1,1-1,0 0,0 0,0 0,0 0,1 0,-1 0,0 0,0 0,0 0,1 1,-1-1,1 0,-1 0,0 0,1 1,-1-1,1 0,0 0,-1 1,1-1,0 0,-1 1,1-1,0 1,-1-1,1 1,0-1,0 1,0 0,0-1,0 1,-1 0,1 0,0-1,0 1,0 0,0 0,0 0,0 0,0 0,0 0,0 1,-1-1,1 0,0 0,0 1,0-1,0 0,0 1,224 51,-92-19,0-5,106 6,305-24,-284-11,65 15,95 8,31-19,-281-3,-69-23,-54 9,-40 12,21-6,1 2,0 0,0 2,0 1,28 1,-54 3,-1 0,0 0,0 0,0 1,-1-1,1 1,0-1,0 1,-1 0,1 0,-1 0,0-1,1 1,-1 1,0-1,0 0,0 0,-1 0,1 0,0 1,-1-1,1 0,-1 1,0-1,0 0,0 1,0-1,0 0,-1 1,1-1,-1 0,1 0,-1 1,0-1,0 0,0 0,0 0,0 0,0 0,-1 1,-2 11,-6 59,3 0,3 0,3 1,5 22,55 671,-11-66,102 965,-48-601,-95-1006,30 313,-12 113,1 748,-61-637,34-579,0-7,0 0,0 0,1 0,1 0,0 0,0 0,1 0,0 0,1-1,2 7,6 1</inkml:trace>
  <inkml:trace contextRef="#ctx0" brushRef="#br0" timeOffset="-1160.017">3549 7421,'8'204,"18"82,0-13,-12-10,-11 2,-23 153,11-328,2-33,3 0,2 0,4 29,-2-80,0-1,1 0,-1 0,1 1,0-1,1 0,-1 0,1 0,0 0,1 0,-1 0,1-1,0 1,0-1,0 0,0 0,1 0,0 0,0 0,0-1,0 0,0 0,1 0,0 0,-1-1,1 0,0 0,0 0,0 0,0-1,0 0,1 0,27 2,0-1,0-2,0-2,0 0,-1-3,1 0,22-8,19-2,80-4,0 7,0 7,52 8,-58-1,36-1,845 25,-1009-24,165 12,0-8,103-12,25-21,-290 28,-1 1,0 1,0 1,0 0,-1 2,16 6,2 1,-38-13,-1 0,1 0,-1 0,0 0,1 0,-1 0,1 0,-1 0,1 0,-1 0,1 0,-1 0,1 0,-1 0,1 0,-1 0,1 0,-1 0,0-1,1 1,-1 0,1 0,-1-1,0 1,1 0,-1-1,0 1,1 0,-1-1,0 1,1 0,-1-1,0 1,0-1,1 1,-1 0,0-1,0 1,0-1,0 1,0-1,0 1,1-1,-1 1,0-1,-1 1,1-1,0 1,0-1,0 1,0 0,0-1,0 1,0-1,-1 1,1-1,0 1,0 0,-1-1,1 1,0-1,-1 1,1 0,0-1,-15-30,15 30,-14-24</inkml:trace>
  <inkml:trace contextRef="#ctx0" brushRef="#br0" timeOffset="4640.076">635 2835,'1745'-36,"-1306"18,-426 18,-1 1,1 0,0 0,-1 2,0-1,0 2,1-1,2 3,95 10,14 2,-165-1,38-16,0 0,0 0,1 0,-1 1,0-1,1 1,-1 0,1 0,0 0,0 0,0 0,0 0,0 0,0 1,0-1,1 1,-1-1,1 1,0 0,-1-1,2 1,-1 0,0 0,0 0,1 0,-1 0,1 0,0 0,0 0,0 0,1 2,-2 0,1 1,0-1,0 1,0-1,1 0,0 1,0-1,0 0,1 1,0-1,0 0,0 0,0 0,1 0,0-1,0 1,0-1,0 0,1 1,0-2,0 1,0 0,0-1,0 0,1 0,0 0,-1 0,5 1,0-1,-1-1,0 0,0 0,1-1,-1 0,1 0,0-1,-1 0,1 0,-1-1,1-1,-1 1,0-1,1 0,-1-1,0 0,-1-1,1 1,0-1,-1-1,0 0,0 0,0 0,2-3,0 1,0-1,-1 0,0-1,-1 0,0 0,-1 0,0-1,0 0,-1-1,0 1,0-1,-2 0,1 0,-1 0,-1 0,0-1,-2 6,1 0,-1 0,-1-1,1 1,-1 0,0 0,-1 0,1 0,-1 0,0 0,-1 0,0 1,0-1,0 1,0 0,-1 0,1 0,-2 0,1 1,0-1,-1 1,0 0,0 0,0 1,0 0,0 0,-3-1,0 0,0 0,0 0,-1 1,0 1,1-1,-1 1,0 1,0 0,0 0,0 1,0 0,0 0,0 1,0 0,0 1,0 0,0 0,-4 2,7-1,0-1,-1 1,1 0,0 1,0 0,1 0,-1 0,1 0,0 1,0 0,0 0,1 0,0 1,0-1,0 1,1 0,-1 0,1 1,1-1,0 0,-1 1,2 0,-1-1,1 1,0 0,0 0,1 0,0 0,1 0,-1 0,1-1,0 1,1 0,0 0,0-1,0 1,2 3,18 22</inkml:trace>
  <inkml:trace contextRef="#ctx0" brushRef="#br0" timeOffset="5096.886">3950 2621,'-21'116,"6"2,2 30,11-140,1 0,1 1,-1-1,1 0,1 1,-1-1,1 0,1 0,0 0,0 0,0 0,1 0,0 0,1-1,0 0,0 1,0-1,1-1,0 1,0-1,1 0,1 2,6-2,1 0,0-1,0 0,0-1,1-1,-1 0,1-1,0-1,0 0,0-1,-1-1,1 0,0-1,0 0,-1-1,0-1,1 0,3-3,0 1,0 0,0-1,-1-1,0 0,-1-1,0-1,0-1,-1 0,-1-1,13-13,-3-4</inkml:trace>
  <inkml:trace contextRef="#ctx0" brushRef="#br0" timeOffset="5366.058">3963 2969,'9'4,"10"3,13-4,13-6,7-4,7-7,-1-3,-4 0,-8 0,-12 3</inkml:trace>
  <inkml:trace contextRef="#ctx0" brushRef="#br0" timeOffset="5643.357">3830 2675,'14'-2,"15"-4,15-2,15-2,12-2,7-2,0 1,-8-1,-10 2,-15 3</inkml:trace>
  <inkml:trace contextRef="#ctx0" brushRef="#br0" timeOffset="5909.709">3897 2354,'11'-4,"18"-2,17-2,19-2,17 0,13 1,3 1,-3 2,-18 2</inkml:trace>
  <inkml:trace contextRef="#ctx0" brushRef="#br0" timeOffset="6724.581">5822 3745,'-5'9,"2"0,-1 0,1 0,0 0,1 1,0-1,1 1,0-1,0 1,1 0,0-1,1 1,0 0,0-1,1 1,0-1,1 1,0-1,1 0,0 0,0-1,1 1,0-1,0 0,1 1,0-4,1 1,-1 0,1-1,0-1,1 1,-1-1,1 0,-1-1,1 1,0-2,1 1,-1-1,0 0,1-1,-1 0,1 0,-1-1,1 0,-1-1,1 0,-1 0,1 0,-1-1,0-1,0 1,0-1,0-1,0 1,-1-1,1-1,-1 0,0 0,-1 0,1 0,-1-1,0 0,0-1,-1 1,0-1,0 0,-1-1,1-1,-1-4,-1-1,-1 0,-1 0,0 0,0 0,-1 0,-1 0,-1 0,0 0,0 0,-2 1,0-1,0 1,-1 0,-1 0,0 0,0 1,-2 0,1 0,-2 1,1 0,-2 0,1 1,-11-8,18 15,-1 0,0 0,0 0,0 0,-1 0,1 0,-1 1,0 0,1 0,-1 0,0 0,0 1,0-1,0 1,-1 0,1 0,0 0,0 1,-1 0,1 0,0 0,0 0,-1 0,1 1,0 0,0 0,-1 0,1 1,0-1,0 1,1 0,-1 0,0 0,1 0,-2 2,-4 8,0 0,1 1,1-1,0 1,1 1,0 0,1-1,1 2,0-1,1 0,0 1,1-1,1 1,0 4,-2 37</inkml:trace>
  <inkml:trace contextRef="#ctx0" brushRef="#br0" timeOffset="6977.904">5701 3316,'16'-6,"21"-6,25-1,20 0,12 3,4 2,-9 4,-18 2</inkml:trace>
  <inkml:trace contextRef="#ctx0" brushRef="#br0" timeOffset="7797.676">5996 5028,'2'-31,"3"-1,0 1,2 0,2 0,1 0,1 2,13-26,-23 52,7-16,39-70,-47 89,1 0,-1-1,0 1,0 0,1-1,-1 1,0 0,1-1,-1 1,0 0,1 0,-1-1,0 1,1 0,-1 0,0 0,1 0,-1 0,1-1,-1 1,0 0,1 0,-1 0,1 0,-1 0,1 0,-1 0,0 0,1 0,-1 1,1-1,-1 0,0 0,1 0,-1 0,0 1,1-1,-1 0,1 0,-1 1,0-1,0 0,1 0,-1 1,0-1,0 0,1 1,-1-1,0 0,0 1,0-1,1 1,-1-1,0 0,0 1,0-1,0 1,0-1,0 0,0 1,0-1,0 1,0-1,0 1,0-1,0 0,0 1,0-1,-1 1,6 143,-6-61,-1 28,5 1,9 38,-4-96</inkml:trace>
  <inkml:trace contextRef="#ctx0" brushRef="#br0" timeOffset="8479.886">6036 6151,'21'-6,"1"1,0 1,-1 1,1 1,1 1,15 1,-35-1,0 1,0 0,0-1,0 1,0 1,0-1,0 0,0 1,0-1,0 1,0 0,0 0,0 0,-1 1,1-1,0 1,-1-1,1 1,-1 0,0 0,1 0,-1 0,0 0,0 1,0-1,-1 1,1-1,0 1,-1 0,0-1,1 1,-1 0,-1 0,1 0,0 0,-1 0,1 0,-1 0,0 0,0 0,0 0,0 0,-1 1,-6 15,-1 0,-2 0,1-1,-2 0,-1-1,0 0,-1 0,-1-2,0 0,-3 2,-3 5,-105 124,124-145,-1 0,1 0,-1 1,1-1,0 0,-1 1,1-1,0 1,0 0,0-1,0 1,0 0,0 0,1-1,-1 1,1 0,-1 0,1 0,-1 0,1 0,0 0,0 0,0 0,0-1,0 1,1 0,-1 0,1 0,-1 0,1 0,0 0,-1-1,1 1,0 0,0 0,0-1,0 1,1-1,-1 1,0-1,1 0,-1 1,1-1,-1 0,1 0,0 0,-1 0,1 0,12 2,1 0,-1-1,0-1,1 0,-1-1,0-1,1 0,0-1,465-62,-367 48</inkml:trace>
  <inkml:trace contextRef="#ctx0" brushRef="#br0" timeOffset="9100.224">6143 7568,'33'-13,"0"1,0 1,1 3,1 0,29-1,-63 8,1 1,0-1,0 0,0 0,0 1,0-1,1 1,-1 0,0 0,0 0,0 0,1 0,-1 0,0 0,0 1,0-1,1 1,-1 0,0-1,0 1,0 0,0 0,0 1,-1-1,1 0,0 0,0 1,-1-1,1 1,-1 0,1-1,-1 1,0 0,0 0,0 0,1 1,-3 5,-1 1,1-1,-2 1,1-1,-1 0,0 0,-1 0,0-1,0 1,0-1,-1 0,-1 0,-3 5,4-5,-153 171,122-132,37-45,-1 0,0 0,0 0,0-1,1 1,-1 0,0 0,1 0,-1 0,1 0,-1-1,1 1,-1 0,1 0,-1-1,1 1,0-1,0 1,-1 0,1-1,0 1,0-1,-1 1,1-1,0 0,0 1,0-1,0 0,0 0,0 0,0 1,0-1,-1 0,1 0,1 0,-1 0,91 14,-77-14,0 0,-1 2,1 0,-1 0,0 2,1 0,-1 0,-1 1,1 1,-1 0,0 1,0 0,-1 1,0 1,8 7,-15-10,-1 0,1 1,-1 0,0 0,0 0,-1 1,0-1,0 1,-1-1,0 1,-1 0,1 0,-1 0,-1 0,0 0,0 0,0 0,-1 0,0 0,-1 0,0 0,0 0,-1 2,-5 12,0-1,-2 0,0 0,-2-1,0 0,-1-1,-9 10,6-8,0-2,-1 0,-1-1,-1-1,0-1,-1 0,-1-2,-1 0,0-1,0-1,-24 8,-7-6</inkml:trace>
  <inkml:trace contextRef="#ctx0" brushRef="#br0" timeOffset="9364.03">5888 7368,'-2'-7,"8"-9,15-6,19-7,22-2,20-1,15 3,8 6,-1 7,-8 7,-20 4</inkml:trace>
  <inkml:trace contextRef="#ctx0" brushRef="#br0" timeOffset="9963.743">5875 5857,'18'0,"20"-5,19-5,21-9,17-7,11-7,3-1,-8 2,-20 6</inkml:trace>
  <inkml:trace contextRef="#ctx0" brushRef="#br0" timeOffset="10451.048">6062 4440,'23'0,"26"-4,24-7,26-8,20-7,-9 0</inkml:trace>
  <inkml:trace contextRef="#ctx0" brushRef="#br0" timeOffset="11210.614">7092 3410,'-12'12,"1"0,0 1,1 0,1 0,0 1,-7 15,14-25,0 0,0 0,0 0,1 1,0-1,0 0,0 1,0-1,1 1,0-1,-1 0,2 1,-1-1,0 1,1-1,0 1,0-1,0 0,1 1,0-1,-1 0,1 0,1 0,-1 0,1-1,-1 1,3 1,5 3,-1-1,1-1,1 0,0 0,-1-1,1-1,1 0,-1 0,1-1,-1-1,1 0,0 0,0-1,0-1,0 0,0 0,0-1,0-1,0 0,7-3,-10 3,-1 0,1-1,-1 0,0-1,0 0,-1 0,1-1,-1 0,0 0,0 0,0-1,-1 0,0-1,0 1,0-1,-1 0,0-1,-1 1,0-1,0 0,0 0,-1 0,0-1,-1 1,0-1,0 1,-1-1,0 0,0 0,-1 0,0 1,-1-1,0 0,0 0,-1 1,0-1,-1 0,0 1,0 1,-1 0,0 0,0 0,-1 1,1-1,-2 1,1 0,-1 1,1-1,-1 1,-1 0,1 0,-1 1,0 0,0 0,0 1,-1 0,1 0,-1 1,1 0,-1 0,0 0,0 1,0 1,0-1,0 1,0 1,-2-1,1 1,0 0,-1 0,1 1,0 0,1 0,-1 1,0 0,1 1,-1 0,1 0,0 1,1-1,-1 2,1-1,0 1,0 1,1-1,-1 1,2 0,-1 0,1 1,0 0,0 0,1 0,-1 4,4-9,-1 1,1 0,1 0,-1-1,1 1,-1 0,1 0,0 0,0 0,1 0,-1-1,1 1,0 0,0 0,0-1,0 1,1 0,0-1,-1 1,1-1,1 0,-1 0,0 0,1 0,-1 0,1 0,0-1,0 1,0-1,2 2,32 18</inkml:trace>
  <inkml:trace contextRef="#ctx0" brushRef="#br0" timeOffset="11478.894">7600 3531,'23'-5,"30"-3,31-1,31-1,29 1,23 3,15 1,6 5,2 4,-6 6,-11 4,-17 4,-35-2</inkml:trace>
  <inkml:trace contextRef="#ctx0" brushRef="#br0" timeOffset="12227.028">7066 4707,'-3'-1,"0"0,0 0,0 0,1 1,-1-1,0 1,0 0,0 0,0 0,0 0,0 0,0 0,0 1,0 0,0-1,1 1,-1 0,0 1,0-1,1 0,-1 1,1-1,-1 1,1 0,0 0,0 0,0 0,0 0,0 0,0 1,0-1,1 1,-1-1,1 1,-1 1,-2 5,0 0,0 0,1 0,0 1,1-1,0 1,0-1,1 1,1 0,-1 3,2-6,-1-1,1 0,0 0,0 0,1 0,0-1,0 1,0 0,0-1,1 1,0-1,0 0,1 0,0 0,0 0,0-1,0 1,0-1,1 0,0-1,0 1,0-1,0 0,1 0,-1 0,1-1,-1 0,1 0,0 0,10 2,0 0,0-1,0-1,1 0,-1-2,0 1,0-2,1 0,-1-1,8-3,-6 1,0-1,0 0,0-2,-1 0,1-1,-2-1,10-6,-18 10,-1 0,-1 0,1 0,-1-1,0 0,0 0,-1 0,0-1,0 0,0 0,-1 0,0 0,0-1,-1 0,0 0,-1 0,1 0,-1-1,-2 3,0 0,0 0,0 0,0 0,-1 0,0 0,0 0,-1 0,0 0,0 0,0 0,-1 1,1-1,-1 1,-1 0,1 0,-1 0,0 0,0 1,0-1,-3-1,-3-3,0 2,0-1,0 1,-1 0,0 1,0 1,-1-1,1 2,-1 0,-1 0,6 1,0 1,0 0,0 1,-1 0,1 0,0 0,-1 1,1 0,0 0,-1 1,1 0,0 1,0-1,0 1,0 0,0 1,0 0,1 0,-1 1,1-1,0 1,0 1,0-1,0 1,1 0,0 0,0 1,0-1,1 1,0 0,0 1,0-1,1 0,0 1,0 1,-3 22</inkml:trace>
  <inkml:trace contextRef="#ctx0" brushRef="#br0" timeOffset="12476.435">7480 4774,'4'0,"14"0,21-5,27-5,27-7,27-1,26-1,19 0,11 5,8 5,-3 11,-9 8,-34 2</inkml:trace>
  <inkml:trace contextRef="#ctx0" brushRef="#br0" timeOffset="13247.978">7266 6018,'-5'-2,"1"0,-1 0,1 1,-1 0,1 0,-1 0,0 1,0-1,1 1,-1 0,0 1,0-1,1 1,-1 0,0 0,1 0,-1 1,1-1,-1 1,1 0,0 0,0 1,0 0,0-1,0 1,1 0,-1 1,0 0,-1 2,0 0,0 1,0-1,1 1,0 1,0-1,1 0,0 1,0 0,1-1,0 1,0 0,1 0,0 1,0-1,1 2,1 1,1 0,0 0,1 0,0 0,0-1,1 0,1 1,-1-1,2-1,-1 1,2-1,-1 0,1 0,0-1,1 0,0 0,0 0,1-1,0-1,0 0,1 0,-1 0,1-1,0-1,1 0,-1 0,1-1,0 0,0-1,0 0,0-1,0 0,0-1,0 0,0-1,0 0,0-1,0 0,0 0,0-1,-1-1,7-3,-10 3,0-1,-1 1,1-2,-1 1,0-1,-1 0,1 0,-1-1,0 1,-1-1,0 0,0 0,0-1,-1 1,0-1,0 0,-1 0,0 0,-1 0,1 0,-2 0,1 0,-1-1,0 1,-1 0,0 0,0 0,-1-1,1-1,-1 0,0 0,-1 0,0 1,0-1,-1 1,0 0,-1 0,0 0,-1 0,1 1,-2 0,1 0,-1 1,0 0,0 0,-1 0,0 1,0 0,-1 1,0 0,-7-3,9 6,0 0,0 1,0 0,0 1,0-1,0 1,0 1,0-1,0 1,1 0,-1 1,0 0,0 0,1 0,-1 1,1 0,0 0,0 0,0 1,0 0,1 0,-1 1,1 0,0 0,0 0,1 0,0 1,0-1,0 1,-2 5,-12 23</inkml:trace>
  <inkml:trace contextRef="#ctx0" brushRef="#br0" timeOffset="13534.298">7560 6191,'16'-2,"16"-1,15 0,17 0,18-1,21-2,21-5,20-3,17-3,16 1,13 1,7 3,1 3,-7 9,-37 3</inkml:trace>
  <inkml:trace contextRef="#ctx0" brushRef="#br0" timeOffset="14267.753">7493 7729,'-6'-4,"-1"1,0 0,0 0,0 1,0 0,0 0,0 1,0 0,-1 0,1 0,0 1,-1 0,1 1,0 0,-1 0,1 0,0 1,0 0,0 1,0-1,1 1,-1 0,1 1,-1 0,1 0,-2 2,1 4,0 1,1 0,0 0,1 1,0 0,1 0,0 0,1 0,0 0,1 1,0-1,1 1,1 0,0-1,0 1,2 1,-2-2,1 0,0 0,0 0,2 0,-1 0,2-1,0 1,0-1,1 0,0 0,0 0,2-1,-1 0,1 0,1-1,0 1,0-2,0 1,1-1,1 0,-1-1,1 0,1-1,8 4,-8-5,1-1,-1 0,1-1,0 0,-1-1,1-1,0 1,0-2,1 0,-1 0,0-1,0-1,0 0,-1 0,1-2,0 1,-1-1,0-1,0 0,0 0,-1-1,0-1,0 0,0 0,-1-1,0 0,0 0,-1-1,0-1,-1 1,0-1,0 0,-1-1,-1 1,0-1,0 0,1-7,-3 7,-1 1,0-1,-1 1,-1-1,1 0,-2 0,1 1,-2-1,1 0,-2 1,1-1,-1 1,-1 0,0 0,0 0,-1 0,0 1,-1 0,0 0,0 0,-1 1,0 0,0 0,-1 1,0 0,-1 0,1 1,-1 0,-1 0,1 1,-1 0,0 1,0 0,0 1,0 0,-1 0,1 1,-1 1,1 0,-6 0,9 1,-1 0,1 1,0 0,0 0,0 1,0 0,0 0,0 1,0 0,1 0,-1 1,1-1,0 1,0 1,0-1,1 1,-1 0,1 0,0 1,1 0,-1-1,1 1,0 1,1-1,0 1,0-1,0 1,1 0,-1 0,2 0,-1 4,2 23</inkml:trace>
  <inkml:trace contextRef="#ctx0" brushRef="#br0" timeOffset="14478.402">7894 8009,'30'5,"27"1,32 0,33-4,33-6,35-8,29-8,26-5,15-3,3 1,-11 2,-27 7,-53 5</inkml:trace>
  <inkml:trace contextRef="#ctx0" brushRef="#br0" timeOffset="17348.955">3883 5924,'-7'23,"1"1,1 0,0 1,2-1,1 1,1 0,1-1,1 1,2 0,0 0,1 24,-3 19,-2-59,-2-14,-1-18,4 22,-13-88,5 0,3-1,5-65,1 138,1 1,1-1,0 0,1 1,1 0,3-8,-7 21,0-1,1 1,-1-1,1 1,-1 0,1 0,0 0,1 0,-1 0,0 0,1 0,0 1,-1-1,1 1,0 0,0 0,1 0,-1 0,0 1,0-1,1 1,-1 0,1 0,0 0,-1 0,1 1,-1-1,1 1,0 0,-1 0,1 0,1 1,0 1,1 1,-1 0,0 0,0 0,0 1,0-1,-1 1,0 1,1-1,-1 0,-1 1,1 0,-1 0,0 0,0 0,0 1,-1-1,1 1,-2-1,1 1,0 0,-1 0,0 0,-1 0,1 0,-1 0,0 0,-1 0,1 0,-1 0,0 0,-1 8,-1-1,1 0,-2 0,0 0,-1 0,0 0,-1-1,0 0,-1 0,0-1,-1 0,0 0,-1-1,0 0,0 0,-1-1,-10 7,1-7,19-9,0 0,0 0,1-1,-1 1,0 0,0 0,0 0,0 0,0-1,0 1,0 0,0 0,0 0,0-1,0 1,0 0,0 0,0 0,0 0,-1-1,1 1,0 0,0 0,0 0,0 0,0-1,0 1,0 0,0 0,-1 0,1 0,0 0,0 0,0-1,0 1,0 0,-1 0,1 0,0 0,0 0,0 0,0 0,-1 0,1 0,0 0,0 0,0 0,-1 0,9-7,0 0,0 1,1 0,0 0,0 1,0 0,1 0,0 1,-1 1,11-3,-14 4,0 0,1 0,-1 0,0 1,1 0,-1 0,1 1,-1-1,0 1,1 1,-1 0,1-1,-1 2,1-1,-1 1,0 0,0 0,0 1,0 0,-1 0,1 0,-1 1,1-1,-1 1,0 1,-1-1,1 1,-1 0,0 0,0 0,0 0,-1 1,0-1,0 1,1 3,-4-1,-1 1,0 0,-1 0,1 0,-2-1,1 1,-1-1,-1 0,1 0,-1 0,-1 0,1-1,-1 1,-1-1,1 0,-1-1,0 1,-1-1,0-1,0 1,-2 0,-21 20,-1-1,-2-2,0-2,-1-1,-1-1,-27 10,43-24,12-5</inkml:trace>
  <inkml:trace contextRef="#ctx0" brushRef="#br0" timeOffset="17909.551">3883 7113,'-15'110,"-6"-1,-4 0,-5-2,-27 61,45-142,6-22,7-17,55-165,-39 135,121-313,-104 296,-33 59,0 1,-1 0,1 0,0 0,-1 1,1-1,0 0,-1 0,1 0,0 0,-1 1,1-1,0 0,-1 0,1 1,0-1,-1 1,1-1,-1 0,1 1,-1-1,1 1,-1-1,1 1,-1 0,0-1,1 1,-1-1,0 1,1 0,-1-1,0 1,0 0,0-1,0 1,1 0,-1-1,0 1,0 0,0 0,-1-1,1 1,0 0,0-1,0 1,0 0,0 0,28 246,-18-180,4 0,3 0,2-2,3 0,3-1,5 4,-14-38</inkml:trace>
  <inkml:trace contextRef="#ctx0" brushRef="#br0" timeOffset="18160.876">3843 7542,'16'-3,"19"-2,19-4,19-3,13-3,5-4,-5 2,-18 4</inkml:trace>
  <inkml:trace contextRef="#ctx0" brushRef="#br0" timeOffset="18847.257">488 7407,'35'11,"194"15,-199-24,796 16,-423-15,732 19,-934-17,-158 7,-68 4,-87 1,71-14</inkml:trace>
  <inkml:trace contextRef="#ctx0" brushRef="#br0" timeOffset="19538.538">836 5870,'15'6,"1"0,0-2,1 0,-1 0,1-2,-1 0,1-1,1-1,2 2,526 9,-427-11,43 0,167-2,0 14,120 28,-273-1,-156-31,-20-8,0 1,-1-1,1 0,0 0,0 0,0 0,-1 0,1 0,0 0,0 0,0 0,0 1,-1-1,1 0,0 0,0 0,0 0,0 1,0-1,0 0,-1 0,1 0,0 0,0 1,0-1,0 0,0 0,0 0,0 1,0-1,0 0,0 0,0 0,0 1,0-1,0 0,0 0,0 1,0-1,0 0,0 0,0 0,1 0,-1 1,0-1,-23-2,-31-19,46 15</inkml:trace>
  <inkml:trace contextRef="#ctx0" brushRef="#br0" timeOffset="20119.321">1825 5589,'5'22,"9"-3,1-1,1 0,1-1,0-1,1 0,0-1,2-1,-1-1,2-1,2 0,109 80,-128-89,-1 1,1-1,-1 1,1 0,-1 0,0 1,0-1,-1 0,0 1,1 0,-1-1,-1 1,1 0,-1 0,0 0,0 0,0 0,-1 1,0-1,0 0,0 0,0 0,-1 0,0 0,0 0,0 0,-1 0,0 0,0 0,0-1,-2 4,-14 24,-2 0,0-1,-3-1,0-1,-15 13,17-19,-251 267,189-205</inkml:trace>
  <inkml:trace contextRef="#ctx0" brushRef="#br0" timeOffset="20478.904">1491 7181,'16'7,"14"4,16 5,13 4,9 6,4 5,-2 4,-7 5,-16 6,-14 2,-23 6,-29 5,-31 6,-31 5,-30 2,-24-1,11-14</inkml:trace>
  <inkml:trace contextRef="#ctx0" brushRef="#br0" timeOffset="21980.751">8683 3277,'-1'-1,"1"1,0-1,-1 0,1 1,0-1,0 0,0 0,-1 1,1-1,0 0,0 0,0 0,0 1,1-1,-1 0,0 0,0 1,0-1,1 0,-1 1,0-1,1 0,-1 1,0-1,1 0,-1 1,1-1,-1 0,1 1,-1-1,1 1,0-1,-1 1,1 0,0-1,-1 1,1 0,0-1,-1 1,1 0,0 0,0-1,-1 1,1 0,0 0,0 0,-1 0,1 0,0 0,0 0,0 1,42 9,-41-9,115 39,-115-37,0-1,0 0,0 0,-1 1,1-1,-1 1,0 0,0-1,0 1,0 0,0 0,0 0,-1-1,0 1,1 0,-1 0,0 0,0 0,-1 0,1 0,-1 0,1-1,-1 1,0 0,0 0,0-1,0 1,-1 0,1-1,-1 1,1-1,-1 0,0 0,0 1,-2 0,-1 7,-7 15,-1-1,-1-1,-2-1,0 0,-1 0,0-2,-2 0,-1-2,0 0,-1-1,-1-1,-1-1,-18 10,0-9</inkml:trace>
  <inkml:trace contextRef="#ctx0" brushRef="#br0" timeOffset="22678.105">8683 4306,'17'19,"219"112,-221-122,-1 0,-1 1,0 1,0 0,-1 1,-1 1,0-1,-1 2,0-1,-1 1,0 1,-1 0,5 14,-12-21,-1 1,0-1,0 1,-1-1,0 0,0 1,-1-1,0 0,-1 0,0 0,0 0,-1 0,1-1,-2 0,1 1,-1-2,0 1,0 0,-1-1,0 0,0 0,-1-1,1 0,-1 0,0 0,-1-1,-3 2,-38 25,-1-2,-2-2,0-2,-54 16,48-20</inkml:trace>
  <inkml:trace contextRef="#ctx0" brushRef="#br0" timeOffset="23336.385">9057 5803,'1'1,"-1"-1,1 0,-1 0,1 0,-1 1,1-1,-1 0,1 0,-1 0,1 0,-1 0,1 0,-1 0,1 0,-1 0,1 0,-1-1,1 1,-1 0,1 0,-1 0,1 0,-1-1,1 1,-1 0,0-1,1 1,-1 0,1-1,-1 1,0 0,1-1,-1 1,0-1,0 1,1-1,-1 1,0 0,0-1,0 1,1-1,-1 1,0-1,0 1,0-1,0 1,0-1,0 0,0 1,0-1,0 1,0-1,-1 1,1-1,66 58,3-3,37 21,82 38,-185-112,1 0,-1 1,0-1,0 1,0 0,0 0,0 0,0 0,-1 1,1-1,-1 1,1 0,-1-1,0 1,0 0,0 0,-1 0,1 1,-1-1,1 0,-1 1,0-1,-1 1,1-1,0 1,-1-1,0 1,0-1,0 1,0-1,-1 1,1 0,-1-1,0 1,0 0,-8 8,0-1,0 0,-1-1,0 0,-1 0,0-1,-1-1,1 0,-7 3,9-5,-231 137,112-76</inkml:trace>
  <inkml:trace contextRef="#ctx0" brushRef="#br0" timeOffset="23977.524">9258 7635,'19'5,"321"98,-312-93,0 1,0 2,-1 0,-1 2,0 1,8 8,-30-22,-1 0,1 1,-1 0,0 0,0 0,0 0,0 0,-1 1,1-1,-1 1,0-1,0 1,0 0,-1 0,1 0,-1 0,0 0,0 1,0-1,-1 0,1 0,-1 1,0-1,-1 0,1 0,-1 1,1-1,-1 0,0 0,-1 0,1 0,-1 0,0 0,0 0,-2 3,-8 9,-1-1,0 0,-1-1,0 0,-1-1,-1-1,0 0,-1-1,-207 118,112-74</inkml:trace>
  <inkml:trace contextRef="#ctx0" brushRef="#br1" timeOffset="104583.995">4057 5134,'-69'-49,"-2"2,-3 4,-1 3,-2 3,-75-24,143 58,-155-61,-2 8,-3 7,-2 7,-68-3,103 20,-1 6,-1 7,-1 5,1 6,-138 18,152 10,0 6,2 6,2 5,-104 54,164-72,5-2,1 3,1 2,2 3,1 2,-43 37,47-33,3 1,0 2,3 2,2 1,1 3,3 0,2 3,1 0,4 2,1 1,3 1,2 1,-3 20,-1 68,6 1,7 0,6 1,9 83,-2-144,-1 53,12 313,-8-401,3 0,2-1,2-1,2 0,2 0,2-1,2-1,2-1,21 32,278 380,-221-298,71 98,-150-230,2-1,0-1,2-1,0-1,2-1,0-2,1 0,1-2,1-1,22 9,268 87,-220-81,3 3,0 2,0-4,3-5,0-4,1-5,47-1,-45-18,0-5,0-5,19-8,25-2,-4 5,-73 12,-1-3,-1-4,0-3,-1-3,0-4,-2-2,63-30,-43-3,-3-3,-3-5,-2-3,-3-3,-4-4,-50 51,19-18,42-34,-3-5,-3-3,-5-3,-3-3,56-93,-86 102,-3-2,-4-1,-3-2,-4-2,-4 0,-4-2,3-47,-8 15,-6-2,-5 1,-6-1,-5 1,-10-39,-6-10,-6 0,-23-55,37 172,-2 2,-3 0,-2 1,-2 1,-2 2,-2 0,-2 2,-3 1,-16-17,25 34,0 0,-2 2,-1 1,-1 1,-1 1,-2 2,1 1,-2 1,-1 2,0 1,-1 2,-1 1,0 1,0 3,-1 0,-20 0,19 7,-1 2,1 2,0 1,-10 4,25-3</inkml:trace>
  <inkml:trace contextRef="#ctx0" brushRef="#br1" timeOffset="117744.753">2680 5389,'-1'-19,"1"0,1 0,1 0,1 1,0-1,1 1,1-1,7-14,-8 20,48-142,-40 130,-5 25,-6 83,-48 561,43-547</inkml:trace>
  <inkml:trace contextRef="#ctx0" brushRef="#br1" timeOffset="118364.12">2587 6913,'-1'6,"0"1,1-1,0 0,0 1,1-1,-1 1,1-1,1 0,-1 0,1 1,0-1,1-1,-1 1,1 0,0 0,1-1,-1 0,1 0,0 0,0 0,1 0,0-1,-1 0,1 0,1 0,-1-1,0 1,1-1,0 0,0-1,0 0,0 0,0 0,0-1,0 1,1-1,-1-1,1 1,-1-1,0-1,1 1,-1-1,1 0,6-5,0 0,0-1,-1-1,0 0,0 0,-1-1,0-1,-1 0,0-1,0 1,-1-2,-1 1,0-1,0-1,-1 1,-1-1,0-1,-1 1,-1-1,0 0,0 0,-1 0,-1 0,-1 0,0-2,0 7,0-1,-1 1,0-1,-1 1,0-1,-1 1,1 0,-2 0,1-1,-2 1,1 1,-1-1,0 0,-1 1,0 0,0 0,-1 0,0 1,0 0,-1 0,1 1,-2-1,1 1,-1 1,0-1,0 2,0-1,-1 1,1 0,-1 1,0 0,-6-1,7 3,1 1,-1 1,1-1,0 1,0 0,-1 1,1 0,0 0,0 1,1-1,-1 1,0 1,1 0,0-1,0 2,0-1,0 1,1 0,0 0,0 0,-2 4,-9 10,2 1,0 1,2 0,0 1,-8 22,-26 74,8-2</inkml:trace>
  <inkml:trace contextRef="#ctx0" brushRef="#br2" timeOffset="162538.166">3135 5134,'-16'12,"-12"8,-10 9,-11 10,-7 7,-6 7,-4 5,-3 5,3 1,4-4,10-8,10-12,15-16,12-11</inkml:trace>
  <inkml:trace contextRef="#ctx0" brushRef="#br2" timeOffset="163119.031">2306 5041,'9'14,"10"11,13 8,15 6,17 4,19 3,15 2,9 2,3 2,-4 3,-9 2,-13-3,-20-1,-20-10</inkml:trace>
  <inkml:trace contextRef="#ctx0" brushRef="#br2" timeOffset="163919.249">3055 6392,'-16'13,"-17"12,-13 13,-12 11,-8 11,-7 9,-5 4,0 3,-1 3,4-1,8-5,11-6,12-9,15-12,11-15</inkml:trace>
  <inkml:trace contextRef="#ctx0" brushRef="#br2" timeOffset="164195.276">2239 6525,'16'9,"19"12,19 14,19 15,13 12,10 10,4 3,2 1,-6-2,-8-5,-11-9,-15-10,-18-13</inkml:trace>
  <inkml:trace contextRef="#ctx0" brushRef="#br2" timeOffset="165037.422">1183 5228,'-4'16,"-1"0,2-1,0 1,1 0,1 1,0-1,1 0,1 0,0 0,1 0,1 0,1 0,2 6,-3-13,0 0,1 0,0-1,0 1,1-1,0 0,0 0,1-1,0 0,0 0,1 0,0-1,0 1,1-2,0 1,0-1,0 0,0-1,1 0,0 0,0-1,0 0,3 0,-1-1,-1-1,1 0,0-1,0 0,0 0,-1-2,1 1,0-1,-1 0,1-1,-1-1,0 0,0 0,0 0,0-2,-1 1,0-1,0 0,-1-1,1 0,-1 0,-1-1,5-4,-1 0,0-1,-1 0,-1 0,0-1,0 0,-2-1,0 0,0 0,-2 0,0-1,0 0,-2 0,1-5,-3 7,-1 0,0 0,-1 1,0-1,-1 0,-1 0,0 1,-1-1,0 1,-1 0,-1 0,0 1,0 0,-2 0,1 0,-1 1,-1 0,0 0,-1 1,0 0,0 1,-1 0,0 1,-1 0,0 1,0 0,0 1,-1 0,-8-2,13 7,1-1,0 1,-1 1,1 0,0 0,-1 0,1 1,-1 0,1 0,0 1,0 0,0 0,0 1,0 0,0 0,1 1,0-1,-1 1,1 1,-1 1,-6 5,0 1,1 0,1 1,0 0,1 1,0 0,1 0,-2 7,-7 16,2 1,2 1,2 0,1 0,2 2,2-1,-1 25,-1 42</inkml:trace>
  <inkml:trace contextRef="#ctx0" brushRef="#br2" timeOffset="166235.23">1196 6712,'137'-319,"-104"232,-33 87,0 0,0 0,0 0,0 0,0 0,0 1,0-1,0 0,0 0,1 0,-1 0,0 0,0 0,0 1,0-1,0 0,1 0,-1 0,0 0,0 0,0 0,0 0,0 0,1 0,-1 0,0 0,0 0,0 0,0 0,1 0,-1 0,0 0,0 0,0 0,0 0,1 0,-1 0,0 0,0 0,0 0,0 0,0-1,1 1,-1 0,0 0,0 0,0 0,0 0,0 0,1 20,-1-18,8 337,8-119,-15-204</inkml:trace>
  <inkml:trace contextRef="#ctx0" brushRef="#br2" timeOffset="166486.555">1317 6913,'18'0,"15"0,16-2,13-6,10-3,1-2,-11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2:51.14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0 557,'51'-210,"32"-108,-71 289,-12 29,0 1,0-1,0 1,0-1,0 0,0 1,0-1,0 0,0 1,0-1,0 0,0 1,1-1,-1 0,0 1,0-1,0 0,1 1,-1-1,0 0,0 0,1 1,-1-1,0 0,1 0,-1 0,0 1,1-1,-1 0,0 0,1 0,-1 0,0 0,1 0,-1 0,0 0,1 0,-1 0,1 0,-1 0,0 0,1 0,-1 0,0 0,1 0,-1 0,0 0,1 0,-1-1,0 1,1 0,-1 0,0 0,1-1,14 310,-3 20,-19-262,1-49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2:51.41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1 144,'22'-12,"25"-7,23-6,19-3,12 3,5 6,-4 7,-11 9,-13 12,-21 5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2:52.65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1 869,'14'-4,"0"0,-1-1,1-1,-1 0,0 0,-1-2,1 1,-1-2,-1 1,0-2,0 1,-1-2,0 1,0-1,-1-1,-1 0,0 0,-1-1,0 1,-1-2,0 1,-1-1,-1 1,0-1,2-14,-5 26,-1 0,1-1,0 1,-1 0,1-1,-1 1,0-1,0 1,0-1,0 1,-1 0,1-1,0 1,-1-1,0 1,1 0,-1-1,0 1,0 0,-1 0,1 0,0 0,-1 0,1 0,-1 0,0 0,1 1,-1-1,0 0,0 1,0 0,0-1,0 1,-1 0,1 0,0 0,0 0,-1 1,1-1,-1 1,1-1,0 1,-1 0,1 0,-1 0,-5 2,1 1,-1 0,1 0,-1 1,1 0,1 0,-1 1,0 0,1 0,0 0,0 1,1 0,-1 0,1 0,1 1,-1-1,1 1,0 1,1-1,-1 0,2 1,-1 0,1-1,0 1,0 0,1 0,0 0,1 0,0 7,1-6,0 1,1-1,-1 1,2-1,0 0,0 0,0 0,1-1,1 1,-1-1,1 0,1 0,-1-1,1 1,1-1,-1 0,1-1,1 0,-1 0,1 0,0-1,0 0,0-1,1 0,0 0,8 2,-9-3,0 0,0 0,1-1,-1 0,1-1,-1 0,1 0,0-1,0 0,-1 0,1-1,-1 0,1-1,-1 0,1 0,-1-1,0 0,0 0,0-1,0 0,-1-1,1 1,-1-1,-1-1,1 1,-1-1,1 0,-2-1,3-2,37-77,-39 71,1 0,0 1,1-1,0 2,2-1,6-7,-14 18,1 1,0-1,0 1,0-1,0 1,0 0,0 0,1 0,-1 0,1 1,0 0,-1-1,1 1,0 1,0-1,-1 0,1 1,0 0,0 0,0 0,0 0,-1 1,1-1,0 1,0 0,-1 0,1 1,0-1,-1 1,1-1,-1 1,0 0,0 1,0-1,0 0,0 1,0 0,0 0,6 7,0 1,-1 0,0 1,-1 0,-1 0,0 0,0 1,-1-1,-1 2,0-1,-1 0,0 1,-1-1,-1 1,0 0,-1-1,0 1,-3 12,3-22,0-1,-1 1,1-1,-1 0,0 1,0-1,0 1,-1-1,1 0,-1 0,0 0,0 0,0 0,0 0,0-1,0 1,-1-1,0 1,1-1,-1 0,-2 1,4-3,-1-1,0 1,1-1,-1 0,0 1,1-1,-1 0,1 0,-1 0,1 0,-1 0,1-1,0 1,-1 0,1-1,0 1,0-1,0 1,0-1,0 1,1-1,-1 0,0 1,1-1,-1 0,1 1,0-1,-1 0,1 0,0 0,0 1,0-1,1-2,-2-24,1 0,1 0,2-1,0 1,2 1,2-1,0 1,2 0,1 0,1 1,10-17,181-415,-175 343,-28 115,1 0,0 1,0-1,-1 0,1 0,0 1,-1-1,1 0,0 0,-1 0,1 1,0-1,-1 0,1 0,-1 0,1 0,0 0,-1 0,1 0,-1 0,1 0,0 0,-1 0,1 0,-1 0,1 0,0 0,-1 0,1 0,0 0,-1 0,1-1,-1 1,1 0,0 0,-1 0,1-1,0 1,0 0,-1-1,1 1,0 0,0-1,-1 1,1 0,0-1,-8 24,1 0,1 1,1 0,1 0,1 0,2 0,0 6,0-17,-4 45,2 0,2 0,4 0,1-1,4 1,1-1,10 27,-17-75,1 0,0 1,0-1,1 0,0-1,1 1,0-1,0 1,1-2,0 1,0-1,0 1,1-2,0 1,1-1,0 0,0-1,0 1,0-2,1 1,0-1,0-1,0 1,0-1,0-1,1 0,-1 0,1-1,6 0,-8-2,0 0,1-1,-1 1,0-2,0 1,0-1,0-1,0 1,-1-1,1-1,-1 1,0-1,-1 0,1-1,-1 0,0 0,0 0,-1-1,0 1,4-9,1 0,-1-1,0 0,-2-1,0 0,-1 0,0-1,-2 0,0 0,0-3,-6 4,-7 35,4-2,0 0,2 0,0 1,1 0,0-1,2 1,0 0,0 0,4 14,-3-24,0 0,1 0,0 0,0-1,0 1,1 0,0-1,0 0,1 0,0 0,0 0,0 0,1-1,0 0,0 0,0 0,0 0,1-1,0 0,0 0,0-1,0 0,1 0,4 2,0-2,1-1,0 0,0-1,0 0,0 0,1-1,-1-1,0 0,0-1,0 0,-1-1,1 0,0-1,-1 0,0-1,0 0,4-3,29-18</inkml:trace>
  <inkml:trace contextRef="#ctx0" brushRef="#br0" timeOffset="283.77">816 253,'18'0,"25"0,27 0,27-2,24-6,16-5,6-6,-21 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2:49.45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187 241,'-8'1,"0"0,0 1,0-1,0 1,0 1,1 0,-1 0,1 0,0 1,0 0,0 0,0 1,1 0,0 0,0 0,0 1,1 0,0 0,0 0,0 1,1 0,0 0,0 0,0 0,1 1,1-1,-1 1,1 0,0 0,0 7,-3 8,1 0,1 0,1 1,1-1,1 0,1 1,1-1,2 1,0-1,7 20,-9-33,2 1,-1-1,1 0,1 0,0 0,0-1,1 0,0 0,1 0,-1-1,2 0,-1 0,1-1,0 0,1 0,0-1,0 0,0-1,1 0,0 0,0-1,0 0,0-1,5 1,-8-2,0-1,0-1,0 1,0-1,1 0,-1-1,0 1,0-1,0-1,0 0,-1 0,1 0,0-1,-1 1,1-2,-1 1,0-1,0 0,0 0,-1 0,0-1,1 0,1-2,2-5,0 1,0-1,-1-1,-1 0,0 0,-1 0,0-1,-1 0,-1 0,3-13,-2 7,0 0,-2-1,0 0,-1 0,-2 1,0-1,-1 0,-1 0,0 0,-2 1,-1 0,0-1,-2 2,0-1,-1 1,-1 0,-1 0,0 1,-6-5,13 18,-1 1,1-1,-1 1,-1 0,1 0,0 1,-1-1,0 1,0 0,0 0,0 1,0-1,-1 1,1 0,-1 1,0-1,1 1,-1 0,0 1,1-1,-1 1,0 0,0 1,0-1,1 1,-1 0,0 1,1-1,-1 1,1 0,0 0,-1 1,0 0,-2 4,-1 1,1 0,0 0,1 1,0-1,0 2,1-1,0 1,1 0,0 0,1 0,0 1,0-1,1 3,-5 17,1 0,2 0,1 1,0 17,2 16</inkml:trace>
  <inkml:trace contextRef="#ctx0" brushRef="#br0" timeOffset="288.229">668 763,'25'-498,"-18"419,-3 70,0 22,48 333,-27-170,-16-100</inkml:trace>
  <inkml:trace contextRef="#ctx0" brushRef="#br0" timeOffset="289.229">1563 402,'23'-2,"18"-4,15-2,8-2,5 0,0 2,-5 2,-9 3,-14 3,-14 3</inkml:trace>
  <inkml:trace contextRef="#ctx0" brushRef="#br0" timeOffset="290.229">1697 656,'22'2,"20"1,16-2,11-4,6-4,2-2,-13-1</inkml:trace>
  <inkml:trace contextRef="#ctx0" brushRef="#br0" timeOffset="291.229">2739 643,'55'-361,"-31"221,-17 134,-3 22,6 60,-4 0,-3 1,-4 6,1-20,0 211,0-244</inkml:trace>
  <inkml:trace contextRef="#ctx0" brushRef="#br0" timeOffset="292.229">3274 976,'-2'2,"1"0,-1-1,0 1,0-1,0 0,0 1,0-1,0 0,0 0,0 0,-1-1,1 1,0 0,-1-1,1 0,0 1,-1-1,1 0,0 0,-1 0,1 0,0-1,-1 1,1-1,0 1,-1-1,1 0,0 0,0 0,0 0,0 0,0-1,0 1,0 0,0-1,1 0,-1 1,0-1,1 0,-1 0,1 0,0 0,0 0,0 0,0 0,0 0,0-2,1 2,0-1,0 1,0-1,0 1,1-1,-1 1,1-1,0 1,0 0,0-1,0 1,0 0,0 0,1-1,-1 1,1 0,-1 0,1 1,0-1,0 0,-1 1,2-1,-1 1,0-1,0 1,0 0,0 0,1 0,-1 0,2 0,77-14,-78 15,0-1,1 1,-1 0,0 0,1 0,-1 1,0-1,1 1,-1-1,0 1,0 0,0 1,0-1,0 0,0 1,0 0,0-1,0 1,-1 0,1 0,-1 1,0-1,1 1,-1-1,0 1,0 0,-1-1,1 1,0 0,-1 0,0 0,0 0,0 1,0-1,-1 11,-1 0,0 0,-1 0,-1 0,0 0,-1-1,-1 1,0-1,0 0,-1-1,-1 1,0-1,-1-1,0 1,-1-1,0-1,-4 8,-1-1,0 0,-1-2,-1 1,0-2,-1 0,0-1,-1-1,-8 4,24-15,1 0,-1 0,1 0,-1 0,0-1,1 1,-1 0,0-1,1 1,-1-1,0 0,0 1,1-1,-1 0,0 0,0 0,0 0,1 0,-1-1,0 1,0-1,1 1,-2-1,3-1,0 0,0 1,1-1,-1 0,0 1,1-1,-1 0,1 1,0-1,-1 1,1-1,0 1,0-1,0 1,0 0,0-1,0 1,1 0,-1 0,0 0,1 0,-1 0,1-1,-2 2,11-8,0 0,1 1,-1 0,1 0,1 1,-1 1,1 0,0 1,0 0,1 1,-1 1,1 0,-1 0,1 2,0 0,-1 0,1 1,0 1,-1 0,1 1,-1 0,0 1,0 1,0 0,11 7,100 54,-120-65,-1 0,0 0,0 0,1-1,-1 0,0 0,1 1,-1-2,0 1,1 0,-1-1,0 0,0 1,0-1,1 0,-1-1,0 1,0-1,0 1,-1-1,1 0,0 0,-1 0,1 0,-1-1,1 1,-1-1,48-79,-42 62</inkml:trace>
  <inkml:trace contextRef="#ctx0" brushRef="#br0" timeOffset="293.229">4143 295,'14'4,"13"2,12 0,10-1,6-2,5-1,1-1,-2 2,-8 2,-9 5,-13 4,-10-2</inkml:trace>
  <inkml:trace contextRef="#ctx0" brushRef="#br0" timeOffset="570.474">4250 536,'14'6,"15"4,13-2,12-1,9-2,4-4,3-3,0-2,-4-4,-7 0,-13 2</inkml:trace>
  <inkml:trace contextRef="#ctx0" brushRef="#br0" timeOffset="748.768">4799 1,'6'10,"0"1,1-1,0-1,1 1,0-1,0-1,1 1,0-2,1 1,0-1,0-1,0 1,1-2,0 1,0-2,0 0,1 0,1 0,32 13,-21-9,0 2,0 0,-1 1,-1 2,12 8,-29-17,1 0,-1 0,0 1,0 0,-1 0,0 0,0 0,0 1,0 0,-1 0,0 0,0 0,-1 0,1 0,-2 1,1-1,-1 1,1 0,-2-1,1 1,-1 0,0-1,-1 4,-3 11,-2 0,0 0,-1-1,-1 1,-1-2,-1 1,-1-1,-1-1,0 0,-1 0,-1-2,-1 1,0-2,-1 0,0-1,-2 0,-29 22,6-8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2:54.95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1284,'2'-24,"0"0,2 0,1 1,1 0,3-7,1-6,46-184,-37 178,-18 41,-1 0,1 1,0-1,-1 0,1 1,0-1,0 0,0 1,-1-1,1 1,0-1,0 1,0 0,0-1,0 1,0 0,0 0,0 0,0-1,0 1,0 0,0 0,0 0,0 1,0-1,0 0,0 0,0 0,0 1,0-1,-1 1,1-1,0 1,0-1,0 1,0-1,-1 1,1 0,0-1,0 1,-1 0,1-1,-1 1,15 15,-2 0,0 0,-2 1,1 0,-2 1,0 1,-2 0,0 0,1 6,-7-21,1 2,-1 0,1 0,-1 0,0 1,-1-1,1 1,-1 0,-1-1,1 1,-1 0,0 0,-1-1,-1 8,2-13,-1 0,0 0,0 0,1 0,-1 0,0 0,0 0,0-1,0 1,-1 0,1 0,0-1,0 1,0-1,-1 1,1-1,0 1,0-1,-1 0,1 0,0 0,-1 1,1-1,0 0,-1-1,1 1,0 0,0 0,-1-1,1 1,0 0,0-1,-1 1,1-1,0 0,0 1,0-1,0 0,0 0,0 0,0 1,0-1,0 0,0 0,0-1,1 1,-1 0,0 0,1 0,-1 0,1-1,-1 1,1 0,0 0,-1-2,-1 0,-1-1,1 1,0-1,0 1,1-1,-1 0,1 0,0 1,0-1,0 0,0 0,1 0,-1 0,1-1,0 1,0 0,1 0,-1 0,1 0,0 0,0 0,0 0,1 1,-1-1,1 0,0 1,0-1,0 1,1-1,-1 1,1 0,0 0,0 0,0 0,0 1,0-1,0 1,1 0,3-2,6 1,1 1,-1 0,1 1,0 1,-1 0,1 1,-1 0,9 2,-14 0,0-1,0-1,0 0,0 0,0 0,0-1,1 0,-1-1,0 1,0-2,0 1,0-1,0 0,0-1,-1 0,1 0,-1-1,0 0,1 0,-2-1,1 1,-1-1,1-1,-1 0,-4 4,0 0,-1 0,1 0,-1 0,0 0,1 0,-1 0,0 0,0 0,0-1,-1 1,1 0,-1-1,1 1,-1 0,0-1,0 1,0-1,0 1,0-1,0 1,-1 0,1-1,-1 1,0 0,1-1,-1 1,0 0,0 0,-1 0,1 0,0 0,-1 0,1 0,-1 0,0 0,0 1,1-1,-1 1,0-1,0 1,-1 0,1 0,0 0,0 0,0 0,-1 0,1 0,0 1,-1-1,1 1,-1 0,1 0,-1 0,-1 0,-2 1,0 1,0 0,0 0,0 0,0 1,0 0,1 0,-1 0,1 1,0 0,0 0,0 0,1 1,-1-1,1 1,0 0,0 1,1-1,0 0,0 1,0 0,0 0,1 0,0 0,0 0,1 0,0 1,0-1,0 0,1 1,0-1,0 0,0 1,1-1,0 0,2 7,-1-6,0 0,0-1,1 1,0 0,0-1,1 1,-1-1,1 0,1-1,-1 1,1-1,0 1,0-1,1-1,-1 1,1-1,0 0,0 0,1-1,-1 0,1 0,-1 0,1-1,3 1,4 0,0 0,0-1,0-1,0 0,0-1,0 0,0-1,0-1,0 0,-1-1,1 0,2-2,8-4,0 0,-1-2,0-1,0-1,-2-1,1 0,-2-2,0-1,-1 0,-1-1,0-1,-2-1,0 0,-1-1,-1-1,-1 0,-1-1,-1-1,-1 1,-1-2,-2 1,0-1,1-13,-2 9,-1-1,-1 1,-2-1,-1 0,-2 0,0 0,-2 0,-2 1,0-1,-2 1,-6-16,13 42,-1 1,1-1,-1 0,0 1,0-1,0 1,0-1,0 1,-1-1,1 1,0 0,-1 0,0 0,0 0,0 0,0 0,0 0,0 0,0 1,0-1,-1 1,1 0,0-1,-1 1,1 0,-1 0,0 1,1-1,-1 1,0-1,1 1,-1 0,0 0,0 0,1 0,-1 0,0 1,-2 3,0 1,0 0,1 0,-1 1,1-1,1 1,-1 0,1 0,0 0,0 1,1-1,0 0,-1 3,-13 47,2 1,3 1,3-1,2 2,1 43,4-80,0 190,2-193,1 0,1 0,1 0,1-1,0 1,1-1,1 0,1-1,9 15,-13-25,1 0,0 0,1-1,0 0,0 0,0 0,0 0,1-1,0 0,0-1,1 0,-1 0,1 0,0-1,0 0,0-1,0 1,1-2,-1 1,1-1,-1 0,1-1,-1 0,1-1,3 0,3-1,-1 0,0-2,1 0,-2 0,1-1,0-1,-1 0,0-1,-1 0,1-1,-2 0,1-1,-1-1,5-5,-6 5,-1 0,-1-1,0 0,0-1,-1 0,-1 0,0 0,0-1,-1 1,-1-2,0 1,-1 0,0-1,-1 1,-1-1,0 0,-1-6,-16-28,16 47,-1 0,1 1,-1-1,0 0,1 0,-1 0,0 1,0-1,1 0,-1 1,0-1,0 1,0-1,0 1,0-1,0 1,0-1,0 1,0 0,0 0,0 0,0 0,0-1,0 1,0 0,0 1,0-1,0 0,0 0,0 0,0 1,0-1,0 0,0 1,0-1,0 1,0-1,0 1,0-1,1 1,-1 0,0 0,0-1,0 1,-5 9,-1-1,1 1,1 0,0 1,0-1,1 1,1 0,0 0,0 0,1 1,0-1,1 1,0-1,1 8,-1-11,0 0,1 0,0 0,0 0,1 0,0 0,0 0,1 0,0-1,0 1,1 0,0-1,0 1,1-1,0 0,0 0,0-1,1 1,0-1,1 0,-1 0,1-1,6 5,30 10,-1-8</inkml:trace>
  <inkml:trace contextRef="#ctx0" brushRef="#br0" timeOffset="485.875">1979 910,'-13'0,"-1"1,1 0,0 1,-1 1,1 0,0 1,0 0,0 1,-5 2,14-4,-1-1,0 1,0 0,1 0,0 0,0 1,0-1,0 1,0 0,1 0,-1 0,1 1,0-1,0 1,1 0,0 0,-1 0,2 0,-1 0,0 0,1 0,0 1,1-1,-1 4,1-4,0 0,1-1,0 1,0 0,0-1,0 1,1-1,-1 1,1-1,1 0,-1 1,0-1,1-1,0 1,0 0,0 0,0-1,1 0,-1 0,1 0,0 0,0 0,0-1,0 0,2 1,9 4,0-1,0 0,0-1,1 0,0-2,13 2,-8-2,1-1,0-1,0-1,0-1,0-1,0-1,-1-1,0-1,1-1,-2-1,1 0,-1-2,0 0,-1-1,0-1,0-1,-1-1,-1 0,0-1,-1-1,-1-1,0 0,-1-1,4-7,9-23,-2 0,-2-1,-2-1,-3-2,-1 0,-3 0,-2-1,-3-1,-2 0,0-38,-5 74,7-63,-3-1,-4-62,-2 144,-1-1,1 0,-1 0,1 0,0 1,-1-1,1 0,-1 0,1 0,0 0,-1 0,1 0,-1 0,1 0,0 0,-1 0,1 0,-1 0,1 0,0 0,-1 0,1 0,-1 0,1-1,0 1,-1 0,1 0,-1-1,1 1,0 0,0 0,-1-1,1 1,0 0,-1-1,1 1,0 0,0-1,-23 66,4 0,2 1,-6 62,22-127,-14 81,2-1,5 2,3-1,4 51,3-111,1 0,0-1,2 1,0-1,1 0,7 13,-10-26,0 0,1 0,0-1,1 0,0 1,0-2,0 1,1-1,0 0,0 0,1 0,-1-1,1 0,0 0,1-1,-1 0,1 0,2 0,-7-3,1 1,-1-2,0 1,1 0,-1-1,0 1,1-1,-1 0,0 0,1 0,-1-1,1 1,-1-1,0 0,1 1,-1-2,0 1,0 0,0-1,0 1,0-1,0 0,0 0,-1 0,1 0,-1-1,1 1,-1-1,0 1,0-1,1-1,14-27</inkml:trace>
  <inkml:trace contextRef="#ctx0" brushRef="#br0" timeOffset="1219.484">2100 589,'3'6,"2"1,-1-1,1-1,0 1,0 0,0-1,1 0,0-1,0 1,0-1,0 0,1 0,-1-1,1 0,0 0,0-1,0 1,1-2,-1 1,0-1,7 0,81 15,0-5,0-4,1-5,0-3,52-9,-77 6,156-9,-284 31,40-12,0 1,0 1,1 0,1 2,-1-1,1 2,1 0,0 1,1 0,0 1,0 0,2 1,0 1,0-1,1 2,1 0,1 0,0 0,1 1,1 0,1 1,4-16,0 1,0-1,1 1,-1 0,1-1,-1 1,1 0,0-1,0 1,1 0,-1 0,1-1,-1 1,1-1,0 1,0 0,0-1,0 0,0 1,0-1,1 0,-1 1,1-1,0 0,-1 0,1 0,0 0,0-1,1 1,-1 0,0-1,0 0,1 1,-1-1,1 0,-1 0,1-1,-1 1,1 0,0-1,-1 1,1-1,0 0,-1 0,1 0,0 0,-1-1,1 1,0-1,-1 0,1 1,15-9,0 0,-1-1,0-1,0 0,-2-1,1-1,-1-1,-1 0,-1-1,0 0,10-16,56-77,-66 92,-13 16,1 0,-1 0,0 0,1 0,-1 0,1-1,-1 1,0 0,1 0,-1 0,0 0,1 0,-1 1,1-1,-1 0,0 0,1 0,-1 0,0 0,1 0,-1 1,0-1,1 0,-1 0,0 0,1 1,-1-1,0 0,0 1,1-1,-1 0,0 0,0 1,0-1,1 0,-1 1,0-1,0 0,0 1,0-1,0 1,0-1,0 0,0 1,0-1,0 0,0 1,0-1,0 1,0-1,0 0,0 1,0-1,0 0,0 1,-1-1,1 0,0 1,0-1,0 1,1 79,-2-65,0 0,1 0,0 1,2-1,-1 0,2 0,0 0,1-1,0 1,1-1,1 1,0-2,5 8,-9-18,0 0,0-1,0 1,1 0,-1-1,1 1,0-1,0 0,0 0,0 0,0 0,0-1,1 1,-1-1,0 0,1 0,-1 0,1 0,-1-1,1 1,0-1,-1 0,1 0,-1 0,1-1,0 1,-1-1,1 0,-1 0,1 0,-1 0,0-1,3-1,5-2,-1-2,0 1,-1-1,1 0,-1-1,-1 0,0-1,0 0,6-9,11-24,-2-1,-3-1,-1 0,-2-2,-2 0,-2-1,-2 0,2-32,10-51,-6 0,-2-61,-14 182,-8-100,7 108,0 0,0 0,-1 1,1-1,0 0,0 1,-1-1,1 0,-1 0,1 1,0-1,-1 1,1-1,-1 0,1 1,-1-1,0 1,1-1,-1 1,0 0,1-1,-1 1,0 0,1-1,-1 1,0 0,0 0,1-1,-1 1,0 0,0 0,0 0,1 0,-1 0,0 0,0 0,1 1,-1-1,0 0,0 0,1 1,-1-1,0 0,1 1,-1-1,0 0,1 1,-1-1,0 1,1-1,-1 1,1 0,-1-1,1 1,-1-1,1 1,0 0,-1-1,1 1,0 0,-1 0,1-1,0 1,0 0,0 0,-10 15,1 0,0 0,2 1,0 0,1 0,-1 5,-9 27,2-1,2 2,2 0,3 0,2 1,2 0,2 0,2 0,3-1,1 1,8 23,-10-58,1-1,1 0,0 0,1-1,0 1,1-1,1 0,0-1,1 0,1-1,0 1,0-2,1 1,0-2,3 2,-13-11,1 0,0 1,-1-1,1 0,0 0,0 0,0-1,0 1,-1 0,1-1,0 1,0-1,0 0,0 0,0 1,1-1,-1 0,0-1,0 1,0 0,0-1,0 1,-1-1,1 1,0-1,13-11</inkml:trace>
  <inkml:trace contextRef="#ctx0" brushRef="#br0" timeOffset="1487.901">3236 335,'14'12,"20"5,25 1,23-6,18-7,7-4,-14-3</inkml:trace>
  <inkml:trace contextRef="#ctx0" brushRef="#br0" timeOffset="1696.341">3904 857,'-10'27,"0"2,2-1,0 1,-1 25,8-52,0 1,1-1,0 0,-1 1,1-1,0 1,0-1,0 1,1-1,-1 0,1 1,-1-1,1 0,0 1,0-1,0 0,0 0,0 0,0 1,1-1,-1 0,1-1,-1 1,1 0,0 0,0-1,0 1,-1-1,2 0,-1 1,0-1,0 0,0 0,0 0,1-1,-1 1,0 0,1-1,-1 0,1 1,-1-1,1 0,-1 0,0 0,1-1,9-2,0-1,-1 0,1-1,-1 0,0-1,-1 0,1 0,-1-1,-1-1,1 0,-1 0,-1-1,1 0,-1 0,-1-1,0 0,0-1,-1 1,-1-1,0 0,0-1,-1 1,0-1,-1 0,0 1,0 0,-1-1,0 1,-1-1,-1 0,0 0,0 1,-1-1,0 1,-3-8,3 15,1 0,-2 0,1 0,0 0,-1 0,0 1,0-1,0 0,0 1,0 0,-1-1,0 1,1 0,-1 0,0 1,-1-1,1 0,0 1,-1 0,1 0,-1 0,0 0,0 1,1-1,-1 1,0 0,0 0,0 1,-1-1,1 1,-1 0,-6 2,0 0,0 2,0-1,0 1,1 1,-1 0,1 0,0 1,1 1,0-1,0 2,0-1,1 1,0 0,0 1,1 0,0 0,0 1,1-1,1 1,-4 9,5-13,0-1,0 1,1 0,0 0,0 0,1 0,-1 0,1 1,1-1,-1 1,1-1,0 1,1 0,0 0,0-1,0 1,1 0,0-1,0 1,0 0,1-1,0 0,1 1,0 1,16 12</inkml:trace>
  <inkml:trace contextRef="#ctx0" brushRef="#br0" timeOffset="1981.578">4199 268,'-16'0,"-12"3,-6 7,-2 8,2 12,5 10,9 9,7-4</inkml:trace>
  <inkml:trace contextRef="#ctx0" brushRef="#br0" timeOffset="1982.578">4265 1058,'18'13,"16"10,15 2,13-2,14-5,15-13,12-17,7-19,-16-4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3:06.26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1 198,'267'-72,"-38"26,-153 35,183-21,247-5,-280 42,223 17,-71 33,-321-46,-1 2,-1 3,0 2,-1 3,-1 2,44 24,141 87,125 106,-222-166,-96-52,-1 3,0 1,17 15,-17-10,2-3,0-1,30 10,11 6,172 79,-183-93,2-4,0-2,26 0,45 12,249 74,31-42,58-31,-21-24,74-3,-341-9,416-30,-472 21,1194-115,-1235 120,-101 7,0-1,0 0,0 0,1 0,-1 0,0 0,0 0,0 0,0 0,0 0,0 0,0-1,0 1,0 0,0-1,0 1,0-1,0 1,0-1,0 0,0 1,0-1,0 0,-1 0,1 1,0-1,0 0,-1 0,1 0,-1 0,1 0,-1 0,1 0,-1 0,0 0,1 0,-1-1,-3-9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3:07.12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 9,'-4'-4,"-2"0,0 3,6 7,8 7,10 3,13 3,11 4,9-1,6 1,0 2,-4 0,-12 5,-17 7,-27 8,-39 13,-52 14,-10-5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7:51.09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424 31,'-36'-9,"1"2,-2 1,1 2,0 1,-1 2,-20 2,50 0,0 0,0 0,1 1,-1 0,1 0,-1 0,1 1,0 0,0 0,0 1,0-1,1 1,-1 0,1 1,0 0,1-1,-1 2,1-1,0 0,0 1,0 0,1 0,0 0,0 0,0 0,1 1,-1 3,0 9,0 0,1 0,1 1,0-1,2 1,0-1,2 0,0 1,1-1,1 0,0-1,2 1,0-1,1-1,1 1,0-1,1-1,1 1,1-2,13 14,-14-17,1-1,1-1,0 0,0-1,1 0,0-1,0 0,1-1,0-1,0 0,1-1,-1-1,1-1,0 0,0-1,7 0,4-1,0-1,0-2,0 0,0-2,-1-1,1-1,-1-2,0 0,8-5,39-19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7:51.34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25 193,'-2'21,"-3"17,-1 15,1 11,1 9,1 2,4 1,3-3,4-8,3-11,1-11,1-14,4-11,0-13,-3-9</inkml:trace>
  <inkml:trace contextRef="#ctx0" brushRef="#br0" timeOffset="246.343">79 166,'-27'-166,"37"183,20 46,3-3,2 0,3-3,2-1,2-1,3-3,32 27,147 132,-221-210,0 1,-1 1,0-1,1 0,-1 1,0-1,0 1,0 0,-1-1,1 1,-1 0,1 0,-1 0,0 0,0 1,0-1,-1 0,1 0,-1 0,0 1,0-1,0 0,0 1,0-1,-1 0,0 0,1 0,-1 1,0-1,0 0,-1 0,1 0,-2 2,-9 7,0 0,0-1,-1 0,0-1,-1-1,0 0,0-1,-1-1,0 0,-4 1,5-2,-158 68,93-43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7:50.3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232 164,'0'18,"0"15,0 16,0 13,2 9,1 7,0 1,-1-3,0-9,-1-8,-1-12,1-14</inkml:trace>
  <inkml:trace contextRef="#ctx0" brushRef="#br0" timeOffset="368.557">139 57,'0'-2,"0"0,-1 0,1-1,0 1,1 0,-1 0,0 0,1 0,-1 0,1 0,0 0,-1 0,1 0,0 0,0 0,0 1,0-1,1 0,-1 1,0-1,1 0,0 1,-1 0,1-1,0 1,-1 0,1 0,0 0,0 0,0 0,0 0,0 1,0-1,0 1,0-1,0 1,0 0,0 0,0 0,0 0,1 0,-1 0,0 1,8 5,0 1,0 0,-1 1,0 0,0 1,-1 0,0 0,0 1,-1 0,-1 0,3 6,-7-14,26 43,-2 2,-2 1,-2 1,-3 0,-1 2,-3 0,-2 0,1 16,-10-42,-1-1,-1 0,-1 1,-1-1,-2 3,2-20,-1 0,0 0,0 0,-1 0,0 0,-1 0,1 0,-1-1,0 1,-1-1,0 0,0 0,0 0,-1 0,1-1,-1 0,-1 0,1 0,-3 1,-10 3,0-1,-1-1,-1-1,1-1,-1 0,0-1,0-2,0 0,0-1,0 0,0-2,-11-2,4 3,-89-6,103 2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7:53.17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1912 1,'0'132,"13"599,4-52,-6-534,6 0,29 108,51 415,-68-430,11 171,-15 140,15 388,-40-317,3-542,3 0,4 0,3 2,-9-63,-1-8</inkml:trace>
  <inkml:trace contextRef="#ctx0" brushRef="#br0" timeOffset="1951.12">1899 28,'250'-21,"-125"15,0 5,1 6,24 9,-4-1,-1-7,1-5,48-11,16-2,1 10,46 11,169 10,-393-20,0 2,-1 1,1 1,-1 2,0 2,25 8,54-6,-107-6,0 0,-1 0,1 1,-1-1,1 1,-1 0,0 0,-1 0,1 0,-1 0,0 1,0-1,0 1,0-1,-1 1,0 0,0 0,0-1,-1 1,1 0,-1 0,0 0,0 0,-1 0,0 0,0-1,-1 5,1 10,3 36,2 0,3-1,2 1,6 15,23 152,-10 2,-8 36,0-77,7-1,18 42,-4 7,-11 1,-5 76,34 227,6 91,-41 38,10-199,-20 24,-1-159,14 288,-23-561,-1-55,0-7</inkml:trace>
  <inkml:trace contextRef="#ctx0" brushRef="#br0" timeOffset="3269.037">2247 5843,'-12'162,"11"-123,1 99,5 1,23 124,-26-249,0 1,0 1,0-1,2 0,0-1,0 1,2-1,0 0,0 0,2 2,-6-14,0 0,0 0,0 0,-1 0,2 0,-1-1,0 1,0-1,0 1,1-1,-1 0,1 0,-1 0,1 0,-1-1,1 1,0-1,-1 1,1-1,0 0,-1 0,1 0,0 0,-1-1,1 1,1-1,70-26,-57 19,27-11,1 2,1 2,0 2,1 2,44-4,69 3,69 7,-8 0,103-13,-16 0,1 12,88 19,32-1,-330 3,-92-16,-5-1</inkml:trace>
  <inkml:trace contextRef="#ctx0" brushRef="#br0" timeOffset="4621.932">0 5804,'157'-7,"69"-14,-183 17,116-14,80-9,109 8,421 8,-600 34,-158-23,-4-2</inkml:trace>
  <inkml:trace contextRef="#ctx0" brushRef="#br0" timeOffset="5265.768">2888 5362,'-23'1,"0"2,1 0,-1 1,0 1,1 2,0 0,0 1,1 1,0 1,1 1,0 1,-10 8,27-19,1 0,-1 0,1 1,0-1,0 1,0-1,0 1,0-1,0 1,0 0,0 0,1 0,-1 0,1 0,-1 1,1-1,0 0,0 1,0-1,0 0,0 1,1-1,-1 1,1 0,-1-1,1 1,0-1,0 1,0 0,1-1,-1 1,1-1,-1 1,1-1,0 1,0-1,0 1,1 1,7 4,1-1,0 0,0-1,0 0,1-1,0 0,0 0,0-1,1-1,-1 0,5 1,21 7,-15-4,1 1,-2 0,1 2,-1 1,15 10,-30-16,0-1,0 1,-1 0,1 0,-1 0,0 1,0 0,-1 0,0 0,0 1,0-1,-1 1,0 0,-1 0,1 0,-1 0,0 1,-1-1,0 1,0-1,-1-2,1 0,-1-1,0 1,-1 0,1-1,-1 1,0 0,0-1,0 1,-1-1,0 0,1 1,-2-1,1 0,0 0,-1 0,0-1,0 1,0-1,0 1,0-1,-1 0,0 0,1 0,-1-1,0 1,0-1,0 0,-1 0,1-1,-1 1,1-1,-1 0,1 0,-1 0,-1-1,-16 3,0-2,-1-1,1 0,0-2,0 0,0-2,0 0,0-2,-8-3,53 8,0 4</inkml:trace>
  <inkml:trace contextRef="#ctx0" brushRef="#br0" timeOffset="5588.905">3142 5736,'0'6,"1"0,-1-1,1 1,1 0,-1 0,1-1,0 1,0-1,0 1,1-1,0 0,0 0,0 0,1 0,0-1,0 1,0-1,0 0,0 0,1-1,0 1,0-1,0 0,0 0,0-1,1 0,5 2,2 1,0-1,1-1,0 0,-1-1,1 0,0-1,0-1,0 0,0-1,0 0,6-2,-12 1,1 0,-1-1,0 0,0 0,-1 0,1-1,-1 0,1-1,-1 0,-1 0,6-5,-9 8,-1-1,1 1,-1-1,0 0,0 0,0 0,0 0,0-1,-1 1,1 0,-1-1,0 1,0-1,0 1,-1-1,1 0,-1 1,0-1,0 0,0 1,0-1,-1 0,1 1,-1-1,0 1,0-1,-1 1,0-2,-3-4,-1 0,0 1,0 0,-1 0,0 0,0 0,-1 1,0 1,-1-1,1 1,-1 1,0 0,-1 0,1 0,-1 1,0 1,0 0,0 0,-1 1,3 1,1 0,-1 1,0 0,1 0,-1 1,1 0,-1 0,1 1,-1 0,1 0,0 1,0 0,0 0,0 1,0 0,1 0,-1 0,1 1,1 0,-1 0,-1 1,-22 24</inkml:trace>
  <inkml:trace contextRef="#ctx0" brushRef="#br0" timeOffset="6720.976">80 4426,'105'-8,"164"6,31 13,-103-2,274 0,-322 7,85 3,-60-33,-14 15,-147 1,-13 1</inkml:trace>
  <inkml:trace contextRef="#ctx0" brushRef="#br0" timeOffset="7320.376">2808 4012,'-15'1,"1"1,0 1,0 0,0 1,0 0,1 1,-1 0,1 2,1-1,-1 1,1 1,0 1,1-1,0 2,0-1,1 2,1-1,-1 1,-2 6,9-15,1 1,-1-1,1 1,0 0,0-1,0 1,0 0,0 0,1 1,-1-1,1 0,0 0,0 1,0-1,1 1,-1-1,1 1,0-1,0 1,0-1,0 1,0-1,1 1,0-1,-1 0,1 1,1-1,-1 0,0 1,1-1,0 0,-1 0,1 0,1-1,0 3,12 5,-1-1,1 0,1-2,-1 1,2-2,-1 0,0-1,10 2,-3-1,16 5,-22-7,0-1,-1 2,0 0,0 1,0 1,-1 0,0 1,-1 0,1 1,-2 1,1 1,-1 0,7 8,-18-17,-1 1,1-1,0 1,-1 0,0-1,0 1,0 0,0 0,0 0,0-1,-1 1,1 0,-1 0,0 0,0 0,0 0,0 0,-1 0,1 0,-1 0,0 0,0 0,0 0,0-1,0 1,0 0,-1-1,1 1,-1-1,0 1,0-1,0 0,0 0,0 0,0 0,-1 0,1 0,-1-1,1 1,-1-1,0 0,-1 1,-21 8,0-2,-1 0,0-2,0 0,0-2,0-1,-1-2,0 0,-24-3,44 2,-36-2,56 2,6 0</inkml:trace>
  <inkml:trace contextRef="#ctx0" brushRef="#br0" timeOffset="7620.576">3236 4480,'11'-65,"-2"0,-4 0,-2-1,-4-2,7 159,3 0,15 61,29 26,-36-139</inkml:trace>
  <inkml:trace contextRef="#ctx0" brushRef="#br0" timeOffset="8888.731">4385 1164,'-4'17,"0"0,1 0,1 0,1 0,0 0,2 0,1 15,-1-24,1-1,-1 1,2-1,-1 1,1-1,0 0,0 0,1 0,0-1,0 1,1-1,0 0,0 0,0-1,1 1,-1-1,1 0,4 2,-4-3,0 0,0 0,0-1,1 0,-1 0,1 0,0-1,0 0,0 0,0-1,0 0,0 0,0-1,0 1,1-2,-1 1,0-1,0 0,0 0,0-1,0 0,0 0,-1-1,1 0,-1 0,1 0,-1-1,0 0,0 0,-1-1,1 0,-1 0,0 0,0 0,2-4,-1-3,-1 0,1 0,-2-1,0 0,0 1,-1-1,-1-1,0 1,-1 0,0 0,-1-1,-1 1,0 0,-1-1,0 1,-1 0,0 0,-1 1,-1-1,0 1,0 0,-6-8,9 14,-1 1,0-1,-1 1,1 0,-1-1,0 2,0-1,-1 0,1 1,-1 0,0 0,0 0,0 1,-1-1,1 1,-1 1,0-1,0 1,0 0,0 0,0 1,0-1,0 2,-1-1,1 1,0-1,-1 2,1-1,0 1,-4 0,1 5,0 0,0 0,1 1,0 0,0 1,0-1,1 1,1 1,-1 0,1 0,1 0,-1 0,2 1,-1 0,1 0,1 0,0 0,0 1,1-1,1 1,-1 0,1 8,1-7,0 0,0 0,1 0,0 0,1 0,0 0,5 11,9 18</inkml:trace>
  <inkml:trace contextRef="#ctx0" brushRef="#br0" timeOffset="9884.582">4252 790,'13'0,"12"0,13 0,13-2,15-1,11 0,9-2,3 0,0-1,-8 0,-17 2</inkml:trace>
  <inkml:trace contextRef="#ctx0" brushRef="#br0" timeOffset="10665.513">4533 2875,'8'-49,"3"1,2 0,18-43,9-32,0-26,-34 164,-2 36,3 63,6 0,5-1,20 64,-32-156</inkml:trace>
  <inkml:trace contextRef="#ctx0" brushRef="#br0" timeOffset="10919.833">4399 2233,'30'-4,"27"-4,25-6,19-1,8-2,-3 3,-20 3</inkml:trace>
  <inkml:trace contextRef="#ctx0" brushRef="#br0" timeOffset="11715.054">4586 3999,'5'-4,"1"1,-1 0,1 1,0-1,0 1,-1 0,2 0,-1 1,0 0,0 0,0 0,0 1,1 0,-1 0,0 1,0-1,6 3,-8-2,0 0,0 0,0 1,0-1,-1 1,1 0,-1 1,1-1,-1 0,0 1,0 0,0 0,0 0,0 0,-1 0,1 0,-1 1,0-1,0 1,0 0,0-1,-1 1,0 0,0 0,0 0,0 0,0 0,-1 0,0 1,0 3,0 6,0 0,-1 0,-1 1,0-1,-1 0,-1-1,0 1,-3 7,-85 140,55-104,35-55,0-1,1 0,-1 1,0 0,1-1,0 1,-1 0,1 0,0 0,0 0,0 0,0 0,0 0,1 0,-1 0,1 0,-1 0,1 0,0 1,0-1,-1 0,2 0,-1 0,0 1,0-1,1 0,-1 0,1 0,0 0,0 0,-1 1,1-2,1 1,-1 0,0 0,0 0,1 0,-1-1,1 1,-1-1,1 1,1 0,13 2,0-1,1-1,-1-1,0 0,0-1,1-1,-1 0,0-2,0 1,0-2,15-5,-31 9,214-68,-157 44</inkml:trace>
  <inkml:trace contextRef="#ctx0" brushRef="#br0" timeOffset="12022.237">4466 3757,'-2'-4,"3"-2,9-2,16-2,20 1,20 0,14 0,11 3,-3 2,-14 2</inkml:trace>
  <inkml:trace contextRef="#ctx0" brushRef="#br0" timeOffset="12936.314">4746 5322,'164'2,"-161"-2,0 1,0-1,0 0,0 1,0-1,0 1,-1 0,1 0,0 0,-1 0,1 1,-1-1,1 1,-1 0,1-1,-1 1,0 0,0 0,0 0,0 1,-1-1,1 0,0 1,-1-1,0 1,1 0,-1-1,0 1,0 0,-1 0,1 0,-1-1,1 1,-1 0,0 0,0 0,0 0,0 0,-1 0,1 0,-1 0,-3 7,-1 0,0-1,0 0,-1 0,0 0,0 0,-1-1,0-1,0 1,-1-1,0 0,-1-1,1 1,-1-2,0 1,-1-1,0-1,1 2,8-6,0 0,0 0,0 1,1-1,-1 0,0 0,0 1,1-1,-1 1,0-1,0 1,1-1,-1 1,1-1,-1 1,0-1,1 1,-1 0,1-1,-1 1,1 0,0 0,-1-1,1 1,0 0,-1 0,1 0,0-1,0 1,0 0,0 0,0 0,0 0,0-1,0 1,0 0,0 0,0 0,0 0,1-1,-1 1,0 0,1 0,-1-1,1 1,-1 0,0 0,1-1,0 1,-1 0,1-1,-1 1,1-1,0 1,-1-1,1 1,0-1,0 0,-1 1,1-1,0 0,0 1,0-1,-1 0,1 0,0 0,0 0,0 0,0 0,0 0,76 25,-62-22,1 1,-1 0,0 1,0 1,-1 1,1 0,-1 0,-1 2,0 0,0 0,0 1,8 9,-19-16,1 0,-1 0,0 1,0-1,0 1,0-1,-1 1,1 0,-1 0,0-1,0 1,0 0,-1 0,1 0,-1 0,0 0,0 0,-1 0,1 0,-1 0,0 0,0 0,0 0,0 0,-1-1,1 1,-1 0,0-1,0 0,0 1,-1-1,1 0,-1 0,0 0,0 0,0 0,-11 9,0-1,-1 0,-1-1,1-1,-1 0,-1-1,0 0,0-2,0 0,-1-1,1-1,-1 0,-7-1,25-2,-1-1,0 1,1-1,-1 1,0-1,1 1,-1-1,0 1,0-1,1 0,-1 0,0 1,0-1,0 0,0 0,1 0,-1 0,0 0,0 0,0 0,0 0,1 0,-1 0,0-1,0 1,0 0,1 0,-1-1,0 1,0-1,1 1,-1-1,0 1,1-1,-1 1,1-1,-1 1,0-1,1 0,-1 1,1-1,0 0,-1 0,1 1,0-1,-1 0,1 0,0 0,0 1,-1-1,1 0,0 0,0 0,0 0,0 1,0-1,0 0,1 0,-1 0,0 0,13-14</inkml:trace>
  <inkml:trace contextRef="#ctx0" brushRef="#br0" timeOffset="13552.999">5561 5469,'-8'11,"-1"0,1 0,1 1,0 0,1 1,0-1,1 1,0 0,1 0,1 1,-1 6,3-14,0 0,0 0,1 0,0 0,0 0,1 0,-1 0,1 0,1 0,-1 0,1 0,0 0,0-1,1 1,-1-1,1 1,1-1,-1 0,1 0,0-1,0 1,0-1,0 0,1 0,0 0,0-1,0 1,5 1,1-1,-1 0,1-1,0 0,0-1,0 0,0-1,0 0,0-1,0 0,0 0,1-1,-1-1,0 0,-1 0,1-1,0-1,-1 0,1 0,-1-1,0 0,-1-1,1 0,-1 0,-1-1,1 0,-1-1,0 0,-1 0,1-1,-2 0,1 0,-1 0,-1-1,0 0,1-3,-4 7,-1-1,1 0,-2 0,1 0,-1 1,0-1,0 0,0 0,-1 0,0 0,-1 0,0 1,0-1,0 0,-1 1,1 0,-2-1,1 1,-1 1,0-1,0 0,0 1,-1 0,0 0,0 0,0 1,-1-1,1 1,-1 1,0-1,0 1,-1 0,1 0,0 1,-1 0,0 0,0 0,-5-1,0 0,0 0,0 1,0 1,0 0,-1 1,1 0,0 1,0 0,-1 1,-8 2,14-2,0 0,1 0,-1 0,1 1,-1 0,1 0,0 1,0 0,0 0,1 0,-1 0,1 1,0 0,0 0,1 1,-1 0,1-1,1 1,-1 0,1 1,0-1,1-2,1 0,0-1,0 1,0 0,1 0,0-1,-1 1,1 0,0 0,1 0,-1-1,1 1,-1 0,1 0,0-1,1 1,-1 0,1-1,-1 0,1 1,0-1,0 0,1 0,-1 0,1 0,-1 0,1-1,0 1,0-1,0 1,0-1,4 1,6 5,2 0,-1-1,0-1,1-1,0 0,1 0,3-1,45 8</inkml:trace>
  <inkml:trace contextRef="#ctx0" brushRef="#br0" timeOffset="13801.889">6217 5576,'23'0,"21"0,23 0,23-4,24-5,20-4,11-3,5-1,-6 0,-11 4,-16 3,-22 4,-27 2</inkml:trace>
  <inkml:trace contextRef="#ctx0" brushRef="#br0" timeOffset="14565.848">5361 3892,'-6'0,"1"1,-1 0,0 0,0 1,1-1,-1 1,1 0,-1 1,1 0,0 0,0 0,0 0,0 1,1-1,0 1,-1 0,1 1,1-1,-1 1,0 0,1 0,0 0,1 0,-1 0,1 1,0-1,0 1,0-1,1 1,0 0,0 0,1 0,-1-1,1 1,0 0,1 0,0 0,0 0,0 0,0-1,1 1,0-1,0 1,1-1,-1 0,1 1,0-1,1-1,2 4,6 1,-1-2,2 1,-1-2,1 0,0 0,0-1,1-1,-1 0,1-1,0 0,0-1,0-1,0 0,1-1,-1 0,12-3,-20 4,0-1,0 0,1-1,-1 0,0 0,0 0,0 0,0-1,0 0,0-1,0 1,-1-1,1 0,-1 0,0-1,0 1,0-1,0-1,-1 1,1 0,-1-1,0 0,-1 0,1 0,-1-1,0 1,0-1,-1 0,0 1,0-1,1-4,-4 0,-1 1,0-1,0 1,-1-1,0 1,-1 0,0 0,0 1,-1-1,0 1,-1 0,0 0,0 1,0-1,-1 1,0 1,-1-1,1 1,-1 1,0-1,-1 1,1 1,-1 0,0 0,0 0,-1 1,1 1,0-2,-1 1,0 1,1 0,-1 0,0 1,0 0,0 1,0 0,-5 1,11-1,0 1,0-1,0 1,0 0,0 0,1 1,-1-1,0 1,1 0,-1 0,1 0,0 0,0 1,0-1,0 1,0 0,0 0,1 0,-1 0,1 0,0 0,0 1,0-1,0 1,1 0,0-1,0 1,0 0,1 0,-1 0,1-1,0 1,0 0,0 0,1 0,-1-1,1 1,0 0,0 0,1-1,-1 1,1-1,-1 1,1-1,0 0,0 0,1 0,-1 0,1 0,-1 0,1 0,0-1,0 0,0 1,1-1,33 24</inkml:trace>
  <inkml:trace contextRef="#ctx0" brushRef="#br0" timeOffset="14783.231">5896 3945,'22'0,"25"0,21 0,22 0,21-2,22-1,16 0,16-2,7 0,1 1,-8 1,-16 2,-23-1,-30 2,-31 0</inkml:trace>
  <inkml:trace contextRef="#ctx0" brushRef="#br0" timeOffset="15614.523">5281 2381,'-7'0,"1"1,-1 0,0 0,0 0,0 1,1 0,-1 0,1 1,-1 0,1 0,0 1,0-1,1 1,-1 1,1-1,0 1,0 0,0 0,0 0,1 1,0-1,0 1,1 0,0 0,0 0,0 1,1-1,0 1,0 0,0 0,1-1,-1 7,4-4,-1 0,1-1,0 1,1-1,-1 1,2-1,-1 0,1 0,1-1,-1 1,1-1,1 0,-1 0,1 0,0-1,1 0,-1 0,1-1,0 0,1 0,5 2,5 4,1-1,0-2,1 0,0-1,1 0,-1-2,1-1,11 1,-26-3,0-1,0 0,-1 0,1-1,0 1,0-1,0 0,0-1,0 0,0 0,0 0,-1-1,1 1,0-1,-1-1,0 1,1-1,-1 0,0 0,0 0,-1-1,1 0,-1 0,1 0,-1 0,-1-1,1 0,-1 0,1 0,0-2,-2-1,1 0,-1-1,0 1,-1-1,0 0,-1 1,0-1,0 0,0 0,-1 1,-1-1,0 1,0-1,0 1,-1 0,0 0,-1 0,0 0,0 0,0 1,-1 0,-1 0,-4-5,3 3,-1 1,0-1,-1 2,1-1,-2 2,1-1,-1 1,0 0,0 1,0 0,-1 1,0 0,0 1,0 0,0 1,0 0,-11-1,13 3,0 0,-1 0,1 1,0 0,0 0,-1 1,1 1,0-1,1 1,-1 1,1 0,-1 0,1 0,0 1,0 1,1-1,0 1,0 0,0 1,1 0,0 0,0 0,1 1,-1-1,2 1,-2 2,5-7,1 0,-1 1,0-1,1 0,-1 0,1 0,0 0,0 0,0 1,1-1,-1 0,1 0,0 0,-1 0,2 0,-1 0,0 0,0 0,1 0,0-1,0 2,19 21</inkml:trace>
  <inkml:trace contextRef="#ctx0" brushRef="#br0" timeOffset="15870.349">5896 2527,'16'-2,"16"-1,20-2,20 0,24-2,20 1,20-1,16 0,10-1,2 2,-6 1,-12 1,-19 2,-32 2</inkml:trace>
  <inkml:trace contextRef="#ctx0" brushRef="#br0" timeOffset="16716.612">5187 950,'-9'1,"-1"-1,0 2,0 0,1 0,-1 1,1 0,0 0,0 1,0 0,0 1,1 0,-1 1,1-1,1 1,-1 1,1 0,0 0,1 0,-1 1,1-1,1 2,0-1,0 1,0-1,1 1,-1 7,2-8,2 1,-1-1,1 1,1-1,0 1,0 0,0-1,1 1,1 0,-1-1,1 1,1-1,0 0,0 0,0 0,1 0,0 0,1-1,-1 0,1 0,1 0,0 0,0-1,0 0,0 0,1-1,0 0,0 0,1 0,-1-1,1 0,0-1,0 0,0 0,6 1,1 0,0-1,0-1,0 0,0-1,0 0,1-1,-1-1,0-1,0 0,0-1,0 0,0-1,-1-1,0 0,0-1,0-1,0 0,-1-1,-1 0,1-1,-1 0,-1-1,1-1,3-5,-10 10,-1 0,0 0,-1-1,0 1,0-1,0 0,-1 0,1 0,-2 0,1 0,-1-1,0 1,-1 0,0-1,0 1,0 0,-1-1,0 1,0 0,-1 0,0 0,0 0,-1 0,0 0,0 1,-1-1,0 1,0 0,0 0,0 0,-1 1,0-1,-1 1,1 0,-1 1,-5-5,0 2,0 0,-1 1,0 0,1 1,-2 0,1 0,-1 2,1-1,-1 2,0 0,0 0,0 1,0 1,-12 1,17-1,1 1,-1 0,0 0,0 1,0 0,1 0,-1 1,1 0,0 0,0 1,0 0,0 0,0 1,1 0,0 0,0 0,1 1,-1 0,1 0,0 0,1 1,-1 0,1 0,-2 5,5-8,-1-1,1 1,0-1,0 1,0-1,1 1,0 0,-1-1,1 1,0 0,1-1,-1 1,0-1,1 1,0 0,0-1,0 1,1-1,-1 0,1 1,-1-1,1 0,0 0,0 0,1 0,-1 0,1-1,-1 1,2 0,24 19</inkml:trace>
  <inkml:trace contextRef="#ctx0" brushRef="#br0" timeOffset="16988.448">5441 1084,'25'-4,"31"-5,31-2,28-2,24-1,16 2,8 3,2 3,-4 3,-12 1,-31 2</inkml:trace>
  <inkml:trace contextRef="#ctx0" brushRef="#br0" timeOffset="17738.431">5949 2581,'-4'0,"-9"0,-9 2,-9 2,-12 1,-6 3,-5-1,-3 2,3 0,8 0,11-2</inkml:trace>
  <inkml:trace contextRef="#ctx0" brushRef="#br0" timeOffset="18404.715">6003 3945,'-14'2,"-8"1,-9 2,-2 3,-1-1,2 2,3-1,4-3,5-1,3-1,4-2</inkml:trace>
  <inkml:trace contextRef="#ctx0" brushRef="#br0" timeOffset="19186.543">6324 5509,'-13'-5,"-10"-1,-5 0,-5 2,-1 1,-2 3,4 2,4 2,7 2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0:41.87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7343 795,'-4'7,"0"0,1 1,0 0,0 0,0 0,1 0,1 0,-1 0,1 0,0 1,1-1,0 1,1-1,-1 0,1 1,1-1,0 0,0 0,1 0,-1 0,2 0,-1-1,1 1,0-1,1 0,0 0,0-1,0 1,1-1,0 0,0 0,1-1,5 4,-5-4,1-1,0 1,1-1,-1 0,1-1,-1 0,1-1,0 0,0 0,0 0,1-2,-1 1,0-1,0 0,0-1,0 0,1 0,-1-1,-1 0,1-1,0 0,0 0,-1-1,0 0,0-1,0 0,0 0,-1 0,0-1,0 0,0 0,-1-1,0 0,0 0,-1-1,0 1,0-1,1-4,-1 0,-1 0,0-1,-1 1,-1-1,0 1,-1-1,0 0,0 0,-2 0,0 1,0-1,-1 0,-1 1,0-1,0 1,-1 0,-1 0,0 0,-1 1,0 0,-1 0,0 0,0 1,-1 0,-1 0,0 1,0 0,-1 0,-5-2,9 8,0 0,0 1,0 0,0 0,0 0,-1 1,1 0,-1 0,1 1,-1 0,1 0,-1 0,1 1,0 0,-1 0,1 1,0-1,0 1,-1 1,2-1,-1 1,0 0,0 1,1-1,0 1,0 0,-1 1,-9 8,0 0,2 1,-1 1,2 0,0 1,1 0,1 1,-5 9,-39 119,38-80</inkml:trace>
  <inkml:trace contextRef="#ctx0" brushRef="#br0" timeOffset="-6700.701">579 1262,'2'-2,"3"-3,1-3,-3-5,-2 0</inkml:trace>
  <inkml:trace contextRef="#ctx0" brushRef="#br0" timeOffset="-3926.112">699 928,'-2'32,"-2"0,-1 0,-1 0,-10 27,6-21,-89 342,96-363,9-26,11-56,-2-1,-3 0,-3-1,-3 0,-3-14,24-194,-26 272,-1-4,1-1,0 1,0 0,0 0,1 0,0 1,1-1,-1 0,1 1,1 0,-1-1,1 1,0 0,0 1,1-1,-1 1,1 0,5-4,-7 8,-1 1,1-1,-1 1,0 0,1 0,-1 0,1 0,-1 0,0 0,1 1,-1-1,0 1,1 0,-1 0,0-1,0 1,1 1,-1-1,0 0,0 0,0 1,-1 0,1-1,0 1,-1 0,1 0,41 52,-24-16,-1 1,-2 0,-2 1,-1 1,-2 0,-2 0,-2 1,-2 0,0 24,25 138,-28-192,0 1,1-1,1 0,0 0,0 0,1 0,1-1,0 0,1 0,0-1,2 2,3-2,-2-7</inkml:trace>
  <inkml:trace contextRef="#ctx0" brushRef="#br0" timeOffset="-3681.766">432 1303,'9'-7,"17"-7,19-5,23-4,23-3,16 0,13 1,1 5,-19 4</inkml:trace>
  <inkml:trace contextRef="#ctx0" brushRef="#br0" timeOffset="-2890.026">1729 1196,'-11'-3,"0"1,0 1,-1 0,1 1,0 0,0 0,-1 1,1 1,0 0,0 0,0 1,0 0,1 1,-1 1,1 0,0 0,0 0,1 2,0-1,0 1,0 0,1 1,0 0,0 0,1 1,0 0,1 0,0 1,0-1,1 1,0 1,1-1,0 2,2-7,0 0,1 0,-1 0,1 0,0 1,1-1,-1 0,1 0,0 1,1-1,-1 0,1 1,0-1,0 0,1 0,-1 0,1 0,0 0,1 0,-1-1,1 1,0-1,0 1,0-1,1 0,-1 0,1-1,0 1,0-1,1 0,2 2,6 0,0-1,1-1,-1 0,1-1,0 0,0-1,0 0,0-1,0-1,-1 0,1-1,0-1,-1 0,1-1,-1 0,0-1,0 0,0-1,-1-1,0 0,0 0,1-3,6-4,-1-1,0-1,-1-1,-1 0,-1-1,0-1,-2 0,0-1,-1 0,-1-1,0-1,-2 0,-1 0,-1 0,0-1,-2 0,-1-1,-1 1,0-1,-2 1,-1-17,1-2,-2 0,-2-1,-2 1,-2 1,-1-1,-2 1,-2-1,0 15,12 27,0 1,1-1,-1 0,0 1,0-1,0 1,0-1,0 0,0 1,0-1,0 1,0-1,0 0,0 1,0-1,0 1,0-1,-1 0,1 1,0-1,0 0,0 1,0-1,-1 0,1 1,0-1,0 0,-1 1,1-1,0 0,-1 0,1 1,0-1,-1 0,1 0,0 0,-1 1,1-1,0 0,-1 0,1 0,-1 0,1 0,0 0,-1 0,1 0,-1 0,1 0,0 0,-1 0,1 0,-1 0,1 0,0 0,-1 0,1-1,0 1,-1 0,1 0,0 0,-1-1,1 1,0 0,-5 52,3 1,1 0,6 25,-5-62,2 42,2 0,2 0,3-1,3 0,1 0,4-1,4 5,-19-55,0 0,0 0,0 0,1 0,0-1,0 1,1-1,-1 0,1 0,0 0,1 0,-1-1,1 0,0 0,0 0,0 0,1-1,-1 0,1 0,-1 0,1-1,0 0,0 0,1 0,-1-1,0 0,0 0,1-1,-1 1,6-2,4-4,0 0,-1-2,1 0,-2 0,1-2,-1 0,0 0,-1-1,0-1,-1 0,0-1,-1 0,9-13,68-110,-88 135,0 1,0-1,0 1,1-1,-1 1,0-1,1 0,-1 1,0-1,1 0,-1 1,0-1,1 0,-1 1,1-1,-1 0,0 0,1 1,-1-1,1 0,-1 0,1 0,-1 0,1 0,-1 0,1 0,-1 0,1 0,-1 0,1 0,-1 0,1 0,-1 0,1 0,-1 0,1 0,-1-1,0 1,1 0,-1 0,1-1,-1 1,1 0,-1-1,0 1,1 0,-1-1,0 1,0 0,1-1,-1 1,0-1,0 1,1-1,-1 1,0-1,10 45,29 85,-37-125,0 1,1-1,0 0,0 1,0-1,0-1,1 1,-1 0,1-1,0 0,0 0,0 0,0 0,1-1,-1 1,1-1,0 0,0-1,-1 1,1-1,0 0,0 0,0 0,3-1,26-2,-3-6</inkml:trace>
  <inkml:trace contextRef="#ctx0" brushRef="#br0" timeOffset="-2624.541">2637 955,'-18'-4,"-13"-5,-8 0,-6 0,4 0</inkml:trace>
  <inkml:trace contextRef="#ctx0" brushRef="#br0" timeOffset="-2379.596">1809 821,'2'-5,"12"-5,20-7,29-3,31-2,27-2,22 4,12 5,-20 6</inkml:trace>
  <inkml:trace contextRef="#ctx0" brushRef="#br0" timeOffset="-2096.596">2878 1115,'28'60,"-22"-42,2 0,0-1,0 0,2 0,0 0,1-2,1 1,0-1,1-1,1 0,0-1,5 3,-17-15,0 1,0-1,1 0,-1 1,1-1,-1 0,1 0,-1-1,1 1,0 0,0-1,-1 0,1 0,0 1,-1-2,1 1,0 0,0 0,-1-1,1 0,0 1,-1-1,1 0,-1 0,1 0,-1-1,0 1,1-1,-1 1,0-1,0 0,0 0,0 0,0 0,-1 0,1 0,0 0,-1-1,1 0,11-20,-1-1,0 0,-2-1,-1 0,-1 0,-1-3,16-44,-17 54,0 0,1 1,0 0,2 1,0-1,1 2,0-1,3-1,2 4</inkml:trace>
  <inkml:trace contextRef="#ctx0" brushRef="#br0" timeOffset="-1795.865">3534 1303,'29'-16,"-1"-2,0-1,-1-1,-1-1,-1-1,-1-1,3-6,-18 20,-1 1,0-1,-1-1,0 1,-1-1,1-1,-2 1,0-1,3-9,-7 18,-1 0,0 1,0-1,0 0,0 0,-1 0,1 1,0-1,-1 0,1 0,-1 1,1-1,-1 0,0 1,0-1,0 0,0 1,0-1,0 1,0 0,-1-1,1 1,0 0,-1 0,1 0,-1 0,1 0,-1 0,0 0,1 0,-1 1,0-1,0 1,1-1,-1 1,0 0,0-1,0 1,0 0,1 0,-1 1,0-1,0 0,0 0,1 1,-1-1,0 1,0 0,1-1,-1 1,1 0,-2 1,-9 2,1 0,0 1,0 0,0 1,1 1,0-1,0 2,0-1,1 1,0 1,1 0,0 0,0 0,1 1,0 0,1 1,0-1,0 1,1 0,1 1,-1 4,4-13,0 0,0 0,1 0,0 0,-1 0,1-1,1 1,-1 0,0 0,0 0,1 0,0 0,0 0,0 0,0-1,0 1,0 0,1-1,-1 1,1-1,0 1,-1-1,1 0,0 0,1 0,-1 0,0 0,0 0,1 0,-1-1,1 0,0 1,-1-1,1 0,0 0,2 0,21 5,1-2,1-1,-1-1,0-1,1-1,-1-2,0-1,0 0,0-3,4-1,-8 3,81-15,-11 0</inkml:trace>
  <inkml:trace contextRef="#ctx0" brushRef="#br0" timeOffset="-713.122">4496 1075,'-33'-7,"1"0,-1 3,0 0,-1 2,1 2,-5 1,30-1,-1 0,1 1,-1 0,1 1,0 0,0 0,0 0,0 1,0 1,0-1,1 1,-1 0,1 1,0 0,1 0,-1 1,1-1,0 1,0 1,1-1,-4 7,7-11,1 0,1 1,-1-1,0 1,0-1,1 1,0-1,-1 1,1-1,0 1,0-1,0 1,1-1,-1 1,0-1,1 1,0-1,0 1,0-1,0 0,0 1,0-1,0 0,1 0,-1 0,1 0,-1 0,1 0,0 0,0-1,0 1,0-1,1 1,78 33,-64-32,-1-1,0 0,1-2,-1 0,1 0,-1-2,1 0,-1-1,0 0,0-2,0 0,-1 0,0-2,0 1,0-2,-1 0,0-1,3-3,-13 9,-1 1,0-1,0 1,0-1,0 0,0-1,0 1,-1 0,0-1,0 1,0-1,0 0,0 0,-1 0,1 0,-1 0,0 0,0 0,-1 0,1-3,-1 7,0 1,0-1,0 1,0-1,1 0,-1 1,0-1,0 1,0-1,0 0,0 1,0-1,-1 1,1-1,0 1,0-1,0 0,0 1,0-1,0 0,-1 1,1-1,0 1,0-1,-1 0,1 1,0-1,-1 0,1 0,0 1,-1-1,1 0,0 0,-1 1,1-1,0 0,-1 0,1 0,-1 0,1 0,0 0,-1 0,1 1,-1-1,1 0,0 0,-1 0,1-1,-1 1,1 0,-1 0,1 0,0 0,-1 0,1 0,0-1,-1 1,1 0,-1 0,1-1,0 1,-1 0,1 0,0-1,0 1,-1 0,1-1,0 1,0 0,-1-1,-2 8,0 1,0-1,1 1,0 0,0 0,1 0,0-1,0 1,1 1,0-1,0 0,1 0,0 0,0-1,1 1,0 0,0 0,1-1,0 1,1-1,-1 0,1 0,1 0,-1-1,1 1,0-1,1 0,0-1,-1 1,2-1,-1 0,1 0,-1-1,1 0,3 1,-5-4,0 1,0-1,0 0,0 0,0-1,0 1,1-1,-1 0,0-1,0 1,1-1,-1 0,0 0,0-1,0 1,0-1,0 0,-1-1,1 1,-1-1,1 0,-1 0,1-1,3-4,0 0,0 0,-1-1,-1 0,1 0,-2 0,1-1,-1 0,0 0,1-7,74-269,-78 280,0 1,0 0,0 0,0 0,1 0,0 0,0 1,0-1,0 1,1-1,0 1,0 1,0-1,0 0,0 1,1 0,0 0,-1 0,1 1,0-1,1 1,-1 0,0 1,1-1,-1 1,0 0,1 1,-1-1,1 1,0 0,-1 0,1 1,-1 0,1 0,1 1,5 6,0 0,-1 2,-1-1,1 1,-1 1,-1 0,0 0,-1 1,0 0,-1 0,0 1,-1 0,0 0,-1 1,-1-1,0 1,-1 0,0 0,-1 1,-1 2,9 64,-4-1,-3 1,-6 43,5 126,-2-234,0-1,1 1,1 0,0-1,1 0,1 0,0 0,1 0,1 0,0-1,1 0,1 0,0-1,0 0,2 0,0-1,0 0,6 4,-15-14,1-1,0 1,0 0,0-1,0 1,0-1,0 0,0 0,0 0,1 0,-1 0,0 0,1 0,-1-1,1 1,-1-1,1 0,-1 0,1 0,-1 0,1 0,-1 0,1-1,-1 1,0-1,1 0,-1 0,0 0,1 0,-1 0,0 0,0 0,0-1,0 1,0-1,0 0,0 1,-1-1,1 0,-1 0,1 0,-1 0,1-2,1-10,-1 0,-1-1,-1 1,0 0,0-1,-2 1,0 0,0 0,-1 0,-1 0,0 0,-1 1,-1 0,-5-10,-8-27,-3 0,-1 1,-3 1,-2 2,-2 0,-2 2,-1 2,-3 1,-1 1,-20-14,-17 2,59 35,39 9,382-46,-391 51,-13 2,1 0,0 0,0 0,0 0,0 0,0 0,0 1,0-1,0 1,0 0,0 0,0 0,0 0,0 1,0-1,0 1,0 0,0-1,0 2,0-1,0 0,0 0,-1 1,1 0,-1-1,1 1,-1 0,1 0,-1 0,0 1,0-1,0 2,7 40,-9-38,0-1,1 1,0-1,0 1,0-1,0 0,1 0,0 1,0-1,0 0,1-1,0 1,0 0,0-1,0 1,1-1,0 0,0 0,0-1,0 1,4 2,-1-3,1 0,-1 0,1 0,0-1,0 0,0-1,1 0,-1 0,0-1,0 0,0 0,1-1,-1 0,0 0,0-1,0 0,0 0,5-3,-8 3,0 0,0 0,0-1,0 0,0 1,-1-1,0-1,1 1,-1-1,0 0,-1 1,1-2,-1 1,0 0,0-1,0 0,0 1,-1-1,0 0,0 0,0 0,-1-1,1 1,-1 0,0-1,-1 1,0-1,0-3,-1 2,-1 0,0 0,-1 0,0 0,0 0,0 0,-1 1,0-1,0 1,-1 0,0 0,0 1,0-1,-1 1,0 1,1-1,-2 1,1 0,0 0,-1 0,0 1,0 0,0 1,0-1,0 1,-1 1,1 0,0 0,-1 0,1 0,-1 1,1 1,-1-1,1 1,-1 1,1-1,0 1,-1 0,1 1,0 0,1 0,-1 0,-3 4,2-2,2 0,-1 1,0 0,1 0,1 1,-1 0,1 0,0 0,0 0,1 1,0 0,0 0,1 0,-2 9,4-14,-1 1,2 0,-1 0,0 0,1 0,0 0,0 0,0 0,1 0,-1 0,1 0,0 0,0 0,0 0,1 0,-1-1,1 1,0 0,0-1,0 1,0-1,1 0,-1 0,1 0,0 0,0 0,0-1,0 1,1-1,-1 0,1 0,-1 0,1 0,3 1,1-1,0 1,-1-1,1-1,0 1,0-1,0-1,0 1,0-1,1-1,36-3</inkml:trace>
  <inkml:trace contextRef="#ctx0" brushRef="#br0" timeOffset="-465.788">5792 420,'-18'0,"-13"0,-10 4,-3 9,2 9,6 7,8 8,12 7,13 5,14 3,5-7</inkml:trace>
  <inkml:trace contextRef="#ctx0" brushRef="#br0" timeOffset="-298.236">5806 1048,'5'16,"3"10,5 2,3 2,5-5,9-4,10-6,14-5,12-9,10-7,-8-2</inkml:trace>
  <inkml:trace contextRef="#ctx0" brushRef="#br0" timeOffset="1228.272">686 3321,'2'-37,"1"1,2-1,2 1,1 0,2 1,1 0,2 1,1 0,2 1,17-28,-29 52,1 0,0 0,0 1,1 0,0 0,0 0,0 1,1 0,1 0,-1 0,1 1,0 0,0 1,9-4,-13 9,0 1,0-1,0 1,0 0,0 0,-1 1,1-1,0 1,-1 0,1 0,-1 0,1 0,-1 1,0-1,0 1,0 0,0 0,-1 0,1 0,-1 0,0 1,0-1,2 4,2 1,17 21,-10-14,-1 0,-1 1,0 0,-1 1,-1 0,6 15,-14-28,0 0,0-1,-1 1,1 0,-1-1,0 1,0 0,0 0,0-1,-1 1,1 0,-1-1,0 1,0 0,0-1,-1 1,1-1,-1 0,0 1,0-1,0 0,0 0,-1 0,1-1,-1 1,0 0,0-1,0 0,0 0,0 0,0 0,0 0,-1 0,1-1,-1 0,1 0,-1 0,-3 1,2-1,1 1,-1-1,0 0,1-1,-1 1,0-1,0 0,1 0,-1 0,0-1,0 0,1 0,-1 0,0 0,1-1,0 1,-1-1,1 0,0-1,0 1,0-1,0 0,0 0,1 0,-1 0,1-1,0 1,0-1,0 0,-2-4,3 4,0-1,1 1,0-1,0 0,0 1,0-1,1 0,-1 1,1-1,0 0,1 0,-1 1,1-1,0 0,0 1,1-1,-1 1,1-1,0 1,0 0,1 0,-1 0,1 0,0 0,0 0,3-2,4-5,1 0,1 1,-1 1,1 0,1 1,0 0,0 1,1 0,9-3,1 1,0 1,0 1,0 1,1 1,0 2,0 0,0 2,4 0,-25 1,1-1,-1 1,1 0,0 0,-1 0,1 1,0 0,-1 0,1 0,-1 0,1 1,-1-1,0 1,0 0,0 1,0-1,0 1,0-1,0 1,-1 0,0 1,1-1,-1 1,0-1,-1 1,1 0,-1 0,0 0,0 0,0 1,0-1,0 3,1 8,-2 1,1-1,-2 1,0-1,-1 1,-1 0,0-1,-2 7,-5 57,10-62,2-9</inkml:trace>
  <inkml:trace contextRef="#ctx0" brushRef="#br0" timeOffset="3134.279">1221 2372,'40'0,"0"1,0 2,0 2,-1 2,0 1,32 12,-58-16,0 1,0 1,0 0,0 1,-1 0,0 1,-1 1,1-1,-2 2,1 0,-1 0,-1 0,0 1,0 1,-1 0,-1 0,0 0,-1 1,0 0,2 9,0 11,-1 0,-2 0,-2 1,-1 0,-1 0,-4 33,2-46,8 58,-6-77,0 0,0 1,0-1,0 0,0 0,0 1,0-1,1 0,-1 0,1 0,-1-1,1 1,0 0,0 0,0-1,0 1,0-1,0 0,0 0,1 0,-1 0,0 0,1 0,-1 0,0-1,1 1,-1-1,1 0,-1 0,2 0,7-2,1 0,-1-1,0-1,0 0,0 0,0-1,-1 0,1-1,-2 0,1-1,-1 0,0 0,0-1,0-1,3-4,1-1,0-1,-1 0,-1 0,0-1,-1-1,-1 0,0 0,-2-1,0 0,-1 0,0 0,-2-1,1-7,-3-3,-2 29,0 0,-1 1,1-1,0 0,0 0,0 0,-1 1,1-1,0 0,0 0,-1 0,1 0,0 0,-1 1,1-1,0 0,0 0,-1 0,1 0,0 0,-1 0,1 0,0 0,-1 0,1 0,0 0,0 0,-1 0,1-1,0 1,-1 0,1 0,0 0,0 0,-1 0,1-1,0 1,0 0,-1 0,1 0,0-1,0 1,0 0,-1 0,1-1,0 1,0 0,0 0,0-1,0 1,0 0,-1-1,1 1,0 0,-4 10,0 1,0 0,1 0,0 0,1 0,0 1,1-1,0 1,1-1,0 1,1-1,0 1,0-6,1 0,-1 0,1-1,1 1,-1-1,1 1,0-1,0 0,0 0,1-1,-1 1,1-1,0 1,1-1,-1 0,1-1,0 1,0-1,0 0,0 0,0 0,1-1,-1 0,1 0,0 0,5 0,11 3,0-1,1-2,-1 0,1-1,0-1,11-2,4-1,1-2,-1-1,0-2,0-2,-1-1,0-2,-1-1,-1-3,7-4,-38 20,1-1,-1 0,1 0,-1 0,0-1,0 1,0-1,0 0,-1 0,1-1,-1 1,0-1,1 1,-2-1,1 0,0 0,-1 0,0-1,0 1,0-1,0 1,-1-1,0 1,0-1,0 0,0 0,-1 1,0-1,0 0,0 0,0 0,-2-2,-2 1,-1 0,0 0,-1 1,1 0,-1 0,0 0,-1 0,1 1,-1 0,1 1,-1-1,0 1,-1 0,1 1,0 0,-1 0,0 1,1 0,-1 0,0 1,1-1,-1 2,0-1,1 1,-1 1,0-1,1 1,0 0,-1 1,1 0,-4 2,3-2,1 0,-1 1,1 0,0 0,0 1,0 0,0 0,1 0,0 1,0 0,1 0,-1 1,1-1,1 1,-1 0,1 1,1-1,-1 1,1-1,0 1,1 0,0 0,0 1,1-1,0 0,0 0,1 1,0-1,1 0,1 8,0-12,0 1,1 0,-1-1,1 0,0 0,1 1,-1-2,1 1,0 0,0-1,0 0,0 0,0 0,1 0,-1-1,1 1,0-1,0 0,0-1,0 1,0-1,0 0,0 0,1-1,6 2,1-2,-1 1,0-2,0 1,0-2,0 1,0-2,0 0,-1 0,1-1,-2 0,-1 0,1-1,-1-1,0 1,0-2,-1 1,0-1,0 0,0-1,-1 0,0 0,-1 0,0-1,0 0,-1 0,0-1,0 1,-1-1,0 0,-1 0,-1-1,1 1,-1 0,-1-1,0 0,-1 1,0-9,13 126,4-2,11 22,16 96,-30-131,-3 1,-5 0,-4 0,-4 3,1-72,-1 0,-2 0,0-1,-2 1,-7 18,13-39,0-1,0 1,-1-1,1 1,-1-1,0 1,1-1,-1 1,-1-1,1 1,0-1,0 0,-1 0,0 0,1 0,-1 0,0 0,0 0,0-1,0 1,0 0,0-1,0 0,-1 0,1 1,0-1,-1-1,1 1,-1 0,1 0,-1-1,0 0,1 1,-1-1,1 0,-1 0,0-1,1 1,-1 0,1-1,-1 0,1 1,-1-1,1 0,-1-1,-4-4,0-2,1 1,0-1,0 0,1 0,0-1,0 0,1 0,0 0,-2-8,-5-18,0-1,3-1,0 1,3-1,1-1,2 1,1 0,2-1,2 1,2-7,3-12,4-1,1 2,3 0,3 1,1 1,12-17,-10 23,3 1,2 1,1 1,3 2,1 1,2 1,28-23,-53 54,1 1,0-1,0 2,1-1,0 2,1-1,-1 1,3 1,-13 4,1 0,-1 1,1-1,0 1,-1-1,1 1,0 0,-1 0,1 0,0 0,-1 0,1 0,0 0,-1 0,1 1,0-1,-1 1,1-1,-1 1,1 0,-1 0,1-1,-1 1,1 0,-1 0,0 0,0 1,1-1,-1 0,0 0,0 1,0-1,0 0,0 1,-1-1,1 1,0 0,0 1,9 65,-11 125,2-190,-1 1,1 0,0-1,0 1,0 0,0-1,1 1,-1-1,1 0,0 1,0-1,0 0,1 0,-1 0,1-1,-1 1,1 0,0-1,0 0,0 0,0 0,1 0,-1 0,0-1,1 1,-1-1,1 0,0 0,-1 0,1 0,2-1,3 1,1-1,-1 0,0-1,0 0,0 0,0-1,0 0,-1 0,1-1,0 0,-1-1,0 0,0 0,0-1,0 0,-1 0,0-1,0 0,0 0,4-7,2-1,-1-1,-1 0,0-1,-1-1,-1 1,0-1,-2-1,0 0,2-8,7-7,-2 83,33 82,-41-123,0 1,0-1,1 0,0-1,0 1,1-1,0-1,1 0,5 5,-11-10,1 0,-1 0,0-1,0 1,1-1,-1 1,1-1,-1 0,1 0,0 0,-1-1,1 1,0-1,-1 0,1 0,0-1,-1 1,1-1,0 1,-1-1,1 0,-1 0,1-1,-1 1,0-1,1 0,-1 0,0 0,0 0,1-1,5-8,0-1,-1 0,0 0,-1 0,-1-1,0 0,0 0,-2-1,1 0,-2 1,0-1,0-1,-1 1,-1 0,-1 0,0-9,2 1,-2 0,0 1,-1-1,-1 0,-1 1,-1-1,-1 1,-5-14,9 34,1-1,0 1,0-1,-1 1,1 0,-1-1,1 1,-1 0,0-1,1 1,-1 0,0 0,0 0,0 0,0 0,0 0,0 0,0 0,0 0,0 0,0 0,-1 1,1-1,0 0,-1 1,1-1,0 1,-1 0,1-1,0 1,-1 0,1 0,-1 0,1 2,0 0,1 0,0 1,-1-1,1 0,0 1,0-1,0 0,1 1,-1-1,0 0,1 0,0 1,-1-1,1 0,0 0,0 0,0 0,0 0,1 0,-1 0,1 0,-1 0,2 1,7 7,0-1,1 0,1 0,-1-1,1-1,0 1,1-2,0 0,0-1,0 0,1-1,-1 0,1-1,0 0,0-2,2 1,81 20,-92-20,-1 0,1-1,-1 1,1 1,-1-1,0 1,0 0,0-1,-1 2,1-1,-1 0,1 1,-1 0,0-1,0 1,-1 1,1-1,-1 0,0 0,0 1,0-1,-1 1,0 0,0 0,0-1,0 1,-1 0,0 0,0 0,0 0,-10 136,10-140,0 1,0-1,1 1,-1-1,1 1,-1-1,1 0,0 1,-1-1,1 0,0 1,0-1,0 0,0 0,0 0,0 0,0 0,0 0,1 0,-1 0,0-1,0 1,1 0,-1-1,0 1,1-1,-1 1,1-1,-1 0,1 1,-1-1,1 0,-1 0,1 0,-1 0,1-1,-1 1,1 0,55-17,63-58,-100 64,-14 27,-6-14,0 1,0-1,-1 1,2-1,-1 1,0-1,0 1,1-1,-1 1,1-1,0 1,0-1,0 0,0 0,0 1,1-1,-1 0,0 0,1 0,0 0,-1 0,1-1,0 1,0 0,0-1,0 1,0-1,1 0,-1 0,0 0,1 0,-1 0,0 0,2 0,8 2,0-1,0 0,0 0,0-2,0 1,1-1,-1-1,0 0,0-1,0 0,9-3,-16 3,0 1,0-1,1 1,-2-2,1 1,0 0,0-1,-1 0,1 0,-1 0,0-1,0 1,0-1,-1 0,1 0,-1 0,0-1,0 1,0-1,-1 0,0 1,0-1,0 0,0 0,-1-1,0 1,1-3,-3 0,0 0,-1 0,0 0,0 0,0 1,-1-1,0 1,-1 0,0 0,0 0,0 0,-1 0,0 1,0 0,-1 0,0 1,0-1,0 1,0 0,-1 1,0 0,0 0,0 0,0 1,-1 0,1 0,-1 1,0 0,-1 0,2 1,0 1,0-1,0 1,1 1,-1-1,0 1,0 0,0 1,1 0,-1 0,0 0,1 1,0 0,0 0,0 0,0 1,0 0,1 0,-1 0,1 1,0 0,1 0,-1 0,1 1,0-1,0 1,1 0,0 0,0 1,0-1,1 1,-1-1,2 1,-1 0,1-1,0 1,0 0,1 0,0 0,0 1,1-2,0 0,0 0,1 0,0-1,0 1,0 0,1-1,-1 1,1-1,1 0,-1 0,1 0,0 0,0-1,0 1,1-1,-1 0,1 0,0-1,0 1,0-1,1 0,-1-1,1 1,0-1,-1 0,1-1,0 1,0-1,0 0,0-1,0 0,2 0,35 3</inkml:trace>
  <inkml:trace contextRef="#ctx0" brushRef="#br0" timeOffset="3317.79">4750 2131,'-13'-2,"-8"-1,1 5,3 6,7 9,10 10,11 11,11 4,6 5,-1-5</inkml:trace>
  <inkml:trace contextRef="#ctx0" brushRef="#br0" timeOffset="3484.353">4897 2653,'5'18,"5"11,4 4,4 2,8-3,9-5,12-7,16-9,15-10,11-11,-10-4</inkml:trace>
  <inkml:trace contextRef="#ctx0" brushRef="#br0" timeOffset="3648.962">6180 2359,'-7'18,"-2"15,1 11,1 7,4 2,5-1,7-5,6-6,3-10,3-10,-2-9</inkml:trace>
  <inkml:trace contextRef="#ctx0" brushRef="#br0" timeOffset="3829.519">6154 1945,'-9'0,"1"9,7 9,11 12,2 0</inkml:trace>
  <inkml:trace contextRef="#ctx0" brushRef="#br0" timeOffset="4136.697">6474 2572,'6'-6,"16"-17,-1 0,0-2,-2-1,-1 0,-1-1,-1-1,-1-1,8-23,-22 50,0 1,0-1,0 1,0-1,0 0,0 1,-1-1,1 0,-1 0,1 1,-1-1,1 0,-1 0,0 0,0 1,0-1,0 0,0 0,0 0,-1 0,1 0,0 1,-1-1,0 0,1 0,-1 1,0-1,0 0,0 1,0-1,0 1,0-1,0 1,-1 0,1 0,-1-1,1 1,0 0,-1 0,0 0,1 0,-1 1,0-1,1 0,-1 1,0-1,0 1,-1-1,-6 4,0 0,-1 1,1 0,1 0,-1 1,1 0,0 0,0 1,0 0,1 1,0 0,0 0,1 0,0 1,-4 5,1-1,1-1,0 1,0 1,1-1,1 1,0 0,1 1,-2 9,6-18,-1-1,1 1,1 0,-1 0,1 0,0 0,0 0,0 0,1 0,-1 0,1 0,0 0,1 0,-1-1,1 1,0 0,1-1,-1 0,0 1,1-1,0 0,0 0,1 0,-1-1,1 1,1 0,8 3,0 0,0-1,0 0,1-1,0-1,0 0,0-1,1 0,-1-2,1 1,0-2,-1 0,1-1,-1 0,1-1,13-3,44-8</inkml:trace>
  <inkml:trace contextRef="#ctx0" brushRef="#br0" timeOffset="4653.316">7236 2185,'-13'-7,"-1"1,-1 0,1 2,-1-1,1 2,-1-1,0 2,-4 0,15 2,0-1,-1 1,1 0,-1 1,1-1,-1 1,1 0,0 0,-1 0,1 0,0 1,0 0,0 0,0 0,0 0,0 0,1 1,-1 0,1 0,0 0,0 0,0 0,0 1,0-1,1 1,-1 0,1 0,0 0,-1 2,2 0,-1 0,1 0,-1 0,2 0,-1 0,1 0,0 0,0 0,0 0,1 0,0 0,0 0,1-1,-1 1,1 0,1-1,-1 1,1-1,0 1,0-1,0 0,1 0,0-1,0 1,4 3,10 9,1 0,0-1,1-1,1-1,12 6,-8-6,-16-9,0-1,0 1,-1 1,1 0,-1 0,-1 0,1 1,-1 0,0 1,-1-1,2 4,-8-8,1 1,-1-1,0 0,0 1,-1-1,1 1,-1-1,1 1,-1-1,0 0,0 1,-1-1,1 0,-1 0,0 0,1 0,-1 0,0 0,-1-1,1 1,-1-1,1 1,-1-1,1 0,-1 0,0 0,0 0,0-1,0 1,-1-1,1 0,-2 1,-11 8,-1-1,0-1,0 0,0-1,-1-1,0 0,-1-1,18-5,0 0,0 1,1-1,-1 0,0 0,0 0,0 1,0-1,0 0,1 0,-1 0,0 0,0 0,0 0,0-1,0 1,1 0,-1 0,0-1,0 1,0 0,0-1,1 1,-1-1,0 1,1-1,-1 1,0-1,1 0,-1 1,1-1,-1 0,1 1,-1-1,1 0,-1 0,1 0,0 1,-1-1,1 0,0 0,0 0,0 0,-1 0,1 1,0-1,0 0,0 0,0 0,1-1,16-44,5 11,2 1,1 1,1 2,2 0,1 2,1 1,25-17,-35 28,0 2,2 0,-1 1,2 1,-1 1,2 1,8-2,-31 12,0 1,0 0,1-1,-1 1,0 0,0-1,0 1,1 0,-1 0,0 0,0 0,1 0,-1 0,0 1,0-1,1 0,-1 1,0-1,0 0,0 1,0 0,1-1,-1 1,0 0,0-1,0 1,0 0,-1 0,1 0,0 0,0 0,0 0,-1 0,1 0,-1 0,1 0,-1 0,1 0,0 2,3 52,-5-42,0 8,0-1,2 0,0 1,1-1,1 0,1 0,1 0,0-1,2 0,0 0,1 0,1-1,1 0,0 0,9 9,-19-26,0 0,1 0,-1 0,1 0,-1 0,1 0,-1 0,1-1,0 1,-1 0,1 0,0 0,0-1,-1 1,1 0,0-1,0 1,0-1,0 1,0-1,0 1,0-1,0 0,0 1,0-1,0 0,0 0,0 0,0 0,0 0,0 0,1 0,-1 0,0 0,0 0,0-1,0 1,0 0,0-1,0 1,0-1,0 1,0-1,-1 1,1-1,0 0,0 0,0 1,-1-1,1 0,0 0,-1 0,1 0,-1 1,1-1,-1 0,1 0,-1 0,0 0,1 0,-1-1,0 1,0 0,0 0,4-30,-2-2</inkml:trace>
  <inkml:trace contextRef="#ctx0" brushRef="#br0" timeOffset="4898.661">7544 1851,'-14'-12,"-6"-3,-5 1,0 7,4 11,8 13,8 9,12 8,5-3</inkml:trace>
  <inkml:trace contextRef="#ctx0" brushRef="#br0" timeOffset="5434.183">7798 2466,'17'-64,"-3"-1,-4 0,-1-1,-4 0,-3 0,-3-22,0 75,1 24,0 24,0-32,1 1,-1 0,1 0,0-1,1 1,-1 0,1-1,-1 1,1-1,0 0,0 0,1 0,-1 0,1 0,-1 0,1 0,0-1,0 1,0-1,0 0,1 0,-1 0,1 0,90 26,-58-20,-29-6,0 0,0 0,0 0,0 1,0 0,0 0,-1 1,0-1,1 1,-1 1,-1-1,1 1,-1 0,1 1,-2-1,1 1,0 0,-1 0,0 1,-1-1,0 1,0 0,0 0,1 6,8 160,-12-170,1 1,-1-1,1 0,0 0,0 1,0-1,1 0,-1 0,1 0,0 0,0-1,0 1,0 0,0-1,0 0,1 1,-1-1,1 0,0 0,0 0,-1-1,1 1,0-1,1 1,-1-1,0 0,0 0,0 0,1-1,-1 1,0-1,1 0,-1 0,0 0,1 0,0-1,18-2,0-2,0 0,-1-1,0-1,0-1,-1-1,0-1,-1-1,18-13,-24 18,0-1,-1-1,0 0,-1-1,0 0,0 0,-1-1,0-1,-1 0,0 0,-1-1,0 0,0 0,-2-1,1 0,-2 0,0-1,0 1,-2-1,1 0,-2 0,1-4,-3 14,0 0,0 0,0 0,0 1,-1-1,0 0,0 0,0 0,0 1,0-1,-1 1,1-1,-1 1,0-1,0 1,-1 0,1 0,0 0,-1 0,0 1,0-1,0 1,0-1,0 1,0 0,-1 0,1 0,-1 1,1-1,-1 1,0 0,1 0,-1 0,0 1,0-1,0 1,1 0,-1 0,0 0,0 0,0 1,0 0,1 0,-4 0,1 4,0 0,0 1,0-1,1 1,0 0,0 1,0-1,1 1,0 0,1 0,-1 0,1 1,0-1,1 1,0-1,0 1,1 0,0 0,0 0,1 0,0 0,0 0,1 0,0 0,0-1,1 1,0 0,0 0,2 2,1 2,1 0,-1 0,2 0,0-1,0 0,1-1,0 1,1-1,0-1,1 0,0 0,0-1,1 0,0-1,0 0,1-1,2 1,14 5,-1-1,1-1,1-1,-1-2,2-1,-1-1,7-1,67 1,-9-7</inkml:trace>
  <inkml:trace contextRef="#ctx0" brushRef="#br0" timeOffset="8966.697">9015 179,'-54'-11,"-1"3,0 1,-1 4,1 1,-34 5,8-2,-907 30,706-19,-611 40,255-25,509-27,-594 15,340 4,-47-18,18-8,-243-13,559 11,1-4,0-4,-64-21,45 10,-1 4,-1 6,-69-1,10 4,-107-26,170 19,-1 5,-63 1,90 12,0 4,0 4,1 3,0 4,0 4,2 4,-38 14,94-25,1 0,1 1,0 2,0 0,1 2,0 1,1 1,1 0,0 2,2 1,0 0,-8 11,7-3,1 1,2 1,1 1,1 0,1 1,2 1,1 0,2 1,1 0,1 1,2 0,1 0,0 11,5 158,8-1,33 185,30 30,14 108,-46-159,-11 188,-43-201,-16 226,28-553,1-15,1-1,-1 1,2 0,-1-1,1 1,1 0,0 0,0-1,1 1,0-1,0 1,1-1,1 0,0 2,2-7,-1 0,0 0,1-1,0 0,0 0,0 0,0-1,0 1,0-2,1 1,-1-1,1 0,-1 0,1 0,-1-1,1 0,0-1,-2 2,67-1,-1-3,0-3,64-13,-12 1,470-22,-160 16,926-70,-103-8,-232 9,-113 26,-281 12,-74 13,-294 18,199 9,-10 30,-425-15,-14 1,1 0,0-1,0 0,0-1,-1 0,1-1,-1-1,1 0,-1-1,0 0,0-1,0 0,-1 0,8-6,0-7,-1-1,0-1,-2 0,0-1,-1-1,-1 0,-1-1,-2-1,0 0,-1 0,-2-1,3-11,13-57,-4-1,-5 0,-2-15,3-81,-9-1,-7 0,-10 0,-10-22,-98-680,30 441,60 300,-7 1,-52-141,51 204,31 75</inkml:trace>
  <inkml:trace contextRef="#ctx0" brushRef="#br0" timeOffset="33751.45">272 420,'2'-3,"1"5,-2 8,-4 12,-4 11,-5 9,0 4,-1-1,2-6,5-7,6-10,8-14,2-10</inkml:trace>
  <inkml:trace contextRef="#ctx0" brushRef="#br0" timeOffset="34001.772">538 314,'-9'15,"-7"15,-6 14,-6 10,-5 8,-3 4,3-8</inkml:trace>
  <inkml:trace contextRef="#ctx0" brushRef="#br0" timeOffset="35417.294">8734 1477,'0'4,"0"9,2 11,3 10,1 9,2 4,1 0,2 0,-1-6,-3-11</inkml:trace>
  <inkml:trace contextRef="#ctx0" brushRef="#br0" timeOffset="35669.619">8854 1396,'-2'20,"-1"19,2 11,9 9,11 5,10 4,0-10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37:49.31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3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99 989,'-1'0,"-1"0,0 0,1 0,-1 0,0 0,1 0,-1 0,0 0,1 1,-1-1,1 0,-1 1,0 0,1-1,-1 1,1 0,0 0,-1 0,1 0,0 0,-1 0,1 0,0 0,0 0,0 1,0-1,0 0,0 1,0-1,1 1,-1-1,0 1,1-1,-21 56,21-57,-12 57,3 1,2 0,3 1,3-1,4 44,36 250,3 293,-41 319,-3-266,-23-273,11 316,17-127,38-158,-22-279,119 1035,-105-864,-11 173,32 418,-33-582,-15 2,-8 1355,16-985,-15 76,-27-115,16-40,52-119,-38-353,13 230,23-60,-26-140,-12-206,0-4</inkml:trace>
  <inkml:trace contextRef="#ctx0" brushRef="#br0" timeOffset="26247.909">3334 1003,'0'15,"0"16,0 12,2 12,2 6,-1 6,-1 1,0 0,-4-6,-2-11,-2-14</inkml:trace>
  <inkml:trace contextRef="#ctx0" brushRef="#br0" timeOffset="26615.927">3187 816,'162'95,"-112"-64,-1 2,-1 2,-2 2,-2 2,-2 1,-1 3,-2 1,12 22,-41-51,-2 0,1 0,-2 1,0 0,-2 1,4 13,-7-24,-1 0,0 0,0 0,-1-1,1 1,-1 0,-1 0,1 0,-1 0,0 0,0 0,-1 0,0-1,0 1,0 0,-1-1,0 0,0 0,0 0,0 0,-3 3,-6 1,-1 0,0 0,-1-2,0 1,0-2,0 0,-1 0,1-2,-2 0,1 0,0-1,-1-1,1-1,-1 0,1-1,-4-1,-9 2,0 0,0-2,0-1,0-2,0 0,0-2,-7-3,19 1</inkml:trace>
  <inkml:trace contextRef="#ctx0" brushRef="#br0" timeOffset="27282.146">3962 922,'6'49,"4"26,-3 0,-3 1,-4 0,-3-1,-6 28,-1-60,6-57,-2-292,-7 143,14 192,2-16,1-1,0 0,1 0,0-1,1 1,0-1,0 0,2-1,-1 1,1-1,1-1,-1 0,3 1,-6-6,0 1,1-1,-1 0,1-1,0 1,1-1,-1 0,0-1,1 1,-1-1,1-1,0 1,0-1,0 0,0-1,-1 0,1 0,0 0,0-1,0 0,0 0,0-1,-1 0,6-2,-3 0,0 0,0-1,-1 0,0-1,0 0,0 0,-1-1,0 0,0 0,-1 0,0-1,0 0,0 0,-1-1,-1 1,1-1,0-3,4-12,-1 0,-1-1,-1 1,-1-1,-1 0,-1-4,-2 24,-2 14,-2 18,-21 297,23-314,0 1,1-1,0 1,1 0,0-1,1 1,0-1,1 0,0 1,0-1,1-1,0 1,1 0,0-1,1 0,0 0,0-1,1 0,0 0,0 0,1-1,0 0,0 0,1-1,-1 0,2 0,38 8,-4-7</inkml:trace>
  <inkml:trace contextRef="#ctx0" brushRef="#br0" timeOffset="27649.191">4778 989,'-7'33,"1"0,1 0,2 1,1-1,2 0,2 1,4 27,-5-47,0 0,1-1,0 1,1-1,1 0,0 0,1 0,0 0,1-1,1 0,0 0,0-1,1 0,0 0,1 0,0-1,1-1,0 0,1 0,0-1,0 0,1-1,0 0,0-1,0 0,1-1,0 0,4 0,-9-5,-1 1,1-1,0-1,-1 0,1 0,0 0,-1-1,1 0,-1 0,0-1,0 0,0 0,0-1,0 0,-1 0,1 0,-1-1,0 0,-1-1,1 1,-1-1,0 0,-1 0,1 0,-1-1,0 0,-1 1,0-1,0-1,0 1,-1 0,0-1,0-1,10-43,-2 0,-2-1,-3 0,-2 0,-2 0,-3-13,1 42,-1-91,8 108,0 16</inkml:trace>
  <inkml:trace contextRef="#ctx0" brushRef="#br0" timeOffset="27912.581">5620 922,'4'0,"9"9,12 14,11 18,11 14,7 13,6 5,3 2,-2-3,-1-6,-4-9,-5-8,-6-13,-7-13,-7-12,-7-18,-8-15,-5-6</inkml:trace>
  <inkml:trace contextRef="#ctx0" brushRef="#br0" timeOffset="28065.173">6182 936,'-19'2,"-16"8,-15 16,-11 21,-8 21,-5 20,0 12,9 6,16-15</inkml:trace>
  <inkml:trace contextRef="#ctx0" brushRef="#br0" timeOffset="30649.851">6583 4010,'-13'336,"40"110,-3-129,28 587,6 196,-52-875,26 158,-8-163,-5 155,5 168,-14-386,-6 0,-12 86,-8 237,7-404,4 0,3 0,3 0,8 51,6-20,-5 1,-3 32,-8-67,-1-26,3 0,1 0,2 0,3 0,6 20,27 116,-40-184,0 1,1 0,-1 0,0 0,0 0,0 0,0 0,1 0,-1-1,0 1,0 0,1 0,-1 0,0 0,0 0,0 0,1 0,-1 0,0 0,0 0,1 0,-1 0,0 0,0 0,0 0,1 1,-1-1,0 0,0 0,0 0,1 0,-1 0,0 0,0 0,0 1,3-30,0-7</inkml:trace>
  <inkml:trace contextRef="#ctx0" brushRef="#br0" timeOffset="32847.826">6556 3971,'109'-32,"-2"15,1 4,0 5,0 5,0 4,16 7,-74-6,1243 19,-768-19,-508-1,0 0,-1 1,1 1,-1 0,0 1,0 1,6 3,-8-4,-1 0,1-1,1-1,-1 0,0-1,0-1,1 0,-1-1,2 0,25-1,-24 1,-13 1,1-1,-1 1,1 0,0 0,-1 0,1 0,-1 1,1 0,-1 0,1 0,-1 1,0-1,1 1,-4 0,0-1,-1 0,1 1,-1-1,1 0,-1 1,0-1,0 1,1-1,-1 1,0-1,0 0,-1 1,1-1,0 1,0-1,-1 0,1 1,-1-1,1 0,-1 1,1-1,-1 0,0 0,0 1,0-1,-3 8,-1 13,1 0,0 0,2 0,0 0,2 1,0-1,2 4,-1 23,0 46,5 0,17 93,17 20,33 216,0 362,-38-410,-16 99,-20-133,11 380,1-504,-9 0,-12 34,-18 352,21-57,3-478,3 0,3 0,6 31,46 472,-13-175,-40-374</inkml:trace>
  <inkml:trace contextRef="#ctx0" brushRef="#br0" timeOffset="34079.542">6810 11363,'82'0,"190"0,193-28,-445 26,247-28,68 9,-196 19,376-17,-38-26,3 45,-385 0,-109-2,-3-1</inkml:trace>
  <inkml:trace contextRef="#ctx0" brushRef="#br0" timeOffset="35345.725">4510 10321,'806'-1,"-644"-4,160 2,92 13,-16 16,-265-27,-113 7,-28 0,-7-5</inkml:trace>
  <inkml:trace contextRef="#ctx0" brushRef="#br0" timeOffset="36283.362">4604 8984,'62'20,"0"-3,1-3,0-2,50 1,388-7,-303-8,-85 1,412 10,-256-4,-237 0,-23-2</inkml:trace>
  <inkml:trace contextRef="#ctx0" brushRef="#br0" timeOffset="37033.456">7385 10000,'-3'-3,"0"0,-1 1,1 0,-1 0,1 0,-1 0,0 0,0 1,1 0,-1 0,0 0,0 0,0 1,-1-1,1 1,0 0,0 0,0 0,0 1,0 0,0 0,0 0,0 0,0 0,-1 1,-90 51,26 19,67-70,1 0,-1 1,1-1,0 0,-1 1,1-1,1 1,-1-1,0 1,0 0,1-1,-1 1,1 0,0-1,0 1,0 0,0-1,1 1,-1 0,1-1,-1 1,1-1,0 1,0-1,0 1,0-1,1 1,-1-1,1 0,-1 0,1 0,0 0,0 0,0 0,0 0,10 7,1-1,0-1,1 0,-1-1,1 0,13 3,16 7,-27-9,1-2,0 2,-1 0,0 1,0 0,-1 1,0 1,0 1,-1 0,-1 0,0 2,5 6,-16-18,-1 1,0 0,0-1,0 1,0 0,0 0,0 0,-1 0,1-1,-1 1,1 0,-1 0,0 0,0 0,1 0,-2 0,1 0,0 0,0 0,0 0,-1 0,1 0,-1 0,0 0,0 0,1 0,-1-1,0 1,0 0,-1 0,1-1,0 1,-1-1,1 1,0-1,-2 1,-66 34,44-30,-1-1,1-1,-1-2,1 0,-1-1,0-2,-6-1,25 1</inkml:trace>
  <inkml:trace contextRef="#ctx0" brushRef="#br0" timeOffset="37363.11">7705 10414,'0'6,"-1"-1,1 0,-1 0,1 0,-1 1,2-1,-1 0,0 0,1 0,0 1,0-1,1 0,0 0,-1 0,1-1,1 1,-1 0,1-1,0 1,0-1,0 0,1 0,-1 0,1 0,0-1,0 0,4 3,2-2,0-1,0 0,0-1,1 0,-1 0,1-1,0-1,-1 1,1-2,-1 0,1 0,-1-1,1 0,-1 0,0-1,0-1,0 0,0 0,-1-1,1 0,0-2,-7 6,0-1,0 0,-1 0,1-1,0 1,-1 0,0-1,1 0,-1 0,0 1,-1-1,1 0,0 0,-1-1,0 1,1 0,-1 0,-1-1,1 1,0-1,-1 1,0 0,0-1,0 1,0-1,0 1,-1-1,1 1,-1 0,0-1,0 1,0 0,-1 0,1-1,-1 1,1 0,-1 0,0 1,-1-1,1 0,0 1,-1-1,0 0,-6-4,0 1,0 0,0 1,-1 0,0 0,0 1,0 0,0 1,0 0,-1 1,0 0,1 0,-1 1,0 1,0 0,1 0,-1 1,0 0,0 1,1 0,-1 1,1 0,0 1,0 0,0 1,0 0,1 0,0 1,0 0,0 0,1 1,0 0,-1 2,-14 20,7-3</inkml:trace>
  <inkml:trace contextRef="#ctx0" brushRef="#br0" timeOffset="38098.143">7224 8836,'-21'-2,"-1"0,-1 1,1 2,0 0,0 1,-1 2,14-3,0 1,1 0,-1 1,1 0,0 0,0 1,0 0,0 0,1 1,0 0,0 0,0 1,0 0,1 0,0 0,-2 5,5-7,1 1,0 0,0-1,0 1,1 0,-1 0,1 1,1-1,-1 0,1 0,0 0,0 1,0-1,1 0,-1 0,2 0,-1 0,0 0,1 0,0 0,0 0,0 0,1-1,-1 1,1-1,0 0,1 0,-1 0,1 0,0 0,0-1,0 0,0 0,0 0,1 0,-1-1,1 1,0-1,2 1,31 15,0-2,0-1,2-1,26 4,41 14,-100-30,-2-1,-1 0,1 1,0 0,-1 0,1 0,-1 0,0 1,1-1,-1 1,0 0,-1 1,1-1,2 4,-5-6,-1 0,1 0,-1 0,0 0,0 1,1-1,-1 0,0 0,0 0,0 1,0-1,0 0,-1 0,1 0,0 1,0-1,-1 0,1 0,-1 0,1 0,-1 0,0 0,1 0,-1 0,0 0,0 0,1 0,-1 0,0-1,0 1,0 0,0 0,0-1,-1 1,-38 23,39-24,-38 15,0-1,-2-2,1-2,-1-2,-2-2,30-3,-31 10,43-13,1 0,0 1,-1-1,1 0,0 1,0-1,-1 0,1 1,0-1,0 1,-1-1,1 0,0 1,0-1,0 1,0-1,0 1,-1-1,1 0,0 1,0-1,0 1,0-1,0 1,1-1,-1 1,0-1,0 0,0 1,0-1,0 1,1-1,-1 0,0 1,0-1,0 1,1-1,-1 0,0 1,1-1,-1 0,0 1,1-1,-1 0,0 0,1 1,-1-1,1 0,-1 0,1 0,-1 0,0 0,1 1,15 8</inkml:trace>
  <inkml:trace contextRef="#ctx0" brushRef="#br0" timeOffset="38384.379">7679 9438,'9'-95,"-4"-1,-6-28,0 105,-5 35,2 22,1 0,2 1,2-1,1 0,2 0,2 0,2 0,1-1,1 0,3 0,10 20,-4-21</inkml:trace>
  <inkml:trace contextRef="#ctx0" brushRef="#br0" timeOffset="40184.313">8935 4973,'0'18,"0"1,2-1,0 0,1 0,0 0,2-1,0 1,1-1,1 0,0 0,1-1,1 0,0 0,2-1,-1-1,2 0,6 6,-17-18,1 0,0 1,0-1,0 0,0-1,0 1,1 0,-1-1,0 1,1-1,-1 0,1 0,-1 0,1 0,0 0,0 0,-1-1,1 1,0-1,0 0,0 0,-1 0,1 0,0 0,0-1,-1 1,1-1,0 0,0 0,-1 0,1 0,-1 0,1-1,-1 1,0-1,1 1,-1-1,1-1,2-7,0-1,0 0,-1 0,-1-1,0 1,0-1,-1 0,-1 1,0-1,-1 0,0 0,0 0,-2-5,2 6,1-1,-1 1,0-1,-1 0,0 1,-1-1,0 0,-1 1,0 0,-1 0,0 0,-1 0,0 0,0 1,-1 0,-1 0,0 1,0-1,-1 2,-5-6,10 12,0 0,0 1,0-1,-1 1,1 0,0 0,-1 0,1 0,0 0,-1 1,1 0,-1-1,1 2,-1-1,1 0,-1 0,1 1,-1 0,1 0,0 0,-1 0,1 0,0 1,0 0,0-1,0 1,0 0,0 0,1 1,-1-1,-5 6,0 0,0 0,1 1,0 0,0 0,1 0,1 1,-5 8,-19 70,21-51</inkml:trace>
  <inkml:trace contextRef="#ctx0" brushRef="#br0" timeOffset="40454.598">8909 4639,'-9'2,"4"5,9 5,18-1,19-2,20-2,16-3,11-4,4-4,-9-4,-19-1</inkml:trace>
  <inkml:trace contextRef="#ctx0" brushRef="#br0" timeOffset="41262.998">9150 6564,'-1'-18,"1"0,1 1,0-1,2 1,0-1,1 1,0 0,2 0,0 1,8-16,-1-1,-4 20,-5 32,-1 121,-4-81,3 1,10 54,7-25,-11-59</inkml:trace>
  <inkml:trace contextRef="#ctx0" brushRef="#br0" timeOffset="41514.328">9029 6190,'-4'-12,"4"-3,15 1,20 2,22 4,18 3,12 2,2 2,-14 1</inkml:trace>
  <inkml:trace contextRef="#ctx0" brushRef="#br0" timeOffset="42230.613">9070 7767,'49'-8,"-43"9,0-1,1 0,-1 1,1 0,-1 0,0 1,1-1,-1 2,0-1,0 1,0-1,-1 1,1 1,-1-1,1 1,-1 0,0 1,-1-1,1 1,-1 0,0 0,0 0,0 0,-1 1,0-1,0 1,0 0,-1 0,0 0,0 1,0-1,-1 0,0 1,0-1,-1 1,0-1,0 1,0-1,-1 1,-4 13,-1-1,-1-1,-1 1,0-1,-1-1,-1 1,-1-2,0 1,-2-2,1 1,-8 5,-29 41,49-62,-1 0,0 1,0 0,0 0,0 0,0-1,0 1,0 0,0 0,0 0,1 0,-1 1,0-1,1 0,-1 0,1 0,-1 0,1 1,0-1,0 0,-1 0,1 1,0-1,0 0,0 0,0 1,0-1,1 0,-1 0,0 1,0-1,1 0,-1 0,1 1,-1-1,1 0,0 0,-1 0,1 0,0 0,0 0,0 0,0 0,0 0,8 2,0 0,0-1,0 0,0-1,1 0,-1 0,0-1,1 0,-1-1,5 0,-6 0,21 0,-1-2,1-2,-1 0,0-2,0-1,-1-1,0-1,14-8,-12 1</inkml:trace>
  <inkml:trace contextRef="#ctx0" brushRef="#br0" timeOffset="42485.011">8935 7446,'7'-5,"16"-1,22 1,24 0,25 2,17 1,-10 1</inkml:trace>
  <inkml:trace contextRef="#ctx0" brushRef="#br0" timeOffset="43319.308">9190 9304,'54'14,"-45"-12,1-1,0 1,-1 1,1 0,-1 0,0 1,0 0,-1 1,1 0,-1 0,0 0,0 1,0 1,0 0,-7-5,1 0,-1 1,0-1,0 0,0 0,0 1,0-1,-1 0,1 1,-1-1,1 1,-1-1,0 0,0 1,0-1,0 1,-1-1,1 1,-1-1,1 0,-1 1,0-1,0 0,0 1,0-1,0 0,0 0,-1 0,1 0,-1 0,-1 1,-60 56,57-55,-119 83,125-87,-1 1,1-1,-1 0,0 0,1 0,-1 1,1-1,-1 0,1 0,-1 1,1-1,-1 0,1 1,-1-1,1 1,-1-1,1 1,0-1,-1 1,1-1,0 1,-1-1,1 1,0-1,0 1,-1 0,1-1,0 1,0-1,0 1,0 0,0-1,0 1,0-1,0 1,0 0,0-1,0 1,0-1,1 1,-1 0,0-1,0 1,1 0,29 7,28-1,-21-4,0 1,-1 3,0 0,23 10,-56-17,0 0,1 1,-1 0,0 0,0 0,1 0,-1 0,0 1,0-1,0 1,-1 0,1 0,0 0,-1 0,1 0,-1 1,0-1,0 1,1-1,-2 1,1 0,0 0,-1 0,1 0,-1 0,0 0,0 0,0 1,0-1,-1 0,1 0,-1 1,0-1,0 1,0-1,0 0,-1 1,0-1,1 0,-1 0,0 1,-9 8,0 0,0-1,-1-1,-1 0,0 0,0-1,0 0,-1-1,-1-1,-11 5,23-11,0 0,-20 11,1 0,-2-2,0-1,0 0,-1-2,-6-5,10-6</inkml:trace>
  <inkml:trace contextRef="#ctx0" brushRef="#br0" timeOffset="43570.136">9042 9117,'-2'-2,"8"-1,15-2,19-3,22-2,17 1,17-1,7 2,-13 2</inkml:trace>
  <inkml:trace contextRef="#ctx0" brushRef="#br0" timeOffset="44157.789">9978 9518,'-5'2,"-1"0,1 1,0-1,0 1,0 0,0 0,1 0,-1 1,1-1,0 1,0 0,0 0,0 1,1-1,-1 1,1 0,1 0,-1 0,1 0,-1 1,2-1,-1 0,0 1,1 0,0-1,1 1,-1 0,1-1,0 1,0 0,1-1,0 1,0 0,0-1,1 1,-1-1,1 0,1 1,1 2,6 3,1-1,0 0,0-1,1 0,1 0,0-2,0 1,0-2,1 0,-1 0,2-1,-1-1,0-1,1 0,0 0,0-2,-1 0,1 0,0-1,2-2,-4 2,-1 0,1-1,-1-1,0 0,0-1,0-1,0 1,0-2,-1 0,0 0,0-1,1-1,-7 4,0 0,0-1,-1 1,0-1,0 0,0 0,0-1,-1 1,1-1,-1 0,0 1,-1-1,1-1,-1 1,0 0,0-1,-1 1,0-1,0 1,0-1,0 0,-1 1,0-1,0 0,-1 1,1-1,-2-1,0-2,0 1,-1 0,0 0,-1 0,0 1,0-1,-1 1,1 0,-2 0,1 1,-1-1,0 1,0 0,-1 1,1 0,-1 0,0 0,-1 1,1 0,-1 0,-4-1,0 0,-1 0,0 1,-1 0,1 1,0 1,-1 0,0 1,1 0,-1 1,0 1,1 0,-1 0,0 2,-59 30,71-32,0 1,0-1,0 1,0 0,0-1,1 1,-1 0,0 0,1 0,-1 0,1 0,0 1,0-1,0 0,0 0,0 1,0-1,1 1,-1-1,1 1,0-1,-1 1,1-1,0 1,1-1,-1 1,0-1,1 1,0 0,17 25,9-4</inkml:trace>
  <inkml:trace contextRef="#ctx0" brushRef="#br0" timeOffset="44384.219">10513 9611,'27'0,"30"0,30-4,27-6,24-4,16-2,7 0,-4 2,-10 4,-19 4,-22 2,-22 3,-25-2,-24-2,-16 0</inkml:trace>
  <inkml:trace contextRef="#ctx0" brushRef="#br0" timeOffset="45202.037">10032 7714,'-4'-2,"0"0,1 1,-1-1,0 1,0 0,0 0,0 0,0 1,0-1,0 1,0 0,0 0,0 1,0-1,0 1,0 0,0 0,0 0,1 1,-1-1,0 1,1 0,-1 0,1 0,0 0,-1 1,1-1,0 1,0 0,1 0,-1 0,1 0,-1 0,0 2,1 1,-1-1,1 1,0-1,0 1,1 0,-1-1,1 1,1 0,-1 0,1 0,0 0,0 0,1 0,0 0,0 0,0-1,1 1,-1 0,1-1,1 1,-1-1,1 0,0 1,0-1,2 2,5 5,-1 0,2 0,0-1,0-1,1 0,0 0,0-1,1 0,5 1,-1-1,-1 0,1-2,1 0,-1-1,1-1,0 0,0-2,17 2,-29-4,-1-1,1 0,-1 0,1 0,0 0,-1-1,1 0,-1 0,1-1,-1 1,0-1,0-1,0 1,0-1,0 1,0-1,0-1,-1 1,0-1,0 1,0-1,0-1,0 1,-1 0,0-1,0 0,0 0,0 0,-1 0,0 0,0-1,0-5,0-1,-1 0,-1 0,0 0,0 0,-1 0,-1 0,0 0,-1 0,0 1,0-1,-1 1,-1 0,0 0,-1 0,0 1,0 0,-1 0,0 0,-1 1,0 0,-1 1,0 0,0 0,-6-4,7 6,0-1,0 1,-1 0,1 1,-1 0,0 1,-1 0,1 0,-1 1,1 0,-1 0,0 1,0 1,0 0,-1 0,1 1,0 0,0 0,0 1,0 1,0 0,0 0,0 1,0 0,1 1,-6 3,12-5,0 0,0 0,0 1,0-1,0 1,1 0,-1 0,1 0,0 0,0 0,0 0,0 1,0-1,1 0,-1 1,1 0,0-1,0 1,1 0,-1 0,1-1,-1 1,1 0,1 0,-1 0,0 0,1-1,0 1,0 0,0-1,0 1,0 0,1-1,0 0,0 1,0-1,0 0,0 0,3 2,22 24</inkml:trace>
  <inkml:trace contextRef="#ctx0" brushRef="#br0" timeOffset="45450.894">10473 7847,'23'-7,"23"-4,25-3,24-3,27-2,19 1,13 1,7 3,0 2,-7 3,-15 3,-16 0,-21 2,-23-2,-24 1</inkml:trace>
  <inkml:trace contextRef="#ctx0" brushRef="#br0" timeOffset="46227.383">10005 6350,'-109'12,"105"-11,0 0,-1 1,2 0,-1 0,0 0,0 0,0 0,1 1,-1-1,1 1,0 0,0 0,0 1,0-1,1 1,-1-1,1 1,0 0,0 0,0 0,1 0,-1 0,1 0,0 1,0 1,0 1,0-1,0 1,1 0,0-1,1 1,0 0,0-1,0 1,0-1,1 0,0 1,1-1,0 0,-1 0,2 0,-1 0,1-1,0 0,0 1,0-1,1-1,1 3,4 2,1-1,-1 1,1-1,1-1,0 0,0-1,0 0,0-1,1-1,0 1,2-1,2-1,0 0,0 0,0-2,0 0,0-1,0-1,0 0,11-3,-22 3,0 0,0 0,0-1,0 0,-1 0,1-1,-1 1,1-1,-1 0,0-1,0 1,0-1,-1 0,1 0,-1-1,0 1,0-1,0 0,-1 0,0 0,0-1,0 1,-1-1,1 1,0-5,-2 3,0 1,0-1,-1 1,0 0,0-1,0 1,-1-1,0 1,0 0,-1-1,1 1,-2 0,1 0,0 0,-1 0,0 1,-1-1,1 1,-1 0,0 0,0 0,-1 0,-4-3,-2-2,1 1,-2 1,1 0,-1 0,0 1,-1 1,0 0,0 1,0 0,-8-1,15 3,0 1,0 0,0 1,-1-1,1 1,0 1,-1-1,1 1,-1 0,1 0,-1 1,1 0,-1 0,1 1,0-1,-1 1,1 1,0-1,1 1,-1 0,0 0,1 1,0 0,-1 0,1 0,1 0,-1 1,0 1,4-4,1 0,-1 1,1-1,-1 0,1 1,0-1,0 0,0 1,0-1,0 1,0-1,1 0,-1 1,1-1,0 0,-1 0,1 1,0-1,1 0,-1 0,0 0,0 0,1 0,0 0,-1-1,1 1,0 0,-1-1,1 1,0-1,0 0,0 0,1 0,-1 0,1 1,29 14</inkml:trace>
  <inkml:trace contextRef="#ctx0" brushRef="#br0" timeOffset="46486.689">10473 6497,'19'0,"18"-2,20-1,23-2,25-3,24-4,22-3,17-3,12 0,5-1,-4 5,-13 3,-16 4,-20 1,-33 2</inkml:trace>
  <inkml:trace contextRef="#ctx0" brushRef="#br0" timeOffset="47278.55">9898 4759,'-7'-1,"-1"0,0 1,0 0,1 0,-1 0,0 1,1 1,-1-1,0 1,1 0,0 1,-1 0,1 0,1 1,-1 0,0 0,1 0,0 1,0 0,0 0,0 0,1 1,-4 5,4-3,1 0,0 0,0 0,1 1,0-1,0 1,1 0,0 0,1 0,0 0,0 0,1 0,0 0,1 0,0 0,0 0,1 0,0 0,0 0,1-1,1 1,-1-1,1 0,1 0,-1 0,1 0,1-1,-1 0,1 0,1-1,-1 1,1-1,0-1,0 1,1-1,0 0,0-1,2 0,1 0,-1-1,1-1,0 1,0-2,0 0,0 0,0-1,0 0,0-1,0 0,0-1,0 0,0-1,-1 0,1 0,-1-1,0-1,0 0,0 0,-1-1,0 0,0-1,0 0,-1 0,0-1,0 0,-1 0,0-1,-1 0,0 0,0 0,-1-1,0 0,2-6,-5 8,-1 0,0 1,-1-1,1 0,-1 1,-1-1,0 0,0 0,0 1,-1-1,0 1,0-1,-1 1,0 0,-1 0,1 0,-1 1,0-1,-1 1,0 0,0 0,0 0,-1 1,1 0,-1 0,-1 0,1 1,-1 0,1 0,-1 0,0 1,0 0,-1 1,1-1,-1 2,1-1,-1 1,-3-1,2 0,-1 0,1 0,-1 0,1 1,-1 1,0 0,1 0,-1 0,1 2,-1-1,1 1,-1 0,1 1,0 0,0 1,0 0,1 0,-8 5,15-8,0-1,0 1,0 0,0 0,0 0,0 0,0 0,0 0,1 0,-1 1,0-1,0 0,1 0,-1 1,1-1,0 0,-1 1,1-1,0 0,0 1,-1-1,1 0,0 1,0-1,1 1,-1-1,0 0,0 1,1-1,-1 0,1 1,-1-1,1 0,-1 0,1 1,0-1,0 0,0 0,-1 0,1 0,0 0,1 0,14 12</inkml:trace>
  <inkml:trace contextRef="#ctx0" brushRef="#br0" timeOffset="47532.56">10139 4826,'18'-5,"22"-3,27-3,29-2,33-1,30 0,30 0,23-2,19-8,-30 0</inkml:trace>
  <inkml:trace contextRef="#ctx0" brushRef="#br1" timeOffset="55317.287">4243 4999,'217'9,"74"10,-219-18,-4 0,1-3,49-9,-5-1,2 5,98 8,-82 0,443-1,-564 0</inkml:trace>
  <inkml:trace contextRef="#ctx0" brushRef="#br1" timeOffset="55964.07">6369 4786,'-13'-3,"1"0,-1 1,1 1,-1 0,0 0,1 2,-1-1,0 1,1 1,-1 1,1-1,0 2,0 0,0 0,0 1,1 1,-1 0,2 0,-1 1,1 1,0-1,0 2,-5 5,11-9,0-1,0 1,1 0,-1 0,1 0,1 1,-1-1,1 1,0 0,0-1,0 1,1 0,0 0,0 0,1 0,-1 0,1 0,1 0,-1 0,1 0,0 0,0 0,1 0,0 0,0 1,3 7,1-1,0 0,1-1,0 1,1-1,0-1,1 1,0-1,1-1,3 3,-3-5,0 0,0-1,0 0,1-1,1 0,-1 0,1-2,-1 1,1-1,1-1,-1 0,0-1,1 0,-1-1,1-1,10 0,-13 0,-1-1,0 0,0-1,0 0,0 0,0-1,0 0,0-1,-1 1,0-2,0 1,0-1,0-1,-1 1,0-1,0 0,0-1,-1 0,0 0,0 0,-1-1,0 0,0-1,1-4,-1-1,0 0,-1 0,0 0,-2 0,1-1,-2 1,0-1,-1 0,0 1,-1-1,-1 0,0 1,-1 0,0-1,-2 1,1 0,-2 1,-3-8,6 15,0 0,-1 1,0-1,0 1,0 0,-1 0,1 0,-1 0,0 1,-1 0,1 0,-1 1,1-1,-1 1,0 0,0 1,-1-1,1 1,-1 0,1 1,-1 0,1 0,-3 0,-18-1,1 0,0 2,-1 1,1 2,0 0,-16 5,30-6,-1 2,1-1,0 2,0-1,1 2,0-1,0 2,0-1,0 2,1-1,0 1,1 1,0 0,-6 7,11-10,0 0,0 1,1-1,0 1,0 0,0 0,1 0,0 0,0 1,1-1,0 0,0 1,1-1,0 1,0-1,1 1,0-1,0 1,0-1,1 0,1 0,0 2,8 19</inkml:trace>
  <inkml:trace contextRef="#ctx0" brushRef="#br1" timeOffset="56599.053">6971 4759,'-7'42,"3"1,1 0,2 36,1-35,0-33,10 154,-8-156,0 0,0-1,1 1,0 0,0-1,1 1,0-1,1 0,0 0,0-1,1 0,0 0,0 0,0 0,1-1,5 4,6-1,0 0,1-1,0-1,0-1,1 0,0-2,0 0,0-1,0-1,1-1,-1-1,0-1,1 0,11-4,-21 5,-1-1,0 0,1-1,-1 0,0 0,0-1,0 0,0-1,0 0,-1-1,0 0,0-1,0 1,-1-2,1 1,-1-1,3-4,-2-7</inkml:trace>
  <inkml:trace contextRef="#ctx0" brushRef="#br1" timeOffset="56916.718">7024 5053,'0'-2,"0"-4,3 1,4-3,6 1,11 0,9 0,11-1,7 1,4 2,1 2,-1 1,-6 1,-9 1,-9 0,-10-2,-8-1</inkml:trace>
  <inkml:trace contextRef="#ctx0" brushRef="#br1" timeOffset="57282.742">6984 4692,'7'-2,"11"-1,12 0,12 1,12 0,9 1,5 1,2-1,-4 1,-9 1,-9-1,-18 0,-18 0,-15 0,-8 0</inkml:trace>
  <inkml:trace contextRef="#ctx0" brushRef="#br1" timeOffset="57897.662">6917 4425,'2'0,"8"-2,14-1,13-3,15-1,12-1,8 0,6 0,1 3,-1-2,-5 2,-11 1,-11 1,-11 1,-14 4,-15 1,-10 0</inkml:trace>
  <inkml:trace contextRef="#ctx0" brushRef="#br1" timeOffset="60264.024">11636 374,'21'0,"22"0,22 0,18 0,16 0,7 0,-1 0,-10 2,-20 1</inkml:trace>
  <inkml:trace contextRef="#ctx0" brushRef="#br1" timeOffset="61147.179">13494 428,'-16'2,"0"1,0 1,0 1,0 0,1 1,0 0,1 1,-1 1,1 1,1 0,-1 0,1 2,1-1,0 2,1-1,0 2,1-1,-5 10,-4 7,1 0,2 1,1 1,1 1,2 0,1 0,2 1,-2 13,4-14,0 0,2 1,2-1,1 1,1-1,2 1,1 0,2-1,1 1,1-1,2-1,1 1,2-1,1-1,1 0,2-1,0 0,4 2,-10-20,0 0,1 0,0-1,0 0,1-1,1 0,-1-1,2 0,-1-1,1 0,0-1,6 2,26 6</inkml:trace>
  <inkml:trace contextRef="#ctx0" brushRef="#br1" timeOffset="61485.53">13762 655,'-12'112,"12"-82,-13 325,12-350,1 0,0-1,-1 1,2-1,-1 1,0-1,1 1,0-1,0 1,0-1,1 0,-1 1,1-1,0 0,0 0,1 0,-1 0,1-1,0 1,0-1,0 1,0-1,1 0,-1 0,1-1,0 1,0-1,0 0,3 2,7-2,1-1,0-1,-1 0,1-1,0 0,-1-1,0-1,1 0,-1-1,0-1,0 0,-1-1,1 0,4-2,1-1,-1 0,-1-1,0-1,0-1,-1 0,8-9,5-9</inkml:trace>
  <inkml:trace contextRef="#ctx0" brushRef="#br1" timeOffset="61732.645">13615 895,'7'0,"13"0,15 0,15 0,13-2,7-3,0-3,-4-3,-12-1,-14 1</inkml:trace>
  <inkml:trace contextRef="#ctx0" brushRef="#br1" timeOffset="61934.218">13721 522,'18'-3,"23"0,21 0,19 0,17 2,6 2,0 4,-17 1</inkml:trace>
  <inkml:trace contextRef="#ctx0" brushRef="#br1" timeOffset="62453.068">14403 869,'19'19,"0"0,-2 1,-1 1,0 0,-2 1,0 1,-1 0,-2 1,0 1,-2-1,0 1,-2 1,-1 0,-1 0,-1 0,-1 10,-4-19,4-43,2 4,1 0,1 1,1 0,1 0,1 1,1 0,1 1,0 0,2 1,0 0,1 1,0 0,1 2,4-2,26-13,-45 30,0-1,0 1,0-1,0 1,0-1,0 1,0 0,0 0,0 0,0-1,0 1,0 0,0 0,0 0,0 1,0-1,0 0,0 0,0 1,0-1,0 0,0 1,0-1,0 1,0-1,0 1,0 0,0-1,-1 1,1 0,0-1,0 1,-1 0,1 0,0 0,-1 0,1 0,-1 0,0 0,1 0,-1 0,0 0,1 0,-1 0,0 0,0 1,1 100,-3-95,1 1,-1 0,1 0,1 0,0 0,0 0,0 0,1 0,0 0,0 0,1-1,0 1,1 0,0-1,0 1,0-1,1 0,0 0,0-1,1 1,0-1,0 0,5 4,2-3,0-2,0 0,1 0,0-1,0 0,0-1,0-1,0 0,0-1,1 0,-1-1,0-1,1 0,-1-1,0 0,11-4,30-7,-7-3</inkml:trace>
  <inkml:trace contextRef="#ctx0" brushRef="#br1" timeOffset="63967.303">15459 1043,'-11'-7,"0"0,0 0,-1 1,0 1,0 0,0 0,-1 1,0 1,1 0,-1 1,0 1,-10-1,16 2,1 0,0 0,-1 1,1 0,0 0,-1 0,1 1,0 0,0 0,0 0,0 1,1 0,-1 0,1 1,-1-1,1 1,0 0,1 1,-1-1,1 1,0 0,0 0,0 0,1 1,-1-1,0 5,2-8,1 1,-1 0,1 0,0-1,0 1,0 0,1 0,-1 0,1 0,-1 0,1 0,0 0,0 0,0 0,1 0,-1 0,1 0,-1 0,1 0,0 0,0 0,1-1,-1 1,1 0,-1-1,1 1,0-1,0 1,0-1,0 0,0 0,0 0,1 0,-1 0,0 0,4 1,4 1,2-1,-1 0,0 0,1-1,-1 0,1-1,-1 0,1-1,0 0,-1-1,1-1,-1 0,1 0,-1-1,0 0,0-1,0 0,0-1,-1-1,0 1,9-7,-13 7,0 0,0 0,0 0,-1 0,0-1,0 0,-1 0,1 0,-1-1,-1 0,1 1,-1-1,0 0,-1-1,1 1,-2 0,1-1,-1 1,0-1,0 0,-1 1,0-1,-1-2,1 10,0-1,1 1,-1 0,0-1,0 1,0 0,0-1,0 1,0 0,0-1,0 1,0-1,0 1,0 0,0-1,0 1,0-1,0 1,0 0,0-1,0 1,0 0,-1-1,1 1,0 0,0-1,-1 1,1 0,0-1,0 1,-1 0,1 0,0-1,-1 1,1 0,0 0,-1 0,1-1,0 1,-1 0,1 0,0 0,-1 0,1 0,0 0,-1 0,1 0,-1 0,1 0,0 0,-1 0,1 0,-1 0,1 0,0 0,-1 0,1 0,-1 1,-10 21,9-14,-1-1,2 1,-1 0,1 0,0 0,0 0,1 0,0 0,1 0,0 0,0-1,1 1,-1 0,2 0,-1-1,1 1,0-1,1 0,0 0,0 0,0-1,1 1,0-1,0 0,1 0,-1-1,1 0,1 0,-1 0,1 0,-1-1,1-1,1 1,6 2,-8-5,-1 0,1 0,0-1,0 0,-1 0,1 0,0-1,0 0,-1 0,1 0,-1-1,1 1,-1-1,1-1,-1 1,0-1,0 0,0 0,-1-1,1 1,-1-1,0 0,0 0,0 0,0-1,-1 1,0-1,0 0,0 0,0 0,-1-1,2-3,8-29,-1-1,-1 0,-3 0,-1-1,-1 0,-3-4,3-8,36-323,-41 367,-3 21,-13 81,3 1,4 27,5-90,2 0,2 0,0 0,2 0,2 0,1 0,1-1,2 1,1-2,12 28,-21-56,0-1,0 1,1 0,-1-1,0 1,1-1,-1 1,1-1,0 0,-1 1,1-1,0 1,0-1,0 0,0 0,0 0,0 1,0-1,1 0,-1 0,0-1,0 1,1 0,-1 0,1-1,-1 1,1 0,-1-1,1 0,-1 1,1-1,-1 0,1 0,-1 0,1 0,0 0,-1 0,1 0,-1 0,1-1,-1 1,1-1,-1 1,1-1,-1 1,1-1,-1 0,0 0,1 0,-1 0,0 0,1-1,84-167,-81 162,-1 1,1-1,0 1,0 0,1 0,0 1,0 0,0 0,0 0,1 1,2-2,-6 5,0-1,0 1,1 0,-1 0,0 0,0 1,1-1,-1 1,0 0,1 0,-1 0,0 0,1 0,-1 1,0 0,0-1,1 1,-1 0,0 1,0-1,0 1,0-1,0 1,0 0,-1 0,1 0,-1 0,1 0,4 6,0 1,0-1,0 1,-1 0,-1 0,0 1,0 0,-1 0,0 0,0 0,-1 0,-1 1,0 0,0-1,-1 1,0 0,-1 0,0 0,-1 0,0-1,-2 7,1-12,0-1,0 1,0 0,-1-1,1 1,-1-1,0 0,-1 0,1 0,-1 0,0-1,1 1,-2-1,1 0,0 0,-1 0,1-1,-1 0,0 0,1 0,-1 0,0-1,0 0,-1 0,1 0,0 0,0-1,0 0,0 0,-2-1,0 1,1 0,-1-1,1 1,0-2,0 1,-1-1,1 0,0 0,1 0,-1-1,0 0,1 0,-1-1,1 1,0-1,0 0,0-1,1 1,0-1,-1 0,2 0,-1 0,1 0,-2-4,3 6,1-1,0 1,1-1,-1 1,1-1,-1 1,1-1,0 0,0 1,1-1,-1 1,1-1,0 1,0-1,0 1,0 0,0-1,1 1,-1 0,1 0,0 0,0 0,0 0,1 0,-1 1,2-2,76-58,-80 62,122-68,-87 51,-1-1,-1-2,0-2,-2 0,-1-3,1-2,-11 6,-2-2,0 0,-2-2,-1 0,0 0,-2-1,-1-1,-2 0,0-1,-2 0,-1 0,-1-1,-1 1,-1-11,-2 32,0-1,-1 0,0 1,0-1,-1 0,0 0,-1 0,0 1,0-1,0 0,-1 0,0 1,0 0,-1-1,0 1,-1 0,1 0,-1 0,-1 1,1-1,-1 1,0 0,0 5,0 0,1 0,-1 0,0 1,1 0,-1 0,0 0,0 1,1-1,-1 1,0 0,1 0,-1 1,1-1,0 1,-1 0,1 1,0-1,0 0,0 1,0 0,1 0,-1 0,1 1,0-1,0 1,0 0,0 0,1 0,-1 0,0 3,-7 8,2 1,0 0,0 0,2 1,0 0,1 0,0 0,2 1,0 0,1-1,1 1,0 0,2 16,2 4,2 1,2-1,1-1,1 1,15 33,-8-28,2-1,1 0,2-2,3 0,0-2,27 31,-47-63,0-1,0 1,1-1,0 0,0 0,0-1,0 1,1-1,0-1,-1 1,1-1,1 0,-1 0,0 0,1-1,6 1,-9-4,0 0,0-1,0 0,-1 0,1 0,-1-1,1 1,-1-1,0 0,0 0,0 0,0 0,-1 0,1-1,-1 1,0-1,0 1,0-1,0 0,-1 0,1-2,6-9,71-113,-71 122,0-1,0 1,0 1,1 0,0 0,-1 1,2 0,-1 0,0 1,1 0,8-1,16-6,-26 8,-4 1,0 1,0 0,-1-1,1 0,0 0,-1 0,1 0,-1-1,0 1,1-1,-1 0,0 0,0 0,0-1,0 1,0 0,-1-1,1 0,-1 0,1 0,-1 0,0 0,0 0,-1-1,1 1,-1 0,1-1,-1 0,0 1,0-1,-1 0,1 1,-1-5,0 6,-1 0,0-1,0 1,0 0,0-1,0 1,0 0,-1 0,1 0,-1 0,1 0,-1 0,0 0,0 1,0-1,0 0,0 1,0 0,0-1,0 1,-1 0,1 0,-1 1,1-1,0 0,-1 1,1-1,-1 1,0 0,-76 3,71 0,-1 0,1 1,0 0,1 1,-1 0,1 0,0 1,0 0,0 0,1 0,0 1,0 0,1 0,0 1,0-1,1 1,0 0,0 0,1 1,0-1,0 1,1-1,0 1,1 0,0 0,0 0,1 0,0 0,0 0,1 0,0 0,1 0,0 0,1-1,-1 1,2-1,-1 0,1 1,0-2,1 1,0 0,0-1,1 0,1 1,3 1,1 0,1-1,-1-1,1 0,1-1,-1 0,1-1,0 0,0-1,1 0,-1-1,1-1,-1 0,1-1,0 0,0-2,0 1,-1-1,1-1,0-1,-1 0,0 0,1-1,-1-1,-1-1,1 1,-1-2,0 0,0 0,-1-1,5-5,25-27,-7-1</inkml:trace>
  <inkml:trace contextRef="#ctx0" brushRef="#br1" timeOffset="64347.3">17571 0,'16'0,"15"9,10 17,8 22,7 23,3 25,1 20,-6 19,-10 11,-12 3,-13-3,-20-8,-23-14,-28-17,-30-15,-31-16,4-21</inkml:trace>
  <inkml:trace contextRef="#ctx0" brushRef="#br1" timeOffset="59449.186">11596 775,'-3'46,"-1"-1,-3 1,-7 24,6-35,1 0,2 0,2 1,1 0,1-1,3 7,-2-36,1 0,-1 0,2 1,-1-1,1 0,0-1,0 1,0 0,1 0,0-1,0 0,0 1,1-1,0 0,0-1,0 1,1-1,-1 0,1 0,0 0,0-1,0 1,1-1,-1 0,1-1,0 0,0 1,13 0,0-1,0-1,0 0,0-1,0-1,0-1,0-1,0-1,-1 0,1-1,-1-1,0-1,-1 0,0-2,0 0,0 0,2-4,56-44,-52 34</inkml:trace>
  <inkml:trace contextRef="#ctx0" brushRef="#br1" timeOffset="59699.518">11529 1003,'12'0,"10"0,10 0,12 0,9 0,5 0,2-3,-5 0,-8-2,-11 0</inkml:trace>
  <inkml:trace contextRef="#ctx0" brushRef="#br1" timeOffset="59946.841">11516 681,'2'-2,"11"-1,13 0,19 1,17 0,14-1,11 0,3-3,-4 1,-10-2,-18 1</inkml:trace>
  <inkml:trace contextRef="#ctx0" brushRef="#br1" timeOffset="66044.841">11583 722,'-5'20,"-1"19,0 13,1-2</inkml:trace>
  <inkml:trace contextRef="#ctx0" brushRef="#br1" timeOffset="78385.453">6449 12192,'16'-4,"19"-2,19-3,17 0,14-1,11 3,5 2,-1 2,-18 1</inkml:trace>
  <inkml:trace contextRef="#ctx0" brushRef="#br1" timeOffset="78917.565">7799 12620,'21'-2,"17"-1,15-2,11-3,6 0,1 2,-8 1,-12 2,-14 6,-15 3</inkml:trace>
  <inkml:trace contextRef="#ctx0" brushRef="#br1" timeOffset="79162.817">7920 12888,'22'4,"22"2,19-2,17-3,13-3,7-1,-1 0,-5-3,-18 1</inkml:trace>
  <inkml:trace contextRef="#ctx0" brushRef="#br1" timeOffset="79435.6">8909 12753,'-2'3,"1"0,-1 0,1 0,0 0,-1 0,1 0,1 0,-1 1,0-1,1 0,0 1,0-1,0 0,0 0,0 1,1-1,-1 0,1 0,0 1,0-1,0 0,0 0,1 0,-1 0,1 0,0-1,0 1,0 0,0-1,0 1,1-1,-1 0,1 0,-1 0,1 0,0 0,0 0,0-1,0 0,0 1,0-1,0 0,3 0,0 2,1 0,-1-1,1 0,-1 0,1 0,-1-1,1 0,0 0,0-1,0 0,-1 0,1 0,0-1,0 0,-1-1,1 1,0-1,-1-1,0 1,1-1,-1 0,0 0,-1-1,1 0,0 0,-1 0,0-1,0 1,-1-1,1 0,-1-1,0 1,0-1,-1 0,3-5,-2 2,-1 1,0-1,-1 0,0-1,0 1,-1 0,0 0,-1-1,0 1,0 0,-1-1,0 1,-1 0,0 0,0 0,-1 0,0 0,-1 1,0-1,0 1,-1 0,0 0,0 0,-1 1,0 0,0 0,-1 0,0 1,0 0,0 0,-1 1,0 0,0 0,0 1,-1 0,1 0,-1 1,0 0,0 1,0 0,0 0,-1 1,1 0,0 1,-1 0,-4 1,3 1,0 0,1 1,0 1,-1-1,1 2,1-1,-1 1,1 1,0 0,0 0,0 1,1 0,0 0,0 1,1 0,0 1,1-1,0 1,0 1,0-1,2 1,-1 0,1 0,0 0,1 0,1 1,-1 0,2-1,-1 1,1 0,1 4,4 35</inkml:trace>
  <inkml:trace contextRef="#ctx0" brushRef="#br1" timeOffset="77649.42">6649 12433,'-4'18,"-4"18,-1 15,1 12,2 5,5 4,7-5,8-4,13-8,9-9,9-11,4-10,7-10,0-12,-1-11,-4-9,-12-1</inkml:trace>
  <inkml:trace contextRef="#ctx0" brushRef="#br1" timeOffset="77868.834">6663 12781,'22'0,"20"-3,14-2,8-1,3-2,-4 1,-7-1,-12 2,-13-2,-11 2</inkml:trace>
  <inkml:trace contextRef="#ctx0" brushRef="#br1" timeOffset="78115.176">6609 12472,'23'-4,"23"-2,20-2,15 0,7 0,2 1,-8-1,-17 1</inkml:trace>
  <inkml:trace contextRef="#ctx0" brushRef="#br1" timeOffset="75597.045">2840 12486,'-2'23,"-1"19,0 13,0 9,2 2,0 0,2-7,2-12,2-11,1-11</inkml:trace>
  <inkml:trace contextRef="#ctx0" brushRef="#br1" timeOffset="76331.156">2799 12326,'0'16,"1"-1,1 1,0 0,1 0,1-1,0 0,1 0,0 0,1 0,1-1,1 0,0 0,3 2,203 322,-213-336,7 9,-1 1,-1-1,0 1,0 0,-1 1,-1-1,0 1,-1 0,1 5,-4-16,0 1,0-1,0 0,0 0,0 0,-1 1,1-1,-1 0,1 0,-1 0,0 0,0 0,0 0,0 0,0 0,0 0,-1 0,1-1,-1 1,1-1,-1 1,0-1,1 1,-1-1,0 0,0 0,0 0,0 0,0 0,0 0,0 0,0-1,-2 1,-74 3,55-7,1-1,0-1,0-1,0-1,1 0,0-2,1-1,-9-5,10-1,19 16,0 0,0-1,-1 1,1-1,0 1,0 0,0-1,0 1,0-1,0 1,0-1,0 1,0 0,0-1,0 1,0-1,0 1,1 0,-1-1,0 1,0-1,0 1,1 0,-1-1,0 1,0 0,1-1,-1 1,0 0,1-1,-1 1,0 0,1 0,-1-1,0 1,1 0,-1 0,0 0,1 0,-1-1,1 1,-1 0,1 0,-1 0,0 0,1 0,-1 0,1 0,-1 0,1 0,-1 0,0 1,1-1,-1 0,214-8,-177 8,1-2,-1-2,0-1,-1-2,1-1,-1-2,-1-1,0-3,-1 0,0-2,9-7,-38 20,0 1,-1-1,1 0,-1-1,0 1,1-1,-2 0,1 0,0 0,-1 0,0-1,0 1,0-1,0 0,-1 0,0 0,0 0,0 0,0-2,-3 5,1 1,-1-1,1 0,-1 1,1-1,-1 0,0 1,0-1,0 1,0-1,0 1,0 0,0-1,0 1,0 0,-1 0,1 0,0 0,-1 0,1 0,-1 0,0 1,1-1,-1 0,1 1,-1-1,0 1,1 0,-1-1,0 1,0 0,1 0,-1 0,-60 3,53-1,-1-1,1 2,1-1,-1 1,0 1,1-1,-1 1,1 1,0 0,1 0,-1 0,1 1,0 0,0 1,1-1,0 1,0 0,1 1,-1 0,2-1,-1 2,1-1,0 0,1 1,0 0,0 2,3-8,0 1,0 0,0-1,0 1,1 0,0-1,0 1,0-1,0 1,0-1,1 0,0 1,-1-1,1 0,0 0,1 0,-1 0,0-1,1 1,0-1,-1 1,1-1,0 0,0 0,0 0,1 0,-1-1,0 1,1-1,1 1,8 2,-1-1,0 0,1 0,0-1,-1-1,1 0,0 0,3-2,-7 1,-1 0,1-1,-1 0,1 0,-1-1,0 0,0-1,0 0,0 0,0-1,-1 0,1 0,-1 0,0-1,0-1,-1 1,1-1,-1 0,-1 0,1-1,-1 1,0-1,-1 0,1-1,-1 1,-1-1,0 0,2-6,-2 4,-1 0,0 0,0 0,-2 0,1 0,-1 0,0 0,-1 0,0 0,-1 0,-3-10,6 20,-1-1,0 1,0-1,0 0,-1 1,1-1,0 1,0-1,0 1,0-1,0 1,-1-1,1 1,0-1,0 1,-1-1,1 1,0-1,-1 1,1-1,-1 1,1 0,-1-1,1 1,0 0,-1-1,1 1,-1 0,1 0,-1-1,0 1,1 0,-1 0,1 0,-1 0,1 0,-1 0,1 0,-1 0,0 0,1 0,-1 0,1 0,-1 0,1 0,-1 0,-13 26,13-20,-1 1,1-1,0 1,1-1,-1 1,1-1,1 1,-1-1,1 1,0-1,1 1,0-1,0 1,0-1,0 0,1 0,0 0,1-1,-1 1,1-1,0 0,0 1,1-2,-1 1,1-1,0 1,1-1,-1-1,1 1,4 2,4-1,1 0,0 0,0-2,0 0,1 0,-1-2,1 0,9-1,23-1</inkml:trace>
  <inkml:trace contextRef="#ctx0" brushRef="#br1" timeOffset="76878.693">4190 12673,'-7'-2,"0"0,-1 0,1 1,0 0,-1 0,1 0,-1 1,1 0,-1 1,1-1,0 2,-1-1,1 1,0 0,0 0,0 1,0 0,0 0,1 1,-1 0,1 0,0 0,0 1,1 0,-1 0,1 0,0 1,1 0,-1 0,1 0,0 0,1 1,-1-1,0 4,3-5,-1 0,1 0,0 0,1 0,-1 1,1-1,0 0,0 1,1-1,-1 0,1 0,1 0,-1 0,1 0,-1 0,1 0,1 0,-1 0,1-1,0 1,0-1,0 0,0 0,1 0,0 0,0-1,0 1,0-1,0 0,1 0,-1-1,1 1,0-1,-1 0,2 0,9 4,0-1,0-1,0-1,1 0,-1 0,1-2,0 0,0-1,-1 0,1-1,0-1,-1-1,1 0,-1-1,0-1,0 0,-1-1,12-6,-21 10,-1-1,1-1,-1 1,1 0,-1-1,0 0,-1 0,1 0,-1-1,1 1,-1-1,-1 0,1 0,-1 0,1 0,-2 0,2-3,0 13,0-1,1 1,0-1,-1 0,2 0,-1-1,0 1,1-1,-1 0,1 0,0-1,3 2,1-1,0 0,0 0,1-1,-1-1,0 1,1-2,-1 1,0-1,1-1,-1 1,1-2,-1 1,5-3,-9 3,0 0,-1 0,1-1,0 0,0 0,-1 0,1-1,-1 0,0 0,0 0,0 0,0 0,0-1,-1 0,1 1,-1-2,0 1,0 0,-1 0,1-1,-1 0,0 1,0-1,-1 0,1-2,-1 2,-1 0,0 0,0 0,0 0,-1 0,0 0,0 1,0-1,-1 0,1 0,-1 1,0-1,0 1,-1 0,1-1,-1 1,0 0,0 1,-1-1,1 0,-4-2,-2-2,0 1,0 0,0 0,-1 1,0 1,0 0,0 0,-1 0,0 1,3 3,1 0,-1 1,0 0,1 0,-1 0,1 1,-1 0,1 1,-1 0,1 0,0 0,0 1,0 0,0 0,0 1,1 0,0 0,-1 1,2-1,-1 1,0 1,1-1,0 1,0 0,1 0,0 0,0 1,0-1,1 1,0 0,0 0,0 0,1 1,0-1,1 0,0 1,0 0,1-1,-1 1,2-1,-1 2,1-5,-1 1,1-1,1 1,-1-1,0 0,1 0,0 0,0 0,0 0,1 0,-1 0,1 0,0-1,0 0,0 1,0-1,1 0,0 0,-1-1,1 1,0-1,0 0,0 0,1 0,30 12</inkml:trace>
  <inkml:trace contextRef="#ctx0" brushRef="#br1" timeOffset="77131.265">4738 12339,'-19'-2,"-7"3,-4 9,0 10,6 7,6 9,7 7,5-3</inkml:trace>
  <inkml:trace contextRef="#ctx0" brushRef="#br1" timeOffset="77285.851">4738 12914,'13'14,"12"8,11 6,10 0,13-2,13-6,12-6,11-6,6-6,-14-3</inkml:trace>
  <inkml:trace contextRef="#ctx0" brushRef="#br1" timeOffset="73001.045">1235 12901,'0'2,"-2"3,-1 1</inkml:trace>
  <inkml:trace contextRef="#ctx0" brushRef="#br1" timeOffset="74951.354">1289 12927,'0'-3,"1"0,-1 1,0-1,0 0,0 0,0 0,-1 0,1 0,-1 1,1-1,-1 0,0 0,0 1,0-1,-1 1,1-1,-1 1,1-1,-1 1,0 0,0 0,0 0,0 0,0 0,0 0,0 0,-1 1,1-1,-1 1,1 0,-1-1,0 1,1 1,-1-1,0 0,0 1,0-1,1 1,-2 0,-5 4,-5-11,11 3,0 0,-1 0,0 1,1-1,-1 1,0 0,-1 0,1 0,-1 1,1-1,-1 1,0 0,1 1,-1-1,0 1,0 0,0 0,-1 1,1-1,0 1,0 0,0 0,0 1,0 0,0 0,0 0,0 0,0 1,0 0,0 0,1 0,-1 0,1 1,0 0,-1 0,0 1,0 3,0 0,1 0,-1 0,2 0,-1 1,1 0,0-1,1 1,0 0,0 0,1 0,0 1,0-1,1 0,0 0,0 1,1-1,0 0,1 0,0 0,0 0,0 0,1 0,1-1,-1 1,1-1,0 0,1 0,4 5,-5-8,0 0,0-1,0 1,0-1,1 0,0-1,0 1,-1-1,1 0,1 0,-1-1,0 1,0-1,1 0,-1 0,0-1,1 0,-1 0,1 0,-1 0,0-1,1 0,-1 0,0-1,0 1,0-1,0 0,0-1,0 1,4-4,2 0,0-1,0 0,-1-1,0 0,-1-1,0 0,0-1,-1 1,0-2,-1 1,0-1,4-8,-8 13,0 0,0 0,-1 0,1-1,-2 1,1-1,-1 1,0-1,0 0,0 1,-1-1,0 0,-1-4,-7 25,6-3,1 1,0 1,1-1,0 0,1 0,0 0,1 0,0-1,1 1,0 0,1-1,1 0,3 8,-5-12,1 0,0-1,0 1,0-1,1 0,0 0,0-1,1 1,-1-1,1 0,0-1,1 1,-1-1,1 0,0-1,0 0,0 0,0 0,0-1,1 0,-1-1,1 1,-2-2,-1 1,1-1,-1-1,0 1,1-1,-1 0,0 0,1 0,-1-1,0 0,0 0,2-1,20-13</inkml:trace>
  <inkml:trace contextRef="#ctx0" brushRef="#br1" timeOffset="75145.834">1730 12420,'7'13,"6"19,7 21,3 19,1 16,-5 13,-11 8,-19 7,-21 4,-24-2,-1-22</inkml:trace>
  <inkml:trace contextRef="#ctx0" brushRef="#br1" timeOffset="81048.565">9965 12820,'18'18,"11"15,0 14,-5 12,-15 12,-23 10,-30 9,-7-10</inkml:trace>
  <inkml:trace contextRef="#ctx0" brushRef="#br1" timeOffset="89001.381">21730 11952,'20'0,"19"0,13 0,5 0,-2 2,-12 3,-12 1</inkml:trace>
  <inkml:trace contextRef="#ctx0" brushRef="#br1" timeOffset="89250.714">21730 12139,'18'0,"15"0,13 0,11 0,4 0,1 0,-3-2,-12-1</inkml:trace>
  <inkml:trace contextRef="#ctx0" brushRef="#br1" timeOffset="89501.045">22024 11710,'55'65,"-38"-49,65 58,-30-29,-2 2,-3 2,-1 1,-3 3,17 29,-56-77,-1 0,0 0,0 0,0 0,0 0,-1 1,0-1,0 1,-1-1,1 1,-1 0,-1 0,1 0,-1 0,0-1,0 1,0 0,-1 0,0 0,0 0,-2 4,-4 0,0 0,-1 0,0 0,-1-1,0-1,0 1,-1-1,0-1,-1 0,1 0,-1-1,-1 0,1-1,-6 1,-70 33,-1-5</inkml:trace>
  <inkml:trace contextRef="#ctx0" brushRef="#br1" timeOffset="86149.327">17826 12085,'16'43,"-10"-22,1 1,1-1,1-1,1 1,1-1,0-1,2 0,0-1,1 0,0-1,2-1,0 0,6 3,-19-17,0 1,0-1,1 0,-1 0,1 0,-1-1,1 1,0-1,0 0,0 0,0 0,0-1,0 1,0-1,0 0,0 0,0-1,-1 1,1-1,0 1,0-1,0-1,0 1,0 0,-1-1,1 0,-1 0,1 0,-1 0,0-1,0 1,0-1,0 1,0-1,-1 0,1-1,-1 1,0 0,0-1,1 0,3-11,-1-1,-1 0,0 0,-1 0,-1-1,0 1,-1-1,-1 0,-1 1,0-1,-3-11,1-18,3 43,-1 1,1 0,-1 0,1 0,0 0,0 0,0 0,0 0,1 0,-1 0,0 0,1-1,-1 1,1 0,0 1,0-1,0 0,0 0,0 0,0 0,0 1,1-1,-1 1,1-1,-1 1,1-1,0 1,-1 0,1 0,0-1,0 2,0-1,0 0,-1 0,1 0,1 1,30 0,4 5</inkml:trace>
  <inkml:trace contextRef="#ctx0" brushRef="#br1" timeOffset="86932.235">18655 12139,'-20'-9,"1"1,-1 1,0 1,0 1,-1 0,0 2,0 0,0 2,-5 0,24 1,-1 0,0 0,1 1,-1-1,1 1,-1-1,1 1,-1 0,1 0,-1 0,1 1,0-1,0 0,-1 1,1-1,0 1,0 0,1 0,-1 0,0 0,1 0,-1 0,1 0,-1 1,1-1,0 0,0 1,0-1,0 1,1-1,-1 1,1 0,-1 1,1 4,0-1,0 0,0 0,1 0,0 0,1 0,0 0,0 0,0-1,1 1,-1 0,2 0,-1-2,0 1,1 0,-1-1,1 0,0 0,1 0,-1 0,1 0,0-1,0 0,0 0,1-1,-1 1,1-1,0 0,0-1,0 0,0 1,1-2,-1 1,0-1,1 0,-1 0,1-1,-1 0,1 0,-1 0,1-1,-1 0,1-1,-1 1,0-1,0 0,1-1,-2 1,1-1,0 0,0-1,-1 1,0-1,0-1,0 1,1-1,36-77,-24 38,-14 57,-2-1,-1 0,1 0,1 0,0 0,1 0,0-1,1 0,0 0,2 3,-5-10,0-1,1 1,-1 0,1-1,0 0,0 0,0 1,1-2,-1 1,1 0,0-1,-1 1,1-1,0 0,0-1,0 1,1-1,-1 1,0-1,0-1,1 1,-1 0,1-1,-1 0,0 0,1-1,1 1,1-2,1 0,-1 0,0 0,0-1,0 0,-1-1,1 1,-1-1,0-1,0 1,0-1,0 0,-1 0,0-1,0 1,-1-1,1 0,2-6,3-5,-1 0,-1 0,0-1,-1 0,-2 0,5-17,-1-22,-2-1,-2 1,-3-1,-3-34,1 67,0-1,-1 1,-2-1,-1 1,0 0,-2 0,-1 0,-1 1,-1 0,-12-21,20 43,0-1,0 1,0 0,-1 0,1 0,-1 0,1 1,-1-1,0 0,1 0,-1 1,0 0,0-1,0 1,-1 0,1 0,0 0,0 0,-1 0,1 0,0 1,-1-1,1 1,0 0,-1 0,1 0,-1 0,1 0,-1 0,1 0,0 1,-1 0,1-1,0 1,-1 0,1 0,0 0,0 0,0 0,0 1,0-1,0 1,0-1,0 1,1 0,-1 0,0 0,-9 12,1 2,1-1,0 1,0 1,2 0,0 0,1 0,1 1,1 0,0 0,1 0,1 0,1 1,0 11,2-2,0-1,2 1,1-1,1 0,1 0,2 0,1-1,0 0,2 0,1-1,1-1,2 0,0-1,1-1,1 0,1-1,1-1,1-1,0 0,2-2,0 0,13 6,-29-18,1 0,-1-1,1 0,-1 0,1-1,0 0,0 0,1-1,-1 0,1 0,-1 0,1-1,-1 0,1-1,0 0,0 0,-1-1,1 1,-1-2,1 1,-1-1,1 0,-1-1,0 0,0 0,0 0,0-1,2-2,3-8,-2-1,0-1,-1 0,0 0,-1-1,-1 0,-1 0,0-1,-1 0,-1 0,-1 0,0-1,-1-13,-3 49,6 125,-4-135,0-1,0 1,1-1,0 1,0-1,1 0,0 0,0 0,0 0,1 0,0-1,0 0,0 1,0-1,1-1,0 1,0-1,1 0,3 2,16 6</inkml:trace>
  <inkml:trace contextRef="#ctx0" brushRef="#br1" timeOffset="87183.115">19403 11738,'-16'4,"-5"7,3 7,14 8,19 7,6-3</inkml:trace>
  <inkml:trace contextRef="#ctx0" brushRef="#br1" timeOffset="87546.664">20219 12112,'-13'-10,"-1"1,0 1,-1 0,0 1,0 1,0 0,-1 2,-5-2,15 4,-1 1,1 0,-1 1,0-1,1 1,-1 0,0 1,1 0,-1 0,1 0,-1 1,1 0,-1 0,1 0,0 1,0 0,0 1,1-1,-1 1,1 0,-2 2,1-2,0 1,1 1,0-1,0 1,1-1,0 1,0 1,0-1,1 1,-1-1,2 1,-1 0,1 0,0 0,0 0,1 0,0 1,0-1,1 0,0 1,0-1,1 0,0 1,0-1,2 7,0-11,-1 0,1 0,-1 0,1 0,0 0,0-1,1 1,-1-1,0 0,1 0,-1 0,1 0,0-1,-1 1,1-1,0 0,0 0,0-1,0 1,0-1,0 1,0-2,3 1,90-21,-85 16,0-2,-1 1,0-1,0-1,0 0,-1-1,0 0,-1 0,0-1,-1 0,1-1,-2 0,0 0,0-1,-1 1,-1-2,1 1,-2 0,0-1,-1 0,2-9,2-29,-2 1,-2-1,-2 1,-2-1,-3 0,-2 1,-2 0,-6-14,11 49,0-6,-1 1,-1 0,-1 0,0 0,-2 1,0 0,-1 0,-5-6,13 24,1 0,-1 0,1 0,-1 0,0 0,0 0,1 0,-1 0,0 0,0 0,0 1,0-1,0 0,0 0,0 1,0-1,0 1,0-1,0 1,-1-1,1 1,0 0,0 0,0-1,-1 1,1 0,0 0,0 0,0 0,-1 1,1-1,0 0,0 0,0 1,-1-1,1 1,0-1,0 1,0-1,-1 1,-26 44,20-15,1 1,1 0,2 0,1 0,1 0,2 1,1-1,2 0,6 31,-4-31,1-1,1 0,2 0,1 0,1-1,2 0,1-1,1-1,1 0,1-2,2 1,0-2,2-1,0 0,2-2,0 0,2-2,0 0,21 10,7-2</inkml:trace>
  <inkml:trace contextRef="#ctx0" brushRef="#br1" timeOffset="88348.613">20700 12246,'5'-14,"-1"0,0-1,-2 1,1-1,-2 0,0 1,0-12,-2 20,1 0,-1 1,0 0,0-1,0 1,-1 0,0-1,0 1,0 0,-1 0,0 1,0-1,0 0,0 1,-1 0,1 0,-1 0,0 0,0 0,-1 1,1 0,-1 0,0 0,-1 1,1 0,0 0,-1 0,1 1,-1-1,0 1,1 1,-1-1,0 1,0 0,1 0,-1 1,0 0,1 0,-1 0,0 1,1-1,0 1,-1 1,1-1,0 1,0 0,0 0,1 0,-1 1,1-1,-1 1,1 0,1 1,-1-1,0 1,1-1,0 1,0 0,1 0,-1 1,1-1,0 0,1 1,-1-1,1 1,0 0,0-1,1 1,0 0,0 0,0-1,0 1,1 0,0-1,1 1,1 4,0-1,1-2,0 1,0 0,1-1,0 0,0 0,1 0,0-1,0 0,0 0,1 0,0-1,0 0,0 0,1-1,0 0,0 0,0-1,0 0,0 0,1-1,-1 0,1 0,-1-1,1 0,0-1,-1 0,1 0,0-1,-1 0,1-1,0 0,1-1,-4 0,-1 0,-1 0,1-1,0 0,-1 0,0 0,0 0,0-1,-1 0,1 0,-1 0,0 0,0 0,-1 0,0-1,0 1,0-1,-1 0,1 0,-1 0,-1 1,1-1,-1 0,0 0,0 0,-1 0,0 0,0-1,1 7,0 0,-1 0,1 0,0 0,0 0,0 0,0 0,-1 0,1 0,0 0,0 0,-1 0,1 0,0 0,0 0,0 0,-1 0,1 0,0 0,0 0,0 0,0 0,-1 0,1-1,0 1,0 0,0 0,0 0,-1 0,1 0,0 0,0-1,0 1,0 0,0 0,0 0,-1-1,1 1,0 0,0 0,0 0,0 0,0-1,0 1,0 0,0 0,0 0,0-1,0 1,0 0,-5 19,2 93,4-107,-1 0,1 1,0-1,1 0,-1 0,1 1,0-1,0 0,1-1,-1 1,1 0,0-1,0 1,1-1,0 0,-1 0,1-1,0 1,3 1,-4-3,0-1,0 1,0-1,0 0,1 0,-1 0,0 0,1-1,-1 1,0-1,1 0,-1 0,1 0,-1-1,0 1,1-1,-1 1,0-1,1 0,-1-1,0 1,0 0,0-1,0 0,0 0,-1 0,1 0,0 0,-1 0,1-1,6-6,-1 0,0 0,0 0,-1-1,-1 0,1-1,-2 1,1-2,10-33,-2-1,-2-1,-2 0,-2-1,-2 1,-2-1,-3-12,9-172,-13-99,-11 192,13 135,1 2,0 0,0 0,0 0,-1-1,1 1,-1 0,1 0,-1 0,0 0,0 0,0 0,0 0,0 0,0 0,-1 0,1 0,-1 1,1-1,-1 1,0-1,1 1,-1-1,-1 1,1 2,0 0,0 0,-1 0,1 1,0-1,1 1,-1-1,0 1,0 0,1 0,-1 0,1 0,-1 0,1 0,0 0,0 0,0 1,0-1,0 0,1 1,-1-1,0 1,0 1,-12 39,1 2,2-1,3 2,1-1,2 1,2 28,1-11,1 0,4 1,3-2,2 1,3-1,2-1,4 0,2-1,6 8,-19-50,0-1,2 1,1-1,0 0,0-1,2 0,0-1,1-1,1 0,8 7,-21-20,0 0,-1 0,1 0,0 0,0-1,0 1,0 0,0-1,0 1,0-1,0 1,0-1,1 1,-1-1,0 0,0 0,0 1,0-1,0 0,1 0,-1 0,0 0,0-1,0 1,0 0,1 0,-1-1,0 1,0 0,0-1,0 1,0-1,0 0,0 1,0-1,0 0,0 0,0 1,-1-1,1 0,0 0,0 0,-1 0,1 0,-1 0,1 0,-1 0,1 0,-1 0,0-1,1 1,0-13,0 1,-1-1,0 1,-1-1,-1 1,0 0,0 0,-2 0,0 0,0 0,-1 0,0 1,-5-6,-9-25,-2 1,-2 2,-2 0,-1 1,-2 2,-2 0,-1 3,-2 0,-1 2,-2 2,0 1,-3 1,-2 1,34 19,27 10,-8 0,358 16,-335-18,44 1</inkml:trace>
  <inkml:trace contextRef="#ctx0" brushRef="#br1" timeOffset="85536.411">15139 12472,'23'-15,"113"-86,-128 94,0-1,-1 0,1-1,-2 0,1 0,-2 0,1-1,-1 1,0-2,-1 1,0 0,-1-1,2-10,-4 19,-1 0,1 0,-1 0,0 0,1 0,-1 0,0 0,0 0,0 0,-1 0,1 0,0 0,-1 0,1 0,-1 0,0 1,0-1,0 0,0 0,0 0,0 1,0-1,0 0,-1 1,1 0,0-1,-1 1,0 0,1-1,-1 1,0 0,1 0,-1 0,0 1,0-1,0 0,0 1,0-1,0 1,0-1,0 1,0 0,0 0,0 0,0 0,0 1,0-1,0 0,0 1,0-1,0 1,1 0,-1 0,0-1,0 1,0 0,1 1,-4 1,1 1,0 0,0 0,0 0,1 0,-1 1,1 0,0-1,0 1,1 1,0-1,-1 0,2 0,-1 1,1-1,0 1,0-1,0 1,1 0,-1-1,2 1,-1 0,0-1,1 1,0-1,1 1,-1-1,1 1,0-1,0 0,1 0,0 0,-1 0,2 0,-1-1,0 1,5 3,2 1,1 0,0-1,0 0,1 0,0-1,0-1,0 0,1-1,0 0,0-1,1-1,-1 0,1 0,-1-2,1 1,0-2,0 0,0-1,-1 0,1-1,0 0,3-2,-7 1,-1-1,0 0,-1 0,1-1,-1 0,0 0,0-1,0 0,-1 0,0-1,0 0,0 0,-1-1,-1 0,1 0,-1 0,0-1,-1 0,0 0,0 0,-1 0,-1 0,1-1,0-7,-1 10,-2 3,0 0,0 0,1 0,-1 0,1 0,0 0,0 0,1 0,-1 1,1-1,0 1,0-1,0 1,0-1,1 1,-1 0,1 0,0 0,0 1,0-1,0 1,0-1,0 1,1 0,-1 0,1 0,0 1,-1 0,1-1,0 1,1 0,7 4,0 0,-1 1,1 0,-1 1,0 0,-1 1,1 0,-1 0,0 1,-1 1,1 0,-2 0,1 0,-1 1,0 1,3 5,-4-6,0 0,0 1,-1 0,0 0,-1 1,0 0,-1-1,1 5,-4-13,0 1,0 0,-1 0,1 0,-1 0,0 0,0 0,0 0,0 0,0 0,0 0,-1 0,0 0,1 0,-1 0,0 0,0 0,-1 0,1-1,-1 1,1 0,-1-1,0 0,0 1,0-1,0 0,0 0,-1 0,1 0,-1 0,1-1,-1 1,-2 0,3 0,-1 0,0-1,0 1,0-1,0 0,0 0,0 0,-1 0,1 0,0-1,0 1,-1-1,1 0,0 0,-1-1,1 1,0 0,0-1,-1 0,1 0,0 0,0 0,0-1,0 1,0-1,0 1,1-1,-1 0,0 0,1 0,0-1,-1 1,1-1,0 1,0-1,0 0,1 0,-1 1,1-1,-1 0,1-1,0 1,0 0,0 0,1 0,-1-1,1 1,0 0,0 0,0-2,3-10,2 1,-1 0,2 0,0 1,0 0,2 0,-1 0,2 1,-1 0,2 0,-1 1,11-8,-10 7,13-15,4 0,-1-1,-1-1,-1-1,-2-1,-2-2,0 0,-3 0,0-2,-2 0,-2-1,8-36,-19-3,-2 72,0 1,0-1,-1 1,1-1,-1 1,0-1,0 1,0 0,0-1,0 1,0 0,-1 0,1 0,-1 0,1 0,-1 0,0 0,0 0,0 1,0-1,0 1,0-1,0 1,0 0,-1 0,1 0,-1 0,-2 1,0 0,1 1,-1 0,0 0,1 0,-1 1,0-1,1 1,0 0,0 1,-1-1,1 1,0-1,1 1,-1 0,0 1,1-1,0 1,0-1,0 1,0 0,1 0,-2 3,-9 12,1 0,2 1,0 0,1 1,0 0,2 0,1 1,1 0,0 0,2 0,0 1,2-1,0 1,2-1,0 1,2-1,0 0,2 0,0 0,3 7,1-8,0-1,1 1,1-2,1 1,1-2,0 0,1 0,1-1,1-1,0 0,1-2,1 0,0 0,1-2,1 0,0-2,0 0,1-1,0-1,0-1,10 2,-25-7,1-1,0 0,-1 0,1-1,0 0,0 0,0 0,-1-1,1 0,0 0,-1-1,1 0,-1 0,0 0,1-1,-1 0,0 0,-1-1,1 0,-1 0,1 0,-1 0,0-1,-1 0,1 0,-1 0,0-1,0 1,-1-1,1 0,5-15,-1 0,0 0,-2-1,-1 1,0-1,-1-1,-2 1,0 0,-2-9,-1 5,1 27,0-1,0 0,0 1,-1-1,1 0,0 1,0-1,0 0,0 0,-1 1,1-1,0 0,0 0,0 1,-1-1,1 0,0 0,0 0,-1 0,1 1,0-1,-1 0,1 0,0 0,-1 0,1 0,0 0,0 0,-1 0,1 0,0 0,-1 0,1 0,0 0,-1 0,1 0,0 0,-1 0,1 0,0 0,-1 0,1-1,0 1,0 0,-1 0,1 0,0 0,0-1,-1 1,1 0,0 0,0-1,0 1,-1 0,1 0,0-1,0 1,0 0,-6 16,2 0,-1 1,2-1,0 1,1 0,1 0,1 0,1 16,-1-24,0-1,1 1,0 0,0-1,1 1,0-1,1 0,0 1,0-1,1 0,0-1,0 1,0-1,1 1,1-1,-1-1,1 1,0-1,0 0,1 0,0-1,0 0,0 0,1-1,6 3,25 7,-4-7</inkml:trace>
  <inkml:trace contextRef="#ctx0" brushRef="#br1" timeOffset="85785.73">16047 11871,'-20'0,"-12"0,7 0,21 0,32 0,36 0,37 2,30 1,23 2,-15 1</inkml:trace>
  <inkml:trace contextRef="#ctx0" brushRef="#br1" timeOffset="82333.872">11235 12232,'-2'-2,"-1"8,0 14,1 16,0 10,1 9,1 4,0 4,0-3,0-4,0-9,0-13</inkml:trace>
  <inkml:trace contextRef="#ctx0" brushRef="#br1" timeOffset="82679.981">11154 12072,'-45'-27,"45"28,-1-1,1 1,-1 0,1-1,-1 1,1 0,0-1,0 1,-1 0,1 0,0 0,0-1,0 1,0 0,-1 0,1 0,0-1,1 1,-1 0,0 0,0 0,0-1,0 1,1 0,-1 0,0 0,1-1,-1 1,0 0,1-1,-1 1,1 0,-1-1,1 1,0-1,-1 1,1-1,0 1,16 22,2-2,0 0,2 0,0-2,1-1,19 12,-9-5,4 2,-6-6,0 2,-2 0,0 2,-2 1,-1 1,-1 2,-1 0,17 29,-37-52,1 1,-1-1,0 1,0 0,-1 0,0 0,0 1,-1-1,0 0,0 1,0-1,-1 0,0 1,-1-1,0 1,0-1,0 0,-1 0,0 1,-1-1,1-1,-1 1,-1 0,1-1,-1 1,-4 4,-4-1,1-2,-2 1,1-1,-1-1,0 0,-1-1,1-1,-1 0,-1 0,1-2,0 0,-1 0,0-1,1-1,-1-1,0 0,0-1,1 0,-1-1,-5-2,13 3,1 1,0-1,-1-1,1 1,0-1,0 0,0 0,0-1,1 0,-1 0,1 0,-1-1,1 0,0 0,4 3,1 0,-1 1,1-1,-1 0,1 1,-1-1,1 0,0 0,0 0,-1 0,1 1,0-1,0 0,0 0,0 0,0 0,0 0,0 1,0-1,0 0,0 0,0 0,1 0,-1 0,0 1,1-1,-1 0,0 0,1 1,-1-1,1 0,-1 0,1 1,0-1,-1 1,1-1,12-12</inkml:trace>
  <inkml:trace contextRef="#ctx0" brushRef="#br1" timeOffset="83865.831">11783 12285,'16'35,"-2"1,-1 0,-2 1,-2 0,2 18,-7-34,-2 1,0-1,-1 1,-2-1,0 1,-4 21,-1-25,5-18,1 1,0-1,-1 0,1 0,0 0,-1 0,1 0,0 0,-1 0,1 0,0 0,-1 0,1 0,-1 0,1 0,0 0,-1 0,1 0,0 0,-1 0,1 0,0-1,-1 1,1 0,0 0,0 0,-1-1,1 1,0 0,-1 0,1-1,0 1,0 0,0-1,-1 1,1 0,0-1,0 1,0 0,0-1,0 1,0 0,-1-1,1 1,0 0,0-1,0 1,0 0,0-1,0 1,1 0,-1-1,0 1,0-1,0 1,0 0,0-1,0 1,1 0,-1 0,0-1,-8-194,9 133,0 25,0-3,-2-1,-1 0,-3 0,-3-13,8 54,0 0,-1 0,1 0,0 0,0 0,-1 0,1 0,0 0,0 0,0 0,-1 0,1 0,0 0,0 0,-1 0,1 0,0 0,0 0,0 0,-1-1,1 1,0 0,0 0,0 0,0 0,-1 0,1-1,0 1,0 0,0 0,0 0,0-1,0 1,0 0,-1 0,1 0,0-1,0 1,0 0,0 0,0-1,0 1,0 0,-2 21,3-14,-1 0,1 0,1 1,0-1,0 0,0 0,1 0,0-1,0 1,0-1,1 1,0-1,1 0,-1-1,1 1,0-1,0 0,1 0,0 0,0-1,0 0,0 0,0 0,1-1,0 0,0-1,0 1,0-1,0 0,0-1,0 0,1 0,-1-1,0 1,1-2,-1 1,0-1,0 0,1 0,-1-1,0 0,4-2,0-1,-1 0,0 0,0-1,-1 0,0-1,0 0,0 0,-1-1,0 0,-1 0,1-1,-2 0,1-1,-1 1,-1-1,0 0,0-1,-1 1,0-1,-1 0,0 0,-1 0,0 0,-1 0,0-1,-1 1,0 0,0-1,-2 0,-1 48,4 343,18-272,-18-102,1-1,0 0,0 1,0-1,1 0,-1 0,1 0,0-1,0 1,1-1,-1 1,1-1,-1 0,1 0,0-1,0 1,0-1,0 0,1 0,-1 0,3 0,1 0,1-1,0 0,0 0,0-1,0 0,0 0,-1-1,1-1,0 1,0-1,-1-1,0 0,1 0,-1 0,0-1,0-1,6-4,0 0,0 0,-2-2,1 1,-1-2,-1 1,0-2,0 1,-1-1,2-6,7-18,-1-1,-2-1,-1 0,-2-1,-2 0,4-34,0-32,-15 107,0-1,0 0,0 1,-1-1,1 0,0 1,0-1,-1 0,1 0,0 1,0-1,-1 0,1 0,0 1,-1-1,1 0,0 0,-1 0,1 0,0 1,-1-1,1 0,0 0,-1 0,1 0,-1 0,1 0,0 0,-1 0,1 0,0 0,-1 0,1 0,0 0,-1-1,1 1,-1 0,1 0,0 0,-1 0,1-1,0 1,0 0,-1 0,1-1,0 1,0 0,-1 0,1-1,0 1,-5 14,0 0,1 1,0-1,2 1,-1 0,2 0,0 0,1 2,0-8,-2 7,1 0,1 1,0-1,2 0,0 0,0 0,2 0,0 0,0-1,2 0,0 1,1-2,0 1,1-1,0 0,2-1,-1 0,11 10,-14-15,1-1,1 0,-1 0,1 0,0-1,0 0,1-1,0 0,0 0,0-1,0 0,1-1,0 0,-1 0,1-1,0 0,0-1,1 0,-1-1,0 0,0 0,0-1,0 0,0-1,0 0,0-1,0 0,-1-1,1 1,-1-2,3-1,0-4,-2 0,1 0,-1-1,-1 0,0 0,-1-1,0 0,0-1,-2 0,1 0,-2 0,0-1,0 0,1-10,2-14,-1 0,-2-1,-2 0,-1-35,-1 56,-1 0,-1 0,-1 0,0 0,-1 1,-1-1,-1 1,0-1,-4-6,3 17,13 23,34 51,-34-53</inkml:trace>
  <inkml:trace contextRef="#ctx0" brushRef="#br1" timeOffset="84314.725">13414 11991,'26'44,"2"-1,1-1,3-1,1-2,3-1,0 3,251 289,-252-296,-34-34,-1 0,1 0,-1 0,1 0,-1 0,1 0,-1 0,0 0,1 0,-1 0,1 0,-1-1,1 1,-1 0,1 0,-1-1,0 1,1 0,-1 0,0-1,1 1,-1 0,0-1,1 1,-1-1,0 1,0 0,1-1,-1 1,0-1,0 1,0-1,0 1,0-1,1 1,-1 0,0-1,0 1,0-1,0 1,0-1,0 1,-1-1,1 1,0-1,0 1,0-1,0 1,0-2,-12-231,3-104,3 296,5 40,1 1,0-1,-1 0,0 1,1-1,-1 0,1 1,-1-1,0 1,1 0,-1-1,0 1,0-1,1 1,-1 0,0-1,0 1,1 0,-1 0,0 0,0 0,0 0,0 0,1 0,-1 0,0 0,0 0,0 0,1 0,-1 1,0-1,0 0,1 1,-1-1,0 0,0 1,1-1,-1 1,0-1,1 1,-1-1,1 1,-1 0,1-1,-1 1,0 0,-18 15,1 2,0 0,1 0,1 2,-1 3,-5 5,-48 59,5 2,3 4,4 2,0 10,23-27</inkml:trace>
  <inkml:trace contextRef="#ctx0" brushRef="#br1" timeOffset="97282.405">16582 13341,'2'16,"4"17,4 14,4 10,1 7,-2 2,-2-4,-5-8,-2-10,-2-18,-1-22,-1-12</inkml:trace>
  <inkml:trace contextRef="#ctx0" brushRef="#br1" timeOffset="97551.681">16528 13182,'70'62,"2"-3,3-3,13 4,79 59,-136-97,-1 2,-1 2,-2 0,0 2,-1 0,8 16,-30-40,0 1,-1-1,0 1,0 0,0 0,0 0,-1 0,0 1,0-1,0 1,-1-1,0 1,0 0,0-1,-1 1,1 0,-1 0,-1-1,1 1,-1 0,0-1,-1 1,1 0,-1-1,0 0,0 1,-1-1,0 1,-6 3,-1-1,0 0,0-1,-1 0,0-1,0 0,0-1,-1 0,0 0,0-1,0-1,-1 0,1-1,-12 1,-1 2,1-2,-1 0,0-1,0-1,1-2,-1 0,0-2,1 0,-1-2,-22-7,7-7</inkml:trace>
  <inkml:trace contextRef="#ctx0" brushRef="#br1" timeOffset="97866.839">18146 13462,'-22'-16,"-2"1,0 2,0 0,-2 2,1 0,-1 2,-1 1,1 1,-1 1,-1 2,-11-1,26 4,0 1,0 0,1 1,-1 0,0 0,1 2,-1 0,1 0,0 1,-11 5,17-6,1 0,-1 0,1 0,0 1,0 0,1 0,-1 0,1 0,-1 1,1 0,1 0,-1 0,1 0,0 0,0 1,0 0,1-1,0 1,0 0,1 0,-1 0,1 0,0 2,1 3,0-1,1 1,0 0,0-1,1 0,1 1,-1-1,2 0,-1 0,2 0,-1-1,1 0,0 1,1-2,0 1,1-1,0 0,1 1,10 10,0-1,2-1,0-1,0-1,2-1,0 0,0-2,8 4,1-2,0-1,0-2,1 0,1-3,0 0,0-3,0 0,1-2,-1-2,1-1,0-1,26-5,-42 2,0-1,-1 0,0-1,0-1,-1 0,16-10,14-14</inkml:trace>
  <inkml:trace contextRef="#ctx0" brushRef="#br1" timeOffset="98115.175">18547 13515,'1'-98,"-1"98,0 0,0 0,0 0,1 0,-1 0,0 0,0 0,0 1,0-1,0 0,1 0,-1 0,0 0,0 0,0 0,0 0,0 0,1 0,-1 0,0 0,0 0,0-1,0 1,0 0,1 0,-1 0,0 0,0 0,0 0,0 0,0 0,0 0,1 0,4 21,-5-19,16 68,2-1,3-1,4 0,17 31,-29-78,-13-21,0 1,0-1,0 0,1 0,-1 1,0-1,0 0,1 0,-1 1,0-1,1 0,-1 0,0 0,1 0,-1 0,0 1,1-1,-1 0,0 0,1 0,-1 0,0 0,1 0,-1 0,1 0,-1 0,0 0,1 0,-1-1,0 1,1 0,-1 0,0 0,1 0,-1 0,0-1,0 1,1 0,-1 0,0-1,0 1,1 0,-1 0,0-1,0 1,1 0,-1-1,0 1,0 0,0-1,0 1,0 0,0-1,1 1,-1 0,0-1,0 1,0 0,0-1,0 1,0 0,0-1,-1 1,1 0,0-1,3-17</inkml:trace>
  <inkml:trace contextRef="#ctx0" brushRef="#br1" timeOffset="98346.557">18507 13262,'-13'-57,"14"56,-1 0,1 0,0 1,-1-1,1 0,0 0,0 0,0 0,0 0,0 1,0-1,0 0,0 1,0-1,0 1,0-1,0 1,0 0,0-1,0 1,0 0,1 0,-1 0,0 0,0 0,0 0,0 0,1 0,-1 0,0 1,0-1,0 0,0 1,1-1,20 6,0 0,-1 1,0 1,-1 1,1 0,7 7,-10-6,28 12,-2 3,0 1,-2 3,-1 1,-2 2,0 1,-3 3,-1 0,-1 3,-3 1,18 28,-44-62,-1 0,1 1,-1 0,-1 0,1 0,-1 0,0 0,-1 1,0-1,0 1,0 0,-1-1,0 1,-1 0,0 0,0 0,0 0,-1 0,0-1,-1 1,0 0,0-1,-1 1,0-1,0 0,-2 3,-5-1,0 0,-1-1,0 0,0-1,-1 0,0-1,-1 0,1-1,-1-1,0 1,0-2,-1 0,1-1,0 0,-4-1,15 0,-92 13</inkml:trace>
  <inkml:trace contextRef="#ctx0" brushRef="#br1" timeOffset="96597.199">13695 13837,'-8'18,"6"2,0 1,1-1,2 0,0 1,1-1,1 0,0 0,2 0,1 0,-4-12,1 0,1 0,-1 0,1-1,0 1,1-1,0 0,0-1,0 1,1-1,0 0,0 0,1-1,0 0,0 0,0 0,0-1,1 0,-1 0,1-1,0 0,8 1,-5-2,-1 0,1-1,0 0,0 0,0-1,0-1,-1 0,1-1,0 0,-1 0,1-1,-1-1,0 1,0-2,0 1,0-2,-1 1,0-1,0 0,-1-1,1 0,-2-1,1 1,-1-1,0-1,0 0,-1 0,-1 0,1 0,-1-1,-1 0,2-6,0-3,0-1,-2 0,-1 0,0 0,-1 0,-2-1,0 1,-2-14,0 26,1 14,0 16,1-7,1 0,0 1,2-1,-1 0,2 0,0 0,1-1,0 1,1-1,1 0,3 4,-5-11,-1 0,1 0,0 0,1-1,-1 0,1 0,0-1,1 1,0-1,-1-1,1 1,1-1,-1 0,1-1,0 0,-1 0,1-1,0 0,1 0,-1-1,6 1,18-2</inkml:trace>
  <inkml:trace contextRef="#ctx0" brushRef="#br1" timeOffset="96982.693">14537 13809,'-6'17,"0"0,2 1,0-1,1 1,1 0,0 0,2 0,0 0,1 7,0-17,0 0,0-1,1 1,0 0,0-1,1 0,0 1,0-1,1 0,-1 0,2-1,-1 1,1-1,0 0,0 0,1-1,-1 0,1 1,1-2,-1 1,0-1,5 2,-3-3,1 0,0 0,0-1,0 0,0-1,0 0,0 0,0-1,1 0,-1-1,0 0,0 0,0-1,0 0,0-1,-1 0,1 0,-1-1,1 0,-1-1,-1 1,1-2,-1 1,1-1,-1 0,-1 0,1-1,-1 0,-1 0,1 0,-1-1,0 0,-1 0,0 0,2-6,0-2,0-1,-1-1,0 1,-1 0,-2-1,1 0,-2 0,-1-5,-8-13,-5 51,11-9,1 1,0-1,1 1,-1 0,1-1,0 1,1 0,0-1,0 1,0-1,1 1,-1-1,2 0,-1 0,1 1,0-2,0 1,0 0,1-1,0 1,0-1,1 0,-1 0,1-1,0 1,0-1,1 0,2 1,16 9,1-1,0-1,0-1,1-1,1-2,0 0,0-2,1-1,62 12</inkml:trace>
  <inkml:trace contextRef="#ctx0" brushRef="#br1" timeOffset="111434.168">1196 16216,'-15'107,"6"1,4 0,5 19,0-78,3 31,-3-79,0-1,0 0,0 1,-1-1,1 1,0-1,0 0,0 1,0-1,0 1,0-1,0 1,0-1,0 0,1 1,-1-1,0 1,0-1,0 0,0 1,0-1,1 1,-1-1,0 0,0 1,1-1,-1 0,0 0,1 1,-1-1,0 0,1 1,-1-1,0 0,1 0,-1 0,1 0,-1 1,0-1,1 0,-1 0,1 0,-1 0,1 0,-1 0,0 0,1 0,-1 0,1 0,-1 0,1 0,-1 0,15-20,11-25,-20 31,1 1,0 0,0 0,1 0,1 1,0 0,1 1,0 0,1 0,0 1,0 1,1 0,1 0,-1 1,1 1,4-2,-12 8,-1 0,1 0,0 1,0 0,-1-1,1 1,0 1,-1-1,1 1,0 0,-1 0,1 0,-1 1,1-1,-1 1,0 0,0 1,0-1,0 1,0 0,0-1,0 2,-1-1,0 0,0 1,0-1,0 1,0 0,-1 0,0 0,1 1,-1-1,-1 0,1 1,-1-1,0 1,0-1,0 1,-1 0,1 0,-1-1,0 1,0 0,-1-1,0 1,0 0,-3 6,0 0,-1 0,-1-1,0 0,0 0,-1-1,0 1,0-1,-1-1,0 0,-1 0,0 0,0-1,-1-1,0 1,0-2,0 1,-1-1,0-1,0 0,0 0,0-1,0-1,-3 0,10 0,0-1,0 0,-1-1,1 1,0-1,-1 1,1-1,0-1,-1 1,1 0,0-1,-1 0,1 0,0-1,0 1,0-1,0 0,0 0,0 0,1 0,-1 0,1-1,-1 0,1 0,0 0,-3-3,7 3,-1 0,1 0,-1 0,1 0,0 1,0-1,0 0,0 1,1-1,-1 1,1-1,0 1,-1 0,1-1,0 1,0 0,1 0,-1 0,0 1,1-1,-1 1,1-1,-1 1,1 0,0 0,-1 0,3-1,-1 1,44-23,1 3</inkml:trace>
  <inkml:trace contextRef="#ctx0" brushRef="#br1" timeOffset="111687.019">1837 16109,'0'-18,"0"-11,5 3,8 11,10 20,12 26,6 25,2 26,-5 21,-10 19,-20 11,-26 8,-28 3,-26-5,-21-10,4-28</inkml:trace>
  <inkml:trace contextRef="#ctx0" brushRef="#br1" timeOffset="131283.56">19751 16376,'2'16,"1"12,2 6,1 2,-2-1,-1-5,-1-6</inkml:trace>
  <inkml:trace contextRef="#ctx0" brushRef="#br1" timeOffset="131617.68">19604 16069,'29'3,"1"2,0 1,-1 1,0 1,0 2,-1 1,-1 1,0 2,17 11,-32-17,0 1,-1 1,0 0,-1 0,0 1,-1 0,0 1,0 0,-1 0,-1 1,0 0,-1 1,-1-1,0 1,0 0,-2 0,1 1,-2-1,0 1,-1 0,0-1,-2 15,2 68,1-96,0 1,-1 0,1 0,0-1,0 1,0-1,0 0,1 1,-1-1,0 0,0 0,1-1,-1 1,0 0,1-1,-1 1,1-1,-1 0,1 0,-1 0,1 0,-1 0,1-1,-1 1,0-1,1 1,-1-1,0 0,1 0,-1 0,0 0,0-1,0 1,0-1,0 1,0-1,0 1,0-2,10-6,-1-1,0-1,0 1,-1-2,-1 0,0 0,-1 0,0-1,0 0,-2-1,0 0,0 0,-1 0,-1 0,0-1,-2 0,1 0,-1-1,-5 37,3 75,2-88,0-1,1 0,1 0,-1 0,1 0,0 0,0-1,1 0,0 0,0 0,1 0,-1-1,1 0,0 0,1 0,-1-1,1 0,0-1,5 3,24 8</inkml:trace>
  <inkml:trace contextRef="#ctx0" brushRef="#br1" timeOffset="131979.313">20780 16376,'-11'-10,"-1"1,0 0,0 1,0 1,-1 0,-1 0,1 1,-1 1,0 0,0 1,0 1,0 0,-14-1,26 4,-1 0,1 0,-1 0,1 0,-1 0,0 0,1 1,-1-1,1 1,-1 0,1 0,0 0,-1 0,1 0,0 1,0-1,0 1,0-1,0 1,0 0,0 0,0-1,1 1,-1 1,1-1,-1 0,1 0,0 0,0 1,0-1,0 1,0-1,0 3,0 1,1-1,-1 1,1 0,0-1,0 1,1 0,0-1,0 1,0-1,1 1,0-1,0 0,0 1,0-1,1 0,2 3,0-1,0 0,1-1,-1 1,1-1,1 0,-1 0,1-1,0 0,0 0,1-1,0 0,-1 0,1-1,0 0,1 0,-1-1,1 0,-1 0,1-1,-1 0,1 0,0-1,-1-1,1 1,-1-1,1-1,-1 0,1 0,-1 0,0-1,0 0,3-2,-4-2,-1 0,-1-1,1 1,-1-1,0 0,-1 0,0 0,0-1,-1 0,0 0,0 0,-1 0,-1 0,1 0,-1 0,-1 0,0-1,0 1,-1-8,6 87,19-3,-9-38</inkml:trace>
  <inkml:trace contextRef="#ctx0" brushRef="#br1" timeOffset="132633.108">21248 16230,'-7'-3,"1"1,-1 1,0-1,1 1,-1 1,0-1,0 1,0 0,1 0,-1 1,0 0,0 0,1 1,-1 0,1 0,-1 1,1-1,0 1,0 0,0 1,0 0,1 0,-1 0,1 0,0 1,1 0,-1 0,1 1,0-1,0 1,0-1,1 1,0 1,0-1,-1 5,2-5,1-1,0 1,0 0,1 0,-1-1,1 1,1 0,-1 0,1 0,0-1,0 1,0 0,1-1,0 1,0-1,1 1,-1-1,1 0,0 0,1 0,-1-1,1 1,0-1,0 0,0 0,1 0,-1 0,1-1,0 0,0 0,1 0,4 3,0-1,0-1,0 0,0 0,1-1,0 0,0-1,0 0,0-1,0 0,0-1,0 0,0-1,0 0,0-1,4-1,-6 0,1-1,-1 0,0 0,0-1,0 0,-1-1,0 1,0-2,0 1,-1-1,0-1,0 1,0-1,-1 0,-1 0,1-1,2-7,5-11,-1-1,-1 0,-2-1,-1 0,2-14,7-55,-4-1,-4 0,-5-1,-7-87,-14 64,17 122,0 0,-1 0,1 0,0 0,0 0,0 0,-1 0,1 1,0-1,-1 0,1 0,-1 0,1 0,-1 0,0 1,1-1,-1 0,0 0,1 1,-1-1,0 0,0 1,0-1,0 1,0-1,1 1,-1 0,0-1,0 1,0 0,0 0,0-1,0 1,0 0,0 0,0 0,0 0,0 0,0 1,0-1,0 0,-1 0,-28 35,12 2,1 1,3 1,1 0,1 1,3 0,1 1,2 0,1 17,1-25,2 0,1 1,2-1,1 0,2 1,1-1,1-1,2 1,2-1,0-1,2 1,2-2,1 0,16 26,-28-51,0 0,-1 0,2 1,-1-2,0 1,1 0,0-1,0 0,1 1,-1-2,1 1,0 0,0-1,0 0,0 0,0-1,1 1,-1-1,1 0,0-1,-1 1,1-1,0 0,0-1,0 0,0 1,0-2,0 1,0-1,4-1,1-6,0 0,-1-1,0 0,0 0,-1-1,-1-1,0 0,0 0,-1 0,0-1,-1 0,0 0,-1-1,3-11,23-69,-36 110,1-1,0 1,2 0,0 0,0 0,2 0,0 1,3 15,-2-30,1 1,-1-1,1 1,0-1,0 0,0 0,0 0,0 0,1 0,-1 0,1-1,0 1,0-1,0 0,0 1,0-2,1 1,-1 0,0-1,1 1,21 6</inkml:trace>
  <inkml:trace contextRef="#ctx0" brushRef="#br1" timeOffset="132884.437">21930 16149,'-18'-7,"-11"-4,-5-3,-3-3,4 0</inkml:trace>
  <inkml:trace contextRef="#ctx0" brushRef="#br1" timeOffset="133045.277">21382 15775,'23'-2,"16"-1,15 0,13 0,8 4,5 3,-2 4,-15 0</inkml:trace>
  <inkml:trace contextRef="#ctx0" brushRef="#br1" timeOffset="133230.782">21943 16230,'2'10,"0"1,1-1,0 0,1 0,0 0,0 0,1 0,1-1,-1 0,1 0,1-1,0 1,0-1,1-1,0 1,0-1,5 2,-11-8,1 0,-1 0,1 0,0-1,-1 1,1-1,0 0,-1 0,1 0,0 0,0 0,-1-1,1 1,0-1,-1 1,1-1,-1 0,1 0,-1 0,1-1,-1 1,0-1,1 1,-1-1,0 0,0 1,0-1,0 0,-1 0,1-1,0 0,45-77,-45 77,79-188,-70 175,-2 7</inkml:trace>
  <inkml:trace contextRef="#ctx0" brushRef="#br1" timeOffset="133484.109">22264 16309,'13'-1,"0"-1,-1-1,1 0,-1-1,0-1,0 1,0-2,-1 0,1 0,-1-1,-1 0,1-1,-2 0,1-1,-1 0,0-1,-1 1,0-2,0 1,-1-1,-1 0,0 0,0-1,2-9,-7 18,1 0,-1 0,0 0,0-1,-1 1,1 0,-1 0,0-1,0 1,0 0,0 0,0-1,-1 1,1 0,-1 0,0-1,0 1,0 0,-1 0,1 0,-1 0,1 0,-1 1,0-1,0 0,0 1,0 0,-1-1,1 1,-1 0,0 0,1 0,-1 1,0-1,0 0,0 1,0 0,0 0,0 0,0 0,-1 0,1 1,0 0,-1-1,-1 2,-1 0,1 0,0 1,0-1,0 1,0 0,1 0,-1 1,0 0,1-1,0 1,0 1,0-1,0 1,0-1,1 1,-1 0,1 1,0-1,0 0,1 1,-2 2,0 1,0 1,0 0,1 0,0 0,1 0,0 1,0-1,1 0,0 1,1-1,0 1,1 1,2 3,1 0,0-1,1 0,0 0,1 0,1 0,0-1,1 0,0-1,1 0,0 0,1-1,0 0,0 0,1-1,1-1,-1 0,1 0,0-1,1-1,9 4,38 18</inkml:trace>
  <inkml:trace contextRef="#ctx0" brushRef="#br1" timeOffset="108029.751">13120 15334,'-3'6,"0"0,1 0,-1 0,1 0,1 0,-1 1,1-1,0 0,0 1,1-1,0 1,0-1,1 1,0-1,0 1,0-1,1 0,-1 1,2-1,-1 0,1 0,0-1,0 1,0-1,1 1,0-1,0 0,0 0,1-1,0 1,0-1,0 0,1 1,3 1,0-1,1 1,-1-1,1-1,0 0,0 0,0-1,1-1,-1 1,1-2,-1 1,1-2,0 1,-1-1,1-1,0 0,-1-1,1 0,-1 0,1-1,-1 0,0-1,0 0,3-3,-10 5,0 0,0 0,0-1,0 1,-1-1,1 0,-1 0,1 0,-1 0,0 0,0 0,-1-1,1 1,-1-1,1 1,-1-1,0 0,0 1,-1-1,1 0,-1 0,0 1,0-1,0 0,0 0,-1 0,0 1,1-1,-1 0,-1 1,0-2,-1-2,0 0,0 0,-1 0,-1 1,1 0,-1 0,0 0,0 1,0-1,-1 1,0 0,0 1,0-1,-1 1,-2-1,1 1,1 0,-1 1,0 0,0 0,0 1,0 0,0 0,0 1,0 0,-1 1,1-1,0 2,-1-1,1 1,0 0,-1 1,1 0,0 0,0 1,1 0,-1 0,1 1,-1 0,1 1,0-1,0 1,1 0,0 1,0 0,0 0,-1 1,5-4,0 1,0-1,0 1,1-1,0 1,-1-1,1 1,0 0,1-1,-1 1,1 0,-1 0,1 0,0 0,1-1,-1 1,1 0,-1 0,1 0,0-1,0 1,1-1,-1 1,1-1,0 1,0-1,0 0,3 3,22 26</inkml:trace>
  <inkml:trace contextRef="#ctx0" brushRef="#br1" timeOffset="108269.11">14764 15360,'-9'21,"-3"15,3 9,7 3,7-1,6-5,5-7,-2-10</inkml:trace>
  <inkml:trace contextRef="#ctx0" brushRef="#br1" timeOffset="108446.636">14603 15026,'-13'-14,"-3"-1,9 5,14 12,17 14,17 14,0 2</inkml:trace>
  <inkml:trace contextRef="#ctx0" brushRef="#br1" timeOffset="108734.865">15005 15547,'26'-21,"-7"7,-1 0,0-1,-1-1,-1-1,0 0,-1-1,-1 0,-1-2,-1 1,0-1,-2-1,4-9,-13 28,0 0,0-1,0 1,0 0,0-1,-1 1,1-1,-1 1,0-1,1 0,-1 1,0-1,-1 1,1-1,0 1,-1-1,1 1,-1-1,0 1,0-1,0 1,0 0,0 0,-1-1,1 1,0 0,-1 0,0 0,1 0,-1 1,0-1,0 0,0 1,0-1,-1 1,1 0,0 0,0 0,-1 0,1 0,-2 0,-4 1,-1 1,1 0,0 1,1 0,-1 0,0 1,1 0,-1 0,1 1,0 0,0 0,0 0,0 1,1 0,0 1,0-1,1 1,-1 0,1 1,0-1,1 1,0 0,0 0,0 0,1 1,0-1,0 1,1 1,0-4,1 0,0 0,0-1,0 1,1 0,-1 0,1 0,0 0,1 0,-1 0,1 0,0 0,1 0,-1 0,1 0,0-1,0 1,0-1,0 1,1-1,0 0,0 0,0 0,0 0,1-1,0 0,-1 1,1-1,0 0,1-1,-1 1,41 21,2-6</inkml:trace>
  <inkml:trace contextRef="#ctx0" brushRef="#br1" timeOffset="109282.401">15874 15174,'-3'-7,"1"2,-1-1,0 0,-1 0,1 1,-1 0,0 0,0 0,-1 0,1 1,-1-1,0 1,0 0,-1 1,1-1,-1 1,0 0,0 1,0-1,0 1,0 0,0 1,-1-1,1 1,-1 1,1-1,-4 1,2 0,0 0,0 0,0 1,0 0,0 1,0 0,1 0,-1 0,0 1,1 0,0 1,0 0,0 0,0 0,1 1,-1 0,1 0,1 1,-1-1,1 1,0 1,0-1,0 1,1 0,0 0,1 0,-1 0,1 0,1 1,-1 1,3-5,1 1,-1-1,1 0,0 1,0-1,0 0,0 0,1 0,0 0,0 0,0 0,0 0,0-1,1 1,0-1,0 1,0-1,0 0,0 0,4 2,79 45,204 49,-290-99,29 16,-28-15,-1-1,1 0,0 1,-1-1,0 0,1 1,-1-1,1 0,-1 1,1-1,-1 1,0-1,1 1,-1-1,0 1,0-1,1 1,-1-1,0 1,0 0,0-1,0 1,0-1,0 1,0-1,0 1,0 0,0-1,0 1,0-1,0 1,0 0,0-1,-1 1,1-1,0 1,0-1,-1 1,1-1,0 1,-1-1,1 1,0-1,-1 0,1 1,-1-1,1 1,-1-1,1 0,-1 1,1-1,-8 4,1-1,-1 0,1 0,-1-1,0 0,0 0,0 0,0-1,-7 0,-5 1,-89 10,141-34,5 7,-1-2,-1-1,0-2,-1-2,-2-1,0-1,-2-2,-1-1,0-1,17-24,-14 9,-32 43,1 0,-1 0,0 0,1 0,-1 0,0 0,1 0,-1 0,1 0,-1 0,0 0,1 0,-1 0,0 0,1 0,-1 0,0 1,1-1,-1 0,0 0,1 0,-1 1,0-1,1 0,-1 0,0 1,0-1,1 0,-1 1,0-1,0 0,0 0,1 1,-1-1,0 1,0-1,0 0,0 1,0-1,0 0,0 1,0-1,0 0,0 1,0-1,0 1,0-1,0 0,0 1,0-1,0 0,-1 1,1-1,0 0,0 1,0-1,0 0,0 1,0 1,0 22,1 0,1 0,2 0,0 0,2-1,0 1,2-1,0-1,7 12,-11-26,1 0,0 0,0 0,1 0,0-1,1 0,0 0,0-1,0 0,1 0,0-1,0 0,0 0,8 3,6-1</inkml:trace>
  <inkml:trace contextRef="#ctx0" brushRef="#br1" timeOffset="109533.731">16342 14785,'-3'14,"12"13,12 14,3 0</inkml:trace>
  <inkml:trace contextRef="#ctx0" brushRef="#br1" timeOffset="110016.045">16636 15494,'15'-130,"-6"0,-5-60,-9 146,52 72,51 27,-71-42,-1 1,-1 1,0 1,19 17,-40-29,1 0,-1 0,-1 1,1-1,-1 1,1 0,-1 0,-1 0,1 0,-1 1,0-1,0 1,0-1,-1 1,0 0,0 0,0 0,-1-1,0 1,0 0,-1 0,1 0,-1-1,0 1,-2 4,0 3,1-9,1 0,-1 0,1 0,0 1,0-1,0 0,1 1,-1-1,1 1,0-1,1 0,-1 1,1-1,-1 1,1-1,1 0,-1 0,1 0,-1 1,1-2,0 1,1 0,-1 0,1-1,-1 1,1-1,0 0,2 2,9 2,-1 0,1-1,0-1,0 0,0-1,1 0,0-1,-1-1,1-1,0 0,0 0,0-2,0 0,0-1,0 0,0-1,-1-1,4-1,-10 3,-1 0,0 0,0-1,0 0,0 0,0-1,0 1,-1-2,0 1,0-1,0 0,-1 0,1 0,-1-1,0 0,-1 0,1 0,-1-1,-1 1,1-1,-1 0,0 0,-1 0,1-1,-1 1,-1 0,0-1,0 1,0-1,-1 0,0 1,0-1,-1 1,0-1,0 0,-1 1,0 0,-1-2,2 6,0 0,0-1,0 1,-1 0,1 0,-1 0,0 0,0 1,0-1,0 0,0 1,-1-1,1 1,-1 0,0 0,1 0,-1 0,0 0,0 1,0-1,0 1,0 0,-1 0,1 0,0 0,-1 1,1-1,0 1,-1 0,1 0,0 0,-1 0,1 1,-1-1,1 1,0 0,0 0,-1 0,1 0,0 1,0-1,0 1,0 0,1 0,-1 0,0 0,0 1,-3 5,1 0,0 0,1 0,-1 1,2-1,-1 1,1 0,1 0,-1 0,2 0,-1 1,1-1,1 1,-1-1,2 1,-1-1,1 0,1 1,0-1,0 0,0 0,1 0,1 0,0 0,0-1,0 0,1 0,1 0,-1 0,7 6,1-3,0 0,0-1,1 0,0-1,1-1,0 0,0-1,0-1,1 0,0-1,1-1,2 0,55 11</inkml:trace>
  <inkml:trace contextRef="#ctx0" brushRef="#br1" timeOffset="126953.184">13227 16618,'-5'15,"-1"13,3 6,6 4,7-1,7-1,4-4,2-9,-2-7,-3-7</inkml:trace>
  <inkml:trace contextRef="#ctx0" brushRef="#br1" timeOffset="127146.666">13187 16337,'-7'-7,"2"2,10 9,7 13,3 4</inkml:trace>
  <inkml:trace contextRef="#ctx0" brushRef="#br1" timeOffset="127419.935">13575 16777,'20'-13,"4"-2,-1 0,0-2,-1-1,0-1,-2 0,14-18,-32 36,-1 0,1-1,-1 1,1 0,-1-1,1 1,-1-1,0 0,0 0,1 1,-1-1,-1 0,1 0,0 0,0 0,-1 0,1 0,-1 0,0 0,1 0,-1 0,0 0,0 0,0-1,-1 1,1 0,0 0,-1 0,0 0,1 0,-1 0,0 0,0 1,0-1,0 0,0 0,0 0,-1 1,1-1,-1 1,1-1,-1 1,1 0,-1-1,-8-1,0 1,0-1,0 2,0-1,0 2,0-1,0 1,0 1,0 0,0 0,0 1,1 0,-1 1,0 0,1 0,0 1,-1 0,2 1,-1 0,-7 6,13-9,0 0,0 0,0 0,0 1,1-1,-1 1,1 0,0-1,0 1,0 0,0 1,0-1,1 0,-1 0,1 1,0-1,0 1,0-1,0 1,1-1,0 1,-1-1,1 1,1 0,-1-1,0 1,1-1,0 1,0-1,0 1,0-1,0 1,2 2,2 1,0-1,1 1,0-1,0 0,1 0,-1-1,1 0,0 0,1-1,-1 0,1 0,0 0,-1-1,2 0,3 0,126 22,-74-20</inkml:trace>
  <inkml:trace contextRef="#ctx0" brushRef="#br1" timeOffset="127912.431">14229 16403,'-12'-3,"0"0,0 1,-1 0,0 1,1 0,-1 1,0 1,1 0,-1 0,-9 4,17-4,1 0,-1 0,0 1,1 0,-1 0,1 0,-1 1,1-1,0 1,0 0,0 0,0 1,1-1,-1 1,1-1,0 1,0 0,0 1,1-1,-1 0,1 1,0-1,1 1,-1 0,1 0,0-1,0 1,0 2,1-1,0 0,0 1,1-1,0 0,0 0,0 0,1 0,0 0,0 0,1 0,-1 0,1-1,0 1,1-1,0 0,-1 0,2 0,-1-1,2 2,96 71,-16-25,-85-51,0-1,-1 0,1 1,0-1,-1 1,1 0,0-1,-1 1,1-1,-1 1,1 0,-1-1,0 1,1 0,-1 0,1-1,-1 1,0 0,0 0,0-1,1 1,-1 0,0 0,0 0,0 0,0-1,0 1,0 0,-1 0,1 0,0-1,0 1,0 0,-1 0,1-1,0 1,-1 0,1 0,-1-1,1 1,-1 0,1-1,-1 1,0-1,1 1,-1-1,0 1,1-1,-1 1,0-1,1 0,-1 1,0-1,0 0,0 0,1 1,-1-1,0 0,0 0,0 0,-53 11,44-9,5-1,0 0,0 0,0-1,0 1,0-1,0 0,-1 0,1-1,0 1,0-1,0-1,0 1,0-1,1 1,-1-1,-1-1,5 0,1 1,0 0,-1-1,1 1,0-1,0 1,0-1,1 1,-1-1,1 1,-1-1,1 1,0 0,0-1,0 1,0 0,0 0,0 0,1 0,-1 0,1 0,0 0,-1 0,1 0,0 1,0-1,2 0,-3 0,26-25,1 2,1 0,1 2,1 1,1 2,1 0,20-7,-48 25,-4 1,1-1,-1 1,1 0,-1-1,1 1,0 0,-1 0,1 0,0 0,0 1,0-1,0 0,-1 1,1-1,0 1,0 0,0 0,0-1,0 1,0 1,0-1,0 0,0 0,0 1,0-1,0 1,0 0,0-1,0 1,0 0,-1 0,1 0,0 0,-1 1,1-1,-1 0,1 1,-1-1,0 1,1-1,-1 1,0 0,6 157,-6-152,0 0,1-1,0 1,0-1,0 1,1-1,-1 0,2 1,-1-2,1 1,0 0,0-1,0 1,1-1,0-1,0 1,0-1,1 1,-1-1,1-1,0 1,0-1,0 0,0-1,1 1,-1-1,1 0,0-1,0 0,3 0,11-1</inkml:trace>
  <inkml:trace contextRef="#ctx0" brushRef="#br1" timeOffset="128113.894">14483 16189,'0'5,"3"8,2 13,1 2</inkml:trace>
  <inkml:trace contextRef="#ctx0" brushRef="#br1" timeOffset="128643.476">14603 16751,'12'-15,"0"0,-2-1,0 0,-1 0,0-1,-2-1,0 1,-1-1,0 0,-2-1,0 1,-1-1,-1 0,-1 0,0 0,-1 0,-2-3,2 17,-1 0,0 1,0-1,-1 0,1 1,-1 0,0-1,0 1,-1 0,1 0,-1 0,0 0,0 1,0-1,0 1,0 0,-1 0,0 0,0 0,-3-2,6 5,1-1,-1 1,1 0,0-1,-1 1,1 0,-1 0,1 0,-1-1,1 1,0 0,-1 0,1 0,-1 0,1 0,-1 0,1 0,-1 0,1 0,-1 0,1 0,-1 0,1 0,-1 0,1 0,-1 1,1-1,-1 0,1 0,0 0,-1 1,1-1,-1 0,1 1,0-1,-1 0,1 1,0-1,-1 0,1 1,0-1,0 1,-1-1,1 1,0-1,0 1,0-1,0 0,0 1,0-1,-1 1,1-1,0 1,0-1,0 1,1 0,12 27,1-16,2 0,0-1,0-1,1 0,0-1,0-1,1-1,0 0,12 1,15 9,-25-10,-11-5,1 1,-1 0,0 0,0 1,0 0,-1 0,1 1,-1 0,0 1,0 0,-1 0,0 1,0 0,0 0,-1 0,0 1,0 0,-1 1,-4-3,0 0,0 0,0 0,-1 0,0 0,-1 0,1 0,-1-1,0 1,-1 0,-1 4,-3 18,6-28,0 1,0 0,0 1,0-1,0 0,0 0,0 0,0 0,0 0,0 0,1-1,-1 1,0 0,1 0,-1 0,1 0,-1 0,1 0,-1 0,1-1,0 1,-1 0,1 0,0-1,0 1,-1 0,1-1,0 1,0-1,0 1,0-1,0 0,0 1,0-1,0 0,0 0,0 1,0-1,0 0,0 0,0 0,0 0,0 0,0 0,0-1,0 1,49-9,-34 4,0 0,0-1,-1-1,0 0,0-1,0-1,-1 0,-1-1,1 0,-2-1,0-1,0 0,-1 0,0-1,3-6,-14 19,1 0,0 1,-1-1,1 0,0 1,-1-1,1 1,-1-1,1 0,0 1,-1 0,0-1,1 1,-1-1,1 1,-1-1,1 1,-1 0,0-1,0 1,1 0,-1 0,0-1,0 1,0 0,0-1,0 1,0 0,0 0,0-1,0 1,0 0,0 0,0-1,0 1,-1 0,1-1,0 1,-1 0,1-1,0 1,-1 0,1-1,-1 1,1-1,-1 1,1-1,0 5,-1 2,1 0,-1 0,2 0,-1 0,1-1,0 1,1 0,-1 0,1 0,1-1,-1 1,1-1,0 0,1 0,0 0,0 0,0 0,0-1,1 0,0 0,0 0,0 0,1-1,-1 0,1 0,0-1,2 1,67 18,-40-17</inkml:trace>
  <inkml:trace contextRef="#ctx0" brushRef="#br1" timeOffset="128897.79">15472 16189,'-11'7,"-2"9,2 2</inkml:trace>
  <inkml:trace contextRef="#ctx0" brushRef="#br1" timeOffset="129300.709">15607 16590,'47'-45,"-18"17,-1 0,-1-2,-2 0,5-10,-15 18,-1-2,-1 0,-1-1,-1 0,-2-1,0 0,-2 0,0-1,-2 0,-1 0,-2 0,0-23,-2 47,1-1,-1-1,0 0,0 1,0-1,0 1,-1-1,0 1,0-1,0 1,0 0,-1-1,0 1,0 0,0 0,0 0,-1 0,1 1,-1-1,-2-1,3 4,1 1,-1 0,0 0,0 0,0 0,1 0,-1 0,0 0,0 1,1-1,-1 1,0-1,1 1,-1 0,0 0,1-1,-1 1,1 0,-1 0,1 1,0-1,-1 0,1 0,0 1,0-1,0 1,-1 0,-13 18,1 1,0 1,2 0,1 1,0 0,2 1,0 0,2 0,-1 11,-3 4,3 1,1-1,2 1,1 0,2 1,4 36,-1-64,1 0,1 0,0 0,0 0,1 0,1-1,0 0,6 11,-8-19,-1 0,1 0,-1 0,1-1,0 1,1-1,-1 1,0-1,1 0,0 0,0-1,0 1,0-1,0 0,0 0,0 0,1-1,-1 1,1-1,-1 0,1-1,0 1,-1-1,1 0,0 0,1 0,8-4,-1 0,0 0,-1-1,1-1,-1 0,0-1,0 0,-1-1,0 0,-1-1,1 0,-2-1,1 0,-2 0,1-1,-1 0,-1 0,0-1,4-10,-4 11,0 0,-1-1,0 1,-1-1,-1 0,0-1,0 1,-1-1,-1 0,0 0,-1 0,0-11,-2 22,0 0,0 0,0 0,0 1,0-1,0 0,0 0,0 1,-1-1,1 1,-1-1,1 1,-1 0,0 0,0 0,1 0,-1 0,0 0,0 0,0 0,0 1,0-1,0 1,0-1,0 1,0 0,0 0,0 0,0 0,0 0,0 0,-1 1,1-1,0 1,0-1,1 1,-1 0,0 0,0 0,0 0,0 0,1 0,-1 0,0 1,1-1,-1 0,1 1,-1 1,-4 1,0 1,0-1,1 1,0 0,0 1,0-1,1 1,-1 0,2 0,-1 0,0 1,1-1,1 1,-1 0,1 0,0 0,0 0,1 0,0 0,0 0,1 0,0 1,0-1,1 0,0 0,0 1,1-1,-1 0,2 0,-1 0,1-1,0 1,0-1,3 4,6 0,0-1,1 0,0-1,0 0,1-1,0 0,0-1,1-1,0 0,0-2,0 1,9 0,-21-4,80 17</inkml:trace>
  <inkml:trace contextRef="#ctx0" brushRef="#br1" timeOffset="130780.377">17090 16657,'28'-233,"-26"215,-2 5,0 1,1-1,0 1,1-1,0 1,1 0,1 0,0 0,1 1,0-1,0 1,1 0,1 0,4-5,-8 13,0 1,1 0,-1 0,0 0,1 0,-1 1,1-1,0 1,-1 0,1 0,0 0,0 1,0-1,-1 1,1 0,0 0,0 1,0-1,0 1,-1-1,1 1,0 0,0 1,-1-1,1 1,-1-1,1 1,2 2,6 4,1 0,-1 1,-1 0,1 0,-2 2,10 10,-12-13,0 0,-1 0,0 1,0 0,-1 0,0 0,-1 1,0 0,-1 0,0 0,0 1,-1-1,0 1,-1 0,-1 0,1 0,-2 0,1 0,-2 7,-1-13,0-1,1 0,-2 0,1 0,0-1,-1 1,0-1,0 1,0-1,0 0,0 0,-1 0,1 0,-1-1,0 0,0 1,0-1,0-1,0 1,0 0,0-1,-1 0,1 0,0 0,-1-1,1 0,-1 1,1-1,-1-1,-3 0,7 0,-1 1,0-1,1-1,-1 1,1 0,0 0,-1 0,1-1,0 1,0-1,0 1,0-1,0 1,0-1,0 0,0 1,1-1,-1 0,1 0,-1 0,1 1,0-1,-1 0,1 0,0 0,0 0,0 0,1 1,-1-1,0 0,1 0,-1 0,1 1,0-1,0 0,-1 1,1-1,0 0,0 1,1-1,-1 1,0 0,0-1,1 1,-1 0,1 0,-1 0,1-1,0 1,18-21,2 0,0 1,2 2,0 0,1 2,0 0,7-1,64-21,-95 39,0-1,1 1,-1 0,0 0,0 0,0 0,1 0,-1 0,0 0,0 0,1 0,-1 1,0-1,0 0,0 1,0-1,0 1,0 0,1-1,-1 1,0 0,-1-1,1 1,0 0,0 0,0 0,0 0,-1 0,1 0,0 0,-1 0,1 0,-1 0,1 0,-1 0,0 1,1-1,-1 0,0 0,0 1,-1 53,0-45,0 7,-1-10,0-1,0 0,1 0,0 1,1-1,-1 1,1-1,0 1,1-1,0 1,0-1,0 0,1 1,-1-1,2 0,-1 0,1 0,0 0,0-1,0 1,1-1,0 1,0-1,0-1,1 1,-1-1,6 4,-2-4,1 0,-1-1,1 0,0 0,-1-1,1 0,0-1,0 0,1 0,-1-1,0 0,0-1,0 0,0 0,0-1,0 0,0-1,-1 0,1 0,-1-1,0 0,0 0,0-1,0 0,-1-1,0 1,0-1,0-1,-1 1,0-1,0 0,-1-1,0 1,0-1,-1 0,0 0,0-1,-1 1,0-1,1-4,-3 6,0 0,0 0,-1 0,0-1,0 1,0 0,-1 0,0 0,-1 0,1 0,-1 0,-1 0,1 0,-1 1,-1-1,-3-5,7 12,0-1,-1 1,1-1,0 1,-1 0,1-1,0 1,-1-1,1 1,-1 0,1-1,-1 1,1 0,-1 0,1-1,-1 1,1 0,-1 0,0 0,1 0,-1 0,1 0,-1 0,1 0,-1 0,0 0,1 0,-1 0,1 0,-1 0,1 0,-1 1,1-1,-1 0,1 0,-1 1,1-1,-1 0,1 1,-1-1,1 0,-1 1,1-1,0 1,-1-1,1 0,0 1,-1-1,1 1,0-1,0 1,-1 0,1-1,0 1,0-1,0 1,0-1,0 1,0-1,0 1,0 0,-7 39,7-28,0 1,1-1,0 1,1-1,0 0,1 0,0 0,1 0,1-1,0 1,0-1,5 6,-7-11,1 0,1 0,-1 0,1 0,0 0,0-1,1 0,0 0,0 0,0-1,0 0,0 0,1-1,0 0,0 0,0 0,0-1,0 0,1 0,-1-1,4 0,-7-1,1 0,0 0,-1-1,1 0,0 0,-1 0,1-1,-1 0,1 1,-1-1,0-1,0 1,0-1,0 1,0-1,-1 0,1-1,-1 1,0-1,0 1,0-1,0 0,0-1,45-100,-26 22,-35 130,12-42,0 0,0 0,0 0,0 0,1 1,0-1,0 0,0 0,1 0,0 0,0 0,0 0,0 0,1 0,0 0,0 0,0-1,1 1,0-1,-1 1,2-1,-1 0,0 0,1 0,0-1,-1 1,1-1,1 0,-1 0,0-1,1 1,4 1,-2-2,0 0,1 0,-1-1,0 0,1 0,-1-1,1 0,-1 0,1-1,-1 0,0 0,1-1,-1 1,0-2,0 1,0-1,0 0,-1-1,1 1,-1-1,0-1,0 1,3-3,1-3,0 0,0-1,-1 0,-1 0,0 0,0-1,-1-1,-1 1,0-1,0 0,2-13,-1 11,-6 32,-1-1,0-7,0 0,1 0,0 0,1 0,0 0,0 0,1-1,0 1,0-1,1 1,0-1,1-1,0 1,0 0,0-1,1 0,0-1,0 1,1-1,0 0,0-1,1 1,-1-2,1 1,0-1,0 0,0 0,1-1,0 0,-1-1,1 0,0 0,0-1,0 0,3-1,-4-1,0 0,0-1,0 0,0 0,0-1,0 0,-1 0,0-1,0 0,0 0,0-1,0 0,-1 0,0 0,0-1,0 0,-1 0,0-1,3-4,4-8,0-1,-2 0,0-1,-1 0,-1 0,2-12,6-31,-3-1,-3 0,-2 0,-4-1,-2 0,-6-45,-13 7,17 103,0-1,-1 1,1-1,-1 1,1-1,-1 1,0 0,1-1,-1 1,0 0,0 0,0-1,0 1,0 0,0 0,0 0,0 0,-1 0,1 0,0 1,-1-1,1 0,0 1,-1-1,1 1,-1-1,1 1,-1 0,1-1,-1 1,1 0,-1 0,1 0,-1 0,1 0,-1 1,1-1,-1 0,1 1,-1-1,1 1,0-1,-1 1,1 0,0 0,-1-1,1 1,0 0,0 0,0 0,0 0,0 1,-12 11,0 1,1 1,1 0,1 1,0 0,1 0,1 1,0 0,1 1,1 0,-2 14,1-6,1 1,1-1,1 1,2 0,1 1,1-1,1 0,1 0,2 0,1 0,1-1,1 0,1 0,1 0,2-1,0-1,2 0,0 0,2-1,0-1,12 12,29 15,-38-43</inkml:trace>
  <inkml:trace contextRef="#ctx0" brushRef="#br1" timeOffset="131033.7">18734 16096,'3'-11,"14"-2,24 6,31 9,30 8,21 5,-11 0</inkml:trace>
  <inkml:trace contextRef="#ctx0" brushRef="#br1" timeOffset="112133.034">2653 16684,'0'21,"0"15,0 11,2 7,3 0,1-4,-1-8,-1-11</inkml:trace>
  <inkml:trace contextRef="#ctx0" brushRef="#br1" timeOffset="112869.139">2666 16470,'64'114,"173"254,-209-299,-27-67,0 1,-1-1,0 0,1 1,-1-1,0 1,0-1,0 0,-1 1,1-1,0 1,-1-1,0 0,1 1,-1-1,0 0,0 0,0 0,-1 0,1 0,0 0,-1 0,0 0,1 0,-1-1,0 1,0 0,0-1,-8 4,0-2,0 1,0-1,0-1,-1 0,1 0,-1-1,0-1,1 0,-1 0,0-1,1 0,-1 0,-5-3,-2 1,1 0,0 0,1-2,-1 0,1-1,0-1,0 0,1-1,0-1,-5-4,19 12,1 1,0-1,-1 0,1 1,-1-1,1 0,0 0,-1 1,1-1,0 0,0 0,0 1,-1-1,1 0,0 0,0 0,0 1,0-1,1 0,-1 0,0 0,0 1,0-1,1 0,-1 0,0 1,1-1,-1 0,0 1,1-1,-1 0,1 1,-1-1,1 1,-1-1,1 0,0 1,-1 0,1-1,0 1,-1-1,1 1,0 0,0-1,-1 1,1 0,0 0,0 0,-1-1,1 1,0 0,0 0,0 0,-1 0,1 1,0-1,0 0,0 0,-1 0,1 1,0-1,0 0,249-27,-206 22,94-8,-2-7,0-6,3-6,-89 10,-55 15,-5 5,-1 1,1-1,-1 2,1 0,-1 0,0 1,1 0,-1 0,1 1,-2 0,-11 1,1 0,0 2,0 0,0 1,1 2,0 0,0 1,1 1,1 1,-1 1,-3 3,21-14,0 1,1-1,-1 0,0 0,1 1,-1-1,1 1,-1 0,1-1,0 1,0 0,0 0,0 0,0-1,0 1,0 0,0 0,1 1,-1-1,1 0,0 0,-1 0,1 0,0 0,0 0,0 0,1 1,-1-1,0 0,1 0,0 0,-1 0,1 0,0 0,0 0,0 0,0 0,0-1,1 1,-1 0,0-1,1 1,-1-1,1 1,0-1,-1 0,1 0,0 0,0 0,0 0,0 0,1 1,14 3,-1 0,1-1,0 0,0-1,0-1,0-1,1-1,-1 0,0-1,0-1,3-1,-12 3,1 0,-1-1,0 0,1 0,-1-1,0 0,0 0,0-1,0 0,0-1,-1 0,0 0,1 0,-2-1,1 0,0-1,-1 1,0-1,0 0,-1-1,0 1,0-1,0 0,-1-1,0 1,0-1,1-4,-4 8,0 1,0-1,-1 0,1 0,-1 0,0 0,0 0,0 0,0 0,-1 0,1 0,-1 0,0 1,-1-1,1 0,0 1,-1-1,0 0,0 1,0 3,1 0,0 0,-1 0,1 0,-1 0,1 1,-1-1,1 1,0-1,-1 1,1-1,0 1,0 0,-1-1,1 1,0 0,0 0,0 0,0 0,0 0,0 0,0 0,0 1,0-1,1 0,-1 0,1 1,-1-1,0 0,1 1,0-1,-1 2,-2 2,0-1,0 1,1 0,-1 1,1-1,0 0,1 1,-1-1,1 1,0 0,0-1,1 1,0 0,0-1,0 1,1 0,-1 0,2-1,-1 1,0-1,1 1,0-1,0 0,1 0,0 0,0 0,0 0,0 0,1-1,-1 1,1-1,0 0,1 0,0 0,86 21,-41-19</inkml:trace>
  <inkml:trace contextRef="#ctx0" brushRef="#br1" timeOffset="113407.741">4029 16884,'-10'0,"1"-1,-1 2,0-1,1 1,-1 0,1 1,-1 1,1-1,0 1,-1 1,2 0,-1 0,0 0,1 1,0 1,0-1,0 1,1 1,0-1,0 1,1 1,-5 5,10-11,0 0,0 1,0-1,0 1,1-1,-1 1,1-1,-1 1,1-1,0 1,0 0,0-1,0 1,1-1,-1 1,1-1,-1 1,1-1,0 1,0-1,0 1,0-1,1 0,-1 0,0 1,1-1,0 0,-1 0,1-1,0 1,0 0,0-1,0 1,1 0,83 37,-56-33,-1 0,1-2,0-2,0 0,0-2,0-1,0-2,-1-1,7-2,-31 6,0-1,0 1,-1-1,1 0,0-1,0 1,0-1,-1 0,1 0,-1 0,0-1,1 0,-1 0,0 0,-1 0,1 0,-1-1,1 0,-1 0,0 0,0 0,-3 4,0 0,-1 0,1 0,0 1,-1-1,1 0,0 0,-1 0,1 0,0 0,-1 0,1 0,0 0,-1 0,1 0,-1 0,1 0,0 0,-1 0,1 0,0 0,-1 0,1 0,0 0,-1-1,1 1,0 0,0 0,-1 0,1-1,0 1,-1 0,1 0,0-1,0 1,0 0,-1 0,1-1,0 1,0 0,0-1,0 1,-1 0,1-1,0 1,0 0,0-1,0 1,-1 2,1 1,0-1,-1 1,1-1,0 1,0-1,0 1,0-1,1 1,-1-1,1 1,-1-1,1 0,0 1,0-1,0 0,0 0,0 1,1-1,-1 0,1 0,-1 0,1 0,0-1,0 1,0 0,0-1,0 1,0-1,0 0,0 0,1 0,-1 0,0 0,1 0,-1-1,1 1,-1-1,1 1,-1-1,1 0,-1 0,1 0,-1 0,1-1,-1 1,0-1,1 1,-1-1,1 0,-1 0,0 0,0 0,1-1,0 0,2 1,-1-1,1 0,0-1,-1 1,0-1,1 0,-1 0,0 0,-1 0,1-1,-1 0,1 0,-1 0,0 0,0 0,-1 0,1-1,-1 1,0-1,0 0,-1 0,1 0,-1 0,0 0,0 0,-1 0,0 0,0 0,0 0,0 0,-1 0,0 0,0 0,0 0,0 0,-1 0,0 0,0 1,0-1,-1 1,0-2,-1 2,1 0,0 0,-1 1,0-1,0 1,0 0,-1 0,1 0,0 0,-1 1,0 0,0 0,0 0,0 1,0 0,0-1,0 2,0-1,0 1,0-1,0 1,-1 1,1-1,0 1,0 0,0 0,0 1,0-1,-4 3,0-1,1 1,0 0,0 1,0 0,1 0,-1 0,1 1,0 0,1 1,0-1,0 1,0 0,1 1,0 0,0-1,-2 8,6-13,0 1,0 0,0 0,0 0,0 0,1 0,0 0,-1 0,1 0,0 0,1 0,-1 0,0 0,1 0,0 0,0 0,-1 0,2-1,-1 1,0 0,1 0,-1-1,1 1,0-1,0 1,-1-1,2 0,-1 0,0 0,0 0,1 0,-1-1,1 1,0 0,-1-1,1 0,0 0,0 0,0 0,1 0,35 8,0-5</inkml:trace>
  <inkml:trace contextRef="#ctx0" brushRef="#br1" timeOffset="113662.828">4524 16603,'-6'0,"-1"1,0-1,1 1,-1 0,1 0,-1 1,1 0,0 0,-1 0,1 1,0 0,1 0,-1 1,0 0,1 0,0 0,0 0,0 1,1 0,-1 0,1 0,0 0,0 1,1 0,0-1,0 1,0 0,1 1,0-1,0 0,1 1,-1-1,1 1,1 0,-1-1,1 1,0 0,1-1,0 1,0-1,0 1,1-1,0 1,0 0,7 16,1-1,1 0,1-1,1 0,1-1,1 0,0-1,2-1,0-1,1 0,18 13,-16-18,0-1,0-1,2 0,-1-2,1-1,0 0,0-2,0 0,1-2,0 0,0-2,0 0,0-1,0-2,0 0,53-1</inkml:trace>
  <inkml:trace contextRef="#ctx0" brushRef="#br1" timeOffset="119452.715">7946 17085,'16'-28,"0"0,-2-2,-2 0,0 0,-2-1,-2-1,0 0,1-24,-6-92,-7 135,2 19,1 24,40 370,-16-308,-9-62</inkml:trace>
  <inkml:trace contextRef="#ctx0" brushRef="#br1" timeOffset="113984.058">6155 16684,'-11'16,"-4"12,1 10,4 8,7 6,8-1,8 0,6-6,7-7,6-11,6-10,4-7,4-8,2-9,1-6,-3-4,-6-5,-9 2</inkml:trace>
  <inkml:trace contextRef="#ctx0" brushRef="#br1" timeOffset="117014.382">6155 16805,'-2'-3,"1"0,8-2,9-1,10-1,10 1,7-1,5 0,1 2,-1 2,-4 1,-7 1,-10 1</inkml:trace>
  <inkml:trace contextRef="#ctx0" brushRef="#br1" timeOffset="117286.655">6168 16577,'7'-2,"9"-1,11 0,14 1,15-2,12 0,10-2,4 0,-3 2,-11 0,-19 2</inkml:trace>
  <inkml:trace contextRef="#ctx0" brushRef="#br1" timeOffset="118951.05">6917 16898,'14'0,"13"0,14 0,10 0,7 0,-2 0,-9 2,-12 1</inkml:trace>
  <inkml:trace contextRef="#ctx0" brushRef="#br1" timeOffset="119202.379">6930 17138,'23'0,"23"0,22-2,16-3,9-1,-11 1</inkml:trace>
  <inkml:trace contextRef="#ctx0" brushRef="#br1" timeOffset="95947.935">11542 14051,'-16'-5,"0"0,-1 2,1 0,-1 1,0 0,0 1,0 1,0 1,1 1,-1 0,0 1,1 1,-1 0,1 1,0 1,1 0,-1 2,1-1,-5 5,17-9,-1-1,1 0,0 1,0 0,0 0,0 0,0 0,1 0,-1 1,1-1,0 1,0-1,0 1,1 0,-1 0,1 0,0 0,0 0,0 0,1 0,-1 0,1 0,0 0,0 1,1-1,-1 0,1 0,0 0,0 0,0 0,0 0,1 0,0-1,0 1,0 0,1 1,6 3,-1-1,2 0,-1 0,1 0,0-2,0 1,1-1,-1 0,1-1,0-1,1 0,-1 0,0-1,9 1,26 4,1-2,0-1,0-3,1-2,-1-2,0-2,-1-2,1-2,-1-1,15-8,-53 16,0 0,-1 0,1 0,0-1,-1 0,1 0,-1-1,0 0,0-1,0 1,-1-1,0-1,0 1,0-1,0 0,-1 0,0-1,-1 1,1-1,-1 0,0 0,-1-1,0 1,2-7,-6 12,1-1,-1 1,1 0,-1-1,0 1,0 0,0-1,0 1,0 0,-1 0,1 0,-1 0,1 0,-1 0,0 0,0 1,0-1,0 1,0-1,0 1,0 0,0 0,-1 0,1 0,0 0,-1 0,1 1,-1-1,1 1,0-1,-1 1,1 0,-1 0,1 0,-1 0,1 1,-1-1,1 1,-1 0,1-1,0 1,-1 0,1 0,0 0,0 1,0-1,-1 1,-7 3,1 0,-1 1,1 0,0 1,1 0,-1 0,2 1,-1 0,1 0,0 1,1 0,-1 0,2 1,0 0,0-1,0 2,2-1,-3 7,5-15,1 0,-1 1,0-1,1 0,0 0,-1 0,1 0,0 1,0-1,0 0,0 0,1 0,-1 1,1-1,-1 0,1 0,0 0,0 0,0 0,0 0,0 0,0 0,0-1,1 1,-1 0,1-1,-1 1,1-1,0 1,-1-1,1 0,0 1,0-1,0 0,0 0,2 0,4 1,0 0,0-1,0 0,1 0,-1-1,1 0,-1 0,0-1,1 0,-1-1,0 1,0-2,0 1,0-1,0 0,-1-1,0 0,1 0,-1 0,0-1,-1 0,1-1,-1 1,0-1,-1-1,1 1,-1-1,-1 0,1 0,0-1,-1-2,-1-1,1 1,-2 0,1-1,-2 1,1-1,-2 0,1 0,-1 1,-1-1,0 0,-1-2,2 13,0 0,0 0,0 0,0 0,-1 0,1 0,0 1,0-1,0 0,0 0,0 0,-1 0,1 0,0 0,0 0,0 0,0 0,-1 0,1 0,0 0,0 0,0 0,0 0,-1 0,1 0,0 0,0 0,0 0,0 0,-1 0,1 0,0 0,0 0,0 0,0 0,-1-1,1 1,0 0,0 0,0 0,0 0,0 0,0 0,0-1,-1 1,1 0,0 0,0 0,0 0,0-1,-4 20,5-13,0 1,1-1,-1 0,1 1,0-1,1 0,-1 0,1 0,1 0,-1-1,1 1,0-1,0 0,0 0,1-1,-1 1,1-1,1 0,-1 0,0 0,1-1,0 0,0 0,0 0,0-1,0 0,0 0,1-1,-1 1,1-2,2 1,164 28,-85-22</inkml:trace>
  <inkml:trace contextRef="#ctx0" brushRef="#br1" timeOffset="91529.389">4711 14210,'2'1,"-1"0,1 0,-1-1,0 1,1-1,0 0,-1 1,1-1,-1 0,1 0,-1 0,1 0,0 0,-1 0,1 0,-1 0,1-1,-1 1,1-1,-1 1,1-1,-1 0,0 1,1-1,-1 0,1 0,24-14,0 0,0-2,-2 0,0-2,-1-1,-1 0,10-14,-12 14,0-1,-1 0,-2-2,0 0,-1-1,-2 0,0-2,-2 1,0-2,-2 0,-1 0,-1 0,-1-8,-5 24,-1 0,-1-1,0 1,-1 0,0-1,-1 1,0 0,-1 0,-2-7,4 13,-1 1,1 0,-1 0,0 0,0 0,-1 1,1-1,-1 0,0 1,0 0,0 0,0 0,0 0,-1 0,1 1,-1-1,0 1,0 0,0 0,0 0,0 1,0-1,0 1,-1 0,1 0,-1 1,1-1,-1 1,0 1,1-1,-1 1,1 0,-1 0,1 0,0 0,-1 1,1 0,0 0,0 0,0 0,0 1,1-1,-1 1,0 0,1 0,0 0,0 1,0-1,0 1,1 0,-1-1,1 1,0 1,0-1,0 0,1 0,-6 12,2 1,0-1,1 1,0 0,1 0,1 0,1 4,3 38,2 0,2-1,3 0,3 0,2-1,3 0,15 33,-26-74,5 22,3 0,1-2,1 1,2-2,2 0,6 6,-25-39,1 1,-1-1,1 1,0-1,0 1,0-1,0 0,0 0,0 0,1 0,-1 0,1-1,-1 1,1-1,0 1,0-1,-1 0,1 0,0 0,0-1,0 1,0-1,0 1,0-1,0 0,0 0,0 0,0-1,0 1,0-1,0 0,1 0,6-6,0-1,-1 0,0-1,-1 0,0 0,-1-1,1 0,-2 0,0 0,0-1,0 0,-2-1,1 1,1-9,3-6,-1 0,-2-1,0 1,-2-2,-1 1,0-22,-4 82,0-10,0 0,1-1,2 1,0 0,1 0,2-1,0 0,5 13,-8-31,0 0,0-1,0 1,0 0,0-1,1 1,-1-1,1 0,0 0,0 0,1 0,-1-1,0 1,1-1,-1 0,1 0,0 0,0 0,0-1,0 0,0 1,0-1,0-1,0 1,1-1,-1 1,0-1,0 0,0-1,1 1,-1-1,0 0,0 0,0 0,0 0,0-1,0 0,0 0,8-4,0-1,-1-1,1 0,-2 0,1-1,-1-1,0 0,-1 0,0-1,-1 0,0 0,-1-1,0 0,-1 0,0-1,-1 1,-1-1,0-1,0 1,-2 0,1-1,-2 0,0 1,0-3,-1 12,1 0,-1 0,0 0,0 0,0 0,-1 0,1 0,-1 0,0 0,0 0,-1 0,1 0,-1 0,0 1,0-1,0 1,0-1,0 4,1-1,0 1,-1 0,1 0,0 0,-1 0,1 0,0 1,-1-1,1 0,0 0,-1 1,1-1,0 1,-1-1,1 1,0 0,0-1,0 1,0 0,0 0,0 0,0 0,0 0,0 0,0 0,0 0,1 0,-1 0,0 1,1-1,-1 0,1 0,-1 1,1-1,0 0,-1 1,1-1,0 1,-6 12,1 1,1-1,0 1,1 0,1 0,0 1,1-1,0 0,1 1,1-1,1 0,0 0,1 0,1 0,2 7,-3-15,1 1,0-1,1 0,0 0,0 0,0-1,1 0,0 0,0 0,1-1,-1 0,1 0,0-1,1 1,-1-2,1 1,-1-1,1 0,1-1,10 4,2-1,-1-1,1-1,-1-1,1-1,0 0,0-2,51-4</inkml:trace>
  <inkml:trace contextRef="#ctx0" brushRef="#br1" timeOffset="92113.506">3615 14077,'-9'2,"1"4,7-1,11 0,14-1,15-1,14-1,10-2,5 0,1 0,-3 0,-10 0,-15 0</inkml:trace>
  <inkml:trace contextRef="#ctx0" brushRef="#br1" timeOffset="92363.365">3748 14277,'21'5,"17"1,15 0,11-4,4-1,0-4,-5-4,-11-5,-15 0</inkml:trace>
  <inkml:trace contextRef="#ctx0" brushRef="#br1" timeOffset="92600.3">4003 13877,'1'5,"1"1,-1-1,1 0,0 0,1 0,-1 0,1 0,0-1,0 1,1-1,-1 0,1 0,0 0,0 0,0-1,0 1,1-1,0 0,-1-1,1 1,0-1,0 0,1 0,43 21,1-3,0-2,2-2,2-2,-3-1,0 3,-1 2,0 2,5 5,-51-23,0-1,1 1,-1-1,0 1,-1 1,1-1,0 0,-1 1,1 0,-1 0,0 0,0 0,0 0,0 1,0-1,-1 1,0 0,0 0,0 0,0 0,0 0,-1 0,0 0,0 1,0-1,0 0,-1 1,1-1,-1 1,0-1,-1 0,1 1,-1-1,0 0,0 1,0-1,-9 12,0 0,-1 0,-1-2,-1 1,0-1,0-1,-2-1,1 0,-2 0,1-2,-3 1,10-5,-205 132,166-109</inkml:trace>
  <inkml:trace contextRef="#ctx0" brushRef="#br1" timeOffset="93881.901">6383 14144,'-4'-3,"0"0,0 1,-1-1,1 1,-1 0,1 0,-1 1,1 0,-1-1,0 1,0 1,0-1,1 1,-1 0,0 0,0 0,0 1,0-1,1 1,-1 1,0-1,1 1,-1-1,1 1,-1 0,1 1,0-1,0 1,0 0,0 0,0 0,1 1,-4 3,1-1,-1 1,1 1,0-1,1 1,0 0,0 0,1 1,0-1,0 1,1 0,0 0,0 0,1 0,1 1,-1-1,1 1,1 2,1-6,-1 0,2 0,-1 1,1-1,0 0,0 0,0-1,1 1,0 0,0-1,1 0,-1 1,1-1,0-1,0 1,1 0,0-1,-1 0,2 0,-1-1,0 1,1-1,-1 0,1-1,0 1,5 0,8 3,0 0,0-2,1 0,-1-2,1 0,-1-1,1-1,3-1,-12 2,1-1,-1-1,0 0,0-1,0 0,0 0,0-1,-1-1,1 0,-1 0,0-1,0 0,0-1,-1 0,0-1,0 1,-1-2,1 1,-2-1,1-1,-1 1,0-1,-1 0,0-1,-1 0,1 0,-2 0,0 0,1-4,-3 1,-1 0,0 0,-1-1,-1 1,0 0,0 0,-2 0,1 0,-2 1,0-1,0 1,-6-10,-7 4,21 32,7-6,1-1,-1-1,2 0,-1-1,0 0,1 0,0-2,0 1,13 0,-23-3,189 39,-188-39,-1 0,1 1,-1-1,0 1,1 0,-1 0,0 0,0 0,0 0,0 1,0 0,-1-1,1 1,-1 0,0 0,1 0,-2 1,1-1,0 0,-1 1,1-1,-1 1,0 0,0-1,0 1,-1 0,1-1,-1 4,0 46,-1-47,0 1,1-1,0 0,-1 1,2-1,-1 1,1-1,0 1,1-1,-1 0,1 0,0 0,1 0,-1 0,1 0,1 0,-1-1,1 1,0-1,0 0,0-1,2 2,6 1,1-1,-1 0,1-1,0-1,1 0,-1 0,1-1,-1-1,1-1,0 0,0 0,0-2,0 0,-1 0,1-1,0-1,-1 0,1-1,-1 0,0-1,5-3,-9 4,0 1,-1-1,0-1,0 1,0-2,0 1,-1-1,0 0,0 0,0-1,-1 0,0 0,-1 0,1-1,-1 0,-1 0,0 0,0-1,0 1,-1-1,0 0,-1 0,0 0,-1 0,1-1,-2 1,1 0,-1-1,-1 1,0 0,0 0,-1 0,0-1,0 1,-2 0,3 5,0 0,-1 1,0-1,1 0,-1 1,-1 0,1 0,0-1,-1 1,0 1,1-1,-1 0,0 1,-1-1,1 1,0 0,-1 0,1 0,-1 1,0-1,1 1,-1 0,0 0,0 0,0 0,0 1,0 0,0-1,1 1,-1 1,0-1,0 1,0-1,0 1,0 0,0 1,1-1,-1 1,1-1,-1 1,1 0,-1 0,1 1,0-1,0 1,0-1,0 1,1 0,-2 2,0 0,1 1,0-1,1 1,-1-1,1 1,0 0,0 0,1 0,0 0,0 0,0 0,1 1,0-1,0 0,1 0,-1 0,1 0,0 0,1 0,0 0,0 0,0 0,1-1,-1 1,1-1,1 1,-1-1,1 0,0-1,0 1,0-1,1 1,-1-1,5 2,12 6,1-2,0 0,0-1,1-2,0 0,0-2,1 0,0-1,0-2,0 0,0-2,10-1,53 1</inkml:trace>
  <inkml:trace contextRef="#ctx0" brushRef="#br1" timeOffset="95024.389">8107 14210,'-104'-35,"100"35,0-1,1 1,-1 0,0 0,1 0,-1 1,0-1,1 1,-1 0,0 0,1 0,-1 1,1-1,0 1,-1-1,1 1,0 0,0 1,0-1,1 0,-1 1,0 0,1-1,0 1,-1 0,1 0,-1 3,0 1,0 0,0 0,1 0,0 1,0-1,0 0,1 1,1-1,-1 1,1-1,0 1,1-1,0 1,0-1,1 1,-1-1,2 0,-1 0,1 0,0 0,2 3,-3-6,1 0,0 1,-1-1,2 0,-1 0,0 0,1-1,-1 1,1-1,0 0,0 0,1 0,-1-1,1 1,-1-1,1 0,0-1,-1 1,1-1,0 0,0 0,0 0,0 0,0-1,0 0,0 0,1-1,-1 1,0-1,-1 0,6-2,-1-1,0 0,0 0,0-1,0 0,-1 0,0-1,0 0,-1-1,1 0,-1 0,-1-1,0 1,0-1,0-1,-1 1,0-1,-1 0,0 0,0 0,-1-1,0 1,1-7,5 101,-6-77,-1-1,1 0,0-1,1 1,-1 0,1-1,0 0,1 0,0 0,0 0,0-1,1 0,-1 0,1 0,0-1,1 0,-1 0,1-1,0 1,-1-1,2-1,-1 1,0-1,0-1,1 1,-1-1,1-1,-1 1,3-1,-5 0,1 1,-1-1,0 0,1-1,-1 1,0-1,0 0,1 0,-1-1,0 1,0-1,0 0,-1-1,1 1,0-1,-1 0,0 0,1 0,-1-1,-1 0,1 1,0-1,-1-1,0 1,0 0,0-1,-1 0,1 1,-1-1,0 0,0 0,0-5,25-193,-26 200,-1 0,1 1,0-1,-1 1,1-1,1 1,-1-1,0 1,0-1,1 1,0 0,-1 0,1 0,0 0,0 0,0 0,0 0,0 1,1-1,-1 1,0 0,1-1,-1 1,1 0,-1 0,1 1,0-1,-1 1,1-1,0 1,-1 0,1 0,0 0,0 0,-1 0,1 1,0-1,-1 1,1 0,-1-1,1 1,-1 1,1-1,0 1,8 3,-1 1,-1 1,1 0,-1 0,0 1,-1 0,1 1,-2 0,1 0,-1 1,-1-1,0 1,0 1,-1-1,0 1,-1 0,0 0,2 11,3 22,-1 1,-3 0,-1 0,-3 17,3 12,-4-56,0-1,2 1,0 0,1 0,1-1,0 0,2 1,0-2,0 1,2-1,0 0,1 0,0-1,1 0,1-1,1 0,0-1,0 0,1-1,1-1,11 8,-13-12,0 0,0-1,0-1,1 0,0 0,0-1,0-1,0 0,1-1,-1-1,1 0,-1-1,1 0,6-1,-17 0,1 0,-1 0,1 0,-1 0,1 0,-1-1,0 0,1 1,-1-1,0 0,0-1,-1 1,1 0,0-1,-1 0,1 0,-1 1,0-1,0 0,0-1,-1 1,1 0,-1-1,1 1,-1 0,0-1,0 0,-1 1,1-1,-1 1,0-1,0 0,0 1,0-1,-1-2,-1-11,-1 1,0-1,-1 1,-1 0,0 1,-1-1,-3-4,-13-18,0 0,-3 1,-1 1,-1 1,-2 2,-2 1,-1 1,-1 2,-1 1,-2 2,-1 1,0 2,-33-14,2-4,68 41,0-1,-1 1,1 0,-1-1,1 1,0 0,-1-1,1 1,0-1,0 1,-1-1,1 1,0-1,0 1,0-1,0 1,-1-1,1 1,0-1,0 1,0-1,0 1,0-1,0 1,0-1,1 1,-1-1,0 1,0-1,0 1,0-1,1 1,-1-1,0 1,0-1,1 1,-1 0,0-1,1 1,-1-1,0 1,1 0,-1-1,1 1,-1 0,1 0,-1-1,1 1,-1 0,1 0,-1 0,1 0,-1-1,1 1,-1 0,1 0,-1 0,1 0,-1 0,1 0,143-20,-96 17,207-12,-253 15,0 0,1-1,-1 1,0 0,1 0,-1 0,0 1,1-1,-1 1,0-1,0 1,1 0,-1-1,0 1,0 0,0 1,0-1,0 0,0 0,0 1,0 0,-1-1,1 1,-1 0,1-1,-1 1,1 0,-1 0,0 0,0 1,2 3,-1 1,1-1,0 0,1 0,0-1,0 1,0-1,0 1,1-1,0-1,0 1,0-1,1 1,-1-2,1 1,0-1,0 1,1-2,-1 1,0-1,1 0,0 0,-1-1,1 0,0 0,0 0,0-1,-1 0,1 0,6-2,-10 2,0 0,0-1,0 0,0 1,0-1,0 0,0 0,-1-1,1 1,0-1,-1 1,1-1,-1 0,1 0,-1 0,0 0,0 0,0 0,0-1,0 1,-1-1,1 0,-1 1,1-1,-1 0,0 0,0 0,0 1,-1-1,1 0,-1 0,1-3,-1-1,0 0,0-1,0 1,-1-1,0 1,0 0,-1-1,0 1,0 0,-1 0,0 1,0-1,-2-1,3 3,-1 0,0 0,0 0,0 1,-1-1,0 1,0 0,0 0,0 0,0 1,-1-1,0 1,1 0,-1 1,0-1,-1 1,1 0,0 0,-1 0,1 1,-1 0,1 0,-1 1,0-1,1 1,-1 0,0 1,1-1,-1 1,1 0,-1 0,1 1,-1 0,0 0,-1 2,0 1,0 0,0 0,1 0,0 1,0 0,0 0,1 1,0-1,0 1,0 0,1 1,0-1,1 1,-1 0,2-1,-1 1,-1 8,3-11,0 1,0 0,0-1,1 1,0 0,0 0,0 0,1-1,0 1,0 0,0 0,1-1,-1 1,2-1,-1 0,0 1,1-1,0 0,0 0,1-1,-1 1,1-1,0 1,0-1,1-1,-1 1,3 1,81 26,-43-26</inkml:trace>
  <inkml:trace contextRef="#ctx0" brushRef="#br1" timeOffset="95214.381">9364 13770,'-18'-3,"-14"0,-4 5,-2 6,6 7,8 7,9 7,10 6,14 5,15 3,2-6</inkml:trace>
  <inkml:trace contextRef="#ctx0" brushRef="#br1" timeOffset="95382.931">9484 14304,'16'16,"14"8,13 1,18-3,17-5,15-8,15-10,-11-5</inkml:trace>
  <inkml:trace contextRef="#ctx0" brushRef="#br1" timeOffset="103882.053">5286 15481,'-2'25,"-1"22,5 19,6 14,4 9,5 6,4-3,1-5,-4-10,-5-19</inkml:trace>
  <inkml:trace contextRef="#ctx0" brushRef="#br1" timeOffset="104211.759">5205 15882,'-33'-267,"32"259,0 1,0-1,1 0,0 1,0-1,0 0,1 1,1-1,-1 0,1 1,1-1,-1 1,1 0,0 0,1 0,0 0,0 1,0-1,1 1,0 0,0 1,0-1,1 1,3-2,-2 4,0 0,1 1,0 0,-1 0,1 1,0 0,0 0,0 1,0 0,0 1,-1-1,1 2,0-1,0 1,-1 0,1 0,1 2,10 3,0 1,-1 1,0 1,0 1,-1 0,2 3,-8-6,0 0,-1 1,1 0,-2 1,1 0,-1 1,-1 0,0 0,-1 1,0 0,-1 0,0 1,-1 0,0 1,-4-13,0 1,-1 0,0 0,1 0,-1 0,0 0,0 0,0 0,0 0,-1 0,1 0,0 0,-1 0,1 0,-1 0,0 0,0-1,0 1,0 0,0 0,0-1,0 1,0-1,-1 1,1-1,0 1,-1-1,0 0,1 0,-1 0,0 0,1 0,-1 0,0 0,0 0,0-1,0 1,-74 0,59-5,1-1,-1-1,1 0,1-1,-1 0,1-1,-12-10,27 18,1 0,-1 0,1 0,0 0,-1-1,1 1,-1 0,1 0,-1-1,1 1,-1 0,1-1,-1 1,1-1,-1 1,1-1,-1 1,0-1,1 1,-1-1,0 1,1-1,-1 1,0-1,0 0,1 1,-1-1,0 1,0-1,0 0,0 1,0-1,0 1,0-1,0 0,0 1,0-1,0 0,-1 1,1-1,0 1,0-1,-1 1,1-1,0 0,-1 1,1-1,0 1,-1-1,1 1,-1 0,1-1,-1 1,1-1,-1 1,1 0,-1-1,1 1,-1 0,1 0,-1 0,0-1,1 1,-1 0,1 0,-1 0,0 0,1 0,-1 0,0 0,71-5,-26 5</inkml:trace>
  <inkml:trace contextRef="#ctx0" brushRef="#br1" timeOffset="104529.909">6089 15655,'1'4,"0"0,0 1,0-1,1 0,0 0,0 0,0 0,1 0,-1 0,1-1,0 1,0-1,0 0,0 1,0-2,1 1,0 0,-1-1,1 1,0-1,0 0,0 0,1-1,-1 1,0-1,1 0,-1 0,0-1,3 1,8 1,0-1,0-1,0 0,1-1,-1-1,0 0,0-1,2-1,65-37,-80 40,0-1,0 1,0-1,0 0,0 0,-1 0,1 0,-1 0,1 0,-1-1,0 1,0 0,0-1,0 1,0-1,-1 1,1-1,-1 1,1-1,-1 0,0 1,0-1,0 1,-1-1,1 0,-1 1,1-1,-1 1,0-1,0 1,0 0,0-1,-1 0,-6-7,0 0,0 1,-1 1,0-1,-1 1,0 1,0 0,-1 0,0 1,0 1,0 0,-1 0,0 1,-9-2,9 1,0 1,0 0,0 1,-1 0,1 1,-1 0,0 1,0 1,1 0,-1 0,0 1,1 1,-1 0,1 1,-1 1,1-1,0 2,0 0,0 0,10-3,-1 0,1 0,-1 0,1 1,0-1,0 0,0 1,0-1,0 1,1 0,-1 0,1-1,0 1,0 0,0 0,0 0,0 1,0-1,1 0,0 0,0 0,0 0,0 1,0-1,0 0,1 0,-1 0,1 0,0 0,0 0,0 0,1 0,1 2,25 32,8-4</inkml:trace>
  <inkml:trace contextRef="#ctx0" brushRef="#br1" timeOffset="105315.839">7091 15494,'-24'-9,"-1"1,0 1,-1 2,1 0,-1 1,0 2,0 1,-9 1,23 1,1 0,-1 0,1 1,0 1,0 0,0 0,0 1,1 1,-1-1,1 2,0-1,1 2,-1-1,1 1,0 1,1-1,0 1,0 1,-6 9,11-15,0 0,0 1,0-1,0 1,1 0,0 0,-1 0,2 0,-1 0,0 1,1-1,0 0,0 1,0-1,0 1,1-1,-1 1,1 0,1-1,-1 1,1-1,-1 1,1-1,1 1,-1-1,0 0,1 1,0-1,0 0,0 0,1 0,-1-1,2 2,6 0,0 0,0-1,0 0,1 0,0-1,-1-1,1 0,0 0,0-1,0 0,1-1,-1 0,0-1,0-1,0 1,-1-2,1 1,0-2,-1 1,1-1,2-3,-5 5,0-1,0 0,0-1,0 0,-1 0,0 0,0-1,0 0,-1-1,1 1,-1-1,0-1,-1 1,0-1,0 0,0 0,-1 0,0-1,0 1,2-9,-6 22,1 0,-1 0,1 0,1-1,-1 1,1 0,0-1,0 1,1-1,0 0,0 1,0-1,0-1,1 1,0 0,0-1,0 0,0 0,1 0,3 3,4 1,-1-1,1 0,0 0,1-1,-1-1,1 0,0-1,9 2,-8-3,0-1,0-1,0 0,0-1,0-1,1 0,-1-1,0 0,0-1,-1 0,1-2,-1 1,0-2,0 0,0 0,-1-1,0-1,0 0,-1 0,0-1,0-1,-1 0,0 0,-1-1,-1 0,1-1,-2 0,1 0,-2 0,0-1,4-11,-1-7,-2 1,-1-1,-1-1,-2 1,-1-1,-1 0,-2 1,-1-1,-2 0,-1 1,-2-4,-17-47,24 82,0-1,0 0,0 0,0 0,0 0,-1 1,1-1,0 0,-1 0,1 0,0 1,-1-1,1 0,-1 0,1 1,-1-1,1 0,-1 1,1-1,-1 1,0-1,1 1,-1-1,0 1,0-1,1 1,-1 0,0-1,0 1,0 0,1 0,-1-1,0 1,0 0,0 0,0 0,0 0,1 0,-1 0,0 1,0-1,0 0,0 0,1 0,-1 1,0-1,0 1,1-1,-1 0,0 1,0-1,1 1,-1 0,0-1,1 1,-1-1,1 1,-1 0,1-1,-1 1,1 0,0 0,-1-1,1 1,0 0,0 0,-1 0,1 0,-6 22,1 0,2 0,0 0,1 0,1 1,1-1,3 18,-2-34,0 44,3 0,1 0,3 0,3-1,11 33,-19-74,0 0,1-1,0 1,0-1,1 0,0 0,1 0,0-1,0 0,0 0,1 0,0-1,0 0,1 0,0-1,0 0,0 0,0-1,1 0,0-1,0 1,0-2,0 1,0-2,0 1,1-1,-1 0,1-1,-1 0,2-1,-2 0,1 0,-1-2,0 1,1-1,-1 0,0-1,-1 0,1 0,-1-1,1 0,-2-1,1 1,0-2,-1 1,0-1,-1 0,0 0,0-1,0 0,-1 0,0 0,-1-1,1 1,-2-1,1 0,-1-1,-1 1,0 0,0-1,-1 1,0-1,0 1,-1-1,-1 0,0-1,-14-30,14 40,0 2,0-1,0 0,0 0,0 0,0 0,0 1,0-1,0 0,0 1,0-1,0 1,0-1,0 1,0 0,0-1,1 1,-1 0,0 0,0-1,1 1,-1 0,1 0,-1 0,1 0,-1 0,1 0,-1 0,1 0,0 0,-1 0,1 0,0 0,0 0,0 0,0 0,0 0,0 0,0 0,0 0,0 0,1 1,-2 7,1 0,0 1,1-1,0 0,1 1,0-1,0 0,1 0,0 0,0-1,1 1,0-1,1 1,0-1,0-1,1 1,-1-1,2 0,-1 0,1-1,0 0,0 0,1 0,0-1,0 0,0-1,1 0,-1 0,1-1,0 0,2 0,33 10</inkml:trace>
  <inkml:trace contextRef="#ctx0" brushRef="#br1" timeOffset="105568.164">7492 15307,'18'0,"24"-2,31-1,31 0,29 1,22 2,-14 2</inkml:trace>
  <inkml:trace contextRef="#ctx0" brushRef="#br1" timeOffset="105967.677">9510 15547,'-28'-9,"-1"1,0 1,-1 2,-24-2,43 6,0 1,0 0,1 0,-1 1,0 0,1 1,-1 1,1-1,0 2,-1-1,1 1,1 1,-1 0,1 0,0 1,4-2,0 0,0 1,0-1,1 1,0 0,0 0,0 0,1 1,-1-1,1 1,1 0,-1 0,1 0,0 0,-1 5,2-7,1-1,0 0,-1 1,1-1,1 0,-1 1,0-1,1 1,-1-1,1 0,0 0,0 1,1-1,-1 0,1 0,-1 0,1 0,0-1,0 1,0 0,0-1,1 1,-1-1,1 0,-1 0,1 0,0 0,0 0,0-1,2 2,6 1,0-1,1 0,-1 0,1-1,0-1,0 0,0 0,0-1,-1-1,1 0,0 0,0-2,-1 1,1-1,-1-1,0 0,0-1,0 0,-1 0,1-1,-1-1,6-5,-11 9,0-1,0 0,-1 0,1-1,-1 0,-1 1,1-1,0-1,-1 1,0 0,0-1,-1 0,0 1,0-1,0 0,-1 0,1 0,-1 0,-1 0,1-1,-1 1,0 0,-1 0,1 0,-1 0,-1-1,1 1,1 7,0-1,-1 1,1 0,0-1,0 1,0 0,-1-1,1 1,0 0,-1-1,1 1,-1-1,1 1,-1-1,1 1,-1-1,1 1,-1-1,1 1,-1-1,0 0,1 1,-1-1,1 0,-1 1,0-1,0 0,1 0,-1 0,0 0,1 0,-1 0,0 0,0 0,1 0,-1 0,0 0,1 0,-1 0,0 0,1-1,-1 1,0 0,1-1,-1 1,0 0,1-1,-1 1,1-1,-1 1,1-1,-1 1,1-1,-1 1,1-1,0 1,-1-1,1 0,0 1,-1-1,1 0,0 1,0-1,-1 0,1 1,0-1,0 0,-1 6,0-1,0 1,0 0,0 0,1-1,0 1,0 0,0 0,0 0,1-1,0 1,0 0,0-1,1 1,-1-1,1 1,0-1,0 1,1-1,0 0,-1 0,1-1,0 1,1 0,-1-1,1 0,-1 0,1 0,3 2,7 4,0 0,1-1,-1-1,1-1,1 0,-1 0,1-2,3 1,39 6</inkml:trace>
  <inkml:trace contextRef="#ctx0" brushRef="#br1" timeOffset="106649.854">10059 15494,'-7'-1,"-1"-1,1 2,-1-1,1 1,-1 1,0-1,1 1,0 0,-1 1,1 0,0 0,-1 1,2 0,-1 0,0 0,0 1,1 0,0 0,0 1,0 0,0 0,1 0,0 0,0 1,0 0,1 0,0 1,0-1,1 1,-2 2,4-5,0 1,1 0,-1 0,1-1,0 1,0 0,0 0,1-1,0 1,0 0,0-1,0 1,1 0,-1-1,1 0,1 1,-1-1,0 0,1 0,0 0,0-1,0 1,0-1,1 1,-1-1,1 0,0 0,0-1,0 1,0-1,1 0,-1 0,1 0,-1-1,1 0,3 1,7 2,0 0,0-1,0-1,1 0,-1-1,1-1,-1 0,0-1,1-1,-1 0,0-1,0-1,0 0,0-1,-1-1,1 0,-2-1,1 0,-1-1,0-1,0 0,-1-1,-1 0,0-1,0 0,-1-1,0 0,-1 0,1-3,1-11,-1 0,-2-1,0 0,-2-1,-1 1,-1-1,-1 0,-2 0,-1-23,1 23,3-277,-4 299,1-6,-1 0,-1-1,0 1,0 0,-2 0,1 0,-1 1,-1-1,-3-7,6 18,1 0,0-1,-1 1,0 0,1 0,-1 0,0-1,1 1,-1 0,0 0,0 0,0 0,0 1,0-1,0 0,0 0,-1 0,1 1,0-1,0 1,0-1,-1 1,1-1,0 1,-1 0,1 0,0 0,-1-1,1 1,0 0,-1 1,1-1,0 0,-1 0,1 0,0 1,0-1,-1 1,1-1,0 1,0 0,0-1,-1 1,1 0,0 0,0 0,0-1,0 1,1 0,-1 1,0-1,0 0,1 0,-1 0,0 0,1 0,-1 1,1-1,-1 0,1 1,0-1,0 0,-7 20,1 0,1 0,1 1,1-1,1 1,1 0,0 0,2 6,-1-11,-1 30,1 0,3-1,1 1,3-1,1 1,3-2,1 0,3 0,10 21,-19-54,0 0,1-1,0 1,1-1,0-1,0 1,1-2,1 1,0-1,0 0,0-1,1-1,1 1,-1-2,1 0,0 0,1-1,-1 0,7 0,-15-4,1-1,0 0,0 0,-1 0,1-1,0 1,-1-1,1 0,-1-1,1 1,-1-1,1 0,-1 0,0 0,0 0,0-1,0 0,0 0,-1 0,1 0,-1-1,0 1,0-1,0 0,-1 0,1 0,-1 0,0 0,0 0,0-1,-1 1,1-1,-1 1,0-1,26-151,-27 157,0-1,0 0,1 1,-1-1,0 0,0 0,1 0,-1 1,0-1,0 0,1 0,-1 0,0 0,1 1,-1-1,0 0,1 0,-1 0,0 0,1 0,-1 0,0 0,1 0,-1 0,0 0,1 0,-1 0,0 0,0 0,1 0,-1-1,0 1,1 0,-1 0,0 0,1 0,-1 0,0-1,0 1,1 0,-1 0,0-1,0 1,0 0,1 0,-1-1,0 1,0 0,0-1,0 1,0 0,1 0,-1-1,0 1,0 0,0-1,0 1,0 0,0-1,0 1,0 0,0-1,0 1,0 0,0-1,-1 1,1 0,0-1,0 1,9 25,-3 1,32 92,-35-113,0 1,1-1,0 0,-1 1,2-2,-1 1,0-1,1 1,0-1,0 0,0-1,0 1,1-1,0 0,-1-1,1 1,0-1,4 1,29 4,-3-6</inkml:trace>
  <inkml:trace contextRef="#ctx0" brushRef="#br1" timeOffset="106901.181">10901 15266,'-14'0,"-6"0,-3 0,1 0,2-2,-1-3,4-1</inkml:trace>
  <inkml:trace contextRef="#ctx0" brushRef="#br1" timeOffset="107145.041">10272 15039,'14'0,"18"0,22 0,21 0,20 0,16 0,-12 0</inkml:trace>
  <inkml:trace contextRef="#ctx0" brushRef="#br1" timeOffset="107402.425">11208 15440,'2'10,"0"0,1-1,0 1,1-1,0 0,0 0,1 0,0-1,1 1,0-1,0-1,0 1,1-1,1 0,-1 0,1-1,0 0,1 0,8 5,1-1,0-1,0-1,1 0,0-1,0-2,0 1,11 0,-27-5,0 0,0 0,0-1,0 1,0-1,0 1,0-1,0 0,0 0,0 0,0 0,0-1,0 0,0 1,0-1,0 0,0 0,0 0,0-1,-1 1,1-1,-1 1,1-1,-1 0,1 0,-1 0,0 0,0-1,0 1,0-1,0 1,-1-1,1 1,-1-1,0 0,1-1,1-13,0 0,-1-1,0 1,-2-1,0 1,-1-1,-2-9,5-101,25 79,-8 36</inkml:trace>
  <inkml:trace contextRef="#ctx0" brushRef="#br1" timeOffset="107663.737">11957 15360,'-7'-5,"-1"0,1 0,-1 0,0 1,0 0,-1 0,1 1,-1 0,0 0,1 1,-1 1,0-1,0 1,-1 1,1 0,0 0,0 1,0 0,0 0,0 1,0 0,1 1,-1 0,1 0,-1 1,1 0,0 1,1-1,-8 7,11-8,0 0,0 0,1 1,-1 0,1 0,0 0,0 0,0 0,0 1,1-1,-1 1,1 0,1 0,-1 0,1-1,-1 2,2-1,-1 0,0 0,1 0,0 0,0 0,1 0,-1 1,1-1,0 0,0 0,1 0,0 0,0-1,0 1,0 0,1-1,-1 1,1-1,0 0,1 0,-1 0,1-1,-1 1,1-1,3 2,1 0,1-1,0 0,1-1,-1 0,1-1,-1 1,1-2,0 1,-1-2,1 1,0-1,0-1,0 1,-1-2,1 1,0-2,-1 1,2-2,-5 3,-1-1,0 0,1-1,-1 0,0 1,0-2,-1 1,1 0,-1-1,1 0,-1 0,0 0,0-1,-1 1,0-1,0 0,0 0,0 0,0 0,-1 0,0-1,0 1,-1-1,0 0,0 1,0-1,0 0,-1 0,0 1,0-1,-1-1,1 4,0 0,-1 0,1 0,-1 0,1 0,-1 0,0 0,-1 0,1 0,0 0,-1 0,1 1,-1-1,0 1,0-1,0 1,0 0,-2-2,3 3,1 1,-1 0,1-1,-1 1,0 0,1 0,-1 0,1-1,-1 1,0 0,1 0,-1 0,1 0,-1 0,0 0,1 0,-1 0,0 0,1 0,-1 1,1-1,-1 0,0 0,1 0,-1 1,1-1,-1 0,1 1,-1-1,1 0,-1 1,1-1,-1 1,1-1,0 1,-1-1,1 1,0-1,-1 1,1-1,0 1,0 0,-1-1,1 1,0-1,0 1,0 0,0-1,0 1,0 0,0-1,1 37,6-27,0-1,1 1,1-2,0 1,0-1,0 0,1-1,0 0,1-1,-1 0,1-1,0 0,1 0,-1-1,1-1,0 0,8 1,57 17</inkml:trace>
  <inkml:trace contextRef="#ctx0" brushRef="#br1" timeOffset="118366.556">6168 16270,'-9'0,"-3"-2,3-2,9 1,17-1,19-1,16-1,16 0,13 1,7 2,3 1,-2 3,-17 2</inkml:trace>
  <inkml:trace contextRef="#ctx0" brushRef="#br1" timeOffset="120548.81">8989 16951,'14'21,"8"13,6 8,-2 3,-5 6,-14 5,-23 8,-33 7,-6-7</inkml:trace>
  <inkml:trace contextRef="#ctx0" brushRef="#br1" timeOffset="125099.924">10152 16457,'2'-2,"-1"1,1-1,0 0,0 1,0 0,0 0,0-1,0 1,1 0,-1 1,0-1,0 0,1 1,-1-1,1 1,-1 0,0-1,1 1,-1 0,0 1,1-1,-1 0,1 1,-1-1,0 1,0 0,1 0,-1 0,0 0,0 0,0 0,0 1,0-1,0 1,0-1,-1 1,1 0,0-1,-1 1,4 11,0-1,-1 1,0 0,-2 0,1 0,-1 0,-1 1,-1-1,1 0,-2 1,-1 4,2-15,-13 144,7-98,2 0,2 0,2 18,15 8,-11-61</inkml:trace>
  <inkml:trace contextRef="#ctx0" brushRef="#br1" timeOffset="125379.178">9911 16751,'-9'7,"2"2,8 1,14 1,15-4,16-3,12-7,10-3,7-4,-1 0,-1 2,-4 2,-4 2,-7 2,-7 1,-11 1</inkml:trace>
  <inkml:trace contextRef="#ctx0" brushRef="#br1" timeOffset="125756.173">10687 16991,'2'6,"1"-1,0-1,0 1,1 0,0-1,-1 0,1 0,1 0,-1 0,1-1,-1 0,1 1,0-2,0 1,0-1,1 1,-1-1,0-1,1 1,0-1,-1 0,1 0,0-1,-1 1,1-1,0-1,-1 1,1-1,0 0,-1 0,1-1,4-1,-7 1,0 0,0 0,-1-1,1 1,-1-1,1 1,-1-1,0 0,0 0,0 0,-1 0,1 0,-1 0,1-1,-1 1,0 0,0-1,-1 1,1-1,-1 1,0-1,1 1,-2-1,1 1,0-1,-1 1,1-1,-2 0,1-4,-1 1,-1 0,0 0,0-1,0 2,-1-1,0 0,0 1,0 0,-1 0,0 0,-3-3,3 5,0-1,0 1,0 0,0 1,-1-1,1 1,-1 0,0 0,0 1,0 0,0 0,0 0,0 1,-1 0,1 0,-1 0,1 1,-1 0,1 0,0 1,-1 0,1 0,0 0,-1 1,1 0,0 0,0 1,0-1,1 1,-1 1,1-1,-1 1,1 0,0 0,1 0,-1 1,1 0,-1 0,2 0,-1 0,0 1,1-1,0 1,0 1,3-1,-1-1,1 1,1-1,-1 1,1-1,0 1,0-1,1 0,-1 1,1-1,0 0,1 0,-1 0,1 0,0-1,0 1,1-1,-1 1,1-1,0 0,0-1,0 1,1-1,-1 0,1 0,0 0,0 0,0-1,0 0,0 0,1 0,0-1,47 21</inkml:trace>
  <inkml:trace contextRef="#ctx0" brushRef="#br1" timeOffset="126533.741">11463 16871,'-16'-11,"0"0,-1 1,0 1,-1 0,0 2,0 0,0 0,-1 2,0 1,0 0,-7 0,21 4,0 1,0-1,0 1,1 0,-1 0,0 1,0-1,1 1,-1 0,1 0,0 0,-1 1,1 0,0 0,0 0,1 0,-1 0,1 1,0 0,-1-1,2 1,-1 0,0 1,1-1,0 0,0 1,0 0,0-1,1 1,0 0,0 0,0-1,1 1,-1 0,1 0,0 0,1 0,-1 0,1 0,0 0,0-1,0 1,1 0,1 3,0-4,-1 1,1-1,0 0,0 0,0 0,1-1,-1 1,1-1,0 0,0 0,0 0,1 0,-1-1,0 1,1-1,0 0,-1-1,1 1,0-1,0 0,0 0,0 0,0-1,0 0,0 0,5-1,-1 1,0-1,-1 0,1-1,0 0,0 0,-1-1,0 0,1-1,-1 1,0-2,-1 1,1-1,-1 0,6-6,-7 4,0 0,0 0,-1-1,0 0,0 0,-1 0,0-1,-1 1,0-1,0 0,-1 0,2-8,10 36,-12-12,0 0,0 0,1 0,0 0,1-1,-1 0,1 1,0-1,1-1,-1 1,1-1,0 1,1-1,-1-1,1 1,0-1,0 0,1 0,-1-1,1 0,-1 0,1 0,0-1,0 0,4 0,-2-2,0 0,0-1,0 0,0 0,0-1,0-1,-1 1,1-1,-1-1,1 1,-1-1,-1-1,1 0,0 0,-1 0,0-1,0 0,2-3,4-4,-1-1,-1 0,0 0,0-1,-2-1,0 0,0 0,4-14,-3-1,-2-1,-1 0,-1 0,-2 0,-1-1,-2 0,-1 1,-2-1,-1 0,-1 1,-4-13,-23-41,31 85,0 0,-1-1,1 1,-1 0,1 0,-1 0,0 0,1 0,-1 0,0 0,0 0,0 0,0 0,0 0,0 0,0 1,0-1,0 0,0 1,0-1,-1 1,1-1,0 1,0-1,-1 1,1 0,0 0,0 0,-1 0,1 0,0 0,-1 0,1 0,0 0,0 0,-1 1,1-1,0 1,0-1,0 1,-1-1,1 1,0 0,0-1,0 1,0 0,0 0,0 0,0 0,1 0,-1 0,0 0,0 0,0 1,-8 15,1 1,0 0,1 1,1-1,1 1,0 1,2-1,0 0,1 1,1 3,-3 6,0-1,2 1,2 0,0 0,2 0,1 0,2-1,0 1,2-1,4 8,-8-28,1-1,0 0,0 0,0 0,1-1,0 0,0 0,1 0,0 0,0-1,0 0,0 0,1-1,0 1,0-2,0 1,0-1,1 0,0 0,-1-1,1 0,0 0,0-1,0 0,0-1,0 0,0 0,0 0,0-1,0 0,0-1,0 0,-1 0,1-1,-1 1,1-2,-1 1,0-1,0 0,0-1,3-2,-3 0,-1-1,0 1,0-1,-1 0,0 0,0-1,-1 0,0 0,0 0,-1 0,-1 0,1-1,-1 1,-1-1,0 1,0-1,-1 0,0 0,-1-2,-5 5,1 25,4-10,0 0,0 0,1 0,1 0,-1 0,1 0,1 0,-1 0,1-1,0 1,1 0,0-1,0 0,1 1,0-1,0-1,1 1,0-1,0 1,0-1,1-1,-1 1,5 2,1 1,1-1,0-1,0 0,0 0,1-1,0 0,0-1,1-1,-1 0,1-1,0-1,0 0,1 0,22-1</inkml:trace>
  <inkml:trace contextRef="#ctx0" brushRef="#br1" timeOffset="126783.1">11690 16470,'27'-4,"30"-2,29-2,26 0,19 4,9 5,-18 2</inkml:trace>
  <inkml:trace contextRef="#ctx0" brushRef="#br2" timeOffset="186031.43">14309 2941,'-102'323,"84"-271,-73 183,77-223,9-33,6-25,2 0,2 0,2 0,2 0,2 1,10-24,23-65,5 1,10-4,-30 86,-28 51,0 0,0 0,-1 0,1 0,0 0,0 0,0 0,0 0,0 0,-1 0,1 0,0 1,0-1,0 0,-1 1,1-1,0 0,0 1,-1-1,1 1,0-1,-1 1,1 0,-1-1,1 1,-1-1,1 1,-1 0,1 0,-1-1,1 1,-1 0,0 0,0 0,1-1,-1 1,0 0,0 0,0 0,0 0,12 35,-2 0,-2 0,-1 1,-2 0,-1 11,-3-36,33 690,-30-645,-6-47</inkml:trace>
  <inkml:trace contextRef="#ctx0" brushRef="#br2" timeOffset="186285.149">13922 3288,'3'0,"15"0,29 0,31 0,27 0,18 0,5 0,-9 0,-24 0</inkml:trace>
  <inkml:trace contextRef="#ctx0" brushRef="#br2" timeOffset="186977.849">14938 3449,'-18'-8,"-1"1,0 1,0 1,0 0,0 2,-1 0,-14 0,25 3,1-1,0 2,0-1,-1 1,1 0,0 1,0 0,0 0,0 1,0 0,0 0,1 1,0 0,0 0,0 1,0 0,0 0,1 1,-2 2,5-5,1 1,-1-1,1 1,0 0,0 0,1-1,-1 1,1 1,0-1,0 0,0 0,1 0,-1 0,1 1,0-1,0 0,0 0,1 1,0-1,0 0,0 0,0 0,0 0,1 0,0 0,0 0,0-1,0 1,0 0,1-1,0 0,-1 0,1 0,1 0,-1 0,0 0,1-1,-1 1,1-1,0 0,-1 0,5 1,13 5,-1-1,1-1,0-1,1 0,0-2,-1-1,1 0,0-1,0-2,0 0,0-1,-1-2,1 0,-1-1,17-7,-19 7,-1-1,0-2,0 1,-1-2,0-1,0 0,-1-1,0 0,-1-1,0-1,-1-1,-1 0,0-1,-1 0,-1-1,0 0,-1-1,5-10,-2-14,-1-1,-2-1,-2 1,-1-1,-3-1,-1 1,-3-1,-1 1,-2-1,-9-41,6 35,-1 0,-4 1,-1 1,-12-30,8 47,16 30,-1 1,1-1,0 1,-1-1,1 1,0-1,-1 1,1-1,-1 1,1-1,0 1,-1-1,1 1,-1 0,1-1,-1 1,0 0,1 0,-1-1,1 1,-1 0,0 0,1 0,-1 0,1 0,-1 0,0 0,1 0,-1 0,1 0,-1 0,0 0,1 0,-1 0,1 0,-1 1,0-1,1 0,-1 0,1 1,-1-1,1 1,-1-1,1 0,-1 1,1-1,-1 1,1-1,0 1,-1-1,-18 70,15 12,4 0,3 1,4-1,3-1,11 35,-7-27,38 193,-51-278,-1 1,1 0,0-1,0 1,0-1,1 1,-1-1,1 0,0 0,1 1,-1-1,1-1,0 1,0 0,0-1,0 1,0-1,1 0,0 0,-1 0,1-1,0 1,0-1,1 0,-1 0,0-1,1 1,-1-1,1 0,-1 0,1 0,0-1,-1 1,1-1,1-1,10-4,0-1,-1-1,0-1,-1 0,1-1,-1 0,-1-1,0-1,-1 0,0-1,0 0,-1-1,4-7,54-76,-48 83,-12 41,-8-22,1 8,-1 0,2 0,0-1,1 1,0-1,1 0,1 0,0 0,0-1,2 1,-1-2,9 10,1-6</inkml:trace>
  <inkml:trace contextRef="#ctx0" brushRef="#br2" timeOffset="187244.142">15954 3115,'-16'-7,"-12"-2,-8-2,-7 1,-3 2,-3 0,7 2</inkml:trace>
  <inkml:trace contextRef="#ctx0" brushRef="#br2" timeOffset="187501.976">15219 2861,'22'-7,"29"-2,28 0,25 2,23 2,12 4,-17 3</inkml:trace>
  <inkml:trace contextRef="#ctx0" brushRef="#br2" timeOffset="187750.025">16114 3288,'33'38,"1"-1,2-2,2-2,30 22,-57-47,-8-5,0 0,0 0,1 0,-1-1,1 1,0-1,0 0,0 0,0 0,0 0,0-1,1 0,-1 0,0 0,1 0,-3-2,0 0,0 0,0-1,0 1,0-1,0 1,0-1,0 1,-1-1,1 0,-1 0,0 0,1 0,-1 0,0 0,0 0,0 0,0 0,0-1,-1 1,1 0,-1-1,0 1,3-6,6-17,2-10,3 0,0 1,2 0,2 1,0 1,5-3,28-13,-30 36</inkml:trace>
  <inkml:trace contextRef="#ctx0" brushRef="#br2" timeOffset="188035.082">16809 3462,'24'-6,"0"-2,-1 0,0-2,-1 0,0-1,-1-2,0 0,-1-1,-1-1,0-1,-1-1,0 0,4-9,-19 25,-1-1,0 0,0-1,0 1,0 0,0 0,0-1,0 1,-1-1,0 0,1 1,-1-1,0 0,0 0,0 0,-1 0,1 0,-1 0,0 0,1 0,-1 0,0 0,-1 0,1 0,-1 0,1 1,-1-1,0 0,0 0,0 0,0 0,-1 1,1-1,-1 1,0-1,1 1,-2-1,-4 1,0 1,0 0,0 0,0 1,0 0,0 0,0 1,0-1,0 1,0 1,0 0,0 0,1 0,-1 1,1-1,-1 2,1-1,0 1,0 0,1 0,-1 1,1-1,0 1,0 0,-3 5,3-6,1 1,0-1,0 1,0 0,0 0,1 0,0 0,0 1,1-1,-1 1,1 0,0-1,1 1,-1 0,1 0,1 0,-1 0,1 1,0-1,0 0,0 0,1 0,0 0,1 0,-1 0,1 0,0-1,0 1,1 0,0-1,0 0,0 1,1-1,-1-1,3 3,11 4,0 1,1-2,1-1,0 0,0-1,0-1,1-1,0-1,1 0,-1-2,1 0,-1-2,8 0,61 4,-9-5</inkml:trace>
  <inkml:trace contextRef="#ctx0" brushRef="#br2" timeOffset="189131.541">17772 3275,'-12'-7,"0"0,0 1,-1 1,0-1,0 2,-1 0,1 1,-1 0,0 1,0 0,-10 1,17 1,0 0,0 1,0 0,1 0,-1 0,0 1,1 0,-1 1,1-1,0 1,0 0,0 0,0 1,1 0,-1 0,1 1,0-1,0 1,0 0,1 0,0 1,0-1,0 1,-1 4,3-6,0 1,0-1,1 1,-1 0,1-1,1 1,-1 0,1 0,-1 0,1 0,1 0,-1-1,1 1,0 0,0 0,0 0,1-1,-1 1,1-1,0 1,1-1,-1 0,1 0,0 0,0 0,0 0,0-1,1 1,-1-1,1 0,0 0,0 0,0 0,0-1,1 0,-1 0,1 0,2 0,2 2,0 0,0-1,0 0,1-1,-1 0,1 0,0-1,-1-1,1 0,0 0,0 0,-1-2,1 1,0-1,-1 0,0-1,1 0,-1-1,0 0,-1 0,1-1,-1 0,0 0,0-1,0 0,-1 0,0-1,0 0,-1-1,0 1,0-1,0 0,-1 0,0-3,14-35,-10 120,-9-69,1-1,0 1,0 0,1 0,-1-1,1 1,0-1,0 1,0-1,1 0,-1 1,1-1,0-1,0 1,1 0,-1-1,1 0,0 1,0-2,0 1,0 0,0-1,1 0,-1 0,1 0,-1 0,1-1,0 1,-1-1,1-1,0 1,0-1,0 0,0 0,0 0,0 0,-1-1,1 0,0 0,0 0,-1-1,1 0,3-1,3-7,0 0,0 0,-1-1,-1 0,0-1,0 0,-1 0,-1-1,0 0,-1 0,0-1,-1 0,3-10,-4 13,15-43,-13 34,0 1,2 0,0 1,1 0,0 0,2 1,11-16,-21 32,0 0,-1 0,1 0,0 0,0 0,-1 0,1 0,0 0,0 0,0 0,0 0,1 1,-1-1,0 0,0 1,0-1,0 1,1-1,-1 1,0 0,1-1,-1 1,0 0,1 0,-1 0,0 0,1 0,-1 0,0 0,0 1,1-1,-1 0,0 1,0-1,1 1,-1-1,0 1,0 0,0-1,0 1,0 0,0 0,1 1,3 5,-1 0,0 1,0 0,-1 0,0 0,0 0,-1 0,0 1,-1-1,1 7,1 0,14 105,-6 1,-4 50,-3-55,4-1,18 78,-24-178,0 0,1 0,1-1,1 1,0-1,0 0,2 0,0 0,0-1,1 0,7 8,-14-20,0 0,0 0,0 0,0 0,0-1,0 1,0 0,0 0,0-1,0 1,1-1,-1 1,0-1,0 0,1 1,-1-1,0 0,0 0,1 0,-1 0,0 0,1 0,-1 0,0 0,0 0,1-1,-1 1,0-1,0 1,1-1,-1 1,0-1,0 0,0 1,0-1,0 0,0 0,0 0,29-45,-21 19,-1 1,-2-2,-1 1,-1-1,-1 0,-1 1,-2-1,-1 0,-1 0,-1 0,-2 1,-2-9,1 6,-2 0,0 0,-2 1,-2 0,0 1,-2 0,-1 1,-1 1,-1 0,-2 1,0 1,-2 1,0 0,-14-9,-8-4,49 30,120 9,-112-2,44 3,-1-3,1-3,-1-1,44-10,-80 8,-21 6,1-1,0 1,-1-1,1 1,-1 0,0-1,1 1,-1 0,1-1,-1 1,0 0,0-1,1 1,-1 0,0 0,0-1,0 1,0 0,0 0,0 0,0-1,0 1,0 0,0 0,0-1,-1 1,1 0,0 0,0-1,-1 1,1 0,-1-1,1 1,0-1,-1 1,1 0,-1-1,1 1,-1-1,0 1,1-1,-1 1,0-1,0 1,-3 7,3-5,0 0,0 0,0 0,0 0,0 0,1 0,-1 0,1 0,0 0,0 0,0 0,0 0,0 0,1 1,0-1,-1 0,1-1,0 1,1 0,-1 0,0 0,1-1,-1 1,1 0,0-1,0 0,0 1,0-1,1 0,-1 0,0 0,1 0,0-1,-1 1,1-1,0 1,2 0,5 1,0 1,0-2,0 1,0-1,0-1,0 0,0 0,1-1,-1-1,0 0,1 0,-1 0,0-2,0 1,0-1,-1-1,1 0,5-3,-9 5,0-1,-1 0,1 0,-1-1,0 0,0 0,0 0,-1 0,1-1,-1 1,0-1,0-1,-1 1,1 0,-1-1,-1 1,1-1,-1 0,0 0,0 0,0 0,-1-1,0 1,-1 0,1 0,-1-1,0 1,-1 0,1-1,-2-2,1 3,-1 1,0 0,0-1,0 1,-1 0,0 0,0 1,0-1,-1 0,1 1,-1 0,0 0,0 0,-1 1,1-1,-1 1,1 0,-1 0,0 0,0 1,-1 0,1 0,0 0,-1 1,1 0,-1 0,0 0,1 0,-1 1,0 0,1 0,-1 1,1 0,-1 0,1 0,-1 0,1 1,-1 0,1 0,0 0,0 1,0 0,0 0,1 0,-5 4,3-2,0 1,0 0,0 0,0 0,1 1,0-1,0 2,1-1,0 0,0 1,1 0,0-1,0 1,1 1,-2 6,3-10,1 0,-1 0,1 0,0-1,0 1,1 0,0 0,-1 0,1 0,1-1,-1 1,1 0,0-1,0 0,0 1,1-1,-1 0,1 0,0 0,0 0,0-1,1 1,-1-1,1 0,0 0,0 0,0 0,0-1,90 26,-46-23</inkml:trace>
  <inkml:trace contextRef="#ctx0" brushRef="#br2" timeOffset="189385.378">19256 2754,'-16'-9,"-10"-3,-4 0,-3 10,1 11,2 14,8 13,7 13,5-2</inkml:trace>
  <inkml:trace contextRef="#ctx0" brushRef="#br2" timeOffset="189630.286">19095 3342,'7'16,"7"7,5 1,7-5,8-5,9-5,11-7,8-7,-7-4</inkml:trace>
  <inkml:trace contextRef="#ctx0" brushRef="#br2" timeOffset="192663.299">14337 4919,'-5'-4,"1"0,0 0,-1 0,0 0,0 1,0 0,-1 0,1 0,-1 1,1 0,-1 0,0 0,0 0,0 1,0 0,0 1,0-1,0 1,0 0,0 1,0-1,0 1,0 0,0 1,0-1,1 1,-3 1,-2 2,-1 0,1 1,0 0,1 1,-1-1,1 2,1 0,-1 0,2 0,-1 1,1 0,0 0,1 1,0 0,-3 8,5-12,1 0,0 1,1-1,0 1,0 0,0 0,1 0,0 0,0 0,1 0,0 0,0 0,1 0,-1 0,2 0,-1 0,1 0,0 0,0-1,1 1,0-1,0 1,0-1,1 0,0 0,1 0,6 4,1-1,0 0,1-1,0 0,1-1,-1 0,1-1,0-1,1 0,-1-1,1-1,0 0,0-1,0 0,0-1,0-1,1 0,-1-2,0 1,0-2,0 0,5-2,0 0,-1-1,1 0,-1-2,-1 0,1-1,-2-1,1 0,-1-2,-1 0,0-1,7-7,-14 11,0 0,-1-1,0 0,0 0,-1-1,-1 0,0 0,0 0,-1-1,0 0,-1 0,-1 0,0-1,0 1,-1-1,-1 1,0-1,-1-11,-1 19,1 0,-1 0,0 1,0-1,0 0,-1 1,1-1,-1 1,0 0,-1-1,1 1,-1 0,0 0,2 3,0-1,-1 1,1 0,0 0,-1 0,1 0,0 0,-1 0,1 1,-1-1,0 0,1 1,-1-1,1 1,-1 0,0-1,0 1,1 0,-1 0,0 0,1 0,-1 0,0 1,1-1,-1 0,0 1,1-1,-1 1,1 0,-1-1,1 1,-1 0,1 0,-1 0,1 0,0 0,-2 1,-2 5,-1-1,1 1,0 0,0 0,1 1,0-1,1 1,-1 0,1 0,1 0,0 0,0 1,0-1,1 1,1-1,-1 1,1-1,1 1,-1-1,1 1,2 6,0-4,0 0,0-1,1 0,0 1,1-2,0 1,1 0,0-1,0 0,1 0,0-1,1 0,0 0,0-1,0 0,1 0,0-1,7 4,1 0,1-1,-1-1,1-1,1 0,-1-2,1 0,0-1,1 0,-1-2,6 0,-10-2,1-1,-1-1,0 0,0-1,-1-1,1 0,-1-1,1 0,-1-1,-1-1,1 0,-1-1,-1-1,0 0,0 0,0-1,-1-1,-1 0,0 0,0-1,-1 0,-1-1,0 0,0 0,3-11,14-36,-2-1,-3-1,-3 0,-3-1,-2-1,-3 0,-1-31,4-139,-12 233,-6-54,6 54,0-1,0 1,-1-1,1 1,-1 0,1-1,-1 1,0 0,1-1,-1 1,0 0,0 0,0 0,0-1,0 1,0 0,0 0,0 1,0-1,-1 0,1 0,0 0,-1 1,1-1,0 1,-1-1,1 1,-1 0,1-1,0 1,-1 0,1 0,-1 0,-4 2,1-1,0 2,0-1,0 0,0 1,0 0,0 0,1 1,0-1,0 1,0 0,0 0,0 0,1 1,-1 1,-16 18,2 2,2 0,0 1,1 1,2 0,1 1,1 1,2-1,0 2,3-1,0 1,2 0,0 24,4-36,1 1,0-1,2 0,0 0,1 0,1 0,1-1,0 1,2-1,0-1,1 0,0 0,2 0,0-2,1 1,0-1,1-1,1 0,0-1,1-1,0 0,1-1,0 0,5 1,8 3,2-2,0 0,0-2,1-2,1-1,0-1,26 2,23-1</inkml:trace>
  <inkml:trace contextRef="#ctx0" brushRef="#br2" timeOffset="194583.296">16622 4585,'10'45,"2"0,2-1,2-1,2 0,11 17,-27-55,2 5,0 0,0-1,1 0,1 0,-1 0,2 0,-1-1,1 0,0-1,0 1,1-1,4 2,-9-9,0 0,0 0,0 0,0 0,0-1,0 1,0-1,0 0,0 0,0 0,0 0,-1-1,1 1,0-1,-1 0,1 0,-1 0,0 0,1 0,-1 0,0 0,-1-1,1 1,0-1,-1 1,1-1,-1 0,0 0,1 1,-2-1,2-2,-2 4,14-29,-1-1,-1 0,-2-1,-2 0,2-12,8-29,-18 162,1-76,0 0,1 0,0 0,2 0,-1 0,1-1,1 1,0-1,1 0,5 7,-9-14,1 0,1-1,-1 1,1-1,0 0,0 0,0 0,0 0,1-1,-1 0,1 0,0 0,0 0,0-1,0 0,0 0,1 0,-1-1,1 0,-1 0,1 0,0 0,-1-1,1 0,-1 0,2-1,-1 0,0-1,0 1,0-1,0-1,0 1,0-1,-1 0,1 0,-1 0,0-1,0 0,0 0,0-1,-1 1,0-1,0 0,0 0,-1 0,1 0,-1-1,2-5,2-3,-1-1,-1 0,0 0,-1-1,-1 1,0-1,-1 0,-1-1,0-2,-11 40,9-13,0 0,0 0,1 0,1 0,-1-1,1 1,0 0,1 0,0-1,0 1,1-1,0 1,0-1,1 0,-1 0,2 0,-1-1,1 0,0 0,0 0,0 0,1-1,0 1,0-2,1 1,-1-1,1 0,0 0,0 0,0-1,1-1,4 2,-6-1,1 0,-1-1,1 0,0 0,0-1,0 0,0 0,0 0,0-1,1 0,-1-1,0 1,0-1,0-1,0 1,0-1,-1-1,1 1,-1-1,1 0,-1 0,0-1,0 0,0 0,0 0,-1-1,0 0,0 0,0 0,-1-1,1 0,-1 0,-1 0,4-6,-3-1,-1-1,0 0,-1 0,-1 0,0 0,-1 0,0-1,-1 1,-2-10,-8 48,11-14,1 0,0 1,1-1,0 0,1 1,0-1,0 0,1-1,0 1,1-1,0 0,0 0,1 0,0-1,1 1,0-2,0 1,1-1,0 0,0 0,0-1,1 0,0-1,0 0,1 0,-1-1,1 0,0-1,0 0,0-1,0 0,1 0,1-1,-7-1,0 0,0 0,1 0,-1-1,0 0,0 0,0-1,0 1,0-1,0 0,0 0,-1-1,1 1,-1-1,0 0,1 0,-1-1,0 1,-1-1,1 0,-1 0,0 0,0 0,0-1,0 1,-1-1,0 0,0 0,0 0,0-2,5-12,-2-1,0 0,-1 0,-1 0,-1 0,-1-1,-1 1,-1-5,1 25,-1 0,1 1,-1-1,1 0,0 0,-1 0,1 1,-1-1,1 0,-1 0,1 0,0 0,-1 0,1 0,-1 0,1 0,-1 0,1 0,-1 0,1 0,-1 0,1-1,0 1,-1 0,1 0,-1 0,1-1,-1 1,1 0,0 0,-1-1,1 1,0 0,-1-1,1 1,0 0,0-1,-1 1,1-1,0 1,0 0,0-1,-1 1,1-1,0 1,0-1,0 1,0-1,0 1,0-1,0 1,0 0,0-1,0 1,0-1,0 1,0-1,1 1,-1-1,0 1,0 0,0-1,1 1,-1-1,0 1,-3 8,1 0,0 0,0 0,1 1,0-1,1 1,0-1,0 0,0 1,1-1,0 1,1-1,0 0,0 0,1 0,3 6,-2-5,1-1,0-1,0 1,1-1,-1 1,2-1,-1-1,1 0,0 0,0 0,1 0,0-1,0-1,0 1,0-1,1-1,8 3,4 1,1-2,0 0,1-1,-1-2,1 0,19-1,-15-4,1-1,0-1,-1-1,0-1,0-2,-1-1,0-1,-1-1,0-1,-1-1,-1-1,0-1,11-11,-19 15,-1 0,0-1,0 0,-2-1,0-1,0 0,-2 0,0-1,0-1,-2 1,0-2,-1 1,0-1,-2 0,0 0,-1-1,1-12,-1 6,-2 1,0-1,-2 0,0 1,-2-1,-1 0,-1 1,-1 0,-1 0,-1 0,-4-8,9 27,-1-1,0 1,0 0,0 0,-1 0,0 0,0 1,0 0,0-1,-1 1,0 1,0-1,0 1,0 0,0 0,-1 0,1 1,-1 0,0 0,1 0,-1 1,0 0,0 0,0 0,0 1,0 0,0 0,0 0,0 1,0 0,0 0,0 1,0-1,0 1,-2 2,-3 2,1 0,0 1,0 0,1 0,0 1,0 1,1-1,0 1,0 1,1 0,0 0,1 0,-5 11,0 4,0 0,2 0,0 1,2 0,-3 20,7-24,0 0,1 0,1 0,0 0,2 1,1-1,1 0,1 0,1 0,0-1,2 1,1-2,0 1,1-1,2 0,0-1,1 0,0 0,2-2,0 0,1 0,1-1,0-1,1-1,1 0,0-1,7 2,-13-7,1 0,0-2,0 1,1-2,0 1,0-2,0 0,1-1,-1 0,1-1,-1-1,1 0,0-1,0-1,-1 0,1-1,-1 0,1-2,-1 1,0-2,0 0,0 0,-1-1,0-1,0 0,-1-1,1-1,-2 0,2-2,-2-2,0 0,-1-1,-1-1,0 0,-2 0,1 0,-2-1,0 0,-1-1,0 1,0-6,19-190,-10-296,-18 414,4 94,-1-1,1 1,0-1,-1 1,1 0,0-1,-1 1,1 0,-1-1,1 1,-1 0,1-1,-1 1,1 0,0 0,-1 0,0-1,1 1,-1 0,1 0,-1 0,1 0,-1 0,1 0,-1 0,1 0,-1 0,1 0,-1 0,1 0,-1 1,1-1,-1 0,1 0,-1 1,1-1,-1 0,1 0,-1 1,1-1,-1 0,1 1,0-1,-1 1,1-1,0 1,-1-1,1 0,0 1,0-1,0 1,-1-1,1 1,0 0,0-1,0 1,0-1,0 1,0-1,0 1,0-1,0 1,0-1,0 1,0-1,0 1,0-1,1 1,-19 42,3 0,1 0,2 2,2 0,-2 29,6-39,1-1,1 1,2 0,2 0,1 0,1 0,3 0,0-1,2 0,2 0,1 0,2-1,1-1,1 0,2-1,11 16,-15-29,1 0,1-1,0 0,1-1,1 0,1-2,0 0,1-1,0 0,1-2,9 5,-26-15,1 0,-1 0,0 0,1 0,-1 0,1-1,-1 1,0-1,1 1,-1-1,1 0,-1 0,1 0,-1 0,1-1,-1 1,1-1,-1 1,1-1,-1 0,0 0,1 0,-1 0,0-1,0 1,0 0,0-1,0 1,0-1,0 0,-1 0,1 0,0 0,-1 0,0 0,1 0,-1 0,1-2,2-13,0 1,-1-1,0 0,-2 0,0-1,0 1,-2 0,0 0,-1 0,-1 0,-1 0,0 1,-1-1,0 1,-2 0,-1-2,-6-13,-2 0,-1 1,-1 0,-2 2,-1 0,-1 2,-1 0,-1 1,-2 2,0 0,-1 2,-1 1,-1 1,-1 2,-1 0,-2 0,26 7,27 8,254 12,206 12,-336-15</inkml:trace>
  <inkml:trace contextRef="#ctx0" brushRef="#br2" timeOffset="194897.867">20192 4559,'-2'10,"0"0,1 0,0 0,0 0,1 1,1-1,0 0,0 0,1 0,1 0,-1 0,1 0,1-1,0 1,0-1,1 0,0 0,1 0,0-1,0 0,1 0,0-1,0 0,1 0,1 1,-1-2,1 0,0 0,0-1,1 0,0 0,0-1,0 0,0-1,1 0,-1-1,1 0,-1-1,1 0,0 0,0-1,-1-1,1 0,0 0,-1-1,1 0,-1-1,0 0,1-1,-1 0,-1-1,1 0,-1 0,0-1,0 0,0-1,-1 0,0 0,-1-1,1 0,-1 0,-1 0,0-1,4-7,-5 4,0 0,-1 0,-1 0,0 0,0-1,-1 1,-1-1,0 0,-1 1,0-1,-1 0,-1 0,0 1,0-1,-3-5,3 10,-1 1,1-1,-2 1,1 0,-1 0,0 0,0 0,-1 0,0 1,0 0,-1 0,1 0,-1 1,-1 0,1 0,-1 0,0 1,0 0,0 1,0-1,-1 1,1 1,-1-1,-6 0,3 2,1 0,0 0,0 2,0-1,-1 1,1 0,0 1,0 1,1-1,-1 1,0 1,1 0,0 0,0 1,0 0,0 1,1 0,-2 2,-7 6,1 0,1 1,0 0,2 1,-1 1,2 0,0 1,-3 7,-21 55,11-6</inkml:trace>
  <inkml:trace contextRef="#ctx0" brushRef="#br2" timeOffset="195661.867">14603 6203,'0'18,"0"18,0 13,3 8,2 4,3 0,1-4,-2-6,-2-10,0-12,0-11</inkml:trace>
  <inkml:trace contextRef="#ctx0" brushRef="#br2" timeOffset="195834.406">14738 5882,'-7'-14,"-4"-6,-6-3,-1 4,0 4,0 9,4 11,4 10,8 9,16 5,17 4,3-5</inkml:trace>
  <inkml:trace contextRef="#ctx0" brushRef="#br2" timeOffset="196248.832">15019 6457,'132'-69,"111"-77,-232 138,-1 3,-1-1,0-1,0 1,-1-1,0-1,0 0,-1 0,0 0,5-8,-11 15,0 0,-1 0,1 0,-1 0,1 0,-1 0,0-1,1 1,-1 0,0 0,0 0,0 0,0 0,0-1,0 1,0 0,0 0,0 0,0 0,-1 0,1-1,0 1,-1 0,1 0,-1 0,0 0,1 0,-1 0,0 0,1 0,-1 1,0-1,0 0,0 0,0 0,0 1,0-1,0 1,0-1,0 1,0-1,0 1,0-1,0 1,0 0,0 0,-2-1,-58-6,58 7,-14-2,0 2,0 0,0 1,0 0,0 1,0 2,0-1,1 2,-1 0,1 1,1 1,-1 0,-6 5,18-8,-1 0,1 1,0-1,0 1,0 0,1 0,0 1,0-1,0 0,1 1,0 0,0 0,0 0,1 0,-1 0,1 0,1 0,-1 0,1 5,1 2,-1 1,2 0,0-1,0 0,1 1,1-1,0 0,4 5,-1-3,2-1,0 0,1 0,0-1,1 0,0-1,1 0,1-1,-1-1,2 0,0 0,0-1,0-1,1 0,0-2,1 1,0-2,-1 0,2-1,-1 0,0-1,1-1,0-1,-1 0,1-2,0 1,-1-2,1 0,-1-1,1-1,4-2,36-13,-11 0</inkml:trace>
  <inkml:trace contextRef="#ctx0" brushRef="#br2" timeOffset="196781.93">15914 6136,'-5'0,"-1"0,0 0,1 0,-1 1,1 0,-1 0,1 0,0 1,-1-1,1 1,0 1,0-1,0 1,1 0,-1 0,1 0,-1 0,1 1,0 0,0 0,1 0,-1 1,1-1,0 1,0-1,0 1,1 0,-1 0,1 0,1 1,-1-1,1 0,0 1,0-1,0 1,1-1,0 1,0 0,0-1,1 1,0-1,0 0,0 1,1-1,-1 0,3 5,8 3,0-1,0 0,1-1,0 0,1-1,0-1,1 0,0-1,0 0,1-2,0 1,7 0,13 8,-27-11,4 1,1 1,-1 0,0 1,0 1,-1 0,0 1,10 9,-21-17,0-1,1 1,-1 0,0 0,0 0,0 0,0 1,0-1,-1 0,1 0,0 1,0-1,-1 0,1 1,-1-1,1 0,-1 1,0-1,0 1,1-1,-1 1,0-1,0 1,0-1,-1 1,1-1,0 0,0 1,-1-1,1 1,-1-1,1 0,-1 1,0-1,1 0,-1 0,0 1,0-1,0 0,0 0,0 0,0 0,0 0,0 0,-1 0,1-1,0 1,-1 0,-10 4,-1-1,0 0,1-1,-1 0,-1-1,1 0,0-1,0-1,-1 0,1-1,-6-1,16 2,-1 1,1-1,0 0,0 0,0 0,0-1,0 1,0-1,0 0,0 0,0 0,0 0,1 0,-1-1,0 1,1-1,-1 0,1 1,-1-1,1-1,0 1,0 0,0 0,0-1,0 1,0-1,1 0,-1 1,1-1,0 0,0 0,0 0,0 0,0 0,1 0,-1 0,1 0,0 0,0-2,4-3,0 0,0 0,1 0,0 0,1 1,-1 0,1 0,1 0,-1 1,1 0,0 0,1 1,0 0,-1 0,7-3,31-18,1 1,0 2,2 2,0 2,33-7,-73 24,-5 0,0 1,0-1,0 1,0-1,0 1,0 0,0 0,1 1,-1-1,0 1,0 0,1-1,-1 1,0 1,1-1,-1 0,0 1,0 0,1-1,-1 1,0 1,0-1,0 0,0 1,0-1,-1 1,1 0,0 0,-1 0,1 1,1 1,-1 6,-1 1,0 0,0-1,-1 1,-1 0,0 0,0 0,-1 0,0 2,-1 43,1-52,1 1,0-1,0 1,0-1,0 1,1-1,0 0,0 1,0-1,0 0,1 0,-1 0,1 0,0 0,1 0,-1 0,1 0,-1-1,1 0,0 1,0-1,1 0,-1 0,1-1,-1 1,1-1,0 0,0 1,0-2,0 1,0 0,0-1,1 0,-1 0,0 0,4 0,12-5</inkml:trace>
  <inkml:trace contextRef="#ctx0" brushRef="#br2" timeOffset="197030.258">16422 5761,'-16'-4,"-5"5,3 11,12 14,13 12,15 15,3-3</inkml:trace>
  <inkml:trace contextRef="#ctx0" brushRef="#br2" timeOffset="197531.43">16689 6564,'17'-59,"-2"0,-3 0,-3-1,-2 0,-1-41,-6 92,2-3,-2 0,1 0,-1 0,-1-1,0 1,-1 0,0 0,-1 0,0 0,-1 1,-1-1,0-1,4 12,0 1,1-1,-1 0,0 1,1-1,-1 1,0-1,0 1,0-1,1 1,-1-1,0 1,0 0,0 0,0-1,0 1,0 0,0 0,0 0,0 0,0 0,0 0,0 0,0 0,1 0,-1 1,0-1,0 0,0 1,0-1,0 1,0-1,1 0,-1 1,0 0,0-1,1 1,-1 0,0-1,1 1,-1 0,1-1,-1 1,1 0,-1 0,1 0,-1 0,1 0,0-1,-1 1,1 0,0 0,0 0,0 0,0 0,0 0,0 0,0 0,0 0,0 0,0 0,1 0,-1 0,0 0,1 4,1 0,0 0,0 0,0-1,0 1,0 0,1-1,0 1,0-1,1 0,-1 0,1 0,-1-1,1 1,0-1,1 0,-1 0,1 0,-1-1,1 1,0-1,0 0,-1-1,2 1,1 0,310 85,-312-86,0 0,0 0,-1 1,1 0,-1 0,1 0,-1 0,0 1,0 0,0 0,0 0,0 0,-1 1,0-1,1 1,-1 0,0 0,-1 0,1 0,-1 1,0-1,0 1,0-1,-1 1,1 0,-1 0,0 0,-1-1,1 1,-1 0,0 4,-36 102,30-98,0 0,1 0,0 1,1 0,1 0,0 0,1 0,0 6,2-16,0-1,1 1,0-1,-1 1,1-1,0 1,1-1,-1 1,1-1,-1 0,1 0,0 0,0 0,0 0,1 0,-1 0,1-1,-1 1,1-1,0 0,0 0,0 0,0 0,1 0,-1-1,0 1,1-1,-1 0,1 0,-1 0,1-1,1 1,9 2,0-2,1 1,-1-2,0 0,1 0,-1-2,11-1,-10-1,-1 0,1 0,0-1,-1-1,0 0,-1-1,1-1,-1 0,-1-1,0 0,0-1,0 0,-1-1,-1 0,0-1,-1 0,0 0,-1-1,0 0,-1-1,0 0,-1 0,-1 0,0-1,-1 1,-1-1,0 0,0-10,-8-34,5 57,0 1,-1 0,1-1,0 1,-1 0,0-1,1 1,-1 0,0 0,1 0,-1 0,0-1,0 1,0 0,0 0,0 0,0 1,0-1,0 0,0 0,-1 1,1-1,0 0,0 1,-1-1,1 1,0 0,-1-1,1 1,-1 0,1 0,0 0,-1 0,1 0,-1 0,1 0,0 1,-1-1,1 1,-6 3,1 0,0 0,0 1,1 0,0 0,0 1,0-1,0 1,1 0,0 1,0-1,1 1,-1-1,1 1,1 0,0 0,0 0,0 1,1-1,0 0,0 4,0-3,0 1,1-1,0 1,1-1,0 1,0-1,1 0,0 1,0-1,1 0,0 0,0-1,1 1,0 0,0-1,1 0,0 0,0-1,1 1,0-1,6 5,5 3,1 0,0-1,1-1,0-1,1-1,0 0,19 5,17 3,0-2,1-3,1-2,0-3,23-1,22-2</inkml:trace>
  <inkml:trace contextRef="#ctx0" brushRef="#br2" timeOffset="198897.319">13334 2887,'-4'4,"1"-1,-1 1,1 0,0 0,0 0,0 1,1-1,-1 1,1-1,0 1,1 0,-1 0,1 0,0 0,0 0,0 0,1 4,-1-6,-6 55,2 1,3 0,3 0,4 23,-4-56,43 978,-32 77,-10-645,13 435,1-680,7-1,41 155,-42-271,-21-74,0 1,0-1,0 1,0-1,1 1,-1-1,0 0,0 0,0 0,1 0,-1 0,0 0,0 0,0 0,1 0,-1 0,0-1,0 1,0 0,0-1,0 1,1-1,-1 1,0-1,0 0,0 0,-1 1,1-1,0 0,0 0,0 0,0 0,-1 0,1 0,0 0,-1 0,1 0,-1 0,1 0,-1 0,0 0,0-1,1 1,-1 0,0 0,0 0,0-1,0 1,7-10,5-1,1 2,1-1,0 2,0 0,1 1,0 0,0 1,1 0,0 2,0 0,0 1,1 0,-1 1,1 1,0 1,12 0,-15 0,230-19,133 10,-5 1,655-76,-220 12,507 17,-505 27,768-36,-1288 52,-284 12,-15 1,-18 0,3 0</inkml:trace>
  <inkml:trace contextRef="#ctx0" brushRef="#br2" timeOffset="201169.3">13281 3048,'-7'-20,"0"0,2-1,1 0,0 1,2-1,0-1,1 1,2 0,1-10,-2-13,0-28,-2 2,3 1,4-1,9-46,-14 112,0-1,1 1,-1-1,1 1,0 0,1-1,-1 1,1 0,-1-1,1 1,1 0,-1 1,1-1,-1 0,1 1,0-1,0 1,0 0,1 0,-1 0,1 0,0 1,0-1,0 1,0 0,4-1,123 1,-80 5,866 17,979 7,-308-50,582-8,-1976 36,-1 10,8 8,234 39,-334-56,-96-6,1 1,-1 1,0-1,0 1,0 0,0 0,0 1,0-1,0 1,-1 0,1 0,-1 1,0-1,0 1,0 0,-1 0,1 0,-1 1,0-1,0 1,-1 0,2 2,-1 15,-2 0,0 0,-1 0,-1-1,-1 1,-5 20,-1 17,3 52,5 1,5-1,10 53,5 78,-18 35,-18 116,-3 66,23-336,5-1,5 0,25 97,-18-107,-4 0,-6 1,-3 44,-8-122,-1 40,3-1,3 0,3 0,4 0,17 58,-14-91,-3 1,-1 0,-2 1,-2 0,-2 0,0 40,-8 92,-26-65,6-35,21-73,0 1,0-1,0 1,0-1,-1 0,1 0,-1 0,1 0,-1-1,0 1,0 0,0-1,1 0,-1 0,-1 0,1 0,0 0,0-1,0 1,0-1,0 0,-1 0,1 0,0 0,0-1,0 1,0-1,0 0,-1 0,-11 1,-515-35,331 19</inkml:trace>
  <inkml:trace contextRef="#ctx0" brushRef="#br2" timeOffset="202413.028">13748 2593,'-6'12,"-6"10,-4 8,0 6,0 2,4 0,3-3,4-8</inkml:trace>
  <inkml:trace contextRef="#ctx0" brushRef="#br2" timeOffset="202663.763">13815 2580,'0'14,"-2"11,-3 12,-6 10,-4 8,-1-6</inkml:trace>
  <inkml:trace contextRef="#ctx0" brushRef="#br2" timeOffset="203663.62">14002 2593,'2'-4,"1"2,-4 7,-5 11,-8 13,-8 11,-8 12,-5 5,3-6</inkml:trace>
  <inkml:trace contextRef="#ctx0" brushRef="#br2" timeOffset="204767.532">18414 5761,'-14'23,"-11"17,-8 10,-5 6,-2 2,3-1,5-6,7-12</inkml:trace>
  <inkml:trace contextRef="#ctx0" brushRef="#br2" timeOffset="204964.007">18601 5789,'0'9,"-4"12,-9 16,-11 16,-15 12,-17 8,1-7</inkml:trace>
  <inkml:trace contextRef="#ctx0" brushRef="#br3" timeOffset="-179548.627">4136 8489,'-14'-3,"-1"1,1 0,-1 1,0 1,0 0,1 1,-1 1,0 0,1 1,-1 0,1 2,0-1,-6 5,8-4,0 1,0 1,1 0,0 0,0 1,1 1,0-1,0 2,1-1,0 2,1-1,0 1,1 0,0 0,1 1,0 0,0 0,2 1,-2 4,3 3,0-1,2 1,0 0,1-1,1 1,1 0,0-1,2 1,0-1,2 0,4 11,13 27,3 0,2-2,3 0,-18-31,2 2,-1 0,-1 2,-2 0,-1 0,0 1,-3 0,0 0,2 27,-9-47,0 0,-1 0,1 0,-2 0,1 0,-1 0,-1-1,0 1,0-1,0 1,-1-1,-1 0,1-1,-1 1,0-1,-1 0,0 0,0 0,0-1,-1 0,0 0,0-1,-3 1,-19 14,-1-2,-1-1,-1-2,-12 4,6 2,56-10,-1-7,-7-4,1 1,-1 0,0 1,0 0,1 1,-2 0,1 1,0 0,-1 0,0 1,0 0,0 1,0 0,-1 0,0 1,0 0,-1 0,0 1,0 0,-1 0,5 10,-4 3,-2 0,-1 1,-1 0,-1 0,0 0,-2 0,-1 0,0 0,-2 0,0 0,-2 0,0-1,-2 4,6-23,-16 76,-4 3,4 0,4 1,3 0,3 0,4 1,7 65,-3-135,0-1,0 1,2-1,-1 0,2 0,-1 0,2 0,-1 0,2-1,0 0,0 0,1-1,0 1,0-1,1-1,1 1,0-2,0 1,1-1,-1 0,2-1,-1-1,1 1,8 2,2-4,-1-2,1 0,0-1,0-1,1-1,-1-1,0-1,0 0,-1-2,1-1,-1 0,1-1,-2-2,1 0,57-21</inkml:trace>
  <inkml:trace contextRef="#ctx0" brushRef="#br3" timeOffset="-178497.39">861 7887,'-21'185,"-29"103,-1-76,46-202,7-23,60-285,-43 113,-12 96,5 0,12-45,-5 88,-18 45,0 1,0 0,0 0,-1 0,1-1,0 1,0 0,0 0,-1 0,1 0,0 0,0 0,0 1,-1-1,1 0,0 0,0 0,0 1,-1-1,1 0,0 1,-1-1,1 1,0-1,-1 1,1-1,0 1,-1 0,1-1,-1 1,1-1,-1 1,1 0,-1 0,0-1,1 1,-1 0,12 19,-1 0,0 0,-2 1,0 0,-2 0,0 1,-1 3,0-5,74 285,26 84,-94-353</inkml:trace>
  <inkml:trace contextRef="#ctx0" brushRef="#br3" timeOffset="-177377.298">714 8368,'61'3,"0"-4,0-2,0-2,0-4,-1-2,2-3,37-8,-2-5,50-22,-111 33,-36 15,0 1,0 0,-1 0,1 0,0-1,0 1,0 0,-1 0,1-1,0 1,0 0,0 0,0-1,0 1,-1 0,1-1,0 1,0 0,0 0,0-1,0 1,0 0,0-1,0 1,0 0,0-1,0 1,0 0,0-1,-21 8,0 0,0 1,1 1,0 1,1 1,0 0,0 2,1 0,1 1,-5 6,16-15,1 2,-1-1,1 0,0 1,1 0,0 0,0 1,0-1,1 1,0-1,0 2,3-7,-1 1,1 0,-1 0,1 0,0 0,0 0,0-1,0 1,0 0,1 0,0 0,-1 0,1-1,0 1,0 0,0-1,1 1,-1-1,1 1,-1-1,1 1,0-1,0 0,0 0,0 0,0 0,0 0,1-1,-1 1,1-1,-1 1,1-1,0 0,12 4,1 0,0-1,0-1,0 0,0-1,0-1,0-1,1 0,-1-1,0-1,0 0,0-1,0-1,9-4,-11 5,-1-1,1 0,-1-1,1-1,-2 0,1-1,-1 0,0-1,0-1,-1 0,0 0,-1-1,0 0,0-1,-1 0,0 0,-1-1,-1 0,0-1,0 0,-2 0,1 0,0-7,3-30,-3 0,-2-1,-2 0,-3 0,-1 1,-3-1,-2 1,-13-49,10 45,-24-123,28 176,4 19,-2 124,11 81,-4-175,2 0,2-1,3 0,9 29,-13-58,0-1,1 1,0-1,2 0,0-1,0 0,2-1,0 0,1 0,0-1,1-1,1 0,5 3,-10-9,0-1,0-1,1 1,0-2,0 1,0-1,0-1,1 0,0 0,8 0,-15-2,0-1,0 0,1 0,-1 0,0 0,0 0,0-1,0 0,0 0,0 0,0 0,-1-1,1 0,0 1,-1-1,1 0,-1-1,1 1,-1-1,0 1,0-1,0 0,-1 0,1-1,-1 1,0 0,1-1,-2 1,3-5,1-13,0 0,-1-1,-2 0,0 0,-1 0,-1 0,-1 0,-2 0,0 1,-1-1,0 1,-2-1,-3-4,5 11,-22-96,26 110,0 0,0-1,0 1,0 0,0 0,1-1,-1 1,1 0,-1 0,0 0,1 0,0 0,-1 0,1 0,0 0,-1 0,1 0,0 0,0 0,0 0,0 0,0 1,0-1,0 0,0 1,0-1,0 1,1-1,-1 1,0 0,0-1,0 1,1 0,-1 0,0 0,1 0,53 0,-43 1,7-1,1 1,-1 1,0 1,0 1,0 0,0 1,-1 1,6 3,-18-4,-1-1,0 1,0 0,-1 0,0 1,1-1,-2 1,1 0,-1 0,0 0,0 0,0 1,-1-1,0 1,-1-1,1 1,-1 0,-1 0,1 0,-1 0,0-1,-1 1,1 0,-2 4,6 56,-3-60,0 0,1 0,0 0,0 0,0 0,1-1,0 1,1-1,-1 0,1 0,0 0,1 0,-1-1,1 1,0-1,1 0,-1-1,1 1,0-1,0-1,0 1,1-1,-1 0,1 0,0-1,0 1,-1-2,4 1,0 0,1-1,-1-1,0 0,1 0,-1-1,0 0,0-1,0 0,0-1,0 0,0-1,-1 1,1-2,-1 0,0 0,-1 0,1-1,-1 0,0-1,0 0,-1 0,0-1,-1 0,1 0,-1 0,4-8,-2 3,-1 1,0-1,-1-1,0 1,-1-1,0 0,-1 0,-1 0,-1-1,1 1,-2-1,0 0,-1 0,-1 1,0-1,-1 1,0-1,-4-8,6 19,-1 0,0 0,0 0,0 0,-1 0,0 1,1-1,-1 1,0-1,-1 1,1-1,-1 1,1 0,-1 0,0 1,0-1,0 0,-1 1,1 0,-1 0,1 0,-1 0,0 0,1 1,-1 0,0-1,0 2,0-1,0 0,0 1,0 0,0-1,0 2,0-1,0 0,0 1,-4 3,1 1,0 0,0 1,0-1,1 1,0 0,0 1,0 0,1 0,0 0,1 0,-1 1,1 0,1 0,-1 0,2 0,-1 0,1 1,0-1,1 1,0-1,0 1,1 0,0 0,0-1,1 1,1 2,-1-2,1-1,1 1,0-1,0 0,0 0,1-1,0 1,0-1,1 1,0-2,1 1,-1 0,1-1,0 0,1 0,0-1,0 0,0 0,0-1,1 1,-1-2,7 3,6 2,0-1,1-1,0-1,0 0,0-2,1-1,-1 0,14-2,140-23,-101 3</inkml:trace>
  <inkml:trace contextRef="#ctx0" brushRef="#br3" timeOffset="-176733.863">3454 7620,'-11'0,"-1"1,1 0,-1 1,1 0,0 1,0 0,0 1,0 1,0-1,1 1,0 1,0 0,0 1,1 0,0 0,-4 5,3-5,0 1,0 0,1 0,0 1,0 1,1-1,0 1,1 1,0 0,1 0,-5 10,11-19,-1 1,1 0,-1-1,1 1,0-1,0 1,0 0,0-1,0 1,0-1,1 1,0 0,-1-1,1 1,0-1,0 1,0-1,0 0,1 0,-1 1,1-1,-1 0,1 0,0 0,0 0,0-1,0 1,0 0,0-1,0 0,1 1,-1-1,2 0,84 30,-87-31,98 20,-67-15,0 1,0 1,-1 2,0 2,26 11,-56-22,1 1,0-1,0 0,-1 1,1-1,-1 1,1 0,0-1,-1 1,0 0,1 0,-1 0,1 0,-1 0,0 0,0 1,1-1,-1 0,0 1,0-1,0 0,-1 1,1-1,0 1,-1 0,1-1,0 1,-1 0,0-1,1 1,-1 0,0-1,0 1,0 0,0-1,0 1,-1 0,1-1,0 1,-1 0,1-1,-1 1,0 0,1-1,-1 1,0-1,0 1,-1 0,-9 5,0 0,-1-1,1 0,-1-1,-1-1,1 0,-1 0,1-1,-1-1,-12 1,25-3,-115 9,114-9,1 1,-1-1,1 0,-1 0,1 1,-1-1,1 0,-1 0,1 0,-1 0,1 0,-1 0,1 0,-1 0,1 0,-1 0,1 0,-1 0,1 0,-1 0,1-1,-1 1,1 0,-1 0,1 0,-1-1,1 1,-1 0,1-1,0 1,-1 0,1-1,0 1,-1-1,1 1,0 0,-1-1,1 1,0-1,0 1,-1-1,1 1,0-1,0 1,0-1,0 1,0-1,0 1,0-1,0 1,0-1,0 0,0 1,0-1,0 1,0-1,1 1,-1-1,0 1,0-1,1 1,-1 0,0-1,0 1,1-1,-1 1,1-1,31-22,110-42,-108 52,-1-1,0-1,0-2,-2-2,0-1,-2-1,0-1,0-2,-11 4,0 0,-2-1,0-1,-1 0,-1-1,-1-1,-1 0,4-15,-15 38,1-1,-1 1,0-1,0 1,0-1,0 0,0 1,-1-1,1 0,0 0,-1 0,1 1,-1-1,0 0,1 0,-1 0,0 0,0 0,0 0,-1 1,1-1,0 0,-1 0,1 0,-1 0,0 1,1-1,-1 0,0 0,0 1,0-1,0 1,-1-1,1 1,0-1,-1 1,1 0,0 0,-1 0,0 0,1 0,-1 0,0 0,1 0,-1 0,0 1,0-1,0 1,0-1,-10 3,0 1,0 0,0 1,1 0,-1 1,1 0,0 0,0 1,1 1,0 0,0 0,1 1,-5 5,8-9,0 1,0-1,1 1,-1 0,1 1,0 0,1-1,-1 1,1 1,0-1,1 1,0-1,0 1,0 0,1 0,0 0,0 1,0-1,1 0,1 1,-1-1,1 1,0-1,1 0,0 1,0-1,0 0,1 1,2 4,6-1,0 1,1-2,0 1,1-2,0 1,1-2,-1 0,2 0,-1-1,1-1,0 0,1-1,-1 0,1-1,0-1,9 1,137 17,-93-20</inkml:trace>
  <inkml:trace contextRef="#ctx0" brushRef="#br3" timeOffset="-175898.605">1717 8222,'-2'-5,"-8"1,-14 6,-13 7,-15 11,-12 11,-11 7,8-2</inkml:trace>
  <inkml:trace contextRef="#ctx0" brushRef="#br3" timeOffset="-174693.311">1209 9211,'-10'-3,"-1"1,1 0,-1 0,1 1,-1 0,1 1,-1 0,1 1,-1 0,1 0,-1 1,1 1,0 0,0 0,0 1,0 0,1 1,-1 0,1 0,0 1,1 1,0-1,0 1,0 0,1 1,0 0,0 0,1 1,0 0,0 0,-2 6,4-7,1 1,0 0,0 0,1 0,0 0,1 0,0 1,0-1,1 0,0 1,0-1,1 0,1 0,0 1,0-1,0 0,1-1,1 1,-1 0,1-1,1 0,0 0,0 0,0 0,1-1,0 0,1 0,0-1,0 0,0 0,8 5,191 79,-203-89,0 1,0 0,0 0,0 0,-1 0,1 0,-1 1,1-1,-1 1,0 0,0 0,0 0,0 0,0 0,-1 0,1 0,-1 0,0 1,0-1,0 0,-1 1,1-1,-1 1,0-1,1 1,-2-1,1 1,0-1,-1 1,0-1,1 1,-1-1,-1 0,1 1,0-1,-1 0,0 0,1 0,-1 0,0 0,-2 0,-4 8,-1-2,-1 1,0-1,0-1,-1 0,0 0,0-1,-1-1,0 0,0 0,0-1,-1-1,-10 3,21-6,0-1,0 1,0-1,0 1,0-1,0 0,0 0,0 0,-1 0,1 0,0 0,0 0,0-1,0 1,0-1,0 0,0 1,0-1,0 0,0 0,1 0,-1 0,0-1,1 1,-1 0,0-1,1 1,0-1,-1 0,1 1,0-1,0 0,0 0,0 0,0 0,0 0,1 0,-1 0,1 0,-1 0,1 0,0 0,0-1,0-2,0 0,1 0,0 0,0 0,0 0,1 0,0 0,0 1,0-1,0 0,1 1,0 0,0 0,0 0,0 0,1 0,-1 1,1-1,0 1,0 0,0 0,3-1,106-49,-102 48,12-3,-6 3,0-1,0 0,0-2,-1 0,0 0,-1-2,0 0,0 0,-1-2,0 0,2-4,-14 15,-1 0,1 0,-1 0,1 0,-1 0,0-1,0 1,0 0,1-1,-1 1,0-1,-1 1,1-1,0 0,0 1,-1-1,1 0,-1 0,0 1,1-1,-1 0,0 0,0 1,0-1,0 0,0 0,0 0,-1 1,1-1,-1 0,1 0,-1 1,0-1,1 0,-1 1,0-1,0 1,0-1,0 1,-1 0,1-1,0 1,0 0,-1 0,1 0,-1 0,1 0,-1 0,1 0,-3 0,0 0,0 1,-1 0,1 0,-1 0,1 1,-1-1,1 1,0 0,0 1,-1-1,1 1,0-1,0 1,0 1,0-1,1 0,-1 1,1 0,-1 0,1 0,0 0,0 0,0 1,1-1,-1 1,1 0,0 0,0 0,0 0,0 0,1 0,0 1,0-1,0 0,0 1,1-1,-1 0,1 1,0-1,1 1,-1-1,1 1,0-1,0 0,0 1,1-1,-1 0,1 0,0 0,0 0,1 0,4 5,2-1,-1 1,1-2,0 1,0-1,1-1,0 0,0 0,1-1,0 0,-1-1,2 0,-1-1,0 0,1-1,-1 0,1 0,0-2,-1 1,1-2,9 0,-14-1,0 1,0-1,0-1,0 1,0-1,-1-1,1 1,-1-1,0 0,0 0,0-1,-1 0,1 0,-1 0,-1-1,1 1,-1-1,1 0,-2-1,1 0,6-12,-1 0,-1-1,-1 0,0 0,-2 0,2-10,4-51,-3-1,-3 0,-6-77,0 142,2-8,-1-1,-1 1,-2-1,-1 1,0 0,-2 0,-1 1,-3-7,10 30,0 0,0 0,-1 0,1 0,0 0,0 0,-1 0,1 0,0 0,-1 0,1 0,-1 0,1 0,-1 0,0 0,1 0,-1 1,0-1,1 0,-1 1,0-1,0 0,0 1,0-1,0 1,0-1,0 1,0 0,0-1,0 1,0 0,0 0,0-1,0 1,0 0,0 0,0 0,0 0,0 1,0-1,0 0,0 0,0 1,0-1,0 0,0 1,0-1,0 1,0-1,1 1,-1 0,0-1,0 1,0 0,1-1,-1 1,0 0,1 0,-1 0,1 0,-1 0,1 0,-1 0,-6 17,1 0,0 0,1 1,1-1,1 1,1 0,0 0,2 0,0 0,3 17,-2-7,2-1,2 0,0 0,2 0,1 0,1-1,1-1,2 1,0-2,2 1,1-2,0 0,16 17,-23-32,1 0,0-1,0 0,1 0,0-1,0 0,1-1,0 0,0-1,0 0,0-1,3 1,-7-3,-1-1,0 1,1-1,-1-1,1 1,-1-1,0 0,1-1,-1 1,1-1,-1-1,0 1,1-1,-1 0,0 0,0-1,0 0,-1 0,1 0,-1-1,0 0,0 0,3-3,0-1,-1-1,-1 0,1 0,-2 0,1-1,-1 1,-1-1,0-1,0 1,-1-1,0 1,-1-1,0 0,-1 0,0 0,0 0,-2 0,1 0,-1 0,-1 0,0 1,0-1,-1 0,-1 1,1 0,-6-9,9 17,0 1,-1-1,1 1,-1 0,1-1,-1 1,0-1,0 1,1 0,-1-1,0 1,0 0,0 0,0 0,0 0,-1 0,1 0,0 0,0 0,-1 0,1 1,-1-1,1 0,0 1,-1-1,1 1,-1 0,1-1,-1 1,1 0,-1 0,0 0,1 0,-1 0,1 0,-1 1,1-1,-1 0,1 1,-1-1,1 1,0 0,-1-1,1 1,0 0,-1 0,1 0,0 0,0 0,0 0,0 0,0 0,0 0,-1 1,-3 8,1 1,0-1,0 1,1 0,1 0,0 0,0 0,1 0,0 0,1 0,0 1,1-1,1 6,-1-11,0 1,1-1,-1 1,2-1,-1 0,0 0,1 0,0 0,1 0,-1-1,1 0,0 1,0-1,1 0,-1-1,1 1,0-1,1 0,-1-1,1 1,-1-1,1 0,0 0,0-1,1 1,-1-1,0-1,1 1,-1-1,1 0,-1-1,1 0,5 0,44-7,-5-5</inkml:trace>
  <inkml:trace contextRef="#ctx0" brushRef="#br3" timeOffset="-174049.518">2479 9211,'-4'1,"0"1,-1-1,1 1,0 0,0-1,1 2,-1-1,0 0,1 1,-1 0,1 0,0 0,0 0,0 0,0 1,1-1,-1 1,1 0,0 0,0 0,1 0,-1 0,1 0,-1 0,1 0,1 1,-1-1,1 0,-1 1,1-1,0 1,4 2,1-1,-1 1,1-1,0 0,0 0,1-1,0 0,0 0,0 0,0-1,1 1,0-2,0 1,0-1,0 0,0 0,1-1,-1 0,1 0,0-1,-1 0,1 0,0-1,7-1,-5 2,0-1,0-1,-1 0,1 0,0-1,0 0,-1-1,1 0,-1 0,0-1,0 0,0-1,-1 0,0 0,1-1,-2 0,1 0,-1-1,0 0,0 0,-1-1,0 0,0 0,-1 0,0-1,-1 0,0 0,0 0,0 0,1-10,0-20,-2-1,-1-1,-2 1,-2 0,-2 0,-1 1,-2-1,-2 1,-1 0,-12-26,15 40,-46-120,53 146,0 0,0-1,0 1,-1 0,1 0,0-1,-1 1,1 0,0 0,-1-1,1 1,-1 0,1-1,-1 1,1-1,-1 1,0-1,1 1,-1-1,0 1,1-1,-1 1,0-1,0 0,1 1,-1-1,0 0,0 0,0 0,1 0,-1 0,0 1,0-1,0-1,1 1,-1 0,0 0,0 0,0 0,1-1,-1 1,0 0,0 0,1-1,-1 1,0-1,1 1,-1-1,0 1,1-1,-1 1,1-1,-1 0,1 1,-1-1,1 0,-1 1,1-1,0 0,-1 1,1-1,0 0,0 0,-1 0,1 1,-4 26,2 1,0 0,1 0,2 0,1 0,1 0,1 0,2-1,3 11,3 4,2 0,2-2,1 0,2 0,1-2,2 0,17 19,-34-49,1 0,0 0,0 0,1-1,0 0,0 0,0-1,1 0,6 4,-10-8,-1 1,0-1,0 0,1 0,-1 0,0 0,1-1,-1 0,1 1,-1-1,1 0,-1 0,1-1,-1 1,1-1,-1 0,1 0,-1 0,0 0,0 0,1-1,-1 0,0 1,0-1,-1 0,3-2,4-6,0 1,-1-1,0-1,-1 1,0-2,-1 1,0-1,0 1,-2-1,4-10,23-50,-31 72,0 1,1-1,-1 0,0 1,0-1,0 0,0 1,0-1,0 0,0 1,1-1,-1 0,0 0,0 1,0-1,1 0,-1 0,0 1,0-1,1 0,-1 0,0 0,0 1,1-1,-1 0,0 0,1 0,-1 0,0 0,1 0,-1 0,0 0,1 0,-1 0,0 0,1 0,-1 0,0 0,1 0,-1 0,0 0,1 0,-1 0,0 0,0 0,1-1,-1 1,0 0,1 0,-1 0,0-1,0 1,1 0,-1 0,0 0,0-1,0 1,1 0,-1-1,0 1,0 0,0 0,0-1,0 1,0 0,1-1,-1 1,0-1,6 33,-5-27,-1 1,0 0,1 0,-1 0,1 0,1 0,-1 0,1 0,0 0,0-1,1 1,0-1,0 0,0 1,1-2,-1 1,1 0,0-1,1 1,-1-1,1 0,-1-1,1 1,1-1,-1 0,0 0,1-1,-1 1,1-1,1 0,0-1,0-1,0 0,0 0,0-1,-1 0,1 0,0 0,-1-1,1 0,-1 0,1-1,-1 0,0 0,0 0,1-2,22-15</inkml:trace>
  <inkml:trace contextRef="#ctx0" brushRef="#br3" timeOffset="-173795.195">3134 8877,'-16'-5,"-8"-3,-1-3,1-2,1-1,2 0,3 2</inkml:trace>
  <inkml:trace contextRef="#ctx0" brushRef="#br3" timeOffset="-173541.3">2599 8796,'21'-7,"19"-6,20-6,16-5,10 1,4 3,-13 5</inkml:trace>
  <inkml:trace contextRef="#ctx0" brushRef="#br3" timeOffset="-173540.3">3361 8984,'5'18,"3"11,5 4,5 2,4-3,1-5,-2-7,-4-6</inkml:trace>
  <inkml:trace contextRef="#ctx0" brushRef="#br3" timeOffset="-173358.784">3348 8690,'-7'-12,"-2"-5,0-1</inkml:trace>
  <inkml:trace contextRef="#ctx0" brushRef="#br3" timeOffset="-172449.07">2078 3074,'4'18,"4"20,1 20,1 15,-1 9,-3 4,1 0,1-7,1-12,4-15,0-16</inkml:trace>
  <inkml:trace contextRef="#ctx0" brushRef="#br3" timeOffset="-171795.779">2291 3409,'24'18,"-1"1,-1 2,-1 0,0 1,-2 2,-1-1,-1 2,5 9,-16-22,-5-9,0 0,0 0,0 0,0 0,0-1,0 1,1 0,-1-1,1 0,0 1,0-1,-1 0,2 1,-1-1,0-1,0 1,1 0,-1 0,1-1,-1 1,1-1,0 0,-1 0,1 0,0 0,0 0,0-1,0 1,0-1,0 0,2 0,5-7,-1 0,0 0,-1-1,0 0,0 0,-1-1,0 0,0 0,-1-1,2-4,-7 12,12-22,0 0,-2-1,-1-1,-1 0,-1-1,3-23,-4 30,-7 20,0 0,1-1,-1 1,1 0,-1 0,0 0,1 0,-1 0,1 0,-1 0,0-1,1 1,-1 0,1 0,-1 1,1-1,-1 0,0 0,1 0,-1 0,1 0,-1 0,0 0,1 1,-1-1,1 0,-1 0,0 1,1-1,-1 0,0 1,0-1,1 0,-1 0,0 1,0-1,1 1,-1-1,0 0,0 1,0-1,0 1,1-1,-1 0,0 1,0-1,0 1,0-1,0 0,0 1,0-1,0 1,0-1,0 1,12 26,55 101,-63-121,1-1,0 1,1-1,-1-1,1 1,0-1,1 0,-1-1,1 1,0-1,0-1,0 1,1-1,-1 0,1-1,7 2,-11-3,0-1,1 0,-1 1,0-1,0-1,1 1,-1-1,0 1,0-1,0 0,0-1,0 1,0-1,0 0,0 0,0 0,-1 0,1 0,-1-1,0 0,1 0,-1 0,0 0,-1 0,1-1,-1 1,1-2,4-6,0-1,-2-1,1 1,-1-1,-1 0,0 0,-1-1,0 0,6-63,-2 0,-4 0,-3 0,-5-23,2 39,-2-1,-3 2,-16-59,-3 60,26 59,1 0,-1-1,0 1,0 0,0 0,1-1,-1 1,0 0,0 0,0 0,0 0,1 0,-1 0,0 1,0-1,0 0,1 0,-1 0,0 1,0-1,0 1,1-1,-1 0,0 1,1-1,-1 1,0 0,1-1,-1 1,1-1,-1 1,1 0,-1-1,1 1,-1 0,1 0,0-1,0 1,-1 0,1 0,0 0,0-1,0 2,-6 16,0 1,2 0,1 0,0 0,1 0,1 1,1-1,1 1,0-1,4 14,0 7,3 1,1-2,2 1,1-2,3 1,0-2,3 0,1-1,2-1,1-1,1 0,3-2,0-1,27 24,-29-35,-5-7</inkml:trace>
  <inkml:trace contextRef="#ctx0" brushRef="#br3" timeOffset="-171427.733">3080 3128,'73'14,"0"3,-1 3,63 27,-112-39,-1 0,1 1,-2 1,0 1,0 1,-1 1,0 1,-1 0,-1 2,0 0,4 7,-19-20,0 1,-1-1,1 1,-1-1,0 1,0 0,0 0,-1 0,1 0,-1 0,0 1,0-1,0 0,-1 0,0 1,1-1,-2 0,1 1,0-1,-1 0,0 1,0-1,0 0,0 0,-1 0,0 0,0 0,0 0,0-1,0 1,-1 0,0-1,1 0,-1 0,-1 0,1 0,0 0,-1-1,1 1,-1-1,0 0,0 0,0 0,0 0,-3 0,5-2,0 1,0-1,0 0,-1 0,1 0,0 0,0 0,0-1,0 1,0-1,0 1,0-1,0 0,0 1,0-1,0 0,0-1,1 1,-1 0,0 0,1-1,-1 1,1-1,-1 1,1-1,0 0,-1 1,1-1,0 0,0 0,0 0,1 0,-1 0,-15-71,12 34,2 0,2 1,1-1,3-7,-4 41,0 0,1 1,-1-1,1 0,0 0,0 0,1 0,-1 1,1-1,0 1,0-1,1 1,0 0,-1 0,1 0,0 0,1 0,-1 1,1-1,0 1,-1 0,1 0,1 0,-1 1,0 0,5-2,6 2,1 1,0 1,0 0,-1 1,1 1,-1 0,1 1,-1 1,0 0,5 3,-4-2,36 9</inkml:trace>
  <inkml:trace contextRef="#ctx0" brushRef="#br3" timeOffset="-171265.138">4096 3503,'11'4,"5"2</inkml:trace>
  <inkml:trace contextRef="#ctx0" brushRef="#br3" timeOffset="-170549.533">5139 3194,'-12'-7,"0"1,0 0,0 0,-1 2,0-1,0 1,0 1,0 0,-1 1,1 1,-1 0,8 1,0 0,1 0,-1 0,0 1,1 0,-1 0,1 1,-1 0,1-1,-1 2,1-1,0 1,0-1,0 2,1-1,-1 0,1 1,0 0,-1 0,2 0,-1 0,0 1,1 0,0-1,0 1,-2 5,4-7,0 0,0-1,0 1,0 0,0 0,1 0,-1 0,1 0,0 0,0 0,0 0,0 0,1 0,-1 0,1 0,0 0,-1 0,1-1,1 1,-1 0,0-1,1 1,-1 0,1-1,0 0,0 1,0-1,0 0,0 0,0 0,1 0,-1 0,1-1,-1 1,1-1,0 0,-1 1,1-1,0 0,0-1,0 1,0-1,2 1,2 0,0 0,0-1,0 0,0 0,0 0,0-1,0 0,-1-1,1 0,0 0,-1 0,1 0,-1-1,0 0,0-1,0 1,0-1,0-1,-1 1,0-1,4-3,1-3,-1 0,0-1,0 0,-1 0,0 0,-1-1,-1-1,0 1,3-14,3-25,-3 0,-2 0,-2-1,-2 0,-5-46,2 77,-6-137,-7 141,-2 41,2 11,2 1,1 0,2 1,2 0,1 0,1 0,2 33,3-45,0-1,1 0,1 0,1 0,1 0,2 0,0-1,9 20,-10-30,-1-1,2 0,-1 0,1 0,1-1,0 0,1-1,0 0,0 0,0-1,1 0,1-1,-1 0,1 0,1-1,-1-1,3 1,-2-2,-1 0,1-1,0 0,0-1,0-1,0 0,0 0,0-1,0-1,0 0,1 0,-1-1,-1-1,1 0,0-1,-1 0,0-1,0 0,0 0,0-1,-1-1,0 0,0 0,-1-1,0 0,-1-1,1 0,-2 0,1-1,-1 0,5-10,-6 11,-1 0,0-1,0 1,-1-1,-1 0,1 0,-2-1,1 1,-2 0,1-1,-1 1,-1-1,0 0,0 1,-1-1,-1 1,1-1,-2 1,1 0,-2 0,1 0,-4-5,6 12,-1 1,0 0,0 0,0 0,0 0,0 0,0 0,0 1,-1-1,1 1,-1-1,1 1,-1 0,0 0,1 0,-1 1,0-1,0 0,1 1,-1 0,0 0,0 0,0 0,1 0,-1 0,0 1,0 0,1-1,-1 1,0 0,1 0,-1 0,1 1,-1-1,1 1,-1-1,1 1,0 0,0 0,0 0,0 0,0 0,0 0,1 0,-1 2,-4 3,1-1,0 1,0 1,1-1,0 1,1-1,-1 1,1 0,1 1,0-1,0 0,0 1,1-1,1 1,-1-1,1 1,1-1,0 1,0-1,0 1,1-1,0 0,1 0,0 0,0 0,1 0,0 0,0-1,1 0,0 0,0 0,0 0,1-1,0 0,1 0,-1-1,4 3,11 5,1-1,0-1,0-1,1-1,1 0,-1-2,1-1,1-1,2-1,53 10</inkml:trace>
  <inkml:trace contextRef="#ctx0" brushRef="#br3" timeOffset="-169777.506">1649 4799,'30'40,"-15"-17,0-2,2 0,1-1,0-1,1 0,1-1,14 8,-32-24,0 0,0 0,1 0,-1 0,1-1,-1 1,1-1,-1 1,1-1,0 0,0 0,-1-1,1 1,0 0,0-1,0 0,0 1,0-1,0-1,0 1,0 0,0-1,-1 1,1-1,0 0,0 0,0 0,-1 0,1 0,-1-1,1 1,-1-1,1 0,-1 0,0 0,0 0,0 0,0 0,0 0,0-1,0-1,6-15,-2-1,-1 0,0 0,-1 0,-1 0,-2-1,1 1,-2-1,-2-16,2 12,-1 6,0 14,0 0,0 0,1 0,-1 1,1-1,0 0,1 0,-1 0,1 0,0 0,0 1,0-1,1 0,0 1,0-1,0 1,0 0,1 0,0-1,-1 2,2-1,-1 0,0 1,3-3,3 3,0 1,-1 0,1 0,0 1,0 0,0 0,0 1,0 1,0-1,0 1,-2 0,34 2</inkml:trace>
  <inkml:trace contextRef="#ctx0" brushRef="#br3" timeOffset="-169027.998">2639 4612,'-20'-3,"1"1,-1 0,0 2,1 0,-1 1,0 1,1 1,0 1,-1 1,2 0,-1 1,0 1,-1 2,12-4,1-1,0 1,0 0,0 0,1 1,0 0,0 0,0 1,1 0,0 0,-2 4,5-9,0 1,1 0,-1 0,1 0,0 0,0 0,0 0,1 0,-1 0,1 0,-1 0,1 0,0 0,0 1,0-1,1 0,-1 0,1 0,0 0,0 0,0 0,0 0,0 0,1 0,-1 0,1-1,0 1,-1-1,1 1,1-1,-1 0,0 1,5 1,0 1,1-1,-1-1,1 1,0-2,-1 1,1-1,1 0,-1 0,0-1,0 0,0-1,1 0,-1 0,0 0,1-1,-1-1,0 1,0-1,0-1,0 1,0-2,-1 1,1-1,-1 0,0 0,0-1,-1 0,1 0,-1 0,0-1,0 0,-1-1,0 1,0-1,0 0,0-2,0 0,-1 0,0-1,0 0,-1 1,0-1,-1-1,0 1,0 0,-1 0,-1-1,0 1,0-1,-1 1,-1-5,2 15,0 0,-1 1,1-1,0 0,0 0,-1 0,1 0,0 0,-1 0,1 0,0 1,0-1,-1 0,1 0,0 0,-1 0,1 0,0-1,0 1,-1 0,1 0,0 0,-1 0,1 0,0 0,0 0,-1 0,1-1,0 1,0 0,-1 0,1 0,0-1,0 1,0 0,-1 0,1-1,0 1,0 0,0 0,0-1,0 1,-1 0,1 0,0-1,0 1,0 0,0-1,0 1,0 0,0-1,0 1,0 0,0 0,0-1,0 1,0 0,1-1,-1 1,0 0,0 0,0-1,0 1,0 0,-5 24,3-19,1 1,0-1,1 0,-1 1,1-1,0 1,0-1,1 0,0 1,0-1,0 1,0-1,1 0,0 0,0 0,0 0,1 0,0-1,0 1,0-1,0 1,1-1,-1 0,1 0,0-1,0 1,1-1,-1 0,1 0,0 0,-1-1,4 2,-1-4,-1 1,1-1,-1 0,1-1,-1 1,0-1,1-1,-1 1,0-1,0 0,0 0,0-1,0 0,0 0,-1 0,1-1,3-3,79-80,-72 65,-1-2,0 1,-2-2,-1 0,-2 0,0-1,-1-1,-2 1,0-1,-2 0,-1-1,-2 1,0-1,-2 0,-1 1,-1-1,-1 0,-3-7,4 23,0 1,-1 0,0 0,-1 0,0 0,-1 1,0-1,0 1,-1 0,0 1,-1 0,0 0,-1 0,0 0,6 7,0 1,0-1,0 1,0-1,0 1,0 0,0 0,-1 0,1 0,0 0,-1 0,1 1,-1-1,1 1,-1 0,1-1,0 1,-1 0,1 1,-1-1,1 0,-1 1,1-1,-1 1,1 0,0 0,0 0,-1 0,1 0,-1 1,-2 1,1 1,-1 0,1 1,0-1,0 1,0 0,0 0,1 0,0 0,0 1,0-1,1 1,-4 12,2 0,0 1,0-1,2 1,0 0,2-1,0 1,1 0,0-1,2 1,0-1,1 1,1-1,1 0,1-1,0 0,1 0,1 0,0-1,1 0,1-1,0 0,2-1,-1 0,2-1,0 0,0-1,1-1,0 0,1-1,0-1,1 0,0-1,10 2,-21-7,0-1,1 0,-1 0,1 0,0-1,-1 0,1 0,0-1,-1 0,1 0,0-1,0 1,-1-2,1 1,0-1,-1 0,0 0,1 0,-1-1,0 0,0 0,-1-1,1 0,-1 0,1 0,0-2,8-12,-2 0,0-1,-1 0,-1-1,-1 0,-1-1,-1 0,1-2,2-8,-2 12,-7 19,-1 0,1 0,-1 0,1 0,-1 0,1 0,-1 0,1 1,-1-1,1 0,-1 0,1 0,-1 0,0 0,1 1,-1-1,1 0,-1 1,1-1,-1 0,0 1,1-1,-1 0,0 1,1-1,-1 0,0 1,0-1,1 1,-1-1,0 1,0-1,0 1,0-1,1 1,-1-1,0 1,0-1,0 1,0-1,0 1,0-1,0 1,-1-1,1 1,0-1,0 1,0-1,0 0,-1 1,1-1,0 1,0-1,-1 1,1-1,0 0,-1 1,1-1,0 1,0 20,12 76,-12-95,1 1,0-1,0 1,1-1,-1 1,0-1,1 0,0 1,-1-1,1 0,0 0,0 0,0-1,0 1,1 0,-1-1,0 1,1-1,-1 0,1 0,-1 0,1 0,-1 0,1-1,0 1,0-1,-1 1,1-1,0 0,0 0,-1 0,3-1,19-3</inkml:trace>
  <inkml:trace contextRef="#ctx0" brushRef="#br3" timeOffset="-168779.15">3374 4050,'-16'3,"-5"2,1 3,13 5,18 2,23 3,4-1</inkml:trace>
  <inkml:trace contextRef="#ctx0" brushRef="#br3" timeOffset="-167633.503">4110 4158,'-34'-5,"7"1,1 1,0 1,-1 1,1 1,-4 2,24-1,-1 0,1 0,0 0,-1 1,1 0,0 0,0 1,0 0,1 0,-1 0,0 0,1 1,0 0,0 0,0 1,1 0,-1-1,1 1,0 1,1-1,-1 1,-2 5,5-8,-1 0,1 0,0 1,0-1,0 1,0-1,0 0,1 1,0 0,0-1,0 1,0-1,0 1,1-1,-1 1,1-1,0 0,0 1,1-1,-1 0,1 1,-1-1,1 0,0 0,0 0,0-1,0 1,1 0,-1-1,1 0,0 1,0-1,0 0,0 0,0-1,0 1,0-1,0 1,1-1,-1 0,1 0,-1 0,0-1,1 1,6-1,-1-1,0 0,0 0,0 0,0-1,0-1,0 1,0-1,0-1,-1 0,0 0,0-1,0 0,0 0,-1 0,0-1,0-1,0 1,-1-1,0 0,0 0,-1-1,0 0,0 0,-1 0,0 0,0-1,-1 0,0 1,0-2,3-22,-2-1,0 0,-2 0,-2 0,-1 0,-2 0,0 0,-3 1,0-1,-3 1,-6-17,11 36,2 2,-1 0,0 0,-1 1,0-1,0 1,-1 0,-1 0,0 0,-2-2,7 12,1-1,0 1,-1-1,1 1,-1-1,1 1,-1 0,1-1,0 1,-1 0,1-1,-1 1,0 0,1 0,-1 0,1-1,-1 1,1 0,-1 0,1 0,-1 0,0 0,1 0,-1 0,1 0,-1 0,1 0,-1 1,0-1,1 0,-1 0,1 0,-1 1,1-1,-1 0,1 1,-1-1,1 0,-1 1,1-1,0 0,-1 1,1-1,0 1,-1-1,1 1,0-1,-1 1,1-1,0 1,0-1,0 1,0 0,-1-1,1 1,0-1,0 1,0-1,0 1,0 0,-4 14,0 1,1 0,1 0,0 0,1 0,0 1,3 13,-2-22,1 21,1 0,1 0,2 0,1 0,1-1,1 0,2-1,1 0,8 14,-14-30,1 0,1 0,0-1,0 1,1-1,0-1,1 0,0 0,1-1,0 0,0 0,0-1,1-1,0 0,1 0,-1-1,1 0,0-1,0-1,0 0,1 0,-1-1,1-1,0 0,1-2,-1 1,0-2,0 1,0-2,0 0,0-1,-1 0,1 0,-1-2,0 1,-1-2,1 1,-1-2,-1 1,1-1,-1-1,-1 0,1-1,-2 1,1-2,-1 1,-1-1,0 0,0-1,-1 0,-4 9,0-1,-1 1,1-1,-1 1,1-1,-1 1,0-1,0 0,-1 0,1 1,-1-1,0 0,0 0,0 0,-1 1,1-1,-1 0,0 0,0 1,0-1,0 1,-1-1,1 1,-1-1,0 1,0 0,0 0,-1 0,1 0,-1 0,1 0,-1 1,0-1,0 1,0 0,-1 0,1 0,0 0,-2 0,-2 1,1-1,-1 1,0 0,0 1,0 0,0 0,1 0,-1 1,0 0,0 0,0 1,1 0,-1 0,1 0,0 1,-1 0,1 0,0 1,1 0,-1 0,1 0,-1 1,1-1,1 1,-1 0,1 1,0-1,0 1,0 0,1 0,0 0,0 0,0 1,1-1,0 3,1-6,0 0,1 0,-1 0,1 0,-1 0,1 1,0-1,1 0,-1 0,1 0,-1 0,1 0,0 0,0 0,0 0,0 0,1 0,-1 0,1 0,0-1,-1 1,1-1,1 1,-1-1,0 0,0 0,1 0,-1 0,1 0,0 0,0-1,4 3,0-1,0 0,0-1,0 0,0 0,0 0,1-1,-1 0,1-1,-1 1,1-1,6-1,-7 0,1 0,-1 0,1 0,-1-1,0 0,1-1,-1 1,-1-1,1-1,0 1,-1-1,1 0,-1-1,0 1,-1-1,1-1,-1 1,0-1,0 0,-1 0,0 0,0 0,0-1,-1 0,3-5,-7 12,1 0,-1 0,1 0,0 1,-1-1,1 0,-1 0,1 0,-1 0,1 0,0 0,-1 0,1 0,-1 0,1 0,-1 0,1 0,-1 0,1 0,0-1,-1 1,1 0,-1 0,1 0,0-1,-1 1,1 0,-1 0,1-1,0 1,-1 0,1-1,0 1,0 0,-1-1,1 1,0-1,-1 6,0 0,0 0,0 0,1 0,0 0,0 0,0 0,0 0,1 0,0-1,0 1,0 0,1 0,0-1,0 1,0 0,0-1,1 0,-1 0,1 0,0 0,0 0,1 0,-1-1,1 1,0-1,0 0,0 0,0-1,0 1,1-1,-1 0,1 0,0 0,-1-1,1 0,0 0,0 0,0 0,0-1,0 0,0 0,0 0,0 0,0-1,0 0,-1 0,1 0,0-1,0 0,-1 0,1 0,-1 0,0-1,1 1,-1-1,3-3,-1-1,0 0,-1-1,0 0,0 0,0 0,-1 0,-1-1,1 0,-1 0,-1 0,1 0,-2 0,1 0,-1 0,-1-1,0 1,0-1,-22-157,21 166,0 0,0-1,0 1,1 0,-1 0,0-1,1 1,-1 0,0-1,1 1,0 0,-1-1,1 1,0-1,0 1,-1-1,1 1,0-1,1 1,-1 0,0-1,0 1,1-1,-1 1,1-1,-1 1,1 0,-1-1,1 1,0 0,0 0,-1-1,1 1,0 0,0 0,0 0,1 0,-1 0,0 0,0 1,0-1,1 0,-1 0,0 1,1-1,-1 1,0-1,1 1,-1 0,1 0,-1-1,1 1,-1 0,172 41,-167-41,-1 1,1 1,-1-1,0 1,0 0,0 0,0 0,0 1,0 0,0 0,-1 0,1 1,-1-1,0 1,0 0,-1 0,1 1,-1-1,0 1,0-1,0 1,-1 0,2 3,0 62,-5-63,1 1,0-1,0 0,0 0,1 1,0-1,0 0,1 0,0 0,0 0,1 0,0 0,0-1,2 3,-3-6,0 0,1-1,0 0,-1 1,1-1,0 0,0-1,0 1,0 0,1-1,-1 0,0 1,1-1,-1-1,1 1,-1 0,0-1,1 0,0 0,-1 0,1 0,-1 0,1-1,-1 0,0 1,1-1,-1-1,4 0,2-2,1 0,0-1,-1 0,0-1,0 1,0-2,-1 1,0-1,1-2,2-3,-1-1,0 0,-1-1,0 0,-1-1,-1 0,0 0,-1 0,-1-1,0 0,-1 0,-1 0,0-1,-1 1,-1-1,-1 0,0 0,-7-30,6 46,1 0,0 0,0 0,-1 0,1 0,-1 0,1 0,-1 1,1-1,-1 0,1 0,-1 0,0 1,0-1,1 0,-1 1,0-1,0 1,0-1,1 1,-1-1,0 1,0 0,0-1,0 1,0 0,0 0,0-1,0 1,0 0,0 0,0 0,0 0,0 1,0-1,0 0,0 0,0 0,0 1,0-1,1 1,-1-1,0 0,-1 1,-4 5,0-1,0 1,1 0,-1 1,1-1,1 1,-1 0,1 0,0 0,1 1,0-1,0 1,0 0,1 0,0 0,0 8,1-9,0 0,0-1,1 1,0 0,0-1,1 1,0 0,0 0,1-1,-1 1,1-1,1 0,-1 1,1-1,0 0,1-1,-1 1,1 0,0-1,1 0,-1 0,1 0,0-1,0 1,0-1,1 0,6 3,8 3,1-1,1-1,0 0,0-2,1 0,-1-2,1 0,0-2,0-1,22-1,13 0</inkml:trace>
  <inkml:trace contextRef="#ctx0" brushRef="#br3" timeOffset="-166623.105">2198 3930,'2'0,"3"0,4-2,1-1,-2 0,-8 1,-5 0,-8 1,-5 3,-2 1,5-1,7 1,9-4,7 0,5-2,1 1,0 1</inkml:trace>
  <inkml:trace contextRef="#ctx0" brushRef="#br3" timeOffset="-165878.074">2145 3904,'1'-2,"1"-1,-1 1,1 0,0 0,0 0,0 0,1 0,-1 1,0-1,0 1,1-1,-1 1,1 0,0 0,-1 0,1 0,0 1,-1-1,1 1,1-1,1 0,6-2,8-2,-32 2,-7 5,21-2,9-3,-10 3,0 0,0 0,-1 0,1 0,0-1,0 1,-1 0,1 0,0 0,0 0,-1-1,1 1,0 0,0 0,0-1,-1 1,1 0,0 0,0-1,0 1,0 0,0 0,-1-1,1 1,0 0,0-1,0 1,0 0,0-1,0 1,0 0,0 0,0-1,0 1,0 0,0-1,1 1,-1 0,0 0,0-1,0 1,0 0,-10-3,5-1</inkml:trace>
  <inkml:trace contextRef="#ctx0" brushRef="#br3" timeOffset="-165359.304">1997 3142,'-2'0,"1"0,6-2,6-2,6-1,5 0,3-2,-1 0,-2 2,-4 2</inkml:trace>
  <inkml:trace contextRef="#ctx0" brushRef="#br3" timeOffset="-165076.69">1943 2540,'-2'0,"4"7,6 13,8 15,9 15,6 13,-1-4</inkml:trace>
  <inkml:trace contextRef="#ctx0" brushRef="#br3" timeOffset="-160894.387">12251 4425,'31'4,"0"0,-1 2,0 2,0 0,20 10,-39-14,-1 1,1 0,-1 1,0 0,-1 1,0 0,0 0,0 1,-1 0,0 0,-1 1,1 0,-2 0,1 1,-2 0,5 9,-2 9,-2 0,0 1,-2-1,-2 1,0 0,-2 0,-1 0,-1 0,-2-1,-1 1,-2 3,-91 571,68-245,16 17,14-350,6 208,-6-226,0 0,1 1,0-1,1 0,0 0,0-1,0 1,1 0,0 0,0-1,0 0,1 0,0 0,0 0,1 0,0-1,0 0,0 0,0 0,4 1,-1-2,1 0,0 0,1-1,-1-1,0 1,1-2,-1 1,1-1,0-1,-1 0,1 0,0-1,-1 0,1 0,5-3,138-47,-150 50,3-2,28-7,-34 10,1 0,-1 0,1 0,0 0,-1 0,1 0,0 0,-1 1,1-1,0 0,-1 0,1 1,-1-1,1 0,-1 1,1-1,-1 1,1-1,-1 1,1-1,-1 1,1-1,-1 1,0-1,1 1,-1-1,0 1,1 0,-1-1,0 1,0-1,0 1,0 0,0-1,1 1,-1 0,0-1,-1 1,1 0,0-1,0 1,0 0,0-1,0 1,-1 0,1-1,0 1,-52 191,29-46,5 0,8 1,6 1,6 0,11 54,-2 44,-4-64,-7 0,-9-1,-7 1,-8-2,-9-1,-25 70,49-216,-2 0,-1-1,-2 0,-1-1,-1-1,-6 6,22-34,-1 1,0-1,0 0,-1 0,1 1,0-1,-1 0,1 0,-1 0,0 0,0-1,1 1,-1 0,0-1,-1 0,1 1,0-1,0 0,0 0,-1 0,1 0,-1 0,1-1,-1 1,1-1,-1 0,1 1,-1-1,1 0,-1 0,1-1,-1 1,1-1,-1 1,-3-7,1 1,-1-1,2 0,-1 0,1 0,0 0,0-1,1 0,0 0,0 0,1 0,0 0,1 0,-1-9,-4-66,9 65</inkml:trace>
  <inkml:trace contextRef="#ctx0" brushRef="#br3" timeOffset="-160644.055">13682 8690,'-3'4,"0"14,3 14,0 15,4 12,0 5,2-3,1-3,-2-11,-2-12</inkml:trace>
  <inkml:trace contextRef="#ctx0" brushRef="#br3" timeOffset="-160643.055">13682 8248,'-16'-11,"-12"-4,-4 0,2 6,5 8,8 10,13 7,16 8,16 6,2-1</inkml:trace>
  <inkml:trace contextRef="#ctx0" brushRef="#br3" timeOffset="-160642.055">13976 8877,'23'-10,"0"-1,-1-1,0-1,-1 0,-1-2,0-1,-1 0,0-1,-2-1,0-1,0-2,-15 20,0-1,0 0,-1 1,1-1,-1 0,1 0,-1 0,0 0,1 0,-1 0,0-1,-1 1,1 0,0 0,-1-1,1 1,-1 0,1-1,-1 1,0-1,0 1,0 0,-1-1,1 1,-1-1,1 1,-1 0,0-1,1 1,-1 0,0 0,-1 0,1 0,0 0,-1 0,1 0,-1 0,1 0,-1 1,0-1,0 0,0 1,0 0,0-1,-7 1,0 1,0-1,0 2,0-1,0 1,1 0,-1 1,0 0,1 1,-1 0,1 0,0 0,-1 1,2 1,-1-1,1 1,-1 0,1 1,1 0,-1 0,1 0,0 1,0 0,0 2,-3 2,1 0,0 0,1 1,0 0,1 0,0 1,1 0,1 0,0 0,-1 5,4-12,0 0,0 1,0-1,1 0,0 0,0 0,1 0,0 0,0 0,0 0,0 0,1 0,0 0,1-1,-1 1,1-1,0 1,0-1,1 0,-1 0,1-1,0 1,1-1,1 2,4 1,1-1,0 0,0 0,1-1,0-1,-1 0,2 0,-1-1,0-1,0 0,1-1,0 0,11-1,41 0</inkml:trace>
  <inkml:trace contextRef="#ctx0" brushRef="#br3" timeOffset="-160329.376">14644 8570,'-7'-5,"-1"1,1 1,0-1,-1 1,0 1,0 0,0 0,0 0,0 1,0 0,-1 0,1 1,0 0,0 1,-1 0,1 0,0 1,0 0,0 0,0 1,1 0,-1 0,1 1,0 0,-2 1,7-2,0-1,0 0,0 1,1 0,-1 0,1-1,0 1,0 0,0 0,0 0,0 0,1 0,-1 0,1 0,0 0,0 0,0 1,0-1,0 0,1 0,-1 0,1 0,0 0,0 0,0 0,1 0,-1-1,0 1,1 0,0-1,0 1,65 76,178 130,-245-209,43 49,-42-47,0-1,0 0,0 1,0-1,-1 1,1-1,0 1,-1 0,1-1,-1 1,1-1,-1 1,0 0,1 0,-1-1,0 1,0 0,0-1,-1 1,1 0,0-1,-1 1,1 0,-1-1,1 1,-1-1,0 1,0-1,0 1,1-1,-1 1,-1-1,1 0,0 1,-6 2,0-1,0 0,-1 0,1 0,-1-1,1 0,-1-1,1 1,-1-2,0 1,0-1,0 0,1-1,-1 1,0-2,0 1,0-1,5 2,1-1,-1 1,1-1,-1 0,0 0,1 0,-1 0,1 0,0 0,-1-1,1 1,0-1,0 0,0 1,0-1,0 0,0 0,1 0,-1-1,0 1,1 0,0-1,0 1,0 0,0-1,0 0,0 1,0-1,1 1,-1-1,1 0,0 1,0-1,0-2,3-5,0 0,1 0,0 0,1 0,0 0,1 1,0 0,0 0,1 1,0 0,0 0,1 0,0 1,5-4,19-17,1 2,1 1,2 1,0 2,1 1,2 3,0 0,19 4,-57 14,0 1,1-1,-1 1,0 0,0 0,0 0,0 0,1 0,-1 0,0 0,-1 0,1 0,0 1,0-1,0 0,-1 0,1 1,-1-1,1 0,-1 1,0-1,1 1,-1-1,0 1,0-1,0 1,0-1,0 1,0-1,0 0,-1 1,1-1,0 1,-1-1,1 0,-1 1,0-1,0 1,1 0,-13 57,7-37,1 1,1-1,1 1,1 0,1 0,1 5,0-24,0 0,1 0,-1 0,1 0,0-1,0 1,0 0,0-1,1 1,-1-1,1 1,0-1,0 1,0-1,0 0,1 0,-1 0,1-1,0 1,0-1,0 1,0-1,0 0,1 0,-1 0,1 0,-1-1,1 0,-1 1,1-1,0-1,3 1,24-5,-3-6</inkml:trace>
  <inkml:trace contextRef="#ctx0" brushRef="#br3" timeOffset="-160078.043">15032 8276,'-9'18,"1"17,9 12,14 9,13 10,2-8</inkml:trace>
  <inkml:trace contextRef="#ctx0" brushRef="#br3" timeOffset="-159631.759">15393 9037,'0'-404,"-1"402,1 1,-1 0,1-1,-1 0,1 1,0-1,0 1,-1-1,1 1,0-1,1 1,-1-1,0 0,0 1,1-1,-1 1,0-1,1 1,0-1,-1 1,1 0,0-1,0 1,0 0,0-1,0 1,0 0,0 0,0 0,0 0,1 0,-1 0,0 0,1 0,-1 1,0-1,1 0,-1 1,1-1,-1 1,1 0,-1-1,1 1,0 0,-1 0,1 0,1 0,21 9,-1 1,1 1,-2 1,0 1,0 1,13 7,-26-17,-1 0,1 0,-1 0,0 1,-1 1,1-1,-1 1,-1 0,1 1,-1-1,0 1,0 1,-1-1,0 1,0 0,-1 0,0 0,0 1,-1 0,0-1,0 3,-4 98,1-107,0 1,0-1,0 1,1-1,-1 1,1-1,0 0,0 1,0-1,0 0,0 1,0-1,1 0,-1 0,1 0,-1 0,1 0,0-1,0 1,0 0,0-1,0 0,0 1,0-1,0 0,1 0,-1 0,0 0,1 0,-1-1,1 1,-1-1,1 0,-1 1,1-1,-1 0,1-1,94-15,-84 10,0 0,-1-1,-1 0,1-1,-1-1,0 0,-1 0,0-1,-1 0,0 0,0-1,-1-1,0 1,-1-1,-1 0,0-1,0 0,-1 0,2-12,-6 22,-1 2,0 0,0 1,0-1,-1 0,1 1,0-1,0 0,0 1,0-1,0 0,0 1,1-1,-1 0,0 1,0-1,0 0,1 1,-1-1,0 0,1 1,-1-1,0 1,1-1,-1 1,1-1,-1 1,1-1,-1 1,1-1,-1 1,1 0,-1-1,1 1,0 0,-1-1,1 1,0 0,-1 0,1 0,0 0,-1 0,1-1,0 1,-1 0,1 0,0 1,-1-1,1 0,0 0,-1 0,1 0,0 1,44 109,-42-101,0 2,0 0,0 0,1 0,1 0,0-1,0 0,1 0,0 0,1-1,0 0,0 0,1-1,0 0,1 0,0 0,25-3,-21-10</inkml:trace>
  <inkml:trace contextRef="#ctx0" brushRef="#br3" timeOffset="-159394.393">16155 8355,'-19'-4,"-7"0,-2-1,-1-9,4-2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4:16.79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1 190,'0'-1,"1"0,0 0,0 0,0 0,0 0,1 0,-1 0,0 0,0 1,0-1,1 1,-1-1,0 1,0-1,1 1,-1 0,1-1,-1 1,0 0,1 0,-1 0,0 0,1 0,0 1,4-2,524-78,-270 35,184-5,-432 49,8-2,-1 0,0 2,1 0,-1 2,0 0,0 1,0 1,9 3,-8 5,-13-2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4:18.87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21 434,'-20'8,"20"-8,0 0,1 0,-1 0,0 0,0-1,1 1,-1 0,0 0,1 0,-1 0,0 0,0 0,1 0,-1 0,0 0,1 0,-1 1,0-1,0 0,1 0,-1 0,0 0,1 0,-1 0,0 1,0-1,0 0,1 0,-1 0,0 1,0-1,0 0,1 0,-1 0,0 1,0-1,0 0,0 1,0-1,1 0,-1 0,0 1,0-1,0 0,0 1,0-1,0 0,0 0,0 1,0-1,0 0,0 1,0-1,-1 0,1 0,0 1,0-1,0 0,0 0,0 1,0-1,-1 0,1 0,0 1,0-1,0 0,-1 0,1 0,0 1,0-1,122 8,-91-9,208-12,85-20,-36 2,1079-53,106 57,-812 2,20-5,-645 30,106 0,75-11,-65-7,238-18,152 23,-487 9,197-14,71-22,-273 32,-1 3,1 1,22 3,73-27,43 29,-110-14,-78 13,-1 0,1 0,0 0,0 0,-1 0,1-1,0 1,0 0,-1 0,1 0,0 0,0-1,-1 1,1 0,0 0,0 0,0-1,0 1,-1 0,1 0,0 0,0-1,0 1,0 0,0 0,0-1,0 1,0 0,0 0,0-1,0 1,0 0,0-1,0 1,0 0,0 0,0-1,0 1,0 0,0 0,0-1,0 1,0 0,0 0,1-1,-1 1,0 0,0 0,0 0,1-1,-2 1,-15-9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4:25.58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 15,'0'2,"-1"0,1 1,-1-1,1 0,0 1,0-1,0 0,0 1,0-1,0 1,1-1,-1 0,1 0,0 1,0-1,-1 0,1 0,1 0,-1 0,0 0,0 0,1 0,-1 0,1 0,0-1,0 1,-1 0,1-1,0 0,0 1,0-1,0 0,1 0,-1 0,0-1,0 1,1 0,-1-1,1 1,22 4,0-2,1 0,-1-1,1-2,11-1,-5 1,915-11,-64-11,-105-2,-546 25,479-11,16-21,42 32,-81 26,-196-14,-408-13,-84 0,0 0,0 0,0 0,0-1,0 1,0 0,0 0,0 0,0 0,0 0,0 0,0-1,0 1,0 0,0 0,0 0,0 0,-12-3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4:26.58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86,'1603'8,"-87"-59,-1240 39,-259 4,-39-3,17 9,-17-8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2:45.29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190 210,'-4'-18,"-5"-9,1-1,0 1,3 13,1 17,2 19,1 23,3 19,4 14,2 8,3 3,1-2,0-7,-2-8,-1-12,-2-16</inkml:trace>
  <inkml:trace contextRef="#ctx0" brushRef="#br0" timeOffset="382.979">44 23,'0'-1,"0"0,0 0,1 0,-1 0,1-1,-1 1,1 0,-1 0,1 0,-1 0,1 1,0-1,0 0,-1 0,1 0,0 0,0 1,0-1,0 0,0 1,0-1,0 1,0-1,0 1,0 0,1-1,-1 1,0 0,0 0,0 0,0 0,0 0,1 0,-1 0,0 0,0 0,0 0,1 1,46 16,-16 1,-1 1,-1 2,0 1,-2 1,-1 2,-1 0,-1 2,-1 1,-2 0,0 2,-2 1,0 4,-7-16,-1 1,-2 1,0 0,-1 0,-1 1,-1 0,-1 1,-1 0,-1-1,-1 1,-1 1,-1-1,-1 0,-1 0,0 0,-2 0,-4 11,2-22,-1 1,0-2,0 1,-2-1,1 0,-2 0,1-1,-1 0,-1 0,0-1,0 0,-1-1,0-1,0 1,-1-2,0 1,0-2,0 0,-4 1,-1 0,-1 0,0-1,0-1,0-1,-1-1,1 0,-1-1,1-1,-1-1,1-1,-1 0,1-2,-12-3,24 6,0 0,0-1,1 0,-1 0,0-1,1 0,0 0,-1 0,1 0,0-1,1 0,-1 0,1 0,-1-2,4 5,1 1,-1-1,1 0,0 0,0 0,-1 0,1 0,0 0,0 0,0 0,0 0,0 0,0 0,0 0,0 0,0 1,0-1,1 0,-1 0,0 0,1 0,-1 0,1 0,-1 0,1 1,-1-1,1 0,0 0,-1 1,1-1,0 0,-1 1,1-1,0 1,0-1,17-12</inkml:trace>
  <inkml:trace contextRef="#ctx0" brushRef="#br0" timeOffset="1033.637">765 371,'0'-56,"5"51,1 17,3 18,-1 1,-2 0,0 0,-2 0,-1 27,-2-50,15 278,-14-275,-1-37,-4-222,-14-49,14 262,8 25,7 31,-9-15,-2-4,20 42,3 0,1-2,2-2,16 19,-42-58,-1 1,1 0,0-1,0 1,0 0,0 0,1-1,-1 1,0-1,1 1,-1-1,1 1,-1-1,1 0,0 0,0 0,-1 0,1 0,0 0,0 0,0-1,0 1,0-1,0 1,0-1,0 0,0 0,0 0,0 0,0 0,1 0,-1 0,0-1,0 1,0-1,0 0,-1 1,2-2,5-8,-1-1,0 0,0-1,-2 1,1-1,-2-1,1 1,-2 0,0-1,0 0,1-3,63-218,-59 215,-8 19,1 0,-1-1,0 1,1 0,-1 0,0 0,1-1,-1 1,0 0,1 0,-1 0,0 0,1 0,-1 0,0 0,1 0,-1 0,1 0,-1 0,0 0,1 0,-1 0,0 0,1 0,-1 0,0 0,1 1,-1-1,0 0,1 0,-1 0,0 1,1-1,-1 0,0 0,0 1,1-1,-1 0,0 1,0-1,1 0,-1 1,0-1,0 0,0 1,0-1,0 0,0 1,0-1,1 0,-1 1,0-1,0 1,0-1,0 0,-1 1,1-1,0 0,0 1,0-1,0 0,0 1,0-1,-1 0,1 1,0-1,0 1,10 152,-6-67,0 26,5 0,14 52,8-74,-14-64</inkml:trace>
  <inkml:trace contextRef="#ctx0" brushRef="#br0" timeOffset="1431.24">1594 210,'-14'31,"2"1,2 0,0 0,2 1,2 0,1 1,1-1,2 1,2 0,1-1,1 1,3 9,-1-19,0 0,1-1,1 1,2-1,0-1,3 5,-8-20,0-1,1 1,-1-1,2 0,-1 0,0 0,1-1,0 1,0-1,1 0,0 0,0-1,0 0,0 0,0 0,1-1,0 0,-1 0,1-1,0 0,1 0,-1 0,1-2,-1 1,0-1,1-1,-1 1,1-1,-1-1,0 1,0-1,0 0,0-1,0 0,0 0,-1 0,1-1,-1 0,0 0,0-1,-1 1,1-1,4-6,0 0,0-1,-1 0,0-1,-1 0,0-1,-1 0,0 0,-1 0,2-9,2-24,-2 1,-3-1,-1 0,-2 0,-2 0,-2-1,-3 1,-1 1,-5-9,-8-37,13 80,7 19,9 14,3 4</inkml:trace>
  <inkml:trace contextRef="#ctx0" brushRef="#br0" timeOffset="1716.992">2329 156,'17'19,"-1"1,-1 1,-2 0,0 0,4 10,-4-7,21 40,2-1,4-2,1-2,4-1,2-3,2-2,2-2,3-2,21 13,-63-54,-8-4,1 0,0 0,0-1,0 0,0 0,0 0,0-1,1 0,0 0,-1 0,1 0,0-1,0 0,1 0,6-8,-6-5</inkml:trace>
  <inkml:trace contextRef="#ctx0" brushRef="#br0" timeOffset="1969.318">2717 303,'-2'-11,"-3"-4,-4 0,-4 13,-6 22,-15 30,-16 32,-19 29,-15 21,-8 6,2-7,15-25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2:48.2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40,'25'0,"22"0,16-2,14-4,10-2,1 0,-3 1,-7 2,-17 2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2:48.96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0 583,'6'5,"1"-1,0 0,-1 0,2 0,-1-1,0 0,0-1,1 0,0 0,-1 0,1-1,0 0,0-1,0 0,-1 0,1 0,0-1,0-1,-1 1,1-1,0 0,-1-1,7-3,0 1,-1-1,0-1,-1-1,1 1,-1-2,-1 0,0 0,0-1,-1-1,0 1,0-2,3-5,21-60,-33 74,0 0,0 0,0 0,-1-1,1 1,-1 0,0 0,0 0,-1 0,1-1,0 1,-1 0,0 0,0 0,0 0,0 0,0 0,-1 0,1 1,-1-1,0 0,1 1,-1-1,0 1,-1-1,2 2,0 0,-1 0,1 1,0-1,-1 0,1 0,-1 1,1-1,-1 1,1-1,-1 1,1-1,-1 1,0 0,1 0,-1 0,0 0,1 0,-1 0,1 1,-1-1,1 0,-1 1,0-1,1 1,0 0,-1-1,1 1,-1 0,1 0,0 0,-1 0,1 0,0 0,0 0,0 0,-34 53,26-24,0 1,3 0,0 0,2 0,2 1,0 23,1 60,5 0,6 0,4-1,5 0,7 8,31 163,-54-249,-4-13</inkml:trace>
  <inkml:trace contextRef="#ctx0" brushRef="#br0" timeOffset="487.698">120 1024,'5'-10,"0"1,1-1,0 1,0 0,1 1,0-1,0 2,1-1,0 1,1 0,-1 0,1 1,2 0,-11 5,23-16,1 0,0 2,2 0,-1 2,1 1,1 1,0 1,1 1,0 2,11-1,-35 7,1 0,-1 1,0 0,1 0,-1 0,1 1,-1-1,0 1,1 0,-1 0,0 0,0 1,0 0,0-1,0 1,0 1,0-1,-1 1,1-1,-1 1,0 0,0 0,0 1,0-1,0 0,-1 1,1 0,-1 0,0-1,0 1,-1 1,2 0,30 156,-32-159,-1 0,0-1,1 1,-1-1,1 1,0 0,-1-1,1 0,0 1,0-1,0 1,0-1,0 0,1 0,-1 1,0-1,0 0,1 0,-1 0,1-1,-1 1,1 0,-1 0,1-1,-1 1,1-1,0 1,-1-1,1 0,-1 0,1 0,0 0,0 0,-1 0,1 0,0 0,-1-1,1 1,-1-1,1 1,0-1,-1 1,1-1,-1 0,0 0,1 0,8-8,-1 0,0 0,0 0,-1-1,-1-1,1 1,-2-1,1-1,-2 1,1-1,-2 0,0 0,3-11,23-97,-29 169,-2-23,6 92,-5-114,1 1,0-1,1 1,-1-1,1 0,0 1,0-1,0 0,0 0,1 0,0-1,0 1,0 0,0-1,0 0,1 0,-1 0,1 0,0-1,0 1,0-1,0 0,2 0,26 6,-1-6</inkml:trace>
  <inkml:trace contextRef="#ctx0" brushRef="#br0" timeOffset="855.759">1137 704,'-1'15,"1"0,0 0,1 0,0 0,2 0,0 0,0 0,2-1,-1 1,2-1,0 0,1-1,0 0,1 0,0 0,6 5,-12-14,1-1,-1 1,1-1,0 0,0 0,0 0,0 0,1 0,-1-1,1 0,-1 0,1 0,0 0,0 0,0-1,0 1,0-1,0 0,0 0,1-1,-1 0,0 1,0-1,1 0,-1-1,0 1,0-1,0 0,1 0,-1 0,0-1,0 1,-1-1,1 0,0 0,0 0,0-1,6-9,1 1,-2-2,1 1,-2-1,0-1,0 0,-1 0,-1 0,-1-1,0 1,0-2,-2 1,2-9,-1 7,-2 49,-3-24,1 0,-1 0,1 0,0 0,1 1,0-1,0 0,1 0,0 0,0 0,1-1,0 1,1 0,-1-1,1 0,1 0,-1 0,1-1,1 1,-1-1,1 0,0-1,0 1,0-1,1-1,0 1,5 2,33 7,0-5</inkml:trace>
  <inkml:trace contextRef="#ctx0" brushRef="#br0" timeOffset="1499.587">1992 717,'-20'0,"-75"7,91-6,0 0,1 0,-1 1,1-1,0 1,-1 0,1 0,0 0,0 0,0 1,0-1,1 1,-1-1,1 1,-1 0,1 0,0 0,0 1,0-1,1 0,-1 1,1-1,-1 4,1-1,0-1,0 0,0 1,1-1,0 1,0-1,1 1,0-1,0 1,0-1,0 1,1-1,0 0,0 0,0 0,1 0,-1 0,1 0,0-1,1 1,-1-1,1 0,2 2,4 3,-1 0,1-1,0-1,1 0,0 0,0-1,1 0,-1-1,12 3,-15-4,1-1,0-1,-1 0,1 0,0-1,1 0,-1 0,0-1,0 0,0-1,0 0,0-1,0 1,0-2,0 1,-1-1,1-1,-1 1,0-1,0-1,0 0,-1 0,1 0,-1-1,0 0,1-2,5-13,-1 0,-1-1,-1 0,-1-1,-1 0,-1 0,-1-1,-1 0,-1 0,-1 0,-2 0,0-1,-1-1,0 23,9-135,-6 1,-12-100,-4 157,14 80,-1-1,0 1,0-1,0 1,0-1,0 1,0 0,0-1,-1 1,1-1,0 1,0-1,0 1,0 0,0-1,-1 1,1-1,0 1,0 0,-1-1,1 1,0 0,-1-1,1 1,0 0,-1-1,1 1,0 0,-1 0,1 0,-1-1,1 1,0 0,-1 0,1 0,-1 0,1 0,-1 0,1 0,0 0,-1 0,1 0,-1 0,1 0,-1 0,1 0,-1 0,1 0,0 0,-1 0,1 1,-1-1,1 0,0 0,-1 1,1-1,0 0,-1 0,1 1,0-1,-1 0,1 1,-15 26,3 9,3 1,0-1,3 1,1 0,1 1,2 14,0-10,1-1,2 1,2-1,2 1,1-1,2 0,2-1,2 0,2-1,1 0,2-1,18 29,-29-56,2-1,-1 0,1 0,1-1,0 0,0 0,1-1,0 0,8 4,-13-9,-1-1,1 1,0-1,0 0,0-1,0 1,0-1,0 0,0 0,0-1,1 1,-1-1,0 0,0-1,0 1,1-1,-1 0,0 0,0-1,0 0,0 0,-1 0,1 0,3-2,7-9,0 0,-1-1,0-1,-1 0,-1 0,0-2,-2 1,1-1,-2-1,0 0,-2 0,5-14,-10 28,8-18,-10 22,0 1,0-1,0 0,0 0,0 0,1 1,-1-1,0 0,0 0,0 0,0 0,0 0,0 1,1-1,-1 0,0 0,0 0,0 0,1 0,-1 0,0 0,0 1,0-1,1 0,-1 0,0 0,0 0,0 0,1 0,-1 0,0 0,0 0,0 0,1 0,-1 0,0 0,0-1,0 1,1 0,-1 0,0 0,0 0,0 0,1 0,-1 0,0 0,0-1,0 1,0 0,0 0,1 0,-1 0,0-1,0 1,0 0,0 0,0 0,0-1,0 1,0 0,2 21,-2-19,0 29,7 70,-6-97,0 0,1 0,-1 0,1 0,0 0,0 0,0 0,0-1,1 1,-1-1,1 0,0 0,0 0,0 0,0 0,1-1,-1 1,1-1,0 0,-1 0,1 0,1 0,64 2,-35-11</inkml:trace>
  <inkml:trace contextRef="#ctx0" brushRef="#br0" timeOffset="1748.922">2888 530,'-18'-7,"-11"-4,-5-6,4 1</inkml:trace>
  <inkml:trace contextRef="#ctx0" brushRef="#br0" timeOffset="1900.029">1992 343,'20'-3,"28"-2,30-3,30-3,23 1,16 3,7 1,-23 3</inkml:trace>
  <inkml:trace contextRef="#ctx0" brushRef="#br0" timeOffset="3329.259">3275 717,'0'6,"-1"-1,1 1,0 0,1 0,0 0,-1-1,2 1,-1 0,1-1,0 1,0-1,0 1,1-1,0 0,0 0,0 0,1-1,-1 1,1-1,0 0,1 0,-1 0,1 0,-1-1,1 0,0 0,0 0,1-1,-1 1,1-1,-1 0,1-1,-1 0,1 1,3-1,-4-1,1 0,-1-1,0 1,1-1,-1 0,0 0,0-1,1 1,-1-1,0-1,-1 1,1 0,0-1,-1 0,1 0,-1-1,0 1,0-1,0 0,-1 0,0 0,1 0,-1-1,-1 1,1-1,0 0,-1 0,0 0,-1 0,1 0,-1 0,0-1,0 1,0-5,-1 1,0 1,0 0,-1 0,0 0,0 0,-1 0,0 0,-1 1,0-1,0 1,0-1,-1 1,0 0,0 0,-1 1,0-1,0 1,-1 0,0 0,0 1,0 0,0 0,-1 0,0 1,0 0,0 0,-1 1,1 0,-1 0,1 1,-1 0,0 0,0 0,0 1,0 1,-1-1,1 2,0-1,-6 2,-19 10,33-11,-1 0,1-1,0 1,-1-1,1 1,0 0,0-1,-1 1,1 0,0-1,0 1,0 0,0 0,0-1,0 1,0 0,0-1,0 1,0 0,1-1,-1 1,0 0,0-1,1 1,-1 0,0-1,1 1,-1-1,1 1,-1 0,1-1,-1 1,1-1,-1 0,1 1,-1-1,1 1,-1-1,1 0,0 1,-1-1,1 0,0 0,-1 1,1-1,0 0,0 0,11 5,0 0,0-1,1-1,-1 0,1-1,0 0,0-1,0 0,3-1,-9 1,241-11,-111 1,-134 9,-1-1,0 1,0-1,0 1,0-1,0 1,0 0,0 0,0 0,0 0,0 1,0-1,0 1,0-1,0 1,0-1,0 1,0 0,0 0,0 0,-1 0,1 0,0 0,-1 1,1-1,-1 1,1-1,-1 1,0-1,0 1,0 0,1 0,-7 80,-1-45,5-33,0 0,0 0,0 0,1 0,-1 0,1 0,0 0,0 0,1 0,-1 0,1 1,0-1,0 0,0 0,1-1,-1 1,1 0,0 0,0-1,0 1,1-1,-1 0,1 1,0-1,0-1,0 1,0 0,0-1,1 1,-1-1,1 0,-1 0,1 0,5-1,0-1,0 0,0 0,0-1,1 0,-2-1,1 0,0 0,0-1,-1 0,1 0,-1-1,0 0,0-1,0 1,-1-2,0 1,0-1,0 0,0 0,-1-1,0 0,-1 0,1-1,-2 1,1-1,-1 0,0 0,0-1,-1 1,0-1,1-6,6-69,-11 120,3-28,0-1,1 0,-1 0,1 0,1 0,-1-1,1 1,0-1,1 0,0 0,0 0,0-1,0 0,1 0,0 0,0 0,0-1,1 0,-1-1,1 1,0-1,0 0,1-1,18 7,0-1,1-2,0-1,0-1,23 0,-3 0,1-2,-1-2,1-3,-1-1,0-3,46-12,-26-12,-65 30,0 0,0-1,0 1,-1 0,1-1,0 1,-1-1,1 0,-1 1,0-1,0 0,0 0,1 0,-2 0,1 0,0 0,0 0,-1 0,1 0,-1 0,0-1,1 1,-1 0,0 0,0 0,0-1,-1 1,1 0,-1 0,0-2,-4-3,0 1,0 0,-1 0,1 0,-1 1,-1 0,1 0,-1 0,0 1,0 0,0 0,-1 1,0 0,1 0,-1 1,0 0,0 0,0 1,0 0,0 0,0 1,-5 1,7-2,1 1,-1 0,0 0,1 1,-1 0,1 0,-1 0,1 0,0 1,-1 0,1 0,0 1,0-1,1 1,-1 0,0 0,1 1,0 0,0-1,0 1,0 0,0 1,1-1,0 1,0 0,0 0,1-1,-1 2,1-1,0 0,1 0,-1 1,1-1,0 1,0-1,1 1,0 1,0-2,0-1,1 1,-1 0,1 0,0 0,0-1,1 1,-1 0,1-1,0 1,1-1,-1 0,1 0,0 0,0 0,0 0,0-1,0 1,1-1,0 0,0 0,0 0,0 0,0-1,0 0,1 0,-1 0,3 1,2 0,-1-1,1 0,0-1,-1 1,1-1,0-1,0 0,0 0,0-1,-1 0,1-1,0 1,-1-2,1 1,3-3,2-2,0-1,-1 0,0-1,0 0,-1-1,0-1,8-9,-20 20,0 1,0-1,-1 1,1 0,0-1,0 1,0 0,0-1,0 1,0-1,0 1,0 0,0-1,0 1,0 0,0-1,1 1,-1 0,0-1,0 1,1-1,-1 1,0-1,1 1,-1-1,1 1,-1-1,0 1,1-1,-1 1,1-1,-1 1,1-1,0 0,-1 0,1 1,-1-1,1 0,0 0,-1 1,1-1,0 0,-1 0,1 0,-1 0,1 0,0 0,-1 0,1 0,0 0,-1 0,1-1,0 1,-1 0,1 0,-1-1,1 1,-1 0,1-1,0 1,-1 0,1-1,-1 1,0-1,1 1,-1-1,1 1,-1-1,0 1,1-1,0 5,1 4,0 0,1 0,0 0,0 0,1-1,0 0,0 0,0 0,1 0,4 3,-7-7,0-1,0 0,1 0,-1 0,1 0,0 0,-1 0,1-1,0 1,0-1,0 0,0 0,0 0,0 0,0-1,1 1,-1-1,0 0,0 0,0 0,1 0,-1 0,0-1,0 0,0 1,0-1,0 0,0 0,0-1,4-3,-1 1,0-2,0 1,0-1,-1 0,0 0,0 0,-1-1,1 0,-2 0,1 0,-1 0,0-1,0 1,-1-1,0 1,0-1,-1 0,0 0,0-5,1-4,-1 0,0 1,-2-1,0 0,0 0,-2 1,0-1,-1 1,-2-6,4 16,1 5,0-1,0 1,0 0,1-1,-1 1,0 0,1-1,-1 1,1-1,-1 1,1-1,0 0,0 1,0-1,0 1,0-1,0 1,0-1,0 1,0-1,1 0,-1 1,1-1,-1 1,1 0,0-1,-1 1,1-1,0 1,0 0,0 0,1-1,56 11,45 11,-51-11,0 2,0 3,31 13,-78-26,-1 0,1 1,-1 0,0 0,0 0,0 0,0 0,0 1,0 0,-1 0,1 0,-1 0,0 1,0-1,0 1,0 0,-1 0,1 0,-1 0,0 0,0 0,-1 1,1-1,-1 0,0 1,0 4,-24 119,23-126,1 0,-1 0,1 0,0 0,-1 0,1 0,0 0,0-1,0 1,1 0,-1-1,0 1,0-1,1 1,-1-1,1 0,0 1,-1-1,1 0,0 0,0 0,-1-1,1 1,0 0,0-1,0 1,0-1,0 1,0-1,0 0,0 0,65-4,-47-2,0-1,0-1,-1 0,0-1,0-2,-1 0,0 0,-1-2,-1 0,0-1,-1-1,0 0,11-16,19-56,-44 84,0 1,0 0,-1 0,1-1,-1 1,1-1,-1 1,0 0,0-1,0 1,0-1,-1 1,1 0,-1-1,1 1,-1 0,0-1,0 1,0 0,0 0,0 0,0 0,-1 0,1 0,-1 0,1 0,-1 1,0-1,0 0,0 1,0-1,0 1,0 0,0 0,0 0,0 0,0 0,-1 0,-3 0,0 0,0 0,0 0,0 1,0 0,0 0,-1 0,1 1,0 0,1 0,-1 1,0-1,0 1,1 1,-1-1,1 1,-1 0,1 0,0 1,0-1,1 1,-1 0,1 0,0 1,0-1,0 1,0 0,1 0,0 0,0 1,0-1,1 1,0-1,0 1,0 0,1 0,0 0,0 0,0 0,1 0,0 0,0 1,5 4,0 1,0-1,1-1,1 1,0-1,0 0,1-1,0 1,1-2,0 1,1-1,-1-1,1 1,1-2,-1 1,1-1,0-1,1 0,-1-1,6 1,26 10,0-2,0-2,2-2,-1-2,1-2,0-1,43-4,-2-2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3:01.51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197 400,'-11'0,"1"1,-1 0,1 1,-1 0,1 0,0 1,0 1,0-1,0 2,1-1,0 1,0 1,-6 4,11-7,-1 0,1 1,1 0,-1 0,0 0,1 0,0 0,0 1,0 0,1-1,-1 1,1 0,0 0,1 0,-1 0,1 1,0-1,0 0,1 1,-1-1,1 0,0 1,1-1,-1 0,1 1,0-1,1 2,1 0,-1 0,1 0,1-1,-1 1,1-1,0 0,1 0,-1 0,1-1,0 0,1 0,-1 0,1 0,0-1,0 0,0 0,1-1,-1 0,1 0,0 0,6 1,5 1,0 0,0-1,1-1,-1-1,1-1,-1 0,1-2,2 0,-3 0,1-1,0-1,-1-1,0-1,0-1,0 0,0-1,-1-1,0 0,-1-1,0-1,0-1,-1 0,-1-1,1-1,-11 9,0 0,-1 0,1 0,-1 0,0-1,0 1,0-1,0 0,-1 0,0 0,0 0,0-1,-1 1,1 0,-2-1,1 1,0-1,-1 1,0-1,-1 6,1-1,-1 1,0 0,0-1,1 1,-1 0,0 0,0 0,1-1,-1 1,0 0,0 0,0 0,1 0,-1 0,0 0,0 1,0-1,1 0,-1 0,0 1,0-1,1 0,-1 1,0-1,1 0,-1 1,0-1,1 1,-1-1,1 1,-1 0,1-1,-1 1,1 0,-1-1,1 1,-1 0,1-1,0 1,0 0,-1 0,1-1,0 1,0 0,0 0,0 0,-5 7,1 0,1 0,0 0,0 0,0 1,1-1,0 1,1 0,0-1,0 1,1 4,0-9,0 0,1 0,-1 0,1 0,0 0,-1-1,2 1,-1 0,0 0,1-1,0 1,0 0,0-1,0 0,1 0,-1 1,1-1,0-1,-1 1,2 0,-1-1,0 1,0-1,1 0,-1 0,1 0,3 0,0 0,0 0,0-1,1 0,-1 0,1-1,-1 1,0-2,1 1,-1-1,0 0,1-1,-1 1,0-1,0-1,0 0,0 0,-1 0,1 0,-1-1,0 0,0-1,0 1,-1-1,1-1,-1 1,0 0,-1-1,1 0,-1 0,0-1,-1 1,0-1,0 0,0 0,-1 0,2-5,-4 4,1 0,-1 0,0-1,-1 1,1 0,-2 0,1 0,-1 0,-1 0,1 0,-1 1,-1-1,1 1,-3-3,4 6,1 1,-1 0,-1 0,1 0,0 0,-1 0,0 1,1-1,-1 1,0-1,0 1,-1 0,1 0,0 1,-1-1,1 1,-1-1,1 1,-1 0,0 1,1-1,-1 0,0 1,1 0,-1 0,0 0,0 1,1-1,-1 1,0 0,1 0,-2 0,-3 3,1 0,-1 0,1 1,-1 0,1 0,1 1,-1 0,1 0,0 0,1 1,-1 0,1 0,0 1,1-1,0 1,0 0,1 0,0 0,0 0,1 1,0-1,1 1,0 0,0 3,0-8,1-1,0 1,0 0,1-1,-1 1,1-1,0 1,0-1,0 1,0-1,1 1,-1-1,1 0,0 0,0 0,0 0,0 0,1 0,-1-1,1 1,0-1,0 1,-1-1,1 0,1 0,-1 0,0-1,4 2,1 0,1 0,0-1,0 0,0-1,0 0,1 0,-1-1,0 0,0-1,9-1,23-6</inkml:trace>
  <inkml:trace contextRef="#ctx0" brushRef="#br0" timeOffset="299.741">878 13,'-9'-3,"1"1,-1 0,0 0,1 1,-1 0,0 0,0 1,0 0,0 1,0 0,0 0,1 1,-1 0,0 1,1 0,0 0,0 1,0 0,-7 4,9-5,1 1,0 0,0 0,0 0,1 1,-1-1,1 1,0 0,0 1,1-1,-1 0,1 1,1 0,-1 0,1 0,0 0,0 0,0 0,1 1,0-1,1 1,-1-1,1 0,0 1,1-1,0 1,1 3,4 9,2-1,0-1,1 0,1 0,1 0,0-1,1-1,1 0,0-1,1 0,0-1,16 11,3 6,9 12,-2 1,-1 2,23 38,-60-80,0 1,0-1,1 0,-1-1,1 1,-1 0,1-1,0 1,0-1,0 0,1 0,-1 0,0 0,1-1,-1 1,1-1,-1 0,1 0,0 0,-1-1,1 1,0-1,0 0,-1 0,3-1,16-1,0-2,0 0,-1-2,1 0,-1-2,2-1,33-13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2:58.0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293 468,'-21'60,"5"-85,13 17,-1-1,-1 0,1 1,-1 0,-1 0,0 0,0 1,0 0,-1 0,0 0,0 1,0 0,-1 0,0 1,0 0,-1 1,0-1,1 2,-1-1,0 1,-8-1,14 3,0 1,-1-1,1 1,0 0,0 0,0 1,-1-1,1 0,0 1,0 0,0 0,0 0,0 0,0 0,0 1,0-1,0 1,1 0,-1 0,0 0,1 0,0 0,-1 1,1-1,0 1,0-1,1 1,-1 0,0 0,1 0,0-1,0 2,0-1,-1 2,-1 6,1 0,0 0,1 0,0 1,0-1,1 1,1-1,0 0,1 6,1 1,1 0,0 0,1 0,1-1,1 0,1 0,0 0,1-1,0-1,2 1,-1-1,2-1,0 0,1-1,0 0,1-1,1-1,-1 0,2-1,0 0,0-1,6 2,-13-9,-1 0,0 0,1-1,-1 0,1-1,-1 0,1 0,-1-1,1 0,-1 0,1-1,-1 0,0 0,0-1,0 0,0-1,-1 1,1-2,-1 1,0-1,0 0,0 0,-1-1,0 0,0 0,0-1,-1 1,0-1,-1 0,1-1,-1 1,0-1,-1 0,0 0,1-4,-2 7,1 0,-1-1,0 1,-1-1,0 1,0-1,0 0,0 0,-1 1,0-1,0 0,0 0,-1 0,0 1,0-1,-2-4,3 10,-1 0,1-1,-1 1,1 0,-1 0,1 0,-1-1,1 1,-1 0,0 0,1 0,-1 0,1 0,-1 0,1 0,-1 0,1 0,-1 0,1 0,-1 0,1 1,-1-1,1 0,-1 0,1 0,-1 1,1-1,-1 0,1 1,-1-1,1 0,0 1,-1-1,1 1,-1-1,1 0,0 1,0-1,-1 1,1-1,0 1,0-1,0 1,-1-1,1 1,0 0,0-1,0 1,0-1,0 1,0-1,0 1,0-1,0 1,0-1,1 1,-1-1,0 1,0 0,1-1,-2 7,1 0,0 0,0-1,1 1,0 0,0 0,1-1,-1 1,2-1,-1 1,1-1,0 0,0 0,0 0,1-1,0 1,0-1,1 1,-1-1,1-1,0 1,0-1,1 0,2 2,-1-1,-1-1,1 1,1-1,-1-1,0 1,1-1,0 0,0-1,0 0,0 0,0-1,0 0,0 0,0-1,1 0,-1 0,0-1,0 0,0-1,1 0,-5 1,-1-1,0 1,0-1,0 0,-1 0,1 0,0 0,-1 0,1-1,-1 1,0-1,0 1,0-1,0 0,0 0,-1 0,1 0,-1 0,0 0,0-1,0 1,0 0,-1-1,1 1,-1 0,0-1,0 1,0 0,0-1,-1 1,1-1,-1 1,0 0,0 0,0-1,0 1,-1 0,1 0,-1 0,0 0,0 0,0 1,0-1,0 1,-1-1,1 1,-3-2,-4-5,0 0,-1 1,-1 0,1 1,-1 0,-1 0,1 1,-1 1,0 0,0 0,0 1,-5 0,7-5,32 4,48-6,0 4,0 3,31 4,-83 0,0 1,-1 1,1 1,-1 0,0 1,0 1,8 4,-20-7,0 0,0 0,0 1,-1 0,1 0,-1 0,0 0,0 1,0 0,0-1,0 2,-1-1,0 0,0 1,0-1,0 1,-1 0,0 0,0 0,0 0,0 0,-1 0,0 1,0-1,0 6,-2 3,1-13,-1 1,1-1,0 1,-1-1,1 1,0 0,0-1,0 1,0 0,0-1,0 1,0-1,1 1,-1 0,0-1,1 1,0-1,-1 1,1-1,0 1,0-1,-1 0,1 1,0-1,1 0,-1 0,0 1,0-1,0 0,1 0,-1 0,0-1,1 1,-1 0,2 0,4-2,1-1,-1 0,1 0,-1 0,0-1,0 0,0 0,0-1,0 0,-1 0,0-1,0 0,0 0,0 0,-1-1,0 0,4-5,1 0,-2-1,1 0,-1 0,-1-1,-1 0,1 0,-2-1,0 0,-1 0,0 0,1-8,-7 33,0-1,1 1,0 0,1 0,1-1,0 1,0 0,1-1,0 1,1-1,0 1,0-1,1 0,1 0,0-1,0 1,1-1,0 0,0-1,1 0,0 0,1 0,0 0,0-1,9 5,19 2,-2-5</inkml:trace>
  <inkml:trace contextRef="#ctx0" brushRef="#br0" timeOffset="501.193">1857 375,'-14'0,"1"0,-1 1,1 1,-1 0,1 1,-1 0,1 1,0 0,1 1,-1 0,1 1,0 1,0 0,1 1,0 0,9-7,1 0,-1 1,1-1,-1 1,1-1,0 1,0 0,-1 0,1-1,0 1,0 0,1 0,-1 0,0 0,1 0,-1 0,1 0,0 0,0 1,-1-1,1 0,1 0,-1 0,0 0,0 0,1 0,-1 0,1 0,0 0,0 0,0 0,0 0,0 0,0-1,0 1,0 0,1-1,-1 1,1 0,-1-1,1 0,-1 1,1-1,125 81,-108-73,-1 1,0 0,-1 1,0 1,-1 1,0 0,-1 1,11 14,-24-27,-1 1,1-1,-1 1,1-1,-1 1,0-1,0 1,0 0,0-1,0 1,0 0,0 0,0 0,-1 0,1 0,-1 0,1 0,-1 0,0 0,0 0,0 0,0 0,0 0,0 0,-1 0,1 0,-1 0,1-1,-1 1,0 0,0 0,1 0,-1 0,-1-1,1 1,0 0,0-1,-1 1,1-1,0 0,-1 1,0-1,1 0,-1 0,0 0,0 0,1 0,-2 0,0 0,0-1,1 0,-1 0,0 0,0 0,0-1,1 1,-1-1,0 0,1 1,-1-1,1 0,-1-1,1 1,-1 0,1-1,0 1,-1-1,1 0,0 0,0 0,0 0,1 0,-1 0,0 0,1-1,-1 1,1-1,0 1,0-1,0 1,0-1,0 0,1 1,-1-1,1 0,0 0,0 1,0-1,0 0,0 0,0 1,1-1,-1 0,1 0,0 1,0-1,0 1,0-1,0 1,1-1,4-11,1 0,0 0,0 0,2 1,0 1,0 0,1 0,1 0,0 1,0 1,1 0,0 1,1 0,0 1,0 0,1 1,0 0,12-3,-22 8,0 0,1 0,-1 0,1 1,0-1,-1 1,1 0,0 0,0 1,-1 0,1 0,0 0,0 0,0 1,-1-1,1 1,0 1,-1-1,1 0,-1 1,1 0,-1 0,0 1,0-1,0 1,0 0,0 0,0 0,-1 0,0 1,0 0,0-1,2 5,17 90,-8-18,-13-78,-1 0,1-1,-1 1,1 0,0 0,0-1,0 1,0 0,0-1,0 1,0-1,0 1,1-1,-1 0,1 1,-1-1,1 0,-1 0,1 0,0 0,-1 0,1-1,0 1,0 0,-1-1,1 1,0-1,0 0,0 0,0 0,0 0,0 0,0 0,-1 0,1 0,0-1,0 1,0-1,0 1,-1-1,1 0,1 0,11-9</inkml:trace>
  <inkml:trace contextRef="#ctx0" brushRef="#br0" timeOffset="753.521">2284 241,'-9'5,"4"5,12 7,4-1</inkml:trace>
  <inkml:trace contextRef="#ctx0" brushRef="#br0" timeOffset="1934.629">2859 549,'-4'-12,"0"0,0-1,-1 1,0-1,-1 1,0 1,-1-1,0 1,-1 0,0 1,-1 0,-9-8,16 16,1 1,-1 0,0 0,0 1,0-1,0 0,0 0,0 1,0-1,0 1,0 0,0 0,0 0,0 0,0 0,0 0,0 0,0 1,0-1,0 1,0-1,0 1,0 0,0 0,0-1,1 2,-1-1,0 0,1 0,-1 0,0 1,1-1,0 1,-1-1,0 3,-37 64,34-56,1 1,0 0,1 0,1 0,0 0,0 0,1 9,1-18,0 0,0 0,1 0,-1 0,1 0,0 0,0-1,0 1,0 0,1 0,-1 0,1-1,0 1,0-1,0 0,1 1,-1-1,1 0,0-1,0 1,0 0,0-1,0 1,1-1,-1 0,1 0,0 0,3-1,1 0,-1-1,1 0,0 0,-1 0,1-1,0 0,-1-1,1 1,-1-2,0 1,0-1,0 0,0 0,0-1,-1 0,1 0,-1 0,0-1,0 0,-1 0,1-1,-1 0,-1 0,1 0,-1 0,1-3,8-12,-2 0,-1-1,0 0,-2-1,0 0,-2-1,0 1,-2-1,-1 0,-1-1,0 1,-2 0,-1 0,-1-1,-1 1,-1 0,-6-17,10 39,-2-10,0 1,-1 0,0 0,-1 0,0 1,0-1,-1 1,-1 0,1 0,-4-3,8 13,-1-1,1 0,0 1,0 0,-1-1,1 1,0 0,0-1,-1 1,1 0,0 0,-1 0,1 0,0 0,0 1,-1-1,1 0,0 0,-1 1,1-1,0 1,0-1,0 1,0 0,0-1,-1 1,1 0,0 0,0 0,1 0,-1 0,0 0,0 0,0 0,1 0,-1 0,0 0,1 0,-1 1,1-1,0 0,-1 0,1 1,0-1,0 0,0 1,0-1,0 0,0 0,0 1,0-1,0 1,-7 35,2 0,1 0,2 1,1-1,4 37,-1-41,2-1,0 0,3 1,0-2,2 1,1-1,3 2,-8-21,0-1,1 1,0-1,1 0,0 0,1-1,0 0,1-1,0 0,0 0,1 0,0-1,1-1,0 0,0 0,0-1,1-1,0 0,3 1,-6-4,0-1,0 1,1-2,-1 1,0-1,0-1,0 0,1 0,-1 0,0-1,0-1,-1 0,1 0,0 0,-1-1,0-1,0 1,0-1,-1 0,1-1,-1 0,0 0,-1-1,0 0,0 0,0 0,-1-1,0 0,0 0,-1 0,0-1,3-4,-1 0,0 0,-1 0,-1 0,0-1,0 0,-2 0,0 0,0 0,-1 0,-1-1,0 15,-1 0,1 1,0-1,-1 0,1 1,-1-1,1 0,-1 0,1 0,0 1,-1-1,1 0,-1 0,1 0,-1 0,1 0,-1 0,1 0,-1 0,1 0,-1 0,1 0,-1 0,1 0,-1 0,1 0,-1-1,1 1,-1 0,1 0,0-1,-1 1,1 0,-1-1,1 1,0 0,-1-1,1 1,0 0,0-1,-1 1,1-1,0 1,0 0,-1-1,1 1,0-1,0 1,0-1,0 1,0-1,0 1,0-1,0 0,-4 8,1 0,0 1,1-1,0 0,0 1,1-1,0 1,0 0,0 0,1-1,0 1,1 0,0-1,0 1,1 0,0-1,0 0,0 1,1-1,0 0,1 0,0 0,0-1,0 1,1-1,0 0,0 0,0-1,1 0,0 0,0 0,1 0,0-1,1 0,0-1,0 0,0-1,0 0,0 0,1-1,-1 0,0 0,1-1,-1 0,1 0,-1-1,0 0,1-1,-1 0,0 0,0-1,0 0,0 0,-1-1,1 0,-1 0,0-1,0 0,0 0,-1 0,0-1,0 0,0 0,-1-1,0 0,0 0,3-7,-3 1,-1 0,-1 0,0 0,-1 0,0 0,-1-1,-1 1,0-1,-1 1,0 0,-1-1,-1 1,0 0,0 0,-2 0,1 1,-2-1,0 1,-1-2,8 13,1 1,0-1,0 1,0-1,-1 1,1 0,0 0,0 0,0 0,0 0,0 0,-1 1,1-1,0 1,0-1,0 1,-1-1,1 1,0 0,-1 0,1 0,-1 0,1 0,-1 0,1 1,-1-1,17 7,166 59,-179-64,-1 1,0 0,1 0,-2 0,1 1,0-1,-1 1,0 0,0 0,0 0,-1 0,1 0,-1 1,-1-1,1 1,-1-1,0 1,0 0,0-1,-1 1,0 0,0 0,-1-1,1 1,-1 0,-2 4,4 54,0-61,-1-1,1 1,0-1,-1 0,1 1,0-1,1 0,-1 0,0 1,1-1,-1 0,1 0,0-1,-1 1,1 0,0 0,0-1,0 1,0-1,1 0,-1 0,0 0,1 0,-1 0,0 0,1 0,-1-1,1 1,-1-1,1 0,-1 0,1 0,81-12,-73 7,-1 0,0-1,0 0,-1 0,0-1,0 0,0 0,-1-1,0-1,-1 1,0-1,0 0,-1-1,5-9,-10 18,12-19,-8 36,-4-12,-1 1,1-1,0 1,0-1,1 0,-1 0,1 0,0 0,0 0,1 0,-1 0,1-1,-1 1,1-1,0 0,1 1,-1-1,0-1,1 1,0 0,-1-1,1 0,0 0,0 0,0-1,1 1,-1-1,0 0,1 0,-1 0,0-1,1 1,-1-1,2 0,4 1,0-1,0 0,1 0,-1-1,0 0,0-1,0 0,0-1,0 0,0-1,-1 0,1 0,-1-1,-4 3,-1-1,1 0,-1 0,0 0,0-1,0 1,0-1,0 0,-1 0,0-1,0 1,0-1,0 1,-1-1,1 0,-1 0,-1 0,1 0,-1 0,1-1,-2 1,1 0,-1-1,1 1,-1-4,-1 1,-1 0,1 0,-1 0,0 1,-1-1,0 0,0 1,-1-1,1 1,-2 0,1 0,-1 1,-2-3,5 6,0 0,-1 1,0-1,1 1,-1-1,0 1,0 0,0 0,0 0,-1 0,1 1,0 0,-1-1,1 1,-1 0,0 0,1 1,-1-1,0 1,1 0,-1 0,0 0,1 0,-1 1,0 0,1-1,-1 1,1 0,-1 1,0-1,-3 4,-1 0,1 1,0-1,0 1,1 1,0-1,0 1,1 0,-1 0,1 1,1-1,0 1,0 0,0 1,1-1,0 1,1-1,0 1,0 0,1 0,0-1,1 1,-1 0,2 0,-1 0,2 7,0-11,0-1,1 1,-1 0,1-1,-1 0,1 1,1-1,-1 0,0 0,1-1,0 1,0-1,0 0,0 0,1 0,-1 0,1-1,0 0,-1 0,1 0,0-1,0 1,0-1,0 0,1-1,-1 1,3-1,29 2</inkml:trace>
  <inkml:trace contextRef="#ctx0" brushRef="#br0" timeOffset="2750.471">4570 14,'-3'-2,"1"0,-2 0,1 1,0 0,0 0,0-1,0 2,-1-1,1 0,0 1,-1-1,1 1,-1 0,1 0,-1 1,1-1,0 1,-1-1,1 1,0 0,0 0,-1 1,1-1,0 1,0-1,1 1,-1 0,0 0,0 0,1 1,-1-1,1 0,0 1,0 0,0-1,0 1,0 0,1 0,-1 0,1 0,0 1,0-1,0 0,0 2,1 12,1-1,1 1,1-1,0 1,1-1,0 0,2 0,0-1,1 0,0 0,1 0,1-1,9 12,-13-16,145 226,-146-229,0-2,0 1,0 0,1-1,0 0,0 0,0 0,1-1,-1 1,1-1,0-1,0 1,1-1,-1 0,1-1,-1 1,1-1,0 0,0-1,0 0,0 0,0 0,0-1,0 0,0-1,0 1,0-1,0-1,0 1,4-3,0-2,-1 0,0 0,0-2,-1 1,0-1,0 0,-1-1,0 0,0 0,-1-1,0 0,-1 0,0-1,-1 0,0 0,-1 0,0 0,0-1,-2 0,1 1,-1-1,-1 0,0-11,-4 4,-6 24,4 5,1 1,1 0,0 0,0 0,1 1,1-1,-1 0,2 1,0-1,0 1,1-1,1 0,0 1,0-1,3 8,-3-15,-1-1,1 1,-1 0,1-1,0 1,1-1,-1 1,0-1,1 0,0 0,0 0,0 0,0-1,0 1,1-1,-1 0,1 0,-1 0,1 0,0 0,0-1,0 0,0 0,0 0,0 0,0-1,0 1,0-1,0 0,0-1,0 1,0 0,0-1,0 0,0 0,0 0,3-2,4-5,-1 0,1 0,-2-1,1 0,-1-1,-1 0,1 0,-2-1,0 0,0 0,-1-1,0 0,-1 0,0 0,-1-1,1-8,3-25,-8 46,-1-1,1 1,-1 0,1 0,-1 0,1 0,0 0,-1 0,1 0,-1 0,1 0,-1 0,1 0,0 0,-1 0,1 0,-1 0,1 0,-1 0,1 1,0-1,-1 0,1 0,-1 0,1 1,0-1,-1 0,1 1,0-1,0 0,-1 1,1-1,0 0,0 1,-1-1,1 0,0 1,0-1,0 1,0-1,-1 1,1-1,0 0,0 1,0-1,0 1,0-1,0 1,0-1,0 1,0-1,1 0,-1 1,0-1,0 1,0-1,0 0,1 1,-4 3,1 1,1-1,-1 1,0-1,1 1,0 0,0 0,1-1,-1 1,1 0,0 0,0 0,1 0,-1 0,1-1,0 1,0 0,1-1,-1 1,1-1,0 1,1-1,-1 0,1 0,-1 0,1 0,0 0,1 0,-1-1,1 0,-1 1,1-2,0 1,0 0,1-1,-1 1,0-1,1-1,3 2,1-2,1 0,0-1,-1-1,1 0,0 0,-1-1,1 0,-1 0,0-1,0 0,0-1,0 0,0-1,-1 1,0-2,0 1,0-1,-1 0,0-1,0 1,0-2,-1 1,0-1,0 0,-1 0,0 0,-1-1,0 1,0-1,-1 0,0-1,1-4,-3 13,-1 0,1-1,0 1,-1 0,1-1,-1 1,0-1,1 1,-1-1,0 1,0-1,0 1,0-1,0 1,0-1,-1 1,1-1,0 1,-1-1,1 1,-1 0,1-1,-1 1,0 0,0-1,0 1,1 0,-1 0,0 0,-1-1,1 1,0 0,0 0,0 1,0-1,-1 0,1 0,0 1,-1-1,1 1,-1-1,1 1,-1-1,1 1,-1 0,1 0,-1 0,1 0,-1 0,1 0,-1 0,1 0,-1 1,-2 1,0 1,1 0,-1 1,1-1,0 1,0-1,0 1,0 0,0 0,1 0,0 1,0-1,0 0,1 1,-1 0,1-1,0 1,0 0,1-1,-1 1,1 0,0 0,0 0,1-1,-1 1,1 0,0-1,1 1,-1 0,1-1,0 0,0 1,0-1,0 0,1 0,0 0,0 0,2 2,8 4,-1-1,2 0,-1-1,1-1,0 0,0-1,1 0,0-1,0-1,1 0,-1-1,14 1,-29-4,88 14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2:56.4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1 179,'16'5,"14"1,13 0,14-2,10-3,7-1,3-2,-3 0,-5 0,-9 3,-11 4,-11 2,-10 1,-7-1,-10-2,-9-6,-7-6,-2 0</inkml:trace>
  <inkml:trace contextRef="#ctx0" brushRef="#br0" timeOffset="337.097">454 5,'0'-3,"0"3,0 0,0 0,0 1,1-1,-1 0,0 0,1 0,-1 0,0 0,0 0,1 0,-1 0,0 0,0 0,1 0,-1 0,0 0,0 0,1-1,-1 1,0 0,0 0,1 0,-1 0,0 0,0-1,0 1,1 0,-1 0,32 30,0-1,3-2,0-1,1-2,2-1,32 13,-30-17,-24-13,1 1,-1 1,-1 1,0 0,0 1,-1 0,2 3,-14-12,-1 1,0-1,1 1,-1 0,0-1,0 1,0 0,0-1,0 1,0 0,-1 0,1 0,-1 0,1 0,-1 0,0 0,1 0,-1 0,0 0,0 0,-1 0,1 0,0 0,-1 0,1 0,-1 0,0 0,1-1,-1 1,0 0,0 0,0 0,-48 49,-5-12,-1-3,-2-3,-6 1,19-11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3:17.7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41 389,'12'-158,"-1"-33,-20 151,2 45,1 6,2 1,0-1,0 1,1 0,0 0,1 0,0 10,0-7,-6 42,2 0,3 1,3 0,7 56,-7-102,2 0,0 0,0-1,1 1,1 0,-1-1,2 0,0 0,0 0,1-1,0 0,1 0,0 0,6 5,9 2</inkml:trace>
  <inkml:trace contextRef="#ctx0" brushRef="#br0" timeOffset="344.664">375 242,'-5'13,"1"1,0 0,0 0,2 0,0 0,0 1,1-1,1 1,1 12,0-20,0 0,1 0,0 0,0 0,0 0,1 0,0-1,0 1,0-1,1 0,0 0,1 0,-1-1,1 1,0-1,0 0,1 0,-1-1,1 0,3 2,-4-2,1 0,0 0,0-1,0 0,0 0,0-1,0 1,1-1,-1-1,1 1,0-1,-1 0,1-1,0 1,0-2,-1 1,1-1,0 1,-1-2,1 1,0-1,-1 0,0 0,1-1,-1 0,0 0,-1-1,1 1,0-1,-1 0,0-1,0 1,0-1,-1 0,1 0,-1-1,-1 1,1-1,2-5,-3-4,-1-1,-1 0,0 0,-1 0,-1 0,0 0,-1 0,-1 0,0 1,-1-1,-1 1,0 0,-1 0,-1 1,0-1,-1 2,-1-1,0 1,-10-11,14 15,0 1,-1 1,0-1,0 1,0 0,-1 0,0 1,-1 0,1 0,-1 1,0 0,-1 0,-2-1,7 6,0 0,0 0,0 1,0-1,0 1,0 0,0 0,0 0,0 0,1 1,-1 0,0 0,1 0,-1 0,1 0,0 1,0-1,0 1,0 0,0 0,1 0,-1 0,1 0,0 1,0-1,0 1,0 0,1-1,-1 3,-64 136,36-65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3:15.8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410 203,'2'-16,"0"13,-1 0,0 0,0 0,0 0,0 0,-1 0,1 0,-1 0,0-1,0 1,0 0,0 0,0 0,-1 0,1-1,-1 1,0 0,0 0,0 0,-1 0,1 0,-1 1,1-1,-1 0,0 1,0-1,0 1,0 0,-1-1,1 1,-1 0,1 0,-1 1,-1-2,-11 1,0 1,0 0,0 1,0 0,0 1,0 1,0 1,0 0,1 0,-1 2,1 0,0 0,1 2,-1-1,-3 4,3-4,1 2,-1 0,1 0,0 1,1 0,0 2,1-1,0 1,0 1,-2 4,12-14,0-1,0 1,0 0,0 0,0 0,1 0,-1 0,1 0,-1 0,1 0,0 0,-1 1,1-1,0 0,1 0,-1 0,0 0,1 0,-1 0,1 0,-1 0,1 0,0 0,0 0,0 0,0 0,0 0,0-1,1 1,-1 0,1-1,-1 1,1-1,0 1,64 38,31-1,-61-26,0 2,0 1,-2 2,17 12,-41-24,-1 1,0 0,-1 1,1 0,-1 0,-1 1,0 0,0 0,-1 0,0 1,-1 0,0 1,0-1,-1 1,0 0,-1 0,1 5,0 74,-5-86,0-1,1 0,-1 0,0 0,0 0,-1 0,1-1,-1 1,1 0,-1 0,0-1,0 1,0-1,0 0,0 1,-1-1,1 0,-1 0,1-1,-1 1,0 0,0-1,0 0,0 0,0 0,-2 1,-10 0,0-1,0 0,0-1,0-1,0 0,1-1,-1 0,0-2,1 1,0-2,0 0,-5-3,-22-5,31 13,34 12,2-2</inkml:trace>
  <inkml:trace contextRef="#ctx0" brushRef="#br0" timeOffset="269.277">717 819,'-26'-250,"41"439,-12-168,1 1,0-1,2 0,0-1,1 1,2-1,0 0,3 3,5 1</inkml:trace>
  <inkml:trace contextRef="#ctx0" brushRef="#br0" timeOffset="765.934">1239 70,'-1'-3,"1"-1,-1 1,0 0,0-1,0 1,0 0,-1 0,1 0,-1 0,0 0,0 0,0 1,0-1,0 1,0-1,-1 1,1 0,-1 0,0 0,0 0,0 0,0 0,0 1,0 0,0-1,0 1,0 1,-1-1,1 0,0 1,-1-1,1 1,0 0,-1 0,1 0,-1 1,1-1,0 1,-3 1,-7 5,0 1,1 0,0 1,1 0,0 1,0 0,1 1,0 0,1 1,1 0,0 0,0 1,1 0,1 0,-3 7,5-13,0 0,1 1,-1-1,1 1,1-1,-1 1,2 0,-1 0,1 0,0 0,0 0,1 0,0 1,1-1,0 0,0 0,1 0,-1 0,2 0,-1-1,1 1,1-1,-1 1,1-1,4 5,7 1,0 0,1-2,0 1,1-2,1-1,-1 0,1-1,11 3,42 22,-62-30,0 1,-1 0,1 1,-1 0,0 0,0 1,0 0,-1 0,0 1,0 0,-1 0,1 1,-2-1,1 1,-1 1,0-1,-1 1,0 0,0 0,-1 0,-1 0,1 1,-1-1,-1 1,0-1,0 11,-2-16,0 0,0 0,0 0,-1 1,0-1,0-1,0 1,-1 0,1 0,-1-1,0 1,0-1,0 0,0 0,0 0,-1-1,1 1,-1-1,0 1,0-1,0-1,0 1,0 0,0-1,-1 0,1 0,0 0,-1 0,-8 1,0-1,1 0,-1 0,0-2,1 1,-1-2,0 1,1-2,-5-1,-24-14,41 17,0 0,0 0,0 0,0-1,1 1,-1 0,0 0,1 0,-1 0,1 0,-1 0,1-1,0 1,0 1,-1-1,1 0,0 0,0 0,0 0,0 0,0 1,0-1,0 0,0 1,0-1,0 1,0-1,0 1,1 0,-1-1,0 1,0 0,0 0,1 0,-1 0,0 0,0 0,0 0,2 1,-2-2,39-8,3 0</inkml:trace>
  <inkml:trace contextRef="#ctx0" brushRef="#br0" timeOffset="1066.158">1560 699,'0'4,"0"0,0 1,1-1,-1 0,1 1,0-1,0 0,1 0,-1 0,1 0,0 0,0 0,1 0,-1-1,1 1,-1-1,1 1,0-1,0 0,1 0,-1-1,1 1,-1-1,1 1,0-1,0 0,0 0,0-1,0 1,0-1,0 0,1 0,-1-1,0 1,1-1,-1 0,0 0,1 0,5 0,0-1,-1 0,1 0,-1-1,1-1,-1 1,1-1,-1-1,0 0,-1 0,1-1,2-1,-8 4,0 0,0-1,0 1,0-1,0 1,-1-1,1 0,-1 0,0 0,0 0,0-1,0 1,0 0,-1-1,0 1,1-1,-1 0,0 1,-1-1,1 0,-1 0,0 1,0-1,0 0,0 0,-1 0,1 1,-1-1,0 0,0 1,0-1,-2-2,-1-2,0 1,0-1,-1 1,0 0,0 0,0 1,-1 0,0 0,-1 0,1 0,-1 1,0 0,-1 1,1 0,-1 0,1 0,-1 1,0 0,-1 0,1 1,3 1,-1-1,1 1,-1 1,1-1,-1 1,1 0,-1 0,1 0,0 1,-1 0,1 0,-1 0,1 1,0 0,0 0,0 0,0 0,0 1,1 0,-1 0,1 0,-1 1,1-1,0 1,1 0,-1 0,1 1,-1-1,1 1,0-1,0 3,2-4,-1 0,1-1,0 1,0 0,0 0,1 0,-1 0,1 0,-1 0,1 1,0-1,0 0,0 0,1 0,-1 0,1 0,0 2,9 17</inkml:trace>
  <inkml:trace contextRef="#ctx0" brushRef="#br0" timeOffset="1315.492">2041 163,'2'2,"10"4,14 0,17-1,12-1,6-1,-1-2,-11 0</inkml:trace>
  <inkml:trace contextRef="#ctx0" brushRef="#br0" timeOffset="1566.821">2121 457,'25'-2,"22"-3,21-3,15-3,9-1,-11 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3:22.2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81 6,'0'-2,"2"-1,1 2,2 4,0 8,2 9,-1 11,-1 8,-1 7,-4 5,-11 5,-15 2,-14-2,-1-11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3:22.8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0 261,'8'2,"0"0,0 0,0-1,0 0,0 0,0-1,1 0,-1 0,0-1,0 0,0-1,0 0,0 0,0 0,-1-1,1 0,-1-1,5-2,3-1,-1 0,0 0,0-2,-1 1,0-2,0 0,-1-1,-7 8,-1-1,0 0,0-1,-1 1,1-1,-1 1,0-1,0 0,0 0,-1-1,0 1,0 0,0-1,-1 1,0-1,0 0,0 0,-1 1,1-1,-1 0,-1 0,1 3,0 0,0 0,-1 1,1-1,-1 1,0-1,0 0,0 1,0-1,0 1,0 0,-1-1,1 1,-1 0,0 0,1 0,-1 0,0 0,0 0,0 1,-1-1,1 0,0 1,0 0,-1 0,1 0,-1 0,1 0,-1 0,0 0,1 1,-1-1,0 1,1 0,-1 0,0 0,0 0,1 1,-1-1,0 1,1-1,-1 1,1 0,-1 0,1 0,-2 1,-4 8,0 0,1 1,0 0,1 0,0 1,1 0,0 0,1 0,0 0,1 1,1-1,0 1,0 0,1 1,-7 79,4 1,4 0,5 0,3-1,11 41,10 140,-28-261,0-6,0 0,0 0,-1 0,0 0,-1 0,0-1,0 1,0 0,0 0,-1 0,-1-1,1 2,-7 4</inkml:trace>
  <inkml:trace contextRef="#ctx0" brushRef="#br0" timeOffset="348.07">67 621,'17'-10,"0"0,1 1,0 1,0 0,1 1,12-2,6-3,255-82,-292 94,2-1,-1 0,1 0,0 0,0 1,0-1,0 1,0-1,0 1,0 0,0-1,0 1,0 0,0 0,0 1,0-1,0 0,0 1,0-1,-1 1,1-1,0 1,0 0,0 0,0 0,-1 0,1 0,0 0,-1 1,1-1,-1 1,0-1,2 2,1 73,-5-36,1-32,0 0,1 0,0 0,0 0,1 0,0 0,1 0,0-1,0 1,0-1,1 0,1 2,6 4</inkml:trace>
  <inkml:trace contextRef="#ctx0" brushRef="#br0" timeOffset="597.404">574 127,'0'3,"7"4,13 4,16 3,0-2</inkml:trace>
  <inkml:trace contextRef="#ctx0" brushRef="#br0" timeOffset="748.516">962 381,'7'18,"7"13,5 6,6 3,9-1,7-1,3-2,2-4,-3-3,-5-6,-8-6,-9-7,-9-5</inkml:trace>
  <inkml:trace contextRef="#ctx0" brushRef="#br0" timeOffset="909.603">1310 354,'-14'0,"-13"7,-14 13,-13 18,-9 17,-7 18,-4 13,12-9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3:28.68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1 214,'18'5,"20"1,17-1,15-2,9-5,3-2,-4 0,-8 0,-12 2,-17 2,-16 2</inkml:trace>
  <inkml:trace contextRef="#ctx0" brushRef="#br0" timeOffset="249.333">175 429,'13'6,"17"3,16 0,18-5,15-4,12-7,4-5,-5-5,-11-1,-19 2</inkml:trace>
  <inkml:trace contextRef="#ctx0" brushRef="#br0" timeOffset="511.688">589 0,'-1'1,"1"1,-1-1,1 1,0-1,0 0,-1 1,1-1,0 1,0-1,0 1,1-1,-1 1,0-1,0 0,1 1,-1-1,1 1,-1-1,1 0,0 1,0-1,-1 0,1 0,0 0,0 0,0 0,0 0,0 0,1 1,15 12,-1 0,1-1,1-1,1-1,-1-1,2 0,-1-1,20 5,-17-5,183 75,-127-36,-76-46,1 0,-1 1,0-1,1 1,-1-1,0 1,-1 0,1 0,0 0,-1 0,0 0,0 0,0 0,0 0,0 1,0-1,-1 0,0 0,1 1,-1-1,-1 0,1 1,0-1,-1 0,0 2,-4 8,-1-1,-1 0,0 0,-1-1,0 0,0-1,-1 1,-1-2,1 1,-2-1,-7 5,8-5,-114 94,69-60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3:27.2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2656 765,'3'5,"9"3,14 0,14 0,14-3,12-3,3-5,-3-2,-11 0,-14 5,-19 6,-13 1</inkml:trace>
  <inkml:trace contextRef="#ctx0" brushRef="#br0" timeOffset="249.363">2750 1006,'9'13,"17"5,22-5,18-10,15-9,9-7,1-2,-16 0</inkml:trace>
  <inkml:trace contextRef="#ctx0" brushRef="#br0" timeOffset="512.659">3646 939,'7'-24,"-1"-1,-1 0,-1 0,-2 0,0-1,-2 1,0-1,-2 1,-1 0,0 0,-2 0,-2-2,-4 1,11 26,0-1,0 1,0-1,0 1,0-1,0 1,-1 0,1-1,0 1,0-1,0 1,-1 0,1-1,0 1,0 0,-1-1,1 1,0 0,-1-1,1 1,-1 0,1 0,0-1,-1 1,1 0,-1 0,1 0,0 0,-1-1,1 1,-1 0,1 0,-1 0,1 0,-1 0,1 0,0 0,-1 0,1 0,-1 1,1-1,-1 0,1 0,-1 0,1 0,0 1,-1-1,1 0,0 0,-1 1,1-1,0 0,-1 1,1-1,0 0,-1 1,-12 60,7 16,4 1,3-1,4 1,-6-70,1 0,0 0,0 0,1 0,0 0,1 0,-1 0,2-1,-1 1,1-1,0 1,0-1,1 0,0 0,0 0,1-1,0 0,0 1,1-2,-1 1,1-1,0 0,1 0,-1 0,1-1,0 0,4 1,23 1</inkml:trace>
  <inkml:trace contextRef="#ctx0" brushRef="#br0" timeOffset="829.68">4020 845,'-3'6,"1"1,0 0,0-1,1 1,0 0,0 0,1 0,0 0,0 0,1 0,-1 0,2 0,-1-1,1 1,0 0,0-1,1 1,-1-1,2 0,-1 0,1 0,-1 0,2-1,-1 1,1-1,-1 0,1 0,3 1,7 3,-1-2,1 0,0 0,1-2,0 0,0 0,0-2,0 0,0-1,1 0,-1-1,1-1,-1-1,0 0,1-1,-1-1,0-1,0 0,0-1,1-1,-11 4,-1 0,0 0,0-1,1 0,-2 0,1 0,0 0,-1-1,1 0,-1 0,0 0,0 0,-1 0,1-1,-1 0,0 0,0 0,-1 0,1 0,-1 0,0-1,-1 1,1-1,-1 0,0 1,-1-1,1 0,-1 0,-1-5,-3-4,-1-1,-1 1,0 0,-1 0,-1 1,-1 0,1 1,-2 0,0 0,-1 1,0 0,0 0,-2 2,1-1,-1 2,-1 0,0 0,-3 0,9 3,0 1,0 0,0 0,-1 1,1 0,-1 1,0 0,0 0,-1 1,1 0,0 0,-1 1,1 1,-1 0,1 0,-1 0,1 1,-1 1,1 0,0 0,-1 1,1 0,0 0,1 1,-1 0,1 1,0 0,0 0,0 1,3-1,0 1,0 0,1 0,0 0,0 1,1-1,-1 1,1 0,1 0,-1 0,1 0,1 0,-1 1,1-1,1 0,-1 1,1-1,0 1,1-1,0 1,0-1,0 0,1 0,0 1,1-1,0 0,0-1,1 3,23 38</inkml:trace>
  <inkml:trace contextRef="#ctx0" brushRef="#br0" timeOffset="-1450.618">772 510,'-20'1,"1"0,0 1,-1 1,1 0,0 2,1 0,-1 1,1 1,0 1,1 0,0 1,0 1,1 1,0 0,-5 6,16-13,1 0,-1 0,1 1,0-1,0 1,1 0,-1 0,1 0,0 1,1-1,-1 1,1-1,0 1,1 0,-1 0,1 0,0 0,0 0,1 0,0 0,0 0,1 0,-1 0,1 0,0 0,1 0,0 0,0-1,0 1,0 0,1-1,0 0,0 1,1-1,0 1,8 5,0 1,1-1,0-1,0 0,1-1,1 0,0-2,0 1,0-2,1 0,0-1,0 0,119 57,-129-58,-1-1,1 1,-1 1,0-1,0 1,-1-1,0 1,1 1,-1-1,-1 1,1-1,-1 1,0 0,-1 0,1 1,-1-1,0 0,-1 1,1-1,-1 1,-1 0,1-1,-1 1,0 0,-1-1,0 1,0-1,0 1,-1-1,0 1,0-1,0 0,-1 0,0 0,0 0,-1 0,1-1,-4 4,0-3,0 1,-1-2,0 1,0-1,0 0,-1-1,1 0,-1 0,0-1,0 0,-1 0,1-1,-1-1,-6 1,-136-1,145-1,-9-2,24 1</inkml:trace>
  <inkml:trace contextRef="#ctx0" brushRef="#br0" timeOffset="-1149.599">1119 1179,'-15'-80,"3"-2,3 1,4-28,5 269,-2-77,4-1,7 34,17-26,-11-62</inkml:trace>
  <inkml:trace contextRef="#ctx0" brushRef="#br0" timeOffset="-721.072">1734 564,'-11'-6,"0"1,-1 1,1-1,-1 2,0 0,0 0,0 1,0 0,-1 1,1 1,0 0,-1 0,1 1,0 1,0 0,0 1,0 0,0 1,1 0,-1 1,1 0,0 1,1 0,-1 1,-1 2,5-5,1 1,0 1,0-1,1 1,-1 0,1 0,1 1,-1-1,1 1,0 0,1 1,0-1,0 0,0 1,1 0,0 0,0-1,1 1,0 0,1 0,0 0,0 0,0 0,1 0,0 0,1 0,0 0,0 0,1-1,0 1,1 1,8 5,0 0,1-1,1-1,0 0,1 0,0-2,1 0,0 0,0-2,1 0,0-1,0 0,1-2,3 1,41 18,-54-21,5 1,-1 0,0 1,-1 1,0 0,1 0,-2 1,1 1,-1-1,0 2,-1-1,0 2,5 6,-12-14,0 1,-1 0,0 0,0 0,0 0,0 1,0-1,0 0,-1 0,0 1,0-1,0 0,0 0,0 1,0-1,-1 0,0 0,1 0,-1 0,0 1,-1-1,1 0,-1-1,1 1,-1 0,0 0,0-1,0 1,0-1,0 1,-1-1,1 0,-1 0,1 0,-3 1,-9 6,0 0,0-1,-1 0,0-1,0-1,-9 2,-11 3,0-2,0-2,0-1,-1-1,-5-2,9-4,33 1,-1 0,0 0,1 0,-1-1,0 1,0 0,1 0,-1-1,0 1,0 0,1-1,-1 1,0 0,0-1,0 1,0 0,1-1,-1 1,0 0,0-1,0 1,0 0,0-1,0 1,0 0,0-1,0 1,0-1,0 1,0 0,0-1,-1 1,1 0,0-1,0 1,0 0,0-1,-1 1,1 0,0 0,0-1,-1 1,1 0,0 0,0-1,-1 1,1 0,0 0,-1 0,1-1,0 1,-1 0,1 0,0 0,-1 0,1 0,0 0,-1 0,1 0,0 0,-1 0,1 0,17-12</inkml:trace>
  <inkml:trace contextRef="#ctx0" brushRef="#br0" timeOffset="-405.914">1961 1152,'1'4,"0"0,0-1,0 1,0-1,1 1,-1-1,1 1,0-1,0 0,0 0,1 0,-1 0,1 0,-1 0,1-1,0 0,0 1,0-1,0 0,1 0,-1 0,0-1,1 1,0-1,-1 0,1 0,0 0,-1-1,1 1,3-1,5 1,0-1,0 0,0-1,0 0,0-1,0 0,-1-1,1 0,3-2,-7 2,0-1,0 1,-1-2,1 1,-1-1,0 0,-1 0,1-1,-1 1,0-2,0 1,3-6,-7 9,0 0,0 0,-1 0,1-1,-1 1,1-1,-1 1,0-1,0 0,-1 1,1-1,-1 0,0 1,0-1,0 0,0 0,-1 1,1-1,-1 0,0 1,0-1,0 1,-1-1,1 1,-1-1,0 1,0 0,0 0,-3-3,-3-2,0-1,-1 2,-1-1,1 1,-1 0,0 1,-1 0,1 1,-1 0,0 1,0 0,-1 0,1 1,-1 1,0 0,0 1,0 0,0 1,-3 0,9 1,0-1,0 2,0-1,0 1,0 0,1 0,-1 0,1 1,-1 0,1 0,0 0,0 1,0-1,1 1,-1 1,1-1,0 0,0 1,0 0,1 0,0 0,0 1,0-1,1 1,-1-1,1 1,1 0,-1 0,1 0,0 0,0 0,1 0,0 0,0 0,0 0,1 0,0 0,0 0,0 0,2 3,10 27</inkml:trace>
  <inkml:trace contextRef="#ctx0" brushRef="#br0" timeOffset="18544.527">557 2021,'131'-18,"252"-33,365-1,72 25,-785 25,892-31,150 43,-853 4,-78-15,-144 0,0 1,0-1,0 0,0 0,0-1,0 1,0 0,0-1,-1 1,1-1,-1 1,1-1,-1 0,0 1,1-1,-1 0,0 0,0 0,0 0,-1 0,1 0,0 0,-1-1,1 1,-1 0,0 0,0 0,0-1,0 1,0 0,0 0,0 0,-1-1,1 1,-1 0,0-1,1-3,-27-208,-5-78,7-274,53-33,-28 588,-8-63,7 72,0 0,0 0,0 1,0-1,0 0,0 0,0 1,-1-1,1 1,0-1,-1 1,1 0,-1-1,0 1,1 0,-1 0,0 0,0 0,0 1,0-1,0 0,0 1,0-1,0 1,0 0,0 0,0 0,0 0,0 0,0 0,0 0,0 0,0 1,-1 0,-253 37,-440-22,217-11,172 2,-273 15,-287 45,338-61,359-7,-100-19,146 12,-99 8,91 2,117-2,-23-1,-1 1,1 3,-1 1,1 2,-2 2,37-7,1 0,-1 0,1 1,-1-1,1 1,0-1,0 1,0 0,0 0,0 0,0 0,1 0,-1 1,1-1,-1 0,1 1,0-1,0 1,0-1,0 1,1 0,-1-1,0 1,1 0,0-1,0 1,0 1,-5 18,-3 8,0 1,3 0,0 0,2 0,1 0,1 0,2 1,4 18,99 542,-71-381,65 339,-70-461,-20-91,-7-7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3:33.71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4772 826,'-10'-5,"-1"1,-1 1,1 0,0 0,-1 1,0 1,1 0,-1 1,0 0,1 0,-1 1,0 1,1 0,-1 0,1 1,0 1,0 0,0 1,1 0,-1 0,1 1,7-4,1 0,-1 0,1 0,0 1,0-1,0 0,0 1,0 0,1-1,-1 1,1 0,0 0,0 0,0 0,0 0,0 0,0 0,1 0,0 0,-1 0,1 0,1 1,-1-1,0 0,1 0,-1 0,1 0,0 0,0 0,0 0,0 0,1 0,-1-1,1 1,0 0,0-1,0 1,0-1,0 0,0 0,1 0,-1 0,1 1,7 0,0 0,0 0,0-1,1 0,-1-1,1 0,-1-1,0 0,1 0,-1-1,1 0,-1-1,0-1,0 1,0-2,0 1,-1-1,1-1,-1 0,0 0,1-2,1 1,0-1,-1 0,0-1,0 0,-1 0,0-1,5-7,-12 13,1 0,-1 0,1-1,-1 1,0-1,0 1,-1-1,1 0,-1 0,0 0,0 0,0 0,0 0,-1 0,1 0,-1 0,0 0,0 0,-1 0,1 0,-1 0,0 0,0 0,0 0,-1 0,1 2,0 0,0 0,0 0,-1 0,1 0,0 0,-1 1,0-1,1 0,-1 1,0 0,0-1,0 1,0 0,0 0,0 0,0 0,0 0,0 1,0-1,-1 0,1 1,0 0,0 0,-1-1,1 1,0 1,0-1,-1 0,1 0,0 1,0 0,-1-1,1 1,0 0,0 0,0 0,0 0,0 0,0 1,1-1,-1 0,0 1,1 0,-1-1,0 1,1 0,0 0,0 0,-1 0,1 0,0 0,1 0,-2 2,0 0,1 1,-1-1,1 1,0-1,0 1,1 0,-1 0,1-1,0 1,0 0,1 0,0 0,-1-1,1 1,1-1,-1 1,1 0,0-1,0 0,0 0,0 1,1-1,0 0,0-1,0 1,0-1,0 1,1-1,0 0,0 0,-1 0,2-1,-1 1,0-1,0 0,1 0,2 0,114 28,-58-25</inkml:trace>
  <inkml:trace contextRef="#ctx0" brushRef="#br0" timeOffset="900.108">5347 732,'-126'2,"120"-1,0 0,0 0,1 1,-1 0,1 0,0 0,-1 0,1 1,0 0,0 0,1 1,-1-1,1 1,-1 0,1 0,1 1,-1-1,0 1,1 0,-1 2,3-5,-1 1,1 0,0-1,0 1,0 0,1 0,-1 0,1 0,-1 0,1 0,0 0,0 0,0 0,1 0,-1 0,1-1,-1 1,1 0,0 0,0 0,1-1,-1 1,0 0,1-1,0 1,-1-1,1 0,0 1,0-1,0 0,1 0,-1 0,0-1,1 1,-1-1,3 2,4 2,1 0,1 0,-1-1,0 0,1-1,0 0,0-1,0 0,3 0,-5-1,1-1,0 0,-1 0,1-1,-1 0,1-1,-1 0,0 0,1-1,-1 0,0-1,-1 0,1 0,-1-1,0 0,0 0,0-1,-1 0,1-1,-2 0,1 0,-1 0,0-1,0 1,-1-2,0 1,-1 0,0-1,0 0,0-2,4-24,-2 0,-1 0,-2-1,-1 1,-2-1,-1 1,-2-1,-4-12,5 14,-3-1,-1 1,-1 0,-2 0,-11-26,20 59,0 0,0 0,0 0,0 0,0 0,0 0,0 0,0 0,-1 0,1 0,0 1,-1-1,1 0,-1 0,1 0,-1 0,1 1,-1-1,1 0,-1 0,0 1,0-1,1 0,-1 1,0-1,0 1,0-1,1 1,-1-1,0 1,0 0,0-1,0 1,0 0,0 0,0 0,0 0,0 0,0 0,0 0,0 0,0 0,0 0,0 0,0 1,1-1,-1 0,0 1,0-1,0 1,0-1,0 1,1-1,-1 1,0 0,0-1,1 1,-1 0,0-1,1 1,-1 0,1 0,-1 0,1 0,-8 18,1 0,1 1,1-1,1 1,1 0,0 0,2 0,0 18,0-21,-1 13,0-1,2 1,1 0,2 0,0-1,2 1,1-1,2 0,1-1,1 0,1 0,1-1,2-1,9 14,-17-33,-1 0,1 0,1 0,-1-1,1 0,0 0,1-1,-1 0,4 1,-8-4,-1-1,1 1,0-1,0 0,0 0,0-1,0 1,0 0,1-1,-1 0,0 0,0 0,0 0,0 0,0-1,0 1,0-1,1 0,-1 0,-1 0,1 0,0 0,0-1,0 0,-1 1,1-1,-1 0,1-1,5-7,0-1,-1 0,0 0,-1-1,-1 0,0 0,0 0,-1-1,-1 0,0 1,-1-1,0 0,-1 0,0-1,-1 1,-1-10,-12-101,13 124,0-1,1 1,-1-1,0 0,1 1,-1-1,1 1,-1-1,1 1,-1-1,1 1,-1 0,1-1,0 1,-1 0,1-1,0 1,-1 0,1 0,0-1,-1 1,1 0,0 0,-1 0,1 0,0 0,-1 0,1 0,0 0,-1 0,1 0,0 1,-1-1,1 0,0 0,-1 1,1-1,0 0,-1 1,1-1,-1 1,1-1,-1 1,1-1,4 2,46 10,-28-7,0 1,-1 1,1 0,-1 2,-1 0,6 5,-20-8,0 0,0 0,0 1,-1 0,0 0,0 0,-1 1,0 0,0 0,-1 0,0 1,0 0,-1 0,0 0,-1 0,0 0,0 0,0 4,19 63,-20-74,0 1,0 0,1-1,-1 1,0-1,1 1,0-1,0 0,-1 0,1 1,0-1,1 0,-1-1,0 1,0 0,1-1,-1 1,1-1,0 0,-1 0,1 0,0 0,-1 0,1-1,0 1,0-1,0 1,0-1,0 0,-1-1,1 1,0 0,0-1,0 1,0-1,-1 0,2 0,8-5,1-1,-1 0,-1 0,0-1,0 0,0-1,-1-1,0 1,-1-2,0 1,-1-1,0 0,0-1,-2 0,1 0,-1-1,-1 0,-1 0,4-13,-7 22,1-3,0 1,0 0,-1 0,0 0,0-1,0 1,-1-1,0 1,0 0,-1-1,0-1,1 8,-1-1,1 0,0 1,-1-1,1 0,0 1,-1-1,1 0,-1 1,1-1,-1 1,1-1,-1 1,1-1,-1 1,0-1,1 1,-1 0,0-1,1 1,-1 0,0 0,1-1,-1 1,0 0,0 0,1 0,-1 0,0 0,0 0,1 0,-1 0,0 0,0 0,1 0,-1 1,0-1,0 0,1 1,-1-1,0 0,1 1,-1-1,1 0,-1 1,0-1,1 1,-1 0,-30 26,25-18,-1 0,1 0,1 0,0 1,0 0,0 0,2 0,-1 0,1 1,1-1,-1 4,2-9,0-1,1 1,0 0,0 0,0 0,0 0,1-1,-1 1,1 0,1 0,-1-1,1 1,-1-1,1 1,1-1,-1 0,0 1,1-1,0-1,0 1,0 0,1-1,-1 1,1-1,0 0,1 0,86 28,-41-24</inkml:trace>
  <inkml:trace contextRef="#ctx0" brushRef="#br0" timeOffset="1268.267">6805 532,'-14'-2,"0"0,-1 1,1 1,0 0,0 1,0 1,0 0,0 1,0 1,0 0,1 0,0 1,-3 2,15-6,-1 0,1 0,-1 0,1 0,-1 0,1 0,0 0,-1 1,1-1,0 0,0 1,0-1,0 1,0 0,0-1,1 1,-1-1,0 1,1 0,0 0,-1-1,1 1,0 0,0 0,0-1,0 1,0 0,0 0,0 0,0-1,1 1,-1 0,1 0,0-1,-1 1,2 1,42 50,51 16,-75-57,-1 0,-1 1,0 2,-1 0,0 0,-1 1,11 17,-25-32,-1 0,1 0,-1 1,0-1,0 1,1 0,-1-1,0 1,-1 0,1-1,0 1,0 0,-1 0,1 0,-1 0,1 0,-1 0,0 0,0 0,0 0,0-1,0 1,0 0,-1 0,1 0,0 0,-1 0,0 0,1 0,-1 0,0-1,0 1,0 0,0-1,0 1,-1-1,1 1,0-1,-1 1,0-1,-8 2,-1 0,1-1,-1 0,1-1,-1 0,1-1,-1 0,0-1,1 0,-9-2,7 2,0-1,1-1,-1 0,1 0,0-1,0-1,0 0,0 0,1-1,-8-6,17 12,1-1,-1 1,0-1,1 1,-1-1,1 0,-1 1,1-1,-1 0,1 1,-1-1,1 0,0 0,-1 1,1-1,0 0,0 0,0 0,0 1,-1-1,1 0,0 0,0 0,0 0,1 1,-1-1,0 0,0 0,0 0,1 1,-1-1,0 0,1 0,-1 1,0-1,1 0,-1 1,1-1,0 0,-1 1,1-1,-1 1,1-1,0 1,-1-1,1 1,0-1,0 1,-1 0,1-1,0 1,0 0,-1 0,1 0,0-1,0 1,0 0,0 0,-1 0,2 1,22-9</inkml:trace>
  <inkml:trace contextRef="#ctx0" brushRef="#br0" timeOffset="1882.139">7380 799,'-1'-5,"1"0,-1 0,0 0,0 1,-1-1,1 0,-1 1,0-1,0 1,-1 0,1 0,-1 0,0 0,0 0,0 0,-1 1,1-1,-1 1,0 0,0 0,0 1,0-1,0 1,-4-1,1-1,0 1,0 0,-1 0,1 1,-1 0,1 1,-1 0,0 0,0 0,0 1,0 0,1 1,-1-1,0 2,0-1,4 0,1 1,-1-1,1 0,-1 1,1 0,0 0,0 0,0 0,0 0,0 0,1 1,-1 0,1-1,-1 1,1 0,0 0,0 0,1 1,-1-1,0 0,1 1,0-1,0 1,0-1,0 1,1-1,-1 1,1 0,0 2,0 0,0 1,1-1,-1 0,1 0,1 0,-1 0,1 0,0 0,0 0,1 0,0 0,0-1,0 0,1 0,0 1,0-2,0 2,2-1,1 0,-1-1,1 0,0 0,0 0,0-1,0 1,0-2,1 1,-1-1,1-1,0 1,0-1,-1 0,1-1,0 0,0 0,0-1,0 0,0 0,-1-1,1 0,-1 0,1-1,-1 0,0 0,0-1,0 0,0 0,-1 0,0-1,1 0,-2 0,1-1,-1 0,0 0,0 0,0 0,-1-1,0 0,0 0,-1 0,0 0,1-5,4-24,-9 143,2-103,-1 1,1-1,0 0,0 1,0-1,0 0,1 0,0 0,0 0,0 0,0-1,1 1,-1 0,1-1,0 0,0 0,0 0,0 0,1 0,-1 0,1-1,0 0,1 1,0-2,1-1,0 1,-1-1,1-1,0 1,-1-1,1 0,-1 0,1 0,-1-1,1 0,-1 0,0 0,0-1,0 0,0 0,0 0,-1 0,1-1,-1 0,0 0,0 0,0 0,-1-1,1 1,-1-1,0 0,-1 0,3-5,6-17,-1 0,-2-1,0 0,-2-1,-1 0,-1 0,-2 0,-1 0,-1-20,0 41,-2-433,-12 342,14 98,-1 1,1-1,0 0,0 1,0-1,0 0,-1 0,1 1,0-1,-1 0,1 1,-1-1,1 1,-1-1,1 1,-1-1,1 1,-1-1,1 1,-1-1,1 1,-1-1,0 1,1 0,-1-1,0 1,0 0,1 0,-1 0,0-1,1 1,-1 0,0 0,0 0,1 0,-1 0,0 0,0 1,1-1,-1 0,0 0,1 0,-1 1,0-1,0 0,1 1,-1-1,1 0,-1 1,0-1,1 1,-1-1,1 1,-1 0,1-1,-1 1,1 0,-46 85,34-53,1 1,2 0,1 1,2 0,2 0,1 0,1 1,2-1,2 1,5 28,-3-38,2 0,0 0,2 0,1-1,1 0,0-1,2 0,1-1,1 0,1-1,1 0,1-2,1 0,14 13,-26-28,-1 1,1-1,0 0,0 0,1 0,-1-1,1 0,0 0,0-1,0 0,1 0,-1-1,1 0,-1 0,3 0,12-5</inkml:trace>
  <inkml:trace contextRef="#ctx0" brushRef="#br0" timeOffset="2130.479">7474 358,'22'9,"24"8,23 2,16 2,11-2,-2 1,-11 2,-19-3</inkml:trace>
  <inkml:trace contextRef="#ctx0" brushRef="#br0" timeOffset="2382.803">8088 759,'-1'5,"0"0,1-1,-1 1,1 0,0 0,1-1,-1 1,1 0,0 0,0-1,0 1,1-1,-1 1,1-1,0 0,1 1,-1-1,1 0,-1 0,1-1,1 1,-1-1,0 1,1-1,-1 0,1 0,0-1,0 1,1-1,0 1,2-1,-1 0,1-1,-1 0,1 0,-1 0,1-1,0 0,-1 0,1 0,0-1,-1 0,1-1,-1 1,0-1,1-1,-1 1,0-1,0 0,0 0,-1-1,1 0,-1 0,0 0,0 0,0-1,-1 0,1 0,-1 0,0-1,-1 1,1-1,-1 0,0 0,-1 0,1 0,-1-1,-1 1,1-1,-1 1,0-1,0 1,-1-1,0 0,0 1,-1-3,0 4,0 0,0 0,0 0,-1 0,1 0,-1 0,-1 1,1-1,-1 0,1 1,-1 0,-1 0,1 0,0 0,-1 0,0 1,0 0,0-1,0 1,-1 1,1-1,-1 1,1 0,-1 0,0 0,0 0,0 1,0 0,0 0,0 0,0 1,0 0,-1 0,1 0,0 0,0 1,-1 0,-3 2,0 1,0 0,1 0,-1 1,1 0,0 0,1 1,-1 0,1 0,0 1,1 0,-1 0,1 1,1 0,-1 0,1 0,1 1,0-1,0 1,0 0,1 0,1 0,0 1,-1 7,3-14,-1 1,2 0,-1-1,0 1,1-1,0 1,0 0,0-1,0 0,1 1,-1-1,1 0,0 1,0-1,0 0,0-1,0 1,1 0,-1 0,1-1,0 0,0 1,0-1,0 0,0-1,1 2,5 1,1 0,-1 0,1-1,0 0,0-1,0 0,1-1,5 1,32-1</inkml:trace>
  <inkml:trace contextRef="#ctx0" brushRef="#br0" timeOffset="2550.354">8463 331,'-18'-9,"-11"-1,-5 6,1 11,7 12,7 13,9 10,11 5,5-7</inkml:trace>
  <inkml:trace contextRef="#ctx0" brushRef="#br0" timeOffset="2716.911">8530 906,'18'9,"15"3,14-1,9-1,8-4,3-6,0-6,-12-2</inkml:trace>
  <inkml:trace contextRef="#ctx0" brushRef="#br0" timeOffset="-3796.739">214 852,'-2'21,"-1"13,0 10,1 7,0 1,1-1,3-5,3-8,5-10,4-12,-1-9</inkml:trace>
  <inkml:trace contextRef="#ctx0" brushRef="#br0" timeOffset="-3621.696">227 545,'-13'-5,"-8"2,1 4,8 8,12 7,17 4,13 2,2-3</inkml:trace>
  <inkml:trace contextRef="#ctx0" brushRef="#br0" timeOffset="-3293.572">521 1107,'32'-13,"-1"-2,0-1,-1-1,-1-2,-1-1,0-1,13-15,-7-10,-33 45,-1 0,1-1,0 1,-1-1,1 1,-1-1,1 1,-1-1,0 1,0-1,0 1,0-1,0 0,0 1,0-1,0 1,0-1,-1 1,1-1,-1 1,1-1,-1 1,0-1,1 1,-1 0,0-1,0 1,0 0,0 0,0-1,0 1,0 0,-1 0,-6-2,0 0,0 1,0 0,-1 1,1 0,0 0,-1 0,1 1,0 1,-1-1,1 1,0 1,0-1,-1 1,1 1,0 0,1 0,-1 0,1 1,-1 0,1 1,-2 1,3-3,-1 1,1 0,0 0,0 0,0 1,1 0,0 0,0 0,0 1,0-1,1 1,0 1,0-1,1 0,0 1,0 0,0 0,1-1,0 2,0-1,1 0,0 0,0 0,1 1,0-1,0 0,1 5,4-6,0 1,0-2,1 1,-1 0,1-1,1 0,-1-1,1 1,0-1,0 0,0-1,0 0,1 0,-1 0,1-1,0 0,0-1,0 0,0 0,0-1,0 0,4 0,45 3</inkml:trace>
  <inkml:trace contextRef="#ctx0" brushRef="#br0" timeOffset="-2819.544">1163 759,'-9'-1,"1"1,-1-1,1 1,0 1,-1 0,1 0,-1 1,1 0,0 0,0 1,0 0,0 0,1 1,-1 0,1 0,0 1,0 0,0 0,1 1,0-1,0 1,-1 2,6-6,1 1,-1 0,0 0,1 0,-1 0,1 0,0 0,0 0,0 0,0 0,0 0,1 0,0 0,-1 0,1 0,0-1,0 1,1 0,-1-1,0 1,1 0,0-1,-1 0,1 1,0-1,0 0,1 0,-1 1,71 50,-73-53,228 133,-226-132,0-1,0 1,0 0,0 0,0 1,0-1,0 0,0 1,0-1,0 1,-1-1,1 1,-1 0,1 0,-1-1,0 1,0 0,0 0,0 1,0-1,0 0,0 0,-1 0,1 1,-1-1,0 0,1 0,-1 1,0-1,-1 0,1 1,0-1,0 0,-1 1,0-1,1 0,-1 0,-1 2,-1-2,-1 1,0-1,0 0,-1 0,1 0,0 0,-1-1,1 0,0 0,-1 0,0 0,1-1,-1 0,1 0,-1 0,0 0,1-1,-1 0,1 0,-1 0,1 0,0-1,-1 0,1 1,0-2,0 1,0 0,0-1,1 0,-1 0,1 0,-1 0,1 0,0-1,-1-2,2 2,0-1,1 1,0-1,0 1,0-1,1 0,0 1,-1-1,1 0,1 1,-1-1,1 0,0 1,0-1,0 1,1-1,-1 1,1-1,0 1,1 0,-1 0,3-3,69-77,-55 68,0 1,1 1,0 0,1 2,1 1,-1 0,2 1,0 2,13-4,-34 12,-1-1,0 0,1 1,-1-1,1 1,0-1,-1 1,1 0,-1-1,1 1,-1 0,1 0,0 0,-1 0,1 1,-1-1,1 0,-1 1,1-1,-1 1,1-1,-1 1,1 0,-1 0,0-1,1 1,-1 0,0 0,0 0,1 1,-1-1,0 0,0 0,0 0,-1 1,1-1,0 1,0-1,-1 1,1-1,-1 1,1-1,-1 1,0-1,0 1,1-1,-1 1,0 0,0 0,-1 71,-1-64,0 0,1 0,0 1,1-1,0 1,1-1,-1 0,2 1,-1-1,2 0,-1 0,1 0,0 0,1 0,0-1,1 0,-1 0,1 0,1 0,5 5,37 6,-25-18</inkml:trace>
  <inkml:trace contextRef="#ctx0" brushRef="#br0" timeOffset="-2570.782">1551 465,'0'21,"9"12,3 2</inkml:trace>
  <inkml:trace contextRef="#ctx0" brushRef="#br0" timeOffset="-1170.15">1752 1120,'13'-20,"10"-12,-2 0,-1-2,-1 0,-2-1,-2-1,-1-1,-2 0,1-8,-12 39,1 1,-1 0,0 0,-1-1,1 1,-1 0,0 0,-1-1,1 1,-1 0,0-1,0 1,-1 0,1 0,-1 0,-1 0,1 0,0 1,-4-5,5 8,1 1,-1-1,1 1,-1-1,0 1,0-1,1 1,-1 0,0-1,0 1,1 0,-1 0,0-1,0 1,0 0,1 0,-1 0,0 0,0 0,0 0,1 0,-1 0,0 0,0 1,0-1,1 0,-1 0,0 1,0-1,1 1,-1-1,0 0,1 1,-1 0,0-1,1 1,-1-1,1 1,-1 0,1-1,-1 1,1 0,-1-1,1 1,0 0,-1 0,1-1,0 1,0 0,-9 42,12-37,0 1,0-1,1-1,0 1,0 0,0-1,0 0,1 0,0 0,0 0,0-1,1 0,0 0,-1 0,1-1,1 0,-1 0,0-1,1 1,-1-1,1-1,0 1,4-1,40 11,47 17,-93-26,-1 1,0-1,0 1,-1 0,1 0,-1 1,0-1,0 1,0 0,-1-1,0 1,1 0,-2 1,1-1,-1 0,0 0,0 1,0-1,-1 1,1-1,-1 1,-1-1,0 4,1 0,0-1,1 1,0 0,1-1,-1 1,2-1,-1 0,1 0,2 4,-1-7,1-1,-1 0,1 0,0-1,1 0,-1 1,0-2,1 1,0-1,-1 1,1-2,0 1,0-1,0 0,0 0,0 0,0-1,1 0,-1 0,0-1,0 0,0 0,0 0,0 0,1-2,5 2,0-1,-1-1,1 0,-1 0,1-1,-1 0,0-1,0-1,-1 0,0 0,0-1,0 0,-1-1,0 0,0 0,-1-1,0 0,-1 0,0-1,0 0,-1-1,-1 1,0-1,0 0,-1 0,0-1,2-9,-6 18,1 0,0 1,-1-1,0 0,0 0,0 0,0 0,0 0,0 0,-1 0,0 0,1 0,-1 0,0 0,0 1,-1-1,1 0,0 1,-1-1,0 1,0-1,1 1,-1 0,-1 0,1 0,0 0,0 0,-1 0,1 1,-1-1,0 1,1 0,-1-1,0 1,0 0,0 1,1-1,-1 0,0 1,0 0,0 0,0 0,0 0,0 0,0 0,0 1,0 0,0-1,0 1,-1 1,-2 2,1-1,-1 1,1 0,1 1,-1-1,0 1,1 0,0 0,0 0,1 1,0 0,0-1,0 1,0 0,1 0,0 1,0-1,1 0,0 1,0-1,0 1,1-1,0 1,0-1,0 1,1-1,0 0,1 1,-1-1,1 0,0 1,1-1,0-1,0 1,0 0,0-1,1 1,0-1,0 0,0 0,1 0,0-1,1 1,9 4,1-1,0-1,1-1,-1 0,1-1,0-1,1-1,-1 0,1-1,-1-1,7 0,55 1</inkml:trace>
  <inkml:trace contextRef="#ctx0" brushRef="#br0" timeOffset="-788.171">3156 812,'-20'-5,"0"2,0 0,0 1,0 1,-1 1,-17 2,31-1,1 0,-1 0,1 1,0-1,-1 1,1 1,0-1,0 1,1 0,-1 1,1-1,-1 1,1 0,0 0,0 1,1-1,-1 1,1 0,0 1,1-1,-1 0,1 1,0 1,1-4,1 1,0 0,0-1,1 1,-1 0,1-1,-1 1,1 0,1-1,-1 1,0 0,1 0,0-1,0 1,0-1,0 1,0-1,1 1,-1-1,1 0,0 1,0-1,1 0,-1 0,0-1,1 1,0 0,-1-1,1 0,0 0,1 0,-1 0,0 0,0 0,1-1,-1 1,1-1,-1 0,1 0,0-1,0 1,8 2,0 0,-1-1,1 0,1-1,-1 0,0-1,0 0,0-1,0-1,0 0,0 0,0-1,0 0,-1-1,0-1,1 0,-2 0,1-1,-1-1,0 0,0 0,0-1,-1 0,6-8,-12 13,-1 0,1-1,-1 1,0-1,-1 0,1 0,-1 0,1 0,-1 0,0 0,-1 0,1 0,-1 0,0-1,0 1,0 0,0 0,-1 0,1-1,-1 1,0 0,-1 0,1 0,-1 1,1-1,-1 0,-1 0,1 1,-3-4,4 7,0-1,0 1,0-1,-1 1,1 0,0-1,0 1,-1 0,1 0,0 0,0 0,-1 0,1 0,0 1,-1-1,1 0,0 1,0-1,0 1,-1-1,1 1,0-1,0 1,0 0,0-1,0 1,0 0,0 0,0 0,1 0,-1 0,0 0,0 0,1 0,-1 0,1 0,-1 1,1-1,-1 0,1 0,0 0,-1 1,1-1,0 0,0 1,0-1,0 0,0 0,0 1,1-1,-1 0,0 0,1 1,-1 0,0 4,0 1,1-1,-1 0,1 1,1-1,-1 0,1 1,0-1,0 0,1 0,0-1,0 1,0 0,1-1,-1 0,1 0,1 0,-1 0,1-1,0 0,0 0,0 0,0 0,1-1,-1 0,1 0,12 6,0-1,0-1,1-1,0 0,0-2,0 0,20 1,26 1</inkml:trace>
  <inkml:trace contextRef="#ctx0" brushRef="#br0" timeOffset="6833.463">2727 1762,'18'6,"20"3,24 0,22-2,17-3,11-3,4-4,-8-2,-14-1,-20 2,-19 1,-22 1,-18 1,-13-1,-6-4,-2 1</inkml:trace>
  <inkml:trace contextRef="#ctx0" brushRef="#br0" timeOffset="5700.45">2982 2056,'4'15,"1"0,1 0,0-1,1 0,0 0,1 0,1-1,0 0,1-1,0 0,1-1,4 3,4 7,1-1,1-1,0 0,2-2,0-1,0-1,2 0,0-2,8 2,-28-13,0 0,0-1,0 0,0 0,0 0,0 0,0-1,0 0,1 0,-1 0,0 0,0-1,0 0,0 0,0-1,0 1,0-1,0 0,-1 0,1-1,-1 0,1 1,-1-1,0-1,0 1,0 0,-1-1,1 0,-1 0,0 0,0 0,2-5,3-7,0-1,-1 0,-1 0,-1-1,-1 0,0 0,-1 0,-1 0,-1 0,0 0,-2-1,0 0,-8-17,3 40,-5 60,9 39,5 1,5-1,3 0,11 26,-3-13,-6 1,-4 0,-5 16,-4-114,-1 0,0 1,-2-1,0 0,-1 0,-1-1,-1 1,0-1,-3 3,9-19,-1 0,0 1,1-1,-1 0,0 0,0 0,-1 0,1 0,0 0,0 0,-1-1,1 1,-1 0,0-1,0 1,1-1,-1 1,0-1,0 0,0 0,0 0,0 0,-1 0,1-1,0 1,0-1,0 1,-1-1,1 0,0 0,-1 0,1 0,0 0,0 0,-1-1,1 1,0-1,0 1,-1-1,1 0,-1-1,-6-6,1 0,0-1,1 0,0-1,0 0,1 0,1 0,-1-1,2 1,-1-1,2 0,-3-9,6 18,-19-60,3-2,3 0,3 0,-1-39,9 88,1 11,0 0,0 0,0 1,0-1,1 0,-1 0,1 0,0 0,0 0,1 0,-1 0,1 0,0 0,0 0,0 0,1 1,-1-1,1 0,0 1,0-1,0 1,0 0,0-1,1 1,0 0,0 1,1-3,7 2,0 1,0 0,0 1,0 0,0 0,0 1,0 1,5 0,12 1,195-1,-153-2</inkml:trace>
  <inkml:trace contextRef="#ctx0" brushRef="#br0" timeOffset="6045.528">3944 2925,'14'-2,"0"0,-1 1,1 1,0 0,0 1,0 0,0 2,0-1,4 3,-14-4,1 1,-1-1,0 1,0 0,0 0,0 0,-1 1,1 0,0-1,-1 1,0 1,0-1,0 0,0 1,0-1,-1 1,1 0,-1 0,0 0,0 0,-1 0,1 1,-1-1,0 0,0 1,0-1,-1 1,1-1,-1 1,0 1,-3 13,-1 0,-1 0,0-1,-2 0,0 0,-1 0,0-1,-2 0,0-1,0 0,-2-1,0 0,-3 2,-37 55,51-71,-1 0,1 0,0 0,0 0,0 0,0 0,0 0,0 0,0 0,0 1,1-1,-1 0,0 1,1-1,-1 0,1 1,-1-1,1 0,0 1,-1-1,1 1,0-1,0 1,0-1,0 1,0-1,1 1,-1-1,0 1,1-1,-1 0,1 1,-1-1,1 0,0 1,-1-1,1 0,0 0,0 1,0-1,0 0,0 0,0 0,0 0,1-1,-1 1,0 0,0 0,1-1,-1 1,0 0,1-1,-1 0,1 1,-1-1,0 0,1 0,-1 1,1-1,21 0,0-1,0 0,-1-2,1-1,-1 0,0-2,13-5,-2 2,367-111,-333 96</inkml:trace>
  <inkml:trace contextRef="#ctx0" brushRef="#br0" timeOffset="4665.691">1 2510,'13'6,"1"-1,0-1,0-1,1 0,-1-1,1 0,-1-1,1-1,0 0,-1-1,1 0,-1-2,1 0,-1 0,0-1,0-1,2-1,19-9,-1-1,0-2,-2-1,0-2,-1-1,0-2,-17 15,-1-1,0-1,0 0,-1 0,-1-2,0 1,0-1,-1-1,-1 0,0 0,-1-1,-1 0,0-1,-6 15,-1-1,1 0,-1 0,0 0,1 0,-1 0,0 0,0 0,0 1,0-1,-1 0,1 0,-1 0,1 0,-1 0,1 1,-1-1,0 0,0 0,0 1,0-1,0 1,0-1,0 1,-1-1,1 1,0 0,-1-1,1 1,-1 0,0 0,1 0,-1 0,0 1,0-1,1 0,-1 1,0-1,-1 1,-3-2,0 1,-1 1,1 0,0 0,0 0,-1 0,1 1,0 0,0 0,0 1,-4 1,3 0,0 0,-1 1,2 0,-1 0,0 0,1 1,0 0,0 0,0 1,1 0,0 0,0 0,0 0,1 1,0 0,0 0,1 0,0 0,0 0,1 1,0-1,0 1,0 0,1 0,0 2,0 4,1-1,0 1,0-1,2 1,0-1,0 1,1-1,1 0,0 0,0 0,2-1,0 0,0 0,4 5,0-3,1 0,0-1,1 0,0-1,1-1,0 0,1-1,0 0,1-1,0 0,0-2,1 1,0-2,0 0,1-1,9 1,-21-5,0 0,0 0,1 0,-1-1,0 0,1 0,-1 0,0-1,1 0,-1 0,0 0,0-1,0 0,0 0,0 0,0 0,0-1,-1 0,1 0,-1 0,0 0,0-1,0 0,0 1,-1-1,1-1,-1 1,0 0,-1-1,1 0,4-10,-2 0,0-1,0 1,-1-1,-1 0,-1 0,0-8,12-58,-13 77,1 1,0 0,0-1,0 1,0 0,0 0,1 0,0 0,0 0,0 1,0-1,1 1,-1 0,1 0,0 0,0 0,0 1,0 0,0 0,1 0,-1 0,1 0,-1 1,1 0,0 0,-1 0,5 1,5-1,0 0,0 1,0 1,0 1,0 0,0 0,0 2,12 4,-19-6,0 0,0 0,0 1,0 0,0 1,-1 0,0 0,1 0,-1 0,-1 1,1 0,-1 1,0-1,0 1,-1 0,1 0,-1 0,0 1,-1-1,0 1,0 0,0 0,-1 0,0 1,-1-1,1 0,-1 1,-1-1,1 3,-1-2,-1 0,0 0,0 1,0-1,-1 0,0 0,-1 0,0-1,0 1,-1 0,0-1,0 0,0 0,-1 0,0-1,-3 3,7-9,0 1,0-1,0 0,0 0,0 1,0-1,0 0,0 0,0 0,0-1,1 1,-1 0,0 0,0 0,0-1,0 1,0 0,0-1,0 1,0-1,1 1,-1-1,0 1,0-1,1 1,-1-1,0 0,1 0,-1 1,1-1,-1 0,1 0,-1 0,1 0,-1 1,1-1,0 0,0 0,-1 0,1 0,0 0,0 0,0 0,0 0,0 0,0 0,0 0,0 0,1 0,-1 0,0 1,0-1,1-1,0-16,1-1,1 1,0 0,2 0,0 0,1 1,0-1,2 1,4-8,-1 1,27-62,-12 34,-2-1,-3 0,-1-2,-4-1,-1 0,-3-1,-3 0,0-28,-8 77,-1 1,0-1,0 1,-1-1,0 1,0 0,0-1,-1 1,-1 0,1 0,-1 0,0 0,-3-4,5 11,1-1,-1 0,0 1,0 0,0-1,0 1,0 0,0-1,0 1,0 0,0 0,0 0,0 0,0 0,0 0,0 0,0 0,0 0,0 0,0 1,0-1,0 0,0 1,0-1,0 1,0-1,0 1,0-1,1 1,-1-1,0 1,0 0,1 0,-1-1,0 1,1 0,-1 0,1 0,-1 0,1 0,-1 0,1 0,0 0,-1 0,1 0,0 0,0 0,0 0,0 0,0 0,0 0,0 0,0 0,0 1,-6 30,0 1,3-1,0 1,2 0,2 0,0 0,4 9,-2 18,4-1,1 0,4-1,1 0,4-1,2-1,2 0,14 23,-28-67,0 0,1 0,1 0,0-1,1 0,0-1,0 0,1-1,0 0,3 1,-9-7,0 0,0 0,0 0,0-1,1 0,-1 0,1-1,-1 0,1 1,0-2,-1 1,1-1,0 0,0 0,-1 0,1-1,0 0,-1 0,1 0,-1-1,1 0,-1 0,0 0,0-1,0 0,2-1,5-5,-1-1,-1 0,0 0,0-1,-1 0,0-1,-1 0,0 0,-1-1,-1 0,0 0,0-1,-2 1,1-1,-2 0,0-1,-1 1,0-1,-1 1,0-1,-2 1,1-1,-2 1,-2-11,-18-30,22 53,-1 1,1 0,-1 0,0-1,0 1,1 0,-1 0,0 0,0 0,0 0,0 0,-1 0,1 0,0 1,0-1,0 0,-1 0,1 1,0-1,-1 1,1 0,-1-1,1 1,0 0,-1 0,1 0,-1 0,1 0,-1 0,1 0,0 0,-1 0,1 1,-1-1,1 1,0-1,-1 1,1 0,-3 3,-1 0,1 1,1-1,-1 1,1 0,-1 0,1 0,1 1,-1-1,1 1,0-1,0 1,1 0,0 0,0 0,0 0,0 1,0 2,-1-1,1 1,1 0,0-1,0 1,0 0,1-1,1 1,-1 0,1-1,1 0,0 1,0-1,0 0,1 0,0-1,1 1,0-1,0 0,0 0,1-1,0 1,1-1,-1 0,1-1,0 0,0 0,3 1,2 0,1-1,0 0,0-1,0 0,0-1,1 0,0-1,-1-1,1 0,0 0,0-2,-1 0,1 0,0-2,-1 1,1-2,31-11</inkml:trace>
  <inkml:trace contextRef="#ctx0" brushRef="#br0" timeOffset="4866.677">1137 2015,'29'-2,"33"-1,35-2,33-5,27-3,15-3,-21 0</inkml:trace>
  <inkml:trace contextRef="#ctx0" brushRef="#br0" timeOffset="15095.364">2514 1481,'-1'1,"-1"0,1 0,0 0,0 0,0 0,0 1,0-1,0 0,0 1,0-1,0 1,1-1,-1 1,0-1,1 1,0-1,-1 1,1 0,0-1,0 1,0-1,0 2,-13 109,5 0,5 70,3-114,2 914,27-533,-18-308,-11-139,1 0,0 0,0 0,0 0,0 0,1 0,-1 0,0-1,1 1,0 0,-1-1,1 1,0-1,0 1,-1-1,1 0,0 0,0 0,0 0,1 0,-1 0,0-1,0 1,0-1,1 1,-1-1,0 0,0 0,1 0,-1 0,0-1,0 1,1 0,-1-1,16 2,232 20,107-10,-237-9,1050-25,-753 2,126 22,-306 6,-236-7,0-1,0 1,0 0,0-1,0 1,0 0,0-1,-1 0,1 1,0-1,0 1,0-1,-1 0,1 0,0 1,-1-1,1 0,0 0,-1 0,1 0,-1 1,0-1,1 0,-1 0,0 0,1 0,-1 0,0 0,0 0,0 0,0 0,0 0,0 0,0 0,0 0,-1 0,1 0,0 0,0 0,-1 0,1 0,-1 0,1 0,-1 0,1 0,-1 0,0 1,1-1,-2 0,-2-15,-11-194,14 181,20-570,-5 360,-9-1,-26-205,17 404,-2 1,-1 0,-3 1,-10-29,19 65,0 0,-1 1,1-1,-1 0,1 1,-1-1,0 1,0 0,0-1,-1 1,1 0,0 0,-1 1,1-1,-1 0,0 1,0 0,1-1,-1 1,0 0,0 0,0 1,0-1,0 1,0-1,0 1,0 0,-1 0,1 0,0 1,0-1,0 1,-575 29,474-35,0-5,1-5,-39-12,-48-7,-424-71,434 79,-1 9,0 7,-1 8,-85 13,69 5,-14 1,-130-8,336-10,13 1,5-1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3:54.06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307 563,'-6'-5,"0"-1,0 1,-1 0,0 1,0 0,0 0,0 0,-1 1,1 0,-1 0,0 1,0 0,0 0,0 1,0 0,0 1,-1 0,1 0,0 1,0 0,0 0,0 0,0 1,0 1,0-1,-7 5,7-1,0 1,1 0,-1 0,2 1,-1 0,1 0,0 1,0-1,1 1,1 0,-1 1,2-1,-1 1,1 0,0 0,1 0,1 0,-1 0,2 1,-1-1,1 0,1 1,0-1,2 8,-2-14,0-1,0 1,1 0,-1-1,1 1,0-1,0 1,1-1,-1 0,1 0,-1 0,1 0,0-1,0 1,0-1,0 1,1-1,-1 0,1-1,-1 1,1 0,0-1,-1 0,1 0,0 0,0 0,0-1,0 1,0-1,0 0,2-1,2 1,1-1,-1 0,1-1,-1 1,1-2,-1 1,0-1,0-1,0 1,-1-1,1-1,-1 1,0-1,1-1,0-2,0-1,0 0,0 0,-2 0,1-1,-1 0,0 0,-1-1,0 1,-1-1,0 0,-1-1,0 1,0-1,-2 1,1-1,-1 0,-1 1,0-1,-1 0,0 1,-3-11,-2 5,6 16,-1 1,1 0,0 0,-1 0,1 0,0 0,-1 0,1 0,0 0,-1 0,1 0,-1 0,1 0,0 0,-1 0,1 0,0 0,-1 0,1 1,0-1,-1 0,1 0,0 0,-1 0,1 1,0-1,0 0,-1 0,1 1,0-1,0 0,-1 1,1-1,0 0,0 1,0-1,0 0,-1 1,1-1,0 0,0 1,0-1,0 0,0 1,0-1,0 0,0 1,0-1,0 1,0-1,0 0,0 1,1-1,-1 0,0 1,0-1,0 0,0 1,1-1,-1 0,-2 17,0-1,1 1,1 0,1-1,1 1,0-1,1 1,0-1,2 0,0 0,0-1,2 1,0-1,0-1,2 1,6 8,-11-18,-1-1,1 0,0 0,0 0,1 0,-1-1,1 1,-1-1,1 0,0-1,1 1,-1-1,0 0,1 0,-1-1,1 1,-1-1,1-1,-1 1,1-1,0 0,0 0,-1 0,1-1,-1 0,1 0,0-1,-1 1,0-1,1 0,3-3,6-6,0-1,-1-1,-1 0,0 0,-1-1,-1-1,0 0,0-1,-2 0,0 0,-1-1,-1 0,0-1,-1 0,-1 1,-1-2,1-11,8-41,-2-1,-5 0,-2 0,-3-1,-7-47,-2 46,5 99,11 56,4-1,12 41,-6-29,0-4,-4 1,-4 1,-4 0,-4 40,-22 50,-11-16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3:56.1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32,'16'0,"17"0,20 0,20-3,16-2,5-3,-2 0,-19 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3:55.4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67 51,'16'65,"-6"204,-8-129,-2-138,-1 5,0 1,1 0,-1 0,2-1,-1 1,1 0,0-1,1 1,-1-1,2 1,-1-1,1 0,0 0,0 0,1 0,0-1,0 1,1-1,0 0,0 0,0-1,1 1,0-1,3 3,1-5,-1 0,1-1,0 0,0-1,0 0,0 0,0-1,0 0,0 0,-1-2,1 1,0-1,9-3,123-48,-43-4,-67 31</inkml:trace>
  <inkml:trace contextRef="#ctx0" brushRef="#br0" timeOffset="247.927">80 385,'14'0,"15"-2,15-3,11-6,7-2,3-5,-3 2,-8 1,-13 3</inkml:trace>
  <inkml:trace contextRef="#ctx0" brushRef="#br0" timeOffset="495.5">0 91,'21'-4,"19"-5,18-4,14-3,9 0,-1 1,-11 5,-17 3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3:57.0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32,'9'0,"10"0,11 0,9 0,10 0,5 0,2 0,2 0,-8 2,-11 3,-13 1</inkml:trace>
  <inkml:trace contextRef="#ctx0" brushRef="#br0" timeOffset="204.454">80 326,'16'0,"14"0,16 0,14-2,10-1,5-2,-2-1,-6 2,-14 1</inkml:trace>
  <inkml:trace contextRef="#ctx0" brushRef="#br0" timeOffset="523.114">736 352,'40'1,"0"-2,0-2,0-2,0-1,-1-2,0-2,31-11,-66 20,0 0,0-1,0 1,0-1,0 1,-1-1,1 0,0-1,-1 1,0-1,1 1,-1-1,0 0,0 0,-1 0,1-1,-1 1,1-1,-1 1,0-1,0 0,-1 0,1 1,-1-1,0-1,0 1,0 0,-1 0,1 0,-1 0,0 0,0-1,-1 1,1 0,-1 0,0 0,0-2,-4-6,-1 1,0 0,-1 0,0 1,0 0,-1 0,0 0,-1 1,0 0,-1 1,0 0,0 1,0 0,-1 0,0 1,-1 1,1-1,-1 2,0 0,0 0,0 1,-2 1,8 1,0 1,0 0,1 0,-1 0,0 1,1 0,-1 0,0 1,1-1,-1 1,1 0,0 1,0-1,0 1,0 0,0 0,1 1,-1 0,1-1,0 1,0 1,0-1,0 0,1 1,0 0,0 0,0 0,1 0,0 0,-1 4,-4 10,0 0,2 0,1 1,0-1,1 1,1 0,1 0,1 6,5 55,6-8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3:58.63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13 281,'21'0,"18"-2,16-1,12 0,8 1,1 0,-3 1,-13 3,-15 1</inkml:trace>
  <inkml:trace contextRef="#ctx0" brushRef="#br0" timeOffset="185.584">0 482,'18'7,"23"2,21-3,21-6,18-9,6-6,-14-2</inkml:trace>
  <inkml:trace contextRef="#ctx0" brushRef="#br0" timeOffset="486.749">562 0,'2'4,"0"0,0 0,0 0,1 0,-1-1,1 1,0-1,0 1,0-1,1 0,-1-1,1 1,-1-1,1 1,3 0,-6-2,42 23,1-2,1-1,0-3,14 2,71 30,-126-48,15 4,-1 2,0 0,-1 1,0 1,0 1,-1 0,0 1,-1 0,13 15,-26-24,1 1,-1-1,0 1,0-1,0 1,-1 0,1 0,-1-1,0 1,0 0,0 0,-1 0,1 0,-1 1,0-1,0 0,0 0,-1 0,1 0,-1 0,0 0,0 0,-1 0,1-1,-1 1,0 0,0-1,-1 2,-5 7,-1 1,-1-1,0-1,0 0,-1 0,-1-1,-1 0,-39 29,-2-2,-1-3,-22 8,8-6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4:06.02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0 805,'6'37,"2"0,1 0,2-1,1 0,2-1,1 0,2-1,1-1,17 21,17-7,-51-46,1 0,-1 0,1-1,-1 1,1 0,-1-1,1 0,-1 1,1-1,0 0,-1 0,1 0,-1 0,1 0,0 0,-1 0,1 0,-1-1,1 1,-1-1,1 1,-1-1,1 0,-1 1,1-1,-1 0,0 0,1 0,-1 0,0 0,0 0,0 0,0-1,0 1,0 0,0-1,0 1,-1-1,1 1,0 0,-1-1,7-16,-1 0,-1-1,-1 1,-1-1,0 0,-2 0,0 0,-1-7,0 14,3-140,-4 149,1 0,-1 0,1 0,0 0,1 0,-1 0,0 1,1-1,-1 0,1 0,0 0,0 0,0 1,1-1,-1 0,1 1,-1-1,1 1,0 0,0-1,0 1,0 0,0 0,0 0,1 0,-1 1,2-1,3 1,0 1,0 0,0 0,0 1,0 0,-1 0,1 1,0 0,0 0,-1 1,1-1,-1 1,3 2,4 1,32 14</inkml:trace>
  <inkml:trace contextRef="#ctx0" brushRef="#br0" timeOffset="734.439">776 965,'-36'-10,"14"4,-1 0,1 2,-1 0,0 1,0 2,-5 0,24 2,0-1,0 1,0 0,0 0,0 1,0-1,0 1,0 0,0 0,1 0,-1 0,1 1,-1 0,1-1,0 1,0 0,0 0,1 1,-1-1,1 1,0-1,-1 1,2 0,-1 0,0 0,1 0,0 0,0 0,0 0,0 0,1 2,-1 0,0 1,0-1,1 0,0 1,0-1,1 0,0 1,0-1,0 0,1 0,0 0,0 0,1 0,-1 0,1 0,1-1,-1 1,1-1,0 0,3 4,-2-6,0 1,0-1,0 0,0-1,0 1,1-1,-1 0,0 0,1-1,0 0,-1 0,1 0,0 0,0-1,0 0,-1 0,1-1,0 0,0 0,-1 0,1 0,0-1,-1 0,0 0,1-1,-1 1,0-1,0-1,-1 1,1 0,-1-1,1 0,-1 0,0 0,0-1,-1 1,0-1,1 0,-2 0,1 0,0-1,29-105,-30 151,-1-29,-1 0,2-1,0 1,0 0,1 0,0-1,0 0,2 1,-1-1,3 2,-5-8,0-1,0 0,0 0,0 0,1 0,-1 0,1 0,0-1,0 1,0-1,0 0,1 1,-1-2,1 1,-1 0,1-1,-1 0,1 1,0-1,0-1,0 1,-1-1,1 1,0-1,0 0,0 0,0-1,0 1,-1-1,4-1,5-3,0-1,0-1,-1 0,0 0,-1-1,0-1,0 1,-1-2,0 1,0-1,-1-1,0 1,-1-2,-1 1,1-1,-2 1,0-2,0 1,-1 0,0-3,10-35,-1-1,-3 0,-3-1,-1 0,-3 0,-3-48,1 78,-1 0,-1 0,-1 1,-1-1,-1 1,-1 0,-1 0,0 0,-2 1,-3-6,11 24,-1 1,1 0,-1-1,1 1,-1 0,1-1,-1 1,0 0,0 0,0-1,0 1,0 0,0 0,0 0,0 0,0 0,0 1,0-1,-1 0,1 1,0-1,-1 0,1 1,0-1,-1 1,1 0,-1 0,1-1,0 1,-1 0,1 0,-1 0,1 0,-1 1,1-1,-1 0,1 1,0-1,-1 1,1-1,0 1,-1-1,1 1,0 0,0 0,0 0,-1 0,1 0,0 0,0 1,-6 10,1 1,0 0,2 0,-1 1,1-1,1 1,1 0,0 0,0 0,2 0,0 0,0 0,1 0,2 7,-1 7,2 0,1-1,1 0,1 0,1 0,1-1,2 0,1-1,0 0,2-1,1 0,1-2,1 1,1-2,0 0,2-2,0 0,2-1,0-1,1-1,8 4,59 12,-87-31,1-1,-1 1,1-1,-1 0,0 0,1 0,-1 0,1-1,-1 1,0-1,1 0,-1 0,0 0,0-1,0 1,0-1,0 1,0-1,0 0,0 0,-1 0,1-1,-1 1,1-1,-1 1,0-2,3-5,-1 0,0 0,-1-1,1 1,-2-1,0 0,0 0,-1 0,0-3,6-32,-2 81,-5-16,1 1,1 0,1-1,1 0,5 15,-8-29,1 0,0 0,0-1,1 1,0-1,0 1,0-1,0 0,1 0,0-1,0 1,0-1,1 0,-1 0,1 0,0-1,0 1,0-1,1 0,-1-1,5 2,17 2</inkml:trace>
  <inkml:trace contextRef="#ctx0" brushRef="#br0" timeOffset="989.972">1551 578,'-13'20,"-1"12,10 7,14 1,5-6</inkml:trace>
  <inkml:trace contextRef="#ctx0" brushRef="#br0" timeOffset="1971.877">2167 938,'-8'-6,"0"0,0 1,-1 0,0 0,0 1,0 0,0 0,-1 1,1 0,-1 1,0 0,0 1,0 0,0 0,-6 1,10 0,0 1,0 0,0 0,0 0,1 1,-1-1,0 2,1-1,-1 0,1 1,0 0,0 0,0 1,0 0,0-1,1 1,0 1,0-1,0 1,0 0,1-1,-1 2,1-1,1 0,-1 1,1-1,0 0,0-1,1 0,-1 0,1 1,0-1,0 0,1 1,-1-1,1 1,0-1,1 1,-1-1,1 1,-1-1,1 1,1-1,-1 0,0 1,1-1,0 0,0 0,1 0,-1-1,1 1,-1 0,1-1,0 0,1 1,-1-1,0 0,1-1,0 1,-1-1,2 1,3 0,0 1,1-2,0 1,-1-1,1 0,0-1,0 0,0 0,0-1,0 0,0-1,0 0,0 0,-1-1,1 0,0-1,-1 0,1 0,0-1,5-2,-1-1,0 0,0 0,-1-2,0 1,-1-2,1 1,-2-1,0-1,0 0,4-6,-5 1,1-1,-2 1,0-2,-2 1,0-1,0 0,-2 0,0 0,-1-1,0-17,0-20,-3 0,-2 0,-3-1,0-4,-3 1,-2 0,-2 0,-4 1,-8-19,23 76,0-1,0-1,0 0,0 0,-1 1,1-1,-1 1,0-1,0 1,0 0,-1 0,1 0,-1 0,0 0,1 0,-1 1,0-1,-1 1,1 0,-4-2,5 5,-1 0,0-1,1 1,-1 0,1 0,-1 1,1-1,-1 1,1-1,0 1,0-1,-1 1,1 0,1 0,-1 0,0 1,0-1,1 0,-1 1,1-1,0 1,0-1,0 1,0-1,0 3,-10 23,2 1,1 1,1-1,2 1,1 0,1 1,1-1,2 1,1-1,3 11,-1-10,2 0,1 0,1 0,2-1,1 0,1-1,2 0,1 0,17 25,-20-36,1-1,1 0,1-1,0 0,1-1,0-1,2 0,-1-1,2-1,-1-1,2 0,-1-2,1 0,1-1,7 2,-21-8,1 1,0-2,-1 1,1-1,0 0,0 0,0-1,0 0,0 0,0-1,0 1,-1-2,1 1,0-1,-1 0,1 0,-1-1,1 0,-1 0,0 0,0-1,-1 0,1 0,-1 0,1-1,2-4,-1-1,1 1,-2-2,1 1,-1-1,-1 0,0 0,-1 0,0-1,0 1,-1-1,-1 0,0 0,0 0,-2-1,1 1,-2 0,1 0,-2 0,1 0,-4-8,5 17,-1 0,-1 0,1 0,0 1,-1-1,0 0,1 0,-1 1,0-1,0 1,-1 0,1 0,0 0,-1 0,0 0,1 0,-1 0,0 1,0 0,1-1,-1 1,0 0,-1 0,1 1,0-1,0 1,0-1,0 1,0 0,-1 0,-1 1,-2 0,0 0,1 1,-1 0,1 0,-1 1,1 0,0 0,0 0,1 1,-1-1,1 2,-1-1,1 0,-2 4,2-3,0 0,0 0,1 1,0 0,0 0,0 0,1 0,0 0,0 1,1-1,-1 1,1 0,1 0,-1 0,1 0,1 0,-1 0,1 0,0 0,1 0,0 0,0 1,0-2,1 1,0 0,1 0,-1-1,1 1,0-1,1 1,0-1,0-1,0 1,0 0,6 4,-4-5,0 0,1 0,-1-1,1 0,0 0,1 0,-1-1,0 0,1-1,0 0,0 0,-1 0,1-1,0 0,0-1,0 0,0 0,0 0,0-1,0-1,0 1,0-1,0 0,-1-1,1 0,-1 0,0-1,0 0,0 0,0 0,-1-1,0 0,0-1,0 1,0-1,2-3,-5 4,0 1,0-1,0 0,-1 0,0 0,1 0,-2 0,1 0,-1-1,1 1,-2-1,1 1,0-1,-1 1,0-1,-1 1,1-1,-1 1,0-1,0 1,-1 0,1-1,-1 1,-1-2,2 7,1-1,-1 0,1 1,-1-1,1 1,-1 0,0-1,1 1,-1-1,1 1,-1 0,0-1,1 1,-1 0,0 0,0-1,1 1,-1 0,0 0,0 0,1 0,-1 0,0 0,0 0,1 0,-1 1,0-1,1 0,-1 0,0 0,0 1,1-1,-1 0,1 1,-1-1,0 1,1-1,-1 1,1-1,-1 1,1-1,-1 1,1 0,-1-1,1 1,0-1,-1 1,1 0,0 0,-16 36,14-31,0 0,0 1,1-1,0 1,1-1,-1 1,1-1,0 1,1 0,0-1,0 1,0-1,1 0,0 1,0-1,1 0,-1 0,1 0,1-1,-1 1,1-1,0 1,0-1,0-1,1 1,0 0,0-1,0 0,0 0,1-1,-1 1,5 1,-2-3,-1 0,1 0,0-1,-1 1,1-2,0 1,-1-1,1 0,0-1,0 0,-1 0,1-1,0 0,-1 0,0 0,1-1,-1 0,0-1,-1 0,1 0,0 0,-1-1,0 0,0 0,-1 0,0-1,1 0,-2 0,1 0,-1-1,0 0,0 1,-1-1,2-5,14-32,-2-1,-2 0,-2-2,-1 1,-3-1,-1-9,19-122,4-168,-36 255,5 91,-1-1,1 1,-1-1,1 1,-1-1,0 1,1 0,-1-1,0 1,1 0,-1-1,0 1,1 0,-1 0,0 0,0 0,1 0,-1 0,0 0,0 0,1 0,-1 0,0 0,1 0,-1 0,0 0,0 1,1-1,-1 0,0 1,1-1,-1 0,1 1,-1-1,0 1,1-1,-1 1,1-1,-1 1,1 0,0-1,-1 1,1-1,-1 1,1 0,0-1,0 1,-1 0,1 0,0-1,0 1,0 0,0 0,-20 30,2 1,1 0,2 1,1 1,2 1,1 0,2 0,1 1,2 0,1 3,-1 7,3-1,2 1,2 0,1 0,3-1,1 0,8 24,-6-39,0-1,2 0,2 0,0-1,2 0,0-1,2-1,2 0,0-2,1 0,14 13,-27-30,0-1,0 1,1-1,-1-1,1 1,1-1,-1-1,0 1,1-1,0-1,0 1,1-1,-1-1,0 1,1-2,-7-1,0 0,0 0,0 0,0 0,0-1,0 1,0-1,-1 0,1 0,0 1,0-1,0 0,-1 0,1-1,-1 1,1 0,-1 0,1-1,-1 1,0-1,1 1,-1-1,0 0,0 1,0-1,0-1,10-23</inkml:trace>
  <inkml:trace contextRef="#ctx0" brushRef="#br0" timeOffset="2222.13">2981 497,'21'0,"27"0,30 0,30 0,16 0,3-2,-19-1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4:04.3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1203 294,'0'504,"-25"-761,8 124,13 97,-2-123,5 158,1 1,0-1,0 1,0-1,-1 1,1-1,0 1,0-1,0 0,0 1,0-1,0 1,0-1,0 1,1-1,-1 1,0-1,0 0,0 1,1-1,-1 1,0-1,0 1,1 0,-1-1,0 1,1-1,-1 1,1 0,-1-1,1 1,-1 0,0-1,1 1,-1 0,1-1,-1 1,1 0,0 0,-1 0,1 0,-1 0,1-1,-1 1,1 0,-1 0,1 0,0 0,-1 1,1-1,-1 0,1 0,20 24,-20-23,85 118,-81-114,1 0,-1-1,1 1,0-1,0 0,0-1,1 1,-1-1,1-1,0 1,0-1,0 0,0-1,0 1,0-1,0-1,1 0,-1 0,3 0,-2-1,0 0,0-1,-1 0,1 0,0-1,-1 0,1 0,-1-1,0 1,0-2,0 1,-1-1,0 0,1 0,-2-1,1 0,-1 0,0 0,4-6,0-2,-1-1,0 0,-1-1,-1 1,0-1,-1-1,-1 1,2-15,-9 112,0-31,-2 5,2 1,3-1,4 16,14 4,-8-51</inkml:trace>
  <inkml:trace contextRef="#ctx0" brushRef="#br0" timeOffset="433.841">1818 187,'-7'111,"5"0,8 52,-6-145,2 0,0 0,1 0,0 0,2 0,5 14,-9-28,1 0,-1-1,1 1,0 0,0-1,1 1,-1-1,1 0,0 0,0 0,0 0,0 0,0 0,1-1,-1 0,1 0,-1 0,1 0,0 0,0-1,0 1,0-1,0 0,0 0,0-1,0 1,0-1,1 0,-1 0,0-1,0 1,1-1,6-1,-1-1,0 1,0-2,0 0,-1 0,1 0,-1-1,0-1,-1 0,1 0,-1 0,0-1,-1 0,1-1,-1 0,-1 0,0 0,0-1,0 0,-1 0,3-8,3-9,0-1,-2 0,-1-1,-1 0,-1-1,-1 1,-1-11,2-59,-4 0,-7-48,4 172,1-3</inkml:trace>
  <inkml:trace contextRef="#ctx0" brushRef="#br0" timeOffset="702.17">2353 174,'6'16,"8"12,5 10,7 10,7 6,6 4,4-3,5-3,1-3,-4-6,-6-8,-9-10,-6-16,-8-13,-7-8</inkml:trace>
  <inkml:trace contextRef="#ctx0" brushRef="#br0" timeOffset="956.021">2807 294,'-4'-18,"-7"-6,-5 1,-8 11,-8 17,-7 19,-8 21,-3 21,-1 16,2 7,4 2,10-14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4:14.8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41 108,'-3'5,"0"0,1 0,0 0,0 0,1 1,-1-1,1 0,0 1,1-1,-1 1,1-1,0 1,0-1,1 1,0-1,0 1,0-1,0 1,1-1,0 0,0 0,1 0,-1 0,1 0,0-1,0 1,1-1,-1 0,1 0,0 0,0 0,3 2,-1-3,0 0,0 0,1 0,-1-1,0 0,1 0,0-1,-1 1,1-2,0 1,0-1,-1 0,1 0,0-1,0 1,-1-2,1 1,-1-1,1 0,-1 0,1-1,-1 0,0 0,0 0,-1-1,1 0,-1 0,1 0,-1-1,-1 0,1 0,-1 0,0 0,0-1,0 1,-1-1,0 0,0-1,0 1,-1 0,2-5,-4 4,1 0,-1 0,0 0,0 0,-1 0,0 1,0-1,-1 0,0 0,0 1,0-1,-1 1,0 0,0 0,-1 0,1 0,-1 0,-1 1,1 0,-1 0,0 0,0 0,0 1,-1 0,1 0,-1 0,0 1,0 0,-1 0,1 0,-1 1,1 0,-1 0,0 1,1 0,-1 0,0 0,0 1,0 0,0 1,0-1,0 1,1 0,-1 1,0 0,1 0,-1 0,0 2,2-2,0 0,0 1,0-1,0 1,1 1,-1-1,1 1,0-1,0 1,0 0,0 1,1-1,0 1,0-1,0 1,0 0,1 0,0 0,0 1,0-1,1 0,-1 1,1-1,1 1,-1-1,1 1,0 0,0-1,1 1,-1-1,1 1,0-1,1 1,0-1,-1 0,4 5,16 21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4:15.13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43 348,'0'20,"0"17,0 10,2 6,3 4,1-3,2-9,1-10,0-15,-3-12</inkml:trace>
  <inkml:trace contextRef="#ctx0" brushRef="#br0" timeOffset="160.571">3 67,'-3'5,"7"8,11 6,11 5,-1-2</inkml:trace>
  <inkml:trace contextRef="#ctx0" brushRef="#br0" timeOffset="482.71">350 642,'17'-7,"-1"0,0-1,-1 0,1-2,-2 0,1 0,-2-1,1-1,-2 0,1-1,-2-1,0 0,0 0,-1-1,0-2,-9 15,1 0,-1-1,0 1,0-1,0 1,0-1,0 1,0-1,-1 0,1 0,-1 1,0-1,0 0,0 0,0 1,0-1,-1 0,1 1,-1-1,0 0,1 1,-1-1,-1 1,1-1,0 1,-1-1,1 1,-1 0,1 0,-1 0,0 0,0 0,0 0,0 0,0 0,-1 1,1-1,-1 1,1 0,-3-1,-3 1,-1 1,0 0,1 1,-1 0,1 0,-1 1,1 0,0 1,0-1,0 1,0 1,0 0,1 0,0 0,-1 1,1 0,1 1,-1-1,1 1,0 1,1-1,-1 1,1 0,1 0,-1 0,1 1,0 0,1 0,0-4,1 0,0 0,1 0,-1 0,1 0,0 0,0 0,0 0,1 1,-1-1,1 0,0 0,0 1,0-1,1 0,0 0,-1 1,2-1,-1 0,0 0,1 0,0 0,0 0,0-1,0 1,0-1,1 1,0-1,0 0,0 0,0 0,0 0,0 0,1-1,0 1,-1-1,4 1,12 4,1 0,0-2,0 0,0-1,1-1,-1-1,1-1,1-1,42 2</inkml:trace>
  <inkml:trace contextRef="#ctx0" brushRef="#br0" timeOffset="945.62">952 308,'-3'-3,"0"0,-1-1,1 1,0 0,-1 1,0-1,1 1,-1-1,0 1,0 0,-1 0,1 1,0 0,0-1,-1 1,1 0,-1 1,1-1,-1 1,1 0,-1 0,1 1,-1-1,1 1,-1 0,1 0,0 0,-1 1,1 0,0 0,0 0,0 0,0 0,-2 3,4-3,0 1,0 0,0 0,1 0,-1 0,1 0,0 0,0 0,0 0,0 1,0-1,1 0,-1 0,1 1,0-1,0 1,0-1,1 0,-1 1,1-1,0 0,0 0,0 0,0 1,0-1,1 0,1 2,57 73,35 2,30 32,-124-112,0 1,-1 0,1-1,0 1,0 0,-1 0,1-1,0 1,-1 0,1 0,-1 0,1 0,-1 0,1 0,-1 0,0 0,0 0,1 0,-1 0,0 0,0 0,0 0,0 0,0 0,0 0,0 0,0 0,-1 0,1 0,0 0,-1 0,1 0,0 0,-1 0,1 0,-1 0,0 0,1-1,-1 1,0 0,1 0,-1-1,0 1,0 0,0-1,0 1,0-1,1 1,-1-1,0 1,0-1,0 0,0 1,0-1,0 0,0 0,-1 0,1 0,0 0,0 0,0 0,0 0,-4 1,1-1,0 1,-1-1,1 0,0 0,-1-1,1 1,0-1,0 0,-1 0,1 0,0-1,0 1,0-1,0 0,1 0,-1-1,0 1,1-1,-1 0,1 0,0 0,0 0,0 0,1-1,-1 1,1-1,0 1,0-1,0 0,0 0,1 0,-1 0,1-1,0 1,0-3,3-6,1-1,1 1,0 0,1 0,0 0,1 0,0 1,1 0,0 0,1 1,0 0,1 0,1 1,-1 0,1 1,6-4,-4 1,1 1,0 0,1 0,0 2,1-1,0 2,0 0,7-2,-21 10,1 0,-1 0,0 1,1-1,-1 0,1 0,-1 1,0-1,1 1,-1-1,0 1,0 0,1 0,-1-1,0 1,0 0,0 0,0 0,0 0,0 0,0 0,0 0,0 1,-1-1,1 0,0 0,-1 1,1-1,-1 0,1 1,-1-1,0 1,0-1,0 0,1 1,-1-1,0 1,-1-1,1 0,0 1,0-1,-1 1,1-1,-1 0,1 1,-1 0,1 7,-1 7,1-1,1 1,0 0,1 0,1-1,0 1,1-1,1 1,0-2,1 1,1 0,0-1,1-1,1 1,4 5,-11-17,-1 0,1-1,-1 1,1-1,0 1,0-1,-1 0,1 0,0 0,0 0,0 0,0 0,0 0,0-1,1 1,-1-1,0 1,0-1,0 0,1 0,-1 0,0 0,0 0,0-1,1 1,-1-1,0 1,1-1,13-10</inkml:trace>
  <inkml:trace contextRef="#ctx0" brushRef="#br0" timeOffset="1198.943">1299 0,'-7'16,"5"12,12 11,3-2</inkml:trace>
  <inkml:trace contextRef="#ctx0" brushRef="#br0" timeOffset="1644.751">1647 575,'2'-378,"-1"370,9-60,-9 66,-1 0,1 0,0 1,-1-1,1 0,0 1,0-1,0 1,0-1,1 1,-1-1,0 1,1 0,-1 0,1-1,-1 1,1 0,-1 0,1 1,0-1,0 0,-1 0,1 1,0-1,0 1,0 0,-1 0,1-1,0 1,0 0,0 0,0 1,1-1,9 4,-1 0,0 0,0 1,0 1,-1 0,0 0,0 1,0 0,-1 1,0 0,0 1,-2-3,1 1,-1 0,0 1,-1 0,1 0,-2 0,1 1,-1 0,-1 0,1 0,-1 0,-1 1,0-1,0 1,-1 0,0 0,-1 3,0 0,-1-8,-1-1,1 1,0-1,1 1,-1-1,1 1,0-1,0 1,0-1,0 1,1-1,0 0,0 0,0 0,0 0,1 0,0-1,0 1,0-1,0 1,0-1,0 0,1 0,1 1,10 1,1 0,-1-1,1 0,0-2,0 0,0 0,0-1,0-1,14-2,-11 1,1 0,-1-2,0 0,0-1,0 0,-1-2,0 0,8-5,-20 8,1 0,-1 0,0-1,-1 0,1 0,-1 0,1-1,-1 0,-1 0,1 0,-1-1,0 1,0-1,0 0,-1 0,0 0,0-1,-1 1,0-1,0 0,0 1,-1-1,0 0,0-5,0 7,-1 0,0 0,0 0,0-1,0 1,-1 0,0 0,0 0,-1 0,1 0,-1 0,0 1,0-1,-1 1,1-1,-1 1,0 0,0 0,-1 0,1 0,-1 0,0 1,0 0,0 0,0 0,0 0,-1 0,1 1,-1 0,0 3,1-1,0 1,0 1,0-1,-1 1,1-1,1 1,-1 1,0-1,1 0,-1 1,1 0,-1-1,1 1,0 1,0-1,1 0,-1 1,1-1,0 1,-1 0,2 0,-1 0,0 0,1 0,0 0,0 1,-1 3,-1-1,1 1,0 0,0 0,0 1,1-1,0 0,1 0,0 1,0-1,1 0,0 0,0 1,1-1,0 0,0 0,1 0,0-1,1 1,0-1,0 1,0-1,1-1,1 2,5 2,0 0,1-1,0 0,1-1,0-1,0 0,0-1,1 0,0-1,0-1,1 0,-1-1,3 0,57 11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4:10.12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246 582,'0'0,"-109"-20,104 20,0 0,1 0,-1 0,0 1,0 0,1 0,-1 0,0 1,1-1,0 1,-1 0,1 1,0-1,0 1,0-1,0 1,0 1,1-1,-1 0,1 1,-1 1,-2 5,0 1,1-1,0 1,1 0,0 0,1 0,0 1,1-1,0 1,0 0,2-1,-1 1,2 0,0 0,-2-10,1 1,0-1,0 0,0 0,0 0,1 1,-1-1,0 0,1 0,0 0,-1 0,1 0,0 0,0 0,0 0,0 0,1 0,-1 0,1-1,-1 1,1 0,-1-1,1 1,0-1,-1 0,1 0,0 1,0-1,0 0,0-1,0 1,1 0,-1-1,0 1,0-1,0 1,0-1,1 0,6-3,0-1,-1 1,1-1,-1-1,0 0,0 0,-1-1,1 1,-1-2,-1 1,1-1,-1 0,0 0,-1-1,1 0,-1 0,3-7,-3 7,0-1,-1 0,1 0,-2 0,1-1,-1 1,-1-1,1 0,-2 1,1-1,-1-2,-2 13,1-1,0 0,0 0,-1 1,1-1,0 0,-1 0,1 1,0-1,0 0,-1 0,1 0,0 0,-1 0,1 1,0-1,-1 0,1 0,-1 0,1 0,0 0,-1 0,1 0,0 0,-1 0,1 0,0 0,-1-1,1 1,0 0,-1 0,1 0,0 0,-1-1,1 1,0 0,-1 0,1 0,0-1,0 1,-1 0,1 0,0-1,0 1,0 0,0-1,-1 1,-1 6,1 1,0 0,0 0,0 0,0 0,1 0,1 0,-1 0,1 0,0 0,0-1,1 1,0 0,1-1,-1 1,1-1,0 0,1 0,-1 0,1 0,0 0,1-1,-1 0,1 0,0 0,1 0,-1-1,1 0,0 0,3 1,102 32,-55-28</inkml:trace>
  <inkml:trace contextRef="#ctx0" brushRef="#br0" timeOffset="631.31">847 542,'-96'-14,"92"14,1 0,-1 1,1-1,-1 1,1 0,0 0,-1 1,1-1,0 1,0-1,0 1,0 0,0 0,0 1,1-1,-1 0,1 1,-1 0,1-1,0 1,0 0,0 0,1 0,-1 0,1 1,-1 0,0 1,0 0,1 0,0 0,0 0,0 0,0 1,1-1,0 0,0 1,0-1,1 0,0 0,0 1,0-1,0 0,1 0,0 0,0 0,1-1,-1 1,1 0,0-1,0 0,0 0,1 1,3 2,1 1,-1-2,1 1,0-1,1 0,0 0,0-1,0-1,0 1,1-1,-1-1,8 2,-3-3,0 0,0 0,0-2,0 0,1 0,-1-2,0 1,0-2,0 0,0-1,-1 0,1-1,-1 0,0-1,-1-1,1 0,-1 0,-1-2,1 1,-1-1,-1-1,0 0,0-1,-1 1,0-2,-1 1,0-1,-1-1,-1 1,0-1,0 0,-1-1,-1 1,0-1,5-30,-1 1,-2-1,-2 0,-2-1,-2 1,-2 0,-2 0,-10-43,-11-12,25 100,0 0,0 0,-1-1,1 1,0 0,-1 0,1 0,0 0,-1 0,1-1,-1 1,1 0,-1 0,0-1,1 1,-1 0,0-1,1 1,-1-1,0 1,0-1,0 1,1-1,-1 0,0 1,0-1,0 0,0 0,0 1,0-1,1 0,-1 0,0 0,0 0,0 0,0 0,0 0,0-1,0 1,0 0,0 0,1-1,-1 1,0-1,0 1,0-1,1 1,-1-1,0 1,0-1,1 1,-1-1,1 0,-1 0,0 1,1-1,0 0,-1 0,1 1,-1-1,1 0,0 0,-1 0,1 0,0 0,0 0,0 0,0 0,0 0,-8 26,2 0,1 1,1-1,1 1,1 0,2 0,0 0,2 6,2 20,1 0,3 0,3-1,1 0,3 0,9 17,-17-49,0-1,2 0,0-1,1 0,1 0,11 12,-19-24,1-1,0 0,0 0,0 0,0-1,0 0,1 0,-1 0,1 0,0 0,0-1,0 0,0 0,1-1,-1 1,0-1,1 0,-1-1,1 1,-1-1,1 0,-1 0,1-1,-1 0,0 0,4-1,2-3,0 0,0-1,-1-1,0 0,0 0,-1-1,0 0,0 0,-1-1,0-1,0 1,-1-1,0-1,-1 1,0-1,-1 0,0 0,-1-1,0 1,0-5,10-16,-7 18,2 46,-9-2,10 80,-9-106,1 0,-1 0,1-1,-1 1,1 0,0-1,0 0,1 1,-1-1,1 0,0 0,-1 0,1 0,0-1,1 1,-1-1,0 0,1 0,-1 0,1 0,0-1,0 1,0-1,-1 0,4 0,30 2,-2-7</inkml:trace>
  <inkml:trace contextRef="#ctx0" brushRef="#br0" timeOffset="882.64">1663 342,'-16'0,"-10"0,-5-2,-3-1,-2 0,2-2,6 0</inkml:trace>
  <inkml:trace contextRef="#ctx0" brushRef="#br0" timeOffset="1133.983">888 194,'20'-4,"26"-4,29-6,27-1,26-2,16 1,-17 2</inkml:trace>
  <inkml:trace contextRef="#ctx0" brushRef="#br0" timeOffset="2712.426">1944 516,'5'14,"2"-1,-1 1,2-1,-1 0,2-1,0 0,0 0,1-1,1 0,0-1,0 0,1-1,0 0,0-1,1 0,0-1,1 0,0-1,0-1,0 0,0-1,1-1,0 0,4 0,-14-2,0 0,0 0,0 0,-1-1,1 0,0 0,0 0,0 0,0-1,-1 0,1 0,0 0,-1-1,1 1,-1-1,1 0,-1-1,0 1,0-1,0 0,0 0,0 0,-1 0,1 0,-1-1,0 0,0 0,0 0,0-6,0 0,0 0,-1 0,-1 0,0 0,0 0,-1 0,0-1,-1 1,0 0,-1 0,0 0,0 0,-1 0,-1 0,-9-55,22 40,1 21</inkml:trace>
  <inkml:trace contextRef="#ctx0" brushRef="#br0" timeOffset="3017.139">2599 730,'34'-24,"-1"-1,-2-1,0-2,-2-1,26-32,-53 59,0 0,0 1,0-1,0 0,-1 0,1 0,-1 0,1 0,-1-1,0 1,0 0,0-1,0 1,0 0,0-1,-1 1,1-1,-1 0,0 1,1-1,-1 1,0-1,-1 1,1-1,0 0,-1 1,0-1,1 1,-1-1,0 1,0 0,0-1,-1 1,1 0,-1 0,1 0,-1 0,0 0,1 0,-1 0,0 1,-2-2,-1 3,-1 0,0 0,0 0,0 1,0 0,1 0,-1 1,0-1,1 1,-1 1,1-1,0 1,0 0,0 0,0 0,0 1,1-1,-1 1,1 0,0 1,0-1,1 1,-1 0,-2 4,3-6,0 1,0 0,0 0,0 0,1 0,-1 0,1 0,0 1,0-1,1 1,-1 0,1-1,0 1,0 0,1 0,-1 0,1-1,0 1,0 0,1 0,0 0,0 0,0-1,0 1,0 0,1-1,0 1,0-1,1 0,-1 0,1 0,0 0,0 0,0 0,0-1,0 1,1-1,2 2,12 2,1 0,-1-1,1-1,1 0,-1-2,1 0,-1-1,1-1,0-1,0-1,-1-1,1 0,7-3,58-8,-8-1</inkml:trace>
  <inkml:trace contextRef="#ctx0" brushRef="#br0" timeOffset="4068.39">3361 462,'-10'-2,"0"-1,0 2,0-1,0 1,0 1,-1 0,1 0,0 1,0 1,0-1,0 2,0-1,1 1,-1 1,1 0,-1 0,1 1,1 0,-1 0,1 1,0 0,0 1,1 0,-1 0,1 0,1 1,0 0,0 1,1-1,-4 7,8-13,0 0,0 0,0 0,1 0,-1 1,0-1,1 0,-1 0,1 1,0-1,0 0,0 0,0 1,0-1,1 0,-1 0,0 1,1-1,0 0,0 0,-1 0,1 0,1 0,-1 0,0 0,0 0,1 0,-1-1,1 1,-1 0,1-1,0 1,0-1,-1 0,1 1,0-1,0 0,0 0,0 0,1-1,-1 1,0 0,0-1,2 1,10 0,0 0,1 0,-1-2,0 0,0 0,0-1,0-1,0 0,0-1,-1-1,1 0,-1 0,0-2,-1 1,0-2,0 0,10-8,-15 10,-1 0,1-1,-1 0,0 0,-1 0,0-1,0 1,-1-1,0-1,0 1,1-6,3 69,-7-47,0 0,1 0,0 0,0-1,0 1,1 0,0-1,1 0,0 0,0 0,0 0,1 0,0-1,0 0,1 0,0 0,0-1,0 0,0 0,1 0,0-1,0 0,0 0,1-1,-1 0,1 0,0-1,0 0,-5-2,0 0,1-1,-1 1,0-1,0 0,0 0,0 0,0 0,0 0,0-1,0 1,-1-1,1 0,-1 0,1 0,-1 0,1 0,-1-1,0 1,0-1,0 1,-1-1,1 0,1-2,29-78,-26 64,-3 4,0 1,1-1,1 1,1 0,0 1,0-1,1 1,1 1,0-1,1 1,0 1,1 0,1 0,-1 1,2 0,-1 0,13-7,-21 16,0 0,0 0,0-1,0 2,1-1,-1 0,0 1,0-1,0 1,1 0,-1 0,0 0,0 1,1-1,-1 1,0-1,0 1,0 0,0 1,0-1,0 0,0 1,0-1,-1 1,1 0,-1 0,1 0,-1 1,0-1,0 0,1 1,-2-1,1 1,0 0,0 0,-1 0,0 0,0 0,0 0,0 0,0 0,6 24,-1 0,-1 0,-2 0,0 0,-2 1,-2 22,1-7,1 19,3 1,3-1,2 0,11 34,-13-68,2-1,0 0,2 0,1-1,1 0,1-1,2-1,0 0,1-1,2-1,1 0,-14-15,-1-1,1 0,1 0,-1-1,1 1,0-2,0 1,0-1,1 0,-1 0,1-1,8 2,-14-5,1-1,-1 1,0-1,0 0,0 0,0 1,0-2,-1 1,1 0,0 0,0-1,-1 1,1 0,-1-1,1 0,-1 1,0-1,1 0,-1 0,0 0,0 0,0 0,-1 0,1 0,0 0,-1 0,1 0,-1 0,0 0,0-1,0 1,0 0,0 0,0 0,-1-1,2-33,-3 0,-1 0,-1 1,-2-1,-2 1,-1 0,-2 1,-10-21,1-3,-3 2,-2 1,-14-21,26 54,0 1,-2 0,0 1,-1 1,-1 0,-1 1,-1 1,0 1,-12-7,3 5,29 18,-1 0,0 0,0 0,1 0,-1-1,0 1,0 0,0 0,0 0,1-1,-1 1,0 0,0 0,0-1,0 1,0 0,0 0,0-1,0 1,0 0,0 0,0-1,0 1,0 0,0 0,0-1,0 1,0 0,0 0,0-1,0 1,0 0,0 0,0-1,0 1,0 0,-1 0,1 0,0-1,0 1,0 0,0 0,-1 0,1-1,0 1,0 0,-1 0,1 0,0 0,0 0,0 0,-1-1,1 1,0 0,-1 0,29 2,-24-1,342 24,-342-26,-1 1,1 0,-1 0,1 0,0 0,-1 1,0-1,1 1,-1 0,1 0,-1 0,0 1,0-1,0 1,1 0,-2 0,1 0,0 0,0 0,-1 1,1-1,-1 1,0-1,1 1,-1 0,-1 0,1 0,0 0,-1 0,1 2,-5 135,4-137,0 0,0 0,1 0,-1 1,1-1,0-1,0 1,0 0,0 0,0-1,0 1,1-1,-1 0,1 0,0 0,0 0,0 0,0 0,0-1,0 1,0-1,0 0,0 0,1 0,-1-1,0 1,1-1,-1 0,1 0,-1 0,0 0,1 0,-1-1,0 1,1-1,-1 0,0 0,0-1,0 1,1 0,-2-1,1 0,0 0,0 0,0 0,-1 0,1 0,0-3,2 1,-1 0,0 0,-1-1,1 0,-1 0,0 0,0 0,0 0,-1 0,0-1,0 1,0-1,-1 0,0 0,0 1,0-1,-1 0,0 0,0 0,0 0,-1 0,0 0,0 1,0-1,-1 0,0 1,0-1,0 1,-1 0,0-1,0 1,0 0,-3-3,3 4,0-1,0 1,0 0,0 0,-1 0,0 0,0 0,0 1,0 0,-1 0,1 0,-1 0,1 1,-1 0,0 0,0 0,0 0,0 1,-1 0,1 0,0 0,0 1,-1 0,1 0,0 0,-1 0,1 1,0 0,0 0,0 1,-1-1,1 1,1 0,-1 1,0-1,-4 4,6-5,0 1,-1 0,1 0,0 0,0 0,1 0,-1 1,0-1,1 1,0 0,-1 0,1 0,0 0,1 0,-1 0,0 1,1-1,0 0,0 1,0-1,0 1,0 0,1-1,0 1,-1-1,1 1,1 0,-1-1,0 1,1 0,0-1,0 1,0-1,0 1,1-1,-1 0,1 0,0 1,0-1,0 0,0 0,0-1,1 1,-1 0,1-1,0 0,1 1,25 9,2-5</inkml:trace>
  <inkml:trace contextRef="#ctx0" brushRef="#br0" timeOffset="4318.222">4684 168,'-18'-14,"-13"-4,-8 3,-4 9,1 12,4 14,8 10,8 10,10 4,15 4,12 1,14 1,1-8</inkml:trace>
  <inkml:trace contextRef="#ctx0" brushRef="#br0" timeOffset="4480.786">4738 676,'14'16,"13"7,13 0,14-4,14-5,-5-5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4:31.69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0 415,'100'-172,"-7"-26,-74 154,-14 51,4 113,29 271,-38-374,-1 0,0 1,-2-1,0 0,0 0,-2 0,-3 6,6-16,0-1,-1 1,0-1,0 0,-1 0,0 0,0-1,0 1,-1-1,0 0,0 0,0 0,0-1,-1 0,1 0,-1 0,0-1,-1 0,-3 2,11-6,0 1,0-1,-1 0,1 1,0-1,0 0,-1 1,1-1,0 0,-1 0,1 0,0 0,-1 0,1 1,-1-1,0 0,1 0,-1 0,0 0,0 0,1 0,-1 0,0-1,0 1,0 0,0 0,0 0,-1 0,1 0,0 0,0 0,-1 0,1 0,-1 0,1 0,0 0,-1 1,0-1,1 0,-1 0,0 0,1 1,-1-1,0 0,0 0,0 1,1-1,-1 1,0-1,0 1,0-1,0 1,0 0,0-1,0 1,0 0,0 0,0 0,0 0,0 0,0 0,0 0,0 0,0 0,0 0,0 0,-1 1,10-7,1 2,-1-1,1 1,0 0,0 1,0 0,0 0,1 1,-1 0,1 1,0 0,-1 0,10 2,-15-2,391-4,-341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4:27.1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727 201,'12'-2,"14"-1,19 0,21 0,19 2,15-1,14 4,10 1,7 0,1 0,-21-1</inkml:trace>
  <inkml:trace contextRef="#ctx0" brushRef="#br0" timeOffset="-855.227">834 415,'16'39,"0"0,3-1,1-1,19 25,-28-47,0 0,1 0,0-2,1 1,1-2,0 1,1-2,0 0,1-1,0-1,16 7,-25-12,0-1,1-1,0 1,0-1,0-1,0 1,0-1,0-1,0 0,0 0,0 0,0-1,0 0,0-1,0 1,-1-2,1 1,0-1,-1 0,0-1,1 0,-2 0,1 0,0-1,-1 0,0 0,2-2,1-3,0-1,0 0,-1 0,0-1,-1 0,0 0,-1-1,-1 1,0-1,-1-1,0 1,-1-1,0 1,-1-1,0 0,-2 0,1 0,-3-13,2 23,0 0,-1 0,1 0,-1 0,0 1,0-1,0 0,-1 1,1-1,-1 1,0-1,0 1,0 0,0 0,-1 0,1 0,-1 0,0 1,-2-3,3 5,1 1,-1-1,1 0,-1 1,1-1,0 1,-1-1,1 1,-1 0,1 0,0 0,0 0,-1 0,1 0,0 0,0 0,0 0,0 0,0 0,0 1,1-1,-1 0,0 1,1-1,-1 1,1-1,-1 1,1-1,0 1,-1-1,1 1,0-1,0 1,0-1,0 1,0-1,1 1,-1 0,0-1,1 30,0 0,2 0,1-1,2 1,1-1,8 22,-7-23,3 13,9 22,-2 1,-4 1,-2 0,-3 1,-4 0,-2 0,-5 55,1-107,-2 1,1-1,-2 0,0 0,0-1,-2 1,0-1,0 0,-8 11,13-23,0 0,0 0,0-1,0 1,-1 0,1 0,0-1,-1 1,1-1,-1 0,1 1,-1-1,0 0,0 0,0 0,1 0,-1 0,0 0,0-1,0 1,0-1,-1 1,1-1,0 0,0 0,0 0,0 0,0 0,0 0,0 0,0-1,0 1,0-1,0 0,0 1,0-1,0 0,0 0,0 0,1-1,-2 0,-10-11,1-2,0 1,2-2,0 1,0-1,1-1,2 0,-1 0,2-1,-3-10,8 25,-68-227,67 223,1 5,0 0,0 0,0 0,0 0,1 0,-1 0,0 0,1 0,0 0,-1 0,1 0,0 0,0 0,0 0,1-1,-1 1,0 0,1 0,-1 0,1 0,0 0,0 0,0 0,0 0,0 0,0 1,0-1,1 0,-1 1,0-1,1 1,0-1,-1 1,2-1,81-3,142 17,-150-9</inkml:trace>
  <inkml:trace contextRef="#ctx0" brushRef="#br0" timeOffset="-547.052">1824 1056,'6'0,"1"0,-1 0,0 1,1-1,-1 1,1 1,-1-1,0 1,0 0,0 1,0-1,0 1,-1 0,1 1,-1-1,0 1,0 0,0 1,0-1,-1 1,0 0,0 0,0 0,0 0,-1 1,0 0,2 4,-2 6,0 0,-1 1,0 0,-2-1,0 1,0 0,-2 0,0-1,-1 1,-1-1,0 0,-1 0,-1 0,0-1,-1 1,-1-2,-6 11,-16 42,29-65,-1-1,1 1,0 0,0-1,0 1,0 0,0 0,1 0,-1 0,0 0,1 0,-1 0,1 0,0 0,0 0,0 0,0 0,0 0,0 0,0 0,1 0,-1 0,1 0,0 0,-1-1,1 1,0 0,0 0,0 0,0-1,0 1,1-1,-1 1,0-1,1 1,-1-1,1 0,-1 1,1-1,0 0,0 0,0 0,7 0,0 0,0 0,1-1,-1 0,0-1,0 0,1 0,-1-1,7-2,-14 3,80-20,-1-4,-1-3,1-4,-20 6</inkml:trace>
  <inkml:trace contextRef="#ctx0" brushRef="#br0" timeOffset="532.324">2278 522,'9'4,"15"5,16 0,20-4,18-5,11-2,5-4,-7 0,-19 1</inkml:trace>
  <inkml:trace contextRef="#ctx0" brushRef="#br0" timeOffset="712.377">2452 776,'21'5,"22"1,22-3,18-3,16-5,7-2,-2-1,-8 1,-22 0</inkml:trace>
  <inkml:trace contextRef="#ctx0" brushRef="#br0" timeOffset="997.615">3388 736,'16'9,"0"0,1-1,-1-1,2-1,-1 0,1-1,0-1,0-1,0 0,0-2,0 0,1-1,-1 0,0-2,2 0,-10-3,-1 1,0-2,0 1,0-1,-1-1,0 0,0 0,0 0,-1-1,0 0,-1 0,0-1,0 0,-1 0,0 0,0-1,-1 0,-1 0,1 0,-2 0,1 0,-1-1,-1 1,0-1,-1 1,0-1,0 1,-1-1,0 1,-1-1,0 1,-1 0,0 0,-1 0,-3-7,4 12,0-1,0 1,0 0,-1 0,0 0,0 1,0-1,-1 1,0 0,0 0,0 1,0-1,0 1,0 0,-1 1,0-1,1 1,-1 0,0 1,0-1,0 1,0 0,-1 1,1-1,0 1,0 1,0-1,0 1,0 0,0 0,-1 1,-11 5,0 1,1 1,0 1,0 0,1 1,0 0,1 2,1 0,0 0,0 1,2 1,0 0,0 1,1 0,2 1,-1 0,2 1,0 0,0 2,-19 47</inkml:trace>
  <inkml:trace contextRef="#ctx0" brushRef="#br0" timeOffset="2452.711">847 2634,'13'-33,"-2"0,-1-1,-2 0,-2-1,0 0,-3 0,-1 0,-1 0,-2 0,-2 0,-1 0,-1 1,-2-1,-10-26,15 55,1 2,-1-1,1 1,-1 0,0 0,0 0,0 0,0 0,-1 0,0 0,0 1,0-1,0 1,0 0,-1 0,11 18,9-3,0 0,0-1,1-1,1-1,0 0,0-1,0-1,1-1,0 0,0-2,1 0,11 0,46 14,-71-17,0 0,0 0,0 1,-1 0,1 0,0 1,-1-1,0 1,0 0,0 1,0-1,0 1,-1 0,1 0,-1 0,0 1,0-1,-1 1,1 0,-1 0,0 1,1 3,0 8,0 0,-2 0,0 0,-1 0,0 0,-1 0,-2 8,1-9,0 0,1 1,1-1,0 0,1 1,1-1,1 0,1 3,-3-15,0 0,0 0,0 0,1-1,-1 1,1-1,0 1,0-1,0 0,0 0,1 0,0-1,-1 1,1-1,0 0,0 0,0 0,0 0,0-1,0 0,1 0,-1 0,1 0,-1 0,0-1,1 0,-1 0,1 0,-1-1,0 0,1 1,-1-1,0-1,1 1,-1-1,0 1,0-1,0-1,2 0,8-8,0 0,0-1,-1-1,-1 1,0-2,-1 0,0 0,-1-1,-1-1,0 1,-1-2,-1 1,-1-1,0 0,-1 0,-1 0,2-12,-5 23,0 1,1 0,-1 0,0 0,0 0,-1 0,0 0,0 0,0 0,0 0,-1 0,0 0,0 0,0 0,0 0,-2-1,3 5,-1 0,1 0,-1 0,0 1,1-1,-1 0,0 1,0-1,1 1,-1-1,0 1,0-1,0 1,0-1,0 1,1 0,-1 0,0-1,0 1,0 0,0 0,0 0,0 0,0 0,0 0,0 0,0 0,0 1,0-1,0 0,0 0,0 1,0-1,1 1,-1-1,0 1,0-1,0 1,1-1,-1 1,0 0,1-1,-1 2,-30 33,25-24,0 0,0 1,1 0,1 0,0 0,0 0,1 1,1-1,0 1,1 0,0-1,1 1,0 0,1 0,0 0,1-1,1 1,0-1,1 1,0-1,6 11,-3-14,1 0,0 0,1-1,0 0,0-1,1 0,0 0,0-1,0-1,1 1,0-2,0 1,0-2,0 1,1-2,-1 1,1-1,0-1,11 0,42 1</inkml:trace>
  <inkml:trace contextRef="#ctx0" brushRef="#br0" timeOffset="3382.576">2158 2140,'-9'-1,"1"1,-1 0,0 1,0 0,1 0,-1 1,1 0,-1 0,1 1,0 0,0 1,0 0,0 0,1 0,-1 1,1 0,0 1,1 0,0 0,-1 0,-3 6,6-7,0-1,1 1,-1 1,1-1,0 0,0 1,0 0,1-1,0 1,0 0,1 0,-1 0,1 0,1 1,-1-1,1 0,0 0,1 0,-1 1,1-1,0 0,1 0,-1 0,1 0,1 0,-1-1,1 1,0-1,0 1,3 2,8 7,0 0,1-2,1 0,0 0,1-2,1 0,0-1,0 0,0-2,11 4,72 39,-99-51,-1 0,1 1,-1-1,1 0,0 1,-1 0,0-1,1 1,-1 0,1 0,-1 0,0 0,0 0,1 0,-1 0,0 0,0 1,0-1,0 0,0 1,-1-1,1 1,0-1,-1 1,1-1,-1 1,1-1,-1 1,0-1,0 1,1 0,-1-1,0 1,-1 0,1-1,0 1,0-1,-1 1,1 0,-1-1,1 1,-1-1,0 0,1 1,-1-1,0 1,0-1,0 0,0 0,0 1,0-1,-2 1,-7 3,0-1,0 0,0 0,-1-1,1 0,-1-1,0 0,0-1,0 0,0-1,0 0,-3-1,11 2,1-1,-1 0,1 0,-1 0,1 0,-1 0,1-1,0 1,-1-1,1 1,-1-1,1 0,0 0,-1 0,1 0,0-1,0 1,0-1,0 1,0-1,0 1,1-1,-1 0,0 0,1 0,0 0,-1 0,1 0,0-1,0 1,0 0,0-1,0 0,2-6,0-1,1 1,0 0,0 0,1 0,0 0,1 0,0 1,0-1,1 1,0 0,0 0,1 1,6-7,-6 6,71-90,3 4,80-69,-111 121,-48 42,1 0,-1 0,0 1,0-1,0 1,0-1,0 0,0 1,0 0,0-1,0 1,-1 0,1-1,0 1,0 0,0 0,-1 0,1-1,0 1,-1 0,1 0,-1 0,1 0,-1 0,1 0,-1 1,0-1,0 0,0 0,1 0,-1 0,0 0,0 0,0 0,0 1,-1-1,1 0,0 0,0 0,-1 0,1 0,-1 0,0 1,1 2,-2 79,0-56,0 0,2-1,2 1,0 0,1 0,7 24,-8-46,-1 1,1-1,0 0,0 0,1 0,-1 0,1 0,0 0,1-1,-1 1,1-1,0 0,0 0,0 0,0-1,1 0,-1 1,1-1,0-1,0 1,0-1,0 0,1 0,-1-1,1 1,-1-1,1 0,-1-1,1 1,-1-1,1 0,0-1,-1 1,1-1,-1 0,1 0,-1-1,4-1,-2-1,0 0,0 0,-1-1,0 0,0 0,0 0,-1-1,0 1,0-1,0-1,-1 1,1-1,-2 0,1 0,-1 0,0 0,0 0,0-5,22-141,-23 105,5 78,-4-8,25 109,-25-123,-1-1,1 0,1 0,-1 0,1 0,0-1,1 1,0-1,0 0,0-1,0 1,1-1,0 0,0 0,6 3,-7-6,-1 0,1 0,-1-1,1 0,0 1,0-1,-1-1,1 1,0-1,0 0,0 0,0 0,0-1,0 0,-1 0,1 0,0 0,-1-1,1 0,-1 0,1 0,-1 0,0-1,0 1,0-1,0 0,0-1,9-7,-1-1,-1 0,1 0,-2-1,0 0,-1-1,4-7,3-13,-1 0,-2-2,-1 1,-1-2,-3 1,-1-1,-1 0,-3-1,0 1,-3-1,-1 0,-2 1,-1-1,-2 1,-2-1,7 28,-1-1,0 1,-1 0,0-1,0 1,-1 1,0-1,-1 0,0 1,-1 0,0 0,0 1,-6-6,11 12,-1 1,0 0,1 0,-1 0,0 0,0 0,0 1,1-1,-1 0,0 1,0 0,0-1,0 1,0 0,0 0,0 0,0 0,0 0,0 1,0-1,0 1,0-1,0 1,0-1,1 1,-1 0,0 0,0 0,1 0,-1 0,1 1,-1-1,1 0,-1 1,1-1,0 1,-1-1,1 1,0 0,0 0,-39 77,30-42,1 0,1 0,2 1,2 0,2 0,1 1,2-1,1 0,7 35,-6-58,-1 0,2 0,0 0,0-1,2 1,0-1,0 0,1-1,1 0,0 0,1 0,0-1,1-1,1 1,0-2,0 1,1-1,2 0,2-1,0 0,1-2,1 0,-1-1,1 0,0-1,0-2,1 0,-1 0,18-1,33-2</inkml:trace>
  <inkml:trace contextRef="#ctx0" brushRef="#br0" timeOffset="3669.345">3695 1966,'18'4,"16"2,12 0,11-2,6 0,2-2,-3-1,-10-1,-14 3,-16 4,-11 2</inkml:trace>
  <inkml:trace contextRef="#ctx0" brushRef="#br0" timeOffset="3913.203">3842 2206,'20'5,"19"1,18-2,18-3,14-3,10-3,-11-2</inkml:trace>
  <inkml:trace contextRef="#ctx0" brushRef="#br0" timeOffset="5669.603">193 0,'-38'33,"22"-17,1 1,1 1,0 0,2 1,0 0,1 1,1 0,0 1,2 0,1 1,0-1,2 1,0 1,1-1,2 1,0-1,2 1,0 0,1 0,2-1,0 1,1-1,2 0,0 0,1-1,10 20,3-8,1-1,2 0,1-2,1-1,2-1,1-1,86 100,-108-120,0 0,0 0,-1 1,0 0,0 0,-1 0,0 1,0-1,-1 1,0 0,-1 0,0 0,0 1,-1-1,0 0,-1 0,0 1,0-1,-1 0,0 1,-1-1,0 0,-1 0,1 0,-2 0,1-1,-1 1,0-1,-1 0,0 0,-5 6,4-7,-1 0,0-1,0 1,0-2,-1 1,1-1,-1 0,-1 0,1-1,-1 0,1-1,-1 0,0 0,0-1,-1 0,1 0,0-1,-9 0,17-2,0 1,0 0,0 0,0-1,-1 1,1-1,0 1,0-1,1 1,-1-1,0 0,0 1,0-1,0 0,0 0,1 1,-1-1,0 0,1 0,-1 0,1 0,-1 0,1 0,-1 0,1 0,0 0,-1 0,1 0,0 0,0-1,0 1,0 0,0 0,0 0,0 0,0 0,0 0,1 0,-1-1,0 1,1 0,-1 0,1 0,-1 0,1 0,-1 0,1 1,0-1,-1 0,1 0,0 0,0 1,0-1,0 0,-1 1,1-1,0 0,0 1,0 0,0-1,1 1,-1-1,0 1,0 0,7-6,1 0,0 0,0 1,0 0,1 0,0 1,0 1,0 0,0 0,0 1,1 0,-1 1,1 0,-1 0,1 1,-1 1,1 0,6 1,-13 0,0-1,-1 1,1 0,0 0,-1 0,1 1,-1-1,0 1,0 0,0-1,0 1,0 1,0-1,-1 0,0 1,0-1,0 1,0 0,0 0,-1 0,1 0,-1 0,0 0,-1 0,1 0,-1 0,1 0,-1 3,0 10,-1 0,-1 0,0 0,-1 0,0 0,-4 7,-23 65,-4-2,-34 62,-47 122,109-253,1-1,0 1,1 1,1-1,1 1,0 16,2-28,1 0,-1 0,1 0,1 0,-1 0,1 0,1-1,-1 1,1-1,0 0,0 1,1-2,0 1,0 0,0-1,1 1,0-1,0 0,3 2,47 27,1-10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4:35.86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82 1,'-6'16,"-8"19,-5 17,0 13,4 7,6 3,10-2,8-5,4-14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4:36.04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123 0,'-14'25,"-9"22,-3 14,1 8,5 2,7-2,11-5,8-5,8-4,1-12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4:36.29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75 1,'-7'18,"-5"13,-1 10,0 6,3 0,7 0,9-6,6-5,1-9</inkml:trace>
  <inkml:trace contextRef="#ctx0" brushRef="#br0" timeOffset="1">34 951,'-6'16,"-3"14,0 9,2 7,5 0,6-1,8-4,6-6,0-9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4:36.4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4:39.76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0 110,'16'0,"23"-3,33-4,31-9,28-8,18-7,-16 2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4:38.8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40 97,'-21'467,"20"-458,0 1,1-1,0 0,0 1,1-1,0 0,1 1,0-1,0 0,1 0,0 0,0-1,1 1,1-1,-1 0,1 0,1 0,-1-1,1 1,1-1,-1-1,1 1,0-1,6 3,-2-4,-1-1,1-1,0 0,0 0,1-1,-1-1,0 0,1 0,-1-1,0-1,1 0,-1 0,0-1,6-2,9-3,0-1,-1 0,0-2,-1-1,16-10,19-17,-13 2</inkml:trace>
  <inkml:trace contextRef="#ctx0" brushRef="#br0" timeOffset="252.838">1 498,'14'-4,"15"-4,17-6,16-6,12-5,4-3,-2 2,-9 2,-16 6</inkml:trace>
  <inkml:trace contextRef="#ctx0" brushRef="#br0" timeOffset="509.154">107 124,'21'-9,"24"-5,23-8,19-3,10-4,-12 5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4:38.0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1 220,'8'30,"2"57,-4 0,-3 1,-6 33,-16 199,17-288,5-25,3-20,23-76,-22 61,2 0,1 0,1 1,1 0,1 1,5-6,-16 28,0 1,0-1,1 1,-1-1,1 1,0 0,-1 0,1 0,1 0,-1 1,0-1,1 1,-1 0,1 0,0 0,-1 0,1 1,0 0,0-1,0 1,0 1,0-1,0 1,1-1,-1 1,0 0,0 1,0-1,0 1,0 0,0 0,1 0,3 5,-1 1,0 0,-1 0,0 0,0 1,0 0,-1 0,0 1,-1 0,0-1,0 1,-1 1,0-1,0 0,-1 1,-1-1,1 1,-2 0,1-1,-1 1,-1 4,1-6,0-1,0 0,-1 0,0 0,0 0,-1-1,1 1,-2 0,1 0,-1-1,0 1,0-1,-1 0,1 0,-1 0,-1-1,1 1,-1-1,0 0,0 0,-1-1,1 0,-1 0,0 0,0 0,0-1,-1 0,1 0,-1-1,0 0,0 0,1-1,-1 1,0-2,-1 1,2 0,0-1,1 1,-1-1,0 0,0-1,0 1,0-1,0-1,1 1,-1-1,1 0,-1 0,1 0,-1-1,1 0,0 0,0 0,1-1,-5-3,9 4,0 1,0 0,0-1,0 1,1-1,-1 1,0-1,1 1,0 0,0-1,-1 1,1 0,1-1,-1 1,0 0,0 0,1 0,-1 0,1 0,0 1,0-1,-1 0,1 1,0-1,0 1,1 0,-1 0,0 0,1-1,0-1,30-20</inkml:trace>
  <inkml:trace contextRef="#ctx0" brushRef="#br0" timeOffset="211.819">455 193,'-1'-36,"0"24,0 1,1-1,0 1,1-1,0 1,1 0,0-1,1 1,0 0,0 0,2 0,-3 9,-1 0,1 0,0 1,-1-1,1 1,0 0,0-1,0 1,1 0,-1 0,0 0,0 0,0 1,1-1,-1 1,0-1,1 1,-1 0,1 0,-1 0,0 0,1 0,-1 0,0 1,1-1,-1 1,0 0,1 0,-1 0,0 0,0 0,0 0,0 0,0 1,0-1,0 1,-1-1,1 1,1 1,17 17,0 0,-2 1,0 0,-2 2,0 0,-2 1,0 0,-2 1,0 1,-2 0,3 14,7 18,-2 0,-4 1,-1 0,-4 1,-1 0,-4 1,-2 0,-3-1,-3 1,-2-1,-2 0,-4 0,-6 16,-20 48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4:40.96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38,'18'-3,"23"-2,16-1,16-1,9 0,-3 1,-15 2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4:41.21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25,'16'0,"21"0,22-3,20-2,10-3,-11-1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4:43.7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1 254,'2'0,"8"0,11 0,13 0,13 0,11 2,11 1,3 0,-2 2,-10 0,-14-1</inkml:trace>
  <inkml:trace contextRef="#ctx0" brushRef="#br0" timeOffset="250.474">135 455,'16'4,"16"5,17 2,13-1,13-1,6-3,0-2,-15-2</inkml:trace>
  <inkml:trace contextRef="#ctx0" brushRef="#br0" timeOffset="502.794">629 0,'1'7,"-1"0,2-1,-1 1,1-1,0 1,0-1,0 0,1 1,0-1,0 0,1-1,0 1,0-1,0 0,0 0,1 0,0 0,4 2,105 67,87 17,-137-67,-2 4,-2 2,0 3,-1 4,-53-34,0 0,0 0,-1 0,0 1,0 0,0 0,0 0,0 1,-1 0,0 0,0 0,0 0,-1 0,1 1,-1 0,-1-1,1 1,-1 0,0 1,0-1,-1 0,0 0,0 1,0-1,-1 1,0-1,0 1,-1-1,1 0,-2 1,0 4,-9 6,0-1,0 0,-2-1,0 0,0-1,-2 0,1-1,-2-1,0 0,0-2,-1 1,0-2,-8 3,-165 75,113-59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4:42.8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0 435,'37'-85,"3"2,18-22,-34 60,30-47,-28 68,-26 24,1 0,0 0,0 0,0 0,0 0,0 1,0-1,-1 0,1 0,0 1,0-1,0 1,-1-1,1 1,0-1,0 1,-1-1,1 1,0 0,-1-1,1 1,-1 0,1-1,-1 1,1 0,-1 0,0 0,1-1,-1 1,0 0,0 0,1 0,-1 0,0 0,0 0,0 0,38 214,-30-167,0-10,-1 1,-2-1,-2 2,-1-1,-3 0,0 0,-3 0,-1 1,2-28,-1 0,0 0,-1 0,0 0,0-1,-1 0,-1 0,0-1,0 0,-1 0,-1 0,1-1,-1-1,-10 8,-9 2</inkml:trace>
  <inkml:trace contextRef="#ctx0" brushRef="#br0" timeOffset="254.326">107 783,'0'-9,"2"-3,8 0,11 3,16 2,17 3,18 0,17-2,-6-1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5:03.51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224 44,'0'-11,"0"-2,2 6,1 14,0 14,-1 17,0 14,-1 11,-3 7,-1 3,1-2,-3-7,0-7,1-8,1-11,1-9,-1-10,0-8</inkml:trace>
  <inkml:trace contextRef="#ctx0" brushRef="#br0" timeOffset="830.824">131 31,'2'-2,"0"-1,0 1,0 0,1-1,-1 1,0 0,1 0,0 1,0-1,-1 1,1-1,0 1,0 0,0 0,0 0,0 0,0 1,1-1,-1 1,0 0,0 0,0 0,1 0,-1 0,0 1,0 0,3 0,80 39,-69-30,0 1,0 1,-1 0,0 1,-1 1,-1 0,0 1,-1 1,-1 0,0 1,-1 0,-1 0,0 1,-2 1,0 0,1 4,-4-6,-1-1,-1 1,0-1,-1 1,-1 0,0 0,-1 0,-1 0,-1 0,0 0,-1-1,-1 1,-1-1,0 0,-1 0,0 0,-2-1,0 0,0-1,-2 1,1-2,-2 1,0-1,-1-1,0 0,0-1,-9 6,14-13,0 0,0 0,0-1,-1 0,1 0,-1 0,0-1,0 0,0-1,0 0,0 0,0-1,-1 0,1 0,0-1,0 0,0 0,0-1,0 0,0-1,1 0,-6-2,-144-43,118 43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4:44.5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 54,'11'19,"7"18,-1 20,-2 16,-5 9,-7 3,-8-5,-4-12,-2-12,2-20,3-17</inkml:trace>
  <inkml:trace contextRef="#ctx0" brushRef="#br0" timeOffset="282.241">0 1,'37'53,"1"-2,2-1,3-2,21 16,107 127,-161-177,1 1,-2 0,0 0,-1 1,0 0,2 11,-8-22,0 0,-1 1,0-1,0 0,0 0,-1 1,0-1,0 0,0 0,-1 1,1-1,-1 0,-1 0,1 0,-1 0,0 0,0 0,0 0,0 0,-1-1,0 1,0-1,0 0,-1 1,-11 6,1 1,-1-2,-1 0,0-1,0-1,-1 0,0-1,-1-1,1-1,-1 0,0-2,0 0,-1 0,-12-1,30-2,-4 1,0 0,0 0,0 0,0 0,0-1,-1 0,1 0,0-1,0 1,0-1,0 0,0 0,0-1,0 1,0-1,1 0,-1-1,1 1,-1-1,1 0,0 0,0 0,-1-1,1-11</inkml:trace>
  <inkml:trace contextRef="#ctx0" brushRef="#br0" timeOffset="21236.817">668 254,'9'465,"-13"-369,4-82,4-25,3-42,-2 0,-2 0,-2 0,-3 0,-3 0,-1 0,-4-5,-21-85,23 134,8 33,2-7,2 0,0-1,1 1,0-1,1 0,1 0,1-1,0 0,1-1,1 1,9 10,-16-22,-1 0,1 0,0 0,0 0,0 0,0-1,0 1,1-1,-1 0,1 0,0 0,0 0,-1-1,1 0,0 1,0-1,0-1,0 1,1-1,-1 1,0-1,0 0,0-1,0 1,0-1,0 0,0 0,0 0,0 0,0-1,3-1,10-9,-1-1,-1-1,0 0,-1 0,-1-2,0 0,-1 0,-1-1,-1-1,0 0,4-10,-13 26,58-109,-59 111,0 0,0 1,1-1,-1 0,0 1,0-1,0 0,0 0,0 1,0-1,0 0,0 1,1-1,-1 0,0 0,0 1,0-1,1 0,-1 0,0 0,0 1,1-1,-1 0,0 0,0 0,1 0,-1 1,0-1,1 0,-1 0,0 0,0 0,1 0,-1 0,0 0,1 0,-1 0,0 0,1 0,-1 0,0 0,1 0,-1 0,0 0,0-1,1 1,-1 0,-33 226,25-176,3 0,2 0,2 0,4 30,-2-72,0 0,0-1,0 1,1-1,0 0,0 0,1 1,0-1,0-1,1 1,0 0,0-1,0 0,1 0,0 0,15 10</inkml:trace>
  <inkml:trace contextRef="#ctx0" brushRef="#br0" timeOffset="21551.979">1257 375,'-8'37,"2"0,1 1,2-1,2 1,1 0,2 0,2 0,1-1,6 16,26 38,-35-88,0 0,0-1,0 1,0-1,1 0,-1 1,1-1,-1 0,1-1,0 1,0 0,-1-1,1 0,0 1,0-1,1 0,-1-1,0 1,0 0,0-1,1 0,-1 0,0 0,0 0,0 0,1-1,-1 1,3-2,7-4,-1 0,1-1,-2 0,1-1,-1 0,0-1,-1 0,0-1,0 0,-1-1,0 1,-1-2,0 1,6-14,0-2,0 0,-1-1,-2-1,-1 0,-2 0,0-1,-2 0,-1-1,-2 1,-1-1,-1 0,-2 0,0 1,-4-8,-1 1</inkml:trace>
  <inkml:trace contextRef="#ctx0" brushRef="#br0" timeOffset="21804.301">1859 241,'0'14,"2"13,5 11,9 9,10 5,13 3,10-1,9-3,3-6,0-6,-5-4,-7-9,-11-9,-11-7</inkml:trace>
  <inkml:trace contextRef="#ctx0" brushRef="#br0" timeOffset="21985.328">2273 241,'-16'5,"-12"12,-10 22,-11 25,-12 26,-16 25,-23 21,6-13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5:08.5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0 898,'4'-3,"0"-1,0 1,0 0,0 0,1 0,-1 1,1 0,0 0,-1 0,1 0,0 1,0-1,0 1,0 1,0-1,0 1,1-1,-1 2,0-1,0 0,0 1,0 0,0 0,0 1,0-1,0 1,-1 0,1 1,0-1,-1 1,0 0,2 1,3 9,-1 1,0 0,-1 1,-1 0,0 0,-1 0,0 1,-2-1,0 1,0 0,-2 0,0 0,0 0,-2 0,0 0,-2 5,3 0,12-73,2 1,3 0,2 2,24-46,-11 51,-30 45,-1-1,0 0,0 0,1 1,-1-1,0 0,0 1,0-1,0 1,0 0,0-1,0 1,0 0,0 0,0 0,0-1,0 1,0 0,-1 0,1 0,0 0,-1 1,1-1,0 0,-1 0,0 0,1 0,-1 1,0-1,1 0,-1 0,0 1,0-1,0 0,0 0,0 1,-1 0,2 1,6 33,-2-11,0-1,1 1,2-1,0-1,4 5,-10-23,1 1,0-1,1 1,-1-1,1 0,0-1,0 1,1 0,-1-1,1 0,0 0,0-1,0 1,1-1,-1 0,1-1,0 1,-1-1,1 0,0-1,0 1,1-1,0 0,50-5,-34-2</inkml:trace>
  <inkml:trace contextRef="#ctx0" brushRef="#br0" timeOffset="331.659">668 992,'6'-1,"19"-5,0 0,0-2,-1-1,0-1,-1 0,9-7,-29 16,-1 0,0 0,1 0,-1 0,0-1,0 1,0-1,0 1,0-1,0 0,0 0,0 0,-1 0,1 0,-1 0,1 0,-1-1,0 1,0 0,0-1,0 1,0-1,-1 1,1-1,-1 1,0-1,0 1,0-1,0 0,0 1,0-1,0 1,-1-1,0 1,1-1,-1 1,-1-2,-1 1,0 0,0 0,-1 0,1 0,-1 0,0 1,0-1,0 1,0 0,0 0,0 1,0-1,-1 1,1 0,-1 0,1 1,-1-1,1 1,-1 0,1 0,-1 0,0 1,1 0,-1-1,1 2,0-1,-1 0,1 1,0 0,0 0,0 0,0 1,0-1,1 1,-1 0,1 0,-1 0,1 0,0 1,0 0,-1 0,0 0,1 1,0-1,0 1,0 0,0 0,0 0,1 0,0 0,0 1,1-1,-1 1,1-1,1 1,-1-1,1 1,0 0,0-1,0 1,1-1,0 1,0 0,0-1,1 0,0 1,0-1,0 0,0 0,1 0,0 0,0 0,1-1,2 4,9 1,0-1,0-1,1 0,0-1,0-1,0 0,1-1,0-1,0-1,0 0,0-1,0-1,0 0,0-1,9-3,34-1</inkml:trace>
  <inkml:trace contextRef="#ctx0" brushRef="#br0" timeOffset="630.858">1216 765,'17'26,"1"0,1-1,1-1,1-1,1-1,1-1,25 18,-36-29,-6-4,1 0,-1 0,1-1,0 0,1-1,-1 1,1-1,-1-1,1 1,5 0,-10-5,-1 1,1-1,-1 0,0 0,0 0,1 0,-1-1,0 1,0 0,0-1,0 0,-1 1,1-1,0 0,-1 0,1 0,-1 0,1 0,-1 0,0-1,0 1,0 0,0 0,-1-1,1 1,-1-1,1 1,-1-1,0 1,0-1,0 1,1-1,15-82,-14 66,1 0,0 1,1 0,1-1,1 2,1-1,0 1,1 0,1 0,1 1,2-3,11-6</inkml:trace>
  <inkml:trace contextRef="#ctx0" brushRef="#br0" timeOffset="1433.387">2059 685,'-13'-4,"0"0,0 1,0 1,0 0,0 1,-1 0,1 1,0 1,-1 0,1 0,0 2,0-1,0 2,0 0,1 0,-1 1,1 1,0 0,1 0,-1 1,1 1,1 0,-1 1,2-1,-3 4,6-5,0 0,1 1,0 0,0 1,0-1,1 1,1-1,-1 1,0 5,3-10,0-1,0 1,1-1,-1 1,1-1,0 1,0 0,0-1,1 1,-1-1,1 1,0-1,0 1,0-1,0 1,1-1,-1 0,1 1,0-1,0 0,0 0,0-1,1 1,-1 0,1-1,0 1,4 1,1 0,-1-1,1 0,0 0,0-1,0 0,1 0,-1-1,0 0,1 0,-1-1,1 0,-1 0,1-1,-1-1,0 1,0-1,0 0,0-1,0 0,0-1,0 1,-1-1,0-1,0 1,0-1,0 0,-1-1,0 0,0 0,0 0,2-5,-3 6,-1-1,0 0,0-1,-1 1,1-1,-1 1,-1-1,1 0,-1 0,-1 0,1-4,-7 55,5-37,1-1,0 0,0 0,0 0,1 0,0 0,0 0,1-1,-1 1,1-1,0 1,1-1,-1 0,1 0,0-1,0 1,1-1,-1 0,1 0,0 0,0-1,1 1,-1-1,1-1,-1 1,1-1,0 0,0 0,0 0,0-1,0 0,0-1,0 1,0-1,1 0,3-1,-1 0,0 0,0-1,1-1,-2 1,1-1,0-1,0 0,-1 0,0-1,0 0,0 0,-1 0,1-1,-2-1,1 1,0-1,-1 0,-1-1,1 1,-1-1,7-11,-1 0,-1 0,-1-1,-1 0,0-1,-2 0,0 0,0-12,2-16,-2 0,-2 0,-3-1,-2 1,-2 0,-4-17,7 64,0-5,-1 0,0 0,0-1,0 1,-1 0,0 0,0 0,-1 1,0-1,0 0,0 1,-1 0,0 0,-1 0,1 0,-1 1,-4-5,6 10,-1-1,1 0,-1 1,1 0,0-1,-1 1,1 1,-1-1,1 0,-1 1,1 0,0 0,-1 0,1 0,0 0,0 1,0-1,0 1,0 0,0 0,0 0,1 0,-1 1,1-1,-1 1,1-1,0 1,0 0,0 0,1 0,-1 0,1 0,-1 1,-8 14,0 1,2 0,0 1,1 0,1 0,1 0,1 1,1 0,0-1,2 1,0 0,2 1,0-1,1-1,1 1,1 0,1-1,1 1,1-1,0-1,1 1,2-1,5 8,-6-11,2 0,0-1,0 0,1-1,1 0,1-1,0 0,0-1,1-1,1 0,0-1,0-1,12 5,-22-12,-1 0,1-1,-1 1,1-1,0-1,-1 1,1-1,0 0,0 0,-1-1,1 0,0 0,-1 0,1 0,-1-1,0 0,1 0,-1-1,0 1,0-1,0 0,-1-1,1 1,-1-1,0 0,0 0,0 0,8-10,0-1,-1 0,-1-1,-1 0,0 0,-1-1,3-11,-10 25,-1 2,0 1,0-1,0 1,-1 0,1-1,0 1,0-1,0 1,0-1,0 1,0-1,0 1,0-1,0 1,0 0,0-1,0 1,0-1,0 1,0-1,0 1,0-1,1 1,-1 0,0-1,0 1,1-1,-1 1,0 0,1-1,-1 1,0 0,1-1,-1 1,0 0,1-1,-1 1,1 0,-1 0,0 0,1 0,-1-1,1 1,-1 0,1 0,-1 0,1 0,-1 0,1 0,-1 0,0 0,1 0,-1 0,1 0,-1 0,1 0,-1 1,1-1,-1 0,0 0,1 0,-1 1,1-1,-1 0,0 1,1-1,-1 0,41 174,-38-167,-1 0,2-1,-1 1,1-1,0 0,0 0,0-1,1 1,0-1,0 0,1 0,-1 0,1-1,0 0,0 0,0-1,1 0,-1 0,4 1,18 4</inkml:trace>
  <inkml:trace contextRef="#ctx0" brushRef="#br0" timeOffset="1683.719">2808 390,'-14'-2,"-7"-1,1 2,3 6,12 7,13 8,5 1</inkml:trace>
  <inkml:trace contextRef="#ctx0" brushRef="#br0" timeOffset="2730.941">3422 711,'-6'-6,"0"0,0 1,-1-1,0 1,0 1,0-1,0 1,-1 0,0 1,0 0,0 0,0 1,0 0,0 0,-1 1,1 0,-1 0,1 1,0 0,-1 1,1 0,-1 0,1 1,0 0,0 0,-7 4,6-1,1 1,0 0,0 1,0 0,1 0,0 1,1 0,-1 0,2 0,-1 1,1 0,0 0,1 0,0 1,1-1,0 1,0 0,1 0,0 0,1 0,0 8,1-14,0-1,0 0,0 0,1 1,0-1,-1 0,1 0,1 0,-1 0,0 0,1 0,-1 0,1 0,0-1,0 1,0 0,0-1,0 0,1 1,-1-1,1 0,0 0,-1-1,1 1,0 0,0-1,0 0,0 0,0 0,0 0,1 0,-1 0,0-1,0 0,3 1,3-1,0 0,0-1,1 0,-1 0,0-1,0 0,0 0,0-1,-1 0,1-1,-1 0,2-1,1-2,0-1,0 0,-1-1,-1 0,1 0,-2-1,1 0,-1-1,-1 0,0 0,0 0,-1-1,-1 0,0 0,0-1,-2 0,1 1,0-10,3-21,-3-1,-1 0,-2 0,-2 1,-2-2,-21-254,12 228,11 70,1 1,-1 0,1 0,0-1,-1 1,1 0,-1 0,0 0,1-1,-1 1,1 0,-1 0,1 0,-1 0,1 0,-1 0,1 0,-1 0,1 0,-1 1,0-1,1 0,-1 0,1 0,-1 1,1-1,0 0,-1 0,1 1,-1-1,1 0,-1 1,1-1,0 1,-1-1,1 0,0 1,-1-1,1 1,0-1,0 1,0-1,-1 1,1-1,0 1,0-1,0 1,0 0,0-1,0 1,0-1,0 1,0-1,0 1,0-1,0 1,0 0,-9 33,2 0,0 0,3 1,-1 34,1-24,4-42,-6 58,2 0,2 0,4 0,8 56,-8-105,0 1,1 0,1-1,0 0,1 0,0 0,0 0,1-1,1 0,0 0,1 0,0-1,0 0,1-1,0 0,1 0,0-1,0 0,1-1,0 0,3 0,2 1,0-2,1 0,0-1,0 0,1-2,-1 0,1-1,-1-1,1 0,0-1,0-1,-1-1,1-1,-1 0,1-1,-1-1,0 0,-1-2,1 0,-2 0,3-3,-12 7,0 0,-1-1,1 1,-1-1,0 0,0-1,-1 1,0-1,1 0,-1 0,-1 0,1 0,-1-1,0 0,0 1,-1-1,1 0,-1-1,-1 1,1 0,-1 0,0-1,0 1,-1-1,0 1,0-1,-1 1,0 0,0-1,0 1,-1 0,0 0,-1-3,-1 2,-1 0,0 0,0 0,-1 0,0 1,0 0,-1 0,1 1,-1 0,0 0,-1 0,1 1,-1 0,0 0,0 1,0 0,-1 1,1 0,-6-1,9 2,-1 0,1 0,-1 0,0 1,1 0,-1 0,1 0,-1 1,0 0,1 0,-1 0,1 1,0 0,-1 0,1 0,0 1,0 0,1-1,-1 2,0-1,1 0,0 1,0 0,0 0,0 0,1 1,-1-1,1 1,0 0,-1 3,2-4,0 1,0 0,1 0,-1 0,1 0,0 0,1 1,-1-1,1 0,0 0,0 1,1-1,-1 0,1 0,0 0,1 0,-1 0,1 0,0 0,0 0,1 0,-1-1,1 1,0-1,0 0,1 0,-1 0,1 0,0-1,0 1,0-1,0 0,1 0,-1-1,3 2,1 0,1 0,-1-1,1 1,0-2,0 1,0-1,0 0,1-1,-1 0,0-1,1 0,-1 0,0-1,1-1,-1 1,0-1,0-1,0 0,0 0,0 0,-1-1,0-1,1 1,-2-1,1-1,0 1,-1-2,0 1,-1-1,1 1,-1-2,-1 1,1-1,-1 0,-1 0,1 0,-1-1,0 0,1-17,-3 15,-2 17,-2 2,1-1,1 1,0 0,0-1,0 1,1 0,0-1,0 1,1-1,0 1,1-1,-1 0,1 0,1 0,-1 0,1 0,0-1,1 1,0-1,0 0,0-1,0 1,1-1,0 0,0-1,1 1,-1-1,1-1,5 4,-4-5,-1 1,1-1,0-1,-1 1,1-1,0-1,0 1,0-1,0-1,0 1,-1-1,1-1,0 1,0-1,-1-1,1 1,-1-2,0 1,0-1,0 1,0-2,-1 1,0-1,0 0,0 0,0-1,-1 0,0 0,0 0,-1-1,1 1,0-4,7-19,-2-1,0 1,-3-2,0 1,-2-1,-1 0,-2 0,-1 0,-2-19,1 42,-3-445,-1 421,4 33,0-1,0 1,0-1,0 0,0 1,0-1,0 0,-1 1,1-1,0 1,0-1,-1 0,1 1,0-1,0 0,-1 0,1 1,0-1,-1 0,1 0,0 1,-1-1,1 0,0 0,-1 0,1 0,-1 0,1 1,0-1,-1 0,1 0,-1 0,1 0,-1 0,1 0,0 0,-1-1,1 1,-1 0,1 0,0 0,-1 0,1 0,0-1,-1 1,1 0,0 0,-1 0,1-1,0 1,-1 0,1-1,0 1,0 0,-1-1,1 1,0 0,0-1,0 1,-1 0,1-1,0 1,0-1,-7 18,0 1,1 0,1-1,1 2,0-1,2 0,-1 6,2-11,-6 42,2 0,3 0,3 0,5 43,-2-70,0-1,2 1,1-1,1 0,1-1,1 0,2-1,1 0,0 0,8 8,-14-24,0 0,0 0,1-1,0 0,1-1,0 1,0-2,3 2,-10-6,1 0,-1-1,1 1,0-1,0 0,0 0,-1 0,1 0,0 0,0-1,0 1,0-1,0 0,1 0,-1 0,0 0,0-1,0 1,0-1,0 0,0 0,-1 0,1 0,0 0,0-1,-1 1,1-1,-1 0,1 1,-1-1,0 0,2-2,28-53,-22 25</inkml:trace>
  <inkml:trace contextRef="#ctx0" brushRef="#br0" timeOffset="2980.787">4117 364,'-20'-5,"-12"-3,7-1,21 1,30 0,30 2,31 1,26 1,18 3,10 0,-3 5,-14 5,-28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5:21.06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0 529,'47'-243,"-41"209,3-14,-1-1,-3 0,-2 0,-2-2,-4 46,-1 23,-11 117,6 0,6 1,11 87,-4-140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5:16.7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3388 385,'6'-20,"0"0,2 1,0-1,1 2,1-1,0 1,2 1,0 0,13-14,8-13,33-53,-66 97,1 0,-1 0,1 0,-1 0,0 0,1 0,-1 0,0 0,1 1,-1-1,0 0,1 0,-1 0,0 1,1-1,-1 0,0 0,1 1,-1-1,0 0,0 0,1 1,-1-1,0 0,0 1,0-1,1 0,-1 1,0-1,0 1,0-1,0 0,0 1,0-1,0 0,0 1,0-1,0 1,0-1,0 0,0 1,0-1,0 0,0 1,0-1,-1 1,1-1,0 0,0 1,0-1,-1 0,1 1,0-1,0 0,-1 0,1 1,0-1,-1 0,1 0,0 3,-2 47,3 0,2 0,8 45,5 122,-34-91,18-124,0-1,-1 1,1-1,-1 0,1 1,-1-1,0 0,1 1,-1-1,0 0,0 0,0 0,0 0,0 0,0 0,0 0,0 0,-1 0,1 0,0-1,-1 1,1-1,0 1,-1-1,1 1,0-1,-1 1,1-1,-1 0,1 0,-1 0,1 0,-1 0,1 0,-1-1,1 1,0 0,-1-1,1 1,-1-1,1 1,0-1,-1 0,1 1,0-1,0 0,0 0,0 0,-1 0,1-1,0 2,1-1,0 1,0-1,0 1,0 0,-1-1,1 1,0-1,0 1,0-1,0 1,0-1,0 1,0-1,0 1,0-1,0 1,1-1,-1 1,0-1,0 1,0-1,0 1,1-1,-1 1,0 0,1-1,-1 1,0 0,1-1,-1 1,0 0,1-1,-1 1,1 0,-1-1,0 1,1 0,-1 0,1 0,-1-1,1 1,-1 0,1 0,-1 0,1 0,-1 0,1 0,-1 0,1 0,-1 0,1 0,-1 0,1 0,-1 1,1-1,-1 0,0 0,1 0,-1 1,1-1,-1 0,1 1,-1-1,0 0,1 1,1-1,51-7,298-28,-285 40,-51 1</inkml:trace>
  <inkml:trace contextRef="#ctx0" brushRef="#br0" timeOffset="-2690.681">1062 117,'-2'3,"1"1,0-1,0 1,0-1,0 1,1-1,-1 1,1 0,0-1,0 1,0-1,0 1,1 0,0-1,0 1,-1-1,2 1,-1-1,0 0,2 2,-2 1,5 9,0 1,1-1,1 0,0 0,1-1,1 0,0-1,0 0,1 0,1-1,9 6,-15-12,1 0,0-1,1 0,-1 0,1-1,0 0,0-1,0 1,0-1,1-1,-1 0,1 0,0 0,-1-1,1-1,0 0,0 0,0 0,-1-1,1 0,0-1,8-2,-10 1,0-1,0 0,0 0,0 0,-1-1,0 0,0 0,0-1,0 1,-1-1,0-1,0 1,-1-1,0 1,0-1,0-1,-1 1,0 0,0-1,-1 0,0 1,0-1,-1 0,0 0,-1 0,0 0,0-3,-7 2,-1 29,1 27,2 0,3 1,1-1,4 13,9 108,24 110,-25-202,-7-51,-1-13,0 1,-1-1,-1 1,0 0,0 0,-1-1,-1 1,0 0,-1 0,-1-1,1 1,-2-1,-2 6,3-14,1 0,-1 0,0-1,-1 1,1-1,-1 1,0-1,1 0,-1 0,-1-1,1 1,0-1,-1 0,1 0,-1 0,1-1,-1 0,0 0,0 0,0 0,1-1,-1 1,0-1,-4-1,0 0,1 0,-1 0,0-1,1 0,0 0,-1-1,1 0,0-1,0 0,1 0,-1-1,1 0,-4-2,0-5,1 0,0 0,1-1,0 0,1 0,0-1,2 0,-1-1,2 1,0-1,0 0,1-1,1 1,1-1,0 1,1-1,1 0,0 1,1-1,1 0,-1 10,-1 0,2-1,-1 1,0 0,1 0,0 0,1 0,-1 0,1 1,0-1,1 1,-1-1,1 1,0 0,1 1,-1-1,1 1,0 0,0 0,0 0,0 1,1-1,-1 1,1 1,0-1,0 1,0 0,0 0,0 1,0 0,1 0,1 0,14 0,0 1,0 1,0 0,0 2,21 5,4 3</inkml:trace>
  <inkml:trace contextRef="#ctx0" brushRef="#br0" timeOffset="-2353.584">1864 919,'28'-2,"-22"3,-1 1,1-1,-1 1,1 0,-1 0,1 1,-1-1,0 1,0 1,0-1,-1 1,1-1,-1 1,0 0,0 1,0-1,-1 1,1 0,-1 0,0 0,-1 0,1 0,-1 1,0-1,0 1,-1 0,0-1,0 1,0 0,0 0,-1 0,0-1,0 1,-1 0,0 0,0 0,-1 2,-5 12,-1 0,-1 0,0-1,-2 0,0-1,-1-1,-1 1,-2 1,-20 28,33-44,0-2,1 0,-1 0,1 1,0-1,-1 0,1 1,0-1,0 1,0-1,0 1,0-1,0 1,1 0,-1-1,0 1,1 0,0-1,-1 1,1 0,0 0,0 0,0 0,0-1,0 1,0 0,0 0,1 0,-1-1,1 1,-1 0,1-1,0 1,0 0,-1-1,1 1,0-1,0 1,1-1,-1 1,7-1,0 1,0-1,0 0,0-1,0 0,0 0,1 0,-1-1,0-1,0 1,0-1,-1-1,8-2,-6 2,171-66,-129 44</inkml:trace>
  <inkml:trace contextRef="#ctx0" brushRef="#br0" timeOffset="-1537.733">875 11,'0'-2,"2"-2,8 1,13 3,19 2,21 0,17 0,16-3,9-1,2-1,-10 1,-13 3,-18 1,-16 0,-20 1,-15-2</inkml:trace>
  <inkml:trace contextRef="#ctx0" brushRef="#br0" timeOffset="-838.759">2399 238,'7'0,"11"0,12 0,12 0,8 0,7 0,3 0,-3 0,-5 0,-8 0,-11 0</inkml:trace>
  <inkml:trace contextRef="#ctx0" brushRef="#br0" timeOffset="-588.428">2466 532,'16'3,"14"0,14-1,8 1,6-2,4 3,-1-1,-4 0,-11-1</inkml:trace>
  <inkml:trace contextRef="#ctx0" brushRef="#br0" timeOffset="727.095">1463 158,'7'-10,"2"1,-2 7,-6 14,-6 15,-8 18,-6 12,1-3</inkml:trace>
  <inkml:trace contextRef="#ctx0" brushRef="#br0" timeOffset="2199.841">901 2497,'8'-5,"0"-1,0 1,-1-2,0 1,0-1,-1 0,0 0,0-1,-1 1,1-2,-2 1,1 0,-1-1,-1 0,1 0,0-4,3-6,-1 0,0 0,-2-1,0 0,-1 0,-1 0,-1 0,-1 0,0 0,-2 0,0 0,-1 0,-1 0,-6-17,-25-22,34 58,0 0,0 0,0 0,0 0,0 0,-1 0,1 0,0 0,0 0,-1 1,1-1,0 0,-1 1,1-1,-1 1,1-1,-1 1,1 0,-1 0,1 0,-1 0,1 0,-1 0,1 0,-1 0,1 0,-1 1,1-1,-1 1,1-1,0 1,-1 0,1-1,0 1,-1 0,1 0,0 0,0 0,0 0,0 0,0 0,-1 1,-1 3,-1 0,1 0,0 0,0 1,0-1,1 1,0 0,0 0,0 0,1 0,0 0,0 0,0 0,1 0,0 0,0 1,1-1,-1 0,1 0,1 0,-1 0,1 0,0 0,1-1,-1 1,1-1,0 1,1 0,4 0,1 0,-1-1,1 0,1 0,-1-1,0-1,1 1,0-1,0-1,0 0,0 0,0-1,9 0,-5 1,16 1,85 20,-110-21,0 0,-1 0,1 0,-1 1,1 0,-1-1,0 1,0 1,0-1,0 1,-1-1,0 1,1 0,-2 0,1 1,0-1,-1 1,0-1,1 1,-2 0,1 1,20 135,-20-138,-1 0,1-1,0 1,1 0,-1 0,0-1,1 0,0 1,-1-1,1 0,0 0,0 0,0-1,0 1,1-1,-1 0,0 0,1 0,-1 0,0 0,1-1,-1 1,1-1,-1 0,1 0,-1-1,1 1,95-20,-84 16,1-1,-1-1,-1 0,1-1,-1 0,0-1,-1-1,0 0,0-1,-1-1,0 0,-1 0,0-1,-1 0,0-1,-1 0,0-1,-2 0,1 0,-2-1,2-3,-7 14,0 0,0 1,0-1,0 0,-1 0,0 0,1 1,-2-1,1 0,0 0,-1 0,1 0,-1 1,0-1,0 0,-1 1,1-1,-1 1,0-1,0 1,0 0,0 0,0 0,-1 0,0 0,1 0,-1 1,0-1,0 1,0 0,-1 0,1 0,0 0,-1 3,1 0,-1 0,1 0,-1 1,1-1,0 1,0 0,0 0,0 0,0 0,0 0,0 1,1-1,-1 1,1 0,0 0,0 0,0 0,0 0,0 0,1 1,-1-1,1 0,0 1,0-1,0 1,1-1,-1 1,1 3,-4 8,1 1,1-1,0 1,1 0,1 0,1-1,0 1,1 0,1 3,-2-12,1 0,0 0,0 0,1 0,0-1,0 1,0-1,1 0,0 0,0 0,1 0,0-1,0 1,0-1,0-1,1 1,0-1,0 0,0 0,0 0,1-1,37 11,-2-7</inkml:trace>
  <inkml:trace contextRef="#ctx0" brushRef="#br0" timeOffset="3264.385">2118 2042,'-11'1,"0"1,0 0,0 1,1 0,-1 0,1 1,0 0,0 1,0 0,1 1,0 0,0 0,0 1,1 1,0-1,0 1,1 0,-6 9,12-15,0 1,0 0,0-1,0 1,0 0,1 0,0-1,-1 1,1 0,0 0,1 0,-1 0,0 0,1-1,-1 1,1 0,0 0,0-1,0 1,0 0,1-1,-1 0,1 1,-1-1,1 0,0 1,0-1,0 0,0 0,0-1,1 2,79 46,-81-48,67 29,-46-22,-1 1,1 1,-1 1,-1 1,0 1,-1 0,6 7,-23-18,1-1,-1 1,0 0,0 0,0 0,0 0,-1 1,1-1,0 0,-1 1,0-1,1 1,-1-1,0 1,0 0,-1-1,1 1,0 0,-1 0,0-1,1 1,-1 0,-1 0,1 0,0 0,0-1,-1 1,0 0,0 0,1-1,-2 1,1-1,0 1,0-1,-1 1,0 1,-2-1,0 0,0 1,0-1,0-1,0 1,0-1,-1 1,1-1,-1 0,0-1,0 1,0-1,-2 0,5 0,1-1,-1 0,0 0,0 1,0-1,1 0,-1-1,0 1,0 0,0-1,1 1,-1-1,0 1,1-1,-1 0,0 1,1-1,-1 0,1 0,-1 0,1-1,-1 1,1 0,0 0,0-1,0 1,0-1,0 1,0-1,0 1,0-1,0 0,1 1,-1-1,1 0,-1 0,1 1,0-2,0-12,0-1,2 1,0-1,0 1,2 0,0 0,0 0,1 0,1 1,1 0,0 0,2-2,1-4,80-164,71-163,-152 322,-13 30,-15 44,2 11,3 0,2 1,3 0,3 1,1 33,4-77,0-1,1 1,0 0,2 0,0 0,1-1,1 1,0-1,1 0,1 0,1 0,0-1,2 0,-1-1,2 1,5 5,-10-16,-1-1,1 0,0 0,0 0,1-1,-1 1,1-1,0-1,0 1,0-1,0 0,0 0,0-1,1 0,-1 0,0-1,1 1,-1-1,1 0,-1-1,0 0,1 0,-1 0,0-1,0 0,0 0,0 0,0-1,-1 0,1 0,-1-1,1 1,-1-1,2-3,4-5,-1 0,-1 0,0-1,0-1,-2 0,1 0,-2 0,0-1,-1 0,1-4,0 12,-10 34,3-21,0 84,1-87,0-1,0 1,1-1,-1 1,1-1,-1 0,1 1,0-1,0 0,0 0,0 1,0-1,1 0,-1 0,1 0,-1-1,1 1,0 0,0-1,0 1,0-1,0 1,0-1,0 0,0 0,0 0,0 0,1 0,-1 0,1-1,-1 1,0-1,1 0,-1 1,2-1,5-3,0 1,0-2,0 1,0-1,-1 0,0-1,1 0,-2 0,1-1,0 0,-1 0,0-1,-1 0,0 0,0 0,0-1,-1 0,4-7,14-23,-22 38,0 0,0 0,0 0,0 0,0 0,0 0,0 0,0 1,0-1,0 0,0 1,-1-1,1 1,0-1,0 1,0-1,-1 1,1-1,0 1,-1 0,1 0,0-1,-1 1,1 0,-1 0,1-1,-1 1,0 0,1 0,-1 0,0 0,1 0,-1 0,0 0,0 0,0 0,0 0,0 0,0-1,0 1,0 0,0 0,-1 0,1 1,2 6,1 0,1 0,0-1,0 1,0-1,1 0,0 0,1 0,-1-1,1 0,0 0,1 0,-1-1,1 0,0 0,1-1,-1 0,1 0,0-1,0 0,0 0,0-1,0 0,1 0,-1-1,1 0,-1 0,1-1,-1 0,1-1,-1 0,0 0,1-1,-1 0,0 0,0-1,0 0,1-1,3-3,0 0,-1 0,-1-1,1-1,-1 0,0 0,-1-1,0 0,-1 0,0-1,-1 0,0-1,0 0,-2 0,1 0,-1-1,-1 1,0-1,-1-3,7-29,-2 0,-3-1,-1 1,-2-1,-3 0,1-7,-3 1,-1 0,-3 0,-9-28,15 75,-25-53,25 57,0 1,0-1,0 1,-1 0,1 0,0 0,0 0,0 0,0 0,0 0,0 0,0 0,0 0,0 0,0 1,0-1,0 0,0 1,0-1,0 1,0-1,0 1,0-1,1 1,-1 0,0-1,0 1,1 0,-1 0,0 0,1 0,-1-1,1 1,-1 0,1 0,-1 0,1 0,0 0,-1 0,1 1,-16 33,2 0,2 1,1 0,2 1,1 0,-1 22,1-8,1 1,3 0,1 39,4-75,0 0,0 0,2 0,0 0,1 0,0-1,1 0,1 0,1 0,0-1,0 1,2-2,0 1,2 1,12 10</inkml:trace>
  <inkml:trace contextRef="#ctx0" brushRef="#br0" timeOffset="3516.707">2386 1868,'13'-2,"24"-1,27 3,28 0,23 1,18 1,-14-1</inkml:trace>
  <inkml:trace contextRef="#ctx0" brushRef="#br0" timeOffset="3863.498">4110 2042,'7'0,"11"0,16 0,17 0,12-2,10-1,1 0,-7 1,-15 0</inkml:trace>
  <inkml:trace contextRef="#ctx0" brushRef="#br0" timeOffset="4114.929">4150 2230,'23'0,"21"0,16 0,13 0,4 0,1 2,-13 1</inkml:trace>
  <inkml:trace contextRef="#ctx0" brushRef="#br0" timeOffset="5461.723">274 104,'-12'2,"0"1,0 0,1 1,-1 0,1 0,0 2,0-1,1 1,-1 1,2 0,-1 0,1 1,0 0,0 1,1 0,0 0,1 1,0 0,0 0,1 1,-1 2,0 7,1 0,1 1,0-1,2 1,0 0,1 0,2 0,0 0,1 0,1 0,1-1,0 1,2 0,1-1,2 5,18 47,3-2,4-1,22 33,-50-91,5 7,53 120,-60-130,-1 1,0-1,0 1,-1-1,0 1,-1-1,1 1,-2-1,1 1,-1-1,-1 1,1-1,-2 1,1-1,-1 0,-1 2,-6 5,0-1,-1 0,-1-1,0 0,-1 0,0-2,-1 0,0 0,0-1,-1-1,-1 0,0-1,0-1,0-1,-1 0,0-1,0 0,-2-2,14 3,24-3,-14-2,12-1,0 1,0 1,0 0,0 2,0 0,-1 0,1 2,-1 0,0 1,-1 1,0 0,0 1,-1 0,0 1,0 1,-1 0,-1 1,0 1,0 0,0 2,-3 1,-2 0,1 1,-2-1,0 2,-1-1,-1 1,-1-1,0 1,-1 0,-1 0,-1 0,0 0,-2 2,-5 43,-2 0,-3 0,-4 1,9-35,-5 19,4-18,0 1,2 0,1 1,1-1,2 1,2-1,1 11,0-34,0-1,0 0,1 1,0-1,0 0,1 0,0 0,0-1,1 1,-1-1,2 1,-1-1,1 0,-1-1,2 1,-1-1,1 0,-1 0,1-1,0 0,4 2,85 28,8-17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8:47.4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724 380,'-8'-5,"0"0,0 1,-1 1,0-1,0 1,0 1,0 0,0 0,-1 1,1 0,0 0,-1 1,1 0,0 1,-1 0,1 1,0 0,0 0,0 1,0 0,0 0,0 1,1 0,0 1,0 0,0 0,1 1,-1 0,1 0,1 1,-1 0,-2 4,6-8,1 0,0 1,0-1,0 1,0-1,1 1,-1 0,1 0,0-1,0 1,0 0,1 0,-1 0,1 0,0 0,0 0,1 0,-1 0,1 0,0 0,0 0,0 0,0 0,1 0,-1-1,1 1,0-1,0 1,1-1,-1 0,1 0,1 2,4-1,-1-1,1 0,0 0,0-1,0 0,1 0,-1-1,0 0,0-1,1 0,-1 0,1-1,-1 1,0-2,0 1,0-2,0 1,0-1,0 0,0 0,-1-1,1 0,-1 0,0-1,-1 0,1 0,3-5,1 0,-1 0,0-1,-1 0,0-1,-1 0,0 0,-1-1,0 1,-1-2,-1 1,0-1,-1 0,0 0,-1 0,-1 0,0-1,-1 1,0-1,-1 1,-1-1,0 1,-1 0,-1-1,0 1,-1 0,-1 0,-2-5,2 5,0 0,0 0,-2 0,0 1,0 0,-1 0,-1 1,-4-5,12 16,1 0,0 0,-1 0,0 0,1 0,-1 0,1 0,-1 0,0 0,0 1,1-1,-1 0,0 0,0 1,0-1,0 0,0 1,0-1,0 1,0 0,0-1,0 1,0 0,0-1,-1 1,1 0,0 0,0 0,0 0,0 0,0 0,0 0,0 1,-1-1,1 0,0 1,0-1,0 0,0 1,0-1,0 1,0 0,0-1,1 1,-1 0,0 0,0-1,0 1,1 0,-1 0,0 0,1 0,-1 0,1 0,-1 0,1 1,-4 13,1 0,0 1,1-1,1 1,1-1,0 1,1 0,1 2,-2-14,4 39,1 0,3 0,1-1,2-1,2 1,2-2,11 22,-24-55,1 0,-1 1,2-1,-1-1,1 1,0 0,0-1,1 0,-1 0,2 0,-1-1,0 1,1-1,0-1,0 1,1-1,-1 0,1 0,0-1,0 0,0 0,1-1,-1 0,0 0,1 0,0-1,-1-1,7 1,3-7,0 0,-1-2,0 1,0-2,0 0,-2-1,1-1,-1 0,-1-1,0-1,0 1,-1-2,-1 0,-1 0,1-3,2-1,0-2,-1 1,-2-2,0 0,-1 0,-1 0,-1-1,1-7,-7 28,0-1,-1 0,1 1,0-1,0 0,-1 0,1 1,-1-1,0 0,1 0,-1 0,0 0,0 0,0 1,-1-1,1 0,0 0,-1 0,1 0,-1 1,1-1,-1 0,0 0,0 1,0-1,0 1,0-1,0 1,0-1,0 1,-1 0,1-1,-1 1,1 0,-1 0,1 0,-1 0,0 0,1 0,-1 1,0-1,0 1,1-1,-1 1,0-1,0 1,0 0,0 0,0 0,-5 3,0 1,1 0,-1 0,1 1,0 0,0 0,0 0,1 1,-1 0,1 0,1 0,-1 0,1 1,0 0,1 0,-1 0,2 0,-1 1,1-1,0 1,0 0,1-1,0 1,0 0,1 2,0-4,0 0,1 0,-1 0,1 0,0 0,1 0,0 0,0 0,0-1,0 1,1 0,0-1,0 0,0 0,1 0,0 0,0-1,0 1,1-1,-1 0,1 0,0 0,0-1,0 0,2 1,11 5,0-1,1 0,0-1,0-1,0-1,1-1,2 0,187 14,-114-18</inkml:trace>
  <inkml:trace contextRef="#ctx0" brushRef="#br0" timeOffset="1537.938">404 1489,'-24'-8,"0"2,-1 0,1 1,-1 2,-1 0,-1 2,17 0,-1 1,1 1,-1 0,1 1,-1 0,1 0,0 1,0 0,0 1,0 0,0 1,1 0,0 0,0 1,-4 4,6-4,1 0,0 1,1 0,0 0,0 0,0 1,1 0,0 0,1 0,0 0,0 0,0 1,1-1,1 1,-1 0,1 0,1 2,-1-6,1 1,0-1,1 1,-1-1,1 1,0-1,0 0,1 1,-1-1,1 0,0 0,1 0,-1 0,1 0,0-1,0 1,1-1,-1 0,1 0,0 0,0 0,1-1,-1 0,0 0,1 0,0 0,4 1,-1-1,1 0,-1-1,1 0,0-1,-1 0,1 0,0-1,0 0,0 0,0-1,-1 0,1-1,0 0,-1 0,1-1,-1 0,0-1,0 1,0-2,0 0,6-3,-1-1,0 0,-1-1,0 0,0-1,-1-1,-1 0,0 0,0-1,6-12,-5 0,-1-1,-1 0,-2 0,0-1,-2 0,-1 0,-1-1,-1 1,-2 0,0-1,-2 1,-1-1,-1 1,-2 0,0 1,-2-1,-10-23,-15-12,32 62,0 0,0 0,0 0,0 0,0 0,0 0,0 0,0 1,0-1,0 0,1 1,-1-1,0 1,0-1,0 1,0-1,1 1,-1 0,0-1,0 1,1 0,-1 0,1-1,-1 1,0 0,1 0,0 0,-1 0,1 0,-1 0,1 0,0-1,0 1,0 0,-1 0,1 0,0 0,0 0,0 0,1 0,-1 1,-7 32,2-1,2 1,1 0,1 13,0-14,-2 28,2 0,2 0,4 0,2 0,2-1,12 37,-19-89,1 0,-1-1,1 1,1-1,-1 1,1-1,0-1,1 1,0 0,0-1,0 0,1 0,-1-1,2 0,-1 0,0 0,1 0,0-1,0-1,0 1,1-1,-1 0,1 0,0-1,6 1,1-3,-1 0,1-2,0 1,-1-2,1 0,-1-1,0 0,0-1,-1 0,1-1,-1-1,0 0,-1-1,0-1,0 1,-1-2,0 0,0 0,-1-1,-1 0,5-7,-7 8,0 1,-1-1,-1 0,0-1,0 1,-1-1,0 0,-1 0,0-1,-2 8,0 0,-1 0,1 0,-1 0,0 0,0 0,0 0,0 0,-1 0,1 0,-1 0,0 0,-1 0,1 0,-1 0,1 1,-1-1,0 1,0-1,-1 1,1 0,-1-1,0 1,0 1,0-1,-3-2,3 3,0 0,-1 0,1 0,-1 1,1-1,-1 1,0 0,0 0,0 0,0 1,1-1,-1 1,0 0,0 0,0 0,0 1,0-1,0 1,0 0,1 0,-1 0,0 1,1 0,-1-1,1 1,-1 0,1 0,0 1,0-1,0 1,0 0,-5 4,0 1,0 0,1 1,0 0,1 0,0 0,0 1,1 0,0 0,-1 5,4-10,-1 0,1 0,0 0,1 0,-1 0,1 0,0 0,1 0,-1 1,1-1,0 0,0 1,1-1,-1 0,1 0,0 0,1 1,-1-1,1 0,0-1,0 1,1 0,-1 0,1-1,0 0,0 1,1-1,-1 0,1-1,0 1,0-1,0 1,1-1,0-1,1 1,0-1,-1 0,1-1,0 1,0-1,1 0,-1-1,0 0,0 0,0 0,0 0,0-1,0 0,0 0,0-1,0 0,0 0,0 0,-1-1,1 0,-1 0,0 0,0-1,4-2,-2 0,1 0,-1-1,0 0,-1 0,0-1,0 0,0 0,-1 0,0 0,-1-1,0 0,0 0,-1 0,0 0,-1-1,0 0,-3-20,-6 46,5-8,0 0,0-1,1 1,0 0,1 0,0 0,0 0,0 0,1 0,1-1,-1 1,1 0,0-1,1 1,0-1,0 1,0-1,1 0,0-1,1 1,-1-1,1 1,1-2,-1 1,1 0,0-1,0 0,0-1,1 1,5 2,-4-5,-1 0,1 0,0-1,-1 0,1-1,0 0,-1 0,1 0,0-1,-1 0,1-1,0 0,-1 0,0 0,0-1,0 0,0-1,0 0,0 0,3-2,3-4,0 0,0-1,-1 0,-1-1,0 0,0-1,-1 0,-1-1,2-4,4-17,-1 0,-1-2,-2 1,-2-2,-2 1,-1-1,-2 0,-1 0,-2 0,-3-25,1-25,-3 0,-17-85,11 130,-1 32,3 29,1 16,2 0,2 1,1 0,2 16,-1-20,0 59,4 1,4-1,4 0,16 56,-22-124,1-1,0 0,2 0,1-1,0 1,2-2,9 14,-16-27,0-1,0 1,1-1,-1 0,1 0,1 0,-1-1,1 1,-1-2,1 1,0 0,1-1,-1 0,1-1,-1 1,1-1,0-1,0 1,0-1,-1 0,1-1,0 1,1-1,-1-1,6 0,0-4,0 0,0-1,-1 0,1-1,-1 0,-1-1,0 0,0-1,0 0,-1-1,-1 0,1 0,-2-1,1 0,-2-1,1 0,-2 0,0-1,0 1,-1-1,0-1,-2 1,1-1,-1-4,-1 12,-1 2,0 1,1-1,-1 0,-1 1,1-1,0 0,-1 0,0 0,0 0,0 1,0-1,-1 0,1 0,-1 0,0 1,0-1,-1 0,0-2,1 5,0 1,0 0,0 0,0-1,0 1,0 0,0 0,0 0,0 0,1 0,-1 0,0 0,0 0,0 0,0 0,0 1,0-1,0 0,0 1,1-1,-1 1,0-1,0 1,0-1,1 1,-1-1,0 1,1 0,-1-1,0 1,1 0,-1 0,1-1,-1 1,1 1,-6 6,0 0,1 0,0 1,0 0,1 0,0 0,1 0,0 1,0-1,1 1,0 0,1 0,0 0,1-1,0 1,0 0,1 0,0 0,1 0,0 0,1-1,0 1,0-1,4 6,-2-8,1-1,0 0,1 0,-1 0,1-1,0 0,1 0,-1-1,1 0,0 0,0-1,0 0,0-1,1 1,-1-2,1 1,-1-1,1 0,0-1,-1 0,1 0,-1-1,1 0,0-1,-1 0,0 0,1-1,-1 0,4-2,-8 3,0-1,0 1,-1-1,1 1,-1-1,0 0,0 0,0-1,0 1,0-1,-1 1,0-1,1 0,-1 0,0-2,9-25</inkml:trace>
  <inkml:trace contextRef="#ctx0" brushRef="#br0" timeOffset="1815.639">992 1275,'28'-4,"31"-5,33-4,28-5,23-4,13-3,-21 3</inkml:trace>
  <inkml:trace contextRef="#ctx0" brushRef="#br0" timeOffset="-23418.872">4467 339,'9'-78,"-9"77,0 0,0-1,0 1,0 0,-1 0,1-1,0 1,0 0,-1 0,1 0,-1 0,1-1,-1 1,1 0,-1 0,0 0,0 0,1 0,-1 0,0 1,0-1,0 0,0 0,0 1,0-1,0 0,0 1,0-1,0 1,-1-1,1 1,0 0,0-1,0 1,-1 0,1 0,-1 0,-49 0,48 0,-4 1,-1 1,1-1,0 2,0-1,0 1,0 0,1 0,-1 1,1 0,0 0,0 0,0 1,1 0,-1 0,1 0,0 1,1 0,0 0,-1 0,2 0,-1 1,0 1,0 1,-1 1,2-1,-1 1,1-1,1 1,0 0,0 0,1 0,0 0,1 0,0 1,0-1,1 0,1 0,0 0,0 1,5 4,0 0,1 0,1-1,0 0,0-1,2 0,0 0,0-1,1-1,0 0,1 0,0-2,1 1,0-2,1 0,0 0,0-1,15 4,-13-6,1 0,-1-1,1-1,0-1,0 0,0-2,0 0,0 0,0-2,0-1,-1 0,5-2,-12 3,0-1,0 0,-1-1,1 0,-1-1,0 0,0 0,0-1,-1 0,0 0,0-1,0 0,-1-1,0 1,-1-1,1-1,-2 1,1-1,-1 0,-1-1,4-7,-6 9,1-1,-1 0,-1 0,1-1,-1 1,-1 0,0 0,0-1,-1 1,0 0,-1 0,0 0,0 0,-1 0,0 0,-1 1,0 0,0-1,0 1,-1 1,-1-1,-3-4,0 1,-1 0,0 1,-1 0,0 1,0 0,-1 1,-1 0,1 1,-1 0,0 1,0 0,-1 1,0 1,-2-1,-2 2,1 0,-1 1,1 1,-1 0,0 1,0 1,1 1,-1 1,-4 1,13-2,0 0,0 1,1 0,-1 0,1 1,-1 0,1 1,0 0,1 0,-1 1,1 0,0 0,1 0,-1 1,1 0,0 0,1 1,-2 3,-6 24,10-5</inkml:trace>
  <inkml:trace contextRef="#ctx0" brushRef="#br0" timeOffset="-8449.837">4722 580,'14'8,"158"-2,-108-7,1270 41,860-20,-1931-22,392 4,189 43,-748-37,124 13,54 18,-216-25,-58-13,0-1,-1 0,1 0,0 0,0 0,0 0,-1 1,1-1,0 0,0 0,0 1,0-1,0 0,-1 0,1 0,0 1,0-1,0 0,0 0,0 1,0-1,0 0,0 1,0-1,0 0,0 0,0 1,0-1,0 0,0 0,0 1,0-1,0 0,1 0,-1 1,0-1,0 0,0 0,0 0,0 1,1-1,-1 0,0 0,0 0,0 1,1-1,-1 0,0 0,0 0,1 0,-1 0,0 0,0 0,1 0,-1 1,-23 2,4-3</inkml:trace>
  <inkml:trace contextRef="#ctx0" brushRef="#br0" timeOffset="8302.754">11513 339,'6'2,"61"16,0 4,48 22,-106-40,0 1,-1-1,0 2,0-1,0 1,0 0,-1 0,7 8,-12-11,-1-1,1 0,0 1,-1 0,1-1,-1 1,0 0,0-1,0 1,0 0,0 0,-1 0,1 0,-1 0,0 0,0 0,0 0,0 0,-1 0,1 0,-1 0,1 0,-1 0,0 0,0-1,-1 1,1 0,0-1,-1 1,-1 1,-7 8,0-1,-1 0,0-1,-1 0,0-1,0 0,-1-1,0 0,-1-1,-1 0,-36 22,50-29,0 0,0 0,0 0,0 0,0 1,0-1,0 0,0 1,0-1,0 1,0-1,0 1,1 0,-1-1,0 1,0 0,0-1,1 1,-1 0,0 0,1 0,-1 0,1-1,-1 1,1 0,-1 0,1 0,0 0,-1 0,1 0,0 0,0 1,0-1,0 0,0 0,0 0,0 0,0 0,0 0,0 0,1 0,-1 0,0 0,1 0,-1 0,1 0,-1 0,1 0,-1 0,1-1,0 1,-1 0,1 0,0-1,0 1,0 0,0-1,-1 1,1-1,0 1,0-1,0 1,0-1,162 65,-121-51,0 3,-2 1,0 2,-1 2,-1 2,-2 1,15 13,-3 27,-47-63,0 0,0 1,0-1,-1 0,1 1,-1-1,0 1,1 0,-1-1,0 1,0-1,-1 1,1-1,0 1,-1-1,0 1,1-1,-1 0,0 1,0-1,-1 0,1 1,0-1,-1 0,1 0,-1 0,0 0,0-1,-1 2,-9 5,0-1,-1 0,0 0,0-2,0 0,-1 0,0-1,0-1,0 0,0-1,-6 0,-9 3,1-2,-1-1,0 0,0-3,0 0,1-2,-1-1,1-1,-5-2,-16-11</inkml:trace>
  <inkml:trace contextRef="#ctx0" brushRef="#br0" timeOffset="8572.036">11286 165,'29'-9,"33"-3,31 1,24 1,16 4,3 2,-9 1,-25 3</inkml:trace>
  <inkml:trace contextRef="#ctx0" brushRef="#br0" timeOffset="11438.9">9615 446,'-24'-6,"39"3,38 6,0 3,0 2,-1 3,18 6,-63-16,0 0,0 1,-1 0,1 0,0 0,-1 1,0 0,1 0,-1 1,0-1,-1 2,1-1,-1 0,0 1,0 0,0 0,-1 0,1 1,-1 0,-1 0,1 0,-1 0,0 0,0 1,-1-1,0 1,0 0,-1 0,1-1,-2 1,1 2,-4 1,0 0,-1 0,0-1,0 1,-1-1,-1 0,1 0,-2 0,1-1,-1 0,0 0,-1-1,0 0,0 0,0-1,-1 0,0 0,-2 0,-170 90,76-50</inkml:trace>
  <inkml:trace contextRef="#ctx0" brushRef="#br0" timeOffset="81382.701">2864 2545,'0'-9,"0"-1,0 0,-1 1,0-1,-1 1,0 0,-1-1,1 1,-3-3,-3 27,1 234,-38 243,42-418,5-55</inkml:trace>
  <inkml:trace contextRef="#ctx0" brushRef="#br0" timeOffset="81786.622">2743 2425,'-14'-28,"14"27,0 1,1-1,-1 1,1-1,-1 0,1 1,0 0,-1-1,1 1,-1-1,1 1,0 0,-1-1,1 1,0 0,-1 0,1-1,0 1,0 0,-1 0,1 0,0 0,0 0,-1 0,1 0,0 0,-1 0,1 1,0-1,0 0,-1 0,1 1,0-1,-1 0,1 1,-1-1,1 1,0-1,-1 1,1-1,-1 1,1-1,155 90,-127-71,42 29,-3 3,-1 2,30 35,-68-59,-2 1,0 1,-2 1,-2 2,-1 0,-1 1,-2 1,6 20,-17-37,-1 1,-2-1,0 2,0-1,-2 0,-1 1,0-1,-2 9,0-21,0 0,-1 0,0-1,-1 1,0 0,0-1,0 0,-1 1,0-1,-1 0,1 0,-1-1,-1 1,1-1,-1 0,0 0,-1 0,1-1,-1 0,0 0,-1 0,1-1,-4 2,-19 5,0 0,-1-3,-1 0,0-2,1-1,-1-2,-1-1,1-1,0-2,0-1,-18-4,-324-47,371 53,-15-3,23 1,15 2</inkml:trace>
  <inkml:trace contextRef="#ctx0" brushRef="#br0" timeOffset="82500.184">3799 2666,'1'-2,"0"1,0 0,0 0,1 0,-1 0,0 0,0 0,0 0,1 0,-1 1,0-1,1 1,-1-1,1 1,-1-1,1 1,-1-1,1 1,-1 0,1 0,-1 0,1 0,-1 0,1 0,-1 1,1-1,-1 0,1 1,-1-1,1 1,-1-1,0 1,1 0,-1 0,0 0,1-1,-1 1,0 0,0 1,0-1,0 0,0 0,0 0,0 1,-1-1,1 0,0 1,-1-1,1 1,2 12,0 1,-1-1,0 1,-1-1,-1 1,-1-1,0 1,0-1,-2 1,0 0,2-11,-40 187,25-129,2 2,-4 62,17-124,1-1,-1 1,1 0,0 0,0 0,0 0,0 0,0 0,0-1,1 1,-1 0,0 0,1 0,0 0,-1-1,1 1,0 0,0-1,0 1,0 0,0-1,0 1,1 0,0-4,0 1,0-1,0 0,-1 0,1 0,-1 0,0 0,1-1,-1 1,0 0,0-1,0 1,-1 0,1-1,0 1,-1-1,0 1,0-1,0 1,0-2,1 1,5-64,-2 0,-4-47,-1 49,0-236,9 229,-8 72,0-1,1 1,-1 0,1-1,-1 1,0 0,1 0,-1-1,1 1,-1 0,1 0,-1 0,1 0,-1 0,1 0,-1 0,1 0,-1 0,1 0,-1 0,1 0,-1 0,1 0,-1 0,0 0,1 0,-1 1,1-1,-1 0,1 0,-1 1,0-1,1 0,-1 0,1 1,-1-1,0 1,1-1,-1 0,0 1,0-1,1 1,-1-1,0 0,0 1,0-1,1 1,-1-1,0 1,0-1,0 1,0-1,0 1,0-1,0 1,0-1,0 1,0-1,0 1,-1-1,1 1,46 166,-23-63,-18-86,1 0,0 0,2 0,0-1,0 0,3 1,-9-14,0-1,0 0,0 0,1 1,-1-1,1-1,0 1,0 0,0-1,0 1,1-1,-1 0,0 0,1-1,0 1,-1-1,1 1,0-1,0 0,0-1,0 1,-1 0,1-1,0 0,0 0,0-1,0 1,0-1,0 1,0-1,0 0,0-1,9-6,-1 0,-1-1,1 0,-1-1,-1 0,0-1,0 0,-1-1,-1 0,0 0,0-1,-1 0,-1 0,0 0,-1-1,2-10,23-59,-4 0,-4-1,-2-8,-22 142,-82 477,81-503,1 0,1 1,1-1,1 1,1-1,1 0,6 13</inkml:trace>
  <inkml:trace contextRef="#ctx0" brushRef="#br0" timeOffset="82904.655">4669 2572,'0'471,"1"-442,0 0,2-1,2 1,0-1,3 3,-7-23,2-1,-1 0,1 0,0 0,1 0,-1 0,1-1,1 1,-1-1,1 0,0 0,1-1,-1 0,1 0,0 0,0 0,1-1,-1 0,1-1,0 1,4 0,-4-2,0 0,0-1,0 0,1 0,-1 0,0-1,1 0,-1-1,0 0,0 0,1 0,-1-1,0 0,0-1,-1 1,1-1,0-1,-1 1,0-1,0 0,0 0,0-1,0-1,8-6,-1-1,-1 0,0-1,-1 0,-1-1,0 0,-1-1,7-15,6-30,-3-2,-2 0,-3-2,-3 1,-3-1,-3-1,-2 1,-5-29,0-80,0 163,1 16,0 18,1 5</inkml:trace>
  <inkml:trace contextRef="#ctx0" brushRef="#br0" timeOffset="83153.045">5497 2438,'2'16,"8"17,9 16,10 15,10 14,9 9,6 5,4 1,3-4,-1-8,-4-9,-6-11,-8-13,-8-11,-8-13,-9-14,-6-10</inkml:trace>
  <inkml:trace contextRef="#ctx0" brushRef="#br0" timeOffset="83364.481">6032 2464,'-18'12,"-16"19,-17 25,-18 28,-18 23,-15 17,-8 12,-1 2,8-4,23-25</inkml:trace>
  <inkml:trace contextRef="#ctx0" brushRef="#br0" timeOffset="84351.205">7141 2812,'12'-14,"32"-35,-2-3,-2-1,9-21,-19 21,-1-3,-4 0,-2-1,5-24,-56 180,20-52,2 1,3 0,1 0,3 1,1-1,3 0,2 0,2-1,6 19,-2-21,-3-15,-1 1,-1 0,-2 0,-1 0,-1 1,-2 0,-1-1,-2 1,-1 0,-5 29,-32 5,38-65,0 1,-1-1,1 0,-1 1,0-1,1 0,-1 0,0 0,1 0,-1-1,0 1,0 0,0-1,0 1,0-1,0 0,0 1,0-1,0 0,0 0,0-1,0 1,0 0,0-1,0 1,1-1,-1 1,0-1,0 0,0 0,0 0,1 0,-1 0,1 0,-1-1,0 1,-33-43,36 44,-1-1,0 0,1 0,-1 0,1 0,-1 1,1-1,-1 0,1 1,-1-1,1 0,0 1,-1-1,1 1,0-1,0 1,-1-1,1 1,0-1,0 1,0 0,0-1,-1 1,1 0,0 0,0 0,0 0,0 0,0 0,0 0,0 0,-1 0,1 0,1 0,0 0,237-5,-54-2,-137 6</inkml:trace>
  <inkml:trace contextRef="#ctx0" brushRef="#br0" timeOffset="84816.991">8398 2599,'-56'61,"55"-59,-1 0,1 0,0 0,0 0,1 0,-1 1,0-1,1 0,-1 0,1 1,0-1,0 0,0 1,0-1,0 0,0 0,1 1,-1-1,1 0,-1 0,1 1,0-1,0 0,0 0,0 0,0 0,1 0,-1 0,1-1,-1 1,1 0,0-1,-1 1,2 0,2 1,0 0,0 0,0 0,1 0,-1-1,1 1,0-2,0 1,0-1,0 1,0-2,0 1,0-1,0 0,0 0,0 0,0-1,0 0,6-2,-8 2,0 0,0 0,0 0,0-1,0 1,0-1,-1 0,1-1,0 1,-1-1,0 1,0-1,1 0,-2 0,1 0,0-1,-1 1,1-1,-1 1,0-1,0 0,-1 0,1 0,-1 0,1 0,-1 0,-1 0,1-3,-1-1,-1-1,1 1,-2 0,1-1,-1 1,-1 0,1 0,-1 0,-1 1,0-1,0 1,0 0,-1 0,0 0,0 0,0 1,-6-5,7 7,0 0,0 0,0 1,0 0,-1-1,1 2,-1-1,1 0,-1 1,0 0,0 0,0 0,-1 1,1 0,0 0,-1 0,1 0,0 1,-1 0,1 0,0 1,-1-1,1 1,0 0,-1 1,1-1,-5 3,4 0,0 1,0 0,0 1,1-1,0 1,0 0,0 0,0 1,1-1,0 1,1 0,0 0,0 0,0 1,1-1,0 1,0-1,1 1,0 0,0-1,1 1,0 0,1 0,-1 0,3 44</inkml:trace>
  <inkml:trace contextRef="#ctx0" brushRef="#br0" timeOffset="85134.133">8506 3307,'7'5,"0"0,1-1,-1 0,1-1,0 1,1-2,-1 1,0-1,1 0,-1-1,1 0,0 0,-1-1,1 0,0-1,-1 1,1-2,-1 1,9-4,-15 4,0 0,0-1,-1 0,1 1,0-1,-1 0,1 0,-1 0,1 0,-1 0,0 0,0 0,0-1,0 1,0 0,-1 0,1-1,-1 1,1-1,-1 1,0-1,0 1,0 0,0-1,0 1,-1-1,1 1,-1 0,0-1,0 0,-38-63,32 58,-1 1,-1 1,1-1,-1 2,0-1,-1 1,1 0,-1 1,-5-1,11 3,0 1,-1-1,1 1,0 0,-1 1,1-1,-1 1,1-1,-1 2,1-1,-1 0,1 1,-1 0,1 0,0 0,-1 0,1 1,0 0,0 0,0 0,0 0,0 0,-1 2,3-2,1-1,-1 1,0 0,0 0,1 0,0 0,-1 0,1 1,0-1,0 0,0 1,0-1,0 1,1-1,-1 1,1-1,-1 1,1-1,0 1,0-1,0 1,0-1,1 1,-1-1,1 1,0-1,-1 1,1-1,0 1,0-1,1 0,-1 0,1 2,3 3,0 0,1 0,0 0,0-1,0 1,1-2,0 1,0-1,2 1,41 22,1-5</inkml:trace>
  <inkml:trace contextRef="#ctx0" brushRef="#br0" timeOffset="85552.549">9401 2278,'-13'231,"-7"61,1-188,-5-2,-24 61,48-161,-3 2,1 1,0-1,0 1,1-1,-1 1,1-1,0 1,0 0,1 0,0 0,-1-1,2 1,-1 0,0 0,1 0,0-1,0 1,0 0,1-1,0 1,-1-1,2 0,-1 1,0-1,1 0,1 2,6-1,0-1,1 1,-1-2,1 1,0-1,0-1,0 0,0-1,0 0,0 0,0-1,0-1,1 0,7 1,51 0,0-3,-1-3,1-3,-1-4,12-5,-46 7,-8 0</inkml:trace>
  <inkml:trace contextRef="#ctx0" brushRef="#br0" timeOffset="85820.833">9735 2812,'-2'18,"-1"20,0 19,-2 21,0 15,1 12,2 11,0 6,1 1,0-3,6-5,3-12,1-22</inkml:trace>
  <inkml:trace contextRef="#ctx0" brushRef="#br0" timeOffset="88703.896">10845 1876,'-5'46,"2"0,2 1,2-1,6 42,69 399,-39-275,8 73,-13 2,-12 1,-13 40,-7-317,1 17,-1 0,-2 0,0-1,-2 1,-1-1,-2 0,0 0,-4 5,8-26,0 0,0-1,-1 0,0 1,0-1,0 0,-1-1,1 1,-1-1,0 0,-1 0,1 0,-1-1,0 0,1 0,-1-1,0 1,-1-1,1 0,0-1,-1 0,0 1,-20 1,0-2,0 0,0-2,-23-3,20 2,-163-12,-381-18,-207 46,195 0,-1420-14,658 35,441-16,-150-70,765 36,-249 21,161 21,280-24,99-5,-1 1,1 0,0-1,0 1,0-1,1 1,-1-1,0 1,1-1,-1 0,1 1,-1-1,1 0,0 1,-1-1,1 0,0 0,0 1,0-1,1 0,-1 1,0-1,1 0,-1 0,1 1,-1-1,1 1,0-1,0 1,0-1,1-9,9-75,-5-1,-3-1,-4 1,-9-54,8 112,1 10,-20-354,17-140,14 45,-8 417,2 0,2 0,2 0,3 0,7-17,-16 63,1 1,1-1,-1 0,1 1,-1 0,1 0,1 0,-1 0,0 1,1 0,0-1,0 2,0-1,0 1,0-1,0 1,1 1,-1-1,1 1,-1 0,1 0,5 0,3-2,135-23,1 7,1 6,0 7,0 7,19 7,-31-4,1318 3,-903-8,2703 1,-2263-25,-732 13,314-5,-468 7,83 7,-94 17,-23-1,-73-12,-4-1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44:34.776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3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315 750,'0'23,"3"16,2 16,3 12,3 10,1 8,-1 6,-2 3,-4 3,-1-13</inkml:trace>
  <inkml:trace contextRef="#ctx0" brushRef="#br0" timeOffset="253.35">276 2917,'0'15,"0"25,0 20,2 16,3 12,6 5,4 5,8 0,4 0,1-4,-3-16</inkml:trace>
  <inkml:trace contextRef="#ctx0" brushRef="#br0" timeOffset="420.9">476 5430,'0'18,"0"26,0 27,0 21,4 16,7 8,8 1,7 0,5-4,-4-22</inkml:trace>
  <inkml:trace contextRef="#ctx0" brushRef="#br0" timeOffset="586.501">623 7969,'-2'16,"-3"21,-1 23,0 16,2 12,4 7,6 0,4-1,1-18</inkml:trace>
  <inkml:trace contextRef="#ctx0" brushRef="#br0" timeOffset="750.63">315 10109,'-4'18,"-7"22,-3 22,-1 17,1 11,5 3,8 0,3-16</inkml:trace>
  <inkml:trace contextRef="#ctx0" brushRef="#br0" timeOffset="933.659">62 12047,'-5'16,"-6"21,-3 20,1 17,2 6,3 4,8-3,6-5,2-14</inkml:trace>
  <inkml:trace contextRef="#ctx0" brushRef="#br1" timeOffset="-208956.872">6238 7515,'-5'4,"0"9,-1 14,1 15,2 14,1 14,1 8,1 6,0-2,0-2,0-7,0-5,0-6,1-7,-1-10,0-10,0-12</inkml:trace>
  <inkml:trace contextRef="#ctx0" brushRef="#br1" timeOffset="-208655.678">6612 7488,'-2'19,"-1"18,-2 18,-1 13,2 8,1 5,0 0,2-2,3-3,1-6,0-8,-1-7,0-7,-3-9,-1-11</inkml:trace>
  <inkml:trace contextRef="#ctx0" brushRef="#br1" timeOffset="-208373.431">5918 8010,'0'16,"6"14,12 11,14 10,11 8,9 5,7 3,1 2,-2-2,-5-6,-7-6,-7-8,-6-10,-1-11,-7-9</inkml:trace>
  <inkml:trace contextRef="#ctx0" brushRef="#br1" timeOffset="-208120.108">6906 8023,'-5'0,"-5"9,-8 14,-9 18,-3 12,-1 11,-1 7,2 1,0-1,-1-7,-2-9,5-14</inkml:trace>
  <inkml:trace contextRef="#ctx0" brushRef="#br1" timeOffset="-207472.298">6412 7074,'-93'57,"4"3,2 5,-27 29,36-19,78-75,1 0,-1 0,0 0,1 1,-1-1,1 0,-1 0,1 0,-1 0,0 1,1-1,-1 0,1 0,-1 1,0-1,1 0,-1 1,0-1,0 0,1 1,-1-1,0 0,0 1,1-1,-1 1,0-1,0 0,0 1,0-1,0 1,0-1,0 1,0-1,0 1,0-1,0 0,0 1,0-1,0 1,0-1,0 1,0-1,0 0,-1 1,1-1,0 1,0-1,0 0,-1 1,1-1,0 0,-1 1,1-1,0 0,-1 1,1-1,0 0,-1 0,1 1,-1-1,1 0,14-6,1 0,-1-1,-1-1,1 0,-1-1,-1-1,3-2,2-1,13-8,-1-2,-1-1,-1-1,-1-1,-2-1,0-1,-2-2,-1 0,-1-1,-2-1,-1-1,-2 0,10-32,-25 64,0-1,1 1,-1-1,1 1,0 0,-1-1,1 1,0-1,0 1,0 0,0 0,0 0,0-1,0 1,0 0,1 0,-1 1,0-1,1 0,-1 0,0 0,1 1,-1-1,1 1,-1-1,1 1,-1 0,1 0,-1-1,1 1,0 0,-1 0,1 1,-1-1,1 0,-1 0,1 1,-1-1,1 1,-1-1,1 1,-1 0,1 0,14 7,1 0,-2 2,1 0,-2 0,1 2,-1-1,-1 2,0 0,-1 1,1 2,10 8,73 80,163 160,-184-203,-48-43</inkml:trace>
  <inkml:trace contextRef="#ctx0" brushRef="#br1" timeOffset="-199228.824">6719 10857,'-17'83,"15"-74,1 0,-1 0,2 0,0 1,0-1,0 0,1 1,1-1,-1 0,2 0,-1 0,1 0,0 0,1-1,0 0,1 1,-1-1,1-1,1 1,0-1,0 0,0 0,4 2,2-1,1 0,0 0,1-2,0 0,0 0,0-1,1-1,0 0,0-1,0-1,0 0,0-1,0-1,0 0,0-1,0-1,9-2,-19 3,1 1,-1-2,0 1,1-1,-1 0,0 0,0 0,0-1,0 1,-1-1,1-1,-1 1,0 0,1-1,-2 0,1 0,0 0,-1-1,0 1,0-1,0 0,-1 0,1 0,-1 0,0 0,-1 0,1-1,-1 1,0 0,0-1,-1-4,0-3,-1-1,0 0,-1 1,-1-1,0 1,-1 0,-1 0,0 0,0 0,-1 1,-1 0,0 0,-1 1,0 0,0 0,-6-4,8 8,0 1,0 0,0 1,-1-1,0 1,0 1,0-1,-1 1,0 0,1 1,-1 0,-1 0,1 1,0 0,0 0,-1 1,1 0,-1 0,0 1,1 0,-1 1,1 0,-1 0,1 1,0 0,-8 3,6 0,0 0,1 1,0 0,0 0,0 1,1 0,0 0,1 1,-1 0,1 1,1-1,0 1,0 1,1-1,0 1,0 0,1 0,0 0,1 0,1 1,-1 0,2-1,-1 1,1 0,1 0,0 0,1 0,1 6,6 31</inkml:trace>
  <inkml:trace contextRef="#ctx0" brushRef="#br1" timeOffset="-187245.151">7161 11017,'0'1,"0"-1,0 0,0 1,0-1,0 1,1-1,-1 1,0-1,0 1,0-1,0 1,0-1,-1 0,1 1,0-1,0 1,0-1,0 1,0-1,0 1,-1-1,1 0,0 1,0-1,-1 0,1 1,0-1,-1 0,1 1,0-1,-1 0,1 1,-1-1,1 0,0 0,-1 1,93 17,90-4,114-8,-217-5,1969-7,-1122-1,-587 6,-315 5,-24-4,-1 0,1 0,0 0,0 0,-1 0,1 0,0 0,0 1,0-1,0 0,-1 0,1 0,0 0,0 0,0 1,0-1,-1 0,1 0,0 0,0 1,0-1,0 0,0 0,0 0,0 1,0-1,0 0,0 0,0 1,0-1,0 0,0 0,0 1,0-1,0 0,0 0,0 0,0 1,0-1,0 0,0 0,0 0,0 1,0-1,1 0,-1 0,0 0,0 1,0-1,0 0,1 0,-1 0,0 0,0 0,0 1,1-1,-1 0,0 0,0 0,0 0,-14 6</inkml:trace>
  <inkml:trace contextRef="#ctx0" brushRef="#br1" timeOffset="-181806.983">1519 9988,'20'0,"21"0,21-2,21-3,17-3,9-3,2 1,-4 0,-13 2,-19 1,-24 3,-25 2,-23 1,-16 1,-7 0,5 0,4 1</inkml:trace>
  <inkml:trace contextRef="#ctx0" brushRef="#br1" timeOffset="-182625.311">1532 10336,'-5'22,"11"221,-6-234,0 0,0 0,1 0,1 0,0 0,0-1,0 1,1-1,1 1,-1-1,1 0,1 0,-1-1,2 1,-1-1,1 0,0 0,0-1,0 1,1-2,0 1,0-1,3 1,9 1,0 0,0-2,0-1,1 0,0-1,0-1,0-1,0-1,0-1,0-1,0 0,0-1,-1-1,0-2,1 1,-2-2,1-1,-1 0,5-4,-11 7,-1-1,1 0,-1-1,0 0,-1-1,1 0,-2 0,1-1,0-2,7-12</inkml:trace>
  <inkml:trace contextRef="#ctx0" brushRef="#br1" timeOffset="-182376.974">1585 10549,'3'0,"6"-2,13-3,12-6,13-2,7-2,5-3,1 2,-5 1,-5 4,-10 3,-12 2</inkml:trace>
  <inkml:trace contextRef="#ctx0" brushRef="#br1" timeOffset="-182159.554">1599 10349,'20'-4,"19"-5,11 1,7 0,2 0,-4 1,-7 2,-12 2</inkml:trace>
  <inkml:trace contextRef="#ctx0" brushRef="#br1" timeOffset="-201907.556">4928 9707,'-5'12,"0"0,1 0,0 1,0-1,2 1,-1 0,2-1,0 1,0 0,1 0,1 0,0 0,1 0,0-1,1 1,0-1,1 1,1-1,0 0,0-1,1 1,1-1,0 0,0 0,1-1,0 0,1-1,9 8,-5-8,1-2,0 1,0-2,1 0,0 0,0-2,0 0,0 0,1-1,0-1,-1-1,1 0,0-1,0-1,9-2,-17 2,1 0,0-1,-1 0,1 0,-1-1,0 0,0 0,0-1,0 0,0-1,-1 0,0 0,0 0,0-1,-1 0,0 0,0-1,0 0,-1 0,0 0,0-1,-1 1,0-1,-1 0,1 0,-1-1,-1 1,1-3,-2-3,0-1,-1 1,-1-1,0 0,-1 1,-1 0,0-1,-1 1,0 0,-1 1,-1-1,0 1,-1 0,0 1,-1-1,0 1,-1 1,0 0,-1 0,0 1,-7-5,9 7,-1 1,0 1,-1-1,1 1,-1 1,0 0,-1 0,1 1,-1 0,0 1,0 0,0 1,0 0,0 1,-1 0,1 0,0 2,-1-1,1 1,0 1,0 0,0 1,0 0,0 1,1 0,-2 1,0 0,0 1,0 1,1 0,0 1,0 0,1 0,0 1,0 1,1 0,1 0,0 0,0 1,1 1,0-1,1 1,0 0,1 0,0 1,1 0,-8 41</inkml:trace>
  <inkml:trace contextRef="#ctx0" brushRef="#br1" timeOffset="-188122.833">5396 9707,'1'-2,"0"0,-1 0,1-1,1 1,-1 0,0 0,0 0,1 0,-1 0,1 0,0 0,-1 0,1 1,0-1,0 1,0-1,0 1,0 0,1 0,-1 0,0 0,1 0,-1 0,0 1,1-1,-1 1,1 0,-1 0,0 0,1 0,-1 0,1 0,-1 0,1 1,-1-1,0 1,1 0,-1 0,1 0,8 0,275 0,151-22,-290 12,1404-89,887 44,-1670 56,-881 1,67 0</inkml:trace>
  <inkml:trace contextRef="#ctx0" brushRef="#br1" timeOffset="-173926.661">9794 9186,'0'0,"-1"0,1-1,-1 1,1 0,-1 0,1 0,-1-1,1 1,-1 0,0 0,1 0,-1 0,1 0,-1 0,1 0,-1 0,1 0,-1 1,1-1,-1 0,1 0,-1 0,1 1,-1-1,1 0,-1 0,1 1,-1-1,1 0,0 1,-1-1,1 1,0-1,-1 0,1 1,0-1,-1 1,1-1,0 1,0-1,0 1,0-1,-1 1,1-1,0 1,0-1,0 1,0-1,0 1,0 0,0-1,0 1,0 0,25 22,5-7,1-2,0-1,1-1,0-2,8 1,-2 0,19 5,-20-7,0 2,-1 1,0 2,-1 2,21 12,-53-26,0-1,0 1,0-1,0 1,0 0,0 0,0 0,-1 0,1 1,-1-1,1 1,-1 0,0 0,0-1,0 1,0 0,-1 1,0-1,1 0,-1 0,0 1,0-1,-1 1,1-1,-1 0,1 1,-1-1,0 1,-1-1,1 1,0-1,-1 1,0-1,0 1,0-1,-1 2,-5 5,-1 0,0 0,-1-1,0 0,0-1,-1 0,0 0,0-1,-10 6,-50 26,-2-2,-1-4,-12 2,-73 32,71-18,71-35</inkml:trace>
  <inkml:trace contextRef="#ctx0" brushRef="#br1" timeOffset="-204208.757">1813 11727,'0'0,"0"0,0 0,0 0,0 0,1 0,-1 0,0 0,0 1,0-1,0 0,0 0,0 0,0 0,0 0,0 1,1-1,-1 0,0 0,0 0,0 0,0 1,0-1,0 0,0 0,0 0,0 0,0 1,0-1,0 0,0 0,-1 0,1 0,0 0,0 1,0-1,0 0,0 0,0 0,0 0,0 0,0 1,-1-1,1 0,0 0,0 0,0 0,0 0,16 8,6-3,1-1,0-1,0-1,0-2,0 0,6-1,-3 0,0 1,0 1,0 1,22 5,-2 0,1-1,-1-3,1-2,0-1,40-7,16 0,41 20,129-26,8 0,-18-1,14 1,-49 5,-134-2,212-12,-80 22,-164-12,-56 3,-5 3</inkml:trace>
  <inkml:trace contextRef="#ctx0" brushRef="#br1" timeOffset="-203061.817">5021 11606,'-11'-5,"0"0,0 1,-1 0,1 1,-1 0,0 1,0 0,0 1,0 1,0 0,0 0,0 1,0 0,0 1,0 1,0 0,1 0,0 1,-4 2,9 1,1-1,0 1,0 0,1 0,0 0,0 1,1 0,0-1,0 1,1 1,-1-1,2 0,-1 0,2 1,-1-1,1 0,0 1,0-1,1 1,1-1,0 5,0 20,-3-28,1 0,0 0,0 0,0-1,1 1,-1 0,1 0,1 0,-1-1,1 1,-1-1,1 1,0-1,1 0,-1 1,1-1,0 0,0-1,0 1,1-1,-1 1,1-1,2 2,8 2,1 0,0-2,0 1,0-2,0 0,1-1,0 0,-1-1,1-1,0 0,0-2,0 0,2 0,-13 1,1 0,-1 0,0 0,1 0,-1-1,0 1,0-2,0 1,1 0,-1-1,0 0,-1 0,1-1,0 1,-1-1,1 0,-1 0,0 0,0-1,0 0,0 0,-1 0,0 0,1 0,-2 0,1-1,2-4,57-155,-61 160,1-1,-1 1,0-1,0 1,-1-1,1 1,-1-1,0 1,0-1,0 1,-1-1,0 1,0-1,0 1,0-1,-1 1,1 0,-1 0,0 0,-1 0,1 0,-1 0,1 1,-1-1,0 1,0-1,-1 1,1 0,-1 1,1-1,-1 0,0 1,0 0,0 0,-1 0,1 1,0-1,-1 1,-1 0,-138 0,132 1,1 1,0 1,0 0,0 0,0 1,0 1,0 0,1 0,0 1,0 0,0 1,1 0,-1 0,1 1,1 1,0-1,0 1,-1 2,-4 7</inkml:trace>
  <inkml:trace contextRef="#ctx0" brushRef="#br1" timeOffset="-197976.879">6987 12783,'-5'1,"1"1,-1 0,1 0,0 1,0 0,0-1,0 1,0 0,0 1,1-1,0 1,-1 0,1-1,1 1,-1 1,1-1,-1 0,1 1,0-1,1 1,-1-1,1 1,0 0,0 0,0 1,1 5,-1 0,2 0,-1 0,1 0,1 0,0 0,1-1,0 1,0-1,1 1,1-1,0 0,0 0,0-1,2 0,-1 0,1 0,0-1,1 0,0 0,0-1,1 0,0 0,0-1,0 0,1-1,0 0,0 0,0-1,1-1,-1 0,12 2,-15-3,1-2,-1 1,1-1,-1 0,1 0,0-1,-1 0,1-1,-1 1,0-2,0 1,1-1,-1 0,-1 0,1-1,0 0,-1 0,0 0,0-1,0 0,-1 0,1-1,-1 1,0-2,3-3,-2 0,1 0,-1-1,-1 1,0-1,0-1,-1 1,-1-1,0 1,0-1,-1 0,-1 0,0 0,-1-12,0 11,-1 0,-1 0,0 0,-1 0,0 1,-1-1,0 1,-1 0,0 0,-1 0,-3-4,5 11,0-1,0 1,-1 0,1 0,-1 0,0 1,0-1,-1 1,1 0,-1 1,0-1,0 1,0 1,0-1,0 1,-1 0,1 0,-1 1,0 0,1 0,-1 0,-6 1,-5 2,0 1,0 1,0 0,1 1,0 1,-1 1,2 1,-1 0,1 1,1 0,0 2,0-1,1 2,0 0,1 1,0 0,1 1,1 0,-9 15,-3 7</inkml:trace>
  <inkml:trace contextRef="#ctx0" brushRef="#br1" timeOffset="-193558.016">5262 11539,'2'-2,"1"1,-1-1,1 1,-1 0,1 0,0 0,0 0,-1 0,1 1,0-1,0 1,0 0,0 0,-1 0,1 0,0 0,0 1,0-1,0 1,-1 0,1 0,0 0,-1 0,1 0,0 1,-1-1,0 1,1-1,1 3,11 2,86 34,-2 4,86 52,-114-54,34 21,3-4,62 21,179 36,-334-109,-1 1,1 1,-1 0,-1 0,0 2,0 0,-1 0,4 5,-8-8,96 54,-102-59,0-1,0 1,1-1,-1 0,1 0,-1 0,1 0,0 0,0-1,0 1,0-1,0 0,0 0,0 0,1 0,-1-1,0 1,0-1,1 1,-1-1,3-1,0-25,-11 8</inkml:trace>
  <inkml:trace contextRef="#ctx0" brushRef="#br1" timeOffset="-191076.523">5034 11940,'107'39,"12"17,-3 5,42 34,144 75,-36-34,-240-120,1-1,1-1,0-2,1-1,0-1,16 3,105 45,38 10,-27-26,-54-18,-102-25,1-1,-1 1,0-1,0 0,0 0,0 0,0-1,0 1,-1-1,1-1,-1 1,0-1,0 1,0-1,-1 0,1 0,-1-1,0 1,0-1,0 0,-1 1,0-1,1 0,-2-1,1 1,-1 0,1-2,4-20,-1-1,-1 1,-2-1,0 0,-3-27,-2 44,-1-1,0 1,-1 0,0 0,0 1,-1-1,0 1,-1 0,0 1,-1-1,0 2,0-1,-1 1,0 0,-1 1,0 0,0 0,0 1,-1 1,-5-3,3 0,-14-7,0 1,0 1,-2 1,1 2,-25-6,-110-54,107 43,-411-172,419 178,2-1,0-3,-34-24,-70-25,-1 1,140 67,-1 2,-1 0,1 0,-1 1,1 0,-1 1,0 1,-2 0,-23 7,30 0</inkml:trace>
  <inkml:trace contextRef="#ctx0" brushRef="#br1" timeOffset="-189399.946">5436 11579,'-153'95,"-39"39,137-87,55-47,0 1,0 0,0-1,0 1,1-1,-1 1,0-1,0 1,0 0,0-1,1 1,-1-1,0 1,0-1,1 1,-1-1,0 1,1-1,-1 0,1 1,-1-1,1 0,-1 1,0-1,1 0,-1 1,1-1,0 0,-1 0,1 1,-1-1,1 0,-1 0,1 0,-1 0,1 0,0 0,-1 0,1 0,-1 0,1 0,-1 0,1 0,0 0,-1-1,1 1,-1 0,1 0,-1-1,1 1,-1 0,1-1,-1 1,0 0,1-1,-1 1,38-10,0-1,-1-2,29-15,-30 12,174-74,-342 174,31-3,86-58,15-22,1-1,-1 1,0-1,0 1,0 0,1-1,-1 1,0-1,1 1,-1-1,0 1,1-1,-1 1,0-1,1 0,-1 1,1-1,-1 1,1-1,-1 0,1 0,0 1,-1-1,1 0,-1 0,1 1,-1-1,1 0,0 0,-1 0,1 0,-1 0,1 0,0 0,-1 0,1 0,0 0,-1-1,1 1,-1 0,1 0,-1 0,1-1,152-40,148-51,-276 90,-24 2,-1 0,1 0,-1 1,0-1,1 0,-1 1,0-1,1 1,-1-1,0 0,1 1,-1-1,0 1,0-1,0 1,1-1,-1 1,0-1,0 1,0-1,0 1,0-1,0 1,0-1,0 1,0-1,0 1,0-1,0 1,0-1,-1 1,1-1,0 0,0 1,0-1,-1 1,1-1,0 1,-1-1,1 0,0 1,-1-1,1 0,0 1,-1-1,1 0,-1 1,1-1,0 0,-1 0,1 1,-1-1,1 0,-1 0,1 0,-1 0,1 0,-1 0,1 0,-169 119,38-32,111-65,20-22,0 1,0-1,0 1,0-1,1 1,-1-1,0 1,0-1,0 1,1-1,-1 1,0-1,0 1,1-1,-1 0,0 1,1-1,-1 0,1 1,-1-1,0 0,1 1,-1-1,1 0,-1 0,1 1,-1-1,1 0,-1 0,1 0,-1 0,1 0,-1 0,1 0,-1 0,1 0,-1 0,1 0,-1 0,1 0,-1 0,1 0,-1-1,1 1,-1 0,1 0,-1 0,1-1,-1 1,0 0,1-1,130-38,-103 28,221-87,-220 90,-29 8,0 1,1-1,-1 0,0 1,1-1,-1 0,0 1,1-1,-1 1,0-1,0 1,0-1,0 0,1 1,-1-1,0 1,0-1,0 1,0-1,0 1,0-1,0 1,0-1,0 1,0-1,0 0,-1 1,1-1,0 1,0-1,0 1,0-1,-1 1,1-1,0 0,-1 1,1-1,0 0,-1 1,1-1,0 0,-1 1,1-1,0 0,-1 0,1 1,-1-1,1 0,-1 0,1 0,-1 0,1 0,0 0,-1 0,1 1,-1-1,1 0,-1-1,1 1,-95 62,73-49,0 0,1 2,0 0,1 1,-11 13,31-29,-1 0,0 0,1 0,-1 1,0-1,1 0,-1 1,0-1,1 0,-1 1,1-1,-1 0,1 1,-1-1,1 1,-1-1,1 1,-1 0,1-1,0 1,-1-1,1 1,0 0,-1-1,1 1,0 0,0-1,0 1,0 0,-1-1,1 1,0 0,0 0,1-1,-1 1,0 0,0-1,0 1,0 0,0-1,1 1,-1 0,0-1,1 1,-1-1,0 1,1 0,-1-1,1 1,-1-1,1 1,-1-1,1 0,-1 1,1-1,0 1,-1-1,1 0,-1 1,1-1,0 0,-1 0,1 0,0 0,-1 1,1-1,51-6,213-70,-232 73,-33 3,1 0,-1 0,1 0,-1 0,1 0,-1 0,1 0,-1 0,0 0,1 0,-1 0,1 1,-1-1,1 0,-1 0,1 0,-1 1,0-1,1 0,-1 0,0 1,1-1,-1 0,0 1,1-1,-1 1,0-1,1 0,-1 1,0-1,0 1,0-1,0 1,1-1,-1 0,0 1,0-1,0 1,0-1,0 1,0-1,0 1,0-1,0 1,0-1,0 1,-1-1,1 1,0-1,0 0,0 1,-1-1,1 1,0-1,0 0,-1 1,1-1,0 0,-1 1,1-1,-87 82,57-58,-27 28,57-52,1-1,0 1,0 0,-1 0,1 0,0 0,0 0,-1 0,1 0,0 0,0 1,-1-1,1 0,0 0,0 0,-1 1,1-1,0 1,-1-1,1 0,0 1,-1-1,1 1,-1-1,1 1,-1-1,1 1,-1 0,1-1,-1 1,0 0,1-1,-1 1,0 0,1 0,-1-1,0 1,0 0,0 0,0-1,0 1,0 0,0 0,0-1,0 1,0 0,0 0,0-1,0 1,-1 0,1 0,0-1,-1 1,1 0,0-1,-1 1,1-1,-1 1,1 0,-1-1,1 1,-1-1,0 1,1-1,-1 1,148-40,-103 25,3-1,1 1,0 3,42-5,-88 16,-1-1,0 0,1 1,-1-1,1 1,-1 0,1-1,-1 1,1 0,-1 0,1 0,-1 0,1 0,-1 1,1-1,-1 0,1 1,-1-1,0 1,1-1,-1 1,0 0,1-1,-1 1,0 0,0 0,1 0,-1 0,0 0,0 0,0 0,0 0,-1 1,1-1,0 0,0 1,-1-1,1 0,-1 1,1-1,-1 1,-3 4,0 1,-1-1,0 0,0 0,-1 0,1 0,-1-1,-1 1,1-2,-1 1,0 0,-3 1,2-1,-140 104,132-95,15-13,0-1,0 1,0-1,0 1,1-1,-1 1,0-1,0 0,0 1,1-1,-1 1,0-1,0 0,1 1,-1-1,0 1,1-1,-1 0,1 0,-1 1,0-1,1 0,-1 0,1 1,-1-1,1 0,-1 0,1 0,-1 0,0 0,1 0,-1 0,1 0,-1 0,1 0,-1 0,1 0,-1 0,1 0,-1 0,1 0,-1 0,1-1,-1 1,0 0,1 0,-1-1,1 1,-1 0,0 0,1-1,152-48,-84 23,42-6,-110 32,-1 0,1 0,0 0,0-1,0 1,-1 0,1 0,0 0,0 0,0 0,-1 0,1 0,0 1,0-1,-1 0,1 0,0 1,0-1,-1 0,1 1,0-1,-1 1,1-1,0 1,-1-1,1 1,-1-1,1 1,-1-1,1 1,-1 0,1-1,-1 1,0 0,1 0,-1-1,0 1,0 0,1 0,-1-1,0 1,0 0,0 0,0 0,0-1,0 1,0 0,0 0,-18 38,-133 127,150-166,0 1,0 0,0-1,0 1,0 0,0-1,0 1,0 0,1 0,-1 0,0 0,1 0,-1-1,0 1,1 0,-1 1,1-1,0 0,-1 0,1 0,0 0,0 0,0 0,0 0,-1 0,1 1,1-1,-1 0,0 0,0 0,0 0,1 0,-1 0,0 0,1 0,-1 0,1 0,0 0,-1 0,1 0,0 0,-1 0,2 1,4-1,1 0,-1 0,1-1,0 0,-1 0,1 0,-1-1,1 0,-1 0,1-1,-1 0,4-1,0 0,222-66,-232 68,1 1,-1-1,1 1,0-1,-1 1,1-1,0 1,-1 0,1-1,0 1,0 0,0 0,-1-1,1 1,0 0,0 0,0 0,-1 0,1 0,0 0,0 0,0 0,0 0,-1 0,1 1,0-1,0 0,-1 1,1-1,0 0,0 1,-1-1,1 1,0-1,-1 1,1-1,-1 1,1-1,0 1,-1 0,0-1,1 1,-1 0,1 0,-1-1,0 1,1 0,-1 0,0-1,0 1,0 0,0 0,1 0,-1 0,0-1,-1 1,1 0,0 0,0 0,0-1,-1 2,-7 10,0-1,-1 1,-1-2,0 1,0-2,-1 1,-9 6,-15 13,3 6,32-34,0-1,0 1,0-1,0 1,0 0,0-1,0 1,0-1,1 1,-1 0,0-1,0 1,0-1,1 1,-1-1,0 1,1-1,-1 1,0-1,1 1,-1-1,1 1,-1-1,0 0,1 1,-1-1,1 0,0 1,-1-1,1 0,-1 0,1 1,-1-1,1 0,0 0,-1 0,1 0,-1 0,1 0,0 0,-1 0,1 0,-1 0,1 0,0 0,-1-1,20 1,-1-1,0-2,0 0,0-1,-1 0,16-7,-12 4,98-29,-100 32,-20 5,1 0,-1 0,0-1,1 1,-1 0,0 0,0-1,0 1,0 0,0 0,0 0,0-1,0 1,0 0,0 0,0 0,0-1,0 1,-1 0,1 0,0-1,-1 1,1 0,-1 0,1-1,0 1,-1 0,1-1,-1 1,0-1,1 1,-1-1,0 1,1-1,-1 1,0-1,1 0,-1 1,0-1,0 0,0 0,1 1,-19 16,14-13,0 0,0 0,0 0,1 1,0 0,0 0,0 0,1 0,-1 0,1 1,0 0,3-5,0 0,0 0,0 0,0 0,0 0,0 0,1-1,-1 1,0 0,0 0,1 0,-1 0,0 0,1 0,-1-1,1 1,-1 0,1 0,0-1,-1 1,1 0,0-1,-1 1,1-1,0 1,0-1,-1 1,1-1,0 1,0-1,0 0,0 1,0-1,-1 0,1 0,0 0,0 0,0 0,0 0,0 0,0 0,0 0,43 1,-25-3,-1 0,1-1,-1-1,1-1,-2-1,1 0,9-6,-90 74,46-37,10-16</inkml:trace>
  <inkml:trace contextRef="#ctx0" brushRef="#br1" timeOffset="-186390.884">7334 12970,'0'-1,"1"0,-1 1,0-1,0 0,0 1,1-1,-1 0,0 1,1-1,-1 1,1-1,-1 1,1-1,-1 1,0-1,1 1,0-1,-1 1,1-1,-1 1,1 0,0-1,-1 1,1 0,-1 0,1 0,0-1,-1 1,1 0,0 0,0 0,-1 0,1 0,0 0,-1 0,1 0,0 1,-1-1,1 0,0 0,-1 0,1 1,-1-1,1 0,0 1,-1-1,1 1,316 5,1391-65,-484 3,-486 54,-713 2</inkml:trace>
  <inkml:trace contextRef="#ctx0" brushRef="#br1" timeOffset="-183928.84">944 11699,'54'12,"-42"-12,695 1,125-11,-572 7,-166-20,-128 11,12 6</inkml:trace>
  <inkml:trace contextRef="#ctx0" brushRef="#br1" timeOffset="-183622.659">1987 11365,'-3'0,"1"-1,0 1,-1 0,1 1,-1-1,1 0,0 1,0-1,-1 1,1 0,0 0,0 0,0 0,0 0,-1 0,2 0,-1 1,0-1,0 1,0-1,1 1,-1 0,1 0,-1 0,1 0,0 0,0 0,0 0,0 0,0 0,0 0,0 1,1-1,-1 0,1 1,0-1,0 0,0 1,0-1,0 0,0 1,1-1,-1 0,1 1,-1-1,1 0,0 0,0 1,0-1,0 0,7 7,1 0,-1 0,2-1,-1 0,1 0,0-1,1 0,-1-1,2-1,-1 1,4 0,-9-3,139 57,-96-42,-1 3,-1 1,-1 2,13 11,-54-32,0-1,0 1,0 0,0 0,-1 1,0-1,1 1,-1 0,-1 0,1 1,-1-1,1 1,-1 0,-1-1,1 1,-1 1,1-1,-2 0,1 1,0-1,-1 0,0 1,0 0,-1-1,0 1,0-1,0 1,-1 0,1-1,-1 1,-2 4,-5 5,-1-1,0 0,-1-1,-1 0,0-1,0 0,-1-1,-1 0,0-1,-10 6,-67 46,-3-3,-2-5,-41 14,-4-2</inkml:trace>
  <inkml:trace contextRef="#ctx0" brushRef="#br1" timeOffset="-180041.006">716 12916,'0'11,"0"9,0 7,0 9,3 4,0 1,0-1,-1-2,0-5,-1-6,0-8</inkml:trace>
  <inkml:trace contextRef="#ctx0" brushRef="#br1" timeOffset="-179327.246">637 12689,'28'4,"1"1,-1 2,0 1,0 1,-1 1,0 1,-1 2,20 13,-34-19,-1 1,0 0,0 1,-1 0,0 1,-1 0,0 1,0 0,-1 0,-1 0,0 1,0 0,-1 1,-1 0,0 0,-1 0,0 0,-1 1,0 4,1 109,-4-126,0 0,0 0,0 0,1-1,-1 1,0 0,0 0,1 0,-1-1,1 1,-1 0,1 0,-1-1,1 1,-1 0,1-1,-1 1,1-1,0 1,-1-1,1 1,0-1,-1 1,1-1,0 0,0 1,0-1,-1 0,1 0,0 1,0-1,0 0,-1 0,1 0,0 0,0 0,0 0,0 0,0-1,-1 1,1 0,0 0,0-1,0 1,-1 0,2-1,36-22,54-77,-60 60,-32 40,0-1,1 1,-1-1,0 1,0 0,0-1,0 1,0 0,1-1,-1 1,0 0,0-1,1 1,-1 0,0 0,0-1,1 1,-1 0,0 0,1-1,-1 1,0 0,1 0,-1 0,0 0,1 0,-1-1,1 1,-1 0,0 0,1 0,-1 0,1 0,-1 0,0 0,1 0,-1 0,0 1,1-1,-1 0,1 0,-1 0,0 0,1 0,-1 1,0-1,1 0,-1 0,0 1,0-1,1 0,-1 0,0 1,0-1,1 0,-1 1,0-1,0 0,0 1,0-1,1 1,-1-1,0 0,0 1,0-1,0 0,0 1,0-1,3 37,-2-23,0-10,0 0,0 0,0 0,1-1,-1 1,1 0,0-1,0 1,1-1,-1 1,1-1,-1 0,1 0,0 0,0-1,1 1,-1-1,0 0,1 1,0-1,-1-1,1 1,0-1,0 1,0-1,0 0,0-1,0 1,0-1,2 1,5 0,0-1,-1 0,1 0,0-1,0 0,-1-1,1 0,-1-1,1 0,-1-1,3-1,-6 1,0 0,0-1,0 1,-1-1,0-1,0 1,0-1,-1 0,0 0,0 0,0-1,-1 0,0 0,0 0,-1 0,0-1,0 1,-1-1,0 0,0 0,-1 0,0-2,2-18,-2 0,-1 0,-1 0,-2 0,-4-22,-41-164,39 190,9 24,0 1,0-1,0 0,0 0,0 1,0-1,0 0,0 1,0-1,0 0,0 1,0-1,0 0,0 1,0-1,0 0,0 0,0 1,-1-1,1 0,0 1,0-1,0 0,-1 0,1 0,0 1,0-1,0 0,-1 0,1 0,0 1,-1-1,1 0,0 0,0 0,-1 0,1 0,0 0,-1 0,1 0,0 0,-1 0,1 0,0 0,-1 0,1 0,0 0,0 0,-1 0,1 0,0 0,-1 0,1 0,0 0,0-1,-1 1,1 0,-3 43,2 1,2 0,2-1,2 0,2 0,11 37,-13-51,2 0,0-1,3 0,0-1,1 0,2 0,1-2,6 9,-18-30,0-1,0 0,1 0,-1 1,1-1,0-1,0 1,0 0,0-1,0 1,0-1,1 0,-1 0,1-1,-1 1,1-1,0 1,0-1,0 0,0-1,0 1,0-1,-1 1,1-1,3-1,11-6</inkml:trace>
  <inkml:trace contextRef="#ctx0" brushRef="#br1" timeOffset="-179064.943">1319 12755,'18'0,"24"0,23 0,22 0,11 0,2 5,-15 1</inkml:trace>
  <inkml:trace contextRef="#ctx0" brushRef="#br1" timeOffset="-177907.724">1933 13130,'-3'-34,"2"-1,1 0,2 0,2 1,0-1,9-26,-8 33,-5 26,0 0,0 1,0-1,1 0,-1 0,0 0,1 1,-1-1,1 0,0 1,0-1,0 0,-1 1,1-1,1 1,-1-1,0 1,0 0,0-1,1 1,-1 0,1 0,-1 0,1 0,-1 0,1 0,0 1,-1-1,1 0,0 1,0-1,-1 1,1 0,0-1,0 1,0 0,12 0,0-1,0 2,0 0,0 0,0 2,0 0,0 0,-1 1,11 5,-18-7,0 1,0 0,0 1,-1-1,1 1,-1 0,0 0,0 1,0 0,-1-1,0 2,0-1,0 0,0 1,-1 0,0-1,0 1,-1 1,0-1,0 0,1 6,0 139,-3-149,0 0,0 0,0 0,1 0,-1 0,0 0,1 0,0 0,-1 0,1 0,0-1,0 1,0 0,0 0,0-1,0 1,1 0,-1-1,0 0,1 1,-1-1,1 0,0 1,-1-1,1 0,0 0,0-1,0 1,-1 0,1 0,0-1,0 1,0-1,0 0,0 0,0 0,0 0,0 0,0 0,0 0,0 0,0-1,2 0,18-4,0-1,-1-1,0-1,0 0,-1-2,0 0,0-2,-1 0,-1-1,7-7,-17 14,0 0,0-1,-1 1,-1-2,1 1,-1-1,0 0,0 0,-1 0,-1-1,1 0,-1 0,1-6,-5 14,0-1,0 0,0 1,0-1,0 0,-1 1,1-1,-1 1,1-1,-1 1,0-1,1 1,-1-1,0 1,0 0,0-1,0 1,0 0,0 0,0 0,-1 0,1 0,0 0,-1 0,1 0,-1 0,1 1,-1-1,1 0,-1 1,1 0,-1-1,0 1,1 0,-1 0,1-1,-1 1,0 1,1-1,-1 0,0 0,1 1,-1-1,1 1,-1-1,1 1,-1-1,1 1,-1 0,1 0,0 0,-1 0,0 1,-6 1,0 1,0 0,0 1,1 0,0 0,0 0,0 1,0 0,1 1,0-1,1 1,-1 0,1 0,1 1,-1 0,1 0,0 0,1 0,0 0,1 1,-2 8,4-14,0-1,0 1,1-1,-1 1,1-1,0 1,0-1,0 0,0 1,0-1,0 0,0 1,1-1,0 0,-1 0,1 0,0-1,0 1,0 0,0-1,0 1,0-1,0 1,1-1,-1 0,0 0,3 0,68 13,-64-14,-1 1,0-1,0 0,0-1,0 0,0 0,0-1,-1 0,1 0,0-1,-1 0,0 0,1-1,-1 0,0 0,-1 0,1-1,-1 0,0-1,0 1,-1-1,0 0,0-1,0 1,0-1,-1 0,-1 0,1-1,-6-14,2 22,-1-1,1 1,0 0,0-1,0 1,0 0,-1 0,1 0,0-1,0 1,-1 0,1 0,0 0,-1-1,1 1,0 0,0 0,-1 0,1 0,0 0,-1 0,1 0,0 0,-1 0,1 0,0 0,-1 0,1 0,0 0,-1 0,1 0,0 0,0 0,-1 0,1 0,0 1,-1-1,1 0,0 0,0 0,-1 0,1 1,0-1,0 0,-1 0,1 1,0-1,0 0,0 0,0 1,-1-1,1 0,0 1,0-1,0 0,0 0,0 1,0-1,0 0,0 1,0-1,0 0,0 1,-2 4,0 1,1-1,0 0,0 1,0-1,1 1,0-1,0 1,0-1,1 1,0 0,0-1,0 0,0 1,1-1,0 0,0 0,1 0,-1 0,1 0,0 0,0-1,1 0,0 1,-1-1,1 0,0-1,1 1,-1-1,1 0,0 0,-1 0,1-1,0 1,1-1,-4-2,-1 1,1-1,0 0,0 1,0-1,0 0,0 0,0 0,-1-1,1 1,0 0,0-1,0 1,0-1,-1 0,1 1,0-1,-1 0,1 0,0 0,-1 0,1 0,-1-1,0 1,1 0,-1-1,0 1,0-1,0 1,0-1,0 0,0 1,0-1,-1 0,1 0,0-1,15-68,-13-131,-3 199,-1 2,1 0,-1 0,1-1,-1 1,1 0,0-1,0 1,-1 0,1-1,0 1,0 0,0-1,1 1,-1 0,0-1,0 1,1 0,-1-1,1 1,-1 0,1 0,-1-1,1 1,0 0,0 0,0 0,-1 0,1 0,0 0,0 0,0 0,1 0,-1 1,0-1,0 0,0 1,0-1,1 1,-1-1,0 1,1-1,-1 1,0 0,1 0,0 0,14 9,-1 0,0 2,-1 0,0 0,0 1,-1 1,-1 0,0 2,-6-8,-1 1,1-1,-1 1,-1 1,0-1,0 1,0-1,-1 1,-1 0,1 0,-1 0,-1 1,0-1,0 0,-1 4,0-10,-1 0,1 0,0 1,1-1,-1 0,1 0,-1 0,1 0,0 1,0-1,0 0,0 0,1-1,-1 1,1 0,0 0,0-1,0 1,0-1,0 1,1-1,-1 0,1 0,-1 0,1 0,0-1,0 1,-1-1,1 1,3 0,6-1,1 1,0-2,-1 0,1 0,0-1,-1-1,1 0,-1 0,0-1,1-1,-2 0,1-1,0 0,-1-1,0 0,0-1,-1 0,0-1,0 0,0 0,-1-1,3-5,-6 8,0-1,-1 0,0 0,0-1,-1 1,0-1,0 0,-1 0,0-1,0 1,-1-1,0 1,-1-1,0 0,0 0,0 1,-2-1,1 0,-1 0,0 1,-1-1,1 0,-2 1,1-1,-2-1,3 8,1 1,0-1,-1 1,1 0,-1-1,1 1,-1-1,0 1,1 0,-1 0,0 0,0-1,0 1,0 0,0 0,0 0,0 0,0 0,-1 1,1-1,0 0,-1 0,1 1,0-1,-1 1,1-1,0 1,-1 0,1 0,-1-1,1 1,-1 0,1 0,-1 0,1 1,-1-1,1 0,0 0,-1 1,1-1,-1 1,1-1,0 1,-1 0,1-1,0 1,0 0,0 0,-1 0,1 0,0 0,0 0,0 0,1 1,-2-1,-4 14,0-1,1 1,1 0,0 0,1 0,0 0,1 1,1-1,1 1,0-1,2 16,-1-22,0 0,0-1,1 1,0 0,1-1,0 1,0-1,1 0,0 0,0 0,1 0,0-1,0 0,0 0,1 0,1-1,-1 0,1 0,0 0,4 2,102 43,-54-33</inkml:trace>
  <inkml:trace contextRef="#ctx0" brushRef="#br1" timeOffset="-170340.48">12054 10911,'0'-20,"2"-14,3-8,1-2,-1 5,1 7,0 15,-2 20,-1 21,-1 20,-1 13,-1 10,0 1,0-4,0-7,2-13,3-12,1-13</inkml:trace>
  <inkml:trace contextRef="#ctx0" brushRef="#br1" timeOffset="-170078.764">11893 10336,'20'2,"26"6,27 3,23 5,17 3,5 7,-18-3</inkml:trace>
  <inkml:trace contextRef="#ctx0" brushRef="#br1" timeOffset="-169561.121">12147 12395,'20'-1,"-3"1,1-1,0 2,-1 0,1 2,-1-1,0 2,0 0,0 2,-13-5,-1 1,0 0,1-1,-1 1,0 1,-1-1,1 0,0 1,-1 0,1-1,-1 1,0 0,0 0,0 0,0 1,0-1,-1 0,1 1,-1-1,0 1,0-1,0 1,-1-1,1 1,-1 0,0 0,0-1,0 1,-1 0,1-1,-1 1,0-1,0 1,0-1,0 1,-1-1,0 1,0 0,-10 21,-1-1,0 0,-2-1,-18 20,-37 64,68-104,-1 1,1-1,0 1,0 0,0 0,1 0,0 0,-1 0,1 1,1-1,-1 0,1 0,-1 1,1-1,0 0,1 1,-1-1,1 0,0 1,0-1,0 0,0 0,1 0,0 0,0 0,0 0,5 3,1-1,1 1,-1-2,1 1,0-1,0 0,0-1,1 0,0 0,-1-1,1 0,0-1,1 0,-1-1,4 0,25 5,1-2,-1-1,1-3,0 0,-1-3,1-2,31-7,-3-5</inkml:trace>
  <inkml:trace contextRef="#ctx0" brushRef="#br1" timeOffset="-169307.651">12054 11953,'29'2,"33"2,33 1,25 0,18 4,-15 1</inkml:trace>
  <inkml:trace contextRef="#ctx0" brushRef="#br1" timeOffset="-171295.441">11759 9212,'-7'12,"1"1,-1-1,2 1,0 0,0 0,2 0,-1 1,2 0,0 0,0-1,1 7,2-15,0 0,0 0,0-1,0 1,1 0,0-1,0 1,0-1,0 0,1 0,0 0,0 0,0 0,0 0,1-1,-1 1,1-1,0 0,0 0,0-1,4 3,99 34,-103-38,1-1,0 1,0-1,0 0,0 0,-1-1,1 1,0-1,0 0,-1 0,1-1,-1 0,1 1,-1-1,1-1,-1 1,0-1,0 1,0-1,-1 0,1-1,-1 1,1-1,-1 1,0-1,0 0,1-4,4-4,-1-1,-1 0,0 0,-1-1,0 0,-1 0,0 0,0-12,0 10,-2 0,0 0,0-1,-2 1,0 0,-1-1,0 1,-2 0,0 0,0 0,-2 0,0 0,-1 1,0 0,-1 0,-1 1,0 0,-4-4,9 15,0 0,0 0,-1 0,1 0,-1 1,0 0,1 0,-1 0,0 0,0 0,-1 1,1-1,0 1,-1 0,1 1,0-1,-1 1,1 0,-1 0,1 0,0 1,-1-1,1 1,0 0,-1 0,1 1,0-1,0 1,0 0,0 0,0 0,1 1,-1-1,1 1,-1 0,1 0,0 0,-5 7,0 0,1 0,0 0,1 1,0 0,1 1,0-1,0 1,1 0,1 0,0 0,1 1,0-1,1 0,1 1,0-1,0 1,2 10,6 40</inkml:trace>
  <inkml:trace contextRef="#ctx0" brushRef="#br1" timeOffset="-170875.561">11693 8785,'22'5,"27"3,27 1,23 1,15 0,7 5,-8 2,-24 0</inkml:trace>
  <inkml:trace contextRef="#ctx0" brushRef="#br1" timeOffset="-167005.824">9580 10723,'-4'5,"2"-2,0-1,0 0,0 1,0-1,1 1,-1 0,1-1,-1 1,1 0,0 0,0 0,1 0,-1 0,0 0,1 0,0 0,0 0,0 0,0 1,0-1,1 0,-1 0,1 0,0 2,5 1,-1 0,1-1,0 0,0 0,1-1,-1 1,1-1,0-1,0 1,1-1,-1-1,0 1,1-1,0 0,3 0,-1 0,91 23,92 31,-186-54,-1 0,0 1,0-1,0 1,0 1,0-1,0 1,-1 0,0 0,0 1,0-1,0 1,-1 0,0 1,0-1,0 1,-1 0,1 0,-1 0,-1 0,1 0,-1 0,0 1,-1 0,0-1,0 1,0 0,0-1,-1 1,-1 0,1-1,-1 1,-1 5,-6 8,-2 0,0-1,-1 0,-1-1,0 0,-2-1,0 0,0-1,-2-1,0 0,-6 3,-298 245,264-216</inkml:trace>
  <inkml:trace contextRef="#ctx0" brushRef="#br1" timeOffset="-166336.6">9968 12595,'-1'0,"1"0,-1 0,1 0,-1 0,1 1,-1-1,1 0,-1 0,1 1,-1-1,1 0,0 1,-1-1,1 1,0-1,-1 0,1 1,0-1,-1 1,1-1,0 1,0-1,-1 1,1-1,0 1,0-1,0 1,0-1,0 1,0-1,0 1,0 0,0-1,0 1,0-1,0 1,0-1,0 1,1-1,-1 1,0-1,0 1,1-1,-1 1,0-1,1 1,-1-1,0 0,1 1,-1-1,0 0,1 1,-1-1,1 0,-1 1,1-1,-1 0,1 0,-1 0,1 1,-1-1,1 0,0 0,13 7,0-1,0-1,1 0,-1-1,1-1,0 0,5 0,8 2,34 6,-30-7,1 1,-1 2,0 2,0 0,-1 2,0 2,-1 0,7 7,-33-19,-1 1,0 0,0 0,0 0,0 0,0 1,0-1,-1 1,1 0,-1 0,0 0,1 0,-1 0,-1 0,1 1,0-1,-1 0,0 1,0 0,0-1,0 1,0-1,-1 1,0 0,0 0,0-1,0 1,0 0,-1-1,1 1,-1 0,-1 1,-5 7,-1 0,0-1,0 0,-2 0,1-1,-1 0,-1-1,1 0,-2-1,1 0,-1-1,-9 5,17-10,-306 172,250-143</inkml:trace>
  <inkml:trace contextRef="#ctx0" brushRef="#br1" timeOffset="-162540.493">6024 12742,'0'0</inkml:trace>
  <inkml:trace contextRef="#ctx0" brushRef="#br1" timeOffset="-139858.896">4006 10523,'1'3,"0"-1,1 1,-1-1,1 0,0 0,0 1,0-1,0 0,0-1,0 1,0 0,1 0,-1-1,1 0,-1 1,1-1,0 0,-1 0,1 0,0-1,0 1,-1-1,1 1,3-1,-5 0,309 47,-148-7,-2 7,-3 7,13 3,488 149,-598-185,-2 3,0 3,-2 2,-1 3,28 21,-58-35,-2 1,0 1,0 0,-2 2,-1 1,-1 0,0 1,-2 1,-1 1,-1 1,-2 0,7 18,-13-23,-1 0,-1 0,-1 1,-1-1,0 1,-2 0,-1-1,-1 1,-1 0,-1-1,-4 16,-6 15,-2-1,-2-1,-3-1,-11 17,-9 7,-3-2,-3-2,-3-2,-4-2,-2-3,-2-2,-4-2,-2-4,-2-2,-2-3,-3-3,-14 4,-11 4,-3-3,-2-5,-1-5,-3-4,-40 7,-179 37,-37-8,212-45,129-26,24-6</inkml:trace>
  <inkml:trace contextRef="#ctx0" brushRef="#br1" timeOffset="-138740.344">4045 10429,'-94'-23,"58"10,-32-8,2-2,0-4,1-2,-6-7,-117-85,187 121,0-1,0 0,0 1,0-1,0 1,0-1,0 1,0-1,0 1,-1 0,1 0,0 0,0 0,0-1,-1 1,1 1,0-1,0 0,0 0,0 0,-1 1,1-1,0 0,0 1,0-1,0 1,0 0,0-1,0 1,0 0,0-1,0 1,0 0,0 0,1 0,-1 0,0 0,1 0,-1 0,1 0,-1 0,1 0,-1 0,1 1,0-1,-1 0,1 0,0 0,0 0,0 1,0-1,0 0,0 0,0 0,0 1,1-1,-1 0,0 0,0 0,0 1,0-1,0 0,0 0,0 0,1 1,-1-1,0 0,1 0,-1 0,0 0,1 0,0 0,-1 0,1 0,0 0,-1 0,1 0,0 0,0 0,0 0,0 0,0-1,0 1,0 0,0-1,0 1,8 1</inkml:trace>
  <inkml:trace contextRef="#ctx0" brushRef="#br1" timeOffset="-138274.589">3337 10109,'11'0,"13"0,12 0,10 0,10 0,8 0,5-3,0 0,-5 1,-9-1,-12 2,-10 0,-14 0,-9-1,-10-2,-3-1,-3 0</inkml:trace>
  <inkml:trace contextRef="#ctx0" brushRef="#br1" timeOffset="-137857.746">3765 9667,'-2'-4,"-1"2,2 12,4 12,3 12,2 9,0 9,2 5,2-1,0-3,1-4,0-8,1-8,0-8,-3-13,-3-8</inkml:trace>
  <inkml:trace contextRef="#ctx0" brushRef="#br1" timeOffset="-135389.371">3791 9667,'29'27,"-4"-3,1-1,0-2,2 0,1-2,0-1,2-2,0-1,0-1,27 7,37 20,433 230,-249-148,-147-70,-90-38,0-2,0-1,34 3,60 16,18 37,-16-2,-32 10,-84-62,0 1,-1 0,0 2,-1 0,-1 1,-1 1,-1 1,13 19,-17-16,2-1,0-1,1 0,1-1,1-1,5 3,-7-8,-6-7,-1 2,1-1,-1 1,-1 1,0 0,0 0,3 6,36 51,-39-58,0 1,-1-1,0 2,0-1,-1 1,-1 0,0 0,0 0,1 8,4 24,-3 0,-2 1,-1-1,-2 26,-3-54,2-8,-1 0,0 0,0 0,-1 0,0 0,0 0,-1 0,0 0,0 0,-1 0,-2 3,-27 50,14-24,-2-2,-1 0,-20 23,-97 87,74-71,3 4,-2 11,24-38,-3-1,-2-3,-36 30,-204 155,241-189,-3-2,-1-2,-1-2,-3-2,0-2,-2-2,-1-3,-12 2,26-16,-226 91,186-74,-24-17,95-13,3-1,-1 1,1 0,-1 0,1 1,-1-1,1 1,0 1,-1 0,1-1,0 2,0-1,0 1,0 0,-84 38,79-37</inkml:trace>
  <inkml:trace contextRef="#ctx0" brushRef="#br1" timeOffset="-134871.233">4781 12742,'-44'25,"-524"304,543-313,11-9,1 0,0 1,1 1,0 0,0 1,1 0,1 1,0 0,0 1,0 1,9-12,1 0,-1 1,0-1,1 1,0-1,-1 0,1 1,0-1,0 1,-1-1,1 1,0-1,1 1,-1-1,0 1,0-1,1 1,-1-1,1 1,-1-1,1 0,-1 1,1-1,0 0,0 1,0-1,0 0,0 0,0 0,0 0,0 0,0 0,0 0,1 0,-1 0,0-1,1 1,-1-1,0 1,1-1,-1 1,2 0,65 15,-21-14,-1-1,1-3,-1-2,1-1,19-7,38-3,-85 12,194-11,-155 31,-58-16,1-1,0 0,-1 0,1 0,0 0,-1 0,1 0,0 0,-1 0,1 0,0 0,-1 0,1 0,0 0,-1 0,1-1,0 1,-1 0,1-1,0 1,-1 0,1-1,-1 1,1-1,-1 1,1-1,-1 1,1-1,-1 1,1-1,-1 1,0-1,1 0,-1 1,0-1,0 0,1 1,-1-1,0 0,0 1,0-1,0 0,0 1,0-1,0 0,0 1,0-1,0 0,0 1,-1-1,-1-44,2 43,-10-53,-3 1,-3 0,-1 1,-3 0,-2 2,-6-5,-32-54,60 109,0 1,0 0,0-1,-1 1,1 0,0-1,0 1,0 0,0-1,-1 1,1 0,0-1,0 1,-1 0,1 0,0-1,0 1,-1 0,1 0,0-1,-1 1,1 0,0 0,-1 0,1 0,0 0,-1 0,1-1,-1 1,1 0,0 0,-1 0,1 0,0 0,-1 0,1 1,0-1,-1 0,1 0,-1 0,1 0,0 0,-1 0,1 1,0-1,-1 0,1 0,0 0,0 1,-1-1,1 0,0 0,0 1,-1-1,-2 10</inkml:trace>
  <inkml:trace contextRef="#ctx0" brushRef="#br1" timeOffset="-133220.543">3270 8571,'-8'0,"-11"-2,0 2,0 1,0 0,1 1,-1 1,0 1,1 0,0 2,0 0,-6 3,11-3,0 1,1 0,-1 1,1 0,1 1,0 0,0 1,1 0,0 1,1 0,0 0,-5 11,12-20,1 1,0 0,0-1,0 1,1 0,-1 0,1 0,-1 0,1-1,0 1,0 0,0 0,0 0,1 0,-1 0,1-1,0 1,0 0,0 0,0-1,0 1,0-1,1 1,-1-1,1 1,0-1,0 0,-1 0,2 0,-1 0,0 0,0 0,1-1,-1 1,0-1,1 1,1-1,136 59,-118-54,0 2,0 1,0 0,-1 2,-1 0,0 2,0 0,-1 1,4 5,-20-17,-1-1,1 1,-1 0,0 0,1 0,-1 0,0 0,0 0,-1 1,1-1,0 1,-1-1,0 1,1 0,-1-1,0 1,0 0,-1 0,1 0,-1 0,1-1,-1 1,0 0,0 0,0 0,0 0,-1 0,1 0,-1 0,0 0,1 0,-1-1,-1 1,1 0,0-1,-1 1,1-1,-1 1,0-1,0 0,0 1,0-1,0 0,0-1,-1 1,0 0,-11 3,-1-1,0 0,0-1,0-1,-1 0,1-1,-1-1,1 0,-1-1,1-1,0-1,-4-1,6-1,36 3,0 2</inkml:trace>
  <inkml:trace contextRef="#ctx0" brushRef="#br1" timeOffset="-132938.557">3444 9066,'5'-279,"-1"266,-1 31,1 62,3-1,5 0,8 28,-19-104,-1 1,1-1,0 1,0-1,0 0,1 1,-1-1,1 0,-1 0,1 0,0 0,1 0,-1 0,0-1,1 1,-1-1,8 3</inkml:trace>
  <inkml:trace contextRef="#ctx0" brushRef="#br1" timeOffset="-132245.408">3899 8450,'-7'-12,"-1"0,1 0,-2 1,1 0,-2 1,1 0,-3-2,9 10,1 0,-1 0,0 0,1 0,-1 1,0-1,0 1,0 0,0 0,0 0,-1 0,1 0,0 1,0-1,-1 1,1 0,0 0,0 0,-1 0,1 1,0-1,0 1,0 0,-1 0,1 0,0 0,0 1,0-1,1 1,-1 0,0 0,-2 2,-5 5,0 1,1 0,0 1,0 0,1 0,1 1,0 0,1 1,0-1,1 1,0 0,1 0,0 1,1-1,1 1,0 3,1-9,1 1,1-1,-1 0,1 0,1 1,-1-1,2 0,-1 0,1-1,0 1,0 0,1-1,0 0,1 0,-1 0,1-1,1 1,-1-1,1 0,0-1,0 1,1-1,0 0,0-1,6 3,98 56,-85-51,-1 1,-1 1,0 1,-1 1,-1 2,12 11,-32-28,0 1,0-1,0 1,0 0,0 0,0 0,-1 0,1 0,-1 0,0 0,1 0,-1 1,0-1,0 1,0-1,-1 0,1 1,-1 0,1-1,-1 1,0-1,0 1,0-1,0 1,0 0,-1-1,1 1,-1-1,0 1,0-1,1 0,-2 1,1-1,0 0,0 1,-1-1,1 0,-1 0,0 0,1 0,-1-1,0 1,-2 1,-5 1,0 1,0-1,-1-1,1 0,-1 0,0-1,0 0,0-1,0 0,0 0,0-1,0-1,0 1,0-2,0 1,-7-3,16 4,-1-1,1 1,-1 0,1-1,-1 1,1-1,0 1,-1-1,1 0,0 1,-1-1,1 0,0 0,0 0,0 0,0 0,0 0,0 0,0-1,0 1,0 0,0 0,1-1,-1 1,1-1,-1 1,1 0,-1-1,1 1,0-1,0 1,-1-1,1 1,0-1,1 1,-1-1,0 1,0-1,1 1,-1-1,0 1,1-1,0 1,-1 0,1-1,0 1,0 0,-1 0,2-1,8-7,1 1,0 0,0 0,0 1,1 1,0 0,1 1,-1 0,1 1,0 0,0 1,0 0,12 0,86-1,-106 5,-1-1,0 1,0 0,1 0,-1 1,0-1,0 1,0 0,-1 0,1 0,0 1,-1-1,1 1,-1 0,0 0,0 0,0 0,0 0,-1 1,1 0,-1-1,0 1,0 0,0 1,-2-4,1 0,-1 1,0-1,0 0,1 1,-1-1,1 0,0 0,-1 0,1 1,0-1,-1 0,1 0,0 0,0 0,0 0,0 0,0 0,0-1,0 1,1 0,-1-1,0 1,0 0,1-1,-1 1,0-1,0 0,1 0,-1 1,0-1,1 0,-1 0,1 0,-1 0,0 0,1-1,-1 1,0 0,1-1,-1 1,8-4,-1-1,0 0,0-1,0 1,-1-1,0-1,0 1,0-1,-1-1,0 1,-1-1,1 0,-1 0,-1 0,0-1,0 0,-1 0,0 0,0 0,-1 0,0-1,-1 1,0-1,0 1,-1-1,-1 1,1-1,-2-3,1 9,-1 1,0-1,0 0,0 0,0 1,0-1,-1 1,0-1,1 1,-1 0,0 0,-1 1,1-1,0 1,-1-1,0 1,1 0,-1 0,0 1,0-1,0 1,0 0,0 0,0 0,-1 0,1 1,0 0,0 0,0 0,-1 0,1 1,0-1,0 1,0 0,0 1,0-1,0 1,0-1,0 1,1 0,-1 1,0-1,0 2,-11 7,1 2,0 0,1 0,0 1,2 1,-1 0,2 0,0 1,1 1,0 0,2 0,-4 12,-15 32</inkml:trace>
  <inkml:trace contextRef="#ctx0" brushRef="#br1" timeOffset="-100105.119">2682 8156,'1'-3,"0"0,-1 1,1-1,0-1,-1 1,0 0,0 0,0 0,0 0,0 0,-1 0,1 0,-1 0,0 0,0 0,0 0,0 1,-1-1,1 0,-1 1,1-1,-1 1,0-1,0 1,0 0,0 0,0 0,-1 0,1 0,-1 0,1 0,-1 1,0 0,0-1,1 1,-1 0,-11 0,1 1,-1 0,1 1,-1 1,1 0,-1 1,1 0,0 1,1 0,-1 1,1 1,0 0,0 0,0 1,-7 6,3-4,1 1,0 0,1 1,0 0,1 1,0 1,0 0,2 1,0 0,0 1,1 0,1 0,1 1,0 0,1 1,1 0,-4 15,0 21,3 0,2 1,2-1,3 1,2-1,2 0,3 1,10 37,-11-58,1 1,1-1,2-1,1 1,2-2,1 0,2 0,1-2,1 0,1 0,1-2,25 24,-9-17,1-3,1-1,2-1,1-3,1-1,1-2,2-2,0-2,0-2,3-1,20 3,1-3,1-3,0-3,0-3,1-3,45-4,-25-7,-1-4,0-5,0-3,-2-4,-1-4,-1-4,33-19,-64 28,-2-4,0-1,-2-3,-1-2,-2-2,-1-3,-2-1,-1-2,-3-2,-1-2,31-45,-59 72,-1-1,-1-1,0 0,-1-1,-2 0,0 0,0 0,-2-1,-1 0,0 0,-2 0,0-1,-2 1,0 0,-1-1,-2 1,0 0,-2-4,-8-16,-3 2,-1 0,-2 1,-1 1,-2 0,-2 2,-1 1,-2 1,-1 1,-1 1,-2 2,-28-21,9 7,-1 3,-3 2,-1 2,-1 3,-2 2,-1 3,-2 2,0 3,-1 3,-1 3,-1 2,-1 3,0 3,0 3,-46 1,4 13,1 5,0 4,1 5,1 5,2 3,0 6,3 4,1 4,3 4,1 4,-46 37,-23 25,5 7,-114 116,13 11</inkml:trace>
  <inkml:trace contextRef="#ctx0" brushRef="#br2" timeOffset="138801.398">4113 1044,'6'-7,"6"-2,-1 1</inkml:trace>
  <inkml:trace contextRef="#ctx0" brushRef="#br2" timeOffset="140286.811">5182 790,'-8'378,"-6"158,7-1,9-334,12 185,-13-302,3 0,14 78,15 242,-22-142,15 102,-26-237,0 44,18 125,41 266,-36-354,19 109,-32-284,-6-33,-1-7</inkml:trace>
  <inkml:trace contextRef="#ctx0" brushRef="#br2" timeOffset="142942.274">5222 804,'-1'-1,"0"1,0 0,0-1,0 1,0-1,-1 1,1-1,0 1,0-1,0 0,0 1,1-1,-1 0,0 0,0 0,0 0,1 0,-1 0,0 0,1 0,-1 0,1 0,-1 0,1 0,0 0,-1 0,1-1,0 1,0 0,0 0,0 0,0 0,0-1,0 1,0 0,0 0,1 0,-1-1,0 1,1 0,-1 0,1 0,-1 0,1 0,0 0,0-1,7-2,1 1,0 0,0 0,0 1,0 0,0 0,0 1,0 1,1-1,6 2,2-2,91-2,0 6,79 11,-38-3,0-6,0-7,-15 0,734 2,-748 24,-108-23,-2 0,0 0,0 1,0 0,-1 0,1 1,-1 1,0 0,5 2,-13-3,1 0,0 0,-1 0,1 0,-1 0,0 1,0-1,0 1,-1-1,1 1,-1 0,0-1,0 1,0 0,-1 0,1 0,-1 2,6 22,0-8,-1-1,-1 1,0-1,-2 1,-1 0,0 14,-2 777,30-384,18-117,-34-243,15 125,-5 50,1 9,-15-117,-5 0,-6 4,1 0,1 321,14-117,-14 100,26-135,-22-256,2 1,3-1,2 0,1-1,-11-48,11 94,-5-84,-5-21</inkml:trace>
  <inkml:trace contextRef="#ctx0" brushRef="#br2" timeOffset="144336.555">5328 5884,'-4'14,"1"0,0 1,0-1,2 1,0-1,0 1,2 4,-1-15,0 0,1 0,0 0,0 0,0 0,0 0,0 0,1 0,0-1,0 1,0 0,0-1,1 0,-1 1,1-1,0 0,0 0,0-1,0 1,0 0,1-1,-1 0,1 0,-1 0,1 0,0-1,0 1,0-1,19 3,0 0,-1-2,1 0,0-2,0 0,0-2,8-1,2 0,771-25,-273 3,-448 23,0-4,82-16,-28 4,-6 13,-89 6,-48-1</inkml:trace>
  <inkml:trace contextRef="#ctx0" brushRef="#br2" timeOffset="145656.895">3457 5403,'-217'0,"193"9,23-9,1 0,0 0,-1 1,1-1,0 0,0 1,-1-1,1 0,0 1,0-1,0 0,-1 1,1-1,0 0,0 1,0-1,0 1,0-1,0 0,0 1,0-1,0 1,0-1,0 0,0 1,0-1,0 1,0-1,0 0,1 1,-1-1,0 0,0 1,0-1,0 0,1 1,-1-1,0 0,1 1,-1-1,0 0,0 0,1 1,-1-1,0 0,1 0,-1 0,0 1,1-1,-1 0,1 0,-1 0,0 0,1 0,-1 0,1 0,-1 0,0 0,1 0,-1 0,15 4,-1 0,1-1,0-1,0 0,0-1,-1-1,10-1,2 2,863-15,-500 28,108-28,-376 26,-139-13,7-2</inkml:trace>
  <inkml:trace contextRef="#ctx0" brushRef="#br2" timeOffset="146286.215">5770 5095,'-10'-4,"0"1,0 0,0 0,0 1,0 0,-1 1,1 0,-1 0,1 1,-1 1,1 0,0 0,-1 1,1 0,0 1,0 0,0 1,0 0,-7 5,14-7,0 1,0 0,0 0,1 0,-1 0,1 1,0-1,-1 1,2 0,-1-1,0 1,1 0,0 0,0 0,0 0,0 0,0 0,1 0,0 1,0-1,0 0,1 0,-1 0,1 0,0 0,0 0,0 0,1 0,-1 0,1 0,0-1,0 1,0-1,1 1,-1-1,1 0,0 0,-1 0,2 0,0 0,17 13,1-2,1 0,0-2,1 0,24 8,49 24,-87-38,-4-4,0 1,-1 0,1 0,-1 1,0 0,0 0,0 0,0 0,-1 1,4 4,-8-7,-1 0,1 0,-1 0,0-1,1 1,-1 0,0 0,0-1,0 1,0 0,0-1,-1 1,1-1,0 1,-1-1,1 0,-1 0,0 0,1 1,-1-1,0-1,1 1,-1 0,0 0,0-1,0 1,0-1,0 1,0-1,0 0,0 0,1 0,-1 0,-2 0,3 0,-280 36,264-31,26 1,5-5</inkml:trace>
  <inkml:trace contextRef="#ctx0" brushRef="#br2" timeOffset="147004.822">6011 5389,'-4'4,"0"-1,1 1,-1 0,1 0,0 0,1 1,-1-1,1 1,0-1,0 1,0 0,0 0,1 0,0 0,0 0,0 0,1 0,0 0,0 0,0 0,0 0,1 0,0 0,0 0,0 0,1 0,0 0,0-1,0 1,0 0,1-1,-1 0,1 1,0-1,1-1,-1 1,1 0,-1-1,1 1,0-1,1 0,-1-1,2 2,-1-2,0 1,1-2,-1 1,0 0,0-1,1 0,-1 0,0-1,1 0,-1 0,1 0,-1 0,1-1,-1 0,0 0,1 0,-1-1,0 0,0 0,0 0,0 0,0-1,-1 0,1 0,-1 0,0-1,0 1,0-1,0 0,-1 0,1-1,-1 1,0-1,0 1,-1-1,1 0,-1 0,0 0,1-5,-2 5,0 0,0 0,0 1,0-1,-1 0,0 0,0 0,0 0,0 0,-1 1,0-1,0 0,-1 0,1 1,-1-1,0 1,0-1,0 1,-1 0,1 0,-1 0,0 0,0 0,-1 0,1 1,-1 0,0 0,0 0,0 0,0 0,0 1,0 0,-1 0,1 0,-1 0,0 1,1 0,-1 0,0 0,0 0,0 1,0 0,1 0,-1 0,0 1,-4 0,-3 3,1 1,0-1,0 2,0 0,0 0,1 1,-8 6,-7 6</inkml:trace>
  <inkml:trace contextRef="#ctx0" brushRef="#br2" timeOffset="147870.023">5770 4186,'-12'-5,"0"1,-1 0,1 1,-1 1,1 0,-1 0,0 1,0 1,0 0,0 1,0 0,1 1,-1 1,0 0,1 0,0 1,0 1,0 0,0 1,1 0,-6 5,13-8,1 1,0 0,0 1,0-1,0 0,1 1,-1 0,1 0,0-1,1 1,-1 0,1 0,0 1,1-1,-1 0,1 0,0 0,0 0,0 1,1-1,0 0,0 0,0 0,1 0,-1 0,2 1,1-2,0 0,1-1,-1 0,1 0,0 0,0-1,0 1,0-1,0 0,0-1,0 1,1-1,-1 0,1 0,-1-1,1 0,-1 0,1 0,-1 0,5-2,9 3,6-1,96 16,-118-16,-1 1,0 0,0 0,0-1,0 1,0 1,0-1,0 0,-1 0,1 1,0-1,-1 1,1 0,-1-1,1 1,-1 0,0 0,0 0,0 0,0 0,0 0,0 0,0 0,-1 0,1 1,-1-1,1 0,-1 0,0 0,0 1,0-1,0 0,-1 0,1 1,-1-1,1 0,-1 0,0 0,1 0,-1 0,-1 1,-2 6,-1 0,0 0,0 0,-1-1,0 0,-1 0,0 0,-4 3,2-3,0 0,0 0,0-1,-1 0,0-1,0 0,-1 0,0-1,0-1,0 1,0-2,-1 0,0 0,1-1,-1-1,0 0,-6 0,15-2,4 0</inkml:trace>
  <inkml:trace contextRef="#ctx0" brushRef="#br2" timeOffset="148190.167">6038 4600,'-14'-55,"3"-1,2-1,1-30,-2 516,13-389</inkml:trace>
  <inkml:trace contextRef="#ctx0" brushRef="#br2" timeOffset="149288.233">3083 4454,'98'-21,"1"5,1 4,0 4,0 5,0 4,31 7,-25-4,871 2,-801 8,-175-14,-4 0</inkml:trace>
  <inkml:trace contextRef="#ctx0" brushRef="#br2" timeOffset="150906.726">2454 1700,'42'-8,"-1"1,1 2,30 2,-2-1,911-46,-962 48,616-26,-390 36,-77-2,-168-5,1-1,0 1,-1 0,1 0,0-1,-1 1,1 0,-1 0,1 0,-1 0,0 0,1 0,-1 0,0 0,0 0,0 0,0 0,0 0,0 0,0 0,0 0,0 0,0 0,0 0,-1 0,1 0,0 0,-1 0,1 0,-1 0,1-1,-1 1,1 0,-1 0,0 0,1-1,-1 1,0 0,0-1,0 1,-5 14,5-12,0 0,0 0,0 0,0 0,1 0,0 0,-1 1,1-1,0 0,0 0,1 0,-1 0,1 0,0 0,-1 0,1 0,0 0,1 0,-1 0,1 0,-1 0,1-1,0 1,0-1,0 1,0-1,0 0,0 0,1 0,-1 0,1 0,0 0,1 0,8 2,1 0,0-1,0 0,0-1,0-1,0 0,0 0,0-2,1 0,-1 0,0-1,0 0,0-1,0-1,3-2,-9 4,0 0,0-1,-1 0,0 0,1 0,-1-1,0 0,-1 0,1-1,-1 0,1 0,-2 0,1 0,0-1,-1 0,0 0,-1 0,1 0,-1 0,0-1,-1 0,1 1,-1-1,-1 0,1 0,-1 0,-1-1,1 1,-1 0,0 0,-1 0,0 0,0 0,-2-7,1 6,0 0,-1 1,0-1,-1 1,0 0,0 0,0 0,-1 0,0 1,0 0,-1 0,0 0,0 1,0-1,0 1,-1 1,0 0,0 0,0 0,-1 0,1 1,-1 1,0-1,1 1,-1 1,0-1,0 1,-1 1,1-1,0 1,0 1,0-1,0 2,0-1,0 1,0 0,0 1,1-1,-1 2,0 0,1 1,-1 1,1 0,0 0,1 1,0 0,0 0,0 0,1 1,0 0,0 0,1 0,0 1,1 0,0-1,0 1,1 0,0 0,0 1,1-1,1 0,-1 0,1 1,1-1,0 0,0 0,1 1,0-1,1 0,-1-1,3 3,14 24</inkml:trace>
  <inkml:trace contextRef="#ctx0" brushRef="#br2" timeOffset="151521.846">5396 1552,'-12'297,"11"-290,0 0,1 0,0 0,1 1,-1-1,1 0,1 0,-1 0,1 0,1-1,-1 1,1 0,0-1,0 0,1 0,0 0,0 0,0 0,1-1,0 0,0 0,0 0,1 0,0-1,0 0,3 1,4 0,1 0,0-1,0-1,0 0,0-1,0-1,0 0,1-1,-1-1,0 0,1-1,-1 0,0-1,0 0,-1-2,1 1,-1-2,0 0,0 0,-1-1,1-1,5-5,26-45,-33 31</inkml:trace>
  <inkml:trace contextRef="#ctx0" brushRef="#br2" timeOffset="151776.166">5463 1767,'16'-7,"12"-5,10 1,6-1,2 1,-3 1,-5 2,-8 2,-6 3,-8-2,-6 2</inkml:trace>
  <inkml:trace contextRef="#ctx0" brushRef="#br2" timeOffset="152022.508">5409 1526,'18'0,"18"-2,11-2,8-1,2 0,-3-2,-9 1,-12 1</inkml:trace>
  <inkml:trace contextRef="#ctx0" brushRef="#br2" timeOffset="152339.66">5449 1339,'9'-4,"12"-5,16 0,14-1,11-1,6 2,2-1,-3 2,-8 2,-12 2,-18 2,-15 1</inkml:trace>
  <inkml:trace contextRef="#ctx0" brushRef="#br2" timeOffset="154956.993">1987 108,'0'19,"0"14,2 9,1 6,2 5,1-1,-2-2,0-2,-2-6,-1-7,0-10</inkml:trace>
  <inkml:trace contextRef="#ctx0" brushRef="#br2" timeOffset="155856.619">2188 402,'7'1,"1"0,-1 1,1-1,-1 1,0 1,0 0,0 0,0 0,0 0,-1 1,1 1,-1-1,0 1,-1 0,1 0,-1 0,0 1,0 0,0 0,-1 0,0 1,0-1,-1 1,0 0,0 0,0 1,12 94,-15-102,0 1,1-1,-1 1,0-1,0 0,0 1,1-1,-1 1,0-1,1 1,-1-1,0 0,1 1,-1-1,0 0,1 1,-1-1,1 0,-1 0,1 1,-1-1,0 0,1 0,-1 0,1 0,-1 0,1 1,-1-1,1 0,-1 0,1 0,-1 0,1 0,-1-1,1 1,-1 0,1 0,-1 0,1 0,-1 0,1-1,-1 1,1 0,-1 0,0-1,1 1,-1 0,1-1,-1 1,0-1,1 1,-1 0,0-1,0 1,1-1,-1 1,0-1,0 1,0 0,1-1,22-28,85-156,-107 184,-1 0,0 1,0-1,0 0,0 1,0-1,1 0,-1 1,0-1,0 0,1 1,-1-1,0 1,1-1,-1 0,1 1,-1-1,1 1,-1-1,1 1,-1 0,1-1,-1 1,1-1,0 1,-1 0,1 0,0-1,-1 1,1 0,0 0,-1 0,1 0,0-1,-1 1,1 0,0 0,-1 0,1 1,0-1,-1 0,1 0,0 0,-1 0,1 1,0-1,-1 0,1 1,0-1,-1 0,1 1,-1-1,1 1,28 105,-26-97,0 0,1-1,0 1,0-1,1 1,0-1,1-1,-1 1,8 6,-11-12,1 1,0-1,0 0,0 0,0 0,0 0,0-1,0 1,1-1,-1 0,0 0,1 0,-1 0,1-1,-1 1,1-1,0 0,-1 0,1 0,-1 0,1-1,-1 0,1 1,-1-1,1-1,-1 1,0 0,0-1,7-3,0-1,-1 0,1 0,-2-1,1 0,-1-1,0 0,0 0,-1-1,0 1,-1-2,0 1,0-1,2-7,3-7,-1 0,-1-1,-2 0,0-1,2-19,-4 14,-1-1,-1 0,-2 0,-1 0,-2 0,-1 0,-3-9,-13-9,18 50,0 0,0-1,-1 1,1 0,0 0,-1 0,1 0,0 0,0 0,-1 0,1 0,0 1,0-1,-1 0,1 1,0-1,0 1,0-1,0 1,0 0,-1 0,1-1,1 1,-1 0,0 0,0 0,0 0,0 0,0 0,1 0,-1 0,1 0,-1 0,1 1,-1-1,1 0,-1 0,1 1,0-1,0 0,0 0,0 1,0-1,-6 16,1 1,1-1,0 1,1 0,1-1,1 1,1 0,0 0,1 0,1 0,1 0,1 0,0-1,1 0,2 3,7 18,2 0,1 0,3-2,0-1,3 0,4 3,-22-31,-2-2,0 0,1 0,-1 0,1 0,0 0,1-1,-1 0,1 0,0 0,0-1,0 1,0-1,0 0,5 1,3-3</inkml:trace>
  <inkml:trace contextRef="#ctx0" brushRef="#br2" timeOffset="156107.293">2695 202,'9'-2,"17"1,20 1,17 1,13 2,4 5,-12 2</inkml:trace>
  <inkml:trace contextRef="#ctx0" brushRef="#br2" timeOffset="156485.787">3163 576,'5'-29,"-1"-1,-1 0,-2 0,-1-1,-1 1,-1 0,-5-14,-8 1,25 53,0 0,0-1,1-1,0 1,1-2,0 0,0 0,1-1,0 0,0-1,11 2,79 37,-101-42,0 1,0-1,-1 1,1-1,-1 1,0 0,1-1,-1 1,-1 0,1 0,0 0,-1 0,1 0,-1 0,0 0,0 0,0 0,0-1,-1 1,1 0,-1 0,0 0,0 0,0 0,0-1,0 2,-4 17,4-17,0-1,0 1,1 0,-1-1,1 1,0 0,0 0,0-1,0 1,1 0,-1 0,1-1,0 1,0-1,1 1,-1-1,1 1,0-1,-1 0,1 0,1 0,-1 0,0 0,1 0,0 0,2 1,7 2,1-2,0 0,0 0,0-1,0-1,0 0,1-1,-1 0,1-1,-1-1,0 0,1 0,11-4,37-8,-8-1</inkml:trace>
  <inkml:trace contextRef="#ctx0" brushRef="#br2" timeOffset="157603.794">1639 1271,'-9'-5,"0"0,0 1,0 0,-1 0,0 1,0 0,0 1,0 0,0 0,0 1,0 0,0 1,-1 0,1 1,0 0,0 1,0 0,0 0,0 1,0 1,1-1,-1 2,1-1,0 1,1 1,-1-1,1 1,0 1,0 0,1 0,0 0,0 1,1 0,0 0,0 1,-1 2,6-9,-1 1,1-1,0 1,-1-1,1 1,0-1,1 1,-1 0,0-1,1 1,-1 0,1 0,0-1,0 1,0 0,0 0,1-1,-1 1,1 0,0 0,-1-1,1 1,0-1,1 1,-1-1,0 1,1-1,-1 0,1 1,0-1,0 0,0 0,0 0,0-1,0 1,1 0,-1-1,0 1,1-1,4 1,0 0,0 0,0-1,0 0,0 0,0-1,0 0,0 0,0 0,0-1,0 0,0-1,0 0,0 0,-1 0,1-1,-1 0,1 0,-1 0,0-1,2-1,3-3,0 0,0-1,-1 0,0-1,-1 0,0 0,0-1,-1 0,-1 0,5-10,-3-4,-1 1,0-2,-2 1,-1-1,-2 0,0 0,-1 0,-2 0,-1 0,-1-1,-1 1,-1 1,-3-11,-5-6,8 47,2 13,1 0,1 0,1-1,0 1,1 0,2 5,1 13,1 15,-4-17,2-1,1 0,2 0,1 0,6 12,-12-40,0-1,1 1,-1 0,1-1,0 0,0 1,0-1,0-1,1 1,0 0,-1-1,1 0,1 1,-1-2,0 1,1 0,0-1,-1 0,1 0,0 0,0-1,0 0,0 0,0 0,0 0,0-1,1 0,-1 0,0 0,0-1,2 0,3 0,0-1,0-1,-1 0,1 0,-1 0,0-1,0-1,0 1,0-2,-1 1,0-1,0 0,-1-1,0 0,0 0,0 0,-1-1,0 0,0 0,-1-1,0 0,-1 0,0 0,0 0,-1 0,0-1,-1 0,0 1,0-1,-1 0,0 0,-1-1,0 9,0 0,-1 0,1 0,-1 0,1 0,-1 1,0-1,1 0,-1 0,0 0,0 1,0-1,-1 0,1 1,0-1,-1 1,1 0,-1-1,1 1,-1 0,1 0,-1 0,0 0,0 0,1 0,-1 0,0 1,0-1,0 1,0-1,0 1,0 0,0 0,0 0,0 0,0 0,0 0,0 1,0-1,0 0,0 1,1 0,-1-1,0 1,0 0,0 0,1 0,-1 0,1 0,-1 1,0-1,1 0,0 1,-1-1,1 1,0-1,0 1,-2 2,-1-1,2 1,-1 0,0 0,1 0,0 1,0-1,0 0,0 1,1-1,-1 1,1 0,0-1,1 1,-1 0,1 0,0 0,0-1,1 1,-1 0,1 0,0-1,0 1,1-1,-1 1,1-1,0 1,1-1,-1 0,0 0,4 3,5 1,1 0,0-1,0-1,1 0,0-1,0 0,0-1,1 0,-1-1,1-1,0 0,0-1,0 0,0-1,2-1,50 2</inkml:trace>
  <inkml:trace contextRef="#ctx0" brushRef="#br2" timeOffset="159015.963">2909 1151,'-179'3,"176"-3,-1 0,1 1,0-1,0 1,-1 0,1 0,0 0,0 0,0 0,0 1,0-1,0 1,1 0,-1 0,1 0,-1 0,1 0,-1 0,1 1,0-1,0 1,0 0,1 0,-1-1,1 1,-1 0,1 0,0 1,0-1,0 0,1 0,-1 0,1 1,0-1,-1 0,2 0,-1 1,0-1,1 0,-1 0,1 1,0-1,0 0,1 2,1-2,0 1,0-1,1 0,-1-1,1 1,0-1,0 1,0-1,0 0,0-1,0 1,1-1,-1 1,0-1,1-1,-1 1,1 0,-1-1,1 0,-1 0,1-1,-1 1,1-1,-1 0,0 0,1 0,-1-1,0 0,0 0,0 0,0 0,0 0,0-1,-1 0,1 1,-1-1,0-1,1 1,-2 0,1-1,1-1,3-7,0-1,-1 0,-1 0,0-1,0 1,-1-1,-1 0,0-1,-1 1,-1 0,0-1,-1 1,-1 0,-1-6,2 3,-2-141,2 158,0-1,1 1,-1 0,0-1,0 1,1-1,-1 1,0-1,0 0,0 1,0-1,0 1,0-1,0 1,0-1,0 1,0-1,0 1,0-1,0 1,0-1,0 0,0 1,-1-1,1 1,0-1,0 1,-1-1,1 1,0 0,-1-1,1 1,0-1,-1 1,1 0,-1-1,1 1,0 0,-1-1,1 1,-1 0,1 0,-1 0,1-1,-1 1,0 0,1 0,-1 0,1 0,-1 0,1 0,-1 0,0 0,-2 12,-1 0,2 0,-1 1,2-1,0 1,0-1,1 1,1 2,-1 1,-2-5,1 1,0 0,1-1,1 1,0-1,0 1,1-1,1 1,-1-1,2 0,0 0,0 0,1 0,0-1,1 0,0 0,1-1,0 1,0-1,1-1,0 1,1-1,0-1,0 0,0 0,9 4,-5-6,0 0,0-1,1 0,-1-1,1 0,-1-2,1 1,0-2,0 0,0 0,0-1,-1-1,1-1,-1 0,1 0,-1-1,0-1,0 0,-1-1,12-7,-19 10,-1-1,0 1,0-1,0 0,-1 0,1 0,-1 0,0-1,0 1,-1-1,1 0,-1 0,1-3,-3 7,1-1,-1 0,1 1,-1-1,0 0,1 1,-1-1,0 0,0 1,0-1,-1 0,1 1,0-1,-1 0,1 1,-1-1,1 0,-1 1,0-1,1 1,-1-1,0 1,0 0,0-1,0 1,-1 0,1 0,0 0,0 0,-1 0,1 0,-1 0,1 0,-1 0,1 0,-1 1,1-1,-1 1,0-1,1 1,-1 0,0 0,0 0,-4-2,1 1,-1-1,1 2,-1-1,0 1,1-1,-1 2,0-1,0 1,1-1,-1 1,1 1,-1-1,1 1,-1 0,1 1,0-1,0 1,0 0,0 0,1 0,-1 1,1 0,0 0,0 0,0 0,1 1,-1-1,1 1,0 0,0 0,1 0,-1 1,3-4,0 1,-1-1,1 0,1 1,-1-1,0 0,0 0,1 1,0-1,-1 0,1 0,0 0,0 0,0 0,0 0,0 0,1 0,-1 0,1 0,-1-1,1 1,-1-1,1 1,0-1,0 0,0 1,0-1,0 0,0 0,0 0,0-1,0 1,1 0,0-1,80 11,-76-12,0 1,0-1,0 0,0-1,0 0,-1 0,1 0,-1-1,1 0,-1 0,0-1,0 1,0-2,-1 1,1 0,-1-1,0 0,-1 0,1-1,-1 1,0-1,1-2,15 43,-15-30,0-1,1 0,0 0,0 0,0 0,0-1,0 0,1 0,-1-1,1 0,0 0,0-1,0 1,-1-2,1 1,0-1,0 0,0 0,0-1,0 1,0-2,0 1,0-1,0 0,-1-1,1 1,-1-1,0 0,0-1,0 0,0 0,5-4,-2-1,0-1,0 1,-1-1,0-1,0 0,-2 0,1 0,-1-1,-1 0,0 0,-1 0,0 0,1-8,22-171,-26 177,12-145,-15 154,-3 13,-5 17,-1 7,0 0,2 0,2 1,1 0,1 1,2-1,1 1,3 28,0-54,0 1,1-1,0 0,0 0,1 0,0 0,0 0,1-1,0 1,1-1,-1 0,2-1,-1 1,0-1,1 0,0 0,1 0,-1-1,1 0,0 0,0-1,1 0,-1 0,1-1,0 0,0 0,0-1,0 0,1-1,-1 1,0-1,1-1,7 0,-2 0,-1-1,0 0,0-1,0 0,0-1,0 0,-1-2,1 1,-1-1,0-1,-1 0,1-1,-1 0,0 0,-1-1,0-1,0 0,-1 0,8-11,-14 17,-1-1,0 1,0-1,0 1,0-1,-1 0,0 0,1 0,-1 0,-1 0,1 0,-1 0,1-1,-1 1,0 0,0 0,-1 0,0 0,1 0,-1 0,0 0,-1 0,1 0,-1 0,0 0,0 1,0-1,0 1,-1-1,1 1,-1 0,0 0,0 0,0 0,-3-1,5 3,-1 0,1 0,-1 1,0-1,0 0,1 1,-1 0,0-1,0 1,1 0,-1 0,0 0,0 0,0 0,1 0,-1 1,0-1,0 0,1 1,-1 0,0-1,1 1,-1 0,1 0,-1 0,1 0,-1 0,1 0,0 0,-1 1,1-1,0 0,0 1,0-1,0 1,0-1,0 1,0-1,1 1,-1 1,-21 71,21-67,1-1,0 1,0-1,0 1,1-1,0 0,0 1,1-1,0 0,0 1,0-1,1 0,0-1,0 1,0 0,1-1,0 0,0 0,0 0,1 0,-1-1,1 1,0-1,0 0,1-1,-1 1,1-1,0 0,0-1,0 1,5 0,0 1,0-1,1 0,-1-1,0-1,1 0,0 0,-1-1,1 0,-1-1,1 0,-1-1,9-3,8-4</inkml:trace>
  <inkml:trace contextRef="#ctx0" brushRef="#br2" timeOffset="159276.266">3564 870,'20'0,"24"0,21 0,21-2,16-5,9-4,1-3,-9 0,-20 1,-24 4</inkml:trace>
  <inkml:trace contextRef="#ctx0" brushRef="#br2" timeOffset="160851.57">1946 617,'0'2,"3"1,2 0,3-1,5 0,2-1,2-1,-4 0</inkml:trace>
  <inkml:trace contextRef="#ctx0" brushRef="#br2" timeOffset="161407.082">1960 82,'3'0,"4"0,4 0,3 0,0 0,-1-2,-4-1</inkml:trace>
  <inkml:trace contextRef="#ctx0" brushRef="#br2" timeOffset="165822.017">6839 1807,'-6'13,"1"1,0-1,1 1,1 0,0 0,1 1,0-1,1 1,1-1,0 0,1 1,0-1,1 1,1-1,0 0,1 0,1 0,0-1,1 0,0 0,1 0,1-1,0 0,6 7,-11-14,1-1,0 0,0 0,0-1,0 1,1-1,0 0,-1 0,1 0,0-1,1 0,-1 0,0 0,0 0,1-1,-1 0,1 0,0-1,-1 1,1-1,-1 0,1-1,-1 1,1-1,-1 0,1-1,-1 1,0-1,1 0,-1-1,0 1,0-1,-1 0,1 0,0 0,-1-1,0 1,4-5,-2-3,1 0,-2 0,0-1,0 0,-1 0,0 0,-1 0,-1-1,0 1,0-1,-2 0,1 1,-1-1,-1 0,-1 1,0-1,0 1,-4-12,3 12,0 1,0-1,-1 1,-1 0,0 0,0 0,-1 0,-1 1,1 0,-2 0,1 1,-1 0,-1 0,0 1,0 0,0 1,-1 0,0 0,-11-5,17 11,1 0,-1 0,0 0,0 1,1-1,-1 1,0 0,0 0,0 0,1 1,-1-1,0 1,0 0,1 0,-1 0,1 1,-1-1,1 1,-1 0,1 0,0 0,0 0,0 0,0 1,0-1,1 1,-1 0,1 0,-1 0,-4 7,1 0,0 0,0 1,1-1,0 1,1 0,0 0,-1 10,-6 39,4-4</inkml:trace>
  <inkml:trace contextRef="#ctx0" brushRef="#br2" timeOffset="166138.173">6826 1473,'-9'0,"-1"0,8 0,16 0,20 2,19 1,16 0,11-1,-8-1</inkml:trace>
  <inkml:trace contextRef="#ctx0" brushRef="#br2" timeOffset="166956.875">7013 3130,'65'-279,"-65"279,0 0,0 0,0 0,1 0,-1 1,0-1,0 0,0 0,0 0,0 0,1 0,-1 0,0 0,0 0,0 0,0 0,1 1,-1-1,0 0,0 0,0 0,0 0,1 0,-1 0,0 0,0 0,0 0,0-1,1 1,-1 0,0 0,0 0,0 0,0 0,1 0,2 24,13 392,-12-387,0-9</inkml:trace>
  <inkml:trace contextRef="#ctx0" brushRef="#br2" timeOffset="167210.198">6946 2689,'14'-2,"18"-1,17 0,16 0,13 1,5 1,-12 1</inkml:trace>
  <inkml:trace contextRef="#ctx0" brushRef="#br2" timeOffset="167955.723">6974 3999,'129'-12,"-127"12,1-1,-1 1,0-1,0 1,1 0,-1-1,1 1,-1 0,0 1,1-1,-1 0,0 1,1-1,-1 1,0 0,0 0,0 0,0 0,1 0,-1 0,-1 1,1-1,0 0,0 1,0 0,-1-1,1 1,-1 0,1 0,-1 0,0 0,0 0,0 0,0 0,0 1,0-1,-1 0,1 0,-1 1,1-1,-1 0,0 2,-4 11,-1 0,-1 0,-1-1,0 0,0 0,-1-1,-1 0,0 0,-1-1,-2 1,5-3,-16 18,-45 76,67-103,0 0,1 1,-1-1,1 1,-1-1,1 0,0 1,-1-1,1 1,0-1,0 1,0-1,0 1,0-1,1 1,-1-1,0 0,1 1,-1-1,1 1,-1-1,1 0,0 0,-1 1,1-1,0 0,0 0,0 0,0 0,0 0,0 0,0 0,0 0,1 0,-1 0,0-1,0 1,1 0,-1-1,1 1,60 8,-37-9,0-1,0-1,0-1,0-2,-1 0,18-7,-3-2</inkml:trace>
  <inkml:trace contextRef="#ctx0" brushRef="#br2" timeOffset="168206.754">6866 3732,'23'-9,"21"-5,21-3,18 1,13 2,1 3,-15 3</inkml:trace>
  <inkml:trace contextRef="#ctx0" brushRef="#br2" timeOffset="169087.246">7080 5055,'138'33,"-136"-33,0 1,0 0,-1-1,1 1,0 0,-1 0,1 0,0 0,-1 1,0-1,1 0,-1 1,0-1,1 1,-1-1,0 1,0-1,0 1,-1 0,1-1,0 1,-1 0,1 0,-1 0,1 0,-1 0,0-1,0 1,0 0,0 0,0 0,0 0,0 0,-1 0,1 0,-1-1,1 1,-1 0,0 0,0 0,0-1,0 1,0-1,0 1,0-1,-1 1,1-1,-1 2,-132 142,133-144,1-1,-1 1,0-1,1 0,-1 1,1-1,-1 1,1 0,-1-1,1 1,-1-1,1 1,-1 0,1-1,0 1,-1 0,1 0,0-1,0 1,0 0,-1 0,1-1,0 1,0 0,0 0,0 0,0-1,1 1,-1 0,0 0,0-1,0 1,1 0,-1-1,0 1,1 0,-1 0,0-1,1 1,-1-1,1 1,-1 0,1-1,-1 1,1-1,0 1,37 10,-29-9,108 35,-114-36,1 1,0-1,-1 1,1 1,-1-1,0 0,0 1,0-1,0 1,0 0,-1 0,1 0,-1 1,1-1,-1 0,-1 1,1 0,0-1,-1 1,0 0,1 0,-1 0,-1-1,1 1,-1 0,0 0,1 0,-2 4,-2 0,-1-1,0 1,0-1,0 0,-1 0,0-1,-1 1,0-1,0 0,0-1,0 1,-1-1,0 0,0-1,0 0,-1 0,1-1,-1 1,0-2,0 1,0-1,-1 0,4 0,0 0,-1 0,1 0,0-1,-1 0,1 0,-1 0,0-1,1 0,-1 0,1 0,-1-1,1 0,-1 0,1 0,-1-1,1 0,0 0,-5-2,-6-10</inkml:trace>
  <inkml:trace contextRef="#ctx0" brushRef="#br2" timeOffset="169340.08">6880 4908,'16'-6,"21"-4,24-1,23-1,16-1,7 2,1 0,-19 2</inkml:trace>
  <inkml:trace contextRef="#ctx0" brushRef="#br2" timeOffset="170151.785">7815 5136,'-66'72,"64"-69,0 1,0-1,0 0,1 0,-1 1,1-1,0 1,0-1,0 1,1 0,-1-1,1 1,0-1,0 1,0 0,0-1,1 1,0 0,-1-1,1 1,1-1,-1 1,0-1,1 0,1 2,5 4,1-1,0 0,0 0,1-1,0 0,1-1,-1 0,1-1,0 0,1-1,-1 0,1-1,0 0,-1 0,1-2,0 1,1-2,-1 1,0-2,2 0,-6 2,-1-1,1 0,-1 0,1-1,-1 0,1 0,-1-1,0 0,0 0,1-1,-2 0,1 0,0-1,-1 1,1-1,-1-1,0 1,0-1,-1 0,0-1,0 1,0-1,0 0,-1 0,0-1,0 1,-1-1,0 0,0 0,0 0,-1 0,0 0,-1-1,1 0,-2 0,0 0,0 1,-1-1,0 0,0 1,-1-1,0 1,-1 0,1 0,-1 0,-1 0,1 0,-1 0,0 1,-1 0,1 0,-1 0,0 0,-1 1,0 0,1 0,-2 0,1 1,0 0,-1 0,0 1,0-1,0 1,0 1,-2-1,-2-1,1 1,-1 0,1 1,-1 0,0 0,0 1,0 1,0 0,0 0,0 1,0 1,0 0,1 0,-1 1,1 0,-1 1,1 0,0 0,0 2,-8 4,16-8,-1-1,1 1,-1-1,1 1,0 0,0 0,0 0,0 0,0 1,0-1,1 0,-1 1,1-1,-1 1,1 0,0-1,0 1,0 0,0 0,1-1,-1 1,1 0,0 0,0 0,0 0,0 0,0 0,0 0,1-1,0 1,-1 0,1 0,0 0,0-1,1 1,0 1,28 24,7-4</inkml:trace>
  <inkml:trace contextRef="#ctx0" brushRef="#br2" timeOffset="170423.56">8257 5216,'14'0,"20"0,24-3,26-2,24-3,17-3,14 1,3 3,-2 1,-9 3,-16 1,-17 1,-22 3,-21 2,-20-1</inkml:trace>
  <inkml:trace contextRef="#ctx0" brushRef="#br2" timeOffset="171411.851">7802 3986,'-3'-3,"-1"0,1 0,-1 1,0-1,0 1,0 0,-1 0,1 1,0-1,-1 1,1 0,0 0,-1 0,0 1,1 0,-1 0,1 0,-1 0,1 0,-1 1,1 0,-1 0,1 0,0 1,-1 0,1 0,0 0,0 0,0 0,-2 2,-2 2,0-1,1 1,-1 1,1-1,0 1,1 1,0-1,0 1,0 0,-1 3,5-7,1 0,-1 0,0 0,1-1,0 2,0-1,0 0,0 0,0 0,1 0,0 0,0 1,0-1,1 0,-1 0,1 0,0 0,0 0,0 0,1 0,-1 0,1 0,0 0,0-1,1 1,7 6,0-1,0 0,1-1,0 0,1 0,0-2,0 1,1-1,-1-1,1 0,0-1,0-1,1 0,-1-1,1 0,0-1,-1 0,1-1,0-1,-1 0,4-1,-11 2,0 0,0 0,0-1,-1 1,1-1,0-1,0 1,-1-1,1 0,-1 0,1-1,-1 0,0 0,0 0,0 0,0-1,-1 0,0 0,1 0,-1 0,-1-1,1 1,-1-1,0 0,0 0,0-1,0 1,-1-1,0 1,0-1,-1 1,1-5,-2 0,0 1,-1 0,-1 0,1 0,-1 0,-1 0,0 0,0 0,-1 1,0-1,0 1,-1 0,0 1,0-1,-1 1,0 0,0 0,-1 0,0 1,0 0,0 1,-1 0,0 0,0 0,0 1,0 0,-1 1,0 0,0 0,1 1,-2 0,1 0,0 1,0 0,0 1,-1 0,1 1,-7 1,13-2,0 1,0 0,1 0,-1 0,0 1,1-1,-1 0,0 1,1 0,0 0,-1 0,1 0,0 0,0 0,0 0,1 1,-1-1,0 1,1-1,-1 1,1 0,0 0,0-1,0 1,1 0,-1 0,0 0,1 0,0 0,0 0,0 0,0 0,0 0,1 0,-1 0,1 0,0 0,0-1,0 1,1 2,20 23,6-4</inkml:trace>
  <inkml:trace contextRef="#ctx0" brushRef="#br2" timeOffset="171659.193">8163 4039,'20'3,"26"0,27-1,33 1,30-2,29 0,22-2,12-2,1-2,-11-1,-19-1,-29 1,-35 1,-39 1,-31 1</inkml:trace>
  <inkml:trace contextRef="#ctx0" brushRef="#br2" timeOffset="172603.269">7856 2917,'-6'-3,"1"1,-1 1,1-1,-1 1,0 0,1 0,-1 1,0 0,0 0,0 0,1 0,-1 1,0 0,0 1,1-1,-1 1,1 0,0 0,-1 1,1-1,0 1,0 0,1 1,-1-1,0 1,1 0,0 0,0 0,-2 4,3-1,0-1,1 1,0 0,0-1,1 1,-1 0,2 0,-1 0,1 0,0 1,0-1,1 0,0 0,0 0,1-1,0 1,0 0,0 0,1-1,0 0,0 1,1-1,0 0,0-1,0 1,1-1,0 0,0 0,0 0,0 0,1-1,0 0,0 0,0-1,0 0,1 0,-1 0,1-1,0 0,-1 0,1 0,0-1,0 0,0-1,0 0,1 0,-1 0,4-1,-2-2,0 0,0 0,0-1,0 0,-1-1,0 0,0 0,0-1,0 0,-1 0,0 0,0-1,-1-1,0 1,0-1,0 0,-1 0,-1 0,1-1,-1 0,-1 0,0 0,0 0,1-9,-4 12,0 0,-1 0,0 0,-1 0,1 0,-1 1,0-1,0 0,-1 1,0 0,0 0,0 0,0 0,-1 0,0 0,0 1,0 0,-1 0,1 0,-1 0,0 1,0 0,0 0,-1 0,1 1,-1-1,1 1,-5-1,2 0,1 1,-1 0,0 0,0 0,-1 1,1 0,0 1,0 0,0 0,0 1,-1 0,1 0,0 1,0 0,0 0,1 1,-1 0,1 0,-1 1,-4 4,9-7,1 1,-1 0,1 0,0 0,-1 0,1 0,0 1,1-1,-1 1,0-1,1 1,-1 0,1-1,0 1,0 0,0 0,0 0,0 0,1 0,0 0,-1 0,1 0,0 0,0 0,1 0,-1 0,1 0,-1 0,1 0,0 0,0 0,0 0,1 0,-1 0,1-1,-1 1,2 0,23 19,5-4</inkml:trace>
  <inkml:trace contextRef="#ctx0" brushRef="#br2" timeOffset="172857.728">8123 3010,'16'0,"21"-3,27 0,30-2,31 0,32 1,29-2,21-2,12 1,2-1,-6 1,-17-1,-27 2,-35-2,-45 2,-39 1</inkml:trace>
  <inkml:trace contextRef="#ctx0" brushRef="#br2" timeOffset="173871.93">7628 1739,'-7'0,"-1"1,1-1,0 1,-1 1,1-1,0 1,0 1,0-1,0 1,0 0,0 1,1 0,0 0,-1 0,2 1,-1-1,0 1,1 1,0-1,0 1,1 0,-1 0,1 1,1-1,-1 1,1-1,0 1,0 4,-1-4,1 1,0 0,1 0,0 1,0-1,1 0,0 1,0-1,1 1,0-1,0 0,1 1,0-1,1 1,0-1,0 0,1 0,0 0,0 0,1-1,0 1,0-1,1 0,0 0,0 0,1-1,3 4,1-3,1 0,0 0,0-1,1 0,0-1,0 0,0-1,1-1,-1 0,1 0,-1-1,1-1,0 0,0-1,0 0,0-1,0 0,-1-1,1-1,0 0,-1-1,0 0,0-1,3-1,-9 2,-1 1,0 0,0-1,0 0,-1 0,1-1,-1 1,0-1,0 0,0 0,-1 0,0-1,0 1,0-1,-1 0,0 0,0 1,0-2,-1 1,0 0,0 0,0 0,-1 0,0-1,0 1,0 0,-1 0,0 0,-1-1,1 1,-2-2,0-2,0 0,-1 0,0 0,-1 0,0 1,-1 0,0 0,0 0,-1 1,0 0,-1 0,1 1,-2 0,1 0,-1 1,0 0,0 0,-1 1,4 1,0 1,-1 0,1 0,-1 0,0 1,0 0,0 1,0-1,0 1,0 1,0-1,0 1,0 0,-1 1,1 0,0 0,0 1,0-1,1 2,-1-1,0 1,1 0,-1 0,1 0,0 1,0 0,0 1,1-1,0 1,0 0,0 0,0 1,1-1,-1 1,2 0,-1 0,-2 6,5-7,0 0,1 1,-1-1,1 1,0-1,0 0,1 1,-1-1,1 1,1-1,-1 0,1 0,0 0,0 0,0 0,1 0,0 0,-1-1,2 1,-1-1,1 0,-1 0,1 0,0 0,0-1,1 1,-1-1,1 0,2 1,31 18</inkml:trace>
  <inkml:trace contextRef="#ctx0" brushRef="#br2" timeOffset="174201.05">7856 1860,'90'0,"365"0,0-19,66-27,-371 21,-167 51,8-13</inkml:trace>
  <inkml:trace contextRef="#ctx0" brushRef="#br3" timeOffset="186957.747">4233 3973,'24'-107,"-11"54,-1 0,-3-1,-3 0,-1-7,-18 492,10-259,11-132,-3-30</inkml:trace>
  <inkml:trace contextRef="#ctx0" brushRef="#br3" timeOffset="187818.949">4353 4842,'-5'10,"0"0,0 1,1-1,0 1,1 0,1 0,-1 1,2-1,-1 0,2 1,-1-1,2 1,0-1,0 0,1 3,-1-8,0-1,0 1,1 0,0-1,0 1,0-1,1 0,0 0,0 0,0 0,0 0,1 0,0-1,0 0,0 0,0 0,1 0,0-1,-1 1,1-1,0-1,1 1,-1-1,0 1,1-2,0 1,-1-1,1 1,0-1,0-1,-1 1,1-1,0 0,-1-1,1 0,-1 1,1-2,-1 1,0 0,1-1,-1 0,0-1,0 1,0-1,0 0,-1 0,1 0,-1-1,0 1,0-1,0 0,0-1,-1 1,1-1,-1 1,0-1,-1 0,1 0,-1 0,1-3,3-6,-1-1,-1 0,0 0,-1 0,0-1,-1 1,-1-1,-1 1,0-1,-1-1,1 9,0 1,0-1,-1 1,0 0,-1-1,0 1,0 0,0 0,-1 0,0 0,0 0,-1 1,0-1,0 1,-1 0,1 0,-1 1,0-1,-1 1,1 0,-1 0,0 1,-1 0,1 0,-1 0,1 1,-1 0,0 0,0 1,-1 0,-1 0,1 2,0 1,0 0,0 1,0-1,0 2,1-1,-1 1,0 0,1 1,0-1,0 2,0-1,1 1,-1 0,1 0,0 1,1-1,-1 1,1 1,0-1,1 1,-1 0,1 0,1 0,-1 0,1 1,1 0,-1-1,1 1,0 5,-11 31</inkml:trace>
  <inkml:trace contextRef="#ctx0" brushRef="#br3" timeOffset="195991.778">6452 3718,'16'63,"-4"129,-10-98,35 370,-37-462,-1 0,1 0,1-1,-1 1,0 0,0 0,1 0,-1 0,1-1,-1 1,1 0,0-1,0 1,-1 0,1-1,0 1,1-1,-1 1,0-1,0 0,1 1,-1-1,1 0,-1 0,1 0,-1 0,1 0,-1 0,1-1,0 1,0 0,-1-1,1 1,0-1,0 0,0 0,0 0,-1 0,1 0,0 0,0 0,0 0,0-1,122 15,-87-8,0-2,0-2,0-1,28-3,6 0,393 2,-234-14,22 7,-13-8,1 11,-233 3,-1 0,1-1,-1 0,0 0,1-1,-1 0,0 0,-1 0,1-1,0 0,-1 0,0 0,0-1,0 0,-1 0,1 0,-1 0,-1-1,1 0,-1 1,0-1,0-1,0 1,-1 0,0-1,0 1,-1-1,0 1,1-5,8-40,-2 0,-2 0,-2-1,-3 1,-2-1,-2 1,-2 0,-3 0,-2-1,2 16,1 1,2-1,1 0,1-28,4-145,0 206,-1-1,1 1,-1-1,0 0,0 1,-1-1,1 1,-1-1,1 1,-1-1,0 1,-1-1,1 1,0 0,-1 0,0-1,0 1,0 0,0 1,0-1,-1 0,1 1,-1-1,0 1,1 0,-1 0,0 0,0 0,-1 0,1 1,0-1,-3 0,-254 4,3-16,214 14,13-1,0 1,0 1,0 2,-18 5,7 1,0-1,-1-2,1-2,-15-1,35-2,-1 2,1 0,0 2,0 0,-17 7,-11 3,-215 49,182-56,-1-3,-1-4,-10-4,-37-10,92 7,29 4,0 0,0 1,0 0,0 1,-1 0,1 0,0 1,0 0,-1 1,1 0,-1 1,3 0,1-1,-1 1,1 1,0 0,0 0,0 0,1 0,0 1,0 0,0 1,0-1,-4 7,5-19,4-9</inkml:trace>
  <inkml:trace contextRef="#ctx0" brushRef="#br1" timeOffset="-77321.942">8751 336,'-4'11,"-5"16,0 14,0 13,0 13,0 5,2-1,1-5,3-9,1-12,1-14</inkml:trace>
  <inkml:trace contextRef="#ctx0" brushRef="#br1" timeOffset="-76990.826">8725 243,'13'3,"19"19,-2 1,0 2,-2 1,0 1,-2 2,-1 0,-2 2,-1 1,9 16,-23-31,0 1,-1 0,0 0,-2 0,0 1,-1 0,-1 0,-1 2,-1-14,0 0,-1 0,0 0,-1-1,0 1,0 0,0 0,-1 0,0-1,0 1,0-1,-1 1,0-1,0 0,-1 0,0 0,0 0,0-1,-1 0,0 0,0 0,0 0,-4 2,-4 0,-1 0,1-1,-1 0,0-1,0-1,-1 0,1-1,-1-1,0 0,0-1,0 0,-8-2,-28-7,34 1</inkml:trace>
  <inkml:trace contextRef="#ctx0" brushRef="#br1" timeOffset="-75722.211">9246 402,'0'17,"1"109,-6 0,-13 58,13-169,5-41,45-361,-35 265,-3 246,-6-117,1 1,-1-1,1 0,0 0,1 1,0-2,0 1,0 0,1-1,0 1,1-1,-1 0,1 0,0-1,0 1,1-1,0-1,1 2,-4-4,0-1,-1 1,1-1,0 0,0 0,0 0,0 0,0-1,0 1,0-1,0 0,1 0,-1 0,0 0,0 0,0-1,0 0,0 1,0-1,0 0,0 0,0-1,-1 1,1-1,0 1,-1-1,1 0,-1 0,1 0,-1 0,0 0,0-1,1 0,50-93,-1-51,-45 128,-7 19,0 1,0-1,0 0,-1 0,1 0,0 1,0-1,0 0,0 0,-1 1,1-1,0 0,0 0,0 1,0-1,0 0,0 1,0-1,0 0,0 0,0 1,0-1,0 0,0 1,0-1,0 0,0 0,0 1,1-1,-1 0,0 1,0-1,0 0,0 0,0 0,1 1,-1-1,0 0,0 0,0 0,1 1,-1-1,0 0,0 0,1 0,-1 0,0 0,1 1,-1-1,0 0,0 0,1 0,-1 0,0 0,0 0,1 0,-1 0,0 0,1 0,-1 0,0 0,0 0,1 0,-1-1,0 1,1 0,-1 0,0 0,0 187,-3-141,2 0,2-1,3 1,1 0,4 12,-8-53,0-1,0 1,0-1,0 1,1-1,0 0,0 0,0 1,0-1,0-1,1 1,0 0,0-1,0 1,0-1,1 0,-1 0,1 0,0 0,0-1,0 0,0 0,0 0,0 0,0 0,1-1,-1 0,1 0,-1 0,1 0,0-1,-1 0,1 0,-1 0,1 0,0-1,2 0,-1-1,0 0,1-1,-1 1,0-1,-1 0,1-1,0 1,-1-1,0-1,0 1,0 0,-1-1,1 0,-1 0,0-1,0 1,-1-1,0 0,0 0,0 0,1-5,32-138,-18-8,17 89,-34 63,4-9,-2 20,-4 127,0-80,1-1,3 1,3 10,-6-57,1-1,0 1,0 0,0 0,0 0,1-1,0 1,0-1,1 0,-1 1,1-1,0 0,1 0,-1-1,1 1,0-1,0 0,0 0,1 0,-1 0,1-1,0 0,0 0,0 0,0 0,1-1,-1 0,1 0,0-1,2 1,0-1,0 0,0-1,0 0,-1-1,1 1,0-2,0 1,-1-1,1 0,0-1,-1 1,0-2,0 1,0-1,0 0,-1 0,1-1,-1 0,0 0,0 0,-1-1,0 0,0 0,0 0,-1-1,0 0,0 1,0-2,-1 1,0 0,-1-1,1-2,9-44,-3-1,-2 1,-3-1,-2-1,-3-14,1 49,-1-97,3 114,1 20,-1-9,3 16</inkml:trace>
  <inkml:trace contextRef="#ctx0" brushRef="#br1" timeOffset="-75475.865">10530 296,'2'21,"5"15,11 13,11 10,10 6,5 1,5-3,-3-9,-3-9,-8-9,-9-11</inkml:trace>
  <inkml:trace contextRef="#ctx0" brushRef="#br1" timeOffset="-75289.366">10877 296,'-18'5,"-13"10,-10 12,-8 14,-2 18,-1 11,-1 7,2 5,2-2,10-16</inkml:trace>
  <inkml:trace contextRef="#ctx0" brushRef="#br1" timeOffset="-74727.869">11305 563,'-1'-24,"1"1,1-1,2 0,0 1,1-1,2 1,0 0,1 0,2 1,2-3,8-18,-19 44,0-1,0 0,0 0,0 0,0 1,0-1,0 0,0 0,0 0,0 1,0-1,0 0,0 0,0 1,0-1,0 0,0 0,0 0,1 0,-1 1,0-1,0 0,0 0,0 0,0 0,1 1,-1-1,0 0,0 0,0 0,0 0,1 0,-1 0,0 0,0 0,0 0,1 1,-1-1,0 0,0 0,0 0,1 0,-1 0,0 0,0 0,1 0,-1 0,0-1,0 1,0 0,1 0,-1 0,0 0,0 0,0 0,0 0,1 0,-1-1,-1 24,-21 347,22-358,0 13,-1 1,0-1,-2 0,-1-1,-3 10,-1-11</inkml:trace>
  <inkml:trace contextRef="#ctx0" brushRef="#br1" timeOffset="-74463.573">11264 844,'3'0,"6"2,12 1,12 0,10-1,8 0,7-1,-1-1,-4-2,-7-5,-12-2</inkml:trace>
  <inkml:trace contextRef="#ctx0" brushRef="#br1" timeOffset="-74209.733">11866 282,'0'3,"4"4,5 7,-1 5,0-1</inkml:trace>
  <inkml:trace contextRef="#ctx0" brushRef="#br1" timeOffset="-74036.196">11866 697,'-5'14,"-1"6,1 5,0-2</inkml:trace>
  <inkml:trace contextRef="#ctx0" brushRef="#br1" timeOffset="-73788.346">12161 269,'-3'41,"-2"0,-1 0,-2-1,-4 8,1-3,2 1,2-1,0 21,7-63,-1 0,1 0,0 0,0 0,0 0,0 0,1 0,-1 0,1 0,-1 0,1-1,0 1,1 0,-1 0,0-1,1 1,-1 0,1-1,0 1,0-1,0 0,0 0,0 0,0 0,1 0,-1 0,1 0,-1-1,1 0,0 1,-1-1,3 1,15 1,-1 0,1-1,0-1,-1-1,1-1,0-1,-1 0,1-2,-1 0,0-1,10-2</inkml:trace>
  <inkml:trace contextRef="#ctx0" brushRef="#br1" timeOffset="-73541.466">12441 590,'0'-4,"0"2,-3 12,-2 14,-3 18,-2 17,0 14,2 14,2 5,3 0,1-15</inkml:trace>
  <inkml:trace contextRef="#ctx0" brushRef="#br1" timeOffset="-71689.465">9112 6459,'10'8,"0"-1,0 0,1 0,0-1,0 0,0-1,1 0,0-1,0 0,0-1,1 0,-1-1,-6-1,0 0,0-1,0 0,-1 0,1 0,0-1,0 0,-1 0,1 0,0-1,-1 0,1 0,-1 0,0-1,0 0,0 0,0 0,0 0,-1-1,1 0,-1 0,0 0,0 0,0-1,-1 0,2-2,-1 0,-1 0,0 0,-1 0,1 0,-1-1,-1 1,1 0,-1-1,-1 1,1-1,-1 0,0 1,-1-1,0 1,0-1,-1 1,0 0,0-1,-1 1,0 0,0 0,0 1,-1-1,0 1,0-1,-1 1,0 1,0-1,0 1,-3-2,3 2,1 0,-1 1,0 0,-1 0,1 0,-1 0,0 1,0 0,0 1,0-1,0 1,0 0,-1 1,1-1,-1 1,1 0,-1 1,0 0,1 0,-1 0,1 1,-1 0,1 0,-1 1,1 0,0 0,-1 0,1 1,0 0,1 0,-1 0,0 1,1 0,-4 3,3-2,0 1,1 0,-1 1,1 0,1-1,-1 1,1 1,0-1,1 1,-1-1,2 1,-1 0,1 0,0 1,1-1,0 0,0 0,1 1,0-1,0 1,1-1,0 0,0 0,1 1,0-1,1 0,0-1,0 1,3 5,19 23</inkml:trace>
  <inkml:trace contextRef="#ctx0" brushRef="#br1" timeOffset="-71435.587">9714 6218,'7'14,"4"9,3 7,-1 3,-3 3,-3 0,-2-4,-5-5,-5-7,-1-8</inkml:trace>
  <inkml:trace contextRef="#ctx0" brushRef="#br1" timeOffset="-70706.403">9674 5911,'118'53,"-93"-44,-1 1,1 1,-2 2,1 0,-2 1,0 1,1 3,-15-10,-1 0,0 0,-1 0,0 1,-1 0,1 0,-2 1,1-1,-1 1,-1 0,0 1,0-1,-1 0,0 1,-1-1,0 1,-1-1,0 1,-1 0,0-1,-2 11,0-1,1-17,1-1,0 1,0 0,0 0,0 0,1 0,-1 0,1 0,0 0,0 0,0 0,0 0,0 0,1 0,-1 0,1 0,0 0,0 0,0 0,0 0,1-1,-1 1,1 0,-1-1,1 1,0-1,0 0,0 1,1-1,-1 0,0 0,1 0,8-1,0-1,-1 0,1-1,0 0,-1 0,1-1,-1-1,1 0,-1 0,0-1,0 0,-1-1,1 0,-1 0,0-1,0 0,5-6,-2 3,-1-1,-1-1,1 1,-2-2,1 1,-2-1,1-1,-2 0,0 0,5-12,-8 74,-3-43,-1 1,1-1,0 1,0-1,1 0,0 0,0 0,1 1,-1-2,1 1,1 0,-1-1,1 1,0-1,0 0,0 0,1-1,-1 1,1-1,1 0,-1 0,0-1,1 0,0 0,-1 0,1 0,1-1,-1 0,0 0,0-1,1 0,-1 0,1 0,-1-1,1 0,-1 0,1-1,-1 1,0-1,2-1,-1-1,-1-1,0 0,1 0,-1 0,-1-1,1 1,-1-1,0-1,0 1,0-1,-1 0,1 0,-2 0,1-1,-1 1,2-5,32-116,-21 19,-5-1,-4-1,-7-76,0 167,0 6,0 0,0 0,-1 0,-1 0,0 0,-1 0,-1 0,-2-5,6 17,0 1,-1-1,1 0,-1 0,1 1,-1-1,1 0,-1 1,0-1,1 1,-1-1,0 1,1-1,-1 1,0-1,0 1,1 0,-1-1,0 1,0 0,0 0,1-1,-1 1,0 0,0 0,0 0,0 0,1 0,-1 0,0 1,0-1,0 0,0 0,1 0,-1 1,0-1,0 1,0-1,1 0,-1 1,0-1,1 1,-1-1,0 1,1 0,-1-1,1 1,-1 0,1-1,-1 1,1 0,0 0,-1-1,1 1,0 0,-1 0,1 0,0 0,0-1,0 1,0 0,0 0,0 0,0 0,0 0,0-1,0 2,-9 25,2 2,0 0,2-1,1 2,1-1,2 0,1 23,4 22,3 1,3-1,4-1,2 0,4-1,13 27,-27-80,-3-9,-1-1,2 1,-1-1,1 0,0 0,1-1,0 1,1-1,-1 0,1 0,6 5,0-7</inkml:trace>
  <inkml:trace contextRef="#ctx0" brushRef="#br1" timeOffset="-70478.136">10462 5791,'9'11,"21"6,24 5,23 3,15 2,5 1,-14-4</inkml:trace>
  <inkml:trace contextRef="#ctx0" brushRef="#br1" timeOffset="-69324.487">10904 6392,'12'-17,"0"0,-1-1,-1-1,-1 1,0-2,-1 1,-2-1,0 0,-1-1,0 1,-2-1,-1 0,0 0,-2-17,0 33,-1-1,1 1,-1 0,0 0,-1 0,1 0,-1 0,0 0,0 1,-1-1,1 1,-1-1,-2-2,17 15,0-1,1 0,0-1,0 0,1-1,0 0,-1-1,10 0,2 4,3 0,-14-6,-1 1,1 1,-1 0,0 1,-1 0,1 1,-1 0,0 1,0 0,-1 1,0 1,-1 0,5 4,-13-7,1-1,-1 0,0 1,0 0,-1-1,1 1,-1 0,-1 0,1 0,-1 0,0 0,0 0,-1 0,0-1,0 1,0 0,-1 0,0-1,0 1,0-1,-1 1,-1 2,-14 52,18-58,0 0,0 0,0 0,0 0,0 0,0 0,1 0,-1 0,1 0,-1-1,1 1,0 0,0 0,0 0,0 0,0-1,0 1,0 0,0-1,1 1,-1-1,1 0,-1 1,1-1,0 0,-1 0,1 0,0 0,0 0,0 0,0-1,-1 1,1-1,0 1,1-1,76 9,-76-9,15 1,0-1,0 0,0-2,-1 0,1-1,-1-1,1 0,-1-1,0-1,-1-1,1 0,-2-2,1 1,-1-2,0 0,-1-1,0 0,-11 8,0 0,0 1,0-1,0 0,-1-1,1 1,-1 0,0-1,0 1,0-1,-1 0,1 1,-1-1,0 0,0 0,0 0,0 0,-1 0,0 0,0 0,0 0,0 0,-1 0,1 0,-1 0,0 0,0 0,0 0,-1 0,0 1,1-1,-1 0,0 1,-1 0,1-1,-1 1,1 0,-2 0,0 0,-1 0,1 1,-1-1,0 1,0 1,0-1,0 0,0 1,0 0,0 1,-1-1,1 1,0 0,-1 0,1 0,0 1,0 0,-1 0,1 0,0 1,0 0,0 0,1 0,-1 0,0 1,1 0,-1 0,1 0,0 0,0 1,-2 0,1 1,-1 0,1 1,0-1,0 1,1 0,0 0,0 1,0-1,1 1,0 0,0 0,1 0,-1 0,2 0,-1 0,1 1,0-1,1 0,-1 1,2 2,-1-6,1 0,0 0,1-1,-1 1,1 0,-1 0,1-1,0 1,0-1,1 1,-1-1,1 0,0 0,-1 0,1 0,1-1,-1 1,0-1,1 0,-1 0,1 0,0 0,-1-1,1 1,0-1,0 0,0 0,0 0,0-1,1 1,5 0,0 0,0-1,-1 0,1 0,0-1,0 0,-1-1,1 0,-1-1,1 0,-1 0,3-2,41-35,-52 40,0 1,0-1,0 0,0 0,0 1,-1-1,1 1,0-1,0 1,-1-1,1 1,0 0,-1-1,1 1,0 0,-1-1,1 1,-1 0,1 0,-1-1,1 1,-1 0,0 0,1 0,-1 0,0 0,0 0,0 0,0-1,0 1,0 0,0 0,0 0,0 0,0 0,0 0,0 0,-1 0,1 0,0-1,-1 2,1 6,1-3,1 0,-1 0,1 0,0 0,0 0,0 0,1 0,-1-1,1 1,1-1,-1 0,0 0,1 0,0 0,0-1,0 1,0-1,1 0,-1 0,1-1,0 1,-1-1,1 0,0 0,1-1,-1 1,0-1,0-1,1 1,-1-1,0 1,1-1,1-1,-4 1,0 0,0-1,0 1,-1-1,1 0,0 1,0-1,-1 0,1-1,-1 1,1 0,-1-1,1 0,-1 1,0-1,0 0,0 0,0 0,0 0,0-1,-1 1,1 0,-1-1,1 1,-1-1,0 0,0 1,0-3,13-81,-19-116,4 201,1 0,-1 0,1 0,0 0,-1 0,1 0,0 0,0 0,0 0,0 0,0 0,0-1,0 1,0 0,0 0,0 0,1 0,-1 0,0 0,1 0,-1 0,1 0,-1 0,1 0,-1 0,1 0,0 1,-1-1,1 0,0 0,0 0,0 1,0-1,-1 1,1-1,0 1,0-1,0 1,0-1,0 1,0 0,1-1,-1 1,0 0,0 0,0 0,0 0,0 0,0 0,0 0,0 0,0 1,0-1,0 0,1 0,-1 1,0-1,-1 1,1-1,0 1,0 0,0-1,0 1,10 4,0-1,0 2,-1-1,0 2,0-1,0 1,-1 1,0 0,-1 0,0 1,0 0,0 0,-1 0,-1 1,0 1,0-1,-1 1,0 0,-1 0,0 0,-1 0,1 8,0 1,-4-15,0 1,0-1,0 0,1 0,0 1,0-1,1 0,-1 0,1 0,0 0,0 0,1-1,-1 1,1 0,0-1,0 0,1 0,-1 0,1 0,0 0,0-1,0 0,1 0,-1 0,1 0,-1-1,1 1,0-1,3 0,4-2,0 0,0-1,1-1,-1 0,0 0,0-2,-1 1,1-1,-1-1,1 0,-2-1,1 0,0-1,-1 0,-1 0,1-1,-1 0,0-1,-1 0,5-7,-8 11,-1 1,0-1,-1 0,1 0,-1 0,0-1,0 1,-1-1,1 1,-1-1,0 0,-1 0,0 0,0 0,0 0,0 0,-1-1,0 1,-1 0,1 0,-1 0,0 0,-1 0,1 0,-1 0,0 0,-1 1,0-1,1 1,-2 0,1-1,-1 1,1 1,-1-1,-1 0,1 1,-1 0,0-1,3 4,1 0,-1 0,0 0,1 1,-1-1,0 0,0 1,1-1,-1 1,0-1,0 1,0 0,0 0,0 0,0 0,0 0,1 0,-1 0,0 1,0-1,0 1,0-1,1 1,-1 0,0 0,0-1,1 1,-1 1,1-1,-1 0,1 0,-1 0,1 1,0-1,0 1,0-1,-1 1,1 0,0 1,-2 3,0 0,1 0,-1 0,1 1,1-1,-1 1,1-1,1 1,-1 0,1-1,0 2,1 2,0-1,1 0,0 1,1-1,0 0,0 0,1 0,0 0,1-1,0 0,0 0,0 0,1 0,1-1,-1 0,1 0,0-1,1 0,-1 0,1-1,0 0,2 0,16 10,0-2,1-1,1-1,0-2,1-1,14 3,27 2</inkml:trace>
  <inkml:trace contextRef="#ctx0" brushRef="#br1" timeOffset="-67796.122">9406 6954,'-2'23,"-1"-1,0 1,-2-1,-1 0,-1 0,-5 10,6-12,-8 18,-29 119,42-155,0 0,1 0,0 0,-1 0,1 0,0 0,0 0,0 0,0 0,0 0,1 0,-1 0,1 0,-1 0,1 0,0 0,0 0,0-1,0 1,0 0,0 0,0-1,0 1,1-1,-1 1,1-1,-1 1,1-1,0 0,-1 0,1 0,0 0,0 0,0 0,0-1,0 1,0 0,14 0,-1-1,1 0,0-1,-1-1,0-1,1 0,-1 0,0-2,0 0,-1 0,0-2,10-5,-23 11,115-58,-105 49,-4 1</inkml:trace>
  <inkml:trace contextRef="#ctx0" brushRef="#br1" timeOffset="-67542.956">9674 7181,'-2'-9,"-1"1,-3 10,1 12,-2 16,0 14,2 14,4 9,4 8,7 3,7-4,2-14</inkml:trace>
  <inkml:trace contextRef="#ctx0" brushRef="#br1" timeOffset="-67173.285">10315 7074,'-4'16,"-2"14,0 9,1 5,2 1,1-2,5-4,5-6,3-9,2-8,-1-7</inkml:trace>
  <inkml:trace contextRef="#ctx0" brushRef="#br1" timeOffset="-66919.465">10329 6753,'-19'-9,"-7"-1,-2 6,3 8,9 8,14 9,16 5,17 6,3-4</inkml:trace>
  <inkml:trace contextRef="#ctx0" brushRef="#br1" timeOffset="-66656.162">10569 7248,'54'-42,"3"-3,-1-2,42-47,-96 94,-1-1,0 1,1-1,-1 0,0 0,1 0,-1 0,0 0,0 0,0 0,0 0,0 0,0-1,0 1,0 0,0-1,-1 1,1-1,-1 1,1 0,-1-1,1 1,-1-1,0 0,0 1,1-1,-1 1,0-1,-1 1,1-1,0 1,0-1,-1 1,1-1,-1 1,1-1,-1 1,0-1,1 1,-1 0,0-1,0 1,0 0,0 0,0 0,0-1,0 1,-1 0,1 1,0-1,-1 0,-4-1,-1 1,0 0,0 0,0 1,0 0,0 0,0 0,0 1,0 0,0 1,0 0,0 0,1 0,-1 1,1 0,0 0,-1 0,2 1,-6 4,1-1,0 0,1 1,1 0,-1 1,1-1,0 2,1-1,0 1,1 0,0 1,-1 4,4-10,1 0,0 0,1 1,-1-1,1 1,0-1,1 1,-1-1,1 1,0 0,0-1,1 1,0-1,0 1,0-1,1 1,-1-1,1 0,1 1,-1-1,1 0,0-1,0 1,0 0,0-1,1 0,0 0,0 0,0 0,0 0,1-1,0 0,-1 0,1 0,0 0,0-1,1 0,0 0,115 25,-61-21</inkml:trace>
  <inkml:trace contextRef="#ctx0" brushRef="#br1" timeOffset="-66191.003">11292 6887,'-10'-2,"1"-1,-1 2,0-1,1 2,-1-1,0 1,0 1,1 0,-1 0,0 1,1 0,-1 0,1 1,0 0,0 1,0 0,0 1,1 0,0 0,0 1,-1 0,6-2,1 0,0 0,-1 0,1 0,1 0,-1 0,0 1,1-1,0 1,0-1,1 1,-1-1,1 1,0 0,0-1,0 1,1-1,-1 1,1-1,1 1,-1-1,0 1,1-1,0 0,2 4,67 98,98 54,-166-158,-2-1,1-1,-1 1,0-1,1 1,-1 0,0-1,1 1,-1 0,0 0,0 0,0 0,0 0,0 0,0 1,0-1,0 0,-1 0,1 1,0-1,-1 0,1 1,-1-1,1 0,-1 1,0-1,0 1,1-1,-1 1,0-1,0 1,-1-1,1 1,0-1,0 0,-1 1,1-1,-1 1,1-1,-1 0,1 1,-4-1,1 0,-1 0,1 0,-1 0,1-1,-1 1,1-1,-1 0,1 0,-1-1,0 1,1-1,-1 1,1-1,0 0,-1 0,1-1,0 1,-1-1,1 0,0 1,0-1,0-1,1 1,-1 0,0-1,1 1,0-1,0 0,-1 0,1 0,1 0,-1 0,0 0,1 0,0-1,-1-2,2-4,1 1,0-1,1 1,0-1,0 1,1 0,0 0,1 0,0 1,0-1,1 1,0 0,1 0,-1 1,1-1,1 1,0 0,0 1,0 0,0 0,1 1,5-4,-1 1,-1 0,1 1,0 0,1 0,0 2,0-1,0 2,0 0,1 0,9 0,-21 3,0 1,0 0,0 0,0 0,0 0,0 0,0 1,0-1,0 1,0-1,-1 1,1 0,0 0,0-1,0 1,-1 1,1-1,0 0,-1 0,1 1,-1-1,1 0,-1 1,0 0,0-1,0 1,0 0,0-1,0 1,1 2,12 63,-12-50,3 20,-4-22,0 0,2 0,0 0,0 0,2 0,0-1,1 2,-5-14,-1-1,1 1,0-1,0 0,0 1,0-1,1 0,-1 0,0 1,0-1,1 0,-1 0,1 0,-1-1,1 1,-1 0,1 0,-1-1,1 1,0-1,-1 0,1 1,0-1,-1 0,1 0,0 0,0 0,-1 0,1-1,0 1,-1 0,3-1,15-6</inkml:trace>
  <inkml:trace contextRef="#ctx0" brushRef="#br1" timeOffset="-65936.214">11639 6753,'-11'11,"0"11,7 11,11 6,4-3</inkml:trace>
  <inkml:trace contextRef="#ctx0" brushRef="#br1" timeOffset="-65492.729">11813 7287,'12'-30,"0"0,-3 0,0-2,-2 1,-1-1,-2 0,-1 0,-1-17,-10 1,8 48,0 0,0 1,0-1,0 0,0 0,0 0,0 0,-1 1,1-1,0 0,0 0,0 0,0 0,0 1,0-1,0 0,0 0,0 0,0 0,-1 1,1-1,0 0,0 0,0 0,0 0,0 0,-1 0,1 0,0 0,0 1,0-1,0 0,-1 0,1 0,0 0,0 0,0 0,0 0,-1 0,1 0,0 0,0 0,0 0,0 0,-1 0,1 0,0 0,0-1,0 1,0 0,-1 0,1 0,0 0,0 0,2 5,0-1,1 1,-1-1,1 0,0 1,0-1,0 0,1-1,0 1,-1-1,1 1,0-1,1 0,-1-1,0 1,1-1,0 0,-1 0,2 0,41 19,-38-19,0 1,0 0,0 0,0 1,-1 0,1 1,-1 0,0 0,-1 1,1 0,-1 0,0 1,-1 0,0 0,0 0,0 1,-1 0,0 0,0 0,1 7,-2 127,-4-140,0 1,0-1,0 0,1 0,-1 0,1 0,0 0,-1 0,1 0,0 0,0 0,0 0,0 0,1 0,-1 0,0-1,1 1,-1-1,1 1,0-1,-1 1,1-1,0 0,0 0,0 0,0 0,0 0,0 0,0-1,0 1,0-1,0 1,1-1,-1 0,1 0,77-11,-68 6,0 0,-1-1,1 0,-1 0,-1-2,1 1,-1-1,-1-1,0 1,0-2,0 1,-1-1,-1-1,0 1,0-1,-1-1,0 1,-1-1,0 0,-1 0,-1 0,0-1,0-2,-2-6,-1 21,0-1,0 1,-1 0,1 0,0-1,0 1,0 0,-1 0,1 0,0-1,-1 1,1 0,0 0,0 0,-1 0,1 0,0 0,-1 0,1-1,0 1,-1 0,1 0,0 0,-1 0,1 0,0 0,-1 0,1 1,0-1,0 0,-1 0,1 0,0 0,-1 0,1 0,0 1,0-1,-1 0,1 0,0 0,0 1,-1-1,1 0,0 0,0 1,0-1,-1 0,1 0,0 1,0-1,0 0,0 1,0-1,0 0,-1 0,1 1,0-1,0 0,0 1,0-1,0 0,0 1,1-1,-1 0,0 1,-6 11,1 0,1 1,0 0,1 0,0 0,1 0,1 0,0 0,1 1,0-1,1 5,-1-13,0 0,1 0,0-1,0 1,0 0,0-1,1 1,0-1,-1 0,2 1,-1-1,0 0,1 0,0 0,0-1,0 1,0-1,1 1,-1-1,1 0,0 0,0-1,0 1,0-1,0 0,1 0,-1 0,1-1,-1 0,1 1,0-2,-1 1,1 0,0-1,0 0,-1 0,3-1,19-3</inkml:trace>
  <inkml:trace contextRef="#ctx0" brushRef="#br1" timeOffset="-65236.939">12601 6873,'-16'0,"-7"0,-3 2,2 4,4 2,13 2,14 0,6-2</inkml:trace>
  <inkml:trace contextRef="#ctx0" brushRef="#br1" timeOffset="-64854.341">13110 5737,'30'78,"-3"1,-4 1,6 39,28 154,-12 2,-3 93,-36-293,-3-1,-6 69,0-116,0 0,-2 0,-1-1,-1 0,-1 0,-1 0,-1-1,-2-1,-10 17,-2-7,-2-1,-1-2,-2-1,-1-1,-1-1,-1-2,-2-1,0-1,-2-2,0-2,-1-1,-6-1,32-12,-37 6,41-18</inkml:trace>
  <inkml:trace contextRef="#ctx0" brushRef="#br1" timeOffset="-64121.953">8698 6031,'-15'20,"1"1,1 1,1 0,1 0,1 1,1 0,-5 21,-8 28,2 0,4 2,3 0,4 0,2 1,4 31,3-66,1-1,3 0,1 0,1 0,3 0,1-1,1-1,3 0,1-1,1 0,2-1,2-1,1-1,1 0,2-2,1-1,4 1,-3-5,2-1,1-2,1-1,1-1,0-2,2-1,0-1,1-2,0-2,2-1,-1-1,19 2,-1-5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1:07.07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85 88,'0'18,"0"18,0 15,0 14,0 11,0 7,0 0,-2-7,-1-12,0-19,1-17</inkml:trace>
  <inkml:trace contextRef="#ctx0" brushRef="#br0" timeOffset="309.173">32 21,'-1'2,"0"0,1 0,-1 1,1-1,0 0,0 0,0 0,0 1,0-1,0 0,0 0,1 0,-1 0,1 0,0 1,-1-1,1 0,0 0,0 0,0-1,1 1,0 3,21 46,3 0,2-2,3 0,17 20,37 57,-69-100,0 0,-2 1,-1 1,-1 0,6 23,-17-47,1 1,-1-1,0 0,0 1,-1-1,1 0,-1 1,0-1,0 1,0-1,-1 1,0-1,0 0,0 1,0-1,0 0,-1 0,0 0,0 0,0 0,-1 0,1 0,-1-1,0 1,0-1,-1 1,-9 4,-1-1,1-1,-1 0,-1-1,1-1,-1 0,1-1,-1 0,0-1,0-1,0-1,0 0,-1 0,1-2,-13-2,22 4,0-1,1 1,-1-1,0 0,1 0,-1-1,1 0,0 0,-1 0,1 0,0-1,0 0,0 0,1-1,-1 1,1-1,-4-4,7 5,1 0,0 0,0-1,0 1,0 0,1 0,-1 0,1-1,0 1,0 0,0 0,0 0,1 0,-1 0,1 1,0-1,0 0,-1 1,2-1,-1 1,0 0,0-1,1 1,0 0,-1 0,1 1,0-1,0 1,1-3,32-25</inkml:trace>
  <inkml:trace contextRef="#ctx0" brushRef="#br0" timeOffset="1294.296">633 234,'-9'41,"1"-1,3 1,1 1,2-1,2 0,2 1,1-1,2 0,3 6,5 20,-13-67,0 0,0-1,0 1,0 0,1 0,-1-1,0 1,0 0,0 0,1 0,-1 0,0-1,0 1,1 0,-1 0,0 0,0 0,1 0,-1 0,0 0,1 0,-1 0,0-1,0 1,1 0,-1 0,0 1,1-1,-1 0,0 0,0 0,1 0,-1 0,0 0,0 0,1 0,-1 0,0 1,0-1,1 0,-1 0,0 0,0 1,6-33,-2 0,-1 1,-2-1,-1-11,0 2,-8-274,5 305,3 36,3-1,0 0,2 0,1-1,1 1,0-1,2-1,1 0,1 0,1-1,11 15,-22-33,1-1,0 1,0-1,1 0,-1 0,1 0,-1 0,1 0,0-1,0 1,0-1,0 1,1-1,-1 0,1-1,-1 1,1-1,0 1,-1-1,1 0,0 0,0-1,0 1,0-1,0 0,-1 0,1 0,0 0,0-1,0 0,0 1,0-2,-1 1,1 0,0-1,-1 1,1-1,-1 0,10-11,-1-1,-1 0,0 0,-1-1,-1 0,0-1,-1 0,-1-1,0 1,-1-1,-1 0,0-1,-1-2,6-22,-1 0,-2-1,0-29,-9 123,-3 20,3 0,4 0,5 27,-6-81,1 0,0 0,1 0,1 0,0-1,2 1,-1-1,2-1,0 1,1-1,1 0,0-1,1 0,0-1,10 9,-17-19,1-1,0 1,-1-1,1 0,0 0,0 0,1-1,-1 0,0 0,1 0,-1 0,0 0,1-1,-1 0,1 0,-1 0,1-1,-1 1,0-1,1 0,-1 0,0-1,0 1,0-1,0 0,0 0,0 0,3-3,4-3,0 0,0-1,-1-1,0 0,-1 0,0-1,-1 0,6-9,-1-2,0-1,-2-1,0 0,-1 0,-2-1,-1 0,-1-1,0 0,-2 0,-2 0,0-10,-3 15,1 21,0 0,0 1,0-1,0 0,0 0,0 1,0-1,0 0,0 1,0-1,0 0,0 0,0 1,0-1,0 0,0 0,0 1,0-1,0 0,-1 0,1 0,0 1,0-1,0 0,0 0,-1 0,1 1,0-1,0 0,0 0,-1 0,1 0,0 0,0 1,-1-1,1 0,0 0,0 0,-1 0,1 0,0 0,0 0,-1 0,1 0,0 0,0 0,-1 0,1 0,0 0,0 0,-1 0,-2 24,0 0,2 0,0 0,2 0,1 1,0-1,2 0,1-1,1 1,1-1,1 0,5 9,-12-27,0-1,1 1,0-1,0 0,0 0,0 0,1 0,-1 0,1 0,0 0,0-1,1 1,-1-1,1 0,-1 0,1 0,0-1,0 0,0 1,1-1,-1 0,0-1,1 1,-1-1,1 0,0 0,-1-1,1 1,0-1,-1 0,1 0,0 0,0-1,-1 0,1 0,-1 0,1 0,-1-1,2 0,5-9,-1 0,0 0,-1-1,0 0,-1-1,0 0,-1 0,0-1,-1 0,-1 0,0 0,-1-1,0-4,14-50,-3-1,-3-1,-3 0,-4 0,-2-18,-5 27,-7 52,0 29,-17 97,20-76</inkml:trace>
  <inkml:trace contextRef="#ctx0" brushRef="#br0" timeOffset="1551.86">2010 168,'9'16,"10"14,9 11,10 11,10 4,9 5,8 4,5-1,1-2,-2-7,-8-9,-10-11,-14-14,-13-18,-13-18,-13-19,-6-2</inkml:trace>
  <inkml:trace contextRef="#ctx0" brushRef="#br0" timeOffset="1708.439">2505 182,'-14'16,"-11"16,-10 17,-12 18,-7 16,-8 11,-3 7,2-5,11-20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1:06.42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443 633,'-70'-146,"67"142,0 0,0 0,-1 1,1-1,-1 1,0 0,0 0,0 0,0 1,-1-1,1 1,-1 0,1 0,-1 0,0 1,0 0,1 0,-1 0,0 1,0-1,0 1,0 0,0 0,0 1,0 0,0 0,-3 1,-5 2,0 0,0 1,0 1,0 0,1 1,0 0,1 1,-1 0,-3 5,5-6,0 1,0 1,1-1,0 2,1-1,0 1,1 0,0 1,0 0,1 0,0 0,1 1,1 0,0 0,0 0,1 1,1 1,2-11,0 1,1 0,-1 0,1 0,0-1,0 1,1-1,-1 1,1-1,0 1,0-1,0 0,0 1,0-1,1-1,-1 1,1 0,0 0,0-1,0 0,0 1,0-1,1-1,-1 1,1 0,-1-1,1 1,0-1,2 0,6 3,1-1,1-1,-1 0,0-1,0 0,1-1,-1-1,1 0,-2 0,1 0,-1-1,1-1,-1 0,0-1,0 0,-1-1,1 0,-1-1,0 0,0 0,-1-1,0-1,0 0,-1 0,0-1,0 0,-1-1,0 0,-1 0,0-1,-1 1,0-2,0 1,2-9,-3 6,-1-1,-1 1,0-1,-1 1,-1-1,0 0,-1 0,0 1,-1-1,-1 0,0 0,-5-12,7 27,0 0,0 1,0-1,0 0,-1 0,1 0,0 1,0-1,-1 0,1 0,0 0,0 0,-1 0,1 1,0-1,-1 0,1 0,0 0,0 0,-1 0,1 0,0 0,-1 0,1 0,0 0,0 0,-1 0,1 0,0 0,-1 0,1-1,0 1,0 0,-1 0,1 0,0 0,0 0,-1-1,1 1,0 0,0 0,0 0,-1-1,1 1,0 0,0 0,0-1,0 1,0 0,-1-1,1 1,0 0,0 0,0-1,0 1,0 0,0-1,0 1,0 0,0 0,0-1,0 1,0 0,0-1,-5 27,4-4,2 1,0 0,2-1,0 1,1-1,2 0,0 0,1-1,2 0,0 0,7 12,-13-27,-1-1,1 1,0-1,0 0,1 0,-1 0,1 0,0-1,1 0,-1 1,1-2,-1 1,1 0,1-1,-1 0,0 0,1 0,-1-1,1 0,0 0,0 0,0-1,-1 0,2 0,-1-1,0 1,0-1,4-1,-2-3,1 0,-1 0,-1-1,1 0,-1-1,0 0,0 0,0 0,-1-1,0 0,0 0,-1 0,0-1,0 0,-1 0,0 0,1-2,24-49</inkml:trace>
  <inkml:trace contextRef="#ctx0" brushRef="#br0" timeOffset="277.262">831 72,'-7'-14,"-4"-6,-3-1,1 7,3 11,5 19,8 19,9 21,8 20,8 21,4 18,-2 15,-8 10,-16 4,-21 1,-9-25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1:09.38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1 398,'157'-347,"-136"297,-23 99,-10 45,5 2,3-1,5 0,11 77,1-69,-9-66</inkml:trace>
  <inkml:trace contextRef="#ctx0" brushRef="#br0" timeOffset="209.439">67 732,'7'-2,"9"-1,11 0,12 0,11 1,6-1,3-1,-9 1</inkml:trace>
  <inkml:trace contextRef="#ctx0" brushRef="#br0" timeOffset="531.17">683 157,'-3'1,"-1"0,1 1,0-1,0 1,0 0,0-1,1 1,-1 1,0-1,1 0,0 1,-1-1,1 1,0-1,0 1,0 0,1 0,-1 0,1 0,0 0,-1 0,1 1,1-1,-1 0,0 1,1-1,0 0,0 1,0-1,0 1,0-1,1 0,-1 1,1-1,0 0,0 1,0-1,1 0,-1 0,1 0,-1 0,1 0,0-1,0 1,1 0,-1-1,0 0,1 1,0-1,-1-1,1 1,-1-1,1 1,0-1,0 0,0 0,-1-1,1 1,0 0,0-1,0 0,0 0,0 0,0 0,0 0,0 0,0-1,0 1,0-1,0 0,-1 0,1 0,0-1,0 1,-1 0,1-1,-1 0,1 0,-1 1,0-1,0-1,0 1,0 0,0 0,0-1,-1 1,1-1,-1 0,0 1,0-1,0 0,0 0,0 0,0 1,-1-1,1 0,-1 0,0 0,0 0,0-3,0 0,-1 0,1 0,-1 1,0-1,-1 0,1 0,-1 1,0-1,-1 1,1-1,-1 1,0 0,0 0,-1 0,0 1,0-1,-4-3,6 6,-1-1,1 1,-1 0,0 0,0 0,0 0,0 1,-1-1,1 1,0 0,0 0,-1 0,1 0,-1 0,1 1,-1 0,1-1,-1 1,1 1,-1-1,1 0,-1 1,1 0,-1 0,1 0,0 0,0 0,-1 1,1-1,-1 2,-2 2,0-1,1 1,0 0,0 1,1-1,0 1,0 0,0 0,0 0,1 1,0-1,0 1,1 0,0-1,0 1,1 0,0 0,0 0,0 3,-1 26</inkml:trace>
  <inkml:trace contextRef="#ctx0" brushRef="#br0" timeOffset="831.37">776 651,'-1'2,"1"-1,0 0,0 0,0 0,0 1,0-1,1 0,-1 0,0 1,0-1,1 0,-1 0,1 0,-1 0,1 0,-1 1,1-1,0 0,-1 0,1-1,0 1,0 0,0 0,0 0,0 0,0-1,0 1,0 0,0-1,0 1,0-1,0 1,1-1,-1 0,0 1,0-1,0 0,1 0,-1 0,0 0,0 0,1 0,-1 0,0-1,0 1,0 0,1 0,-1-1,0 1,0-1,0 1,0-1,0 0,0 1,0-1,0 0,0 0,0 0,0 0,1-1,1 0,-1 0,0 0,0 0,0-1,0 1,0-1,0 1,-1-1,1 0,-1 1,0-1,0 0,0 0,0 0,0 0,-1 0,1 0,-1-1,0 1,0 0,0 0,0 0,-1 0,1 0,-1 0,0 0,1 0,-2 0,1 0,0 0,0 0,-1 1,0-1,1 0,-1 1,0 0,0-1,-1 1,1 0,0 0,-1 0,1 0,-1 1,0-1,1 1,-1-1,0 1,0 0,0 0,0 0,0 0,0 1,-2 0,1 0,-1 0,1 1,-1 0,1-1,0 2,-1-1,1 0,0 1,0 0,0 0,0 0,0 0,0 1,1 0,-1-1,1 1,0 1,0-1,0 0,0 1,0-1,1 1,0 0,-1 0,1 0,1 0,-1 0,1 1,-1-1,1 0,1 1,-1 0,2-1,1 0,0 0,0-1,0 1,0-1,0 1,1-1,-1 0,1 0,0 0,0 0,1 0,-1-1,0 1,1-1,-1 0,1 0,0 0,0-1,0 1,0-1,0 0,0 0,0 0,0-1,0 1,0-1,0 0,4-1,35 7</inkml:trace>
  <inkml:trace contextRef="#ctx0" brushRef="#br0" timeOffset="1228.837">1137 170,'-23'-86,"25"83,0 1,0-1,0 1,0-1,0 1,1 0,-1 0,1 0,-1 0,1 0,0 1,0-1,0 1,0-1,0 1,0 0,0 1,0-1,0 0,1 1,-1 0,0-1,0 1,1 1,-1-1,0 0,0 1,0-1,0 1,1 0,1 2,10-1,0 1,-1 1,1 1,-1 0,0 1,-1 0,1 1,-1 0,-1 1,1 1,7 7,-13-10,-1-1,0 1,0 0,-1 0,0 0,0 1,-1 0,1 0,-2 0,1 1,-1-1,0 1,0 0,-1-1,0 1,0 0,-1 1,0-1,-1 0,0 0,0 0,-1 3,-6 12,0-1,-2 0,-1-1,0 0,-1 0,-2-1,0-1,-1 0,-1-1,0 0,-2-1,-1 0,16-15,-93 105,94-106,0 0,1 0,-1-1,0 1,1 0,-1 0,0 0,1 0,-1 0,1 0,0 0,-1 0,1 0,0 0,-1 0,1 0,0 0,0 1,0-1,0 0,0 0,0 0,0 0,1 0,-1 0,0 0,1 0,-1 0,0 0,1 0,-1 0,1 0,0 0,-1 0,1 0,0 0,0 0,-1-1,1 1,0 0,0-1,0 1,0 0,0-1,0 1,0-1,0 1,58 8,-56-9,106 1,0-5,8-5,164-4,-227 15,-16 3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1:05.03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1979 218,'16'53,"-3"0,-2 1,-2 0,-3 1,-1 21,-3-51,62 787,-4-336,-6-52,-13 105,-38-66,8-382,-11-79,1-1,0 1,-1 0,1 0,0 0,0 0,0-1,0 1,0 0,1-1,-1 1,0-1,1 0,-1 1,1-1,-1 0,1 0,0 0,0 0,-1 0,1 0,0 0,0-1,0 1,0-1,0 1,0-1,0 0,0 0,0 0,0 0,0 0,0 0,0 0,0-1,0 1,0-1,-1 1,31-14,-2-5</inkml:trace>
  <inkml:trace contextRef="#ctx0" brushRef="#br0" timeOffset="10135.432">2033 218,'26'-8,"-23"8,38 1,160 4,62-13,669-72,-404 8,-277 33,-222 35,-3-1,1 2,0 0,0 2,0 1,10 2,-32-2,-1 1,1 0,-1 1,0-1,1 1,-1 0,0 0,0 0,0 0,0 1,-1-1,1 1,-1 0,1 0,-1 1,0-1,0 1,-1-1,1 1,-1 0,1 0,-1 0,-1 0,1 0,0 1,-1-1,0 1,0-1,-1 1,1-1,-1 2,4 278,13 143,19 0,19 8,-51-410,19 156,51 415,-20 111,-47-332,16 274,-8-482,1 0,-5 124,-12-357,1 31</inkml:trace>
  <inkml:trace contextRef="#ctx0" brushRef="#br0" timeOffset="10383.771">2246 3320,'-18'633,"-80"232,90-812,9-52,-1 0,1 0,-1 0,1 0,0 0,0 0,0 0,-1-1,1 1,0 0,0 0,0-1,0 1,0 0,0-1,0 1,1-1,-1 0,0 1,0-1,0 0,0 0,1 0,-1 1,0-1,0 0,0-1,1 1,-1 0,0 0,0 0,0-1,0 1,0-1,1 1,2-1,59-6,1-1,0 2,0 3,49 5,467 79,-321-73,204-22,-395 11,652-7,-627 10,-92 1,0-1,0 0,0 0,0 0,0 0,-1 0,1 0,0 0,0 0,0 0,0 0,0-1,0 1,0 0,0 0,0-1,-1 1,1-1,0 1,0-1,0 1,-1-1,1 0,0 1,-1-1,1 0,-1 1,1-1,0 0,-1 0,0 0,1 1,-1-1,1 0,-1 0,0 0,0 0,1 0,0-14</inkml:trace>
  <inkml:trace contextRef="#ctx0" brushRef="#br0" timeOffset="11349.334">4692 1194,'-6'6,"0"1,0-1,1 1,-1 0,2 0,-1 1,1-1,0 1,0 0,1 0,0 1,1-1,0 0,0 1,0 0,1-1,1 1,0 0,0-1,0 1,1 0,0 0,1-1,0 1,1-1,-1 0,1 0,1 0,0 0,0 0,3 4,4 0,1-1,0 0,1 0,0-1,0-1,1 0,1-1,-1 0,1-2,0 1,1-2,0 0,0-1,0 0,0-1,0-1,1-1,6 0,-18-1,0 0,1 0,-1-1,1 1,-1-1,0 0,0 0,1-1,-1 0,0 0,0 0,-1 0,1-1,0 0,-1 0,1 0,-1-1,0 1,0-1,-1 0,1 0,-1 0,0-1,0 1,0-1,0 0,-1 1,0-1,0-1,1-3,0-4,-1 0,0 1,-1-1,0 0,-1 0,-1 0,0 0,0 0,-2 0,1 0,-2 0,0 1,0 0,-1 0,0 0,-1 0,-1 1,0 0,0 0,-1 1,0 0,-1 0,0 1,-1 0,0 1,0 0,-1 0,-9-5,17 11,0 0,0 1,0-1,-1 1,1-1,0 1,-1 0,1 0,0 0,-1 1,1-1,-1 1,1 0,-1 0,0 0,1 0,-1 1,1-1,0 1,-1 0,1 0,-1 0,1 1,0-1,0 1,0 0,0 0,0 0,0 0,0 0,1 0,-1 1,1 0,-3 6,0 1,1-1,0 1,0 0,2 0,-1 0,1 0,0 1,1-1,1 0,-1 1,2-1,-1 1,1-1,1 1,0-1,0 0,1 0,1 0,1 3,12 24</inkml:trace>
  <inkml:trace contextRef="#ctx0" brushRef="#br0" timeOffset="11686.278">5121 1381,'1052'-31,"-951"26,707-13,-800 18,-17-1,-4 0,-9-1</inkml:trace>
  <inkml:trace contextRef="#ctx0" brushRef="#br0" timeOffset="12539.618">5054 3333,'0'-3,"0"1,-1-1,1 1,-1 0,0-1,0 1,0 0,0-1,0 1,0 0,0 0,-1 0,1 0,-1 0,0 0,1 1,-1-1,0 0,0 1,0-1,0 1,0 0,0 0,-1 0,1 0,0 0,-1 0,1 1,-1-1,1 1,0-1,-1 1,1 0,-1 0,1 0,-1 0,1 1,-1-1,1 1,0-1,-1 1,1 0,0 0,-1 0,-2 4,0 1,0 0,1 0,0 0,0 1,0-1,1 1,0 0,0 0,1 0,-1 1,2-1,-1 0,1 1,0-1,1 1,0 0,0-1,0 1,1-1,0 1,1-1,-1 0,2 1,-1-1,1 0,0 0,3 4,2-3,1-1,0 0,0 0,1-1,0 0,0-1,0 0,1 0,-1-2,1 1,0-1,0-1,1 0,-1 0,0-1,1 0,-1-1,0-1,1 0,-1 0,0-1,7-2,-7 2,0 0,-1-1,1 0,-1-1,0 0,0 0,0-1,-1 0,9-7,-14 9,0 0,-1 0,1 0,-1 0,0 0,0-1,0 0,0 0,-1 0,0 0,0 0,0 0,0 0,0-1,-1 1,0-1,0 1,0-1,-1 1,1-1,-1 0,0 1,0-1,-1-2,-2-3,-1 0,0-1,-1 1,0 1,-1-1,0 1,0 0,-1 0,0 1,0 0,-1 0,0 1,-1 0,1 0,-1 1,-1 0,1 1,-1-1,0 2,0 0,0 0,-1 1,0 0,-6-1,7 2,0 1,1 0,-1 0,0 1,0 0,1 1,-1 0,0 1,1 0,-7 2,12-3,0 0,1 0,-1 0,1 1,0-1,-1 1,1 0,0 0,0 0,0 1,0-1,1 1,-1 0,1-1,-1 1,1 0,0 0,0 1,0-1,1 0,-1 1,1-1,-1 1,1-1,1 1,-1 0,0-1,1 4,1-1,1-1,-1 0,1 0,1 0,-1 0,1 0,0 0,0-1,0 0,1 1,-1-1,1 0,0-1,0 1,1-1,-1 1,1-1,-1-1,1 1,0-1,0 1,0-1,1-1,-1 1,0-1,1 0,-1 0,2-1,40 11</inkml:trace>
  <inkml:trace contextRef="#ctx0" brushRef="#br0" timeOffset="12835.874">5508 3386,'389'-29,"1060"-47,-1124 73,-311 3,-20 0,-20 1,-7-1</inkml:trace>
  <inkml:trace contextRef="#ctx0" brushRef="#br0" timeOffset="14146.462">3797 1208,'-1'-1,"1"1,-1 0,1 0,-1 0,1 0,-1 1,0-1,1 0,-1 0,1 0,-1 0,1 1,-1-1,1 0,-1 0,1 1,-1-1,1 0,-1 1,1-1,-1 1,1-1,-1 0,1 1,0-1,-1 1,1-1,0 1,0-1,-1 1,1 0,0-1,0 1,0-1,0 1,0-1,0 1,-1 0,1-1,1 1,-1-1,0 1,0-1,0 1,0 0,0-1,0 1,1-1,-1 1,0-1,0 1,1-1,-1 1,0-1,1 1,-1-1,1 1,-1-1,1 0,-1 1,9 26,0-1,2 0,1-1,1 0,1-1,1-1,2 0,0-1,11 11,-20-24,1 0,0-1,1 0,0-1,0 0,0 0,1-1,0 0,8 2,-15-6,0-1,-1 0,1 0,0 0,0 0,0-1,0 1,0-1,0 0,0-1,0 1,0 0,0-1,0 0,0 0,0 0,-1-1,1 1,0-1,-1 0,1 0,-1 0,0 0,0-1,1 0,-2 1,1-1,0 0,0 0,-1 0,1-1,3-8,0 0,-1 0,0-1,-1 1,-1-1,0 0,0 0,-1 0,-1 0,0-1,-1 1,0 0,-1 0,-3-12,-4-6,8 30,0 1,0-1,0 1,0 0,0-1,0 1,0-1,0 1,-1-1,1 1,0 0,0-1,0 1,-1-1,1 1,0 0,0-1,-1 1,1 0,0-1,-1 1,1 0,0 0,-1-1,1 1,0 0,-1 0,1 0,-1-1,1 1,0 0,-1 0,1 0,-1 0,1 0,-1 0,1 0,0 0,-1 0,1 0,-1 0,1 0,-1 0,1 0,-1 0,1 1,0-1,-1 0,1 0,0 0,-1 1,1-1,-1 0,1 1,0-1,-1 0,1 0,0 1,0-1,-1 1,1-1,0 0,0 1,0-1,-4 7,1 1,0-1,0 0,1 1,0 0,1-1,-1 1,1 0,1 0,0 1,-1 4,-1 32,3 0,2 0,1 0,3-1,2 1,2 0,23 166,-33-198,-1 1,0-1,-1 1,-1-1,0 0,0 1,-2-1,-3 9,6-17,-1-1,0 1,0-1,0 0,-1 0,1 0,-1 0,0 0,0 0,-1-1,1 1,-1-1,1 0,-1 0,0-1,0 1,-1-1,1 0,0 0,-1 0,1 0,-1-1,0 0,1 0,-4 0,3-1,1 0,-1 0,1-1,0 1,-1-1,1 0,0 0,0-1,0 1,0-1,0 0,0 0,0 0,1-1,-1 0,1 1,-1-1,1 0,0 0,0-1,1 1,-1-1,-2-3,-1-2,1 0,0-1,0 0,1 0,0 0,1-1,0 1,1-1,-1-2,3 5,-1 0,1 0,0 0,1 0,0 0,0 0,1 0,0 0,0 0,1 0,0 0,0 1,1 0,0 0,0 0,1 0,0 0,0 1,0 0,1 0,0 0,0 1,0 0,1 0,0 1,7-6,0 2,1 0,0 0,0 2,1 0,0 1,0 0,0 1,1 1,-1 0,17 1,-29 2,1 0,-1 0,1 1,-1-1,1 1,-1 1,1-1,-1 0,0 1,0 0,0 0,0 0,0 1,0-1,0 1,-1 0,0 0,1 0,-1 1,0-1,0 1,-1-1,1 1,-1 0,0 0,0 0,0 1,0-1,-1 0,0 1,0-1,1 5,3 11,29 71,-32-88,1 0,-1 0,0 0,1 0,-1-1,1 1,0 0,0-1,0 0,0 0,1 0,-1 0,0-1,1 1,-1-1,1 0,0 1,-1-2,1 1,0 0,-1-1,1 0,0 0,1 0,-1 0,-1-1,0 0,0 1,0-1,0 0,0 0,0-1,0 1,0-1,0 1,-1-1,1 0,-1 0,1 0,-1-1,0 1,0 0,0-1,0 1,0-1,0 0,-1 0,1 0,-1 0,0 0,1-2,14-85,-15 85,-1 0,1 0,-1 0,0-1,0 1,-1 0,1 0,-1 0,-1 0,1 0,0 0,-1 0,0 0,0 0,-1 1,1-1,-1 1,0 0,0 0,-1 0,1 0,-1 0,0 1,0 0,0-1,0 1,-1 1,1-1,-1 1,1 0,-1 0,0 0,0 0,0 1,0 0,0 0,-5 0,2 3,-1 0,1 1,0 0,0 1,0-1,1 1,-1 1,1 0,0 0,1 0,-1 1,1 0,0 0,0 0,1 1,-1 0,2 0,-3 4,-8 11</inkml:trace>
  <inkml:trace contextRef="#ctx0" brushRef="#br0" timeOffset="14435.723">3677 940,'-14'-2,"-6"-1,2 2,13 4,19 1,26 0,25 0,28-2,22-3,13-3,-2-2,-23 1</inkml:trace>
  <inkml:trace contextRef="#ctx0" brushRef="#br0" timeOffset="15766.574">3930 3159,'-11'-14,"19"14,114 110,-104-93,145 121,-162-136,1-1,-1 1,0-1,1 0,0 1,-1-1,1 0,0 0,0 0,0 0,-1 0,1 0,0 0,0-1,0 1,0-1,0 0,1 1,-1-1,0 0,0 0,0 0,0 0,0-1,0 1,0-1,0 1,0-1,0 0,0 1,0-1,0 0,-1 0,1-1,0 1,0 0,-1 0,1-1,-1 1,0-1,1 0,0 0,5-18,0 0,-1-1,-1 0,-2 1,0-2,0 1,-2-12,0 24,-1 9,2-30,-2 22,-2 20,-8 100,6 1,5 30,3-33,1-74,-3 0,-1 0,-1 0,-2 0,-2 0,-1 0,-2 0,-1-1,-2-1,-1 1,-4 4,14-35,0-1,-1 1,1 0,-1-1,1 1,-1-1,0 0,-1 0,1 1,0-1,-1-1,0 1,1 0,-1-1,0 1,-1-1,1 0,0 0,-1 0,1-1,-1 1,1-1,-1 0,0 0,1 0,-1 0,0 0,0-1,0 0,0 0,0 0,-5-6,0 0,1-1,0 0,1 0,0-1,0 0,0 0,1-1,0 0,1 0,0 0,-3-8,4 9,-3-3,-48-115,54 123,1 1,0 0,-1 0,1-1,0 1,1 0,-1-1,0 1,1 0,-1 0,1-1,0 1,0 0,-1 0,2 0,-1 0,0 0,0 0,0 0,1 1,-1-1,1 0,0 1,-1-1,1 1,0-1,0 1,1 0,63-28,-50 23,117-37,94-17,-216 58,-8 0,1 0,-1 1,0 0,1 0,-1 0,1 0,-1 0,1 1,0 0,-1-1,1 2,0-1,-1 0,1 0,-1 1,1 0,-1 0,1 0,-1 0,1 1,-1-1,0 1,0 0,0 0,0 0,0 0,0 0,0 1,1 2,4 11,-2 1,1 0,-2 1,-1-1,0 1,-1 0,-1 0,0 0,-2 0,0 10,4 52,14 0,-7-52</inkml:trace>
  <inkml:trace contextRef="#ctx0" brushRef="#br0" timeOffset="16268.264">3784 2772,'2'2,"6"3,9 6,20 0,24-2,26-6,23-9,10-5,-14-1</inkml:trace>
  <inkml:trace contextRef="#ctx0" brushRef="#br0" timeOffset="18983.628">0 1087,'761'-38,"-338"32,-361 0,0-3,-1-3,17-8,2 3,-85 35,3-11,1-1,0 1,0-1,1 1,0-1,0 1,0 0,1-1,0 1,1-1,-1 0,1 1,0-1,1 0,-1 0,1 0,0 0,1-1,0 1,-1-1,2 0,-1 0,1 0,-1-1,1 1,1-1,-1-1,1 1,5 4,1-1,0 0,0-1,1 0,0-1,0 0,0-1,0-1,1 0,0-1,-1-1,1 0,2 0,-8-1,1 0,0-1,0 0,0 0,-1-1,1 0,-1-1,0 0,1 0,-1 0,0-1,-1-1,1 1,-1-1,0-1,0 1,0-1,-1 0,0 0,0-1,-1 0,0 0,0-1,0 1,-1-1,0 0,-1 0,0 0,0 0,0-1,-1 0,-1-2,0 1,0-1,-1 1,-1-1,0 1,0 0,-1-1,0 1,-1 0,0 0,-1 0,0 0,0 1,-1-1,0 1,-1 0,0 1,0 0,-1 0,0 0,0 0,-1 1,0 1,0-1,-1 1,0 0,0 1,0 0,-10-3,4 3,-1 1,1 0,-1 1,0 1,0 0,0 1,0 1,0 0,0 2,0 0,1 0,-1 1,-5 3,11-3,-1 0,1 0,0 1,1 1,-1 0,1 0,0 1,0 0,0 1,1-1,0 2,1-1,-1 1,2 0,-1 1,1-1,0 1,1 1,0-1,-1 4,4-8,1 0,-1 0,1 1,1-1,-1 0,1 1,0-1,0 1,0-1,1 0,0 1,0-1,0 0,1 0,-1 0,1 0,1 0,-1 0,1 0,0 0,0-1,0 0,0 1,1-1,0 0,0-1,0 1,0-1,0 0,1 0,-1 0,1 0,2 0,38 19</inkml:trace>
  <inkml:trace contextRef="#ctx0" brushRef="#br0" timeOffset="19697.395">2434 899,'-5'289,"4"-259,1 1,1-1,2 0,6 26,-7-46,1 0,0 0,0 0,1 0,1-1,-1 1,1-1,1 0,0-1,0 0,1 0,0 0,0 0,1-1,7 5,-4-5,0-1,0-1,1 0,0 0,0-1,0-1,0 0,0 0,1-2,-1 1,1-1,-1-1,1-1,0 1,-1-2,1 0,-1 0,0-1,0-1,0 0,0-1,-1 0,0 0,0-2,0 1,0-1,-1-1,0 0,-1 0,0-1,0 0,-1 0,6-10,10-17</inkml:trace>
  <inkml:trace contextRef="#ctx0" brushRef="#br0" timeOffset="19953.71">2527 1221,'11'-5,"13"-3,12-3,11-2,6-1,6 0,-1 0,-5-1,-7 4,-12 0,-11 3</inkml:trace>
  <inkml:trace contextRef="#ctx0" brushRef="#br0" timeOffset="20198.057">2460 899,'9'-2,"10"-3,11-3,11-2,13 0,9 0,1-1,-8 1</inkml:trace>
  <inkml:trace contextRef="#ctx0" brushRef="#br0" timeOffset="20453.905">2380 646,'7'0,"11"0,16-3,21-2,19-5,20-6,12-2,3 0,-9 0,-22 4</inkml:trace>
  <inkml:trace contextRef="#ctx0" brushRef="#br0" timeOffset="23536.373">4920 4817,'0'2,"0"4,0 2,-2 2,-1 2,-3 2,-1-3,-5 0,-5 0,-6-2,-6-2,-8-1,-8 0,-6-2,-3-1,-2-2,9 0</inkml:trace>
  <inkml:trace contextRef="#ctx0" brushRef="#br0" timeOffset="25547.087">27 3520,'316'14,"335"-15,-336-19,54-1,-321 20,0-2,0-2,39-10,-49 9,1 1,0 2,37 2,66 1,-140-2,-4-1</inkml:trace>
  <inkml:trace contextRef="#ctx0" brushRef="#br0" timeOffset="26550.09">2767 3199,'-30'0,"-1"1,1 1,0 2,0 1,0 2,0 0,1 2,-21 10,46-18,1 0,-1 0,1 0,-1 1,1 0,-1 0,1 0,0 0,0 0,0 1,0 0,0-1,0 1,1 0,-1 0,1 0,0 1,0-1,0 0,1 1,-1 0,1-1,0 1,0 0,0-1,0 1,1 0,-1 0,1 0,0 0,0 0,0 0,1-1,0 1,-1 0,1 0,1 0,5 7,2-1,-1 0,1-1,1 1,0-2,0 1,0-2,1 1,1-1,-1-1,1 0,0-1,0 0,4 1,13 7,-5-4,0 1,-1 1,-1 1,0 1,-1 2,0 0,-1 0,-1 2,0 1,-1 0,-1 1,6 11,-21-29,-1 1,0-1,0 1,0-1,0 1,0 0,0 0,0-1,0 1,-1 0,1 0,-1 0,1 0,-1 0,0 0,0 0,0 0,0 0,0 0,0 0,0 0,-1 0,1 0,-1-1,1 1,-1 0,0 0,0 0,0 0,0-1,0 1,0-1,0 1,-1 0,1-1,0 0,-1 1,1-1,-1 0,0 0,1 0,-1 0,0 0,0 0,-1 0,-20 6,0-1,0 0,-1-2,0-1,1-1,-1-1,0-1,-4-1,1 1,-115-2,181-6,-11 2</inkml:trace>
  <inkml:trace contextRef="#ctx0" brushRef="#br0" timeOffset="26975.776">3009 3694,'1'0,"9"13,0-1,1 0,1-1,0-1,1 0,0 0,0-2,1 1,0-2,0 1,1-2,0 0,0-1,0-1,5 1,-15-5,0 0,0 0,-1-1,1 0,0 0,-1 0,1 0,0-1,-1 0,1 0,-1 0,0 0,0-1,0 0,0 0,0 0,-1 0,1 0,-1-1,0 1,0-1,0 0,0 0,-1 0,0-1,0 1,0 0,0-1,0 0,-1 0,1-1,0 0,-1-1,0 1,0 0,0 0,-1 0,0-1,0 1,0 0,-1 0,0-1,0 1,-1 0,0 0,0 0,0 0,0 1,-1-1,0 1,-1-1,1 1,-1 0,-1-1,-1 0,0 1,-1 0,1 0,-1 1,0-1,0 2,-1-1,1 1,-1 0,0 1,1-1,-1 2,0-1,0 1,-1 0,1 1,0 0,0 0,0 1,0 0,0 0,0 1,-5 1,-1 1,0 1,1 0,-1 1,1 0,1 1,-1 1,1 0,0 1,1 0,0 1,0 0,-7 9,-10 18,6-2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1:38.19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45 1,'-8'44,"2"0,2 1,2 0,4 45,-1-40,-1 1,-3-1,-6 34,-7 0,17-82,0-1,0 1,0-1,0 1,0-1,1 0,-1 0,0 1,1-1,-1 0,1 0,-1 0,1 0,-1 0,1-1,0 1,-1 0,1-1,0 0,0 1,-1-1,1 0,0 0,0 1,0-2,-1 1,1 0,0 0,0 0,1-1,-2 1,219-26,-188 22,-11 3,-1-2,1 0,-1-1,0-2,0 0,7-4,-10 1</inkml:trace>
  <inkml:trace contextRef="#ctx0" brushRef="#br0" timeOffset="196.887">433 361,'-12'16,"-5"15,0 13,2 12,5 13,3 13,8 13,3 11,2-13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1:37.11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1 361,'141'-335,"-131"311,-10 24,0 0,0 0,0 1,0-1,1 0,-1 0,0 0,0 0,0 1,0-1,0 0,1 0,-1 0,0 0,0 0,0 1,1-1,-1 0,0 0,0 0,1 0,-1 0,0 0,0 0,0 0,1 0,-1 0,0 0,0 0,1 0,-1 0,0 0,0 0,0 0,1 0,-1 0,0 0,0-1,0 1,1 0,-1 0,0 0,0 0,0 0,1-1,-1 1,0 0,0 0,0 0,0 0,0-1,0 1,1 0,-1 0,0-1,0 1,0 0,2 25,-1-21,9 227,-11 53,1-264,-2 0,0 0,-2-1,0 1,-1 0,-3 7,-6 5</inkml:trace>
  <inkml:trace contextRef="#ctx0" brushRef="#br0" timeOffset="258.309">27 682,'18'5,"16"3,10 0,10 2,6-1,3-2,-1-5,-10-3</inkml:trace>
  <inkml:trace contextRef="#ctx0" brushRef="#br0" timeOffset="464.758">816 241,'-3'7,"1"-4,0 0,0 0,0 0,0 1,0-1,1 1,-1-1,1 1,0 0,0-1,1 1,-1 0,1 0,0-1,0 1,0 0,0 0,1 0,-1-1,1 1,0 0,0-1,0 1,1 0,-1-1,1 0,0 1,1 0,-1-4,1 0,-1 0,1 0,0 0,-1 0,1-1,-1 1,1-1,-1 0,1 0,-1 0,0 0,1 0,-1 0,0 0,0-1,0 1,0-1,0 0,0 0,0 0,0 1,-1-2,1 1,-1 0,0 0,1 0,-1-1,0 1,0 0,-1-1,2-1,-2 2,1 0,-1 0,0 0,1 0,-1 1,0-1,0 0,0 0,0 0,-1 0,1 0,0 0,-1 0,0 0,1 0,-1 1,0-1,0 0,0 0,0 1,0-1,0 1,0-1,-1 1,1-1,0 1,-1 0,1 0,-1 0,0 0,1 0,-1 0,0 0,0 0,1 0,-1 1,0-1,0 1,0 0,0-1,0 1,0 0,0 0,0 0,0 0,0 1,0-1,1 0,-1 1,0 0,0-1,0 1,0 0,1 0,-1 0,0 0,-18 13,4 2</inkml:trace>
  <inkml:trace contextRef="#ctx0" brushRef="#br0" timeOffset="727.055">830 749,'3'0,"1"1,0-1,0 0,0 0,0 0,0 0,0-1,0 0,-1 1,1-1,0-1,-1 1,1-1,0 1,-1-1,0 0,1 0,-1-1,0 1,0-1,0 1,0-1,-1 0,1 0,-1 0,0 0,0-1,0 1,0-1,0 1,-1-1,0 1,1-1,-2 0,1 0,0-3,-1 4,-1 0,0 0,0 1,0-1,0 1,0-1,-1 1,1-1,-1 1,0 0,0-1,0 1,0 0,0 0,0 1,0-1,0 0,-1 1,1-1,-1 1,1 0,-1 0,0 0,1 0,-1 0,0 1,0-1,1 1,-1 0,0 0,0 0,0 0,0 0,1 0,-1 1,0 0,0-1,1 1,-1 0,0 0,1 0,-1 1,1-1,0 1,-1-1,1 1,0 0,0 0,0 0,-1 1,1-1,0 0,1 1,-1-1,1 0,0 1,-1-1,1 1,0-1,0 1,1 0,-1-1,0 1,1 0,0 0,0-1,0 1,0 0,0 0,0 0,1-1,-1 1,1 0,0-1,0 1,0 0,0-1,0 1,0-1,1 0,0 1,-1-1,1 0,0 0,1 2,27 11,4-3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1:35.03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 1,'5'22,"3"20,1 15,-1 15,-3 8,-3 2,-5-1,-5-6,-2-11,-2-14,1-17,2-16</inkml:trace>
  <inkml:trace contextRef="#ctx0" brushRef="#br0" timeOffset="311.582">1 14,'210'198,"-33"-37,-159-143,-2 1,0 1,-1 0,-1 1,8 15,-19-31,0 1,0 0,0-1,-1 1,0 1,0-1,-1 0,0 0,0 1,0-1,-1 0,0 1,0-1,0 1,-1-1,0 0,-1 1,1-1,-1 0,0 0,0 0,-1 0,0-1,-2 4,-4 1,0-1,-1-1,1 0,-2 0,1-1,-1 0,0-1,-1 0,1-1,-1-1,0 1,-1-2,1 0,-1 0,1-1,-1-1,0 0,-9 0,14 0,-1 0,0-1,0 0,0 0,1-1,-1 0,0-1,1 0,-1 0,1 0,-1-1,1-1,0 1,0-1,1-1,-1 0,1 0,0 0,0-1,1 0,0 0,0 0,-1-2,5 4,1 0,0 1,0-1,1 1,-1-1,1 0,0 0,0 1,0-1,0 0,0 0,1 1,0-1,0 0,0 1,0-1,0 1,1-1,0 1,0 0,0-2,24-34</inkml:trace>
  <inkml:trace contextRef="#ctx0" brushRef="#br0" timeOffset="865.444">910 174,'-8'16,"0"-1,1 1,0 0,1 0,1 1,1 0,0 0,2 0,-1 0,2 1,0-1,2 0,0 1,0-1,2 0,0 0,1 0,0 0,2 0,0-1,2 4,19 16,-27-36,1 0,0 0,-1 0,1 0,0 0,-1-1,1 1,0 0,-1 0,1 0,-1-1,1 1,0 0,-1-1,1 1,-1 0,1-1,-1 1,1-1,-1 1,0-1,1 1,-1-1,1 1,-1-1,0 1,0-1,1 1,-1-1,0 0,0 1,0-1,1 0,-1 1,0-1,0 0,0 1,0-1,0 1,0-1,-1 0,8-153,-8 106,4-274,3 302,-1 99,-5-67,-1 0,1 0,1-1,0 1,1 0,0 0,1-1,0 1,1-1,0 0,0 0,2 0,-1-1,1 1,1-1,5 6,-8-13,0 1,0-1,0 0,1 0,-1 0,1 0,0-1,0 0,0 0,0 0,0-1,1 1,-1-1,0-1,1 1,-1-1,1 0,-1 0,0 0,1-1,-1 0,0 0,1 0,-1-1,0 0,3-1,2-1,0-1,0-1,0 1,0-2,-1 1,0-1,-1-1,1 0,-1 0,-1 0,0-1,2-3,2-5,-1-1,0-1,-2 1,0-2,-1 1,-1-1,-1 0,0 0,-2 0,1-12,-9 411,5-357,-2-11,1-1,1 1,0 0,1 0,0 0,0 0,1 0,1-1,0 1,0-1,1 0,0 0,1 0,0 0,3 3,11 5</inkml:trace>
  <inkml:trace contextRef="#ctx0" brushRef="#br0" timeOffset="1195.562">1659 40,'-13'23,"1"0,1 1,0 0,2 0,1 1,2 1,0-1,1 1,2 0,-1 21,2-24,1 0,1 1,1-1,1 1,4 19,-5-37,0 1,1-1,0 0,0 1,0-1,1 0,0 0,0-1,1 1,-1-1,1 1,0-1,1 0,-1-1,1 1,0-1,0 0,1 0,-1 0,1-1,-1 0,1 0,1 0,-1-1,1-1,-1 1,1-1,0 0,0-1,-1 0,1 0,0 0,0-1,-1 0,1 0,0-1,-1 0,1 0,-1 0,0-1,0 0,0 0,0-1,0 1,-1-1,1 0,2-4,2-1,0-1,-1 0,0-1,0 0,-1 0,-1-1,0 0,0 0,-1 0,-1-1,1-2,4-29,-2 0,-2 0,-1 0,-3-1,-1 1,-6-42,5 82,-2-33</inkml:trace>
  <inkml:trace contextRef="#ctx0" brushRef="#br0" timeOffset="1433.958">2127 67,'9'16,"10"14,11 9,9 7,7 5,5 2,3 2,-1-1,-3-5,-5-2,-8-7,-8-9,-7-11,-6-14,-7-17,-5-7</inkml:trace>
  <inkml:trace contextRef="#ctx0" brushRef="#br0" timeOffset="1687.889">2501 134,'-14'11,"-11"16,-8 16,-7 15,-7 13,-4 11,0 7,4 0,10-16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1:34.09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40,'12'472,"-15"-85,4-372,5-35,-4 11,5-16,1 0,0 0,2 1,1 0,10-15,-17 32,1-1,0 1,0 0,0 1,1-1,0 1,1 0,-1 0,1 1,0 0,0 0,1 1,-1 0,1 0,0 1,0 0,1 0,-1 1,2-1,-3 3,1 1,0-1,-1 1,1 0,-1 1,1 0,-1 0,0 0,0 1,0 0,0 1,0 0,-1 0,0 0,0 1,0-1,0 1,0 1,-1-1,0 1,-1 0,1 0,-1 1,0-1,0 1,-1 0,0 0,0 0,-1 0,0 1,0-1,-1 1,0 1,0-4,-1 1,0 0,0 0,-1-1,1 1,-1 0,-1-1,1 1,-1-1,0 1,0-1,-1 0,1 0,-1 0,0 0,-1 0,1-1,-1 1,0-1,0 0,0 0,0-1,-1 1,-3 2,-7 3,0 0,0-1,0 0,-1-1,0-1,-1-1,-12 3,15-4,-1-1,0 0,0-1,-1-1,1 0,0-1,0-1,-12-2,26 3,-1 0,1 1,-1-2,1 1,0 0,-1 0,1 0,-1-1,1 1,-1-1,1 1,0-1,-1 1,1-1,0 0,0 0,0 0,-1 0,1 0,0 0,0 0,0 0,0 0,1 0,-1 0,0-1,0 1,1 0,-1-1,1 1,-1 0,1-1,-1 1,1-1,0 1,0 0,0-1,0 1,0-1,0 1,0-1,0 1,1-1,-1 1,0 0,1-1,-1 1,1-1,0 1,-1 0,1 0,0-1,0 1,27-28,8 0</inkml:trace>
  <inkml:trace contextRef="#ctx0" brushRef="#br0" timeOffset="253.331">642 134,'-7'-105,"7"104,0 0,0 0,0 0,0-1,0 1,1 0,-1 0,0 0,1 0,-1 0,1 0,-1-1,1 1,0 0,-1 0,1 1,0-1,0 0,0 0,0 0,0 0,0 1,0-1,0 0,0 1,0-1,0 1,0-1,0 1,0 0,0-1,1 1,-1 0,0 0,0 0,0 0,1 0,-1 0,0 0,0 0,0 0,0 1,1-1,-1 0,0 1,1 0,50 34,-29-8,-1 2,-1 0,-2 1,-1 1,-2 1,-1 0,-1 1,-2 1,-1 0,-2 0,-1 1,-2 0,0 12,-2-1,-2 0,-2 1,-2-1,-2 0,-2 0,-2-1,-1 0,-3 0,-2-1,-2 0,-2-2,-1 0,-2-1,-22 30,-29 39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2:06.87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1,'3'0,"2"0,5 0,8 0,8 0,6 0,4 0,1 0,-6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2:07.18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108 616,'4'20,"5"17,-1 8,2 1,1-3,-1-6,-1-10,4-9,-1-8</inkml:trace>
  <inkml:trace contextRef="#ctx0" brushRef="#br0" timeOffset="182.516">1 215,'7'18,"13"9,13 3,0-3</inkml:trace>
  <inkml:trace contextRef="#ctx0" brushRef="#br0" timeOffset="479.239">282 736,'17'3,"0"-2,0 0,0 0,0-2,0 0,1-1,-2-1,1 0,0-2,4-1,-14 4,-1-1,1 1,-1-1,0 0,0-1,0 1,0-1,-1 0,1-1,-1 0,0 1,-1-1,1-1,-1 1,0-1,0 0,-1 0,1 0,-1 0,-1 0,1-1,-1 1,0-1,-1 0,0 0,1-3,-2 7,1 0,-1-1,0 1,0 0,0-1,-1 1,1-1,-1 1,0 0,1-1,-2 1,1 0,0 0,-1 0,1 0,-1 0,0 0,0 0,0 1,0-1,0 1,-1-1,1 1,-1 0,0 0,0 0,1 0,-1 0,0 1,-1-1,1 1,0 0,0 0,0 0,-1 0,1 1,-1-1,1 1,0 0,-1 0,1 0,-1 1,1-1,0 1,-1 0,1-1,0 2,0-1,0 0,0 1,0-1,-1 1,-3 5,0-1,0 1,1 0,0 0,0 1,1-1,0 1,0 0,1 1,0-1,0 1,1 0,1 0,-1 0,1 0,1 1,0-1,0 0,0 1,2-1,-1 1,1-1,0 0,1 1,0-1,2 5,0-7,-1 0,1-1,1 1,-1-1,1 0,0 0,1 0,-1-1,1 0,0 0,0-1,1 1,-1-1,1-1,0 1,0-1,0 0,1-1,-1 0,1 0,-1 0,7 0,33 5</inkml:trace>
  <inkml:trace contextRef="#ctx0" brushRef="#br0" timeOffset="977.314">1017 468,'-15'-2,"-1"0,1 0,-1 1,1 1,-1 1,1 0,-1 1,1 1,-1 0,1 1,0 1,-12 5,24-9,1 0,-1 1,1-1,-1 1,1-1,-1 1,1 0,0 0,0 0,0 0,0 0,0 1,1-1,-1 1,0-1,1 1,0-1,0 1,0 0,0 0,0-1,0 1,1 0,-1 0,1 0,0 0,0 0,0 0,0 0,1 0,-1-1,1 1,0 0,-1 0,1 0,1-1,-1 1,0 0,1-1,-1 1,1-1,1 2,10 11,1 0,1-1,0-1,1 0,0-1,1-1,4 2,18 13,-24-16,-3-3,0 1,-1 1,0-1,0 2,-1-1,0 2,-1-1,0 1,1 3,-9-13,0 0,-1 1,1-1,0 1,-1 0,1-1,-1 1,0 0,1-1,-1 1,0 0,0-1,0 1,0 0,0-1,-1 1,1 0,0-1,-1 1,1-1,-1 1,0-1,1 1,-1-1,0 1,0-1,0 1,0-1,0 0,0 0,0 1,-1-1,1 0,0 0,-1 0,1 0,-1 0,-60 18,61-19,1 1,-1-1,0 0,1 0,-1 1,0-1,1 0,-1 0,0 0,1 0,-1 0,0 0,0 0,1 0,-1 0,0 0,1-1,-1 1,0 0,1 0,-1-1,0 1,1 0,-1-1,1 1,-1-1,1 1,-1-1,1 1,-1-1,1 1,-1-1,1 1,-1-1,1 0,0 1,-1-1,1 1,0-1,0 0,0 0,-1 1,1-1,0 0,0 1,0-1,0 0,0 1,0-1,0 0,0 0,1 1,-1-1,0 0,0 0,24-36,14-7,1 3,2 1,2 2,12-6,-52 42,-3 1,1 0,0 0,0-1,0 2,0-1,0 0,0 0,0 0,0 0,0 1,0-1,1 0,-1 1,0-1,0 1,1-1,-1 1,0 0,1 0,-1 0,0-1,1 1,-1 0,0 0,1 1,-1-1,0 0,1 0,-1 1,0-1,0 1,2 0,9 100,-10-89,0 0,1 0,0 0,1 0,0-1,1 0,0 0,1 0,0 0,0-1,1 0,1 0,7 7,-14-15,0-1,0 0,0-1,0 1,0 0,0 0,0 0,0 0,0-1,0 1,0-1,0 1,1-1,-1 1,0-1,0 1,1-1,-1 0,0 0,1 0,-1 0,0 0,0 0,1 0,-1 0,0-1,1 1,-1 0,0-1,0 1,1-1,7-7</inkml:trace>
  <inkml:trace contextRef="#ctx0" brushRef="#br0" timeOffset="1132.414">1284 201,'7'18,"9"13,2 1</inkml:trace>
  <inkml:trace contextRef="#ctx0" brushRef="#br0" timeOffset="1711.438">1645 816,'8'-35,"0"-3,-1-1,-2 0,-1 1,-3-1,-1-1,-1 1,-3 1,-5-29,13 52,14 25,-17-9,233 145,-229-144,1 1,-1 0,-1 1,1-1,0 1,-1 0,0 0,1 0,-2 1,1-1,-1 1,1 0,-1 0,0 0,-1 0,0 1,1-1,-2 1,1 0,-1-1,1 1,-2 0,1 3,-6 24,3-30,1-1,0 1,0-1,0 1,0 0,1-1,-1 1,1 0,-1 0,1 0,0-1,0 1,0 0,1 0,-1-1,1 1,-1 0,1 0,0-1,0 1,0 0,0-1,1 0,-1 1,1-1,-1 0,1 1,0-1,0 0,0 0,0 0,0-1,0 1,1 0,-1-1,1 1,6 1,0-1,0 0,1 0,-1 0,0-1,1-1,-1 0,1 0,-1-1,1 0,-1-1,0 1,0-2,0 0,0 0,0 0,0-1,-1 0,0-1,0 0,0 0,0-1,-1 0,0 0,0-1,-1 0,0 0,3-4,-1-4,0 0,-1-1,-1 0,0 0,-1 0,-1-1,1-8,-6 142,1-107,1 0,0 0,0 0,1 0,0 0,1 0,0 0,1 0,0-1,2 4,-5-12,-1 0,1 0,0 0,0 0,0 0,0 0,0 0,-1 0,2 0,-1-1,0 1,0 0,0-1,0 1,0-1,0 1,1-1,-1 0,0 1,0-1,1 0,-1 0,0 0,0 0,1 0,-1 0,0 0,1 0,-1-1,0 1,0 0,0-1,1 1,-1-1,0 1,0-1,0 0,0 0,0 1,0-1,0 0,0 0,0 0,0 0,-1 0,1 0,0 0,-1 0,1 0,0 0,-1-1,12-16</inkml:trace>
  <inkml:trace contextRef="#ctx0" brushRef="#br0" timeOffset="1879.984">2353 375,'-13'-5,"-8"-1,1 3,6 1,4 2</inkml:trace>
  <inkml:trace contextRef="#ctx0" brushRef="#br0" timeOffset="2185.167">2701 1,'0'22,"2"24,4 20,4 20,8 12,6 11,0 4,-1 2,-7-3,-20-7,-29-7,-42-12,-7-21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2:03.53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82 643,'13'-3,"0"0,0 0,0-1,-1-1,0 0,0-1,0 0,-1-1,1 0,-2-1,1 0,-1 0,0-2,-1 1,0-1,-1 0,0-1,0 0,-1 0,-1 0,0-1,0 0,-1-1,-1 1,0-1,0 0,-2 0,0 0,0 0,-1-5,1-1,-1-1,-1 0,0 0,-2 0,0 0,-2 0,0 1,-1-1,-1 1,0 1,-2-1,0 1,-1 0,-4-5,10 19,1-1,0 1,-1 0,0 1,0-1,0 0,0 1,-1 0,1 0,-1 0,0 0,0 0,0 1,0 0,-1 0,1 0,0 0,-1 1,1-1,-1 1,0 1,1-1,-1 0,0 1,0 0,1 0,-1 1,0-1,1 1,-1 0,0 0,1 0,-1 1,0 0,-3 5,-1 0,2 1,-1 0,1 1,0-1,0 1,1 1,1-1,0 1,0 0,1 0,0 0,0 1,1 0,-1 7,-7 23,2 2,2 0,1 0,3 0,1 0,3 0,3 30,-1-49,1 0,1 0,2-1,0 0,1 0,1 0,1-1,8 12,-12-23,1 0,0-1,1 0,0 0,0-1,1 1,1-2,-1 1,1-2,1 1,-1-1,1-1,0 0,1 0,-1-1,1-1,2 1,-9-4,-1 0,1 0,0 0,-1-1,1 1,0-1,-1 0,1-1,0 1,-1-1,1 0,0 0,-1 0,1-1,-1 1,0-1,1 0,-1 0,0-1,0 1,0-1,-1 0,1 0,-1-1,1 1,-1 0,0-1,-1 0,1 0,0 0,-1 0,1-2,40-97,-43 102,0 1,0 0,0-1,0 1,0-1,0 1,1-1,-1 1,0 0,0-1,0 1,0 0,1-1,-1 1,0-1,0 1,1 0,-1 0,0-1,0 1,1 0,-1-1,0 1,1 0,-1 0,1 0,-1-1,0 1,1 0,-1 0,1 0,-1 0,0 0,1 0,-1 0,1 0,-1 0,0 0,1 0,-1 0,1 0,-1 0,0 0,1 0,-1 0,1 1,-1-1,0 0,1 0,-1 0,0 1,1-1,-1 0,0 0,1 1,-1-1,0 0,0 1,1-1,-1 0,0 1,11 27,-10-24,6 21,-7-19,1 1,0 0,1 0,-1-1,1 1,0-1,1 1,0-1,0 0,0 0,0 0,1-1,0 1,1-1,-1 0,1 0,0 0,0-1,0 1,1-1,-1-1,1 1,0-1,1 1,-3-4,-1 0,1 0,0 0,0-1,-1 1,1-1,0 0,-1 0,1 0,-1 0,1-1,-1 1,1-1,-1 0,0 0,0 0,0-1,0 1,0-1,-1 1,1-1,-1 0,2-3,38-80,-39 79,-1 0,-1 0,1 0,-1 0,0 0,-1 0,1 0,-1 0,-1 0,0-1,0 1,0 0,-1 0,0 0,0 0,0 1,-1-1,0 1,-1-1,1 1,-1 0,-1 0,1 1,-1-1,0 1,0 0,0 0,-1 1,1-1,-1 1,0 1,-1-1,1 1,-1 0,1 0,-1 1,-6-2,6 4,1 0,-1 1,0-1,0 1,1 1,-1-1,0 1,1 0,0 1,-1 0,1 0,0 0,0 0,1 1,-1 0,1 0,0 1,0 0,0-1,1 2,-1-1,1 0,0 2,1-3,1 0,-1-1,1 1,0 0,0 0,1 0,-1 0,1 0,0 0,0 1,1-1,-1 0,1 0,0 1,0-1,0 0,0 1,1-1,0 0,0 0,0 1,0-1,1 0,0 0,-1 0,2-1,-1 1,0 0,1-1,-1 1,1-1,0 0,0 0,0 0,1 0,1 1,6 3,1-1,0 0,0 0,0-1,0-1,1 0,12 2,37 7</inkml:trace>
  <inkml:trace contextRef="#ctx0" brushRef="#br0" timeOffset="567.545">1219 643,'-6'-12,"0"1,-1 0,-1 1,1-1,-2 1,1 1,-1 0,-1 0,0 1,0 0,-1 0,1 1,-2 1,1 0,-1 0,0 1,-8-2,15 7,1-1,0 2,0-1,-1 0,1 1,0 0,0 0,0 0,0 0,0 1,0-1,0 1,0 0,0 1,1-1,-1 0,1 1,0 0,0 0,0 0,0 0,0 1,1-1,-1 0,0 3,-4 6,0-1,1 1,1 1,0-1,0 1,2 0,-2 7,3-16,1-1,-1 1,1 0,0 0,0 0,1 0,-1 0,1 0,0 0,0 0,0 0,1 0,-1 0,1 0,0-1,0 1,0 0,1 0,-1 0,1-1,0 1,0-1,0 0,0 1,1-1,0 0,-1 0,1 0,0-1,0 1,0-1,1 0,-1 1,1-2,-1 1,1 0,0-1,-1 1,4 0,6-2,0-1,-1 0,1 0,-1-1,1-1,-1 0,0-1,1 0,-2-1,1 0,-1-1,0 0,0 0,0-2,-1 1,0-1,-1-1,1 0,-2 0,3-4,-4 5,0 0,-1-1,0 0,0 0,-1 0,0-1,-1 1,0-1,-1 0,0 0,2-9,-5 18,1 1,-1-1,0 1,1-1,-1 1,0-1,1 0,-1 1,0-1,0 1,0-1,0 0,1 1,-1-1,0 1,0-1,0 0,0 1,0-1,0 0,-1 1,1-1,0 1,0-1,0 0,-1 1,1-1,0 1,0-1,-1 1,1-1,-1 1,1-1,0 1,-1-1,1 1,-1 0,1-1,-1 1,1-1,-1 1,1 0,-1 0,0-1,1 1,-1 0,1 0,-1 0,0 0,1 0,-1-1,1 1,-1 0,0 1,1-1,-1 0,0 0,0 0,-3 6,1 0,-1 0,1 0,0 0,0 1,1-1,0 1,0-1,1 1,-1 0,2 0,-1 1,0-3,-1 28,1 0,1 0,2 0,1-1,2 1,1-1,2 0,1 0,11 25,26 119,-44-171,0 0,0 1,-1-1,0 1,0 0,0-1,-1 1,0 0,0-1,0 1,-1 0,0-1,0 1,-1 0,1-1,-1 0,0 1,0-1,-1 0,0 0,0 0,0 0,0-1,-1 1,0-1,0 0,0 0,0 0,-1-1,1 1,-1-1,0 0,0 0,-1 0,-1-2,0 0,0 0,0-1,0 0,0 0,0-1,0 0,0 0,1 0,-1-1,0 0,1 0,-1-1,1 0,0 0,0 0,0-1,0 0,0 0,1-1,-4-3,-2-3,0 0,1 0,0 0,1-2,0 1,1-1,1 0,0 0,-3-10,-11-65,21 85,0 0,0 1,0-1,0 0,1 0,-1 0,1 0,0 0,0 1,0-1,0 0,0 0,0 1,1-1,-1 1,1 0,0-1,0 1,0 0,0 0,0 0,0 0,0 0,1 0,-1 1,1-1,-1 1,1 0,0-1,15-2,0 0,0 1,0 0,1 2,-1 0,0 1,6 1,0 0,24-1</inkml:trace>
  <inkml:trace contextRef="#ctx0" brushRef="#br0" timeOffset="885.733">1553 923,'80'3,"-74"-2,81 20,-84-20,0 0,0 0,0 0,0 1,-1 0,1-1,0 1,-1 0,1 1,-1-1,0 0,0 1,0-1,0 1,0-1,0 1,-1 0,1 0,-1 0,0 0,0 0,0 0,0 0,0 0,-1 3,-1 6,-1 1,-1-1,0 0,0 0,-1 0,-1-1,0 0,-1 1,0-2,0 1,-1-1,-1 0,-6 7,-2 5,-41 73,56-93,0-1,1 1,-1 0,1-1,0 1,0 0,-1-1,1 1,0 0,0-1,1 1,-1 0,0-1,0 1,1 0,-1-1,1 1,0-1,-1 1,1-1,0 1,0-1,0 1,0-1,0 0,0 0,0 1,0-1,1 0,-1 0,0 0,1 0,-1 0,1-1,-1 1,1 0,-1-1,1 1,-1-1,1 1,1-1,72 8,-51-9,-1-2,0 0,0-2,0 0,0-1,8-5,23-10</inkml:trace>
  <inkml:trace contextRef="#ctx0" brushRef="#br0" timeOffset="1201.537">2288 27,'-16'14,"-12"16,-8 18,-4 22,-1 19,5 15,8 9,12 2,15-4,16-8,16-11,13-16,11-13,7-13,2-15,-9-13</inkml:trace>
  <inkml:trace contextRef="#ctx0" brushRef="#br0" timeOffset="2228.51">2595 308,'0'3,"0"6,0 10,0 13,0 9,0 10,0 5,0 0,0-3,0-6,3-11,2-11,1-11</inkml:trace>
  <inkml:trace contextRef="#ctx0" brushRef="#br0" timeOffset="2491.835">2636 308,'-2'16,"3"14,9 9,9 7,14 3,9-3,7-5,2-6,-3-8,-8-8,-10-7</inkml:trace>
  <inkml:trace contextRef="#ctx0" brushRef="#br0" timeOffset="2746.735">2943 201,'-7'18,"-2"16,1 12,3 13,6 7,6 5,7-4,6-4,4-6,-1-8,-1-7,-2-10,-2-9,-5-9</inkml:trace>
  <inkml:trace contextRef="#ctx0" brushRef="#br0" timeOffset="3052.95">3224 736,'4'-8,"0"-1,0 1,-1-1,0 0,0 0,-1 0,0 0,-1 0,0 0,0-1,-1 1,0 0,-1 0,0-1,0 1,-1 0,0 0,-1 0,0 0,0 1,-1-1,-1 0,0 1,4 7,1 1,-1 0,0-1,1 1,-1 0,0-1,1 1,-1-1,0 1,1-1,-1 0,1 1,-1-1,1 0,-1 1,1-1,0 0,-1 1,1-1,0 0,0 0,-1 1,1-1,0 0,0 0,0 1,0-1,0 0,0 0,0 0,0 1,0-1,0 0,1 0,-1 0,0 1,0-1,1 0,-1 1,0-1,1 0,-1 1,1-1,-1 0,1 1,-1-1,1 1,0-1,-1 1,1-1,0 1,-1-1,1 1,0 0,-1-1,1 1,0 0,0 0,-1-1,1 1,0 0,0 0,0 0,-1 0,1 0,0 0,0 0,27 3,-1 0,1 2,-1 1,-1 1,1 1,18 9,-39-16,0 0,0 0,-1 1,1 0,0 0,-1 1,1 0,-1 0,0 0,0 0,0 1,-1 0,1 0,-1 0,0 1,0-1,0 1,-1 0,1 0,-1 0,0 1,-1-1,1 1,-1-1,0 1,-1 0,1 0,-1 0,0 0,-1 0,0 1,-50 147,50-153,0 0,0 1,0-1,0 0,0 1,0-1,0 0,1 1,-1-1,0 0,1 0,-1 1,1-1,-1 0,1 0,0 0,0 1,0-1,-1 0,1 0,0 0,0-1,0 1,0 0,0 0,1 0,-1-1,0 1,0-1,0 1,1-1,-1 1,0-1,1 0,-1 1,0-1,1 0,-1 0,58 0,-55 0,40-5,-1-2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2:02.66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1,'18'9,"16"3,10-1,7-1,5-4,-2-2,-6-1,-13 0,-11 0</inkml:trace>
  <inkml:trace contextRef="#ctx0" brushRef="#br0" timeOffset="153.589">107 254,'16'-2,"17"-3,16-3,15-3,14-1,-7 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2:00.11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2 906,'-1'-24,"1"1,1 0,1-1,1 1,2 0,0 1,8-22,-12 41,0 1,0-1,1 0,0 0,-1 1,1-1,0 0,0 1,0 0,1 0,-1-1,0 1,1 1,0-1,-1 0,1 1,0-1,0 1,0 0,0 0,0 0,0 0,0 0,0 1,0-1,0 1,1 0,-1 0,0 0,0 1,0-1,1 1,4 1,1 0,-2 1,1 0,0 0,0 0,-1 1,0 1,0-1,0 1,0 0,4 5,-3-2,0 0,0 0,-1 1,0 0,0 0,-1 1,0 0,-1 0,0 0,-1 1,0 0,0-1,-1 1,-1 1,0-1,0 0,-1 0,-1 3,0-13,0 1,0 0,0 0,0 0,0 0,0-1,-1 1,1 0,-1 0,1-1,-1 1,0 0,0-1,0 1,0 0,0-1,0 0,0 1,0-1,0 1,-1-1,1 0,-1 0,1 0,-1 0,1 0,-1 0,0 0,1-1,-1 1,0 0,1-1,-1 0,0 1,0-1,0 0,1 0,-1 0,0 0,0 0,0 0,0-1,1 1,-1 0,0-1,0 0,1 1,-1-1,0 0,1 0,-1 0,1 0,-1 0,1 0,0 0,-1-1,1 1,0 0,-1-1,0-2,0 0,0 1,1-1,-1 0,1 0,0 0,0 0,0 0,0 0,1 0,0 0,-1 0,2 0,-1-1,0 1,1 0,0 0,0 0,0 0,0 0,1 0,-1 1,1-1,0 0,0 1,1-1,-1 1,1 0,-1 0,1 0,0 0,0 0,1 1,-1-1,0 1,1 0,0 0,-1 0,1 0,0 1,0-1,0 1,3 0,12-4,-1 2,1 1,0 0,0 1,19 2,-24 0,1-1,0 0,-1-1,1 0,0-2,-1 1,0-2,1 0,-1 0,3-3,-15 6,0 1,0-1,0 0,0 0,0 0,0-1,-1 1,1 0,0-1,0 1,-1-1,1 1,-1-1,0 0,1 1,-1-1,0 0,0 0,0 0,0 0,0 0,-1 0,1-1,-1 1,1 0,-1 0,0 0,0-1,0 1,0 0,0 0,0 0,-1-1,1 1,-1 0,1 0,-1 0,0 0,0 0,0 0,0 0,0 0,0 0,-1 1,1-1,-1 0,1 1,-1-1,0 1,1-1,-1 1,0 0,0 0,0 0,-2-1,1 0,-1 0,1 1,-1-1,1 1,-1 0,0 0,0 0,1 0,-1 1,0-1,0 1,0 0,0 0,1 1,-1-1,0 1,0 0,0 0,1 0,-1 0,0 1,1-1,0 1,-1 0,1 0,0 0,0 1,0-1,0 1,0 0,1 0,-1 0,1 0,0 0,-1 0,2 0,-1 1,0-1,1 1,-1 0,1-1,0 1,0 0,1 0,-1 1,2 3,1 0,0 0,1 0,0-1,0 1,1-1,-1 0,1 0,1 0,0 0,0-1,0 0,0 0,1 0,0-1,0 0,1 0,0 0,0-1,0 0,0 0,0-1,1 0,-1 0,1-1,3 1,4 2,0 0,0-1,0-1,0 0,1-1,-1-1,1 0,-1-1,1-1,-1 0,0-1,1-1,-1-1,0 0,0 0,-1-2,1 0,-1 0,-1-2,1 1,-1-2,0 0,-1 0,0-1,-1-1,0 0,8-10,-3-6,-1-1,-2-1,0 0,-2-1,-1-1,-2 1,-1-1,-1-1,-2 1,-1-1,-1 0,-2 1,-1-10,1 19,0 0,-1 0,-1 0,-1 0,-1 0,-1 1,-1-3,6 23,0 0,0-1,0 1,0 0,-1-1,1 1,0 0,-1-1,1 1,-1 0,1 0,-1-1,0 1,0 0,1 0,-1 0,0 0,0 0,0 0,0 0,0 0,0 1,0-1,0 0,-1 0,1 1,0-1,0 1,-1-1,1 1,0 0,-1-1,1 1,0 0,-1 0,1 0,0 0,-1 0,1 0,0 0,-1 1,1-1,0 0,-1 1,1-1,0 1,0-1,-1 1,1 0,0-1,0 1,0 0,0 0,0 0,0 0,0 0,-9 14,0-1,1 2,1-1,0 1,1 0,1 1,1 0,0 0,1 0,1 0,1 0,0 3,-2 7,1 0,2 0,0 1,2-1,1 0,2 0,0 0,2 0,7 22,-8-36,0 1,0-1,2 0,-1-1,2 1,0-1,0-1,1 1,0-2,1 1,0-1,1-1,0 0,1 0,0-1,0 0,0-1,1-1,8 3,-1-2,1-1,0-1,0-1,0-1,1 0,-1-2,1-1,-1 0,1-2,7-1,-22 1,1 1,-1-1,0-1,0 1,0-1,0-1,0 1,0-1,-1 0,0-1,0 0,0 0,0 0,-1 0,0-1,0 0,-1 0,1 0,-1-1,-1 1,1-1,-1 0,0 0,-1-1,1 1,-1-3,5-27,-6 22</inkml:trace>
  <inkml:trace contextRef="#ctx0" brushRef="#br0" timeOffset="920.069">1579 759,'36'-61,"-28"50,-1-1,0 0,0-1,-1 0,-1 0,0 0,1-6,-6 18,1-1,-1 0,1 0,-1 0,0 0,0 1,0-1,0 0,0 0,-1 0,1 0,0 0,-1 1,1-1,-1 0,0 0,0 1,0-1,1 0,-1 1,-1-1,1 1,0 0,0-1,-1 1,1 0,0-1,-1 1,1 0,-1 0,0 0,1 0,-1 1,0-1,0 0,1 1,-1-1,0 1,0 0,0-1,0 1,1 0,-1 0,0 0,0 1,0-1,0 0,0 1,1-1,-3 1,-4 2,0 1,1 0,-1 0,1 1,0-1,0 1,0 1,0 0,1 0,0 0,1 0,-1 1,1 0,0 0,1 1,0-1,0 1,1 0,0 0,0 0,0 1,1-1,0 5,1-9,1 0,0 0,0 0,0 0,0 0,1 1,-1-1,1 0,0 0,0 0,1 0,-1-1,1 1,0 0,0 0,0-1,0 1,1-1,0 0,-1 0,1 0,0 0,0 0,1-1,-1 1,0-1,1 0,0 0,-1 0,3 0,6 3,1-1,0 0,0-1,0 0,0-1,0-1,0 0,0-1,2 0,119-15,-72 4</inkml:trace>
  <inkml:trace contextRef="#ctx0" brushRef="#br0" timeOffset="1565.341">2167 599,'-18'4,"0"2,1 0,0 1,0 1,1 0,-8 6,19-11,0 0,0 1,0 0,0 0,1 0,0 0,0 0,0 1,0 0,1 0,-1 0,1 0,1 1,-1-1,1 1,0 0,0-1,0 1,1 0,0 0,0 2,1-5,0 1,1-1,-1 0,1 1,0-1,0 0,0 0,0 0,1 0,-1 0,1 0,0 0,-1 0,2-1,-1 1,0-1,0 1,1-1,-1 0,1 0,0 0,-1 0,1 0,0-1,0 1,0-1,0 0,0 0,2 1,98 11,-86-14,1-1,-1-1,0-1,0 0,0-1,-1-1,0-1,0 0,0-1,-1 0,0-1,-1-1,0-1,0 0,-1-1,-1 0,0-1,0 0,-2-1,1 0,-2 0,0-1,-1-1,0 0,-1 0,-1 0,-1-1,0 1,0-7,-3-22,-2 0,-2-1,-2 1,-2 0,-2 1,-1-1,-3 2,-14-34,-4-13,30 90,0 1,0-1,0 0,-1 1,1-1,0 0,0 1,0-1,-1 0,1 0,0 1,-1-1,1 0,0 0,0 0,-1 1,1-1,0 0,-1 0,1 0,0 0,-1 0,1 0,0 0,-1 1,1-1,0 0,-1 0,1 0,-1-1,1 1,0 0,-1 0,1 0,0 0,-1 0,1 0,0 0,-1 0,1-1,0 1,0 0,-1 0,1-1,8 184,-3-121,-3-49,5 89,5 0,23 89,-34-181,1 0,0 0,0-1,1 1,0 0,1-1,0 0,1 0,-1 0,2 0,-1-1,1 0,1 0,-1-1,1 1,1-1,-1-1,1 1,0-2,1 1,-1-1,1 0,0-1,1 0,-1 0,10 2,-11-5,1-1,-1 1,1-2,-1 1,1-1,-1 0,1-1,-1 0,0-1,1 1,-1-1,-1-1,1 0,0 0,-1 0,0-1,0 0,0-1,-1 1,6-7,-2 1,0-1,-1 0,0-1,-1 0,0 0,-1-1,-1 0,0 0,-1 0,-1-1,1-5,1 47,-4 17,-1-27,-1 1,2-1,0 0,1 0,1 0,0-1,2 3,-4-16,-1-1,0 0,0 1,1-1,0 0,-1 0,1 0,0 0,0 0,0 0,0-1,0 1,1-1,-1 1,0-1,1 0,-1 0,1 0,-1 0,1 0,-1-1,1 1,0-1,-1 0,1 1,0-1,-1 0,1-1,0 1,-1 0,1-1,0 0,1 0,20-6</inkml:trace>
  <inkml:trace contextRef="#ctx0" brushRef="#br0" timeOffset="1819.209">2902 438,'0'0</inkml:trace>
  <inkml:trace contextRef="#ctx0" brushRef="#br0" timeOffset="2081.519">2300 305,'19'0,"23"0,26-3,23-2,18-3,-11 0</inkml:trace>
  <inkml:trace contextRef="#ctx0" brushRef="#br0" timeOffset="2230.111">3343 693,'-2'15,"1"11,4 5,3-1,2-3,4-5,0-8,2-10,-3-6</inkml:trace>
  <inkml:trace contextRef="#ctx0" brushRef="#br0" timeOffset="2383.699">3290 305,'-16'-3,"-8"0,1 3,9 5,15 7,19 3,23 0,3-4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1:58.14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58 135,'0'18,"0"17,-2 17,-3 13,-4 9,-1 0,-2-2,1-9,3-16</inkml:trace>
  <inkml:trace contextRef="#ctx0" brushRef="#br0" timeOffset="251.655">18 188,'9'21,"12"12,12 11,11 5,8 0,1-3,-1-5,-5-5,-8-7,-9-7,-9-9</inkml:trace>
  <inkml:trace contextRef="#ctx0" brushRef="#br0" timeOffset="499.627">459 0,'-4'18,"-2"18,0 16,1 10,4 9,4 6,7-1,1-14</inkml:trace>
  <inkml:trace contextRef="#ctx0" brushRef="#br0" timeOffset="839.719">660 562,'28'-297,"-28"252,18 62,-7-3,0-1,1 0,1-1,0 0,1-1,0 0,15 7,48 41,-73-55,0 0,-1 1,0-1,0 1,0 0,0 0,0 0,-1 0,0 0,0 1,-1-1,1 0,-1 1,-1-1,1 1,-1 0,1-1,-2 1,1 0,-1-1,1 1,-2-1,1 1,-1-1,1 0,-1 1,-1-1,1 0,-1 0,0 0,0-1,-2 2,-23 44,27-49,1 0,-1-1,1 1,-1 0,1 0,0-1,-1 1,1 0,0 0,0 0,-1 0,1-1,0 1,0 0,0 0,0 0,0 0,0 0,0-1,1 1,-1 0,0 0,0 0,1-1,-1 1,0 0,1 0,-1-1,1 1,-1 0,1 0,-1-1,1 1,-1-1,1 1,0-1,-1 1,1-1,0 1,0-1,-1 1,1-1,0 0,0 1,0-1,-1 0,1 0,0 0,0 0,0 1,0-1,0 0,-1-1,1 1,53-4,147-56,-131 39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1:39.75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2299 233,'10'-36,"2"261,83 671,-78-4,-14-306,51 147,-17-330,53 920,-81-1185,-6 1,-11 88,-59 532,66-740,7 86,0-88</inkml:trace>
  <inkml:trace contextRef="#ctx0" brushRef="#br0" timeOffset="2861.652">2353 273,'-2'-17,"1"0,1-1,1 1,0-1,2 1,0 0,1 0,0 0,1 1,1-1,1 1,0 0,6-8,-10 21,-1 1,0-1,1 1,0 0,-1 0,1 0,0 0,0 1,0-1,0 1,0 0,1-1,-1 2,0-1,1 0,-1 1,0-1,1 1,-1 0,1 0,-1 0,0 1,2-1,77 22,-77-20,69 26,-6-2,1-2,1-4,42 5,-3-12,2-6,106-6,90 4,-106 8,181-12,-79-10,-185 34,-115-24,-1 1,0 0,1-1,-1 1,0 0,0 0,0 1,0-1,0 0,-1 1,1-1,-1 1,1-1,-1 1,0 0,0-1,0 1,0 0,-1 0,1 0,-1 0,0 0,0 0,0 0,0-1,0 2,2 12,68 320,-47-217,16 82,9 162,-37-67,-9-147,22 146,9-62,-1 159,-4 331,-13 175,-16-600,0 473,-13-388,4-100,8 21,-10-192,10 37,2-147,0 0,1 0,-1-1,-1 1,1 0,0 0,0-1,-1 1,1 0,-1-1,1 1,-1 0,0-1,1 1,-1-1,0 1,0-1,0 1,0-1,-1 1,1-1,0 0,0 0,-1 0,1 0,-1 0,1 0,-1 0,1 0,-1-1,0 1,1-1,-1 1,0-1,0 1,1-1,-1 0,0 0,0 0,1 0,-2 0,-217-6,103-1,-429 12,505-3,-589-7,448 21,-136 4,211-7,104-14,-1 1,1-1,-1 1,1 0,-1 0,1 0,0 0,-1 1,1 0,-1-1,1 1,0 0,-1 1,1-1,0 1,0-1,0 1,0 0,0 0,0 0,1 0,-1 1,1-1,-1 1,1 0,0-1,-1 3,5-2,1-4</inkml:trace>
  <inkml:trace contextRef="#ctx0" brushRef="#br0" timeOffset="4331.013">0 1102,'409'-21,"-161"15,50-2,81-21,-90-2,-269 30,0-1,1-1,-1-1,0-1,14-6,-8 4,-19 5,1 1,0 1,0-1,0 1,0 1,-1 0,1 0,0 0,0 1,-1 0,7 3,44 7,-44-11,-13-2,0 1,0-1,1 1,-1-1,0 1,0 0,1 0,-1 0,0 0,0 0,1 0,-1 0,0 0,0 0,1 1,-1-1,0 0,0 1,1-1,-1 1,0-1,0 1,0 0,0-1,0 1,0 0,0 0,0 0,0 0,0 0,-1 0,1 0,0 0,-1 0,1 0,-1 0,1 1,-1-1,1 0,-1 0,0 0,1 1,-1-1,0 0,0 1,0-1,0 1,-2 6,-9 79,11-84,1 0,-1 0,1 0,0 0,0 0,0 0,0 0,1 0,-1 0,1 0,0-1,-1 1,1-1,0 1,1-1,-1 0,0 1,1-1,-1-1,1 1,0 0,-1-1,1 1,0-1,0 0,1 1,3 1,0 0,1-1,-1 0,1 0,-1 0,1-1,-1 0,1-1,0 1,0-2,-1 1,1-1,0 0,-1-1,1 1,-1-2,0 1,0-1,1 0,-2 0,1-1,0 0,-1 0,0-1,1 0,-2 0,1 0,-1-1,0 1,0-1,0-1,-1 1,1-2,-2-3,1-1,-2 0,0 1,0-1,-1 0,-1 0,0 0,0 0,-1 0,-1 0,0 1,0-1,-2 0,1 1,-2-2,3 7,-1-1,0 1,0-1,0 1,-1 0,0 0,0 1,-1-1,1 1,-1 0,0 0,-1 1,1-1,-1 1,0 0,0 1,0-1,0 1,-1 1,1-1,-1 1,0 0,0 0,0 1,-6-1,5 2,0 1,1-1,-1 1,1 1,-1-1,1 1,-1 0,1 1,0 0,0 0,0 1,1-1,-1 1,1 1,0-1,0 1,0 1,1-1,-5 6,1 0,1 0,0 0,0 1,1 0,1 0,0 1,1 0,0 0,1 0,-1 8,3-16,1 0,0 0,0 1,0-1,1 0,-1 1,1-1,1 1,-1-1,1 0,0 1,0-1,1 0,-1 0,1 0,0 0,1 0,-1 0,1 0,0-1,0 0,0 1,3 1,23 16</inkml:trace>
  <inkml:trace contextRef="#ctx0" brushRef="#br0" timeOffset="4749.683">2780 715,'-12'188,"2"48,10-229,0 1,0-1,1 1,0-1,0 0,1 1,0-1,0 0,1 0,0 0,0-1,1 1,-1-1,2 1,-1-1,0 0,1-1,0 1,1-1,-1 0,1-1,0 1,0-1,3 2,5-1,0-1,0-1,1 0,-1 0,1-2,-1 0,1 0,0-1,-1-1,1-1,-1 0,1-1,-1 0,0-1,0-1,0 0,-1-1,0 0,0-1,0-1,-1 0,0 0,0-1,5-7,9-11</inkml:trace>
  <inkml:trace contextRef="#ctx0" brushRef="#br0" timeOffset="4993.001">2861 1076,'18'-2,"15"-6,12-3,6-3,2-2,-4-2,-8 2,-10 5</inkml:trace>
  <inkml:trace contextRef="#ctx0" brushRef="#br0" timeOffset="5163.547">2700 782,'21'-2,"19"-4,18-2,12-3,3-1,-1-1,-9-1,-15 3</inkml:trace>
  <inkml:trace contextRef="#ctx0" brushRef="#br0" timeOffset="5365.008">2726 568,'21'-7,"20"-5,17-1,14 0,14 0,12 3,8 3,-15 3</inkml:trace>
  <inkml:trace contextRef="#ctx0" brushRef="#br0" timeOffset="6372.2">4973 1170,'-7'4,"-1"0,1 1,1 0,-1 1,1-1,0 1,0 1,1-1,0 1,0 0,0 0,1 0,0 0,1 1,-1 0,1 0,1 0,0 0,0 0,0 0,1 1,0-1,1 0,0 1,0-1,1 1,0-1,0 0,1 1,0-1,1 0,0 0,0 0,0-1,1 1,4 4,0-2,2 0,-1-1,1 0,1 0,-1-1,1-1,1 0,-1-1,1 0,1 0,-1-1,1-1,-1 0,1-1,0 0,1-1,-1-1,0 0,0-1,1 0,-1-1,0 0,1-1,-1-1,0 0,-1 0,1-2,7-2,-14 3,1 1,-1-2,1 1,-1 0,0-1,-1 0,1-1,-1 1,0-1,0 0,-1 0,0-1,0 1,0-1,-1 0,0 0,0 0,-1 0,0-1,0 1,-1 0,0-1,0 0,-1 1,0-1,0 1,-1-2,0-3,0 0,-1 1,-1-1,0 0,-1 1,0-1,0 1,-1 0,-1 1,0-1,-1 1,1 0,-2 1,0-1,0 2,-8-8,7 9,0 0,0 1,-1 0,1 1,-1 0,-1 1,1 0,0 0,-1 1,0 1,0-1,0 2,0 0,0 0,0 1,-9 1,12-1,1 1,-1 0,1 1,-1 0,1 0,0 1,0-1,0 2,0-1,0 1,1 0,-1 0,1 1,0 0,1 0,-1 0,1 1,0 0,0 0,1 0,0 0,0 1,0-1,-1 6,3-6,0 0,0 1,0-1,1 0,0 1,0 0,1-1,0 1,0-1,1 1,0 0,0-1,0 1,1 2,14 34</inkml:trace>
  <inkml:trace contextRef="#ctx0" brushRef="#br0" timeOffset="6617.541">5574 1250,'21'-3,"24"0,26-2,23-3,20-4,15-2,4 1,-1 2,-14 4,-23 5,-28 3</inkml:trace>
  <inkml:trace contextRef="#ctx0" brushRef="#br0" timeOffset="7300.906">5213 2413,'-6'0,"1"1,-1 0,0 0,0 0,0 1,1 0,-1 0,1 0,-1 1,1-1,0 1,0 1,0-1,1 1,-1 0,1 0,0 0,0 0,0 1,1 0,-1 0,1 0,0 0,1 0,-1 0,1 1,0 0,0-1,1 1,0 0,0 0,0 0,1-1,-1 1,2 0,-1 0,0 0,1 0,0 0,1 0,1 5,0-1,0 0,0 0,1 0,0-1,0 1,1-1,1 0,0 0,0-1,0 0,1 0,0 0,1-1,0 0,0 0,0-1,1 0,0-1,0 0,0 0,1-1,0 0,0 0,0-1,0-1,0 0,1 0,-1-1,0 0,1-1,-1 0,2-1,-6-1,1 0,0 0,-1-1,1 0,-1-1,0 1,0-1,0 0,-1-1,1 1,-1-1,0 0,-1-1,1 1,-1-1,0 0,0 0,-1 0,0 0,0-1,0 1,-1-1,2-6,-1 2,0 0,-1-1,0 0,-1 1,0-1,-1 0,0 0,-1 1,-1-1,0 0,0 1,-1-1,0 1,-1 0,1 2,-1 1,0-1,0 1,0 0,-1 1,0-1,-1 1,0 0,0 0,0 1,-1 0,0 0,0 0,-1 1,1 0,-1 1,0-1,0 2,-1-1,1 1,-1 0,0 1,0 0,0 0,0 1,0 0,0 1,0 0,0 0,0 1,0 0,0 1,0 0,-7 2,10-1,-1 0,1 0,0 1,0 0,0 0,1 0,-1 1,1 0,0 0,0 0,1 0,0 1,0 0,0 0,0 0,1 0,0 0,1 1,-1 0,1-1,0 1,1 0,0 0,0 0,0 0,1 0,0 7,7 31</inkml:trace>
  <inkml:trace contextRef="#ctx0" brushRef="#br0" timeOffset="7524.854">5735 2559,'16'0,"19"0,21 0,22-2,23-3,17-3,13-3,5 1,-3 2,-23 3</inkml:trace>
  <inkml:trace contextRef="#ctx0" brushRef="#br0" timeOffset="8178.553">5334 3615,'-8'4,"1"0,-1 0,1 0,0 1,1 0,-1 0,1 1,0-1,0 1,1 1,-1-1,2 1,-1 0,1 0,0 1,0-1,1 1,0 0,0 0,1 0,0 0,1 0,-1 0,2 1,-1-1,1 0,0 1,1-1,0 0,0 1,1-1,0 0,0 0,1 0,0 0,2 1,-2-4,0-1,1 1,0-1,0 0,0 0,0-1,1 1,0-1,-1 0,1 0,0-1,0 1,1-1,-1 0,0-1,1 1,-1-1,1 0,0 0,-1-1,1 0,0 0,-1 0,1 0,0-1,4-1,4-1,-1 0,0-1,0-1,0 0,0 0,-1-2,1 1,-2-2,1 1,5-6,-10 8,-1 1,1-1,-1-1,0 1,-1-1,1 0,-1 0,0-1,-1 0,1 0,-1 0,-1 0,1-1,-1 1,-1-1,1 0,-1 1,-1-1,1-1,-1 1,-1 0,0 0,0 0,0 0,-1 0,0 0,-1 0,0 0,0 0,0 0,-1 1,0-1,-4-6,3 9,-1 0,1 0,-1 1,0-1,0 1,0 0,0 1,-1-1,0 1,1 0,-1 1,0-1,-1 1,1 0,0 0,-1 1,1 0,0 0,-1 1,1 0,-1 0,0 0,1 1,0 0,-1 0,0 1,-3 0,1 1,0 0,0 0,0 1,1 1,0-1,-1 1,1 1,1-1,-1 2,1-1,0 1,1 0,-1 0,2 0,-1 1,-2 5,4-8,1 1,0 0,1 0,-1 0,1 0,0 1,1-1,-1 1,1-1,1 1,-1-1,1 1,0 0,0-1,1 1,0-1,0 1,1-1,0 0,0 1,1 1,19 30</inkml:trace>
  <inkml:trace contextRef="#ctx0" brushRef="#br0" timeOffset="8432.186">5922 3776,'16'0,"19"0,21 0,27 0,26-2,24-3,19-3,14-3,5 1,-4 2,-11 2,-33 3</inkml:trace>
  <inkml:trace contextRef="#ctx0" brushRef="#br0" timeOffset="9161.5">5213 4980,'-7'1,"0"1,0 0,0 1,0-1,0 1,0 1,1-1,0 1,-1 0,2 1,-1 0,0 0,1 0,0 0,0 1,0 0,1 0,0 0,0 0,1 1,-1 0,1-1,1 1,0 0,0 1,0-1,0 0,1 1,1-1,-1 0,1 1,0-1,1 1,2 2,1-1,0 0,0 0,1 0,0-1,1 1,0-1,0 0,0-1,1 1,0-1,1-1,0 0,0 0,0 0,1-1,-1 0,6 2,10 4,0-1,0-1,1-1,0-2,0 0,17 1,-26-5,0-1,-1 0,1-1,0 0,0-2,-1 0,1 0,6-3,-17 3,0 1,-1 0,1-1,-1 0,0 0,1 0,-1-1,0 0,-1 1,1-1,0 0,-1-1,1 1,-1-1,0 1,0-1,-1 0,1 0,-1-1,0 1,0 0,0-1,-1 1,1-1,-1 1,0-1,0 0,-1 0,1-2,-2-3,0 1,-1-1,0 0,0 1,-1-1,0 1,-1 0,0 0,0 0,-1 1,0-1,-1 1,1 0,-2 1,1-1,-1 1,0 1,0-1,-1 1,0 0,0 1,-1 0,1 0,-1 1,0 0,0 0,-1 1,1 1,-1-1,1 2,-1-1,0 1,1 0,-1 1,0 1,0-1,0 1,1 1,-1 0,1 0,-5 2,10-2,1 0,-1 1,1-1,-1 0,1 1,0 0,0 0,0 0,0 0,0 0,1 1,-1-1,1 1,0 0,0 0,1-1,-1 1,1 0,-1 0,1 1,1-1,-1 0,1 0,-1 0,1 1,0-1,1 0,-1 0,1 1,-1-1,2 2,10 23</inkml:trace>
  <inkml:trace contextRef="#ctx0" brushRef="#br0" timeOffset="9420.54">5761 5233,'18'0,"20"0,22 0,23-4,25-4,21-6,18-2,12 2,3 3,-2 3,-9 3,-14 5,-20 5,-32 1</inkml:trace>
  <inkml:trace contextRef="#ctx0" brushRef="#br0" timeOffset="10774.964">3984 1196,'-1'23,"1"-1,1 1,2 0,0-1,1 1,1-1,2-1,0 1,1-1,1 0,1 0,0-1,2-1,0 0,2 0,0-2,4 4,27 20,-44-41,0 1,0-1,1 1,-1-1,0 1,0-1,0 0,1 0,-1 1,0-1,1 0,-1 0,0 0,0 0,1-1,-1 1,0 0,0 0,1-1,-1 1,0-1,0 1,0-1,0 0,0 1,0-1,0 0,0 0,0 0,0 1,0-1,0 0,0 0,-1 0,1-1,0 1,-1 0,1 0,-1 0,1 0,-1-1,0 1,1 0,-1-1,8-26,-1 0,-2 0,-1 0,-1-1,-1 0,-2-16,0 36,0-25,-2 27,-1 24,0 43,2 0,3 0,3-1,3 1,2-1,3 3,-9-37,0-7,7 92,-11-106,-1 0,1 0,-1 0,0 0,0 0,0 0,0-1,-1 1,0 0,0-1,0 1,0-1,0 1,-1-1,1 0,-1 0,0 0,0 0,0-1,0 1,0-1,-1 0,1 0,-1 0,-1 0,-2 1,0-1,-1 0,1 0,-1-1,0 0,1 0,-1-1,0 0,1-1,-1 1,0-1,1-1,-1 0,1 0,-1 0,1-1,0 0,0 0,0-1,0 0,1 0,0 0,-1-1,2 0,-1 0,0-1,1 1,0-1,1-1,-1 1,1-1,-2-5,4 9,1 0,1-1,-1 0,0 1,1-1,0 1,0-1,0 0,0 1,0-1,1 1,-1-1,1 1,0-1,0 1,1-1,-1 1,1 0,0 0,-1-1,1 1,1 0,-1 1,0-1,1 0,-1 1,1-1,0 1,0 0,3-2,5-4,1 1,0 0,1 1,-1 1,1-1,1 2,6-2,4 0,1 0,0 1,0 2,0 1,0 1,1 0,5 3,-27-1,1 0,0 0,-1 0,1 1,-1-1,0 1,1 0,-1 1,0-1,0 1,0 0,-1 0,1 0,-1 0,1 0,-1 1,0 0,-1 0,1-1,-1 2,1-1,-1 0,0 0,-1 1,2 2,-1 1,0-1,1 1,0-1,0 1,1-1,0 0,0-1,1 1,-1-1,2 0,-1 0,1 0,-1 0,2-1,-1 0,0-1,1 1,0-1,0-1,0 1,1-1,-1 0,1-1,1 0,-6-1,0-1,0 0,0 0,-1 0,1 0,0 0,0-1,0 1,0-1,0 0,0 0,0 0,-1 0,1-1,0 1,-1-1,1 0,-1 1,0-1,1 0,-1 0,0 0,0-1,0 1,-1-1,1 1,0-1,-1 1,0-1,0 0,0 0,0 1,0-1,0 0,0-2,0-2,0 0,0 0,-1 0,0 0,0 0,0 0,-1 0,0 0,-1 0,0 0,0 0,0 1,0-1,-4-5,4 8,1 1,-1 0,1-1,-1 1,0 0,0 0,-1 0,1 0,-1 0,1 1,-1-1,0 1,0-1,0 1,0 0,-1 0,1 1,0-1,-1 1,1-1,-1 1,0 0,1 0,-1 1,0-1,0 1,1 0,-1 0,0 0,0 0,1 1,-1 0,0-1,1 1,-1 1,1-1,-1 0,1 1,-1 0,-45 65,31-25</inkml:trace>
  <inkml:trace contextRef="#ctx0" brushRef="#br0" timeOffset="11698.233">4144 2319,'2'9,"0"0,1 0,0 0,0 0,1-1,0 1,0-1,1 0,0 0,1-1,0 1,0-1,0 0,1-1,0 0,8 6,-9-6,0 0,0-1,1 0,0 0,0 0,0-1,1 0,-1-1,1 1,0-1,0-1,0 0,0 0,1 0,-1-1,0 0,8-1,-10-3,0-2,-1 1,0 0,1-1,-2 0,1 0,-1-1,1 1,-1-1,-1 0,1 0,-1 0,0 0,-1-1,1 1,-1-1,-1 0,1 0,-1 1,0-1,-1 0,0-5,5-22,-8 619,3-571,1-8,-1 0,1 1,-1-1,0 1,-1-1,0 0,0 1,0-1,-1 0,1 0,-2 0,1 0,-1 0,1 0,-2-1,1 1,-1-1,1 0,-2 1,3-5,-1 0,1 0,0-1,-1 1,1 0,0-1,-1 0,1 1,-1-1,1 0,-1 0,1 0,-1-1,1 1,-1-1,1 1,-1-1,1 0,0 0,0 0,-1 0,1 0,0 0,0-1,0 1,0-1,0 1,0-2,-49-52,44 45,0 0,0 0,1-1,1 0,0 0,0 0,1-1,1 0,0 0,0-3,3 12,0 1,1-1,0 0,-1 1,1-1,0 1,0-1,0 1,1-1,-1 1,1 0,-1 0,1 0,0-1,-1 2,1-1,0 0,0 0,1 1,-1-1,0 1,1-1,-1 1,0 0,1 0,-1 0,1 0,0 1,-1-1,1 1,0 0,-1-1,1 1,0 0,-1 1,1-1,0 0,-1 1,1-1,1 1,8-1,28-2,-1-1,0-2,0-1,0-2,-1-2,0-2,35-15,-24 3,-44 29,-21 48,5-16,1 1,2 0,2 0,1 1,2 0,2 0,2-1,1 1,4 20,6 21,0-9</inkml:trace>
  <inkml:trace contextRef="#ctx0" brushRef="#br0" timeOffset="12462.188">4184 3509,'31'43,"-6"-8,2-1,2 0,24 21,-50-51,0 0,1 0,0-1,-1 1,1-1,1 0,-1 0,0 0,1-1,-1 1,1-1,0 0,0-1,0 1,0-1,0 0,0 0,0 0,0-1,0 0,0 0,1 0,-1 0,0-1,0 0,0 0,0 0,0-1,0 0,0 0,-1 0,1-1,-1 1,1-1,-1 0,0 0,3-3,-1-3,0 0,0 0,-1 0,-1-1,1 0,-1 0,-1 0,0 0,-1 0,0-1,0 1,-1-1,0 1,-1-5,-7 65,-1 121,9-122,-3-1,-2 1,-2-1,-1 0,-10 28,-22-4,38-70,-1 0,1 0,-1 0,0-1,0 1,0-1,0 1,0-1,0 0,0 0,-1 0,1 0,0 0,-1 0,1-1,0 1,-1-1,1 1,-1-1,1 0,-1 0,1 0,-1-1,1 1,0 0,-1-1,1 0,-1 1,1-1,0 0,-2-1,-1-1,0 0,0 0,0 0,0-1,0 0,1 0,0 0,0 0,0-1,0 0,1 0,-1 0,1 0,1 0,-1-1,1 1,0-1,0 1,0-1,1 0,0 0,0 0,0 0,1 0,0 0,0 0,1 0,0 0,0 0,0 1,0-1,1 0,0 0,0 1,1-1,1-2,9-5,1 1,0 0,0 1,2 0,-1 1,1 1,0 1,1 0,0 1,0 0,1 2,0 0,0 1,0 1,15-1,-29 3,120-7,-123 8,1 0,0 1,-1-1,1 0,0 1,-1-1,1 1,-1-1,1 1,-1-1,1 1,-1 0,1 0,-1 0,0 0,1 0,-1 0,0 0,0 1,0-1,0 0,0 1,0-1,0 1,-1-1,1 1,0-1,-1 1,1-1,-1 1,0 0,1-1,-1 1,0 0,0-1,0 1,0 0,0-1,-1 1,-23 62,-15-6,27-43,1 0,0 1,2 0,0 1,0 0,2 0,0 1,1 0,1 0,-2 10,7-25,0 1,0-1,0 0,0 1,0-1,0 0,1 1,0-1,0 0,0 0,0 1,0-1,1 0,-1 0,1 0,0-1,0 1,0 0,0-1,0 1,1-1,-1 0,1 1,0-1,-1-1,1 1,0 0,0-1,0 1,0-1,0 0,3 1,8 2,0-1,1-1,-1 0,1 0,0-2,13 0,50-7,-49 3</inkml:trace>
  <inkml:trace contextRef="#ctx0" brushRef="#br0" timeOffset="13459.266">4344 4484,'-3'9,"1"0,0 0,0 0,1 0,0 1,1-1,0 0,0 0,1 1,0-1,0 0,1 0,1 0,-1 0,1 0,1-1,0 1,0-1,1 0,0 0,0-1,0 1,1-1,4 3,2 3,0-1,1-1,0 0,1-1,0 0,1-1,-1-1,2 0,-1-1,1-1,1 0,13 3,-19-7,0 0,0 0,1-1,-1-1,0 0,0 0,0-1,9-2,-17 3,1-1,0 0,0-1,-1 1,1 0,0-1,-1 0,1 0,-1 0,0 0,0-1,0 1,0-1,0 0,-1 0,1 0,-1 0,0 0,1-1,-1 1,-1-1,1 1,-1-1,1 1,0-5,2-31,-15 49,-40 193,34-128,-50 167,11-141,53-99,1 1,0 0,-1-1,1 1,-1-1,0 0,0 1,0-1,0-1,0 1,0 0,0-1,-1 0,1 0,0 0,-1 0,1 0,-1 0,1-1,-1 0,1 0,-1 0,0 0,1-1,-1 1,1-1,-1 0,1 0,0 0,-3-1,-2-3,0 0,1-1,-1 0,1-1,0 0,1 0,0 0,0 0,0-1,1 0,0-1,1 1,0-1,0 0,0 1,1-2,1 1,-1-4,3 7,1 0,0 0,0 0,0 0,1 0,0 0,0 1,1-1,-1 1,1-1,0 1,0 0,1 0,0 0,0 1,0-1,0 1,1 0,0 0,-1 1,1-1,1 1,-1 0,0 0,1 1,-1 0,1 0,3-1,3-3,16-11,2 1,-1 2,2 1,0 2,0 1,1 1,11 0,-41 8,1 0,-1 0,1 1,-1 0,1-1,-1 1,1 0,0 0,-1 0,1 1,-1-1,1 1,0-1,-1 1,1 0,-1 0,0 0,1 0,-1 0,0 1,0-1,0 1,0-1,0 1,0 0,0 0,0 0,-1 0,1 0,-1 0,1 0,-1 1,0-1,0 0,0 1,0-1,-1 1,1-1,0 2,-1 7,0 1,-1-1,0 0,-1 0,0 0,0 0,-1 0,-1 0,0-1,-1 1,1-1,-2 0,0-1,0 1,0-1,-1 0,-1-1,0 1,0-2,0 1,-1-1,0 0,0-1,-1 0,-8 4,8 1,32-14,-10 0,-11 3,24-5,0 1,-1 1,2 1,-1 1,1 1,-20 1,0-1,0 1,0 0,0 0,0 1,0-1,0 1,0 1,-1-1,1 1,-1 0,0 0,0 1,0-1,0 1,0 1,-1-1,0 0,0 1,0 0,0 0,-1 0,1 2,0 2,-1 0,-1 0,1 0,-2 0,1 1,-1-1,0 0,-1 1,0-1,-1 1,0-1,0 0,-1 1,0-1,-1 0,0 0,0 0,-1-1,0 1,-1-1,0 0,0 0,-1-1,1 1,-2-1,1 0,-1-1,0 0,0 0,-1 0,0-1,0 0,0 0,0-1,-1 0,0-1,0 0,0 0,0-1,0 0,-1-1,1 0,0 0,-7-1,8-1,1 0,0-1,0 0,1 0,-1 0,0-1,1 0,-1-1,1 1,0-1,0 0,1-1,-5-4,-15-13</inkml:trace>
  <inkml:trace contextRef="#ctx0" brushRef="#br0" timeOffset="13828.281">4171 4405,'18'-3,"17"0,19 1,19-3,17 0,11 2,7-3,-4 1,-10-1,-21 0</inkml:trace>
  <inkml:trace contextRef="#ctx0" brushRef="#br0" timeOffset="14261.304">4171 3321,'9'0,"14"-2,17-1,18-2,17-5,14-3,5 1,-13 3</inkml:trace>
  <inkml:trace contextRef="#ctx0" brushRef="#br0" timeOffset="14764.999">4117 2145,'18'0,"15"0,16 0,11-2,9-3,6-6,-1-2,-8-2,-15 1</inkml:trace>
  <inkml:trace contextRef="#ctx0" brushRef="#br0" timeOffset="15131.601">4024 1143,'16'-3,"19"-2,19-3,16-3,11-1,2-1,-13 2</inkml:trace>
  <inkml:trace contextRef="#ctx0" brushRef="#br0" timeOffset="33990.881">160 4752,'67'-16,"101"-19,2 8,87 1,-245 25,265-38,168-48,-370 71,-6 0,1 4,0 2,0 4,48 2,-75 4,-1-1,0-3,0-1,18-5,76 3,-127 5,-4 0</inkml:trace>
  <inkml:trace contextRef="#ctx0" brushRef="#br0" timeOffset="35408.039">3035 4151,'-12'-2,"0"1,0 0,0 1,0 0,0 0,0 2,0 0,1 0,-1 1,0 0,1 1,0 0,0 1,0 0,1 1,-1 0,1 1,1 0,-1 0,1 1,1 0,-1 1,-5 7,11-14,1 0,-1 0,1 1,-1-1,1 0,-1 1,1 0,0-1,1 1,-1 0,0 0,1 0,-1 0,1 1,0-1,0 0,0 0,1 1,-1-1,1 0,0 1,0-1,0 1,0-1,0 0,1 1,-1-1,1 0,0 1,0-1,1 0,-1 0,1 0,0 2,7 2,0 0,0 0,1-1,0 0,0-1,0 0,1-1,-1 0,1-1,0 0,6 1,47 16,-53-16,0 1,-1 1,0-1,0 2,-1-1,0 1,0 1,0 0,-1 0,0 1,-1-1,0 2,0-1,-1 1,0 0,-1 0,0 1,-1-1,0 1,0 0,-1 1,-1-1,0 0,0 4,-2-11,0-1,0 0,-1 1,1-1,-1 0,0 0,0 0,0 0,0 0,0 0,-1 0,1 0,-1 0,0 0,0-1,0 1,0-1,-1 1,1-1,-1 0,1 0,-1 0,0 0,1-1,-1 1,0-1,0 1,0-1,-1 0,1 0,0-1,0 1,0-1,-1 1,-2-1,-204 22,211-21,-1-1,0 0,0 0,0 0,0 0,0 0,0 1,0-1,0 0,0 0,0 0,0 0,0 0,0 1,0-1,0 0,-1 0,1 0,0 0,0 0,0 0,0 1,12-1</inkml:trace>
  <inkml:trace contextRef="#ctx0" brushRef="#br0" timeOffset="36548.263">3262 4538,'1'-8,"1"1,0-1,0 0,0 1,1 0,0-1,1 1,-1 1,1-1,1 0,0 0,5-9,45-65,-55 81,1 0,0-1,0 1,-1 0,1 0,0 0,0 0,-1-1,1 1,0 0,0 0,-1 0,1 1,0-1,0 0,-1 0,1 0,0 1,-1-1,1 0,0 0,0 1,-1-1,1 1,-1-1,1 1,0-1,-1 1,1-1,-1 1,1-1,-1 1,0 0,1-1,-1 1,1 0,-1-1,0 1,0 0,1-1,-1 1,0 0,0 0,0-1,0 1,0 0,0 0,0 0,0-1,0 1,0 0,-1 0,13 52,-2 1,-3 0,-3 4,5 30,-6-64,1 17,2 0,1-1,2 0,2 0,3 3,-5-24</inkml:trace>
  <inkml:trace contextRef="#ctx0" brushRef="#br0" timeOffset="37179.287">3155 5140,'-17'3,"0"0,0 0,0 2,1 0,0 1,0 1,0 0,1 1,0 1,1 0,0 1,0 1,-3 4,12-12,0 0,0 0,1 1,0-1,-1 1,1 0,1 1,-1-1,0 1,1-1,0 1,0 0,1 0,-1 1,1-1,0 0,1 1,-1-1,1 1,0 0,1-1,-1 1,1 0,0 0,0-1,1 1,0 0,0-1,0 1,1-1,-1 1,2 0,8 9,1-2,0 1,1-2,0 1,1-2,0 0,1-1,0 0,1-1,0-1,8 3,2 3,-4-3,62 45,-83-54,0 0,0 1,0-1,-1 1,1-1,-1 0,1 1,-1-1,0 1,0-1,0 1,0-1,-1 1,1-1,0 1,-1-1,0 0,0 1,1-1,-2 0,1 0,0 1,0-1,-1 0,1 0,-1 0,1-1,-1 1,0 0,0 0,0-1,0 1,0-1,0 0,0 0,0 0,-1 0,1 0,0 0,-1 0,1-1,-2 1,-20 10,0 0,0-2,-1 0,0-2,-1-1,1-1,-1-1,0-2,-5 0,45-2,7-1</inkml:trace>
  <inkml:trace contextRef="#ctx0" brushRef="#br0" timeOffset="37462.528">3449 5755,'5'4,"-1"-1,1 1,1-1,-1 0,0 0,1 0,0-1,-1 0,1 0,0 0,0-1,0 0,0 0,0 0,0-1,0 0,1 0,-1-1,0 1,0-2,0 1,0 0,0-1,-1 0,1-1,0 1,-1-1,0 0,1 0,-1-1,-1 1,1-1,0 0,-1-1,2-2,-2 4,-1 0,-1-1,1 1,0-1,-1 0,0 1,0-1,0 0,0-1,-1 1,1 0,-1 0,0-1,-1 1,1 0,-1-1,1 1,-1-1,-1 1,1-1,-1 1,1 0,-1-1,-1 1,1 0,0 0,-1-1,0 1,0 0,0 1,-1-1,1 0,-1 1,0-1,0 1,0 0,0 0,-1 0,1 0,-1 1,0-1,0 1,0 0,0 0,0 1,0-1,-10-2,1 0,-1 1,0 1,0 0,0 1,-1 0,1 1,0 1,0 0,0 1,0 0,0 2,-11 3,-19 8,-1 2,2 2,-18 11,11-4</inkml:trace>
  <inkml:trace contextRef="#ctx0" brushRef="#br0" timeOffset="38377.939">160 5782,'165'-7,"158"-28,-158 14,475-38,362-50,-951 99,-68 10,-30 2,32-6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2:22.83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218 143,'0'14,"11"71,-1-77,-7-26,-4 14,0 0,0 0,0-1,0 1,-1 0,1 1,-1-1,0 0,-1 0,1 1,0-1,-1 1,0 0,0 0,0 0,0 0,0 1,-1-1,1 1,-1-1,1 1,-1 0,0 1,0-1,0 1,0 0,0 0,0 0,0 0,-1 1,1-1,0 1,0 0,0 0,-1 1,1 0,0-1,0 1,0 0,0 1,0-1,0 1,0 0,0 0,-1 1,-3 4,0 1,0-1,1 1,0 0,1 1,-1 0,2 0,-1 0,1 1,1 0,0 0,0 0,1 0,0 1,1-1,0 1,1-1,0 1,1 0,0 0,0-1,1 1,1 0,0-1,0 1,1-1,0 1,1-1,0 0,1-1,0 1,1-1,0-1,0 1,0-1,1 0,1-1,-1 0,1 0,0 0,1-1,0 0,0-1,0 0,0 0,1-1,0 0,0-1,0 0,0-1,0 0,1 0,-1-1,1 0,-1-1,1 0,-1-1,7-1,4-1,1-1,-1-1,0-1,0 0,-1-2,0 0,0-2,-1 0,0-1,9-7,13-12</inkml:trace>
  <inkml:trace contextRef="#ctx0" brushRef="#br0" timeOffset="247.953">620 76,'-5'-18,"-1"-11,0 7,2 15,3 26,4 27,4 27,1 23,-2 19,0 11,-5 4,-7-1,-8-6,-15-10,-1-24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2:27.51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3,'0'-2,"2"3,3 9,5 10,2 10,-2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2:27.76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0,'0'3,"3"-1,4 1,7 0,0-2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2:28.19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 80,'-1'15,"0"-1,1 1,0 0,1-1,1 1,0-1,1 0,1 1,0-1,1-1,0 1,1-1,5 8,11 18,2-2,2 0,24 26,132 142,-181-204,1 0,-1-1,0 1,0 0,-1 0,1 0,0 0,0 0,0 0,-1 0,1 0,0 0,-1 1,1-1,-1 0,1 0,-1 1,0-1,0 0,1 0,-1 1,0-1,0 0,0 1,0-1,-1 0,1 0,0 1,0-1,-1 0,1 0,-1 1,1-1,-1 0,1 0,-1 0,0 0,0 0,0 0,1 0,-1 0,0 0,0 0,0 0,0 0,0-1,-1 1,1-1,0 1,0 0,0-1,-1 0,1 1,0-1,0 0,-1 0,0 1,-11 2,0 0,0 0,-1-1,1-1,-1 0,0-1,1-1,-1 0,1 0,-1-1,1-1,0-1,0 0,0 0,0-1,1-1,0 0,0-1,0 0,1-1,-1-1,9 6,-1-1,0 0,1 0,0-1,0 1,0-1,1 0,0 1,-1-1,2 0,-1 0,1 0,-1-1,1 1,1 0,-1 0,1-1,0 1,0 0,0-1,1 1,0 0,0-1,0 1,1 0,0 0,1-2,5-13,2 1,0 0,2 1,0 0,1 0,3-1,42-51,-37 47,0 0,-2-2,0-1,-2 0,-1-1,-1-1,-1 0,1-7,-14 33,0 0,0 0,0-1,0 1,0 0,0-1,0 1,-1-1,0 1,1-1,-1 1,0-1,0 1,0-1,0 1,-1-1,1 1,-1-1,1 1,-1-1,0 1,0-1,0 1,0 0,-1 0,1 0,-1 0,1 0,-1 0,1 0,-1 0,0 0,0 1,0-1,0 1,0-1,-1 1,1 0,-2-1,-5 2,-1 0,1 0,-1 1,1 0,0 1,-1 0,1 0,0 1,0 0,0 1,1 0,-1 0,-2 3,-112 62,65-32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2:27.14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0 415,'1'-19,"0"-1,1 0,1 1,1-1,1 1,1 0,0 0,1 1,1 0,1 0,0 1,5-5,-9 12,67-124,-58 111,-15 23,1 1,0-1,0 0,0 1,0-1,0 0,0 1,0-1,0 0,-1 0,1 1,0-1,0 0,1 1,-1-1,0 0,0 1,0-1,0 0,0 1,0-1,0 0,0 1,1-1,-1 0,0 0,0 1,0-1,1 0,-1 0,0 1,0-1,1 0,-1 0,0 0,0 1,1-1,-1 0,0 0,1 0,-1 0,0 0,1 0,-1 0,0 1,1-1,-1 0,0 0,1 0,-1-1,0 1,1 0,-1 0,0 0,1 0,-1 0,0 0,1 0,-7 356,45-54,-53-225,0-51</inkml:trace>
  <inkml:trace contextRef="#ctx0" brushRef="#br0" timeOffset="166.555">41 710,'13'-5,"15"-1,8 3,10 1,6 4,5 1,5 1,-1-4,-12-1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2:23.9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623 174,'-27'454,"19"-622,-37-146,46 357,-1-38,1 1,0-1,0 0,1 0,-1 1,1-1,0 0,1-1,-1 1,1 0,0-1,0 1,0-1,1 0,0 0,-1 0,1 0,1-1,-1 0,0 0,1 0,0 0,-1 0,1-1,0 0,1 0,-1-1,0 1,0-1,1 0,-1-1,3 1,4-2,-1-1,1 0,-1-1,1 0,-1 0,0-2,0 1,-1-1,1-1,-1 0,0 0,-1-1,0 0,0-1,0 0,-1 0,0-1,0 0,-1 0,-1-1,0 0,0 0,0-1,-2 1,1-1,-1 0,-1-1,2-5,3-7,3 39,-5 17,-1 1,-2 0,-1 0,-2 12,1-15,-7 309,9-301,1-12</inkml:trace>
  <inkml:trace contextRef="#ctx0" brushRef="#br0" timeOffset="367.02">1197 200,'0'26,"-1"49,3-1,4 1,12 59,-16-122,1 0,1-1,0 1,1-1,0 0,0 0,1 0,0-1,5 5,-9-12,1 0,-1 0,1 0,0-1,0 1,0-1,0 0,0 1,1-2,-1 1,0 0,1-1,0 1,-1-1,1 0,0 0,0-1,-1 1,1-1,0 1,0-1,0-1,0 1,-1 0,1-1,0 0,0 0,-1 0,1 0,-1-1,3 0,8-8,-1 1,0-2,0 0,-1 0,-1-1,0-1,-1 0,0 0,-1-1,0 0,-1-1,-1 0,0 0,-1 0,-1-1,0 0,-1 0,-1-1,1-14,5-22,-4 0,-1-1,-3 1,-2-5,-1 44,1 23,0 4</inkml:trace>
  <inkml:trace contextRef="#ctx0" brushRef="#br0" timeOffset="613.363">1813 107,'18'21,"15"17,16 17,11 10,8 5,5 0,-4-5,-6-7,-10-11,-13-11,-15-12</inkml:trace>
  <inkml:trace contextRef="#ctx0" brushRef="#br0" timeOffset="871.673">2294 54,'-23'25,"-16"24,-16 22,-9 17,-5 12,2 4,7-3,15-20</inkml:trace>
  <inkml:trace contextRef="#ctx0" brushRef="#br0" timeOffset="2084.921">48 121,'0'6,"0"15,0 16,0 19,-2 12,-1 10,0 1,1-2,1-8,-1-14,2-16</inkml:trace>
  <inkml:trace contextRef="#ctx0" brushRef="#br0" timeOffset="2382.187">62 0,'-1'3,"0"-1,0 1,0 0,1-1,-1 1,1 0,0 0,0-1,0 1,0 0,1 0,-1-1,0 1,1 0,0-1,0 1,0-1,0 1,0-1,1 1,0 0,13 23,2-1,0-1,2-1,0-1,1 0,2-2,12 10,5 6,-34-31,23 19,-1 1,-2 1,-1 1,-1 1,-1 1,-1 1,-2 1,13 30,-29-53,0-1,-1 1,0-1,-1 1,1 0,-2 0,1-1,-1 1,0 0,-1 0,1 0,-2 0,1-1,-1 1,0 0,-1-1,0 0,0 1,0-1,-1 0,0-1,-1 1,1-1,-1 0,-5 5,-8 5,0-1,0-1,-2-1,1 0,-2-2,0 0,0-1,-1-1,0-1,0-1,-1-2,0 0,0-1,0-1,-1-1,1-1,-11-2,-28-5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2:55.64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59 0,'-3'16,"-2"17,-1 16,1 15,1 14,-1 9,-2 5,-2 4,1-7,1-17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2:55.89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0,'7'16,"8"14,14 11,13 8,11 7,8 3,2-2,0-3,-6-7,-11-11,-13-12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2:56.14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59 0,'-14'14,"-4"17,1 21,8 16,9 13,11 9,9 2,6-3,1-7,-2-12,-5-16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2:56.49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0 415,'49'-65,"-38"52,0 0,0-1,-2 0,1-1,-2 0,0 0,-1-1,-1 0,0 0,3-14,-8 19,1 0,-1 0,-1 0,0 0,-1-1,0 1,0 0,-1 1,-1-1,0 0,0 1,-1-1,-3-4,7 15,1-1,-1 1,0-1,0 1,0-1,0 1,0-1,0 1,0-1,-1 0,1 1,0-1,0 1,0-1,0 1,-1-1,1 1,0-1,0 1,-1 0,1-1,0 1,-1-1,1 1,-1 0,1-1,-1 1,1 0,0-1,-1 1,1 0,-1 0,1-1,-1 1,1 0,-1 0,0 0,1 0,-1 0,1 0,-1 0,1 0,-1 0,1 0,-1 0,1 0,-1 0,0 0,1 0,-1 0,1 1,-1-1,1 0,0 0,-1 1,1-1,-1 0,1 1,-1-1,1 1,0-1,-1 0,3 7,1 0,0-1,0 1,0-1,1 0,-1 0,1 0,1 0,-1-1,1 0,0 0,0 0,1 0,0-1,-1 0,3 1,178 99,-183-102,0-1,0 1,0 0,-1 0,1 0,-1 0,1 1,-1-1,0 1,0-1,0 1,0 0,-1 0,1 0,-1 0,1 0,-1 0,0 0,0 0,-1 1,1-1,-1 0,1 0,-1 1,0-1,0 0,-1 1,1-1,-1 0,1 1,-1-1,0 0,0 0,-1 0,-11 31,-16 60,28-90,1-1,-1 1,1-1,1 1,-1-1,0 0,1 1,-1-1,1 0,0 1,0-1,1 0,-1 0,0 0,1 0,0 0,0 0,0 0,0-1,0 1,1-1,-1 1,1-1,-1 0,1 0,2 1,9 3,0 0,0-1,1 0,-1-2,1 0,0 0,0-1,1-1,-1-1,0 0,6-1,-18 1,74-2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2:57.2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0 298,'26'-74,"-3"0,5-39,-29 112,1 0,0 0,-1 0,1 0,0-1,0 1,0 0,0 0,0 0,0-1,0 1,1 0,-1 0,0 0,1 0,-1 0,1-1,-1 1,1 0,-1 0,1 0,0 0,-1 0,1 1,0-1,0 0,0 0,0 0,0 1,0-1,0 0,0 1,0-1,0 1,0-1,0 1,0 0,0-1,1 1,-1 0,0 0,0 0,0 0,1 0,-1 0,0 0,0 0,0 0,0 0,1 1,-1-1,0 1,0-1,0 1,0-1,0 1,0-1,0 1,0 0,99 116,-91-106,0 1,-1 0,0 1,-1-1,0 2,-1-1,-1 0,3 12,-8-22,0-1,-1 1,0-1,1 0,-1 1,0-1,0 1,0-1,-1 0,1 0,-1 0,1 0,-1 0,0 0,1 0,-1 0,0-1,0 1,0-1,0 1,-1-1,1 0,0 0,-1 0,1 0,0 0,-1-1,1 1,-1-1,1 1,-1-1,1 0,-1 0,0 0,1 0,-1-1,1 1,-1-1,1 1,0-1,-1 0,1 0,-1 0,1 0,0 0,0-1,0 1,0-1,-2-1,3 1,1 1,-1-1,1 1,0-1,-1 1,1-1,0 0,0 1,0-1,0 0,0 1,1-1,-1 1,0-1,1 0,-1 1,1-1,-1 1,1-1,0 1,0-1,0 1,0 0,0-1,0 1,0 0,0 0,0 0,1 0,-1 0,0 0,1 0,-1 0,0 0,1 1,-1-1,1 1,0-1,-1 1,1-1,-1 1,1 0,1 0,100-39,-81 33,-1-2,1 0,-1-1,-1-1,1-1,15-12,-34 21,0 1,0 0,0 0,-1-1,1 1,0-1,-1 1,1-1,-1 0,0 1,1-1,-1 0,0 0,0 0,0 0,0 0,-1 0,1 0,0-1,-1 1,0 0,1 0,-1 0,0-1,0 1,0 0,-1 0,1 0,0-1,-1 1,1 0,-1 0,0 0,0 0,0 0,0 0,0 0,0 0,-1 0,1 1,0-1,-1 0,1 1,-1-1,0 1,0-1,1 1,-1 0,0 0,0 0,0 0,0 0,-1 0,0 0,0-1,0 1,0 0,0 0,0 0,0 0,-1 0,1 1,0-1,0 1,-1 0,1 0,0 0,0 0,-1 1,1-1,0 1,0 0,0 0,0 0,0 1,0-1,0 0,0 1,0 0,1 0,-1 0,1 0,-1 0,1 0,0 1,-1 1,-1 4,1 0,-1 0,2 1,-1-1,1 1,1-1,0 1,0 0,0 0,1-1,1 1,-1 0,1 0,1 0,0-1,0 1,1-1,-1 0,2 1,-1-1,1 0,1-1,3 6,1-5,-1 0,1-1,0-1,0 1,1-1,0-1,0 0,0 0,1-1,-1-1,1 1,0-2,0 1,0-2,0 1,1-2,-1 1,0-2,1 1,-1-2,0 1,0-1,5-2,23-5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2:57.70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5 706,'141'-224,"-123"193,-2-1,-2 0,0-2,-3 1,-1-2,-1 1,-2-1,-1-1,0-23,-17-19,10 76,0-1,0 1,0 0,0-1,0 1,-1 0,1 0,-1 0,1 0,-1 0,0 0,0 0,0 0,0 1,0-1,0 1,0 0,0 0,-1-1,1 1,0 0,-1 1,1-1,-1 0,1 1,-1 0,0-1,0 1,-1 1,-1-1,0 1,1 0,-1 0,1 1,0 0,-1-1,1 1,0 1,0-1,0 0,0 1,1 0,-1 0,1 0,-1 1,1-1,0 1,0-1,-1 4,-44 85,33-45,3 0,1 1,3 0,2 1,2 0,2-1,2 1,2 0,8 40,-7-61,2-1,1 1,1-1,1 0,2-1,0 0,9 13,-13-28,0-1,0 0,1 0,1-1,-1 0,2 0,-1-1,1 0,0 0,1-1,0-1,0 1,0-1,1-1,0 0,0-1,0 0,9 2,-8-4,-1 0,1-1,0 0,0 0,0-2,-1 1,1-2,4 0,30-9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2:57.95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1,'20'2,"17"1,15 0,10-1,6 2,0 0,-6 0,-15 1,-14-1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2:58.11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0,'16'5,"14"1,16 0,16-1,13-2,10-6,-10-2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2:59.37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83 892,'28'-34,"0"-2,-3 0,-1-2,-2-1,-1-1,-3-1,-1 0,-2-1,-1-1,-3-1,-2 1,-1-1,-3-1,0-17,-3 49,-1 0,-1 0,0 0,-1 0,0 1,-1-1,0 0,-1 1,0-1,-1 1,-1 0,0 0,0 0,-1 1,-1 0,0 0,0 1,-1 0,-8-9,13 17,0 0,0 0,0 1,0-1,0 1,0 0,0 0,-1 0,1 0,0 0,0 1,-1 0,1-1,-1 1,1 1,0-1,-1 0,1 1,0-1,-1 1,1 0,0 0,0 1,0-1,0 0,0 1,0 0,-2 1,-3 4,0 0,0 0,1 0,0 1,0 0,1 0,0 1,-5 9,-5 15,2 2,1 0,1 0,3 1,0 0,3 1,1 0,1 0,2 23,1-11,1 1,3-1,2 0,2 0,2 0,4 5,-5-25,1 0,2 0,1-1,1-1,1 0,1-1,2 0,0-2,2 0,12 12,-25-28,1-1,-1 1,1-1,1-1,0 1,0-1,0-1,0 1,1-1,0-1,0 0,0 0,0-1,1 0,0 0,-1-1,1 0,0-1,0 0,0-1,0 0,0-1,0 0,0 0,-1-1,8-2,-4-5,0 0,-1 0,-1-2,1 1,-2-2,0 1,0-1,-1-1,0 0,-1 0,-1 0,0-1,-1 0,2-6,-4 10,5 1,-7 25,-1 0,0 1,1-1,1 0,1 1,0-1,1-1,2 4,-5-14,0 0,0 0,1-1,0 1,-1-1,1 0,1 0,-1 0,1 0,0-1,-1 1,1-1,1 0,-1 0,0 0,1-1,0 0,-1 0,1 0,0 0,0-1,0 1,0-1,0-1,1 1,0-1,0 0,0 0,0-1,0 0,0 0,0-1,0 1,0-1,-1-1,1 1,-1-1,1 0,-1 0,0 0,0-1,-1 0,1 0,-1 0,0 0,0-1,0 1,0-1,-1 0,0-1,0 1,0 0,0-2,1-3,1 0,-2 0,1-1,-2 1,1-1,-1 0,-1 0,0 0,0 1,-1-1,-1 0,0 0,0 0,-3-9,2 15,0 0,0-1,0 1,-1 0,0 0,0 0,0 1,-1-1,1 1,-1 0,0 0,0 0,-1 0,1 1,-1 0,0 0,0 0,0 0,0 1,0 0,0 0,-1 0,1 1,-1-1,0 1,1 1,-1-1,0 1,1 0,-1 0,0 1,1 0,-1 0,1 0,-1 0,1 1,-6 2,1 0,0 1,1 0,-1 0,1 1,0 0,1 1,-1 0,1 0,0 1,1 0,0 0,-3 6,7-11,0 1,1-1,-1 1,1 0,0 0,0 0,1 0,-1 1,1-1,0 0,0 1,0-1,1 0,-1 1,1-1,0 1,0-1,1 1,-1-1,1 1,0-1,0 0,1 1,-1-1,1 0,0 0,0 0,1 0,-1 0,1-1,1 2,5 3,2 0,-1 0,1-2,0 1,0-1,1-1,0 0,0-1,0 0,0 0,1-2,0 1,-1-2,9 1,5 2,0-1,0-1,0-1,0-1,0-1,0-2,0 0,0-2,0-1,-1-1,0-1,-1-1,24-13,-40 17,1-1,-1 0,0-1,-1 0,1 0,-1-1,-1 0,0 0,0 0,0-1,-1 0,0 0,-1-1,-1 5,-1 0,-1 0,1 0,-1 0,1 0,-1 0,-1-1,1 1,-1 0,0-1,0 1,-1 0,1 0,-1-1,0 1,-1 0,1 0,-1 0,0 0,-1 0,1 1,-1-1,1 1,-1-1,-4-3,4 5,0 0,0 0,0 1,0-1,-1 1,1-1,-1 1,0 0,0 1,1-1,-1 1,0-1,-1 1,1 0,0 1,0-1,0 1,0 0,-1 0,1 0,0 0,0 1,0 0,0-1,0 2,-2 0,-4 1,0 1,0 1,1-1,0 2,0-1,0 1,1 1,0-1,0 1,0 2,-1-1,1 0,0 1,1 1,0-1,0 1,1 0,0 1,1-1,0 1,1 0,0 0,1 1,0-1,1 1,-1 11,3-19,0 0,1 0,0 0,0 0,0 0,0 0,1 0,0-1,-1 1,1-1,0 1,1-1,-1 0,1 1,-1-1,1-1,0 1,0 0,0-1,1 1,-1-1,1 0,-1 0,1 0,3 1,3 1,0-1,0 0,1-1,-1 0,1 0,-1-1,1 0,-1-1,6-1,-6 0,1 0,-1-1,1 0,-1-1,0-1,0 1,0-1,-1-1,1 0,-1 0,0-1,-1 0,1-1,-1 0,0 0,-1-1,0 0,0 0,-1 0,0-1,0 0,-1-1,0 1,-1-1,0 0,0 0,-1 0,0 0,-1 0,0-1,-1 1,0-1,-1-2,0 13,-1 1,1-1,-1 0,1 1,-1-1,0 1,1-1,-1 0,1 0,-1 1,0-1,1 0,-1 0,0 0,1 1,-1-1,0 0,1 0,-1 0,0 0,1 0,-1-1,0 1,1 0,-1 0,0 0,1-1,-1 1,0 0,1 0,-1-1,1 1,-1-1,1 1,-1 0,1-1,-1 1,1-1,-1 1,1-1,-1 0,1 1,0-1,-1 1,1-1,0 0,0 1,0-1,-1 0,1 1,0-1,0 0,0 1,0-1,0 0,0 1,0-1,0 0,0 1,1-1,-1 0,0 0,-11 19,0-1,2 1,0 0,1 1,0 0,2 1,0-1,2 1,-3 18,-1 30,3 0,4 1,2-1,3 0,3 1,7 18,11 171,-30-120,5-131,-2 0,1 0,-1 0,0 0,-1 0,1 0,-1 0,-1-1,1 0,-1 1,-1-1,1 0,-1-1,0 1,0-1,0 0,-3 1,4-3,0-1,-1 0,1 1,-1-2,1 1,-1 0,0-1,0 0,0 0,0-1,0 1,0-1,0 0,0 0,0-1,1 0,-1 1,0-2,0 1,0 0,1-1,-5-2,-4-2,0-1,1-1,0 0,0 0,0-1,2-1,-6-4,-10-15,1 0,1-1,2-2,1 0,1-1,2-1,-12-31,25 53,0 0,0-1,1 1,1-1,0 0,1 0,0-7,1 17,2 1,-1-1,0 1,0-1,1 1,-1-1,1 1,0 0,0-1,0 1,0 0,0-1,1 1,-1 0,0 0,1 0,0 0,-1 0,1 1,0-1,0 0,0 1,0-1,1 1,-1 0,0 0,0 0,1 0,-1 0,1 0,-1 1,2-1,85-5,-87 6,73 5,-2 3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2:59.7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0,'43'16,"-29"-12,1 1,-1 0,0 1,-1 0,1 1,-1 1,-1 0,1 1,-1 0,7 9,-16-15,0 1,-1 0,1 0,-1 0,0 0,0 1,-1-1,1 1,-1-1,0 1,0-1,0 1,-1 0,0-1,0 1,0 0,0-1,-1 1,0-1,0 1,0-1,0 1,-1-1,0 1,1-1,-3 2,-70 101,41-71,-40 58,72-93,1 0,-1 0,1 0,0 0,-1 0,1 0,0 0,0 0,0 0,0 0,0 0,0 0,0 0,0 0,0 0,1 1,-1-1,0 0,1 0,-1 0,0-1,1 1,-1 0,1 0,0 0,-1 0,1 0,0-1,-1 1,1 0,0 0,0-1,0 1,0-1,0 1,0-1,0 1,0-1,0 1,0-1,0 0,0 0,0 1,0-1,0 0,0 0,58 5,-54-5,29 0,-1-3,1-1,-1-1,31-9,1-4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3:00.29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75 70,'-3'14,"1"-1,0 1,1 0,1 0,0 0,0 0,1-1,1 1,1 0,0-1,1 1,0-1,1 0,0 0,1-1,0 1,1-1,8 10,194 296,-208-315,2 0,-1 0,1 0,-1 0,0 1,-1-1,1 0,0 1,-1 0,0-1,0 1,0 0,0-1,0 1,-1 0,0 0,0-1,0 1,0 0,0 0,-1 0,0-1,0 1,0 0,0-1,0 1,-1 0,-1 2,-4-1,-1-1,1 1,-1-1,0-1,0 0,0 0,-1 0,1-1,0 0,-1-1,0 0,1 0,-1-1,-8 0,4 1,1-1,-1 0,1 0,0-1,-1-1,1 0,0 0,0-1,0-1,0 0,1-1,-1 0,1-1,0 0,1-1,-2-1,10 7,1-1,-1 0,1 0,-1 0,1 0,0 0,0-1,0 1,0 0,0 0,0-1,1 1,-1-1,1 1,-1 0,1-1,0 1,0-1,0 1,1-1,-1 1,0-1,1 1,0 0,-1-1,1 1,0 0,0 0,1-1,-1 1,0 0,1 0,0-1,62-60,48-19,-85 67,-1-2,-1 0,-1-2,0 0,-2-2,0-1,-1 0,-2-2,0 0,-1-1,-2-1,11-22,-24 42,-1 1,1-1,-1 0,0 0,-1 0,0 0,0-1,0 1,0 0,-1-1,0 1,0 0,-1-1,0 1,0 0,0 0,-1 0,0 0,0 0,-1 0,0 0,1 1,-2-1,1 1,-1 0,0 0,0 0,0 0,-1 1,1 0,-1 0,-2-1,-7-1,1 0,-1 2,0 0,-1 0,1 2,-1-1,1 2,-1 0,0 1,1 0,-1 1,0 1,1 0,0 1,-1 1,1 0,0 1,1 0,-1 1,-9 6,18-10,-1 1,1-1,0 1,0 0,0 1,0-1,0 1,1 0,0 0,0 0,0 1,0-1,0 1,1 0,0 0,0 0,1 0,-1 1,1-1,0 1,0 0,1-1,0 1,0 0,0 0,1 0,0 0,0 0,0 0,1-1,0 1,1 4,26 28,8-6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3:00.5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3,'16'-2,"21"1,20 1,17 3,9 3,1 3,-8-1,-17-1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3:00.69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0,'27'14,"28"7,26 1,25-2,20-5,13-5,-17-4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3:03.41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 22,'1'-2,"0"0,0 1,0 0,1-1,-1 1,1 0,-1-1,1 1,-1 0,1 0,0 0,-1 0,1 1,0-1,0 0,-1 1,1-1,0 1,0 0,0-1,0 1,0 0,0 0,0 0,0 0,0 1,1-1,25-1,0 1,0 1,0 2,-1 0,1 2,-1 1,20 8,-44-14,0 1,0-1,0 0,0 1,0 0,0 0,-1 0,1 0,0 0,-1 1,1-1,-1 1,1-1,-1 1,0 0,1 0,-1 0,0 0,0 1,-1-1,1 1,0-1,-1 1,0-1,1 1,-1 0,0-1,0 1,-1 0,1 0,0 0,-1 0,0 0,0 0,0 0,0 1,-6 3,0 1,0-1,-1 0,0 0,0 0,0-1,-1-1,0 1,0-1,-1 0,1-1,-1 0,-3 0,-6 5,-115 60,133-69,-1 1,0-1,1 0,-1 1,1-1,-1 0,1 1,-1-1,1 0,-1 1,1-1,-1 1,1-1,-1 1,1-1,0 1,-1 0,1-1,0 1,-1-1,1 1,0 0,0-1,0 1,0 0,0-1,0 1,-1 0,1-1,1 1,-1 0,0-1,0 1,0 0,0-1,0 1,1-1,-1 1,0 0,0-1,1 1,-1-1,0 1,1-1,-1 1,1-1,-1 1,1-1,-1 1,1-1,-1 1,1-1,36 14,-34-13,47 12,-16-6,0 2,0 1,-1 1,-1 2,0 2,0 1,-2 1,14 11,-39-25,-1 0,1 0,-1 1,0 0,0-1,-1 1,1 1,-1-1,0 1,0-1,0 1,-1 0,1 0,-1 0,0 0,-1 1,1-1,-1 0,0 1,-1-1,1 1,-1-1,0 1,0-1,-1 1,0-1,0 0,0 1,0-1,-1 0,-2 5,-5 1,0-1,-1 0,0 0,0-1,-1 0,0-1,-1-1,0 0,0 0,-1-1,1-1,-1 0,0 0,-1-2,1 1,-7-1,-32 7,0-2,0-3,-11-2,-57 1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6:52:30.26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3095 494,'-7'72,"3"0,3 0,3 0,10 61,13 89,13 189,-44 70,4-402,0 65,6 1,16 81,-16-194,18 158,-7 36,-2 391,3-385,10 264,-26-292,15 360,0-381,-9 1,-12 127,-26 145,33 156,12-188,-6-212,9 0,14 40,-8-77,-8 2,-8 62,-6 163,27-188,-21-182</inkml:trace>
  <inkml:trace contextRef="#ctx0" brushRef="#br0" timeOffset="2868.261">3202 641,'-2'0,"-1"0,0 1,1-1,-1-1,0 1,1 0,-1-1,0 1,1-1,-1 0,1 1,-1-1,1-1,-1 1,1 0,0 0,-1-1,1 0,0 1,0-1,0 0,0 0,1 0,-1 0,0 0,1-1,-1 1,1 0,0-1,0 0,-6-16,2-2,0 1,2-1,0 1,1-1,1 0,1 0,1 0,1 1,0-1,2 0,0 1,2 0,0 0,1 0,1 1,3-4,0-7,-2 0,-1-1,-1 0,-1 0,-2-1,-3 31,0-1,0 1,1-1,-1 1,0 0,1-1,-1 1,1 0,0 0,-1 0,1 0,0 0,0 1,-1-1,1 0,0 1,0 0,0-1,0 1,0 0,0 0,0 0,0 0,-1 0,1 0,0 0,0 1,0-1,0 1,0 0,-1-1,1 1,0 0,0 0,-1 0,1 0,-1 0,1 1,-1-1,1 0,12 4,37 9,-1-4,1-1,1-3,-1-1,1-3,1-3,485-25,25 12,259-27,-394 32,-363 8,0 3,0 2,40 10,96-7,-130-9,-54 2,-13-1,0 1,0-1,0 1,0 0,0 0,0 1,1-1,-1 1,0 0,0 0,0 0,-1 1,1-1,0 1,-3 0,0 1,0-1,0 0,0 1,-1-1,1 0,-1 1,0-1,1 1,-1-1,0 1,0-1,-1 1,1-1,0 1,-1-1,0 0,1 1,-1-1,0 1,-1 6,-25 120,-1-2,6 0,-3 101,23 426,7-528,6-1,25 118,-10-65,-7 0,-7 52,-4 18,11-1,20 57,-5-100,-8 1,-7 43,-25 329,-2-179,8-354,1 100,-7 0,-20 120,-54 273,44 110,19-248,8-116,27 266,-15-505,8 111,19 75,67 503,-74-561,9-1,48 151,-8-25,-66-275</inkml:trace>
  <inkml:trace contextRef="#ctx0" brushRef="#br0" timeOffset="4846.13">3376 9210,'-10'30,"8"56,4 0,4 0,8 36,-2-14,9 135,-10 191,-11-432,0-1,-1 0,1 1,0-1,0 0,0 1,0-1,0 0,1 1,-1-1,0 0,1 0,-1 1,0-1,1 0,0 0,-1 1,1-1,0 0,-1 0,1 0,0 0,0 0,0 0,0 0,0 0,0 0,0-1,0 1,1 0,-1-1,0 1,0-1,1 1,-1-1,0 0,1 1,-1-1,0 0,1 0,-1 0,0 0,1 0,-1 0,0 0,1-1,16-1,1-1,-1 0,-1-2,1 0,-1-1,6-3,23-7,12 2,0 1,1 3,1 3,0 3,-1 2,1 2,30 6,74-4,0-7,39-12,119-5,417 13,-220 3,-325-8,300 14,-492 1,-1-1,1 0,-1 0,1 0,0 0,-1-1,1 1,0 0,-1-1,1 1,-1-1,1 1,-1-1,1 0,-1 0,0 0,1 1,-1-1,0-1,0 1,1 0,-1 0,0 0,0-1,0 1,-1 0,1-1,0 1,0-1,-1 1,1-1,-1 1,1-1,-1 1,0-1,1 1,-1-1,0 0,0 1,0-1,0 0,-1 1,1-1,0 0,-12-145,10 76,0-2</inkml:trace>
  <inkml:trace contextRef="#ctx0" brushRef="#br0" timeOffset="7078.956">7 1403,'-6'2,"29"1,60 2,-1-4,0-3,14-5,32-1,752-10,-70-9,-455 24,-154-30,-88 12,-113 21,0 0,-1 0,1 0,0-1,0 1,0 0,0 0,0 0,-1 0,1-1,0 1,0 0,0 0,0 0,0 0,0-1,0 1,0 0,0 0,0-1,0 1,0 0,0 0,0 0,0-1,0 1,0 0,0 0,0 0,0-1,0 1,0 0,0 0,0 0,0-1,0 1,0 0,1 0,-1 0,0 0,0-1,0 1,0 0,0 0,1 0,-1 0,0 0,0-1,0 1,1 0,-1 0,0 0,0 0,0 0,1 0,-1 0,0 0,0 0,0 0,1 0,-20-3,14 3,-1 0,1 0,0 0,0 1,0 0,0 0,0 0,0 0,0 1,0 0,0 0,1 0,-1 1,1-1,-1 1,1 0,0 0,0 1,0-1,1 1,-1 0,1 0,0 0,0 1,1-1,-1 1,1-1,0 1,0 0,0 0,1 0,-1 0,1 0,0 4,1-3,0 1,0-1,0 0,1 0,0 0,0 0,0 0,1 0,0 0,0-1,1 1,-1-1,1 1,0-1,1 0,-1 0,1 0,0-1,0 1,1-1,-1 0,1 0,0 0,0-1,0 0,6 3,4 2,1-1,1-1,-1 0,1-1,0 0,0-2,1 0,15 1,-18-4,0 0,0 0,0-1,0-1,-1-1,1 0,-1-1,1 0,-1-1,-1-1,1 0,5-4,-13 6,1 0,-1 0,0 0,0-1,-1 0,1 0,-1-1,0 0,0 0,-1 0,0 0,0-1,0 1,-1-1,0 0,-1 0,1 0,-1 0,0-1,-1 1,0-1,0 1,-1-1,0 1,0-3,-2-2,-1 0,0 0,-1 0,0 0,-1 1,0-1,-1 1,0 1,-1-1,0 1,-1 0,0 0,0 1,-1 0,0 1,-1 0,0 0,0 1,-1 1,1-1,-1 2,-1-1,1 2,-1-1,0 2,0 0,0 0,0 1,-1 0,1 1,-1 1,1 0,0 0,-1 1,1 1,0 0,-10 3,13-1,1 1,1-1,-1 1,1 1,0-1,0 1,0 0,1 1,0 0,0 0,1 0,-1 0,2 1,-1 0,1 0,0 0,1 1,0-1,1 1,-1 0,1 0,1 0,0 0,0 0,1 0,0 0,1 0,0 0,0 0,1 0,2 8,13 40</inkml:trace>
  <inkml:trace contextRef="#ctx0" brushRef="#br0" timeOffset="7499.793">3804 1269,'-12'48,"2"1,3 0,1 0,2 25,4-66,-1-1,1 1,1-1,0 1,0 0,0-1,1 0,0 1,0-1,1 0,0 0,0 0,1 0,-1-1,2 1,-1-1,1 0,0 0,0-1,0 1,1-1,0 0,5 3,6-1,0 0,0-1,0-1,1 0,0-1,0-1,0-1,0-1,0 0,0-2,0 0,0 0,0-2,0 0,9-4,69-33,-64 16</inkml:trace>
  <inkml:trace contextRef="#ctx0" brushRef="#br0" timeOffset="7740.148">3750 1403,'16'0,"19"0,17 0,13 0,10-3,3-2,-5-3,-11-2,-14-2,-20-4,-13 2</inkml:trace>
  <inkml:trace contextRef="#ctx0" brushRef="#br0" timeOffset="7914.466">3790 1162,'19'-2,"16"-3,15-1,11 1,8-2,1 2,-10-2,-14 1</inkml:trace>
  <inkml:trace contextRef="#ctx0" brushRef="#br0" timeOffset="8099.84">3711 962,'24'-2,"26"1,23 1,25 1,18-1,10 1,-16 0</inkml:trace>
  <inkml:trace contextRef="#ctx0" brushRef="#br0" timeOffset="9119.203">6638 1029,'-8'13,"1"1,1 1,0-1,1 1,0 0,2 0,-1 0,2 1,0-1,1 1,0 0,2 6,-1-17,0 1,0-1,1 1,0 0,0-1,1 0,0 1,0-1,0 0,0 0,1 0,-1 0,2 0,-1 0,0-1,1 1,0-1,0 0,0-1,0 1,1-1,-1 1,1-1,0 0,0-1,0 1,0-1,0 0,1-1,-1 1,3-1,1 2,0-1,0 0,0-1,1 0,-1-1,0 0,1 0,-1-1,0 0,0 0,1-1,-1-1,0 1,-1-1,1-1,-1 0,1 0,-1-1,0 0,-1 0,1-1,-1 1,0-2,0 1,-1-1,0 0,0-1,-1 1,0-1,0 0,-1 0,0-1,0 1,-1-1,0 0,0 0,-1 0,0 0,-1 0,0-1,-1 1,0-1,-1 1,-1-1,1 1,-2 0,1 0,-1 0,-1 0,1 0,-2 0,1 1,-1 0,0 0,-1 0,0 1,0 0,0 0,-1 0,0 1,-1 0,1 0,-1 1,0 0,-1 0,1 1,-1 0,0 1,0 0,0 0,0 0,0 2,-1-1,1 1,0 0,-1 1,1 0,-1 1,-4 0,6 1,-1 1,1-1,0 2,0-1,0 1,0 0,1 0,0 1,0 0,0 1,0-1,1 1,0 1,3-4,0-1,1 1,-1 0,1 1,0-1,0 0,0 1,1-1,-1 1,1 0,0-1,0 1,0 0,0 0,1-1,-1 1,1 0,0 0,0 0,1 0,-1 0,1 0,0-1,0 1,0 0,0-1,1 1,-1 0,3 2,22 25,5-7</inkml:trace>
  <inkml:trace contextRef="#ctx0" brushRef="#br0" timeOffset="9375.52">7160 1162,'24'-4,"28"-5,22 0,21 2,20-1,13 1,8 2,0 2,-6 1,-12 1,-19 1,-22 0,-22 1,-29-1,-19 0</inkml:trace>
  <inkml:trace contextRef="#ctx0" brushRef="#br0" timeOffset="10493.963">5288 1016,'31'95,"-26"-84,1 1,1-2,0 1,0-1,1 0,0 0,1-1,0 0,0 0,1-1,0-1,1 0,0 0,0-1,0 0,1-1,-1 0,1-1,1 0,-1-1,0-1,1 0,10 1,-18-2,1 0,-1 0,0 0,0 0,0-1,1 0,-1 0,0 0,0-1,0 1,1-1,-1-1,0 1,0-1,0 0,-1 0,1 0,0-1,-1 1,0-1,1 0,-1-1,0 1,0-1,-1 0,1 1,-1-2,0 1,0 0,0-1,-1 1,1-1,-1 0,0 0,-1 0,1-2,-1 2,0 1,-1-1,0 1,0 0,0-1,-1 1,1 0,-1-1,0 1,0 0,-1 0,1 0,-1-1,0 2,0-1,0 0,0 0,-1 1,-2-3,4 6,0 0,0 0,0 1,0-1,0 0,0 1,0-1,0 1,0 0,1-1,-1 1,0-1,0 1,0 0,1 0,-1 0,0-1,1 1,-1 0,1 0,-1 0,1 0,-1 0,1 0,0 0,0 0,-1 0,1 0,0 0,0 0,0 0,0 0,0 0,0 0,0 0,0 1,1-1,-1 0,0-1,-2 41,2-1,1 0,6 36,-1-9,-4-52,4 32,-2-1,-3 1,-1 0,-2 0,-2-1,-2 1,-3-1,-13 45,21-87,0 0,0 0,0 0,0 0,-1 0,1 0,-1 0,0-1,0 1,-1-1,1 1,-1-1,1 0,-1 0,0 0,-1 0,1 0,0-1,-1 0,1 1,-1-1,0-1,1 1,-1 0,0-1,0 0,0 0,0 0,-1 0,1-1,0 0,0 1,0-2,-1 1,1 0,0-1,0 0,0 0,0 0,-3-1,-6-9,1 0,0 0,0-1,2-1,-1 0,2 0,0-1,0 0,1-1,1 0,1 0,0-1,-2-9,6 19,0 3,0 0,1 0,-1 0,1 0,0-1,0 1,0-1,0 1,1-1,-1 1,1-1,0 1,0-1,0 1,1-1,-1 1,1 0,0-1,0 1,0-1,0 1,1 0,-1 0,1 0,0 0,0-1,5-1,1 2,-1-1,1 1,-1 0,1 0,0 1,0 0,0 0,1 1,-1 0,6 0,-3 0,31-3,1 1,-1 2,1 2,-1 1,1 3,-1 1,19 7,-56-12,-1 0,1 0,0 0,-1 1,1-1,0 1,-1 0,0 1,0-1,1 1,-1-1,-1 1,1 1,0-1,-1 0,0 1,1 0,-2 0,1 0,0 0,-1 0,0 0,1 1,-2-1,1 1,-1 0,1-1,-1 1,0 2,-2 21,0-25,0 0,0-1,1 1,0 0,-1 0,1 0,0 0,0 0,1 0,-1 0,1 0,-1 0,1 0,0 0,0 0,0-1,1 1,-1 0,0-1,1 1,0-1,0 1,0-1,0 0,0 0,0 0,0 0,1 0,-1 0,2 0,2 0,-1-1,1 0,-1-1,1 1,0-1,-1 0,1-1,-1 1,1-1,-1 0,1 0,-1-1,0 0,1 0,-1 0,0 0,0-1,0 0,-1 0,1 0,-1-1,0 1,0-1,0 0,0 0,0-1,-1 1,0-1,0 0,0 0,-1 0,0 0,1 0,-2 0,1-1,-1 1,0 0,0-1,0 0,-1 1,0-1,1-5,0 1,-1-1,-1 0,0 1,0-1,-1 0,-1 1,0-1,0 1,-1 0,0 0,0 0,-1 1,-2-2,4 6,0 0,0 1,-1-1,0 1,1 0,-1 0,-1 0,1 1,0 0,-1-1,0 2,0-1,0 0,0 1,0 0,0 0,0 1,-1-1,1 1,-1 0,1 1,-1-1,1 1,-1 0,0 0,1 1,-1 0,0 0,-14 6,0 0,1 2,0 0,1 1,0 1,0 1,1 1,0 0,2 1,-12 12,2-2</inkml:trace>
  <inkml:trace contextRef="#ctx0" brushRef="#br0" timeOffset="10845.581">5220 761,'23'0,"21"-2,17-1,13 0,13 1,6 0,-1 1,-3 5,-18 2</inkml:trace>
  <inkml:trace contextRef="#ctx0" brushRef="#br0" timeOffset="12182.033">5529 2526,'0'20,"2"-1,1 0,0-1,1 1,1 0,1-1,1 0,0 0,2-1,0 0,0-1,2 1,0-2,0 0,2 0,0-1,0 0,2-2,-1 1,9 4,-15-12,1 0,-1 0,1-1,0 0,0 0,1-1,-1 0,1-1,5 1,-12-2,1-1,-1 0,0 0,1 0,-1 0,0-1,1 1,-1-1,0 0,0 0,0 0,1 0,-1 0,0-1,0 0,-1 1,1-1,0 0,-1 0,1-1,-1 1,1 0,-1-1,0 0,0 1,0-1,-1 0,1 0,0 0,2-8,0 0,-1 0,0 0,-1 0,0-1,0 1,-2-1,1 1,-1-1,-1 1,0-1,-1 1,0 0,0-1,-2 1,-2-8,6 19,-1 1,1-1,0 0,0 1,0-1,-1 1,1-1,0 0,-1 1,1-1,0 1,-1-1,1 0,0 0,-1 1,1-1,0 0,-1 0,1 1,-1-1,1 0,-1 0,1 0,-1 0,1 1,-1-1,1 0,0 0,-1 0,1 0,-1 0,1 0,-1-1,1 1,-1 0,1 0,-1 0,1 0,-1 0,1-1,0 1,-1 0,1 0,-1-1,1 1,0 0,-1-1,1 1,-5 229,6 214,-2-436,3 9,-2 1,0-1,-1 1,-1-1,-1 0,0 0,-1 0,0 0,-1 0,-1-1,-1 0,-2 3,7-15,0 0,0-1,-1 1,0 0,1-1,-1 1,0-1,0 0,0 0,0 0,-1-1,1 1,-1-1,1 1,-1-1,1 0,-1 0,1-1,-1 1,0-1,1 0,-1 0,0 0,1 0,-1-1,0 1,1-1,-1 0,0 0,1-1,0 1,-1-1,1 1,0-1,0 0,0 0,0-1,0 1,0 0,1-1,-1 0,1 0,-1 0,1 0,0 0,0 0,0-1,-10-18,1 0,1-1,1 0,1-1,0 0,2 0,1-1,1 1,1-1,1-6,2 28,-1-1,-1 0,1-1,0 1,1-1,-1 1,1-1,0 1,0-1,0 1,1-1,-1 1,1 0,0-1,0 1,1 0,-1-1,1 1,0 0,0 0,1 0,-1 1,1-1,-1 0,1 1,0 0,1 0,-1 0,1 0,-1 0,1 1,2-2,15 0,0 1,1 1,-1 1,1 0,-1 2,19 3,-22-3,285 16,-301-16,-1-1,1 0,0 0,0 0,-1 0,1 0,0 0,0 0,-1 0,1-1,0 1,0-1,-1 1,1-1,-1 0,1 1,0-1,-1 0,1 0,-1 0,0 0,1-1,-1 1,0 0,0 0,0-1,0 1,0-1,0 1,0-1,0 1,0-1,-1 0,1 1,-1-1,1 0,-1 0,0-1,8-11,-3 42,-14 132,4-134,1 0,2 0,1 1,1-1,1 0,1 0,1 0,2 0,0 0,2-1,1 0,10 22,2-15</inkml:trace>
  <inkml:trace contextRef="#ctx0" brushRef="#br0" timeOffset="12780.474">5368 2312,'0'-2,"4"-1,9 5,13 3,21 5,24 2,29-1,25-3,22-1,16-4,9-1,-2-1,-30-1</inkml:trace>
  <inkml:trace contextRef="#ctx0" brushRef="#br0" timeOffset="13411.796">6958 2686,'-8'5,"0"1,0 0,1 0,-1 1,1 0,1 0,-1 1,1 0,1 0,-1 0,1 1,1-1,0 1,0 0,0 1,2-1,-1 1,1-1,0 1,1 0,0-1,0 1,1 0,1 0,0 0,0 0,1-1,0 1,0 0,1-1,1 0,-1 0,2 0,-1 0,1 0,0-1,1 0,0 0,0-1,1 1,6 4,-4-6,0-1,0 0,0 0,1-1,-1-1,1 1,0-2,0 1,0-1,0-1,0 0,1 0,-1-1,0-1,0 1,1-2,4 0,-9 0,1 1,0-1,-1-1,1 1,-1-1,0 0,0-1,0 1,0-1,-1 0,0-1,1 1,-1-1,-1 0,1 0,-1-1,0 1,0-1,-1 0,1 0,-1 0,-1-1,1 1,-1-1,0 1,0-2,-1-2,1 1,-2 0,1 0,-1-1,-1 1,0 0,0-1,0 1,-1 0,-1 0,0 0,0 0,0 1,-1-1,-1 1,1 0,-1 0,-1 1,1-1,-1 1,-1 0,1 1,-1-1,0 1,-1 1,1-1,-1 1,0 1,-1-1,1 1,-1 1,1 0,-1 0,0 1,0 0,-1 0,1 1,0 0,0 1,-1 0,1 0,0 1,-1 0,-7 2,13-1,-1-1,0 1,1-1,-1 1,1 1,-1-1,1 1,0-1,0 1,0 0,1 1,-1-1,1 1,-1-1,1 1,1 0,-1 0,0 1,1-1,0 0,0 1,0 0,0-1,1 1,0 0,0 0,0-1,1 1,0 0,-1 0,2 0,-1 0,0 0,1 0,0 0,0-1,2 5,2-1,-1 0,1-1,0 1,1-1,0 0,0-1,0 0,1 0,0 0,0-1,0 1,5 1,44 25</inkml:trace>
  <inkml:trace contextRef="#ctx0" brushRef="#br0" timeOffset="13613.257">7547 2887,'13'-2,"24"-1,29 0,34 1,31 0,28 3,19 2,8 2,0 4,-11 4,-22 4,-32 1,-37-2</inkml:trace>
  <inkml:trace contextRef="#ctx0" brushRef="#br0" timeOffset="14153.398">5930 4398,'2'14,"5"10,7 7,0-2</inkml:trace>
  <inkml:trace contextRef="#ctx0" brushRef="#br0" timeOffset="14401.736">5782 5079,'14'9,"4"3</inkml:trace>
  <inkml:trace contextRef="#ctx0" brushRef="#br0" timeOffset="14588.239">5862 5881,'0'10,"0"4,0 0</inkml:trace>
  <inkml:trace contextRef="#ctx0" brushRef="#br0" timeOffset="14830.584">5916 6362,'0'10,"2"2,1-1</inkml:trace>
  <inkml:trace contextRef="#ctx0" brushRef="#br0" timeOffset="15003.122">5956 6844,'-4'16,"-2"8,2 1,5-3,1-5</inkml:trace>
  <inkml:trace contextRef="#ctx0" brushRef="#br0" timeOffset="15796.402">5582 7713,'40'69,"2"0,42 49,-61-87,-14-19,-2 0,1-1,0-1,0 1,1-1,0-1,1 0,0 0,0-1,1 0,9 4,-18-11,1 0,-1-1,0 1,1-1,-1 0,1 0,0 0,-1 0,1 0,-1 0,1-1,-1 1,0-1,1 0,-1 0,0 1,1-2,-1 1,0 0,0 0,0-1,0 1,0-1,0 0,0 1,0-1,-1 0,1 0,-1 0,2-2,36-70,-28 45,-1-1,-1 0,-2 0,-1-1,-1-3,-9-17,3 51,0 0,-1-1,1 1,0 0,0 0,-1 0,1 0,0 0,0 0,-1 0,1 0,0 0,0 1,0-1,-1 0,1 1,0-1,0 1,0-1,0 1,0 0,0-1,0 1,0 0,0 0,0 0,0 0,0 0,1 0,-1 0,0 0,1 0,-1 0,0 0,1 0,0 0,-1 1,1-1,0 0,-1 0,1 0,0 2,-8 23,1 0,1 0,1 1,1 0,2 0,0 0,2 0,1 0,4 21,20 147,-15-140,-2 1,-2 0,-4 0,-1 0,-6 37,4-77,-2 1,0-1,-1-1,-1 1,0 0,-1-1,0 0,-2-1,0 1,0-1,-1-1,-1 0,-8 10,16-21,0 0,1 0,-1 0,0 0,0 0,0-1,0 1,0-1,-1 1,1-1,0 0,-1 0,1 0,0 0,-1 0,0 0,1-1,-1 1,1-1,-1 0,0 0,1 0,-1 0,1 0,-1-1,0 1,1-1,-1 1,1-1,-1 0,1 0,0 0,-1-1,0 1,-2-6,-1 1,1-1,1 0,-1-1,1 1,0-1,1 0,0 0,0 0,1 0,0 0,0-1,0-5,1 9,-7-37,1 0,1 0,3-1,2 1,2-16,-2 54,1 1,0-1,0 1,1 0,-1-1,1 1,0-1,0 1,0 0,0 0,0 0,1-1,-1 1,1 0,0 1,0-1,0 0,0 1,1-1,-1 1,1-1,-1 1,1 0,0 0,0 0,0 1,0-1,0 1,0 0,0-1,1 1,-1 0,18-1,0 0,1 1,-1 1,0 1,0 1,0 1,15 2</inkml:trace>
  <inkml:trace contextRef="#ctx0" brushRef="#br0" timeOffset="16117.545">6143 8422,'9'-5,"0"1,1 0,-1 1,1 0,0 1,0 0,0 0,0 1,0 0,1 1,-7 0,0 0,0 0,-1 1,1-1,0 1,-1 0,1 1,-1-1,1 0,-1 1,0 0,1 0,-1 0,0 0,0 0,0 1,-1-1,1 1,0 0,-1 0,0 0,0 0,0 0,0 0,0 1,-1-1,1 1,-1 0,4 18,-1-1,-1 1,-1 0,-2 0,0 0,-1 0,-1-1,0 1,-2 0,-4 9,3 0,-4 20,2 0,2 1,2 31,9-51,-8-42,-2-3</inkml:trace>
  <inkml:trace contextRef="#ctx0" brushRef="#br0" timeOffset="16380.841">6089 8755,'19'-4,"16"-4,19-3,17-4,11-2,5 0,0 0,-10 1,-19 4</inkml:trace>
  <inkml:trace contextRef="#ctx0" brushRef="#br0" timeOffset="16831.158">5514 7486,'-9'-2,"0"-1,10 0,18 0,25-1,29-2,32-3,25 1,21 1,7 2,-3 2,-28 2</inkml:trace>
  <inkml:trace contextRef="#ctx0" brushRef="#br0" timeOffset="17729.474">6945 8180,'-5'4,"0"1,1-1,-1 1,1 0,0 0,0 0,1 1,-1-1,1 1,1 0,-1 0,1 0,0 0,0 0,0 0,1 1,0-1,1 0,-1 1,1-1,0 1,1-1,0 1,0-1,0 0,0 1,1-1,0 0,1 0,-1 0,1 0,0-1,1 1,0-1,-1 0,5 4,4 2,0-1,1 0,1-1,0 0,0-1,0-1,1 0,0-1,0-1,1 0,-1-1,1-1,0 0,0-1,0-1,0 0,1-2,-1 1,12-4,-11 2,0-1,0 0,0-2,-1 0,1-1,-1 0,13-8,-24 11,0 0,1 0,-1 0,-1-1,1 0,0 0,-1 0,0 0,0 0,0-1,-1 0,1 0,-1 0,0 0,0-1,-1 1,0-1,0 1,0-1,-1 0,1 0,-2 0,1 0,0-1,-3-4,-1 1,0-1,0 1,-1 0,0 0,-1 0,0 1,-1 0,0 0,0 0,-1 0,0 1,0 0,-1 1,0 0,0 0,-1 0,0 1,0 1,-2-1,-5-4,1 2,-1 0,-1 1,1 1,-1 0,0 1,0 1,-1 1,-8-1,16 3,0 1,0-1,0 1,0 1,0 0,1 1,-1-1,0 2,1-1,-1 2,1-1,0 1,0 0,0 1,1 0,-1 1,-3 3,9-7,0 1,0-1,0 1,0 0,0 0,1 0,0 0,-1 1,1-1,0 1,1-1,-1 1,1 0,-1 0,1-1,0 1,0 0,1 0,-1 0,1 0,0 0,0 0,0 0,1 0,0 0,-1 0,1 0,0 0,1 0,-1-1,1 1,0 0,0-1,0 1,0-1,0 0,1 0,-1 0,1 0,0 0,2 1,37 25,4-7</inkml:trace>
  <inkml:trace contextRef="#ctx0" brushRef="#br0" timeOffset="18030.675">7454 8288,'701'-23,"408"27,-144 2,-1001-9,-2 0</inkml:trace>
  <inkml:trace contextRef="#ctx0" brushRef="#br0" timeOffset="18746.305">8269 4705,'-2'1,"-1"0,1 0,0 0,0 1,0-1,0 0,0 1,0 0,0-1,0 1,0 0,1 0,-1 0,1 0,0 0,-1 0,1 1,0-1,0 0,0 1,1-1,-1 1,1-1,-1 1,1-1,0 1,0-1,0 1,0-1,0 1,0-3,0 1,0-1,0 1,0-1,0 1,0-1,0 1,0-1,1 1,-1-1,0 1,0-1,0 1,1-1,-1 1,0-1,1 0,-1 1,0-1,1 0,-1 1,0-1,1 0,-1 1,1-1,-1 0,1 0,-1 1,0-1,1 0,-1 0,1 0,-1 0,1 0,-1 1,1-1,-1 0,1 0,-1 0,1-1,-1 1,1 0,-1 0,1 0,-1 0,1 0,-1 0,1-1,-1 1,1 0,-1 0,0-1,1 1,-1 0,1-1,-1 1,0 0,1-1,18-23,-17 21,0 0,-1 0,0-1,0 1,0 0,0 0,-1-1,1 1,-1-1,0 1,0 0,0-1,0 1,0-1,-1 1,0 0,0 0,1-1,-2 1,1 0,0 0,-1 0,0 0,0-1,1 3,1 1,-1 0,0-1,0 1,1 0,-1-1,0 1,0 0,1 0,-1 0,0 0,0 0,0 0,1 0,-1 0,0 0,0 0,1 0,-1 0,0 1,0-1,0 0,1 0,-1 1,0-1,1 1,-1-1,0 1,1-1,-1 1,1-1,-1 1,0-1,1 1,0 0,-1-1,1 1,-1 0,1-1,0 1,-1 0,1 0,0-1,0 1,0 0,-1 0,1-1,0 2,-6 16</inkml:trace>
  <inkml:trace contextRef="#ctx0" brushRef="#br0" timeOffset="19046.573">8269 5493,'13'-16,"0"0,-1-2,-1 1,-1-2,0 1,-1-1,-2-1,0 1,4-16,-11 33,1 0,0 0,0 0,-1 0,1 0,-1 0,0 0,1 0,-1 0,0 0,0 0,-1 0,1-1,0 1,-1 0,1 0,-1 0,1 0,-1 0,0 0,0 1,0-1,0 0,0 0,-1 1,1-1,0 0,-1 1,1-1,-1 1,0 0,1 0,-1-1,0 1,0 0,0 0,0 1,0-1,0 0,0 1,-1-1,-2 2,-1 0,1 1,0 0,0 0,0 0,0 0,0 1,0 0,1 0,-1 0,1 1,0-1,0 1,0 0,0 0,1 1,0-1,0 1,0-1,0 1,1 0,0 0,0 0,0 1,0-1,1 0,0 1,0-1,1 1,-1-1,1 4,0-1,1 0,0-1,0 1,1-1,0 1,0-1,0 0,1 0,0 0,1 0,0 0,0-1,3 4,14 18</inkml:trace>
  <inkml:trace contextRef="#ctx0" brushRef="#br0" timeOffset="19302.418">8402 5855,'7'-14,"2"-8,0-6,-2-3,-4 3,-5 5,-5 7,-3 8,0 10,2 10,2 8,2 7,5 0,1-4</inkml:trace>
  <inkml:trace contextRef="#ctx0" brushRef="#br0" timeOffset="21122.764">542 8890,'663'45,"-568"-41,1351 77,-1435-80,0-1,0 0,0 0,0-1,-1-1,1 1,0-2,-1 0,1 0,7-4,0 3,0-1,-1 2,1 1,0 0,0 1,1 1,-1 1,0 0,0 2,0 0,-1 1,1 0,-1 2,0 0,0 0,-1 2,7 4,-7-4,-4 0</inkml:trace>
  <inkml:trace contextRef="#ctx0" brushRef="#br0" timeOffset="22083.925">809 7553,'443'28,"1286"53,-1636-82,-93 1,0-1,0 1,0 0,0 0,0 0,0 0,0-1,0 1,0 0,0 0,0 0,0 0,0-1,0 1,0 0,0 0,0 0,0 0,0-1,0 1,0 0,1 0,-1 0,0 0,0 0,0-1,0 1,0 0,0 0,1 0,-1 0,0 0,0 0,0 0,0 0,0 0,1-1,-1 1,0 0,0 0,0 0,0 0,1 0,-12-6</inkml:trace>
  <inkml:trace contextRef="#ctx0" brushRef="#br0" timeOffset="23088.417">889 6550,'-25'-10,"25"8,1 1,0 0,0 0,0-1,0 1,0 0,1 0,-1 0,0 0,1 1,-1-1,0 0,1 0,-1 1,1-1,-1 1,1-1,-1 1,1 0,-1 0,1-1,-1 1,1 0,-1 0,1 1,-1-1,1 0,0 0,308-13,-246 13,770 21,-290-3,-136-3,-404-15,26 4,-30-4,1 0,-1 0,0 0,1 0,-1 0,1 1,-1-1,0 0,1 0,-1 0,0 1,1-1,-1 0,0 1,1-1,-1 0,0 1,0-1,1 0,-1 1,0-1,0 1,0-1,1 1,-1-1,0 0,0 1,0-1,0 1,0-1,0 1,0-1,0 0,0 1,0-1,0 1,0-1,0 1,-1-1,1 0,0 1,0-1,0 1,-1-1,1 0,0 1,0-1,-1 0,1 1,0-1,-1 0,1 1,0-1,-1 0,1 0,0 1,-1-1,-7 7</inkml:trace>
  <inkml:trace contextRef="#ctx0" brushRef="#br0" timeOffset="35943.092">3870 8770,'-46'227,"-10"165,55-363,4-28,27-130,-4-57,-16 100,4 0,14-41,-25 115,-2 5,1-1,0 1,0 0,1 0,0 0,0 0,1 1,0-1,0 1,0 0,3-3,-6 9,1 0,-1 0,0 0,0 1,0-1,1 0,-1 1,0-1,0 0,0 1,0-1,1 1,-1 0,0-1,0 1,0 0,0 0,-1 0,1 0,0 0,0 0,0 0,-1 0,1 0,-1 0,1 0,0 0,-1 0,0 0,1 1,-1-1,0 0,0 0,0 1,1-1,-1 0,0 0,-1 0,1 1,0 0,0-1,40 215,-13-132,4-1,4-2,2-1,28 39,-64-118,42 94,-45-86,-5-7</inkml:trace>
  <inkml:trace contextRef="#ctx0" brushRef="#br0" timeOffset="36132.583">3670 9090,'18'-5,"25"-3,25-5,23-5,20-4,8-3,-4-1,-17 1,-25 2,-26 6</inkml:trace>
  <inkml:trace contextRef="#ctx0" brushRef="#br0" timeOffset="37017.223">3630 7673,'0'67,"2"-16,-2 0,-3 0,-2 0,-7 28,7-70,3-21,19-256,-14 206,-4 41,1 0,1 0,1 0,1 0,0 0,2 0,1 1,0 0,8-15,-9 28,1 1,0 0,0 0,0 1,1 0,0 0,0 0,0 1,0 0,1 1,0-1,0 1,0 1,0 0,0 0,0 0,1 1,-1 0,0 1,1 0,-1 0,1 1,-1 0,0 0,0 1,1 0,-1 1,1 0,-5-2,-1 0,1 0,0 1,-1-1,1 1,-1 0,1 0,-1 0,0 0,0 0,0 1,0 0,0-1,-1 1,1 0,-1 1,0-1,0 0,0 0,0 1,-1 0,1-1,-1 1,0 0,0-1,0 1,0 0,-1 0,0 0,0 0,0 0,0-1,0 1,-1 3,-6 9,0 0,-1-1,-1 0,0 0,-1-1,-1 0,0 0,-1-2,0 1,-1-1,-1-1,1-1,-2 0,1 0,-2-2,-1 2,-8 5,25-15,0 0,1 0,-1 0,0 1,0-1,0 0,1 0,-1 0,0 0,0 1,0-1,1 0,-1 0,0 1,0-1,0 0,0 0,0 1,0-1,0 0,1 0,-1 1,0-1,0 0,0 0,0 1,0-1,0 0,0 1,107-22,-60 10,1 3,0 1,0 3,20 2,16 18,-82-15,-1 0,1 0,0 0,0 0,0 0,0 0,-1 0,1 0,-1 1,1-1,-1 1,1-1,-1 1,0-1,0 1,0 0,0 0,0-1,0 1,0 0,0 0,-1 0,1 0,-1 0,0 0,1 0,-1 0,0 0,0 1,0-1,-1 0,1 0,0 0,-1 0,1 0,-1 0,0 0,0 0,-6 10,0-2,0 1,-2-1,1 0,-1 0,0-1,-1-1,0 0,0 0,-1 0,0-2,0 1,-4 0,-15 11,-1-2,0-2,-1 0,0-2,-16 3,44-14,0 1,0-1,0 0,0 0,-1 0,1 0,0-1,0 1,0-1,-1 0,1 0,0-1,0 1,0-1,-1 0,1 0,0-1,0 1,0-1,1 0,-1 0,0 0,1 0,-1-1,1 0,0 1,0-1,0 0,-1-1,-11-27</inkml:trace>
  <inkml:trace contextRef="#ctx0" brushRef="#br0" timeOffset="37631.619">3924 6483,'-1'-3,"0"-1,0 1,-1 0,1 1,-1-1,1 0,-1 0,0 1,0-1,0 1,-1-1,1 1,-1 0,1 0,-1 0,1 0,-4-1,-2-2,0 0,-1 1,0 0,0 1,0-1,0 2,-1-1,1 1,-1 1,1 0,-1 0,1 1,-1 0,0 0,1 1,-1 1,1-1,-1 2,1-1,0 1,0 1,0 0,0 0,1 0,-1 1,1 1,0-1,1 1,0 1,-1-1,2 1,-5 6,6-7,0 1,0 0,0 0,1 1,1-1,-1 1,1 0,0 0,1 0,0 0,0 0,1 1,0-1,1 1,-1-1,2 1,-1-1,1 0,0 1,1-1,0 0,0 0,1 0,0 0,0 0,1 0,0-1,1 0,-1 0,1 0,0 0,1-1,0 0,0 0,0 0,1-1,3 2,9 2,0-1,1 0,0-2,1 0,0-1,-1-1,1-1,1-1,-1-1,0-1,0 0,0-2,0-1,0 0,9-4,33-6,-1-3,0-2,-1-4,6-5,72-35</inkml:trace>
  <inkml:trace contextRef="#ctx0" brushRef="#br0" timeOffset="40094.778">1063 1175,'26'5,"66"25,-60-21,-1 1,-1 1,1 2,-2 1,0 1,8 7,-34-20,0 0,0 0,0 0,0 0,0 0,-1 0,1 1,-1-1,0 1,0 0,0 0,0 0,0 0,0 0,-1 0,1 0,-1 1,0-1,0 0,-1 1,1-1,0 1,-1-1,0 1,0-1,0 1,-1-1,1 1,-1-1,1 1,-1-1,0 0,-1 1,1-1,0 0,-1 0,-1 2,-11 11,0 0,-2-1,0-1,0 0,-1-1,-1-1,0-1,-1-1,-8 4,12-5,-76 39</inkml:trace>
  <inkml:trace contextRef="#ctx0" brushRef="#br0" timeOffset="41512.315">1799 6216,'50'26,"-39"-17,36 25,-2 2,-1 2,-2 2,26 33,-64-69,0 1,0-1,0 1,0 0,-1 0,0 0,0 1,0-1,-1 1,0-1,0 1,0 0,-1 0,0 0,0 0,0 0,-1 0,0 0,0 0,0 1,-5 5,-1-1,1 0,-2 0,0 0,0-1,-1 0,0 0,0-1,-1 0,-1-1,1 0,-1 0,-1-1,-4 2,8-3,-166 111,89-65</inkml:trace>
  <inkml:trace contextRef="#ctx0" brushRef="#br0" timeOffset="42031.928">1625 7352,'30'11,"59"27,78 43,-162-79,-1 0,0 1,0-1,0 1,0 0,0 0,0 0,-1 1,1-1,-1 1,0 0,0 0,-1 0,1 0,-1 0,0 1,0-1,0 1,-1-1,1 1,-1 0,0 0,-1-1,1 1,-1 0,0 0,0 0,0 0,-1 2,-6 8,1-1,-2-1,0 1,0-1,-2 0,1-1,-1 0,-1-1,0 0,-4 2,1 1,-210 201,156-149</inkml:trace>
  <inkml:trace contextRef="#ctx0" brushRef="#br0" timeOffset="42749.776">1544 8716,'0'-1,"-1"1,1-1,0 0,0 0,-1 1,1-1,0 0,0 1,0-1,0 0,0 0,0 0,0 1,0-1,0 0,1 1,-1-1,0 0,0 0,1 1,-1-1,0 0,1 1,-1-1,1 0,-1 1,0-1,1 1,0-1,-1 1,1-1,-1 1,1-1,0 1,-1 0,1-1,0 1,-1 0,1-1,0 1,0 0,-1 0,1 0,0 0,0 0,-1 0,1 0,0 0,39-1,-34 4,0 0,-1 1,1-1,-1 1,0 0,0 1,0-1,-1 1,1 0,-1 0,0 0,-1 0,1 1,-1 0,0 0,-1-1,1 2,-1-1,0 0,0 1,2 3,-3-6,1 0,0 0,-1 0,0 0,0 1,0-1,0 0,-1 0,1 1,-1-1,0 0,0 1,-1-1,0 0,1 1,-1-1,-1 0,1 0,-1 0,1 0,-1 0,0 0,-1 0,1-1,-1 1,0 0,-22 25,-1-2,-1-1,-1-1,-6 3,6-5,-204 158,-102 53,169-125</inkml:trace>
  <inkml:trace contextRef="#ctx0" brushRef="#br0" timeOffset="52133.794">8402 1082,'5'0,"6"0,9 0,12 0,13 0,16 0,10 0,9 0,3 0,-4 0,-11 0,-12 0,-19 0,-17 0,-14 0,-6-4,-4-2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5:56.62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778 36,'-7'-5,"-1"1,1 0,-1 0,0 0,0 1,0 0,-1 1,1 0,-1 0,1 1,-1 0,0 1,0 0,1 0,-1 1,0 0,1 0,-1 1,1 0,-2 1,-51 21,1 2,-40 26,29-16,56-28,-1 1,2 0,-1 1,1 1,1 0,0 1,0 0,1 1,1 0,0 1,1 0,1 1,0 0,-1 5,-72 197,70-173,2 1,2-1,1 2,3-1,2 0,2 1,4 31,-2-50,1-1,0-1,2 1,1-1,2 1,0-2,1 1,1-1,2-1,0 0,2 0,7 9,18 11,1-2,1-1,3-2,1-3,39 24,-63-45,0 0,1-1,1-2,0 0,1-1,-1-2,2 0,-1-2,1 0,0-2,1-1,-1-1,0-1,1-1,-1-1,1-2,5-1,2-3,-1-1,0-1,0-2,-1-2,-1 0,0-2,-1-1,0-2,-2-1,0 0,-1-2,-1-2,-1 0,-1-1,-1-1,-1-1,-2-1,-1-1,11-22,-7 4,-3-2,-2-1,-1 0,-3 0,-2-2,-3 1,-1-2,-3 1,-2-20,-1 46,-2 1,0 0,-1 0,-2 0,0 0,-2 0,-1 1,0 0,-2 0,0 1,-2 0,0 1,-2 0,0 1,-2-2,-11-6,0 2,-2 0,0 1,-2 2,-1 1,-1 2,0 1,-2 1,0 2,0 1,-2 2,0 1,-33-5,38 11,0 2,-1 1,0 2,1 1,-1 1,-19 4,-64 13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6:08.30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1311 362,'-7'-3,"1"-1,-1 1,1-1,0 0,0-1,0 1,1-1,-1 0,1-1,0 0,-4-5,-46-42,3 25,-62-45,106 65,0 0,-1 1,0 0,0 0,-1 1,0 0,0 1,0 0,0 0,-1 1,0 1,0 0,0 0,0 1,-9 0,7 2,-1 0,1-1,0-1,0 0,-1 0,2-2,-1 1,0-2,-10-4,15 5,-1-2,0 2,0-1,-1 1,0 0,0 1,0 0,0 1,0 0,-8 0,-164 3,162 1,1 0,-1 2,1 0,0 1,0 1,1 1,0 0,0 2,1 0,-1 1,2 0,0 1,0 1,1 1,-9 10,-2-1,19-17,-1 0,1 0,1 1,-1 0,1 0,0 1,0 0,1 0,0 0,0 1,1-1,0 1,0 0,1 0,0 1,0-1,1 1,0 1,14 154,2 85,19 86,18 57,-45-354,2-1,1 0,2-1,1 0,2-1,1 0,2-1,16 24,-14-29,1-1,1 0,1-2,2 0,2 0,-17-18,0 0,1 0,0-1,1-1,-1 1,1-2,1 1,-1-1,1-1,-1 0,1-1,1 0,-1-1,0-1,10 1,0-3,0-1,-1-1,1 0,-1-2,1-1,-2 0,1-2,-1 0,0-1,0-1,2-4,40-25,-1-3,34-33,-59 46,-2-1,-1-1,-2-2,-1-1,-1-2,23-39,-23 30,-2-1,-3-1,-1-1,-3-1,-1-1,-3-1,3-22,-9 23,-3 0,-1 0,-3-1,-2 0,-3 0,-1 0,-3 1,-2 0,-2 0,-4-6,8 41,0-1,-2 1,1 0,-2 0,0 1,-1 0,0 1,-1 0,-1 0,0 2,0-1,-1 1,-1 1,1 1,-2-1,1 2,-2 0,1 1,-1 1,1 0,-7 0,-36 1,34 9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6:11.91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385 1,'-16'6,"1"2,0 0,0 1,0 1,2 0,-1 1,1 0,1 1,0 0,0 1,2 1,-1 0,2 0,0 1,0 0,2 0,0 1,1 0,-1 4,2-5,0 1,0 0,2 0,0 0,1 1,1-1,0 1,1-1,1 1,1-1,0 0,1 1,0-1,2 0,0-1,4 10,23 28,-22-39,-1 0,-1 1,0 0,-1 0,-1 1,0 0,0 2,-2 3,-1 0,-1 0,0 0,-2 0,-1 1,0-1,-1 0,-2 0,0-1,-1 1,-1-1,-1 0,-1 0,0 0,-2-2,0 1,-1-1,-1 0,0-1,-2-1,0 0,0-1,-2 0,-39 19,54-34,0 1,-1 0,1-1,-1 1,1 0,-1-1,1 0,-1 1,1-1,-1 0,1 0,-1 0,0 0,1 0,-1 0,1 0,-1-1,1 1,-1 0,1-1,-1 0,1 1,-1-1,1 0,0 1,-1-1,1 0,0 0,0 0,0 0,0-1,0 1,0 0,0 0,0-1,0 1,0-1,1-3,-1-1,2 0,-1 1,0-1,1 0,0 1,1-1,-1 1,1-1,0 1,0 0,1 0,0 0,0 0,0 0,0 1,1-1,-1 1,1 0,0 0,1 0,-1 1,1-1,-1 1,4-1,-7 2,1 0,0-1,0 2,0-1,0 0,0 0,1 1,-1-1,0 1,1-1,-1 1,1 0,-1 0,1 0,0 1,-1-1,1 1,0-1,0 1,-1 0,1 0,0 0,0 0,-1 1,1-1,0 1,0-1,-1 1,1 0,-1 0,1 0,-1 1,1-1,-1 0,0 1,0 0,1-1,-1 1,0 0,-1 0,1 0,0 1,0-1,-1 1,5 13,-1-1,-1 2,-1-1,0 0,-1 1,-1-1,0 1,-2 0,0 7,1-15,-11 166,-20 92,-4 61,32-299,2 0,1 1,1-1,1 0,6 25,-7-48,1 0,0 0,0 0,0 0,1 0,0-1,0 1,0-1,1 1,0-1,0 0,0-1,0 1,1-1,0 0,0 0,0 0,3 1,37 14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6:26.46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42,'71'-14,"2"3,0 3,0 4,5 2,-47 0,1 1,0 2,0 0,0 3,-1 0,1 2,-1 1,-1 2,1 1,-1 1,-1 2,0 1,13 10,-31-16,0 2,-1 0,-1 0,0 0,0 1,-1 1,0 0,-1 0,-1 0,0 1,0 0,-1 0,-1 0,0 0,1 13,2 14,-3 0,-1 0,-2 0,-4 39,-17 134,-15 29,6-39,-13 155,17 1,14 1,17 16,35 485,-39-812,19 261,-20-295,2-1,0 1,0-1,1 0,1 0,0 0,1-1,7 12,-11-22,1 0,-1 0,0 0,1 0,0-1,-1 1,1-1,0 0,0 0,1 0,-1 0,0 0,0-1,1 1,-1-1,1 0,0 0,-1 0,1-1,0 0,-1 1,1-1,0 0,-1 0,1-1,0 1,-1-1,1 0,0 0,-1 0,103-54,243-217,-315 255,-21 25,-30 68,9-55,-25 87,5 1,4 1,6 2,-2 64,2 647,14-278,-105 759,40-629,14-83,51-565,-1 0,-2 0,0-1,-2 0,-8 18,12-34,0 0,0-1,-1 0,0 0,0 0,-1-1,0 0,-1 0,0-1,0 0,-1 0,1-1,-1 0,-1-1,-7 4,7-5,-1 0,1 0,0-1,-1-1,0 0,0 0,0-1,1 0,-1-1,0-1,0 1,-3-2,12 1,0 1,0-1,0 0,1 0,-1 1,0-1,1-1,-1 1,1 0,-1 0,1-1,-1 1,1 0,0-1,0 0,0 1,0-1,0 0,0 1,0-1,0 0,1 0,-1 0,1 1,-1-1,1 0,0 0,0 0,0 0,0 0,0 0,0 0,0 0,1 0,-1 0,1 0,-1 1,1-1,0 0,0 0,0 0,8-24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6:27.23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16 124,'-4'16,"0"0,1 0,1 0,1 1,0-1,1 0,0 1,1-1,2 0,-1 0,5 13,11 34,3 0,2-2,3 0,3-2,3-1,1-2,38 47,-10-8,-57-89,11 15,-2 0,-1 1,-1 1,0-1,-2 2,1 5,-9-26,0 0,0 0,-1 0,1 1,-1-1,1 0,-1 0,0 1,-1-1,1 0,0 0,-1 1,0-1,0 0,0 0,0 0,0 0,0 0,-1 0,0 0,1-1,-1 1,0 0,-1-1,1 1,0-1,-1 0,1 0,-1 0,1 0,-1 0,0-1,0 1,0-1,0 0,0 0,0 0,0 0,-1 0,1-1,-2 1,-12 0,1 0,-1 0,1-2,-1 0,1-1,-1-1,1 0,0-1,0-1,0 0,1-1,0-1,0-1,0 0,1 0,0-2,1 0,-10-9,19 16,1-1,-1 0,1 0,-1 0,1-1,0 1,0-1,1 1,0-1,0 0,0 0,0 0,1-1,-1 1,1 0,1 0,-1-1,1 1,0 0,0-1,0 1,1 0,0-1,0 1,0 0,1 0,0 0,0 0,0 0,0 0,1 0,1-1,14-20,2 1,0 1,1 1,1 0,18-12,26-27,-30 24,-1-1,-3-2,-1 0,-2-3,9-18,-26 39,0 0,-2 0,-1-1,-1 0,0-1,-2 0,-1 0,-1 0,-2-1,0 1,-2-25,1 44,-1-1,0 1,-1-1,0 1,0 0,0 0,0-1,-1 1,0 0,-1 0,1 0,-1 1,0-1,0 1,-1-1,0 1,0 0,0 0,0 1,-1-1,0 1,0 0,0 0,0 1,-1 0,1 0,-1 0,0 0,0 1,0 0,0 0,0 1,0-1,-1 1,1 1,0-1,-1 1,-3 1,3 0,1 1,-1 1,1-1,-1 1,1 1,0-1,0 1,1 0,-1 0,1 1,0-1,0 1,0 0,1 1,0-1,0 1,0 0,0 0,1 0,-2 5,-3 9,0 1,1 0,1 0,1 0,-2 19,-1 30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6:27.48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60 1,'-6'18,"-6"17,-2 17,1 16,3 9,6 5,4 0,4-4,0-9,3-12,-1-15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6:27.67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134 24,'-18'-10,"-9"1,-1 5,1 10,6 14,8 10,14 6,6-2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6:27.98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1 516,'23'-4,"1"0,-1-1,0-2,0 0,-1-1,0-2,0 0,-1-1,-1-1,0-2,0 1,-1-2,-1-1,-1 0,0-1,8-12,-15 18,-1-1,0-1,-1 1,-1-1,0-1,-1 0,0 1,-1-2,0 1,-1-1,-1 1,-1-1,0 0,0 0,-2-9,0 20,0 1,-1-1,1 0,-1 0,0 0,0 0,-1 1,1-1,-1 0,1 1,-1-1,0 1,-1 0,1 0,-1 0,1 0,-1 0,0 0,0 1,0-1,0 1,-1 0,1 0,0 0,-1 0,0 1,1-1,-1 1,0 0,0 0,0 1,1-1,-1 1,0-1,0 1,0 1,0-1,0 0,0 1,0 0,-12 4,0 1,0 1,1 1,0 0,0 1,1 0,0 1,1 1,0 0,1 1,0 0,0 1,2 0,0 1,0 0,-1 4,-3 4,0 0,1 1,2 0,0 1,1 1,2-1,0 1,-2 20,8-35,0 1,1-1,1 1,-1 0,2-1,0 1,0-1,0 1,2-1,-1 0,1 1,1-1,0-1,0 1,1-1,0 1,0-1,1 0,1-1,-1 0,1 0,7 6,50 30,2-13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6:28.52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353 7,'-12'-2,"-1"0,0 1,0 0,0 1,0 0,0 1,0 1,0 0,0 1,1 0,-1 1,1 0,0 1,0 0,1 1,-1 0,1 1,0 1,1-1,0 2,0-1,1 1,0 1,1 0,0 0,0 1,1 0,0 0,1 0,1 1,-1 0,2 0,-2 8,4-10,0 0,2 1,-1-1,1 0,1 1,0-1,0 0,1 1,0-1,1 0,0 0,0-1,1 1,1-1,-1 1,2-1,-1-1,1 1,1-1,-1 0,6 4,15 16,1-2,2-1,0-1,2-2,5 2,103 68,-139-92,1 1,-1-1,0 1,1-1,-1 1,0 0,0-1,0 1,0 0,1 0,-1 0,0 0,-1 0,1 0,0 0,0 0,0 0,-1 1,1-1,0 0,-1 0,1 1,-1-1,0 0,1 1,-1-1,0 1,0-1,0 0,0 1,0-1,0 0,0 1,0-1,-1 1,1-1,0 0,-1 1,1-1,-1 0,0 0,1 1,-1-1,0 0,0 0,0 0,1 0,-1 0,0 0,-1 1,-10 3,0 0,0-1,-1-1,1 1,-1-2,0 0,1 0,-7-1,2 1,14-2,-15 3,0-1,0-1,0-1,0 0,0-2,0 0,-10-2,26 3,0 1,0 0,0-1,0 1,0-1,1 0,-1 1,0-1,0 0,1 0,-1 0,1 0,-1-1,1 1,-1 0,1-1,0 1,0 0,-1-1,1 0,0 1,1-1,-1 0,0 1,0-1,1 0,-1 0,1 0,-1 0,1 0,0 1,0-1,0 0,0 0,0 0,0 0,0 0,1 0,-1 0,1 0,-1 1,1-1,0 0,0 0,0 1,0-1,0 1,0-1,1 0,9-13,1 1,0 0,1 1,0 1,1 0,1 1,0 0,5-2,5-5,71-49,33-25,91-84,-206 162,5-3,-24 34,-1-5,-1 0,1 1,1-1,0 1,1 0,1 0,0 1,0-1,1 1,1-1,0 1,1 0,1-1,0 1,1 0,0-1,1 0,1 1,0-1,0 0,2-1,-1 1,2-1,-1 0,2-1,-1 0,2 0,0 0,7 7,-10-14,0 1,0-1,0-1,0 1,1-1,-1 0,1 0,0-1,0 0,3 1,22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6:28.70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142 0,'-18'0,"-10"7,-6 9,3 11,8 9,16 7,18 2,8-7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6:29.32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0 649,'142'-328,"-131"302,11-25,-2-1,-3-1,5-29,-21 79,0-1,0 1,0 0,-1-1,0 1,0-1,0 1,0 0,0-1,0 1,-1 0,0-1,0 1,0 0,0-2,-1 5,0 0,1-1,-1 1,0 0,1 0,-1 0,0 0,0 0,1 0,-1 0,0 1,1-1,-1 0,0 1,1 0,-1-1,1 1,-1 0,1 0,-1 0,1 0,-1 0,1 0,0 0,0 0,-1 1,1-1,0 0,0 1,1-1,-1 1,-1 0,0 0,0 0,0 0,0 0,0 0,1 1,-1-1,0 0,1 1,0-1,-1 1,1 0,0-1,0 1,1 0,-1 0,0-1,1 1,0 0,0 0,-1 0,2 0,-1 0,0-1,1 1,-1 0,1 0,0-1,0 1,0 0,0-1,0 1,1-1,-1 1,2 1,6 1,-1-1,1 0,-1-1,1 0,0-1,0 0,1 0,-1-1,0 0,0 0,2-1,10 2,23 2,-20-4,-1 2,1 0,-1 2,1 1,-1 0,-1 2,1 1,-1 0,10 7,-27-12,-1 0,0 0,0 0,0 1,0 0,-1 0,1 0,-1 0,0 0,0 0,-1 1,1 0,-1-1,0 1,0 0,-1 0,1 0,-1 0,0 0,0 1,-1-1,0 0,0 0,0 0,0 1,-1-1,0 0,0 0,0 0,-1 0,0 0,0 0,-1 3,-14 28,13-28,0-1,1 1,0-1,0 1,0 0,1 1,1-1,-1 0,1 0,0 2,2-9,-1 1,0 0,1-1,-1 1,1 0,-1-1,1 1,0-1,0 1,0-1,0 0,0 1,0-1,0 0,0 0,0 1,1-1,-1 0,0 0,1 0,-1-1,1 1,-1 0,1 0,-1-1,1 1,0-1,-1 0,1 1,0-1,-1 0,1 0,0 0,0 0,61-7,-30-5,-1-1,-1-1,0-2,0-1,-2-1,22-18,-21 15,-2-1,0-1,-2-1,0-1,-2-2,-1 0,-1-2,1-4,-11 8,-12 26,0-1,0 0,-1 0,1 0,0 1,-1-1,1 0,0 0,0 0,-1 0,1 0,0 0,-1 0,1 1,0-1,-1 0,1 0,0 0,-1 0,1 0,0-1,-1 1,1 0,0 0,-1 0,1 0,0 0,-1 0,1 0,0-1,0 1,-1 0,1 0,0 0,0-1,-1 1,1 0,0 0,0-1,-1 1,1 0,0 0,0-1,0 1,0 0,0-1,0 1,-1 0,1-1,0 1,0 0,0-1,0 1,0 0,0-1,0 1,-13 13,0 0,1 2,1-1,0 1,1 1,1 0,0 1,1-1,-4 15,5-19,2 0,-1 1,1 0,1 0,0 0,1 1,1-1,0 1,1-1,0 1,1 0,0 0,1-1,1 1,0-1,1 1,0-1,1 0,5 9,-7-18,1 0,-1 0,1-1,0 1,0-1,1 0,-1 0,1 0,-1-1,1 1,0-1,0 0,0 0,1 0,-1 0,0-1,1 0,-1 0,1 0,-1 0,1-1,-1 1,4-1,26-4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6:29.59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154 51,'-16'-11,"-8"-4,-4 0,1 6,4 8,7 10,5 7,5 3,4-1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6:30.52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535 634,'-10'-4,"-1"1,1 1,-1 0,0 0,0 1,0 0,0 1,0 0,1 1,-1 0,0 1,0 0,1 1,-1 0,1 1,-3 1,-11 5,1 1,0 2,0 0,1 1,1 2,-3 3,3-2,0 1,2 2,0 0,1 0,1 2,1 0,1 1,-7 15,20-35,-1 1,1 0,-1 0,1 0,0 0,0 0,1 1,0-1,-1 0,1 1,1-1,-1 1,1-1,-1 1,1-1,1 1,-1-1,1 1,-1-1,1 1,0-1,1 0,-1 1,1-1,0 0,0 0,0 0,1 0,-1-1,1 1,0 0,2 1,4-1,-1-1,1-1,-1 0,1 0,0 0,0-1,0-1,0 1,0-1,0-1,0 0,0 0,-1-1,1 0,0 0,-1-1,1 0,-1-1,0 1,6-5,17-9,0 0,-1-2,-1-2,-1 0,-1-2,-1-1,-1-1,-1-1,-1-2,-2 0,-1-1,-1-1,-1 0,-2-2,-1 0,-1-1,-2 0,-2-1,-1 0,2-19,3-25,-4 0,-3 0,-3-1,-5-16,-2 44,-6 38,-1 34,-10 60,4 1,3 1,1 28,2-31,4 0,3 1,4-1,5 22,-4-87,1 0,0 0,1 0,0-1,1 0,1 0,0 0,6 8,-9-17,0 0,1 0,-1 0,1-1,0 1,1-1,-1 0,1 0,-1-1,1 1,1-1,-1 0,0-1,1 1,-1-1,1 0,0 0,-1-1,1 1,0-1,0-1,0 1,0-1,10-3,1 0,-1-1,0-1,-1 0,1-1,-1-1,0-1,-1 0,0 0,0-2,-1 0,0 0,0-1,-2-1,1 0,-1 0,-1-1,0-1,-1 0,5-11,3-4,-1-1,-2-1,-1-1,-1 1,-2-2,-2 0,0 0,-2 0,0-25,-4 45,-1 0,-1 0,0 1,0-1,-1 0,-1 0,0 1,-2-5,4 16,-1-1,1 1,0 0,-1 0,1-1,-1 1,1 0,-1 0,1 0,-1-1,0 1,0 0,1 0,-1 0,0 0,0 1,0-1,0 0,0 0,0 0,-1 1,1-1,0 1,0-1,0 1,-1-1,1 1,0 0,0-1,-1 1,1 0,0 0,-1 0,1 0,0 0,-1 0,1 1,-1-1,-41 34,30-14,0 0,1 2,2-1,0 1,1 1,1 0,1 0,2 1,0-1,1 1,1 0,1 14,2-25,-1-1,1 1,1-1,0 0,1 1,0-1,1 0,1 0,0 0,0-1,1 1,0-1,1 0,1-1,-1 1,2-1,-1 0,2-1,-1 0,1 0,0-1,1 0,0-1,0 0,1 0,6 2,4 0,1-1,-1-1,1-1,1-1,-1-1,1-1,20 0,57-1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6:32.06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355 953,'-9'-4,"1"0,-1 1,0 0,0 0,0 1,0 0,0 0,-1 1,1 1,0-1,-1 1,1 1,0 0,0 0,-1 1,1 0,0 1,0 0,1 0,-1 1,1 0,-2 1,-4 9,0-1,1 2,1-1,0 2,2 0,-1 0,2 1,0 0,1 0,1 1,1 0,0 1,1-1,1 1,1 0,0 5,3 68,0-89,0 0,1-1,0 1,0 0,-1 0,1 0,1-1,-1 1,0-1,1 1,-1-1,1 0,0 1,0-1,0 0,0 0,0 0,0 0,1-1,-1 1,1 0,-1-1,1 0,-1 0,1 0,0 0,0 0,-1 0,3 0,3-2,0 0,1 0,-1-1,0 0,0-1,0 1,0-2,-1 1,1-1,-1 0,0 0,0-1,0 0,-1 0,0-1,0 0,0 0,4-6,22-26,-2 0,-1-2,-3-1,-1-2,-2 0,-2-1,-2-1,-2-1,-2-1,-1 0,4-42,2-20,-6 0,1-95,-15 190,-8-68,-4 82,-25 88,32-72,-26 105,5 2,-10 124,30-197,2 1,2-1,2 1,2-1,3 5,-3-42,0 1,1-1,0 0,1 0,0-1,1 1,0-1,1 0,1 0,0-1,0 0,1 0,1 0,0-1,0-1,1 1,0-2,0 1,1-1,1-1,5 3,4-2,1-1,0-1,1-1,-1-1,1-1,0-1,0-1,0-1,-1-1,1-1,0-1,0-1,-1-1,0-1,0-1,-1-1,1-1,-2-1,1 0,-2-2,14-9,-18 12,1-1,-1-1,-1 0,0-1,0-1,-2 0,1 0,-2-2,0 1,0-1,-1-1,-1 0,-1 0,-1-1,0 0,-1 0,4-19,-8 33,-1-1,-1 0,1 1,0-1,-1 0,0 1,1-1,-2 0,1 0,0 1,-1-1,1 0,-1 1,0-1,-1 0,1 1,0 0,-1-1,0 1,0 0,0 0,0 0,-1 0,1 0,-1 0,1 0,-1 1,0 0,0-1,0 1,0 0,-1 1,1-1,0 0,-1 1,1 0,-1 0,-1 0,-6 2,0 0,0 1,0 1,0-1,0 2,1 0,0 0,-1 1,1 0,1 1,-1 0,1 0,0 1,0 0,1 1,0 0,1 0,-1 1,2 0,-1 0,1 0,-2 6,-1-3,1 1,0 0,1 1,0-1,1 1,1 1,0-1,1 1,0-1,2 1,-1 0,2 1,0-1,1 1,0-13,1 1,-1-1,1 1,0-1,0 1,0-1,1 1,-1-1,1 0,0 0,0 0,0 0,0 0,0 0,1-1,-1 1,1-1,0 1,0-1,-1 0,1 0,1 0,-1-1,0 1,0-1,1 1,-1-1,1 0,-1-1,1 1,-1 0,1-1,0 0,-1 0,1 0,-1 0,4-1,6-3,0-1,0 0,0 0,-1-1,0-1,0 0,0-1,-1 0,0 0,-1-1,0-1,0 0,-1 0,-1-1,1 0,-2-1,0 1,4-10,-2 6,-1 0,-1 0,-1-1,0-1,-1 1,0 0,-2-1,0 0,0 0,-2-2,-1 19,-1 0,1 0,0 0,0 0,-1 0,1 0,0 0,0 0,-1 0,1 0,0 0,-1 0,1 0,0 0,0-1,-1 1,1 0,0 0,0 0,-1 0,1 0,0-1,0 1,-1 0,1 0,0 0,0-1,0 1,0 0,-1 0,1-1,0 1,0 0,-6 18,0 1,2 0,0 1,1-1,1 1,1-1,0 1,2 0,0-1,1 1,5 18,-5-30,0 1,1-1,0 1,0-1,1 0,0-1,0 1,1-1,0 1,1-1,-1-1,1 1,1-1,-1 0,1-1,0 1,0-1,1-1,-1 1,1-1,0 0,0-1,1 0,-1-1,0 1,1-1,0-1,-1 0,1 0,0-1,0 0,0 0,-1-1,1 0,3-2,0 0,-1-1,0 0,0-1,0-1,-1 0,1 0,-1-1,-1 0,0-1,0 0,0 0,-1-1,0 0,6-9,2-6,-1 0,-1-1,-1 0,-1-1,6-22,19-79,-5 0,-6-2,-3-15,-23 140,74-514,-68 454,-9 37,2 26,1 1,0 0,0-1,-1 1,1 0,0-1,-1 1,1 0,-1 0,1-1,0 1,-1 0,1 0,-1 0,1 0,0 0,-1-1,1 1,-1 0,1 0,-1 0,1 0,-1 0,1 0,0 1,-1-1,1 0,-1 0,1 0,-1 0,1 0,0 1,-1-1,1 0,0 0,-1 1,1-1,0 0,-1 0,1 1,0-1,-1 0,1 1,0-1,0 1,-1-1,1 0,0 1,0-1,0 1,0-1,0 0,-1 1,-60 111,59-108,-27 63,3 1,3 1,3 1,3 1,3 0,3 1,4 0,2 1,5 28,2-71,1 0,2 0,1-1,1 0,2 0,1 0,1-1,1-1,5 6,-11-21,1 0,1 0,0 0,1-1,0-1,0 1,1-2,0 1,1-1,0-1,1 0,0 0,0-2,0 1,1-1,0-1,0 0,1-1,-1-1,10 2,-14-4,0-1,0 1,0-1,0-1,-1 0,1 0,0-1,0 0,0 0,-1-1,1 0,-1-1,0 0,0 0,0-1,-1 0,0 0,1-1,-2 0,1 0,-1 0,0-1,0 0,-1 0,2-3,6-11,0-2,-1 0,-1 0,-2-1,0 0,-1 0,-2-1,1-8,-6 28,4-14,-1 0,-1 0,-1-1,-1 1,0-1,-2-16,1 35,0 0,0 1,0-1,0 0,0 1,0-1,0 1,0-1,0 0,0 1,0-1,0 0,0 1,0-1,0 1,-1-1,1 0,0 1,-1-1,1 1,0-1,-1 1,1-1,0 1,-1-1,1 1,-1-1,1 1,-1 0,1-1,-1 1,1 0,-1-1,0 1,1 0,-1 0,1-1,-1 1,0 0,1 0,-1 0,0 0,1 0,-1 0,1 0,-1 0,0 0,1 0,-1 0,0 1,-23 25,14-5,1 0,1 1,1 0,1 0,1 0,1 1,0-1,2 1,1 0,1 0,1 4,-1-13,1 1,0-1,2 0,-1 0,2 0,-1-1,2 1,0-1,1 0,0 0,1 0,0-1,1 0,0-1,1 0,0 0,1-1,0 0,1 0,0-1,0-1,1 0,0 0,1-1,0-1,7 3,-6-4,0 0,0-1,0-1,1 0,-1-1,1-1,-1 0,1-1,0 0,-1-2,1 1,-1-2,1 0,-1 0,0-2,-1 1,1-2,-1 0,11-6,28-24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6:32.36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56 55,'-16'-3,"-7"0,7 0,19 1,30 0,35 1,37-2,33-2,24-3,13 0,-6-1,-32 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6:33.59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542 3,'-9'-1,"-1"0,1 1,-1 0,1 0,-1 1,0 0,1 1,0 0,-1 1,1 0,0 0,0 1,1 0,-1 0,1 1,0 0,0 1,0-1,1 2,0-1,-4 5,-4 4,0 1,1 0,1 1,1 0,0 1,2 1,0 0,0 0,2 0,1 1,0 1,1-1,2 1,0 0,1 0,1 0,1 1,1-1,1 0,0 1,2-1,0 0,2 0,0-1,8 20,44 64,-43-83,-1 2,-1 0,-1 0,-1 1,-1 0,1 8,-9-23,0 1,0-1,-1 0,0 0,-1 1,0-1,0 0,-1 0,0 0,-1 0,0-1,0 1,-1-1,0 1,-1-1,1 0,-2-1,1 1,-4 2,-15 18,-1-1,-1-1,-2-2,-6 4,-106 76,139-104,0 0,1 0,-1 1,0-1,0 0,0 0,0 1,0-1,0 0,1 1,-1-1,0 1,0-1,0 1,1 0,-1-1,0 1,1 0,-1-1,1 1,-1 0,1 0,-1 0,1-1,-1 1,1 0,0 0,0 0,-1 0,1 0,0 0,0 0,0 0,0-1,0 1,0 0,0 0,0 0,0 0,1 0,-1 0,0 0,0 0,1 0,-1-1,1 1,-1 0,1 0,-1 0,1-1,-1 1,1 0,0-1,0 1,-1 0,1-1,0 1,0-1,-1 1,1-1,0 0,0 1,0-1,0 0,0 1,48 9,-43-9,0-1,0 1,0 0,0 1,0 0,0 0,0 0,0 1,-1-1,1 1,-1 1,0-1,1 1,3 4,-2 3,0 1,-1-1,0 2,-1-1,0 1,-1-1,-1 1,0 1,0-1,-1 0,-1 1,-1-1,0 0,-1 7,-2 70,-4-1,-5-1,-3 0,-18 57,24-108,-5 27,-89 462,91-438,4 1,4 0,4 0,4 0,4 0,-3-44,2 1,2-2,3 1,1-1,1-1,3-1,2 0,1-1,3-1,1-1,17 21,-29-46,0-1,0 0,2-1,-1 0,1-1,1-1,11 6,-20-12,-1-1,1-1,0 1,0-1,0 0,0 0,1-1,-1 0,0 0,1 0,-1-1,1 0,-1 0,0-1,1 0,-1 0,0 0,0-1,1 0,-1 0,0 0,4-3,24-18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6:35.06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1 167,'8'-13,"1"0,0 1,0 0,2 0,-1 1,1 1,1 0,0 0,0 1,1 1,0 0,1 1,0 0,0 1,0 0,1 2,2-1,-13 4,-1 0,1 0,-1 1,0 0,1 0,-1 0,1 0,-1 0,1 1,-1-1,1 1,-1 0,0 0,1 0,-1 1,0-1,0 1,0-1,0 1,0 0,-1 1,1-1,0 0,-1 1,0-1,1 1,-1 0,0 0,-1-1,1 1,0 1,-1-1,1 0,-1 0,0 1,0-1,-1 0,1 1,-1 0,0 15,-2 1,0 0,-1-1,-1 1,-1-1,-1 0,0-1,-2 1,0-1,-1-1,-1 1,0-2,-6 8,-35 61,50-84,0-1,1 1,-1-1,0 1,0 0,1-1,-1 1,0 0,1 0,-1 0,1-1,-1 1,1 0,-1 0,1 0,0 0,0 0,-1 0,1 0,0 0,0 0,0 0,0 0,0 0,0 0,0 0,0 0,0 0,0 0,1 0,-1 0,0-1,1 1,-1 0,1 0,-1 0,1 0,-1 0,1-1,0 1,-1 0,1 0,0-1,-1 1,1-1,0 1,0-1,0 1,0-1,0 1,0-1,-1 0,1 1,0-1,0 0,0 0,0 0,0 1,0-1,0 0,0 0,0-1,0 1,1 0,194-42,-181 40,1 0,-1 1,0 1,1 0,-1 1,13 3,-23-3,0 0,0 0,0 1,-1-1,1 1,-1 0,1 1,-1-1,0 1,1 0,-2 0,1 0,0 0,0 1,-1 0,0-1,0 1,0 1,0-1,-1 0,1 1,0 3,-1 4,0 0,-1 1,-1-1,0 1,0-1,-1 0,-1 1,0-1,-1 0,0 0,-1 0,0 0,-1-1,-1 0,1 0,-2 0,1-1,-2 1,1-2,-1 1,-5 3,-4 8,0-1,-1-1,-2 0,1-2,-2 0,-1-1,0-1,0-1,-17 6,37-18,1-1,0 0,0 0,-1-1,1 1,-1 0,1 0,-1-1,1 1,-1-1,1 1,-1-1,1 0,-1 1,0-1,1 0,-1 0,1 0,-1 0,0 0,1-1,-1 1,1 0,-1-1,1 1,-1-1,1 0,-1 1,1-1,-1 0,1 0,0 0,0 0,-1 0,1 0,0 0,0-1,0 1,0 0,0-1,4-22,5-5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6:35.55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199 10,'-6'-2,"0"1,-1 0,1 0,-1 1,1-1,-1 1,1 1,-1-1,1 1,-1 0,1 1,0-1,0 1,-1 1,1-1,0 1,1 0,-1 0,1 1,-1-1,1 1,0 1,0-1,1 1,-1-1,-1 4,0 2,1-1,0 1,1 1,0-1,1 0,0 1,0 0,1 0,0-1,1 1,1 0,0 0,0 1,1-1,0-1,1 1,1 3,-2-6,1-1,0 0,0 0,0 0,1 0,0 0,1-1,-1 1,1-1,1 0,-1 0,1 0,0-1,0 0,1 0,-1 0,1-1,0 1,1-1,-1-1,1 1,-1-1,1 0,0-1,0 0,1 0,-2-1,0 0,1-1,-1 0,1 0,-1-1,0 0,1 0,-1 0,0-1,0 0,0 0,0-1,0 1,0-1,0 0,-1-1,0 0,0 0,0 0,0 0,0-1,0-1,5-4,-1-1,0-1,-1 0,0 0,-1 0,-1-1,0 0,0-1,1-7,-1 2,-2-1,-1 0,0 0,-1 0,-1-1,-1 1,-1 0,-4-20,-1 24,3 34,2-7,1-1,0 0,1 1,0-1,1 0,0 1,1-1,0 0,0 0,1-1,0 1,1-1,0 0,0 0,1 0,1-1,-1 0,1 0,0-1,1 0,0 0,0 0,0-1,1-1,0 1,0-1,1-1,-1 0,6 2,-4-5,1 0,0 0,0-1,-1 0,1-1,0-1,-1 0,8-2,35-11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6:36.53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240 837,'-19'8,"1"0,0 2,0 0,1 1,0 1,1 0,1 1,0 1,1 0,0 1,1 1,-10 15,20-26,0-1,1 1,-1 0,1 0,0 1,0-1,1 0,0 1,0-1,0 1,0-1,1 1,0-1,0 1,0-1,1 1,0-1,0 1,1-1,-1 1,1-1,0 0,0 0,1 0,0 0,-1 0,2-1,-1 1,0-1,1 0,3 2,0 0,1 0,0-1,1 0,-1-1,1 0,0 0,0-1,1 0,-1-1,0 0,1 0,0-1,-1 0,1-1,0 0,-1 0,1-1,-1 0,1-1,-1 0,1-1,-1 0,0 0,0-1,0 0,-1-1,1 1,-1-2,0 1,-1-1,1 0,-1-1,-1 0,7-7,0-9,0 0,-2 0,0-1,-2-1,-1 0,-1 0,-1-1,-1 1,-1-1,-1-1,-2 1,0 0,-2-6,4-62,-4-1,-4 1,-4 0,-5 0,-3 1,-10-21,-9 20,36 94,0-1,0 1,0-1,0 1,0-1,0 1,0-1,-1 1,1-1,0 1,0-1,0 1,0-1,-1 1,1 0,0-1,-1 1,1-1,0 1,-1 0,1-1,0 1,-1 0,1-1,-1 1,1 0,0 0,-1-1,1 1,-1 0,1 0,-1 0,1 0,-1 0,1-1,-1 1,1 0,-1 0,1 0,-1 0,1 0,-1 1,1-1,-1 0,1 0,-1 0,1 0,-1 1,1-1,0 0,-1 0,1 1,-1-1,1 0,0 0,-1 1,1-1,0 1,-1-1,1 0,0 1,-1-1,1 1,0-1,-7 36,9 2,2 0,2 0,1 0,2 0,2-2,1 1,2-1,2-1,10 18,7 16,2-1,3-2,4-2,1-2,13 10,-48-62,0-1,0 1,1-1,1-1,-1 0,1 0,1-1,-1 0,1-1,2 1,-12-6,1-1,-1 1,0-1,0 0,1 1,-1-1,0 0,1 0,-1 0,1 0,-1 0,0 0,1 0,-1 0,0-1,1 1,-1 0,0-1,0 1,1-1,-1 0,0 1,0-1,0 0,0 0,0 1,0-1,0 0,0 0,0 0,0 0,0-1,-1 1,1 0,0 0,-1 0,1 0,-1-1,13-53,-8-39,-5-1,-3 0,-4 1,-9-28,15 116,1 5,-1 0,1 1,0-1,-1 1,1-1,0 0,0 1,0-1,-1 0,1 1,0-1,0 0,0 1,0-1,0 0,0 0,1 1,-1-1,0 0,0 1,0-1,0 1,1-1,-1 0,0 1,1-1,-1 1,1-1,-1 0,0 1,1-1,-1 1,1 0,-1-1,1 1,0-1,-1 1,1 0,-1-1,1 1,0 0,-1 0,1-1,0 1,87 3,222-54,-309 50,2 1,-1-1,0 1,0 0,0-1,0 1,0 0,0 0,0 0,0 1,0-1,0 0,0 1,0 0,0-1,0 1,0 0,0 0,0 0,0 0,-1 0,1 0,0 1,-1-1,1 0,-1 1,1 0,-1-1,0 1,0 0,0-1,0 1,0 0,0 0,0 1,0 6,-1 0,0 1,0-1,-1 0,0 1,-1-1,0 0,-3 8,-1 11,3-15,-12 114,15-122,0 0,1 0,0 0,0 0,0 0,0-1,1 1,0 0,0 0,0-1,0 0,1 1,0-1,0 0,0 0,0 0,0-1,1 1,0-1,0 1,0-1,0-1,3 3,2-1,0-1,0 0,0 0,0 0,0-1,1-1,-1 0,1 0,-1 0,1-2,-1 1,0-1,1 0,-1-1,1 0,-1-1,0 1,3-3,3-1,0-1,0 0,0-1,-1-1,0-1,-1 1,0-2,-1 0,0-1,1-2,6-12,-3 0,0-2,-1 0,-2-1,-1 0,-1-1,-2 0,-1-1,-1 0,-2 0,-1 0,-1-1,-2 1,-1-17,-10-34,10 82,-1-1,1 0,-1 0,1 1,-1-1,1 0,-1 0,1 1,-1-1,0 1,1-1,-1 0,0 1,0 0,1-1,-1 1,0-1,0 1,0 0,0-1,0 1,1 0,-1 0,0 0,0 0,0 0,0 0,0 0,0 0,0 0,1 0,-1 0,0 1,0-1,0 0,0 1,1-1,-1 0,0 1,0-1,1 1,-1 0,0-1,1 1,-1-1,0 1,1 0,-1-1,1 1,-1 0,-13 13,1 1,1 0,0 0,1 2,1-1,0 1,-5 15,4-14,2 0,0 0,1 1,1 0,1 1,0-1,2 1,0 0,1 1,1-1,1 0,2 11,0-25,0 0,0 0,1-1,0 1,0-1,0 1,1-1,0 0,0 0,0 0,1 0,0-1,0 1,0-1,0 0,1 0,-1 0,1-1,0 0,0 0,0 0,0 0,1-1,-1 0,1 0,0 0,0-1,-1 0,4 0,11 2,1-1,-1-1,0-1,0-1,0-1,0 0,0-2,0 0,47-14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6:37.18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160 229,'-5'-1,"0"0,0 0,-1 0,1 1,0 0,0 0,0 0,0 1,0-1,0 1,0 1,0-1,0 1,0-1,1 1,-1 1,1-1,-1 1,1-1,0 1,0 0,0 1,0-1,1 1,-1 0,0 1,0 0,0 1,0-1,1 1,0 0,0 0,0 0,1 0,0 0,0 0,1 1,0-1,0 1,0-1,1 1,-1-1,2 1,-1 0,1-1,0 1,0-1,1 0,0 1,0-1,1 0,-1 0,1 0,0 0,1-1,0 1,0-1,0 0,0 0,1 0,-1-1,1 0,2 2,15 8,0-1,1-2,0 0,1-1,0-1,24 5,90 39,-135-52,0 0,0 0,0 0,0 1,0-1,-1 1,1 0,-1 0,1 0,-1 0,0 0,0 0,0 1,0-1,0 1,0-1,0 1,-1 0,0 0,1 0,-1-1,0 1,0 0,-1 1,1-1,-1 0,1 0,-1 0,0 0,0 0,-1 0,1 3,-5 1,-1 1,0-1,0 0,0-1,0 1,-1-1,0-1,-1 1,1-1,-1-1,0 1,0-1,0 0,-3 0,3 0,0 0,0-1,-1 0,1 0,-1-1,1 0,-1-1,0 1,-6-1,14-1,0 0,0 0,0 0,0 0,0-1,0 1,1 0,-1 0,0-1,0 1,0 0,0-1,0 1,0-1,0 1,1-1,-1 1,0-1,0 0,1 1,-1-1,1 0,-1 0,0 0,1 1,-1-1,1 0,0 0,-1 0,1 0,0 0,-1 0,1 0,0 0,0 0,0 0,0 0,0 1,0-1,0 0,0 0,0 0,1 0,-1 0,19-42,7 14,1 2,1 1,1 0,1 3,1 0,8-2,-19 11,27-18,-6 5,-1-1,-1-3,-1-1,4-8,-32 31,-1-1,-1-1,0 1,0-1,-1-1,0 1,-1-1,-1-1,0 1,0-1,-1 0,-1 0,0 0,-1 0,0 0,-1-1,-1-7,1 14,-1 1,0 0,0 0,-1 0,0 0,0 0,-1 0,1 0,-1 0,0 0,-1 1,1-1,-1 1,-1 0,1 0,0 0,-1 0,0 0,-1 1,1-1,0 1,-1 1,0-1,0 0,-3 0,3 5,1 0,-1 0,1 1,0 0,-1 0,1 0,0 0,0 0,0 1,0 0,1 0,-1 0,1 0,0 1,0-1,0 1,0 0,1 0,-1 0,1 0,0 0,0 0,1 1,-1-1,1 1,0-1,0 3,-6 13,1 0,1 0,0 1,2 0,0-1,2 1,0 0,2 17,0-29,0-1,0 1,0 0,1-1,1 1,-1-1,1 0,1 0,-1 0,1 0,1-1,-1 1,2-1,-1 0,0-1,1 1,1-1,-1 0,1-1,0 1,0-1,3 1,10 1,0-1,0-1,1-1,-1-1,1-1,0-1,0 0,0-2,-1 0,1-1,0-1,-1-1,1-1,-1-1,10-5,62-17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6:44.05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 1,'0'0,"-1"0,0 0,0 1,1-1,-1 0,0 1,1-1,-1 0,0 1,1-1,-1 1,0-1,1 1,-1-1,1 1,-1 0,1-1,0 1,-1 0,1-1,-1 1,1 0,0-1,0 1,-1 0,1 0,0-1,0 1,0 0,0 0,0-1,0 1,0 0,0 0,0-1,0 1,0 0,1 0,-1-1,0 1,1 0,-1 0,0-1,1 1,-1 0,1-1,-1 1,1-1,-1 1,1-1,-1 1,1-1,-1 1,1-1,0 1,10 11,1 0,1-1,0 0,0-1,1 0,1-1,-1-1,1 0,1-1,0-1,9 7,184 88,61 31,10 21,-261-142,-3-3,-1 1,0 0,0 1,-1 1,0 0,-1 1,0 0,-1 1,10 13,-21-24,0-1,-1 0,1 0,0 1,0-1,-1 0,1 1,-1-1,1 1,-1-1,1 1,-1-1,0 1,0-1,0 1,0 0,0-1,0 1,0-1,-1 1,1-1,0 1,-1-1,1 1,-1-1,0 0,1 1,-1-1,0 0,0 1,0-1,0 0,0 0,0 0,0 0,0 0,0 0,-1 0,1 0,0 0,-1-1,1 1,-1 0,1-1,-1 1,1-1,-1 0,1 0,-1 1,1-1,-1 0,1 0,-1 0,0 0,-1 0,0 0,0 0,-1 0,1 0,0-1,0 1,0-1,0 1,-1-1,1 0,0-1,1 1,-1 0,0-1,0 0,0 1,1-1,-2-1,-6-7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6:44.30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1,'16'0,"16"2,14 3,14 3,7 5,4 2,-1 1,-4 0,-3-2,-6-2,-6-3,-7-3,-6-6,-10-5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6:44.56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97 139,'-7'-16,"-6"-12,-4-6,-4-1,3 11,3 22,10 25,9 24,12 22,9 18,6 10,-1 4,-6-3,-6-19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6:45.16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28 0,'-2'14,"-3"13,-1 14,1 11,1 5,2 1,0-3,1-7,1-11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6:45.88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1 464,'57'-7,"1"4,0 1,21 5,114 16,-179-16,-1 0,0 1,0 0,-1 1,1 1,-1 0,0 0,-1 1,0 1,0 0,0 0,-1 1,3 3,-8-6,0 1,-1-1,1 1,-1 0,-1 0,1 0,-1 1,0-1,-1 1,0-1,0 1,-1 0,0 0,0 0,-1 0,1 0,-2 0,1 0,-2 4,-4 15,0 0,-2 0,-1-1,-11 23,13-33,7-16,-1 1,0 0,0 0,0 0,1 0,-1 0,1 0,-1 0,1 0,-1 0,1 0,-1 0,1 0,0 0,0 1,-1-1,1 0,0 0,0 0,0 0,0 0,1 1,-1-1,0 0,0 0,1 0,-1 0,0 0,1 0,0 0,-1 0,1 0,-1 0,1 0,0 0,0 0,-1 0,1 0,0-1,0 1,0 0,0-1,0 1,0-1,0 1,1 0,6-2,0-1,0 1,0-1,0-1,0 1,0-1,-1-1,1 1,-1-1,0-1,2-1,2 0,203-145,-213 150,0 0,-1 0,1 0,0 0,0 0,-1 1,1-1,0 0,0 0,0 0,0 1,0-1,0 1,0-1,0 1,0-1,1 1,-1-1,0 1,0 0,0 0,0 0,1 0,-1 0,0 0,0 0,0 0,1 0,-1 0,0 0,0 1,0-1,0 1,0-1,0 1,1-1,-1 1,0 0,-1-1,1 1,0 0,0 0,0-1,0 1,0 0,-1 0,1 0,0 0,-1 0,1 1,7 74,-8-65,0-1,0 0,1 0,1 0,0 0,0 0,1 0,0-1,3 7,-3-12,0 1,0-1,1 0,-1 0,1-1,0 1,0-1,0 1,1-1,-1-1,1 1,0-1,0 1,-1-1,1-1,1 1,-1-1,0 0,0 0,0 0,1-1,-1 0,0 0,1 0,-1-1,0 1,1-1,-1 0,0-1,0 0,0 1,0-2,0 1,-1 0,1-1,-1 0,1 0,-1 0,0-1,0 1,1-3,9-6,1-2,-2 0,0-1,0 0,-2-1,0 0,0-1,-2-1,0 1,-1-1,-1 0,2-9,6-24,-3 0,-1-1,-3 0,-2-3,2-38,-3-1,-8-75,-12 76,15 93,0-1,-1 0,1 1,0-1,0 0,0 1,-1-1,1 1,0-1,0 0,-1 1,1-1,-1 1,1-1,0 1,-1-1,1 1,-1-1,1 1,-1 0,0-1,1 1,-1 0,1-1,-1 1,0 0,1 0,-1 0,0-1,1 1,-1 0,1 0,-1 0,0 0,1 0,-1 0,0 0,1 0,-1 1,0-1,1 0,-1 0,0 0,1 1,-1-1,1 0,-1 1,0-1,1 0,-1 1,1-1,-1 1,1-1,0 1,-1-1,1 1,-1-1,1 1,0 0,-33 85,22-26,2 0,2 0,4 0,3 49,1-76,1 1,2-1,1 0,2-1,1 1,2-1,11 26,-17-47,2 0,-1 0,1 0,1 0,0-1,0-1,1 1,0-1,1 0,0-1,0 0,1 0,0-1,0-1,1 1,0-2,0 1,0-1,1-1,-1 0,1-1,7 1,26-2,-9-6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6:46.15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1 117,'20'-5,"28"-6,30-5,27-5,21-1,9 3,-5 5,-24 5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6:46.56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34 460,'11'-30,"0"0,-2-1,-2 0,-1 0,-1-1,-1 0,-2 1,-2-1,-2-31,1 59,1-4,0 0,-1 0,0 0,0 0,-1 1,0-1,0 1,-1-1,0 1,0 0,-1 0,-2-3,5 9,0 0,0 0,0 0,0 0,0 0,-1 0,1 1,0-1,0 0,-1 1,1-1,0 1,-1-1,1 1,0 0,-1 0,1-1,-1 1,1 0,-1 0,1 0,-1 1,1-1,0 0,-1 0,1 1,0-1,-1 1,1-1,0 1,-1 0,1-1,0 1,0 0,0 0,0 0,0 0,0 0,0 0,0 0,0 0,0 1,0-1,1 0,-1 0,0 1,1-1,0 0,-1 1,1-1,0 1,-1-1,3 2,0 0,0 0,0 0,0-1,1 1,-1-1,1 1,0-1,0 0,-1 0,1 0,0 0,1-1,-1 1,0-1,0 0,1 0,-1 0,0 0,1-1,-1 1,1-1,-1 0,1 0,-1 0,3-1,181-8,-184 8,-1 0,1 0,-1 0,1 0,-1 1,1-1,0 1,-1 0,1 0,0 0,-1 0,1 0,0 0,0 1,-1-1,1 1,-1 0,1 0,-1 0,1 0,-1 0,1 1,-1-1,0 1,0-1,0 1,0 0,0 0,0 0,0 0,-1 0,1 0,-1 0,1 1,-1-1,0 1,0-1,1 2,-3 6,0 0,0-1,-1 1,0-1,-1 0,0 1,0-1,-1-1,-1 3,-3 8,-8 19,6-16,1-1,1 1,1 1,1-1,1 1,0 0,2 6,3-26,0-1,0 1,0 0,0-1,1 1,0-1,-1 1,1 0,0-1,0 1,0-1,1 0,-1 1,0-1,1 0,0 0,-1 0,1 0,0 0,0 0,0 0,0-1,0 1,1-1,-1 0,0 1,1-1,-1 0,1 0,-1-1,1 1,0 0,86 4,-42-10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6:46.85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 22,'-2'0,"6"-4,8-5,4 1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6:47.49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279 450,'-9'-2,"0"0,-1 1,1 0,-1 0,1 1,-1 0,1 1,-1 0,1 0,0 1,-1 0,1 1,0 0,0 1,1-1,-1 2,1-1,0 1,0 1,0-1,1 1,0 0,0 1,0 0,1 0,0 1,0-1,1 1,0 0,1 1,-1-1,0 4,1-1,1-1,-1 1,2-1,-1 1,2 0,-1 0,2 0,-1 0,1 0,2 9,-2-16,1 1,0 0,0-1,0 1,1-1,-1 0,1 1,0-1,1 0,-1 0,1 0,-1 0,1-1,0 1,1-1,-1 1,0-1,1 0,0-1,0 1,0-1,0 1,0-1,0 0,1-1,0 1,6-1,0 0,0-1,0 0,0-1,-1 0,1-1,0 0,-1-1,0 0,1-1,-1 0,0 0,-1-1,1-1,-1 1,0-2,-1 1,1-1,-1 0,-1-1,1 0,-1 0,1-3,7-8,0 0,-2-1,0-1,-2 0,0-1,-1 0,-1 0,-2-1,0 0,-1-1,0-6,1-14,-2 0,-2 0,-2-1,-2 1,-5-31,-18-34,23 107,1 0,-1 1,1-1,-1 1,1-1,-1 1,0-1,0 1,0 0,0-1,0 1,0 0,0 0,-1 0,1 0,0 0,-1 0,1 0,0 0,-1 0,1 1,-1-1,1 1,-1-1,0 1,1-1,-1 1,1 0,-1 0,0 0,1 0,-1 0,0 0,1 0,-1 1,1-1,-1 0,0 1,1 0,-1-1,1 1,0 0,-1 0,1-1,-1 1,1 0,0 0,0 1,0-1,-1 0,1 0,0 1,1-1,-1 0,0 1,0-1,0 2,-16 22,2 1,0 0,2 1,1 1,1 0,2 1,0 0,2 0,-1 17,1-17,1 1,1 1,1-1,2 1,1-1,2 1,1-1,1 1,2-1,5 19,-6-39,0 0,1-1,0 1,0-1,1-1,0 1,0-1,1 0,1 0,-1-1,1 0,0-1,1 1,-1-2,1 1,0-1,1 0,-1-1,1 0,0-1,0 0,0 0,1-1,-1 0,0-1,1-1,-1 1,1-1,-1-1,1 0,-1-1,0 0,7-2,-4 1,-1 0,0-1,0-1,0 0,-1 0,1-1,-1-1,0 1,-1-2,0 0,0 0,-1-1,0 0,0 0,-1-1,0 0,-1-1,0 0,-1 0,0 0,0-1,-2 0,1 0,-2 0,1-1,-2 1,1-1,-2 1,0-1,0 0,-1 0,-2-8,-21-39,23 58,-1 1,0 0,0-1,0 1,0 0,0 0,-1-1,1 1,0 0,0 0,-1 0,1 1,-1-1,1 0,-1 0,1 1,-1-1,1 1,-1 0,0-1,1 1,-1 0,1 0,-1 0,0 0,1 0,-1 0,0 0,1 1,-1-1,1 1,-1-1,1 1,-1-1,1 1,-2 1,-3 3,0 0,1 1,-1 0,1 0,0 1,1-1,0 1,0 0,0 0,1 0,0 1,0-1,1 1,0 0,1 0,-1 3,0-3,0 1,1 0,0 0,0 0,1 0,0-1,1 1,0 0,0 0,1 0,0-1,1 1,0-1,0 1,0-1,1 0,1-1,-1 1,1-1,1 1,-1-1,1-1,0 1,1-1,-1 0,1-1,0 0,7 4,17 7,0-3,1 0,0-2,0-1,1-2,0-1,1-2,0-1,13-1,84 7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6:48.12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410 493,'-13'-5,"0"1,-1 1,1 0,-1 1,1 0,-1 1,0 1,1 0,-1 1,0 0,1 1,-1 1,1 0,0 0,0 2,0 0,0 0,1 1,0 0,0 1,1 1,-1 0,2 0,-1 1,1 1,1 0,0 0,-2 3,5-5,0 1,0 0,1 1,0 0,0-1,1 1,1 1,0-1,0 2,2-9,0 0,1 0,-1 0,1 1,0-1,0 0,0 0,1 0,-1 1,1-1,-1 0,1 0,0 0,0 0,1 0,-1 0,0 0,1 0,0-1,0 1,0-1,0 1,0-1,0 1,1-1,-1 0,1 0,-1 0,1-1,0 1,0-1,0 1,5 1,1-1,-1 0,0 0,1 0,-1-1,1 0,-1-1,1 0,-1 0,1-1,0 0,-1-1,0 0,1 0,-1-1,4-1,7-4,-1 0,0 0,0-2,-1-1,-1 0,11-9,-7 1,-1-1,0 0,-1-2,-2 0,0-1,-1-1,-1 0,-2-1,0 0,-2-1,-1-1,-1 1,-1-1,-1-1,-1 1,-2-1,-1 0,-1 1,-1-1,-2 0,-1 0,-2-7,4 26,0 0,-1-1,0 1,-1 0,0 0,0 0,-1 0,0 1,-1-1,-2-1,6 8,1 1,-1 0,0 0,0 0,-1 0,1 0,0 0,0 0,0 0,-1 0,1 0,0 1,-1-1,1 0,-1 1,1 0,-1-1,1 1,-1 0,1-1,-1 1,1 0,-1 0,1 0,-1 1,1-1,-1 0,1 0,-1 1,1-1,0 1,-1 0,1-1,-1 1,1 0,0 0,-1 0,-39 46,23-15,2 1,2 0,1 1,2 0,1 1,1 0,2 1,2-1,1 2,2-23,0 0,1 0,0 0,1 0,1 0,0 0,1 0,0 0,1 0,1 0,0-1,1 0,0 0,1 0,1 0,0-1,0 0,2-1,-1 0,1 0,1-1,8 8,47 18,0-12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6:48.89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412 602,'-23'-4,"0"1,0 0,0 2,0 0,0 2,-1 1,1 0,0 2,0 1,1 0,0 2,0 1,0 0,1 2,-6 4,24-13,0 0,0 1,0 0,1-1,-1 1,1 0,0 0,-1 1,1-1,0 0,0 1,0-1,1 1,-1 0,0-1,1 1,0 0,0 0,0 0,0 0,0 0,1 0,-1 0,1 1,0-1,0 0,0 0,0 0,0 0,1 0,-1 0,2 2,3 1,1 0,0 0,0 0,1-1,0 0,-1 0,2-1,-1 0,0 0,1-1,0 1,0-2,0 1,0-1,0-1,1 1,-1-1,0-1,1 1,-1-2,2 1,7 1,0-1,0-1,0 0,0-1,0-1,0-1,-1 0,1-1,-1-1,-1 0,1-2,-1 1,0-2,-1 0,0 0,9-9,-22 17,0 1,0-1,0 1,0-1,0 1,0-1,0 0,0 0,0 0,0 1,0-1,-1 0,1 0,0 0,-1 0,1 0,0 0,-1 0,1-1,-1 1,0 0,1 0,-1 0,0 0,0-1,0 1,0 0,0 0,0-1,0 1,0 0,0 0,-1 0,1 0,0-1,-1 1,1 0,-1 0,1 0,-1 0,0 0,1 0,-1 0,0 0,0 0,1 0,-1 1,0-1,0 0,0 0,-1 1,-1 0,0 1,-1 0,1 1,0-1,0 1,0-1,0 1,0 0,0 0,0 0,1 0,-1 1,1-1,-1 1,1 0,0-1,0 1,0 0,1 0,-1 0,1 1,-1-1,1 0,0 0,0 1,1 0,-3 0,2 0,-1 1,0-1,1 1,0-1,0 1,0 0,1 0,-1-1,1 1,0 0,1 0,-1 0,1-1,0 1,0 0,0-1,1 1,0-1,0 1,0-1,0 0,1 0,-1 0,1 0,0 0,0-1,0 1,1-1,0 0,-1 0,1 0,0 0,0-1,0 0,1 1,1-1,9 2,0-1,1-1,0 0,-1-1,1-1,0 0,0-1,-1-1,1 0,-1-1,1-1,-1 0,0-1,-1-1,1 0,-1-1,0-1,12-9,-9 7,-1-2,0 0,-1 0,-1-2,0 1,0-2,-1 0,-1-1,-1 0,0-1,-2 0,1 0,-2-1,0 0,-2-1,0 0,-1 0,2-11,3-40,-2-1,-4 0,-3 0,-4-11,-8-39,11 119,0 1,1 0,-1-1,0 1,0 0,0-1,0 1,0 0,-1 0,1-1,0 1,0 0,-1-1,1 1,-1 0,1 0,-1 0,0 0,1-1,-1 1,0 0,0 0,0 0,0 0,0 1,0-1,0 0,0 0,0 1,0-1,0 0,0 1,-1-1,1 1,0-1,0 1,-1 0,1 0,0-1,-1 1,1 0,0 0,0 0,-1 1,1-1,0 0,-1 0,1 1,0-1,0 0,-1 1,1 0,0-1,0 1,0 0,0-1,0 1,0 0,-1 1,-9 12,0 1,1 0,0 1,1 0,1 0,1 1,0 0,1 0,1 1,5-17,-14 42,1 1,3 0,1 1,3 0,1 0,2 39,2-71,0-1,2 1,-1 0,1-1,1 1,0-1,1 0,1 1,-1-1,2 0,0-1,0 1,1-1,1 0,-1-1,2 1,0-1,0-1,0 1,1-2,1 1,0-1,0 0,0-1,1-1,0 1,0-2,1 1,5 1,-5-5,0 0,0-1,0 0,0-1,0 0,0-1,0 0,0-1,-1 0,1-1,-1 0,1-1,-1 0,0-1,0-1,-1 1,0-2,0 1,0-1,-1-1,1 0,-2 0,0-1,0 0,0 0,-1-1,0 0,-1 0,0 0,-1-1,0 0,-1 0,0-1,-1 1,0-1,0 1,-2-2,-4-31,2 44,0 0,1-1,-1 1,1 0,-1 0,0-1,1 1,-1 0,0 0,1 0,-1 0,0 0,1 0,-1 0,0 0,1 0,-1 0,0 0,1 0,-1 0,0 1,1-1,-1 0,1 0,-1 1,0-1,1 0,-1 1,1-1,-1 1,1-1,-1 1,1-1,-1 1,1-1,0 1,-1-1,1 1,0 0,-1-1,1 1,-6 9,1 0,0 1,1 0,0 0,0 0,1 0,1 0,0 1,0 0,1-1,1 1,0-1,1 5,0-5,1 0,0 0,1 0,0 0,1 0,0-1,1 1,0-1,0 0,1-1,1 1,-1-1,1 0,1-1,0 0,0 0,1-1,0 0,0 0,0-1,1 0,0-1,0 0,1 0,-1-1,1-1,0 1,0-2,0 0,0 0,1-1,3 0,27 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6:49.14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46 0,'-14'0,"-6"0,8 3,19 0,28 0,31-1,33 0,33-1,27-3,-13-1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1:47.53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338 9,'-26'-4,"0"2,0 0,0 1,0 2,0 1,-11 2,30-3,0 1,0-1,0 1,0 0,0 1,1 0,-1 0,1 0,-1 1,1 0,0 0,1 1,-1-1,1 1,0 0,0 1,0-1,1 1,0 0,0 0,0 0,1 1,0 0,0-1,1 2,1-5,-1 0,1 1,1-1,-1 1,0-1,1 1,0-1,0 1,0-1,0 1,0-1,1 1,0-1,0 1,0-1,0 1,0-1,0 0,1 0,0 0,0 0,0 0,0 0,0 0,0 0,1-1,-1 1,1-1,0 0,0 1,14 6,0 0,1-1,0-1,0 0,1-1,0-1,2-1,56 18,-64-18,0 1,0 1,0 1,0-1,-1 2,0 0,-1 0,0 1,-7-6,-1 0,0 0,0 0,0 1,-1-1,1 0,-1 1,0 0,0 0,0 0,0-1,-1 2,1-1,-1 0,0 0,0 0,-1 0,1 1,-1-1,0 0,0 1,-1-1,1 0,-1 1,0-1,0 0,0 0,-1 1,-1 2,-1 0,0 0,0 0,-1-1,0 0,0 0,0 0,-1-1,1 0,-1 0,-1 0,1-1,-1 1,0-2,1 1,-2-1,-4 2,-7 2,0-1,0-1,-1 0,1-2,-1 0,-8-1,-54-6,50-2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1:48.08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11,'67'10,"-45"-10,431-8,-236-1,466 5,37 33,-583-13,-137-16,-1 0,1 0,-1 0,1 1,0-1,-1 0,1 0,-1 1,1-1,-1 0,1 1,0-1,-1 1,1-1,0 0,0 1,-1-1,1 1,0-1,0 1,-1-1,1 0,0 1,0-1,0 1,0-1,0 1,0-1,0 1,0-1,0 1,0-1,0 1,0-1,0 1,0-1,0 1,0-1,1 1,-1-1,0 1,0-1,1 1,-1-1,0 0,1 1,-1-1,0 1,1-1,-1 0,0 0,1 1,-1-1,1 0,-1 0,1 1,-1-1,1 0,-1 0,1 0,-1 0,1 1,-16 10,12-6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1:48.5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114 40,'-2'0,"-1"0,1 1,0-1,0 0,-1 1,1 0,0-1,0 1,0 0,0 0,0 0,0 0,0 1,0-1,0 0,0 1,1 0,-1-1,1 1,-1 0,1 0,0 0,-1-1,1 1,0 1,0-1,1 0,-1 0,0 0,1 0,-1 1,1-1,0 0,-1 1,1-1,0 0,1 0,-1 1,0 0,1-2,-1 0,1 0,-1 0,1 0,-1 0,1 0,0-1,-1 1,1 0,0 0,0 0,0-1,0 1,0 0,-1-1,1 1,0-1,0 1,1-1,-1 1,0-1,0 0,0 0,0 1,0-1,0 0,0 0,0 0,1 0,-1 0,0 0,0-1,0 1,0 0,0 0,0-1,0 1,0-1,0 1,0-1,0 0,0 1,0-1,0 0,0 1,-1-1,1 0,0 0,0 0,-1 0,1 0,0 0,0-3,-1 1,1-1,0 1,-1-1,0 0,0 1,0-1,0 0,-1 1,1-1,-1 0,0 1,0-1,0 1,-1-1,1 1,-1 0,0 0,0-1,0 1,0 0,0 1,-1-1,1 0,-1 1,0-1,0 1,0 0,0 0,0 0,0 0,-1 1,1-1,0 1,-4-1,6 2,-1 0,0 0,0 0,1 0,-1 1,0-1,1 0,-1 1,0 0,1-1,-1 1,0 0,1 0,-1-1,1 1,0 0,-1 1,1-1,0 0,0 0,-1 0,1 1,0-1,0 1,1-1,-1 1,0-1,0 1,-8 16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1:48.83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23 158,'9'4,"5"-2,3-7,1-7,-4-6,-2-4,-5-3,-8-2,-5 3,-7 7,-4 5,-2 10,-2 10,4 12,5 10,6 4,4-4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1:46.62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129 228,'-2'-1,"0"0,0 0,0 0,0 1,0-1,0 1,0 0,0-1,0 1,0 0,0 0,0 0,-1 1,1-1,0 0,0 1,0-1,0 1,0 0,0 0,0 0,1 0,-1 0,0 0,0 0,1 1,-1-1,1 0,-1 1,1-1,-1 1,1 0,0 0,-1 1,-31 71,24-42,2 0,1 0,2 1,1 0,1 0,2 0,1 0,2-1,1 1,2 0,1-1,8 22,-13-47,0 1,0-1,1 1,0-1,0 0,1 0,0 0,0-1,1 1,-1-1,2 0,-1 0,0-1,1 0,0 0,0 0,1 0,-1-1,3 1,-5-6,0 1,0-1,0 0,-1 0,1-1,-1 1,1-1,-1 0,1 0,-1 0,0 0,0-1,0 1,0-1,0 0,-1 1,1-1,-1-1,0 1,0 0,0 0,0-1,-1 1,1-1,-1 0,0 1,0-1,0 0,0 0,-1 0,16-53,-2 0,-3-1,-3-1,-2 0,-3 0,-3-30,1 81,1-28,-2 0,-1 0,-2 0,-1 0,-2 1,-4-12,-21-10,30 56,0 0,0 0,0-1,0 1,0 0,-1 0,1 0,0 0,-1 1,1-1,-1 0,1 1,-1-1,1 1,-1-1,1 1,-1 0,0-1,1 1,-1 0,0 0,1 0,-1 0,1 1,-1-1,0 0,1 1,-1-1,1 1,-1-1,1 1,-1 0,1 0,0-1,-1 1,1 0,0 0,-7 8,1-1,0 1,0 1,1-1,0 1,1 0,0 0,1 1,0-1,0 1,1 0,1 0,-1 7,1-10,-6 21,2 1,1 0,2 0,1 0,1 0,1 0,2 0,1 0,6 24,6 4</inkml:trace>
  <inkml:trace contextRef="#ctx0" brushRef="#br0" timeOffset="515.304">503 0,'-1'1,"0"-1,0 0,0 1,0-1,0 1,0 0,0-1,0 1,0 0,1 0,-1-1,0 1,0 0,1 0,-1 0,1 0,-1 0,1 0,-1 0,1 0,-1 0,1 0,0 0,0 0,-1 0,1 0,0 1,0-1,0 0,0 0,0 0,1 0,-1 0,0 0,0 0,1 2,-1-3,19 280,-19 102,16-470,-16 85,4-24,1 0,1 0,1 1,1 0,1 1,2-1,0 2,2 0,2-2,-14 24,0 0,1-1,-1 1,1 0,-1 0,1 0,0 0,0 0,0 1,0-1,0 0,1 1,-1 0,0-1,1 1,-1 0,0 0,1 1,0-1,-1 0,1 1,-1-1,1 1,0 0,-1 0,1 0,0 0,-1 1,1-1,-1 1,1-1,-1 1,1 0,4 4,-1 1,0 0,0 0,-1 0,0 1,0 0,0 0,-1 0,0 0,0 1,-1-1,0 1,0 1,-1-4,13 30,-3 0,-1 1,-2 1,-1-1,-2 1,-1 3,-4-35,0-1,0 0,-1 1,0 0,0-1,0 1,0-1,0 1,-1-1,0 1,0-1,0 0,-1 1,0-1,1 0,-1 0,-1 0,1 0,-1 0,1-1,-1 1,0-1,0 1,-1-1,1 0,-1-1,-3 4,-5-2,-1 0,0-1,0-1,1 0,-2 0,1-1,0-1,0 0,0-1,0-1,0 0,0 0,0-1,1-1,-1 0,-1-2,12 6,1 0,-1 0,1 0,0-1,-1 1,1 0,-1-1,1 1,0-1,-1 1,1-1,0 1,0-1,-1 0,1 0,0 0,0 0,0 0,0 0,0 0,0 0,0 0,0 0,1-1,-1 1,0 0,1 0,-1-1,1 1,-1 0,1-1,0 1,0-1,-1 1,1-1,0 1,53-22,-16 11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1:50.7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1,'20'2,"19"1,15 2,15 1,12-2,8 0,5-2,-3-1,-7 0,-9-1,-13 0,-14 0,-14-1,-9 1,-6-2,2-6,-3-1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1:53.75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181 88,'-6'-2,"-1"0,1 1,-1 0,1 1,-1-1,0 1,1 0,-1 1,1 0,-1 0,1 0,-1 1,1 0,-1 0,1 0,0 1,0 0,1 0,-1 1,0 0,1 0,0 0,0 0,0 1,1 0,-1 0,1 0,0 1,1-1,-2 4,4-6,0-1,1 1,0 0,-1 0,1 0,0 0,0 0,0-1,1 1,-1 0,1 0,0 0,-1-1,1 1,1 0,-1-1,0 1,0 0,1-1,0 0,-1 1,1-1,0 0,0 0,0 0,0 0,1 0,-1-1,0 1,1-1,1 2,88 26,-73-26,0-2,0 0,0-1,1-1,-1 0,0-2,0 0,0-1,0-1,-1-1,0 0,0-2,-1 0,1 0,-2-2,1 0,12-12,-23 16,0 0,0-1,0 1,-1-1,0-1,0 1,-1-1,0 0,-1 0,1 0,-1 0,-1-1,0 1,0-1,-1 0,0 0,0 1,-1-1,0 0,-1-3,-6 2,0 26,5-7,-1 0,2 0,-1-1,1 1,0 0,1 0,0 0,1 0,0 0,0 0,1 0,0 0,0-1,1 1,0-1,1 1,0-1,0 0,1-1,0 1,0-1,0 0,1 0,1 0,-1-1,1 0,0 0,0-1,0 0,8 4,-7-7,1 1,0-1,0 0,0-1,0 0,0-1,0 0,0 0,0-1,0 0,0 0,0-1,0 0,-1-1,1 0,-1 0,0-1,1 0,-2-1,1 0,0 0,-1 0,0-1,0 0,-1 0,0-1,0 0,0 0,-1 0,0-1,0 0,-1 0,0 0,-1 0,2-6,0 3,-1 0,-1-1,0 1,-1 0,0-1,-1 1,0-1,0 0,-2-1,1 13,-1 0,0 0,0 0,1 0,-1 0,0 1,1-1,-1 0,0 0,0 0,1 1,-1-1,0 0,1 1,-1-1,0 0,1 1,-1-1,1 1,-1-1,1 1,-1-1,1 1,-1 0,1-1,0 1,-1-1,1 1,0 0,-1-1,1 1,0 0,0 0,0-1,-1 1,1 0,0 0,0-1,0 1,0 0,-4 10,0-1,1 1,0 0,1 0,0 0,0 0,1 0,1 10,0-17,0 0,1 1,-1-1,1 0,0 0,0 1,1-1,-1 0,1 0,0 0,0 0,0-1,1 1,-1-1,1 1,0-1,0 0,0 0,0 0,0 0,1 0,0-1,-1 0,2 1,6 1,1 1,1-2,-1 0,0 0,1-1,-1-1,1 0,0 0,-1-2,1 1,0-2,-1 1,0-2,1 0,-1 0,0-1,0-1,3-1,-8 2,-1 1,0-1,1 0,-2 0,1-1,-1 1,1-1,-1-1,0 1,-1-1,0 1,0-1,0-1,0 1,-1 0,0-1,0 0,-1 0,0 0,0 0,-1 0,0 0,0 0,0 0,-1 0,0-1,-1 1,0 0,0 0,0 0,-1 0,0-2,2 10,0 0,0 0,0-1,0 1,0 0,0-1,0 1,0 0,0 0,0-1,0 1,0 0,-1-1,1 1,0 0,0-1,-1 1,1-1,0 1,-1 0,1-1,-1 1,1-1,-1 1,1-1,-1 1,1-1,-1 1,0-1,1 0,-1 1,0-1,1 0,-1 0,0 1,1-1,-1 0,0 0,1 0,-1 0,0 0,0 0,1 0,-1 0,0 0,1 0,-1 0,0-1,1 1,-1 0,0 0,1-1,-1 1,0 0,1-1,-1 1,1-1,-1 1,1-1,-1 1,1-1,-1 1,1-1,-1 1,1-1,0 0,-3 8,1 1,1-1,0 0,0 1,0-1,1 1,0-1,0 0,1 1,0-1,0 1,1-1,0 0,0 0,1 0,0 0,0 0,1 0,-1-1,2 0,-1 0,0 0,1 0,0-1,1 1,-1-1,1-1,0 1,3 1,6 1,0-1,0 0,1-2,0 1,0-2,9 1,40 5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1:55.93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28 516,'1'-77,"0"-7,-3 1,-3-1,-11-41,10 72,6 53,1-1,-1 0,1 0,0 1,-1-1,1 0,0 1,0-1,-1 1,1-1,0 1,0-1,0 1,0-1,0 1,-1 0,1 0,0-1,0 1,0 0,0 0,0 0,0 0,0 0,0 0,0 0,0 1,0-1,0 0,0 0,0 1,-1-1,2 1,0-1,269 70,-260-67,101 42,-107-42,0-1,-1 1,0 0,0 1,0-1,0 1,0 0,0 0,-1 0,0 0,0 1,0-1,-1 1,1 0,-1-1,0 1,-1 0,1 1,-1-1,0 0,0 1,-18 148,17-151,0-1,0 1,0-1,0 1,1 0,-1-1,1 0,-1 1,1-1,0 1,0-1,0 0,0 1,1-1,-1 0,0 0,1 0,0 0,-1 0,1-1,0 1,0 0,0-1,0 1,0-1,0 0,1 0,-1 1,0-2,1 1,-1 0,0 0,1-1,-1 1,2-1,5 1,0 0,1-1,-1 0,0 0,0-1,0-1,0 1,0-1,2-1,4-2,0-1,-1 0,0 0,-1-1,1-1,-1-1,-1 0,0 0,0-1,-1 0,0-1,-1-1,0 0,0 0,-2-1,0 0,0 0,-1-1,3-9,-9 111,0-75,0 0,1-1,1 1,0-1,0 0,2 0,-1 0,1 0,1-1,0 0,1 0,0 0,1-1,6 7,-12-15,1 0,0 0,-1-1,1 1,0 0,0-1,0 0,0 0,0 0,0 0,0 0,1-1,-1 0,0 1,0-1,1 0,-1 0,0-1,0 1,0-1,0 0,1 1,-1-1,0-1,0 1,0 0,-1-1,1 1,0-1,0 0,-1 0,1 0,1-2,11-11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1:56.19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23 4,'-9'-2,"-1"1,6 3,4 2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1:57.2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112 12,'-14'57,"3"0,3 0,2 1,2 0,3 0,3 0,2-1,2 1,14 49,-16-77,-3-21,9 54,-3 1,-2 0,-3 0,-6 44,3-98,0 0,-1 1,0-1,-1 0,0 0,0-1,-1 1,-5 8,9-17,-1 0,1 0,0 0,-1 0,1 0,-1 0,1 0,-1 0,0 0,1 0,-1 0,0 0,0-1,1 1,-1 0,0 0,0-1,0 1,0-1,0 1,0-1,0 1,0-1,0 1,0-1,-1 0,1 0,0 0,0 0,0 0,0 0,0 0,0 0,0 0,-1 0,1 0,0-1,0 1,0 0,0-1,0 1,0-1,0 1,0-1,0 0,0 1,0-1,1 0,-1 0,0 0,0 0,-26-57,17 3,3-1,3 0,1-1,4-25,0 69,33-635,-32 623,13-55,-13 79,0-1,-1 1,1-1,0 1,0 0,0-1,0 1,0 0,0 0,0 0,0 1,0-1,1 1,-1-1,0 1,0-1,1 1,-1 0,0 0,1 0,-1 1,0-1,0 0,1 1,-1 0,0-1,0 1,1 0,0 0,32 6,0 2,-1 1,0 2,-1 1,0 2,-1 1,0 2,-2 1,1 2,19 36,-49-55,0 0,0 1,0-1,-1 0,1 0,-1 1,1-1,-1 0,0 1,0-1,0 0,0 1,0-1,-1 0,1 1,-1-1,1 0,-1 0,0 1,0-1,0 0,0 0,0 0,0 0,-1 0,1-1,-1 1,0 0,1 0,-2 0,-11 7,0-1,0-1,-1 0,0-1,0 0,0-2,-1 1,1-2,-1 0,0-1,0-1,-9 0,25-1,0 0,-18 2,0 0,0-1,0-1,0 0,0-2,-14-3,32 5,0 0,1 0,-1 0,0-1,0 1,1 0,-1-1,0 1,0 0,0 0,0-1,0 1,1 0,-1-1,0 1,0 0,0-1,0 1,0 0,0-1,0 1,0 0,0-1,0 1,0 0,0-1,-1 1,1 0,0-1,0 1,0 0,0-1,0 1,-1 0,1 0,0-1,0 1,-1 0,1 0,0-1,0 1,-1 0,1 0,0 0,-1-1,1 1,0 0,0 0,-1 0,1 0,0 0,-1 0,1 0,0 0,-1 0,1 0,-1 0,1 0,0 0,-1 0,1 0,29-9,284-18,-291 25,1 2,-1-1,1-2,-1 0,0-1,0-1,-1-1,1-1,-2-1,1-1,-1-1,6-4,-21 10,-1 0,1 0,-1 0,0 0,0-1,0 0,-1 0,1 0,-1 0,0 0,-1-1,0 1,1-1,-2 0,1 0,-1 1,0-1,0 0,0 0,-1 0,0 0,0 0,-1 0,1 0,-1 0,-1 0,1 0,-1 0,-2-4,3 8,-1 0,0 0,0 0,0 0,0 1,0-1,0 1,0-1,-1 1,1 0,-1 0,1-1,-1 2,1-1,-1 0,1 1,-1-1,0 1,1 0,-1-1,0 1,1 1,-1-1,0 0,1 1,-1-1,-1 1,-68 31,66-28,1-1,-1 1,0 0,1 1,0-1,0 1,0 0,0 0,1 1,0-1,0 1,1 0,-1 0,1 0,1 1,-1-1,1 1,0-1,0 1,1 0,0 0,0 0,1 0,0-1,0 1,1 0,-1 0,1 0,1 0,-1-1,1 1,1 0,-1-1,1 0,0 1,0-1,1-1,0 1,0 0,2 1,15 6,0-1,0-1,1-1,0-1,1 0,0-2,0-1,1-1,0-1,0-1,0-1,0-1,18-2,75 1,-8-4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1:57.68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135 119,'-8'16,"0"0,0 0,2 1,0 0,1 0,1 0,0 1,1-1,1 6,1-16,1 1,0-1,0 1,1-1,-1 1,2-1,-1 1,1-1,0 0,1 0,0 0,0 0,0 0,1-1,0 1,1-1,-1 0,1 0,0-1,0 1,1-1,0 0,0-1,0 1,0-1,1-1,0 1,0-1,0 0,0-1,0 1,1-1,-1-1,0 0,1 0,0 0,-1-1,1 0,-1 0,1-1,0 0,-1 0,0-1,1 0,-1-1,0 1,0-1,0 0,1-2,1 0,0-1,0 0,-1 0,1-1,-2 0,1 0,-1-1,0 0,-1 0,0-1,0 0,-1 0,0 0,0-1,-1 0,-1 1,1-1,-1-1,-1-2,-1 0,1 0,-2 0,0 0,-1 0,0 0,0 0,-2 1,0-1,0 0,-1 1,0 0,-1 0,-1 0,-4-7,6 12,0 1,0-1,0 1,-1 0,0 0,0 0,-1 1,0 0,0 0,0 0,0 1,-1 0,1 0,-1 0,0 1,0 0,-1 1,1 0,0 0,-1 0,1 1,-1 0,0 0,1 1,-1 0,0 0,1 1,-8 3,2 0,-1 2,0-1,1 2,0-1,1 2,0 0,0 0,0 1,1 1,0 0,1 0,0 1,1 0,0 1,-44 53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1:54.02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97 381,'-7'18,"-2"15,0 9,2 4,4-1,3-4,4-9,0-10</inkml:trace>
  <inkml:trace contextRef="#ctx0" brushRef="#br0" timeOffset="247.49">3 33,'-3'2,"7"4,9 4,3 1</inkml:trace>
  <inkml:trace contextRef="#ctx0" brushRef="#br0" timeOffset="532.329">391 634,'206'-165,"-199"160,-1 0,1 0,-2-1,1 0,-1 0,1-1,-2 1,1-1,-1 0,0-1,0 1,-1-1,0 1,-1-1,1 0,-2 0,1 0,0-4,-3 10,0-1,1 1,-1-1,0 1,0-1,-1 1,1 0,0-1,-1 1,1 0,-1 0,0 0,0 0,1 0,-1 1,-1-1,1 1,0-1,0 1,0 0,-1-1,1 1,-1 0,1 1,-1-1,1 0,-1 1,1-1,-1 1,0 0,-81 7,77-4,0 0,1 1,-1 1,1-1,0 1,0 0,1 0,0 1,-1-1,2 1,-1 1,1-1,0 0,0 1,1 0,-1 0,2 0,-1 0,1 1,0-1,0 1,1-1,0 1,1-1,0 1,0 0,0-1,1 1,0 0,0-1,1 1,0-1,1 0,-1 1,1-1,1-1,-1 1,1 0,1-1,-1 0,1 0,0 0,0 0,5 3,6 0,0 0,0-1,1 0,0-2,0 0,1-1,0 0,0-2,0 0,0-1,0-1,0-1,7 0,43 0</inkml:trace>
  <inkml:trace contextRef="#ctx0" brushRef="#br0" timeOffset="1126.512">1326 261,'-45'-1,"28"-1,0 2,0 0,0 1,1 0,-1 1,0 1,1 1,-2 1,14-3,0 0,1 0,-1 1,1-1,-1 1,1 0,0 0,0 0,0 0,0 0,1 1,-1-1,1 1,0 0,0-1,0 1,1 0,-1 0,1 1,0-1,0 0,0 0,1 0,0 1,-1-1,2 0,-1 1,0-1,1 0,0 0,0 1,0-1,0 0,1 0,-1 0,1 0,0-1,1 1,-1 0,0-1,1 1,0-1,0 0,0 0,0 0,1-1,-1 1,15 10,-1-1,2-1,-1-1,1-1,1 0,0-1,0-1,1-2,-1 1,20 1,49 15,-49-4,-39-18,0 0,0 1,-1-1,1 1,-1 0,1-1,0 1,-1 0,1-1,-1 1,1 0,-1-1,1 1,-1 0,0 0,1 0,-1-1,0 1,0 0,0 0,0 0,1 0,-1 0,0 0,-1-1,1 1,0 0,0 0,0 0,0 0,-1-1,1 1,0 0,-1 0,1 0,0-1,-1 1,1 0,-1 0,1-1,-1 1,0-1,1 1,-1 0,-10 7,0 0,-1 0,1-1,-1-1,-1 0,1-1,-1 0,0-1,0 0,0-1,-3 0,-20 0,35-4,1 1,-1 0,1 0,-1-1,1 1,-1 0,1-1,0 1,-1 0,1-1,-1 1,1-1,0 1,-1-1,1 1,0-1,-1 1,1-1,0 1,0-1,0 1,0-1,-1 1,1-1,0 0,0 1,0-1,0 1,0-1,0 1,0-1,1 0,-1 1,0-1,0 1,0-1,0 1,1-1,-1 1,0-1,1 1,-1-1,0 1,1-1,-1 1,0 0,1-1,-1 1,1 0,-1-1,1 1,-1 0,1-1,-1 1,1 0,-1 0,1 0,-1-1,1 1,31-30,0 0,2 3,27-18,20-15,65-73,-146 133,0-1,0 1,0 0,0-1,0 1,0 0,1 0,-1-1,0 1,0 0,0-1,0 1,1 0,-1 0,0-1,0 1,1 0,-1 0,0 0,0-1,1 1,-1 0,0 0,0 0,1 0,-1 0,0-1,1 1,-1 0,0 0,1 0,-1 0,0 0,1 0,-1 0,0 0,1 0,-1 0,0 1,1-1,-1 0,0 0,0 0,1 0,-1 0,0 0,1 1,-1-1,0 0,0 0,1 0,-1 1,0-1,0 0,0 0,1 1,-1-1,0 0,0 1,0-1,2 25,-2-16,3 56,-3-31,2 0,1 0,2-1,4 15,-9-47,0 0,0 0,0 0,0 0,0 0,0 0,0 0,0 0,0 0,0-1,1 1,-1 0,0 0,0 0,1 0,-1 0,1-1,-1 1,1 0,-1 0,1-1,0 1,-1 0,1-1,0 1,-1-1,1 1,0-1,0 1,0-1,-1 1,1-1,0 0,0 0,0 1,0-1,0 0,0 0,-1 0,1 0,0 0,0 0,0 0,0 0,0 0,0 0,0-1,0 1,-1 0,1-1,0 1,0 0,0-1,-1 1,1-1,0 1,0-1,-1 0,1 1,0-1,-1 0,1 1,-1-1,1 0,-1 0,14-15</inkml:trace>
  <inkml:trace contextRef="#ctx0" brushRef="#br0" timeOffset="1366.61">1848 6,'-14'-2,"-6"-1,-1 4,7 10,9 11,15 12,15 8,3-2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1:51.98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26 169,'-8'41,"1"-1,2 1,1 1,3 29,0-41,2 103,4-116,1-36,38-384,-36 332,12 160,-19-82,0 0,1 0,0 0,0 0,1-1,-1 1,2-1,-1 1,1-1,0 0,0 0,0-1,1 1,0-1,0 0,0 0,1 0,0-1,0 0,0 0,0-1,1 0,-1 0,1 0,0-1,-1 0,1 0,0 0,1-1,-1 0,0-1,0 0,0 0,7-1,-6-1,1-1,-1-1,0 1,0-2,0 1,-1-1,1 0,-1 0,0-1,-1 0,1 0,-1-1,0 0,-1 0,0 0,0-1,0 0,0-3,4-6,-1-1,-1-1,0 1,-2-1,0 0,-1-1,1-15,-17 258,11-200,-1-4,1 1,0-1,1 1,2 0,0-1,1 0,1 1,0-1,6 11,6 0</inkml:trace>
  <inkml:trace contextRef="#ctx0" brushRef="#br0" timeOffset="351.494">828 75,'-9'12,"-1"-1,1 1,1 1,0-1,1 2,0-1,1 1,1 0,0 0,1 0,0 1,1-1,1 1,0 0,1 0,1 12,-1-13,0 0,0 1,2-1,0 0,0 0,1 1,1-1,1 0,0-1,0 1,1-1,1 0,1 0,-1 0,2-1,0 0,0 0,1-1,1-1,0 1,0-1,3 1,-8-8,0 0,0-1,1 1,-1-1,1 0,-1-1,1 1,0-1,0 0,0 0,0-1,-1 0,1 0,0 0,0-1,0 0,0 0,-1 0,1-1,0 0,-1 0,1 0,-1-1,0 0,0 0,0 0,0-1,7-5,0 0,-1-2,0 1,-1-1,0 0,-1-1,0-1,-1 1,0-1,1-4,5-16,-1 0,-2-1,-1 0,-2-1,-1 0,-2 0,-1 0,-2-1,-1 1,-2-1,-3-21,4 23,3 27</inkml:trace>
  <inkml:trace contextRef="#ctx0" brushRef="#br0" timeOffset="605.614">1457 49,'18'21,"15"12,9 11,6 7,2 6,2 0,-2-1,-2-2,-5-7,-5-6,-6-8,-8-10,-4-15,-6-9</inkml:trace>
  <inkml:trace contextRef="#ctx0" brushRef="#br0" timeOffset="780.141">1911 116,'-16'7,"-12"11,-10 11,-8 13,-3 13,-2 8,-2 7,2 3,5-2,10-13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1:51.05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121 121,'0'23,"0"18,-2 14,-3 12,-1 2,1 0,-1-6,0-8,2-15</inkml:trace>
  <inkml:trace contextRef="#ctx0" brushRef="#br0" timeOffset="338.178">1 1,'174'137,"-140"-110,-2 1,-1 2,-1 1,-2 1,-1 2,-1 0,-2 2,11 23,-31-52,0 0,-1-1,0 1,0 1,-1-1,0 0,0 1,-1-1,0 1,0 0,-1-1,1 1,-2-1,1 1,-1 0,-1-1,1 1,-1-1,0 1,-1-1,0 0,0 0,0 0,-1-1,-3 5,-3-3,0 0,-1-1,0 0,0-1,0 0,-1 0,0-2,0 1,0-2,-1 1,1-2,-1 0,0 0,0-1,1-1,-1 0,0 0,0-2,0 1,1-2,-1 0,1 0,0-1,-1 0,-2-3,-28-21,35 16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1:5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40,'16'0,"14"0,18 0,17-2,16-4,9-2,6 0,0 1,-7 2,-10 2,-11 3,-15 5,-17 1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2:01.3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126 43,'-7'3,"-1"0,1 0,0 0,0 1,0 1,1-1,-1 1,1 0,0 0,1 1,-1 0,1 0,0 0,0 0,1 1,0 0,0 0,1 0,0 0,-3 8,5-10,-1 0,1 0,0 0,0 0,0 0,1 0,0 0,0 0,0 0,1 0,-1 0,1 0,0 0,1 0,-1 0,1 0,0 0,0-1,1 1,-1-1,1 0,0 1,0-1,1 0,-1-1,1 1,0-1,0 0,0 1,0-2,0 1,3 1,8 1,-1-1,0 0,1-1,0-1,0 0,-1-1,1-1,0 0,0-1,0-1,0 0,-1-1,1 0,-1-2,0 1,0-2,0 0,-1 0,8-6,-8 7,-2-1,1 0,-1-1,0 0,0-1,-1 0,0-1,0 0,-1 0,0-1,-1 0,0-1,0 0,-1 0,-1 0,0-1,-1 0,0 0,0-1,-1 1,-1-1,-1 0,1 0,-1-10,-2 23,-1 1,1-1,-1 0,1 1,-1-1,1 0,-1 1,1-1,-1 0,1 0,-1 0,0 0,1 1,-1-1,1 0,-1 0,0 0,1 0,-1 0,1 0,-1 0,1 0,-1-1,0 1,1 0,-1 0,1 0,-1-1,1 1,-1 0,1-1,-1 1,1 0,-1-1,1 1,0 0,-1-1,1 1,-1-1,1 1,0-1,-1 1,1-1,0 1,0-1,0 1,-1-1,1 0,0 1,0-1,0 1,0-1,0 0,0 1,0-1,0 1,0-1,0 1,0-1,0 0,1 1,-1-1,0 1,0-1,1 1,-1-1,0 1,1-1,-1 1,0-1,-5 12,1 1,0-1,1 0,0 1,0 0,2 0,-1 0,1 0,1 0,0 0,1 4,-1-9,0 0,1 0,0 0,0-1,0 1,1 0,0-1,0 1,0-1,1 1,0-1,1 0,-1 0,1-1,0 1,0-1,1 0,0 0,0 0,0 0,0-1,1 0,0 0,-1-1,1 1,1-1,-1-1,0 1,1-1,1 0,1 1,0-1,1-1,-1 1,0-2,1 1,-1-1,0-1,1 1,-1-2,0 1,0-1,1-1,-2 0,1 0,0 0,-1-1,1-1,-1 0,0 0,0 0,-1-1,0 0,0 0,0-1,-1 0,0 0,0 0,-1-1,0 0,0 0,1-3,-3 0,1 1,-2-1,1 1,-1-1,-1 0,0 0,0 0,-1 0,-1 0,0 0,-1-3,2 13,1 0,-1 0,0 0,-1 0,1 1,0-1,0 0,0 0,0 0,-1 0,1 0,0 1,-1-1,1 0,-1 0,1 0,-1 1,1-1,-1 0,0 1,1-1,-1 0,0 1,1-1,-1 1,0-1,0 1,1-1,-1 1,0 0,0-1,0 1,0 0,0 0,0 0,1 0,-1-1,0 1,0 0,0 1,0-1,0 0,0 0,0 0,0 0,1 1,-1-1,0 0,0 1,0-1,0 1,1-1,-1 1,0-1,1 1,-1 0,0-1,1 1,-1 0,1-1,-1 1,1 0,-1 0,1 0,-1-1,1 1,0 0,-1 1,-1 3,-1 0,0 0,1 0,0 0,1 1,-1-1,1 1,0 0,0-1,1 1,-1 0,1-1,0 1,1 0,0-1,0 1,0 0,0-1,1 1,0-1,0 0,1 0,-1 1,1-1,0-1,0 1,1 0,-1-1,1 0,0 0,1 0,-1 0,0-1,1 1,0-1,1 0,22 11,0-2,1 0,0-2,1-2,0 0,1-2,-1-2,1 0,5-2,-31-2,120 12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2:05.03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0 368,'1'-44,"1"-1,2 1,2 0,2 0,2 1,2 0,7-18,-18 62,-1 0,0-1,0 1,1-1,-1 1,0-1,1 1,-1-1,0 0,1 1,-1-1,1 1,-1-1,1 0,-1 1,1-1,-1 0,1 0,-1 1,1-1,-1 0,1 0,-1 0,1 0,0 0,-1 0,1 0,-1 0,1 0,0 0,-1 0,1 0,-1 0,1 0,-1 0,1-1,-1 1,1 0,-1 0,1-1,-1 1,1 0,-1-1,1 1,-1 0,1-1,-1 1,1-1,18 229,-3 103,-28-241,11-88,1 1,-1-1,0 1,0-1,0 0,-1 1,1-1,0 0,-1 0,0 0,1 0,-1 0,0-1,0 1,0 0,0-1,0 1,-1-1,1 0,0 0,0 0,-1 0,1 0,-1 0,1-1,-1 1,1-1,-1 0,0 0,1 0,-1 0,1 0,-1 0,-27-15,30 15,-1 0,1-1,-1 1,1 0,0-1,-1 1,1 0,-1-1,1 1,0-1,-1 1,1-1,0 1,0-1,0 1,-1-1,1 1,0-1,0 1,0-1,0 1,0-1,0 1,0-1,0 0,0 1,0-1,0 1,0-1,0 1,0-1,0 1,1-1,-1 1,0-1,0 1,1-1,-1 1,0-1,1 1,-1 0,0-1,1 1,-1-1,1 1,-1 0,1-1,-1 1,1 0,-1 0,1-1,-1 1,1 0,-1 0,1 0,0 0,11-4,0 1,0 0,1 1,-1 1,1 0,0 1,-1 0,5 1,13-1,252-9,-212 4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2:05.28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17,'0'-7,"0"-2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2:03.84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117 38,'0'25,"0"24,0 22,0 20,0 14,0 12,-2 7,-6 1,-3-4,-2-7,-2-16,3-16,2-20,4-24,3-17</inkml:trace>
  <inkml:trace contextRef="#ctx0" brushRef="#br0" timeOffset="555.81">10 239,'-3'-23,"1"16,0 0,1 0,0 0,0-1,1 1,0 0,0-1,1 1,0 0,0 0,1-1,0 1,0 0,1 0,2 3,0 0,1 1,0-1,-1 1,1 0,0 0,1 1,-1 0,0 0,1 1,-1-1,1 1,0 1,-1-1,1 1,-1 0,1 1,0 0,-1 0,1 0,-1 1,2 0,3 0,0 0,-1 0,1 1,0 1,-1 0,0 0,0 1,0 0,-1 1,1 0,-1 1,-1 0,1 0,-1 1,-1 0,1 0,-1 1,-1-1,0 2,0-1,0 1,-1 0,-1 0,4 11,-8-16,1 1,-1-1,0 0,0 1,-1-1,0 1,0-1,0 1,-1-1,1 0,-1 0,0 0,-1 0,1 0,-1 0,0-1,0 1,-1-1,1 0,-1 0,0 0,0 0,0-1,-1 1,1-1,-1 0,-3 1,-7 4,-1 0,0-1,0 0,0-1,-1-1,0-1,0-1,-4 1,8-2,0-1,1 0,-1 0,0-1,0-1,0 0,0-1,-6-2,18 4,0 1,1-1,-1 0,0 0,1 0,-1 0,0 0,1 0,-1-1,0 1,1 0,-1 0,1 0,-1-1,0 1,1 0,-1 0,1-1,-1 1,1-1,-1 1,1 0,-1-1,1 1,-1-1,1 1,0-1,-1 1,1-1,0 0,-1 1,1-1,0 1,0-1,0 0,-1 1,1-1,0 0,0 1,0-1,0 0,0 1,0-1,0 0,0 1,1-1,-1 1,0-1,0 0,0 1,1-1,-1 0,33-18,119-5,-89 18,-6-1,-1-3,0-2,-1-2,12-7,-48 14,0 0,0-2,-1 0,0-1,0-1,-2 0,1-2,-1 0,-1 0,0-1,-1-1,-1-1,5-7,15-45,-32 66,0 0,-1 0,1 1,-1-1,0 0,1 0,-1 0,0 0,0 1,0-1,0 0,0 0,-1 0,1 0,-1 1,1-1,-1 0,1 0,-1 1,0-1,0 1,0-1,0 0,0 1,0 0,0-1,-1 1,1 0,0-1,-1 1,1 0,-1 0,0 0,1 0,-1 0,0 1,1-1,-1 0,-7 1,0-1,0 1,1 0,-1 1,0 0,1 0,-1 1,0 0,1 1,0-1,0 2,0-1,0 1,0 0,1 1,-1 0,1 0,-5 6,2-3,0 0,1 1,0 0,0 1,1-1,0 2,1-1,1 1,-2 2,6-8,-1 0,1 0,0 1,0-1,1 0,-1 1,1-1,0 1,1-1,-1 1,1-1,1 1,-1-1,1 1,-1-1,2 1,-1-1,0 1,1-1,0 0,1 0,-1 1,6 4,1-1,-1 0,1 0,1-1,0 0,0 0,0-1,1 0,0-1,0-1,1 0,-1 0,1-1,0 0,1-1,11 1,55 12,1-4,0-4,68-1,-15-4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2:03.33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37 541,'4'-51,"-2"0,-2 0,-3 0,-2 0,-2 1,-3 0,-8-26,18 77,1-1,-1 1,0-1,1 1,-1-1,1 1,-1-1,1 0,-1 1,1-1,-1 0,1 1,-1-1,1 0,0 1,-1-1,1 0,-1 0,1 0,0 0,-1 0,1 0,-1 0,1 0,0 0,-1 0,1 0,0 0,-1 0,1 0,-1 0,1-1,0 1,-1 0,1 0,-1-1,1 1,-1 0,1-1,-1 1,1-1,-1 1,0-1,1 1,-1-1,1 1,-1-1,0 1,0-1,1 1,-1-1,0 0,0 1,0-1,1 1,-1-1,0 0,0 1,0-1,0 1,0-1,0 0,0 1,0-1,-1 0,1 1,0-1,295 107,-288-104,-1 0,1 1,-1 1,1-1,-1 1,0 0,0 0,0 1,-1 0,0 0,0 0,0 0,0 1,-1 0,0 0,0 0,-1 0,0 1,0 0,2 6,1 117,-6-127,0 0,1 0,0-1,0 1,0 0,0 0,0 0,0 0,1-1,-1 1,1-1,0 1,0-1,0 0,0 0,0 1,0-1,1-1,-1 1,0 0,1-1,0 1,-1-1,1 0,0 1,0-1,0-1,0 1,0 0,0-1,0 0,1 1,6-1,-1 1,0-1,1-1,-1 0,0 0,1-1,-1 0,0 0,0-1,1-1,5-5,0 0,-1-1,0-1,-1 0,0-1,-1 0,-1-1,1-1,-2 1,0-2,-1 1,0-1,-1-1,-1 0,0 0,-1-3,-6 20,0-1,0 0,0 0,0 1,1-1,-1 0,0 1,0-1,0 0,0 0,0 1,0-1,0 0,1 0,-1 1,0-1,0 0,0 0,1 0,-1 1,0-1,0 0,0 0,1 0,-1 0,0 1,1-1,-1 0,0 0,0 0,1 0,-1 0,0 0,1 0,-1 0,0 0,0 0,1 0,-1 0,0 0,1 0,-1 0,0 0,0 0,1 0,-1-1,0 1,0 0,1 0,-1 0,0 0,0 0,1-1,-1 1,4 38,-3-32,10 156,-11-161,1 1,-1 0,0 0,0-1,1 1,-1 0,1 0,0-1,-1 1,1-1,0 1,0-1,0 1,0-1,0 1,0-1,0 0,1 1,-1-1,0 0,1 0,-1 0,1 0,-1 0,1-1,-1 1,2 0,9 0</inkml:trace>
  <inkml:trace contextRef="#ctx0" brushRef="#br0" timeOffset="253.322">826 6,'-16'-2,"-8"-1,6 2,16 7,25 6,31 5,7 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2:01.73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60 522,'-2'13,"-1"15,0 8,1 3,0 0,6-6,3-5,4-7,2-13,1-11,-2-6</inkml:trace>
  <inkml:trace contextRef="#ctx0" brushRef="#br0" timeOffset="251.891">20 0,'-12'23,"4"17,12 10,14 6,5-7</inkml:trace>
  <inkml:trace contextRef="#ctx0" brushRef="#br0" timeOffset="516.395">381 669,'63'-68,"-43"48,-1 0,-1-1,0-1,-2 0,-1-2,-1 1,2-7,-15 28,0 1,0-1,0 1,0-1,0 0,0 0,0 1,-1-1,1 0,-1 0,1 0,-1 0,0 0,0 0,0 0,0 1,0-1,0 0,0 0,-1 0,1 0,-1 0,1 0,-1 1,0-1,1 0,-1 0,0 1,0-1,-1 1,1-1,0 1,0-1,-1 1,1 0,-1-1,1 1,-2 0,-4 0,-1 1,0 0,0 1,0-1,1 2,-1-1,1 1,-1 0,1 1,-1 0,1 0,0 0,0 1,1 0,-1 0,1 1,0 0,0 0,0 0,-2 4,-1 0,0 1,0-1,1 2,1-1,-1 1,2 0,-1 0,2 1,-4 9,7-17,1-1,0 1,0 0,0 0,0-1,1 1,-1 0,1 0,0 0,0 0,0 0,1 0,0 0,-1 0,1-1,1 1,-1 0,0 0,1-1,0 1,0-1,0 0,0 1,0-1,1 0,0 0,-1 0,1-1,0 1,0-1,0 1,1-1,1 1,9 3,0 0,0-1,1 0,-1-1,1-1,0 0,1-1,49 6</inkml:trace>
  <inkml:trace contextRef="#ctx0" brushRef="#br0" timeOffset="900.934">1063 348,'-17'-1,"0"1,0 0,0 1,1 1,-1 1,0 0,1 1,0 1,0 0,0 1,-3 3,17-8,0 0,0 0,0 1,0-1,0 0,0 1,0 0,1-1,-1 1,0 0,1 0,0 0,-1 0,1 0,0 0,0 0,0 0,0 0,0 0,1 1,-1-1,1 0,-1 1,1-1,0 0,0 1,0-1,0 1,1-1,-1 0,0 1,1-1,0 0,-1 0,1 1,0-1,0 0,1 0,-1 0,0 0,1 0,-1 0,1 0,-1-1,1 1,0 0,14 12,1-1,0 0,1-1,0 0,1-2,0 0,12 3,-1 1,-8-3,-1-2,0 1,-1 1,-1 1,0 0,0 2,8 8,-26-22,0 1,0-1,-1 1,1 0,0 0,0-1,-1 1,1 0,-1 0,1 0,0 0,-1 0,1-1,-1 1,0 0,1 0,-1 0,0 0,0 0,0 1,1-1,-1 0,0 0,0 0,-1 0,1 0,0 0,0 0,0 0,-1 0,1 0,0 0,-1 0,1 0,-1 0,1 0,-1-1,0 1,1 0,-1 0,0 0,0-1,1 1,-1 0,0-1,-46 20,-81-6,126-14,0 1,0-1,0 0,0 0,0 0,-1 0,1 0,0 0,0 0,0-1,0 1,0-1,0 1,0-1,0 0,0 0,0 0,0 0,1 0,-1 0,0-1,1 1,-1 0,1-1,-1 1,1-1,-1 0,1 1,0-1,0 0,0 0,0 0,0 0,1 0,-1 0,1 0,-1 0,1 0,0 0,1-5,1 0,1 1,-1 0,1 0,0-1,1 2,-1-1,1 0,0 1,1 0,-1-1,3 0,26-27,1 2,2 1,1 2,1 2,1 1,1 2,6-1,-31 17,-7 2,-1 1,1 0,1 0,-1 1,0 0,1 0,0 1,-1 0,1 1,2 0,-9 2,-1-1,1 1,-1 0,1 0,-1 0,1 0,-1 0,0 0,1 0,-1 1,0-1,0 0,0 1,0-1,0 1,0-1,-1 1,1 0,0-1,-1 1,1 0,-1-1,0 1,1 0,-1-1,0 1,0 0,0 0,0-1,-1 1,1 0,0 0,-1 1,1 2,-3 229,3-229,0-1,1 1,-1-1,1 0,0 0,0 1,1-1,-1 0,1 0,0 0,0 0,0-1,1 1,-1 0,1-1,0 0,0 1,0-1,1-1,-1 1,1 0,-1-1,1 0,0 1,0-1,0-1,0 1,0-1,0 1,3-1,21 0</inkml:trace>
  <inkml:trace contextRef="#ctx0" brushRef="#br0" timeOffset="1151.032">1464 54,'-9'20,"-1"17,8 12,12 10,3-5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1:59.46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215 67,'0'25,"2"22,1 19,0 14,-1 7,0 2,-1-2,-1-9,1-19</inkml:trace>
  <inkml:trace contextRef="#ctx0" brushRef="#br0" timeOffset="321.474">1 1,'118'70,"-52"-32,-2 2,-2 3,54 49,-99-79,0 2,-2 0,1 1,-2 0,0 1,-1 1,-1 0,-1 1,0 0,-1 1,-2 0,0 0,-1 1,0 0,-2 0,2 18,-8-31,1 0,-2 0,1 0,-1 0,0 0,-1 0,1-1,-2 1,1-1,-1 0,0 0,0 0,-1 0,0-1,0 0,-1 0,0 0,0-1,0 1,-1-1,1-1,-1 0,0 0,-1 0,1 0,-1-1,1-1,-1 1,0-1,-8 1,-3 1,-1 0,0-1,0-1,0-1,1-1,-1-1,0 0,0-2,0 0,1-1,-1-1,1-1,-5-3,23 9,-1 0,-1-1,1 1,-1-1,1 0,-1 0,1 0,0 0,-1 0,1 0,0-1,0 1,0-1,0 0,0 1,1-1,-1 0,0 0,1 0,-1 0,1 0,0-1,0 1,0 0,0-1,0 1,0-1,0-1,7-10</inkml:trace>
  <inkml:trace contextRef="#ctx0" brushRef="#br0" timeOffset="719.848">843 227,'-6'17,"0"0,1 1,1 0,1 0,0 0,1 16,1-25,-5 26,3 1,1 0,1-1,2 1,2 0,1-1,2 0,1 0,5 11,-11-42,-1-1,1 0,1 0,-1 0,0 0,1 0,-1-1,1 1,0 0,0-1,0 1,0-1,1 0,-1 0,1 1,-1-2,1 1,0 0,-1 0,1-1,0 0,0 1,0-1,0 0,1-1,-1 1,0 0,0-1,0 0,1 0,-1 0,0 0,0 0,1-1,-1 1,0-1,0 0,0 0,0 0,1-1,10-6,-1-2,0 0,0 0,-1-1,-1-1,1 0,-2 0,0-1,-1-1,0 0,0 0,-2 0,1-2,8-17,-2 0,-1 0,-1-1,-2 0,-1-1,-2-1,-1 1,-1-14,-5 12,-3 22,-5 24,4 12,0 0,1 0,1 0,1 1,1-1,1 0,1 1,2 11,-2-20,1-1,0 1,0-1,1 0,1 0,0 0,0-1,1 0,1 0,0 0,1-1,1 3,21 16</inkml:trace>
  <inkml:trace contextRef="#ctx0" brushRef="#br0" timeOffset="969.048">1525 214,'2'14,"8"13,11 14,11 9,12 4,9 3,5 3,2 1,-5-5,-5-3,-8-7,-12-9,-9-11,-7-9</inkml:trace>
  <inkml:trace contextRef="#ctx0" brushRef="#br0" timeOffset="1244.928">1913 201,'-21'27,"-15"25,-11 22,-7 19,-3 11,2 7,9-16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2:33.8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2835 303,'5'19,"-1"1,-1-1,-1 1,-1 0,-1-1,-1 9,1 7,7 117,7 0,12 35,-11-43,-7 0,-10 116,0-89,-6 351,-10-19,5 60,12-244,-36 89,29 123,0-99,8-209,-16 92,0-145,7 66,9-201,0-9</inkml:trace>
  <inkml:trace contextRef="#ctx0" brushRef="#br0" timeOffset="1">2862 449,'51'-312,"-47"180,-3 132,0-1,0 0,0 1,0-1,0 1,1-1,-1 1,0 0,0 0,0-1,0 1,0 0,1 0,-1 0,0 0,0 0,0 0,0 1,0-1,1 0,-1 0,0 1,0-1,0 1,0-1,0 1,0 0,0-1,0 1,0 0,0 0,-1-1,1 1,0 0,0 0,-1 0,1 0,0 0,-1 0,1 1,8 4,17 7,1-2,1-2,0 0,0-1,1-2,0-1,0-2,0 0,1-2,-1-1,0-2,0 0,5-3,-30 5,854-16,307 26,-954 0,193 34,-112-17,-259-25,-57 14,20-10,0-1,0 0,1 1,0 0,0 0,0 0,1 0,0 1,0-1,0 0,1 1,0 0,0-1,1 1,0-1,0 5,-2 17,-49 267,27-175,5 0,3 28,-15 600,5 72,18-50,1 115,8-545,0-263,-1 102,-18 120,-31 183,39-376,4 1,7 77,1-60,-2 215,10-283,-2-51,-1-6</inkml:trace>
  <inkml:trace contextRef="#ctx0" brushRef="#br0" timeOffset="2">2715 5877,'10'130,"-6"0,-12 106,4-119,3-103,0-7,0 0,1 0,0-1,0 1,0 0,1-1,0 1,1 0,-1-1,1 1,0-1,1 0,2 5,-3-9,1-1,0 1,0-1,0 1,-1-1,1 0,0-1,0 1,0 0,1-1,-1 1,0-1,0 0,0 0,0 0,0-1,0 1,0-1,0 0,0 0,0 0,0 0,0 0,0 0,0-1,-1 0,1 1,-2 0,14-5,21-9,2 1,-1 1,2 2,-1 2,22-1,21 5,0 5,53 6,4 1,-1-5,119 5,45 14,226 34,24-21,-253 12,-255-40,54 17,-85-18,0-1,0 0,1-1,-1 0,1-1,-1 0,1-1,0-1,0 0,11-2,-21 2,0-1,0 1,0-1,0 0,0 0,-1 0,1 0,0 0,-1-1,1 0,-1 1,1-1,-1 0,0 0,1 0,-1 0,0 0,-1-1,1 1,0-1,-1 1,1-1,-1 0,0 1,0-1,0 0,0 0,0-3,6-87,-8 82,-1-16,-1 16</inkml:trace>
  <inkml:trace contextRef="#ctx0" brushRef="#br0" timeOffset="3">1 5182,'46'10,"0"-2,1-2,0-3,0-1,15-3,53 4,694 79,-389-75,-190-7,78 16,-132 6,-77-8,1-4,37-4,-17 1,-65 5,-77-6,3-7,-1-2</inkml:trace>
  <inkml:trace contextRef="#ctx0" brushRef="#br0" timeOffset="4">255 3872,'180'-12,"558"5,188-25,-785 34,136 21,-164-12,38 13,-139-22</inkml:trace>
  <inkml:trace contextRef="#ctx0" brushRef="#br0" timeOffset="5">443 958,'232'-1,"605"10,-77-3,-481-7,-273 1</inkml:trace>
  <inkml:trace contextRef="#ctx0" brushRef="#br0" timeOffset="6">3463 797,'-19'44,"2"1,2 1,2 0,3 1,-5 43,13-80,-4 21,2 0,0 1,3-1,0 1,2-1,2 9,-2-35,0 0,0 0,1-1,0 1,0 0,0 0,0-1,1 1,0-1,0 0,0 0,0 0,1 0,-1 0,1-1,0 1,0-1,0 0,1-1,-1 1,1-1,0 0,-1 0,1 0,0 0,0-1,0 0,0 0,0 0,1-1,21 0,1-1,-1-1,0-1,0-2,0-1,0-1,-1-1,0-1,-1-1,19-11,46-30,-64 29</inkml:trace>
  <inkml:trace contextRef="#ctx0" brushRef="#br0" timeOffset="7">3330 1104,'20'0,"16"0,14-2,6-3,4-3,0-3,-2-1,-10 1,-11 0,-11 3</inkml:trace>
  <inkml:trace contextRef="#ctx0" brushRef="#br0" timeOffset="8">3343 717,'23'-2,"18"-4,19-2,13-2,7-3,4 0,-4 2,-10 0,-17 2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2:33.83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5 441,'-2'14,"0"1,1-1,1 0,1 0,0 0,1 0,3 12,-4-21,0 0,1-1,0 1,0-1,0 1,1-1,-1 0,1 0,0 0,0 0,1 0,-1-1,1 0,0 1,0-1,0 0,0-1,0 1,1-1,-1 0,1 0,-1 0,1-1,0 1,3-1,-1 0,1 0,0 0,-1-1,1 0,0 0,0-1,-1 0,1 0,-1-1,1 0,-1 0,1-1,-1 0,0 0,0-1,-1 0,1 0,-1-1,0 1,5-6,1 0,-2-1,1 0,-2-1,1 0,-2 0,0-1,0 0,-1-1,-1 0,5-11,-5 5,0 0,-1-1,-1 1,-1-1,-1 0,-1 1,-1-1,0 0,-2 0,0 0,-1 1,-2-1,0 1,-1 0,0 0,-2 1,-1 0,0 0,-5-5,13 21,0 0,-1 0,0 0,0 0,1 1,-2-1,1 1,0-1,-1 1,1-1,-1 1,1 0,-1 0,0 1,0-1,0 0,0 1,0 0,0 0,-1 0,1 0,0 0,-1 1,1-1,0 1,-1 0,1 0,0 0,-1 0,1 1,0-1,-1 1,1 0,0 0,0 0,0 1,-1-1,1 1,0 0,-8 9,0 1,0 1,2-1,0 2,0-1,1 1,1 0,0 1,1 0,0 0,2 1,-1-1,2 1,-2 15,1-1,1 1,1-1,1 0,3 19,6 28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2:33.83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0 562,'47'-120,"-24"71,107-311,-121 333,-2 22,-5 21,-2-16,1 265,32 115,-22-302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2:33.83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27 95,'-1'-2,"0"0,0-1,1 1,-1 0,1-1,0 1,-1 0,1-1,0 1,0-1,0 1,1 0,-1-1,1 1,-1-1,1 1,0 0,0 0,0-1,0 1,0 0,0 0,1 0,-1 0,1 0,-1 1,1-1,0 0,0 1,0-1,0 1,0-1,0 1,0 0,0 0,2 0,5-3,1 0,-1 1,1 0,0 1,0 0,0 1,0 0,0 0,0 1,0 0,0 1,0 0,0 1,0 0,0 1,0 0,-1 0,1 1,0 1,-6-3,0 1,0 0,0 0,-1 1,1-1,-1 1,0-1,0 1,0 0,-1 0,1 1,-1-1,0 0,0 1,-1 0,1-1,-1 1,0 0,0-1,-1 1,1 0,-1 0,0 0,0 0,-1 0,0-1,1 1,-2 0,0 2,-3 11,0 0,-2-1,0 0,-1 0,-1-1,-1 0,-2 2,-207 272,218-289,-1 0,0 0,1 1,0-1,-1 0,1 1,0-1,0 1,0 0,0-1,0 1,0 0,0 0,0-1,1 1,-1 0,1 0,-1 0,1 0,0 0,0 0,0 0,0 0,0-1,0 1,0 0,1 0,-1 0,1 0,-1 0,1 0,0-1,0 1,0 0,0-1,0 1,0 0,0-1,1 1,-1-1,0 0,1 1,-1-1,1 0,0 1,11-1,1 0,-1 0,0-1,1-1,-1 0,0-1,0-1,0 1,3-3,-1 2,152-40,-88 20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2:33.8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63,'24'-11,"0"1,0 1,1 1,0 1,0 2,1 0,-1 2,1 0,0 2,0 1,18 2,-40-1,-1 0,1-1,0 2,-1-1,1 0,-1 1,0-1,1 1,-1 0,0 0,0 0,0 1,0-1,-1 1,1-1,-1 1,1 0,-1 0,0 0,0 1,0-1,-1 0,1 1,-1-1,0 1,0-1,0 1,0 0,-1-1,1 1,-1 0,0-1,0 1,0 0,-1 0,1-1,-1 1,0 1,-4 8,-1-1,0 0,0-1,-1 0,0 0,-1 0,-1-1,1 0,-2 0,1-1,-1 0,-1-1,0 0,0-1,0 0,-1-1,0 0,0-1,0 0,-11 2,15 1,35-8,-20 0,16-1,0 1,0 1,-1 2,1 0,-1 1,2 1,-16-2,-1-1,1 1,0 0,-1 1,0-1,0 2,0-1,0 1,-1 0,1 0,-1 1,0-1,-1 1,0 1,0-1,0 1,-1 0,3 4,-5-7,-1 1,1-1,-1 0,1 0,-1 0,-1 1,1-1,0 1,-1-1,0 0,0 1,0-1,-1 1,0-1,0 0,0 1,0-1,0 0,-1 0,0 0,0 0,0 0,0 0,-1 0,1-1,-1 1,-1 0,-4 5,-1-1,0 0,-1 0,0 0,0-2,-1 1,1-1,-1-1,-5 2,-19 5,0-2,-1-1,0-2,0-2,-1-1,0-2,1-1,-21-3,33 0,39 0,15 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2:58.8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868 1,'-22'3,"0"2,1 1,0 1,0 0,1 2,0 0,0 2,1 0,0 1,1 0,0 2,-6 6,3 1,1 1,0 1,2 0,1 2,0 0,2 0,1 2,1 0,2 0,0 1,2 1,1-1,1 1,0 12,-7 65,4 0,5 0,5 39,0-137,6 192,8 0,39 186,86 481,-75-450,69 212,-113-549,9 30,-5 1,-5 1,-14-76,-2-1,-2 1,-1 0,-2 0,-1 0,-2-1,-1 0,-6 16,-16 24,-4-1,-2-2,-4-2,-2-1,-26 30,42-62,-58 92,6 2,6 4,-13 46,58-120,4 1,2 1,3 1,2 0,4 1,2 0,3 0,4 65,6-78,1-1,3 0,3-1,1 0,2-1,3 0,2-1,2-1,2-2,1 0,3-1,4 2,76 95,-76-106,-2 2,-1 1,-2 1,-2 1,-1 2,-3 0,-1 1,-2 1,-2 1,5 27,-17-38,-1 1,-2-1,-1 1,-2 0,-1-1,-1 1,-3-1,0 0,-2-1,-2 0,-1 0,-1-1,-2-1,-1 0,-2-1,-4 5,-51 69,-4-3,-27 22,29-36,4 2,4 4,4 4,49-76,2 1,1 0,0 0,2 2,1-1,0 1,2 0,1 0,1 1,1-1,1 1,1 0,1 0,1 0,4 18,10 6,2 0,2-1,3-2,1 0,2-1,2-1,3-2,0-1,3-1,27 25,92 93,-101-109,-1 3,-2 1,-3 3,-3 1,22 41,-41-52,-2 1,-2 2,-3-1,-1 2,-3 0,-1 1,-3 0,-3 0,-1 0,-3 1,-2 0,-2-1,-2 1,-3-1,-9 28,-63 201,51-192,3 0,5 2,3 1,-3 63,20-144,0 1,1 0,0 0,1-1,0 1,0 0,2-1,-1 1,1-1,0 0,1 0,1 0,-1 0,1-1,1 0,0 0,5 5,61 60,-55-60,-1 1,-1 1,0 0,-1 1,-1 1,-1 0,0 0,3 9,-8-4,-1 1,0-1,-2 1,-1 0,-1 1,-1-1,-1 1,-1-1,-1 0,-1 0,-1 0,-1 0,-8 20,2 13,3 0,1 0,4 13,-7-12,2-34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3:06.45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128 0,'-8'3,"1"1,-1-1,1 1,-1 1,1 0,0 0,1 0,-1 0,1 1,1 0,-1 1,1-1,0 1,0 0,0 0,1 1,1-1,-1 1,1 0,0 0,1 0,0 1,0-1,1 0,0 1,1-1,-1 3,2-6,0 0,0 0,0-1,0 1,1-1,0 1,0-1,0 0,0 0,1 0,0 0,0 0,0 0,0-1,0 1,1-1,-1 0,1 0,0 0,0-1,0 1,0-1,1 0,-1 0,0-1,3 1,4 2,0-1,0-1,0 0,0 0,1-1,-1-1,0 0,1 0,-1-1,8-2,-9 1,0 0,0-1,0 0,-1-1,1 0,-1 0,0-1,-1 0,1-1,-1 0,0 0,0-1,0 0,-1 0,-1-1,1 0,-1 0,0 0,-1-1,0 0,0 0,-1 0,3-10,-7-17,-1 36,1 0,-1 0,0 0,0 0,0 1,0-1,1 0,-1 1,0-1,0 1,1-1,-1 1,0-1,1 1,-1-1,0 1,1 0,-1-1,1 1,-1 0,1 0,-1-1,1 1,0 0,-1 0,1-1,0 1,-1 0,1 0,0 0,0 0,0 0,0-1,0 1,0 0,0 0,-2 5,0 1,1-1,-1 0,1 1,1-1,-1 0,1 1,0-1,0 1,1-1,0 1,0-1,1 0,0 0,0 1,0-1,1-1,-1 1,1 0,1 0,-1-1,1 0,0 0,0 0,1 0,-1-1,1 1,0-1,0-1,1 1,-1-1,1 1,0-2,0 1,1 0,1-1,-1-1,1 1,0-1,-1-1,1 0,0 0,0 0,-1-1,1 0,0-1,-1 1,1-2,-1 1,0-1,0 0,0 0,0-1,0 0,-1 0,0-1,1 0,-2 0,1 0,-1-1,1 1,-2-1,1-1,-1 1,0-1,0 1,0-1,-1 0,0-1,-1 1,1-3,5-81,-8 91,0 0,-1 1,1-1,0 0,-1 0,1 0,0 0,-1 0,1 0,0 0,-1 0,1 0,0 0,-1 0,1 0,0 0,-1 0,1 0,0 0,-1 0,1 0,0 0,-1 0,1-1,0 1,-1 0,1 0,0 0,0-1,-1 1,1 0,0 0,0-1,-1 1,1 0,0 0,0-1,0 1,-1 0,1-1,0 1,0 0,0-1,0 1,0 0,0-1,0 1,-10 33,9-24,0 0,0 0,1 0,0 0,1 0,0 1,0-2,1 1,0 0,1 0,-1 0,2-1,-1 0,1 1,1-1,0-1,0 1,0-1,1 0,0 0,3 3,22 18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3:09.30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167 113,'-9'18,"1"0,1 1,0-1,1 1,2 1,0-1,1 1,0-1,2 2,-7 94,5 1,5-1,5 0,17 84,-9-117,-15-82,0 0,0-1,1 1,-1 0,0 0,0-1,0 1,1 0,-1 0,0 0,0 0,1-1,-1 1,0 0,1 0,-1 0,0 0,0 0,1 0,-1 0,0 0,1 0,-1 0,0 0,1 0,-1 0,0 0,0 0,1 0,-1 0,0 0,1 0,-1 0,0 0,0 0,1 1,-1-1,0 0,1 0,1-37,-1 0,-2 1,-1-1,-2 0,-6-22,-135-601,142 576,3 81,0 0,1 1,-1-1,1 0,0 1,0-1,0 1,0-1,1 1,-1 0,1-1,-1 1,1 0,0 0,0 0,0 0,0 0,0 1,0-1,0 0,1 1,-1 0,1 0,-1-1,1 1,-1 1,1-1,0 0,9 1,0 0,0 0,0 1,0 1,0 0,0 0,0 2,-1-1,1 1,-1 1,0 0,-1 1,1 0,-1 0,6 6,-4-6,0 1,-1 0,0 1,-1 0,0 1,0 0,0 1,-1 0,-1 0,0 1,0 0,-1 0,-1 1,0 0,0 0,-1 1,1 4,-6-13,1-1,-1 1,0-1,-1 1,1-1,-1 0,1 1,-1-1,0 0,0 1,0-1,-1 0,1 0,-1 0,0 0,0 0,0-1,0 1,0 0,-1-1,1 1,-1-1,1 0,-1 0,0 0,0 0,0-1,0 1,0-1,0 0,-2 1,-8 2,0 0,0-1,0 0,0-1,0-1,0 0,-6 0,14-2,14-2,18-2,54-3,-35 6,0-3,0-2,-1-1,0-3,-1-2,30-12,-70 24,1-1,-1 1,1-1,-1 1,0-1,0-1,0 1,0-1,0 1,0-1,-1 0,0 0,1-1,-1 1,0-1,0 1,-1-1,1 0,-1 0,0 0,0-1,0 1,-1 0,1-1,-1 1,0-1,-1 1,1-1,-1 0,0 1,0-1,0 0,0 1,-1-1,0 1,0-1,0 1,-2-4,1 3,-1 0,0 1,0-1,-1 0,0 1,1 0,-1 0,-1 0,1 0,0 1,-1 0,0-1,0 2,0-1,0 1,0-1,-1 1,1 1,-1-1,1 1,-1 0,1 0,-1 1,0 0,1 0,-1 0,0 0,1 1,-1 0,1 0,-1 1,1-1,-1 1,1 0,0 1,0 0,0-1,0 2,-2 5,1 1,0 0,1 1,0-1,1 1,0 0,0 0,1 1,1-1,0 1,1-1,0 1,0-1,2 1,-1 0,1-1,1 1,0-1,1 1,0-1,0 0,1 0,1 0,0-1,2 3,4 5,0-1,1 0,1-1,0 0,1-1,1-1,0 0,1-1,0-1,1-1,1 0,0-1,0 0,1-2,0 0,6 0,57 19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3:09.71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54 4,'-11'39,"2"0,1 0,2 1,2 0,1 0,3-29,-1 0,2 0,0 0,0 0,1 0,1 0,-1-1,2 1,-1-1,2 0,-1 0,1 0,1 0,0-1,0 0,1 0,0-1,0 0,1 0,4 3,-5-6,-1-1,1 0,0 0,1-1,-1 0,0 0,1-1,0 0,0 0,0 0,-1-1,1-1,0 1,0-1,0-1,0 1,0-1,0-1,0 1,0-1,-1-1,1 1,-1-1,1-1,-1 0,0 1,-1-2,1 1,-1-1,1 0,-2-1,1 1,0-1,-1 0,0-1,-1 1,1-1,1-4,1-2,-1-2,0 1,0 0,-2-1,0 0,0 0,-2 0,0-1,0 1,-2-1,0 1,0-1,-2 1,0 0,0-1,-2 1,-3-11,5 20,0 0,-1 0,1 0,-1 0,0 1,-1-1,0 1,1 0,-2 0,1 0,0 1,-1-1,0 1,0 0,0 0,-1 1,1 0,-1 0,0 0,0 1,0-1,0 1,0 1,0-1,-1 1,1 0,0 1,-1-1,1 1,-3 1,-7 3,1 1,-1 1,1 0,0 1,0 0,1 2,0-1,1 2,-1 0,2 0,0 2,0-1,1 1,-2 4,-26 28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3:09.9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 0,'-5'12,"4"14,6 13,6 9,3-5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3:10.23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1,'0'11,"2"18,6 21,7 21,7 17,-1 9,-4-12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3:06.72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32 485,'2'21,"1"15,2 11,0 4,2 1,-1-5,-1-7,-1-11</inkml:trace>
  <inkml:trace contextRef="#ctx0" brushRef="#br0" timeOffset="247.881">18 123,'-10'3,"3"7,6 13,10 12,4 0</inkml:trace>
  <inkml:trace contextRef="#ctx0" brushRef="#br0" timeOffset="466.914">352 779,'37'-48,"-19"27,-2 0,0-1,-2-1,0 0,-2-1,4-12,-14 34,-1 0,1-1,-1 1,0-1,0 1,-1-1,1 1,0-1,-1 0,1 0,-1 1,0-1,0 0,0 0,-1 1,1-1,0 0,-1 1,0-1,0 0,0 1,0-1,0 1,0-1,0 1,-1 0,1 0,-1-1,0 1,0 0,-1 0,-3 0,-1 1,1 0,-1 0,1 1,-1 0,0 0,1 1,-1 0,1 0,-1 0,1 1,-1 0,1 0,0 1,0-1,0 1,0 1,1-1,-1 1,1 0,0 0,0 1,0 0,-3 0,0 1,0 0,1 1,0 0,0 0,1 0,-1 1,2 0,-1 0,1 1,1 0,-1-1,1 2,1-1,0 0,0 1,1-1,0 1,1 0,0-1,0 1,1 0,3-4,0-1,1 1,-1-1,1 0,0 0,1 0,-1-1,1 0,0 0,0 0,1 0,-1-1,1 0,-1 0,1 0,0-1,0 0,0 0,0 0,1-1,-1 0,0 0,1-1,-1 1,1-1,4-1,51 3,-4-3</inkml:trace>
  <inkml:trace contextRef="#ctx0" brushRef="#br0" timeOffset="946.988">833 404,'-23'-1,"0"2,0 0,1 1,-1 1,1 1,-1 2,-15 5,36-11,0 0,0 1,1-1,-1 0,0 1,0 0,1-1,-1 1,1 0,-1 0,1 0,-1 0,1 0,-1 0,1 0,0 0,0 1,-1-1,1 0,0 1,0-1,0 1,1-1,-1 1,0 0,1-1,-1 1,1 0,-1-1,1 1,0 0,-1 0,1-1,0 1,0 0,1 0,-1-1,0 1,0 0,1 0,-1-1,1 1,0 0,-1-1,1 1,0-1,1 2,8 6,1 1,0-2,1 0,0 0,0-1,0 0,1-1,0 0,14 3,6 4,-14-5,-4-3,0 0,0 2,0-1,-1 2,0 0,0 1,-1 0,0 1,-1 0,0 1,0 0,-1 1,9 13,-19-20,0-1,0 1,0-1,-1 1,1 0,-1-1,0 1,0 0,-1-1,0 1,1 0,-2-1,1 1,0-1,-1 1,0-1,0 0,0 0,0 0,-1 0,0 0,0 0,0-1,0 0,0 1,-1-1,1 0,-1 0,0-1,0 1,0-1,0 0,-1 0,1 0,0-1,-1 1,1-1,-1 0,0-1,1 1,-1-1,0 0,-2 0,6 0,0 0,-1 0,1 0,0 0,0 0,0 0,-1 0,1-1,0 1,0 0,0-1,0 1,0-1,0 1,0-1,0 0,0 1,0-1,0 0,0 0,0 0,0 0,1 0,-1 0,0 0,1 0,-1 0,1 0,-1 0,1 0,-1 0,1 0,0 0,0-1,-1 1,1 0,0 0,0 0,0-1,0 1,1-1,13-52,3 21,0 0,3 1,0 1,2 1,2 1,0 1,12-9,-26 27,0 0,0 0,1 1,1 0,-1 1,2 0,-1 1,8-3,-18 10,-1-1,1 0,-1 1,1-1,0 1,-1-1,1 1,0 0,0-1,-1 1,1 0,0 0,0 1,-1-1,1 0,0 0,-1 1,1-1,0 1,-1 0,1-1,-1 1,1 0,-1 0,1 0,-1 0,0 0,1 0,-1 0,0 1,0-1,0 0,0 1,0-1,0 1,0-1,0 1,-1-1,1 1,0 0,-1-1,0 1,1 1,5 83,-6-74,0 16,-2-11,2 0,0 0,1 1,0-1,1 0,2 0,-1-1,2 1,5 11,-10-26,1 1,0-1,1 0,-1 0,0 0,0 0,1 0,0 0,-1-1,1 1,0 0,0-1,-1 1,1-1,0 0,1 0,-1 0,0 0,0 0,0 0,1 0,-1-1,0 1,1-1,-1 0,0 1,1-1,-1 0,1 0,-1-1,0 1,1 0,-1-1,0 0,1 1,-1-1,0 0,0 0,0 0,0-1,0 1,0 0,0-1,22-17</inkml:trace>
  <inkml:trace contextRef="#ctx0" brushRef="#br0" timeOffset="1200.376">1301 3,'-14'-2,"-6"4,-3 5,1 10,4 10,10 10,10 9,12 7,4-6</inkml:trace>
  <inkml:trace contextRef="#ctx0" brushRef="#br0" timeOffset="1680.599">1489 805,'17'-39,"-1"0,-3-2,-1 1,-1-2,-3 0,-1 0,-3 0,0-31,-13 12,8 60,1 0,-1 0,1 1,0-1,-1 0,1 1,-1-1,0 0,1 1,-1-1,1 1,-1-1,0 1,1-1,-1 1,0-1,0 1,0 0,1-1,-1 1,0 0,0 0,0 0,1-1,-1 1,0 0,0 0,0 0,0 0,1 1,-1-1,0 0,0 0,0 0,0 1,1-1,-1 0,0 1,0-1,1 1,-1-1,0 1,1-1,-1 1,1-1,-2 2,-25 30,24-30,1 1,-1-1,1 1,0 0,0 0,0 0,0 0,1 0,0 0,-1 1,1-1,0 0,0 1,1-1,-1 1,1-1,-1 1,1-1,0 1,1-1,-1 1,1-1,-1 1,1-1,0 1,0-1,1 0,-1 1,1-1,-1 0,1 0,0 0,0 0,0-1,1 1,-1 0,1-1,1 2,9 1,0-1,1 0,-1-1,1 0,0-1,0-1,0 0,7-1,20 2,-36-1,2-2,0 1,1 0,-1 0,0 1,0 0,0 0,0 1,0-1,0 2,0-1,-1 1,1 0,-1 0,0 1,0 0,0 0,0 0,-1 1,0 0,0 0,0 0,4 6,-6-2,0 1,0 0,-1 0,0 0,-1 0,0 1,-1-1,0 0,0 0,-1 1,2 50,-1-60,0 0,0 1,0-1,0 0,0 1,1-1,-1 0,1 1,-1-1,1 0,-1 0,1 0,-1 1,1-1,0 0,0 0,0 0,0 0,0 0,0 0,0 0,0-1,0 1,0 0,0 0,0-1,1 1,-1-1,0 1,0-1,1 0,-1 1,0-1,1 0,-1 0,0 0,1 0,-1 0,2 0,51-19,-36 8,0-1,-1-1,0 0,-1-2,0 1,-1-2,-1 0,0-1,-2 0,0-1,-1 0,3-7,-4 2,-10 23,0 0,-1-1,1 1,0 0,0 0,0 0,0 0,-1 0,1 0,0 0,0 0,0-1,0 1,0 0,0 0,-1 0,1 0,0-1,0 1,0 0,0 0,0 0,0-1,0 1,0 0,0 0,0 0,0 0,0-1,0 1,0 0,0 0,0 0,0-1,0 1,-12 17,5-5,1-1,1 2,0-1,1 0,0 1,1 0,0 0,1 0,0 0,1 1,1 10,0-21,0-1,1 1,-1 0,0 0,1-1,0 1,0-1,0 1,0-1,0 1,0-1,0 1,1-1,-1 0,1 0,0 0,0 0,0 0,0 0,0 0,0 0,0-1,1 1,-1-1,0 0,1 0,-1 0,1 0,0 0,-1 0,1-1,0 1,-1-1,1 0,19 0</inkml:trace>
  <inkml:trace contextRef="#ctx0" brushRef="#br0" timeOffset="1957.706">2197 204,'-16'-2,"-5"3,1 7,10 8,21 9,25 4,6-2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3:03.48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134 1,'-3'22,"-2"20,-1 13,1 11,1 6,2 2,0-2,1-7,1-12,0-16</inkml:trace>
  <inkml:trace contextRef="#ctx0" brushRef="#br0" timeOffset="338.215">0 1,'51'57,"-3"3,-3 2,-2 2,-3 1,-3 3,27 67,-29 6,-34-133,0 0,0 0,-1 0,0 1,-1-1,0 0,0 0,0 0,-1 0,-1 0,1 0,-1 0,-1-1,1 1,-1-1,-2 2,1-4,0-1,0 1,-1-1,0 0,0 0,0-1,0 1,0-1,-1-1,0 1,1-1,-1 0,0-1,0 0,0 0,0 0,0-1,0 0,0 0,0-1,0 0,0 0,1-1,-1 0,0 0,0 0,1-1,0 0,-1 0,1-1,0 1,-4-5,8 7,0-1,1 1,-1 0,1-1,-1 1,1-1,0 0,-1 1,1-1,0 0,0 0,0 0,1 1,-1-1,0 0,1 0,-1 0,1 0,0 0,-1-1,1 1,0 0,0 0,0 0,1 0,-1 0,1-2,6-12</inkml:trace>
  <inkml:trace contextRef="#ctx0" brushRef="#br0" timeOffset="1716.709">722 267,'-10'15,"1"-1,1 1,1 1,0-1,0 1,2 0,0 1,1 0,1-1,0 1,1 0,1 0,1 8,1 18,2-1,2 1,2 0,9 28,-10-47,-6-24,0-1,0 1,0 0,0 0,0 0,0-1,0 1,0 0,0 0,1 0,-1-1,0 1,0 0,0 0,0 0,0 0,0 0,1-1,-1 1,0 0,0 0,0 0,0 0,1 0,-1 0,0 0,0-1,0 1,0 0,1 0,-1 0,0 0,0 0,0 0,1 0,-1 0,0 0,0 0,0 0,1 0,-1 0,0 0,0 1,2-27,6-184,18-78,-23 266,-3 23,0-1,0 0,0 0,0 0,0 1,0-1,0 0,0 0,0 0,0 1,0-1,0 0,1 0,-1 0,0 0,0 1,0-1,0 0,0 0,0 0,1 0,-1 0,0 1,0-1,0 0,0 0,1 0,-1 0,0 0,0 0,0 0,1 0,-1 0,0 0,0 0,0 0,1 0,-1 0,0 0,0 0,0 0,1 0,-1 0,0 0,0 0,0 0,1 0,-1 0,0 0,0 0,0-1,0 1,1 0,4 23,-4-22,10 55,-5-19,1 0,3-1,0 0,3-1,11 22,-24-55,1 0,0 1,0-1,0 0,0 0,0 0,1 0,-1 0,0-1,1 1,0 0,-1 0,1-1,0 1,0-1,0 0,0 0,0 0,0 1,0-2,0 1,0 0,1 0,-1-1,0 1,0-1,1 0,-1 0,0 0,1 0,-1 0,0 0,1 0,-1-1,0 1,1-1,-1 0,0 0,0 0,0 0,0 0,0 0,2-2,6-8,0 0,-1-1,0 0,-1-1,0 0,-1-1,-1 1,0-1,-1 0,0-1,-1 1,-1-1,0 0,-1 0,-1-1,20-183,-18 182,-3 17,0 0,0 0,0 0,0 0,0 1,1-1,-1 0,0 0,0 0,0 0,0 0,0 0,0 1,0-1,1 0,-1 0,0 0,0 0,0 0,0 0,0 0,1 0,-1 0,0 0,0 0,0 0,0 0,1 0,-1 0,0 0,0 0,0 0,0 0,1 0,-1 0,0 0,0 0,0 0,0 0,0 0,1 0,-1 0,0 0,0 0,0 0,0 0,11 52,-3 1,-3 0,-1 0,-3 5,0 0,3 0,2-1,7 22,-11-70,0 1,1-1,0 0,1 0,0 0,0-1,1 1,0-1,6 7,-8-12,0 0,0 0,0 0,0-1,0 1,0-1,0 0,1 0,-1 0,1-1,0 1,0-1,-1 0,1 0,0 0,0 0,0-1,0 1,0-1,0 0,0-1,0 1,0 0,0-1,0 0,3-2,-1 1,0-1,1 0,-1 0,-1-1,1 0,0 0,-1 0,0-1,0 0,0 0,-1 0,1 0,-1-1,-1 0,1 0,-1 0,1-2,26-35,-15 26,-2 0,0-1,0 0,-2-1,0 0,-2-1,0 0,3-12,-4-2,-2 0,-1 0,-1 0,-2 0,-2-1,-1 1,-2 0,-5-31,4 98,8 350,-3-366,1-1,0 0,2 1,0-1,0 0,2-1,0 1,2 3,-6-15,1 1,-1-1,1 0,0 0,0 0,0 0,1 0,-1-1,1 1,0-1,0 0,0 0,0-1,0 1,1-1,-1 0,1 0,0 0,-1-1,1 1,0-1,0 0,0-1,0 1,0-1,0 0,0 0,4-1,0-1,-1 0,0-1,0 1,0-2,0 1,0-1,-1 0,1 0,-1-1,0 0,-1-1,1 1,-1-1,0 0,-1-1,2-1,6-10,0 0,-1-1,-1 0,-1 0,6-18,-4 4,-1-2,-2 1,-1-1,-1 0,-3-1,0 1,-3-1,0 0,-3 0,-2-10,-15-39,18 86,1-1,0 1,0-1,-1 1,1 0,-1-1,1 1,0-1,-1 1,1-1,-1 1,1-1,-1 1,1-1,-1 1,0-1,1 0,-1 1,1-1,-1 0,0 0,1 1,-1-1,0 0,1 0,-1 0,0 0,0 0,1 0,-1 0,0 0,1 0,-1 0,0 0,1 0,-1-1,0 1,1 0,-1 0,0-1,1 1,-1 0,1-1,-1 1,1-1,-1 1,1-1,-1 1,1-1,-1 1,1-1,-1 0,1 1,0-1,-1 1,1-1,0 0,0 1,0-1,-1 0,1 1,0-1,-14 124,13-79</inkml:trace>
  <inkml:trace contextRef="#ctx0" brushRef="#br0" timeOffset="1985.903">2260 67,'9'23,"10"21,10 18,8 14,6 6,6 4,0-5,-1-6,-4-11,-5-13,-9-19,-10-14</inkml:trace>
  <inkml:trace contextRef="#ctx0" brushRef="#br0" timeOffset="2258.487">2554 93,'-16'10,"-12"13,-11 20,-9 20,-9 18,0 13,1 9,9 0,12-5,13-20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3:12.40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0 161,'21'-9,"26"-7,34-6,29-4,22 1,10 1,0 6,-17 6,-31 4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3:11.70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54 176,'-8'360,"7"-331,1-1,2 1,0 0,2-1,2 3,-5-24,1 0,0-1,0 1,1 0,0-1,0 0,0 1,1-1,-1-1,2 1,-1 0,0-1,1 0,0 0,1-1,-1 1,1-1,-1 0,1 0,1-1,-1 0,0 0,4 1,3-1,0-1,-1 0,1-1,0 0,0-1,0-1,-1 0,1 0,0-1,-1-1,1 0,3-2,142-62,-45 1,-75 37</inkml:trace>
  <inkml:trace contextRef="#ctx0" brushRef="#br0" timeOffset="253.936">1 497,'20'-7,"21"-7,17-7,12-6,5-2,0 2,-5 5,-9 7,-15 5</inkml:trace>
  <inkml:trace contextRef="#ctx0" brushRef="#br0" timeOffset="448.863">27 122,'16'-2,"19"-3,19-6,19-4,13-6,5 0,1 2,-8 6,-17 4,-19 4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2:09.78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2929 303,'5'19,"-1"1,-1-1,-1 1,-1 0,-1-1,-1 9,1 7,7 117,7 0,12 35,-11-43,-7 0,-10 116,0-89,-6 351,-10-19,5 60,12-244,-36 89,29 123,0-99,8-209,-16 92,0-145,7 66,9-201,0-9</inkml:trace>
  <inkml:trace contextRef="#ctx0" brushRef="#br0" timeOffset="2209.516">2956 449,'51'-312,"-47"180,-3 132,0-1,0 0,0 1,0-1,0 1,1-1,-1 1,0 0,0 0,0-1,0 1,0 0,1 0,-1 0,0 0,0 0,0 0,0 1,0-1,1 0,-1 0,0 1,0-1,0 1,0-1,0 1,0 0,0-1,0 1,0 0,0 0,-1-1,1 1,0 0,0 0,-1 0,1 0,0 0,-1 0,1 1,8 4,17 7,1-2,1-2,0 0,0-1,1-2,0-1,0-2,0 0,1-2,-1-1,0-2,0 0,5-3,-30 5,854-16,307 26,-954 0,193 34,-112-17,-259-25,-57 14,20-10,0-1,0 0,1 1,0 0,0 0,0 0,1 0,0 1,0-1,0 0,1 1,0 0,0-1,1 1,0-1,0 5,-2 17,-49 267,27-175,5 0,3 28,-15 600,5 72,18-50,1 115,8-545,0-263,-1 102,-18 120,-31 183,39-376,4 1,7 77,1-60,-2 215,10-283,-2-51,-1-6</inkml:trace>
  <inkml:trace contextRef="#ctx0" brushRef="#br0" timeOffset="3936.129">2809 5877,'10'130,"-6"0,-12 106,4-119,3-103,0-7,0 0,1 0,0-1,0 1,0 0,1-1,0 1,1 0,-1-1,1 1,0-1,1 0,2 5,-3-9,1-1,0 1,0-1,0 1,-1-1,1 0,0-1,0 1,0 0,1-1,-1 1,0-1,0 0,0 0,0 0,0-1,0 1,0-1,0 0,0 0,0 0,0 0,0 0,0 0,0-1,-1 0,1 1,-2 0,14-5,21-9,2 1,-1 1,2 2,-1 2,22-1,21 5,0 5,53 6,4 1,-1-5,119 5,45 14,226 34,24-21,-253 12,-255-40,54 17,-85-18,0-1,0 0,1-1,-1 0,1-1,-1 0,1-1,0-1,0 0,11-2,-21 2,0-1,0 1,0-1,0 0,0 0,-1 0,1 0,0 0,-1-1,1 0,-1 1,1-1,-1 0,0 0,1 0,-1 0,0 0,-1-1,1 1,0-1,-1 1,1-1,-1 0,0 1,0-1,0 0,0 0,0-3,6-87,-8 82,-1-16,-1 16</inkml:trace>
  <inkml:trace contextRef="#ctx0" brushRef="#br0" timeOffset="5151.821">95 5182,'46'10,"0"-2,1-2,0-3,0-1,15-3,53 4,694 79,-389-75,-190-7,78 16,-132 6,-77-8,1-4,37-4,-17 1,-65 5,-77-6,3-7,-1-2</inkml:trace>
  <inkml:trace contextRef="#ctx0" brushRef="#br0" timeOffset="6082.849">349 3872,'180'-12,"558"5,188-25,-785 34,136 21,-164-12,38 13,-139-22</inkml:trace>
  <inkml:trace contextRef="#ctx0" brushRef="#br0" timeOffset="8933.062">537 958,'232'-1,"605"10,-77-3,-481-7,-273 1</inkml:trace>
  <inkml:trace contextRef="#ctx0" brushRef="#br0" timeOffset="9773.223">3557 797,'-19'44,"2"1,2 1,2 0,3 1,-5 43,13-80,-4 21,2 0,0 1,3-1,0 1,2-1,2 9,-2-35,0 0,0 0,1-1,0 1,0 0,0 0,0-1,1 1,0-1,0 0,0 0,0 0,1 0,-1 0,1-1,0 1,0-1,0 0,1-1,-1 1,1-1,0 0,-1 0,1 0,0 0,0-1,0 0,0 0,0 0,1-1,21 0,1-1,-1-1,0-1,0-2,0-1,0-1,-1-1,0-1,-1-1,19-11,46-30,-64 29</inkml:trace>
  <inkml:trace contextRef="#ctx0" brushRef="#br0" timeOffset="10018.569">3424 1104,'20'0,"16"0,14-2,6-3,4-3,0-3,-2-1,-10 1,-11 0,-11 3</inkml:trace>
  <inkml:trace contextRef="#ctx0" brushRef="#br0" timeOffset="10236.674">3437 717,'23'-2,"18"-4,19-2,13-2,7-3,4 0,-4 2,-10 0,-17 2</inkml:trace>
  <inkml:trace contextRef="#ctx0" brushRef="#br0" timeOffset="11932.448">5429 1518,'-2'14,"0"1,1-1,1 0,1 0,0 0,1 0,3 12,-4-21,0 0,1-1,0 1,0-1,0 1,1-1,-1 0,1 0,0 0,0 0,1 0,-1-1,1 0,0 1,0-1,0 0,0-1,0 1,1-1,-1 0,1 0,-1 0,1-1,0 1,3-1,-1 0,1 0,0 0,-1-1,1 0,0 0,0-1,-1 0,1 0,-1-1,1 0,-1 0,1-1,-1 0,0 0,0-1,-1 0,1 0,-1-1,0 1,5-6,1 0,-2-1,1 0,-2-1,1 0,-2 0,0-1,0 0,-1-1,-1 0,5-11,-5 5,0 0,-1-1,-1 1,-1-1,-1 0,-1 1,-1-1,0 0,-2 0,0 0,-1 1,-2-1,0 1,-1 0,0 0,-2 1,-1 0,0 0,-5-5,13 21,0 0,-1 0,0 0,0 0,1 1,-2-1,1 1,0-1,-1 1,1-1,-1 1,1 0,-1 0,0 1,0-1,0 0,0 1,0 0,0 0,-1 0,1 0,0 0,-1 1,1-1,0 1,-1 0,1 0,0 0,-1 0,1 1,0-1,-1 1,1 0,0 0,0 0,0 1,-1-1,1 1,0 0,-8 9,0 1,0 1,2-1,0 2,0-1,1 1,1 0,0 1,1 0,0 0,2 1,-1-1,2 1,-2 15,1-1,1 1,1-1,1 0,3 19,6 28</inkml:trace>
  <inkml:trace contextRef="#ctx0" brushRef="#br0" timeOffset="12635.374">5402 3096,'47'-120,"-24"71,107-311,-121 333,-2 22,-5 21,-2-16,1 265,32 115,-22-302</inkml:trace>
  <inkml:trace contextRef="#ctx0" brushRef="#br0" timeOffset="13447.186">5376 4085,'-1'-2,"0"0,0-1,1 1,-1 0,1-1,0 1,-1 0,1-1,0 1,0-1,0 1,1 0,-1-1,1 1,-1-1,1 1,0 0,0 0,0-1,0 1,0 0,0 0,1 0,-1 0,1 0,-1 1,1-1,0 0,0 1,0-1,0 1,0-1,0 1,0 0,0 0,2 0,5-3,1 0,-1 1,1 0,0 1,0 0,0 1,0 0,0 0,0 1,0 0,0 1,0 0,0 1,0 0,0 1,0 0,-1 0,1 1,0 1,-6-3,0 1,0 0,0 0,-1 1,1-1,-1 1,0-1,0 1,0 0,-1 0,1 1,-1-1,0 0,0 1,-1 0,1-1,-1 1,0 0,0-1,-1 1,1 0,-1 0,0 0,0 0,-1 0,0-1,1 1,-2 0,0 2,-3 11,0 0,-2-1,0 0,-1 0,-1-1,-1 0,-2 2,-207 272,218-289,-1 0,0 0,1 1,0-1,-1 0,1 1,0-1,0 1,0 0,0-1,0 1,0 0,0 0,0-1,1 1,-1 0,1 0,-1 0,1 0,0 0,0 0,0 0,0 0,0-1,0 1,0 0,1 0,-1 0,1 0,-1 0,1 0,0-1,0 1,0 0,0-1,0 1,0 0,0-1,1 1,-1-1,0 0,1 1,-1-1,1 0,0 1,11-1,1 0,-1 0,0-1,1-1,-1 0,0-1,0-1,0 1,3-3,-1 2,152-40,-88 20</inkml:trace>
  <inkml:trace contextRef="#ctx0" brushRef="#br0" timeOffset="14249.602">5202 5235,'24'-11,"0"1,0 1,1 1,0 1,0 2,1 0,-1 2,1 0,0 2,0 1,18 2,-40-1,-1 0,1-1,0 2,-1-1,1 0,-1 1,0-1,1 1,-1 0,0 0,0 0,0 1,0-1,-1 1,1-1,-1 1,1 0,-1 0,0 0,0 1,0-1,-1 0,1 1,-1-1,0 1,0-1,0 1,0 0,-1-1,1 1,-1 0,0-1,0 1,0 0,-1 0,1-1,-1 1,0 1,-4 8,-1-1,0 0,0-1,-1 0,0 0,-1 0,-1-1,1 0,-2 0,1-1,-1 0,-1-1,0 0,0-1,0 0,-1-1,0 0,0-1,0 0,-11 2,15 1,35-8,-20 0,16-1,0 1,0 1,-1 2,1 0,-1 1,2 1,-16-2,-1-1,1 1,0 0,-1 1,0-1,0 2,0-1,0 1,-1 0,1 0,-1 1,0-1,-1 1,0 1,0-1,0 1,-1 0,3 4,-5-7,-1 1,1-1,-1 0,1 0,-1 0,-1 1,1-1,0 1,-1-1,0 0,0 1,0-1,-1 1,0-1,0 0,0 1,0-1,0 0,-1 0,0 0,0 0,0 0,0 0,-1 0,1-1,-1 1,-1 0,-4 5,-1-1,0 0,-1 0,0 0,0-2,-1 1,1-1,-1-1,-5 2,-19 5,0-2,-1-1,0-2,0-2,-1-1,0-2,1-1,-21-3,33 0,39 0,15 1</inkml:trace>
  <inkml:trace contextRef="#ctx0" brushRef="#br0" timeOffset="33551.278">2702 757,'-3'-2,"0"0,-1 0,1 1,-1-1,1 1,-1 0,1 0,-1 1,0-1,1 1,-1-1,0 1,1 0,-1 1,0-1,1 1,-1-1,0 1,1 0,-1 0,1 1,-1-1,1 1,0 0,0 0,-1 0,1 0,1 0,-1 1,0-1,0 2,-5 4,0 0,1 1,0 0,0 0,1 0,0 1,1 0,0 0,-3 10,6-12,0 1,1-1,0 0,0 1,1-1,0 1,0-1,1 1,0-1,0 1,1-1,0 0,1 0,0 0,0 0,1 0,0-1,0 1,1-1,-1 0,5 3,-1 1,1 0,1-1,0 0,0-1,1 0,0-1,0 0,1-1,0 0,0 0,1-2,12 5,-22-9,1 1,0-1,0 1,0-1,0-1,0 1,0 0,0-1,1 0,-1 0,0 0,0 0,0-1,0 0,0 0,0 0,0 0,0-1,0 1,-1-1,1 0,0 0,-1 0,0-1,1 1,-1-1,0 0,0 0,1-2,6-11,-2-1,0 0,-1 0,-1-1,-1 1,0-1,-1-1,-1 1,-1 0,-1-1,0 0,-1 1,-1-1,-2-3,4 15,-1 1,-1 0,1 0,-1 0,0 0,0 0,-1 0,0 0,0 0,0 0,-1 1,0-1,0 1,0 0,-1 0,0 0,0 0,0 0,0 1,-1 0,1 0,-1 0,0 1,-1-1,1 1,0 0,-1 1,0-1,-1 1,-6 1,0 1,-1 0,1 1,0 1,0 0,0 0,0 2,0 0,0 0,1 1,0 0,0 1,0 1,1 0,0 0,0 1,1 1,0-1,0 2,1 0,-3 2,1 1,0 0,1 1,0 0,2 1,-1 0,2 0,0 0,-5 17,-1 16</inkml:trace>
  <inkml:trace contextRef="#ctx0" brushRef="#br0" timeOffset="35186.688">5376 904,'-5'0,"1"0,6 0,7 0,11 0,11 2,12 1,12 0,10-1,8 0,6-1,-1 2,-5 2,-14 6,-16 0</inkml:trace>
  <inkml:trace contextRef="#ctx0" brushRef="#br0" timeOffset="35898.436">5349 2334,'-7'0,"0"0,6 0,12 0,16-2,16-1,17-2,13-1,6 2,2 5,-4 5,-14 2</inkml:trace>
  <inkml:trace contextRef="#ctx0" brushRef="#br0" timeOffset="36733.428">5295 3791,'14'-4,"13"-4,12-1,7 2,6 1,5 2,2 2,0 1,-1 1,-1 0,-6 1,-11-1</inkml:trace>
  <inkml:trace contextRef="#ctx0" brushRef="#br0" timeOffset="37432.328">5121 4954,'23'-4,"21"-4,19-6,12-1,10-2,3 3,-3 3,-10 4,-18 3</inkml:trace>
  <inkml:trace contextRef="#ctx0" brushRef="#br0" timeOffset="38537.829">6432 1332,'-8'2,"1"-1,0 0,0 0,0 1,0 0,1 0,-1 1,1-1,-1 2,1-1,0 1,0 0,1 0,-1 0,1 1,0 0,0 0,0 0,1 1,0-1,0 1,0 0,1 1,-3 5,4-7,0 0,0 0,1 1,0-1,0 1,0-1,1 1,0 0,0-1,0 1,0-1,1 1,0-1,0 1,1-1,0 1,0-1,0 0,0 0,1 0,0 0,0-1,0 1,0-1,1 1,0-1,0 0,0-1,0 1,1-1,-1 1,1-1,0-1,0 1,0-1,6 1,1 0,-1-1,0-1,1 0,-1 0,1-1,-1-1,1 0,-1 0,0-1,1-1,-1 0,0 0,0-1,-1 0,1-1,-1 0,0-1,-1 0,1-1,-1 0,0 0,-1-1,0 0,0-1,0 1,-1-2,-1 1,0-1,0 0,3-8,-7 12,0-1,0 1,-1-1,1 0,-2 0,1 0,-1 1,0-1,0 0,-1 0,0 0,0 0,-1 1,0-1,0 0,-1 1,1 0,-1-1,-1 1,1 0,-1 1,0-1,0 1,-1-1,1 1,-1 1,0-1,-1 1,1 0,-1 0,0 0,0 1,0 0,0 0,-1 0,1 1,-1 0,-2 0,0-1,0 0,0 1,-1 0,1 0,-1 1,0 1,1-1,-1 2,0-1,1 1,-1 1,0 0,1 0,0 1,0 0,-1 0,2 1,-1 0,0 1,1 0,0 0,0 1,1 0,-1 0,1 1,1 0,-1 0,1 1,0 0,1 0,0 0,-3 7,4-6,1-1,0 0,0 1,1-1,0 1,1-1,-1 1,2 0,-1 0,2 0,-1 0,1-1,0 1,1 0,0-1,0 1,1-1,3 9,12 12</inkml:trace>
  <inkml:trace contextRef="#ctx0" brushRef="#br0" timeOffset="38915.687">6780 1479,'-3'-2,"5"-2,7 1,15 1,17 0,19-1,17-1,17 1,15 1,9 0,7 2,1-1,-5 1,-10 0,-16 0,-21 0,-22-2,-20-1</inkml:trace>
  <inkml:trace contextRef="#ctx0" brushRef="#br0" timeOffset="39790.104">6298 2655,'-3'-1,"1"0,0 0,-1 1,1-1,-1 0,1 1,0-1,-1 1,1 0,-1 0,1 0,-1 0,1 0,-1 1,1-1,-1 1,1 0,-1-1,1 1,0 0,-1 0,1 1,0-1,0 0,0 1,0-1,0 1,0 0,1 0,-1 0,0 0,1 0,0 0,-1 0,0 1,-3 4,1-1,-1 1,1 0,1 0,-1 1,1-1,0 1,1 0,0-1,0 1,0 0,1 0,1 0,-1 1,1-1,1 0,-1 0,1 0,1 0,-1 0,2 0,-1-1,1 1,0-1,0 1,1-1,0 0,0 0,1-1,0 1,0-1,1 0,3 3,3-3,0 0,1-2,-1 1,1-2,0 1,0-2,0 0,0 0,1-2,-1 1,0-2,0 1,1-2,-1 0,0 0,3-3,-8 3,0-1,0-1,-1 1,1-1,-1-1,0 1,0-1,-1-1,1 1,-1-1,0 0,-1-1,1 1,-1-1,-1 0,1 0,-1-1,0 1,-1-1,0 0,0 0,-1 0,0 0,0 0,-1-1,0 1,0-1,-1 1,0 0,-1-1,0 1,0-1,0 1,-1 0,-3-6,4 7,-1 0,0 0,0 0,-1 0,0 1,0-1,-1 1,0 0,0-1,0 2,-1-1,0 1,0-1,0 1,-1 1,0-1,1 1,-2 0,1 0,0 1,-1 0,0 0,1 0,-1 1,0 0,-1 0,1 1,0 0,0 0,-3 1,0-1,1 1,0 1,-1 0,1 0,0 1,0 0,0 1,0 0,0 0,0 1,1 0,-1 1,1 0,1 0,-1 0,1 1,-1 0,2 1,-1 0,1 0,0 0,0 0,1 1,0 0,1 1,-1-1,2 1,-1-1,1 1,0 2,3-8,0 0,0 1,0-1,0 0,1 0,0 1,-1-1,1 0,0 0,1 0,-1 0,0 0,1 0,0 0,0 0,0-1,0 1,0-1,0 1,1-1,-1 0,1 0,-1 0,1 0,0 0,0-1,0 1,0-1,28 13</inkml:trace>
  <inkml:trace contextRef="#ctx0" brushRef="#br0" timeOffset="40115.413">6780 2789,'81'-16,"0"4,1 4,17 2,-83 5,938-21,-788 27,0 8,-1 7,32 13,-137-17,-58-12,-12-2</inkml:trace>
  <inkml:trace contextRef="#ctx0" brushRef="#br0" timeOffset="40970.848">6284 4113,'-3'-1,"0"0,0 0,-1 0,1 1,0-1,-1 1,1 0,-1 0,1 1,0-1,-1 1,1-1,0 1,-1 0,1 0,0 1,0-1,0 0,0 1,0 0,0 0,1 0,-1 0,0 0,1 1,0-1,-1 1,1-1,0 1,1 0,-1 0,0 0,1 0,-2 3,1 0,1 1,-1-1,1 1,0 0,1 0,-1-1,2 1,-1 0,0 0,1-1,1 1,-1 0,1-1,0 1,0-1,1 0,0 0,0 0,0 0,1 0,0-1,0 1,0-1,1 0,0 0,0-1,0 1,1-1,-1 0,1-1,0 1,5 1,-1-1,-1 0,0-1,1 0,-1 0,1-1,0 0,0-1,0 0,0-1,0 0,0-1,-1 0,1 0,0-1,0 0,-1-1,1 0,-1 0,0-1,0 0,0-1,0 0,-1-1,0 1,0-2,0 1,-1-1,0 0,-1 0,1-1,-1 0,-1 0,2-3,-3 5,-1 0,1 0,-1-1,0 0,-1 1,0-1,0 0,0 0,-1 0,0 0,-1 0,1-1,-1 1,-1 0,1 0,-1 0,0 0,-1 0,0 0,0 0,-1 0,1 1,-1-1,-1 1,1 0,-1 0,0 0,-1 0,1 1,-1-1,0 1,0 0,-1 1,0-1,1 1,-1 0,-1 1,1 0,-1-1,1 2,-2-1,-2 0,1 1,0 0,-1 0,0 1,1 0,-1 1,1 0,-1 1,0 0,1 0,-1 1,1 0,0 1,0 0,0 0,0 1,0 0,1 0,-1 1,1 1,0-1,1 1,0 1,-1-1,2 1,-1 0,1 1,0-1,1 1,0 1,-1 2,5-9,0 1,0 0,0 0,1-1,-1 1,1 0,0 0,0 0,0 0,0 0,0 0,1-1,-1 1,1 0,0 0,0 0,0-1,0 1,0-1,1 1,-1-1,1 1,0-1,-1 0,1 1,2 0,15 12</inkml:trace>
  <inkml:trace contextRef="#ctx0" brushRef="#br0" timeOffset="41397.951">6659 4192,'426'-21,"-229"7,712-4,-914 18,-6 0</inkml:trace>
  <inkml:trace contextRef="#ctx0" brushRef="#br0" timeOffset="42350.647">6325 5450,'-9'-3,"1"1,-1 0,1 0,-1 1,0 1,1-1,-1 1,0 1,0 0,1 0,-1 1,1 0,-1 0,1 1,0 0,0 0,0 1,0 0,0 0,1 1,0 0,-6 6,7-5,0 0,1 1,0 0,0 0,1 0,0 1,0-1,1 1,0 0,0 0,1 0,-1 0,2 0,0 1,0-1,0 0,1 1,0-1,1 1,0-1,0 1,0-1,1 0,1 0,0 0,0 0,0 0,1-1,0 1,0-1,1 0,0 0,0-1,1 1,3 2,3-1,1 0,0-1,0 0,1-1,0-1,0 0,0-1,1-1,-1 0,1-1,0 0,0-1,0-1,-1 0,1-1,0-1,0 0,-1-1,12-4,-13 3,0-1,0-1,0 0,0-1,-1 0,0-1,-1-1,1 1,-2-2,6-5,-10 9,-1 0,1 0,-2 0,1-1,0 0,-1 0,-1 0,1 0,-1-1,0 0,-1 1,0-1,0 0,0 0,-1 0,-1 0,1 0,-1-1,-1 1,1 2,-2 1,1-1,0 0,-1 1,0-1,0 1,-1-1,0 1,0 0,0 0,0 0,-1 1,0-1,0 1,0 0,0 0,-1 0,1 1,-1-1,0 1,0 0,0 1,-1-1,1 1,-3-1,-5-1,-1 0,0 1,0 0,0 1,0 0,0 2,-1-1,1 2,-14 1,16 0,-1-1,1 2,0 0,0 0,0 1,1 0,-1 1,1 1,0 0,0 0,-6 6,15-10,0-1,0 1,1-1,-1 1,0 0,1 0,0 0,-1 0,1 0,0 0,0 0,0 0,0 0,0 1,1-1,-1 0,1 0,-1 1,1-1,0 1,0-1,0 0,0 1,1-1,-1 0,0 1,1-1,0 0,0 0,-1 1,1-1,0 0,1 0,-1 0,0 0,1 0,-1 0,1-1,0 2,22 18,1-4</inkml:trace>
  <inkml:trace contextRef="#ctx0" brushRef="#br0" timeOffset="42785.024">6606 5677,'-11'1,"15"1,23 3,149 1,115-14,-214 5,969-36,-857 39,157 22,-400-27,40 0</inkml:trace>
  <inkml:trace contextRef="#ctx0" brushRef="#br0" timeOffset="43615.252">8049 4192,'302'-14,"319"-11,-493 16,-122 4,-31 2,18 3,-18-3</inkml:trace>
  <inkml:trace contextRef="#ctx0" brushRef="#br0" timeOffset="44473.656">6846 2776,'-2'0,"-4"0,-2 0,-2 0,-2 0,-2 2,1 1,-1 0,-3 1,1 1,-1-1,1-2,1 0,5-1,9 0,9-1,10-3,2 0</inkml:trace>
  <inkml:trace contextRef="#ctx0" brushRef="#br0" timeOffset="45571.204">7862 1452,'449'-13,"-22"5,-402-2,-31 6</inkml:trace>
  <inkml:trace contextRef="#ctx0" brushRef="#br0" timeOffset="47038.064">1 823,'175'19,"29"-9,69-10,-118-1,-48 0,-94 1</inkml:trace>
  <inkml:trace contextRef="#ctx0" brushRef="#br0" timeOffset="63938.189">3344 409,'4'0,"11"0,14-2,21-4,24-4,22-6,20-4,9-1,-7 2,-22 6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3:18.71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299 39,'-29'125,"4"1,7 1,3 15,-8 64,22-202,-11 94,-5 1,-27 84,44-180,-38 75,38-77,-1-1,0 1,1-1,-1 1,0-1,0 1,1-1,-1 0,0 1,0-1,0 0,1 0,-1 0,0 0,0 0,0 0,0 0,0 0,1 0,-1 0,0 0,0 0,0-1,0 1,1 0,-1-1,0 1,0 0,1-1,-1 1,0-1,1 1,-1-1,0 0,1 1,-1-1,1 1,-1-1,1 0,-1 0,1 1,0-1,-1 0,1 0,0 0,-1 1,1-1,0 0,0 0,0 0,0 0,-7-18,1 0,0 0,2 0,0-1,2 1,0-1,1-14,-1 14,-7-152,8 1,20-165,-18 312,2-1,0 1,2 0,1 0,1 0,0 1,2 0,8-15,-15 34,0 1,-1-1,1 1,1-1,-1 1,0 0,1 0,0 0,0 0,0 1,0-1,0 1,0 0,0-1,1 2,-1-1,1 0,0 1,0-1,-1 1,1 0,0 0,0 1,0-1,0 1,0 0,0 0,0 0,0 1,0-1,0 1,0 0,-1 0,1 0,0 1,-1-1,3 2,4 4,-1 0,1 1,-2 1,1-1,-1 1,-1 0,0 1,0 0,-1 0,0 1,0-1,-1 1,-1 0,0 1,-1-1,2 10,-4-17,0-1,0 1,0-1,-1 1,0-1,0 1,0 0,0-1,0 1,-1-1,1 1,-1-1,0 1,0-1,-1 1,1-1,-1 0,1 0,-1 0,0 0,0 0,-1 0,1 0,0 0,-1-1,0 0,1 1,-1-1,0 0,0 0,-3 1,-86 15,156-23,0-2,0-3,-2-3,1-2,-2-4,0-2,9-7,-59 25,-1-2,1 1,-1-2,-1 1,1-1,-1-1,0 1,0-2,-1 1,0-1,0 0,-1-1,0 0,-1 0,1 0,-2-1,0 0,0 0,0-1,-5 7,1 1,-1 0,0-1,-1 1,1-1,0 1,-1 0,0-1,0 1,0 0,0 0,0 0,0 0,-1 0,0 0,0 0,0 0,0 0,0 1,0-1,-1 1,1 0,-1-1,1 1,-1 1,0-1,0 0,0 0,0 1,0 0,0 0,-4-1,1 0,-1 0,1 0,-1 1,1 0,-1 0,0 0,1 1,-1 0,0 1,1-1,-1 1,0 1,1-1,-1 1,1 0,-3 2,4-1,1 0,-1 0,0 0,1 1,0-1,0 1,0 1,0-1,1 0,-1 1,1 0,0-1,1 1,-1 0,1 1,0-1,0 0,1 1,0-1,0 1,0-1,0 1,1 0,0-1,0 5,1-1,0 0,0 0,1 0,0-1,0 1,1 0,0-1,1 0,0 1,0-1,0-1,1 1,1-1,-1 0,6 6,3-2,0-1,0 0,0-1,1 0,1-2,0 0,0 0,0-2,0 0,1 0,13 0,41 8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3:16.7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314 725,'-10'-4,"0"1,0 0,-1 0,1 1,-1 1,1 0,-1 0,0 1,1 1,-1 0,1 0,-1 1,1 0,0 1,-1 0,1 0,0 1,1 1,-1 0,1 0,0 1,0 0,1 0,0 1,0 0,0 0,1 1,0 0,1 1,0-1,-5 10,9-16,1 1,-1-1,1 0,0 1,0-1,0 1,0 0,1-1,-1 1,1 0,-1-1,1 1,0 0,0 0,0-1,1 1,-1 0,1-1,-1 1,1 0,0-1,0 1,0-1,0 1,0-1,1 0,-1 1,1-1,0 0,-1 0,1 0,0 0,0 0,0 0,1-1,-1 1,0-1,1 0,-1 1,1-1,-1 0,1 0,0 0,10 1,0-1,-1 0,1 0,0-1,0-1,0 0,-1-1,1 0,-1-1,1-1,-1 0,0 0,0-1,-1-1,0 0,0 0,7-6,-11 8,-1-1,0 1,0-1,0 0,0-1,-1 1,0-1,0 0,-1-1,0 1,0-1,0 1,-1-1,0 0,0-1,-1 1,0 0,0-1,0 0,-1 1,-1-1,1 0,-1 1,0-1,-1 0,1 7,0 0,0 0,-1 1,1-1,0 0,0 0,-1 0,1 0,-1 0,1 1,-1-1,1 0,-1 0,1 1,-1-1,0 0,1 1,-1-1,0 1,0-1,1 1,-1-1,0 1,0-1,0 1,0 0,0 0,1-1,-1 1,0 0,0 0,0 0,0 0,0 0,0 0,0 0,0 0,0 0,0 1,1-1,-1 0,0 0,0 1,0-1,0 1,1-1,-1 1,0-1,0 1,1-1,-1 1,0 0,1-1,-1 1,1 0,-1 0,1-1,-1 1,1 0,-1 0,1 0,0 0,-1 0,1 0,-3 3,1 0,-1 1,1-1,0 1,0 0,0-1,1 1,-1 0,1 0,1 0,-1 0,1 0,0 1,0-1,0 0,0 0,1 0,0 0,0 0,1 0,-1 0,1-1,0 1,0 0,1-1,-1 1,1-1,0 0,0 0,1 0,-1 0,1-1,0 1,0-1,0 0,0 0,0-1,1 1,1 0,42 15,2-6</inkml:trace>
  <inkml:trace contextRef="#ctx0" brushRef="#br0" timeOffset="649.809">889 671,'-9'-2,"0"1,0 0,1 0,-1 1,0 0,0 1,0 0,0 0,0 1,1 0,-1 1,1 0,-1 0,1 0,0 1,1 1,-1-1,0 1,1 1,0-1,1 1,-1 0,1 1,0-1,1 1,-2 2,6-5,-1-1,1 0,0 0,0 0,0 1,1-1,-1 0,1 1,0-1,0 0,0 1,0-1,1 0,-1 1,1-1,0 0,0 1,0-1,0 0,1 0,-1 0,1 0,0 0,0-1,0 1,0 0,0-1,1 1,-1-1,1 0,-1 0,1 0,0 0,0 0,2 0,5 3,0 1,1-2,0 0,0 0,0-1,0 0,0-1,1 0,10 0,-6-3,0 0,0-1,0-1,-1 0,1-1,-1-1,0 0,0-1,-1-1,1 0,-1-1,-1-1,0 0,0 0,-1-2,0 1,-1-2,0 1,0-1,-2-1,1 0,-2 0,0-1,0 0,-1-1,-1 1,4-16,5-25,-2-2,-3 1,-2-2,-2 1,-3-1,-3 1,-4-28,-7-29,-4 81,14 32,1 1,-1 0,0-1,0 1,1-1,-1 1,0 0,0 0,1-1,-1 1,0 0,0 0,0 0,1 0,-1 0,0 0,0 0,0 0,1 0,-1 1,0-1,0 0,1 0,-1 1,0-1,0 0,1 1,-1-1,0 1,1-1,-1 1,1-1,-1 1,0 0,1-1,-1 1,1-1,0 1,-1 0,1 0,-1 0,-8 13,1 0,0 1,1 0,1 1,0-1,1 1,1 0,1 0,-1 5,3-14,-11 44,2 0,3 1,2 0,2 0,2 1,3-1,2 0,2 0,3 0,2-1,10 28,-18-67,1 0,0 0,1-1,1 0,-1 0,2 0,-1 0,2-1,-1 0,1-1,1 1,0-2,0 1,0-1,1-1,0 0,1 0,0-1,0 0,3 1,-9-7,-1 1,1 0,-1-1,1 0,-1 0,1-1,-1 1,1-1,-1 0,0 0,1 0,-1-1,0 1,0-1,0 0,0 0,0-1,0 1,-1-1,1 0,-1 0,1 0,-1 0,0 0,1-3,57-97,8-66,-69 169,0 0,0-1,0 1,0 0,0-1,0 1,0 0,0-1,0 1,0 0,0-1,0 1,0 0,0-1,0 1,1 0,-1-1,0 1,0 0,0-1,0 1,1 0,-1 0,0-1,0 1,1 0,-1 0,0-1,1 1,-1 0,0 0,1 0,-1 0,0 0,1-1,-1 1,0 0,1 0,-1 0,0 0,1 0,-1 0,0 0,1 0,-1 0,0 0,1 0,-1 0,0 0,1 1,-1-1,0 0,1 0,-1 0,0 0,1 1,-1-1,0 0,0 0,1 1,-1-1,0 0,0 0,0 1,1-1,-1 0,0 1,0-1,0 0,0 1,7 26,-2 57,11 48,-15-128,0-1,0 0,0 0,0 0,1 0,-1 0,1 0,0 0,0 0,0-1,0 1,1-1,-1 1,0-1,1 0,0 0,0 0,0 0,-1-1,1 1,1-1,-1 0,0 1,0-1,0-1,1 1,-1-1,0 1,1-1,-1 0,0 0,1 0,1-1,28-7,-3-4</inkml:trace>
  <inkml:trace contextRef="#ctx0" brushRef="#br0" timeOffset="911.722">1625 497,'-19'0,"-12"-2,-8-1,-4-2,-2 0,3-2,8 0</inkml:trace>
  <inkml:trace contextRef="#ctx0" brushRef="#br0" timeOffset="1162.821">1050 336,'13'-4,"19"-4,22-3,22 0,16 3,11 1,-13 4</inkml:trace>
  <inkml:trace contextRef="#ctx0" brushRef="#br0" timeOffset="1328.975">1998 671,'0'13,"0"0,0 0,2 0,-1 0,2-1,-1 1,2-1,0 1,0-1,1 0,1 0,0-1,0 0,1 0,0 0,1-1,1 0,-7-8,1 1,-1-1,1 0,-1 0,1-1,0 1,0 0,0-1,0 0,0 0,1 0,-1 0,0 0,0-1,1 1,-1-1,0 0,1 0,-1 0,0 0,1-1,-1 1,0-1,0 0,0 0,1 0,-1 0,0-1,0 1,-1-1,1 0,0 0,0 0,-1 0,1 0,0-2,7-6,0-1,0 0,-1 0,-1-1,0 0,0-1,4-11,93-289,-92 287,-3 7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3:16.03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0 839,'27'9,"-13"-11,-1-1,1-1,0 0,-1-1,0 0,-1-1,1-1,-1 0,0-1,0 0,-1 0,0-1,-1-1,-1 3,0 0,-1-1,1 0,-2-1,1 1,-1-1,-1-1,0 0,0 1,0-2,-2 1,4-9,-8 17,0-1,0 1,0 0,-1-1,1 1,-1 0,1 0,-1 0,0 0,0-1,0 1,0 0,0 0,0 1,-1-1,1 0,-1 0,1 1,-1-1,0 1,1-1,-1 1,0 0,0-1,0 1,0 0,0 0,0 1,-1-1,1 0,0 1,0-1,0 1,-1 0,1-1,0 1,-1 0,1 1,0-1,0 0,-1 1,1-1,0 1,0 0,0-1,0 1,0 0,0 0,-1 1,-4 1,1 1,-1-1,1 1,0 0,0 1,0 0,1-1,0 2,0-1,0 1,0 0,1 0,0 0,0 0,1 1,0-1,0 1,0 0,1 0,0 0,1 0,-1 1,1-1,1 0,-1 1,1-1,0 0,1 1,0-1,0 0,1 1,0-1,0 0,0 0,1 0,0-1,0 1,1-1,0 0,0 0,5 6,-1-2,1 0,0-1,0 0,1 0,0-1,1 0,-1-1,1 0,1-1,0 0,11 3,-17-6,0-1,0 0,1 0,-1-1,0 0,1 0,-1 0,1-1,-1 0,1 0,-1-1,1 0,-1 0,1 0,-1-1,0 0,0 0,0-1,0 0,0 0,-1 0,1 0,-1-1,3-3,3-5,0-1,-1 0,0 0,-2-1,1-1,-2 1,1-4,-4 8,0 0,0 0,1 1,0-1,1 1,0 1,0-1,1 1,0 0,1 0,0 1,0 0,0 0,1 1,0 0,0 1,10-5,-13 9,0 1,0-1,0 1,0 0,0 0,0 1,0 0,0 0,0 0,0 1,-1 0,1 0,0 0,-1 1,0 0,1 0,-1 0,0 1,-1 0,1-1,-1 2,1-1,-1 0,0 1,-1 0,1 0,-1 0,0 0,0 1,-1-1,0 1,0 0,0-1,0 1,-1 0,0 0,0 0,-1 0,0 0,0 0,-1 5,1-2,-2 1,1-1,-1 0,-1 0,0 0,0 0,0 0,-1-1,-1 1,1-1,-1 0,-1-1,1 1,-1-1,-1 0,1 0,-1-1,-5 4,12-10,0-1,0 1,1 0,-1-1,0 1,0 0,0 0,1-1,-1 1,0-1,0 1,0 0,0-1,0 1,0 0,0-1,0 1,0 0,0-1,0 1,0-1,0 1,0 0,0-1,0 1,0 0,0-1,0 1,-1 0,1-1,0 1,0 0,0-1,-1 1,1 0,0 0,0-1,-1 1,1 0,0 0,-1-1,1 1,0 0,-1 0,1 0,0 0,-1 0,1-1,0 1,-1 0,1 0,0 0,-1 0,1 0,0 0,-1 0,1 0,-1 0,1 0,0 0,-1 1,1-1,-1 0,81-151,-63 120,48-83,35-89,-85 166,0-1,-3 0,-1-1,-2 0,-2-1,-1 0,0-32,-17-27,-7 71,17 28,0 0,0 0,0 0,0 0,0 0,0 1,0-1,1 0,-1 0,0 1,0-1,0 0,0 1,1-1,-1 1,0-1,0 1,1 0,-1-1,0 1,1 0,-1-1,1 1,-1 0,1 0,-1-1,1 1,0 0,-1 0,1 0,0 0,-1-1,1 1,0 0,0 1,-7 19,1 0,1 1,1 0,1 0,1 0,1 20,0-18,-6 132,7 0,10 52,18-57,-26-144,1 0,-1 0,1 0,0-1,1 0,0 1,0-1,0 0,0-1,1 1,0-1,0 0,1 0,0-1,-1 1,1-1,1-1,-1 1,7 2,-8-5,1 1,0-1,-1 0,1-1,0 1,0-1,0 0,-1-1,1 1,0-1,0 0,-1-1,1 0,-1 1,1-2,-1 1,0 0,1-1,-1 0,-1-1,1 1,0-1,-1 0,0 0,0 0,7-7,-2 0,1 0,-1-1,-1 0,0-1,-1 0,0 0,-1 0,1-7,1-4,-2 1,0-1,-2 0,-1 0,-1-1,-1 1,-1-7,-4 4,4 27,0 1,0-1,0 0,0 1,0-1,0 0,-1 1,1-1,0 0,0 0,0 1,0-1,-1 0,1 1,0-1,0 0,-1 0,1 0,0 1,0-1,-1 0,1 0,0 0,-1 0,1 1,0-1,-1 0,1 0,0 0,-1 0,1 0,0 0,-1 0,1 0,0 0,-1 0,1 0,0 0,-1 0,1 0,0 0,-1-1,1 1,0 0,-1 0,1 0,0 0,0-1,-1 1,1 0,0 0,0 0,-1-1,1 1,0 0,0-1,0 1,-1 0,1 0,0-1,0 1,0 0,0-1,0 1,0 0,0-1,0 1,-1 0,1-1,0 1,-6 13,1 1,0 0,0 0,2 0,0 0,0 1,1 0,1-1,0 1,2 9,-2-16,1 1,0-1,1 0,0 0,0 0,0-1,1 1,1 0,-1 0,1-1,0 1,1-1,0 0,0 0,0-1,1 1,0-1,0 0,1 0,0 0,0-1,6 4,26 9,-3-8</inkml:trace>
  <inkml:trace contextRef="#ctx0" brushRef="#br0" timeOffset="215.016">668 345,'18'0,"27"0,33-5,32-1,30-2,20 0,-16 2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3:19.95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170 64,'-10'11,"0"0,0 0,1 1,1 0,0 0,1 1,0 1,1-1,0 1,1 0,1 0,0 0,1 1,0-1,2 1,-1 0,2 0,0-1,1 1,0 0,1 0,1-1,0 1,5 12,-4-20,1 0,-1 0,1-1,0 1,1-1,0-1,0 1,0-1,0 0,1 0,0-1,0 0,0 0,0 0,1-1,-1-1,1 1,0-1,0 0,0-1,0 0,0 0,0-1,0 1,0-2,1 1,-1-2,0 1,0-1,-1 0,1 0,0-1,-1 0,1 0,-1-1,0 0,0-1,0 1,-1-1,0 0,0-1,4-4,-1 1,-1-1,-1 1,0-1,0-1,-1 1,-1-1,0 0,0 0,-1-1,0 1,-1-1,0 0,-1 0,-1 0,0 0,0-1,-1 1,-1 0,0 0,0 0,-1 0,-1 0,0 0,-1 0,0 1,-1 0,0-1,-1 2,0-1,0 1,-1 0,-1 0,0 1,0 0,0 0,-1 1,-1 0,1 1,-1 0,-8-4,11 8,-1 0,0 1,1-1,-1 2,0-1,0 1,0 0,0 1,0 0,0 0,0 1,0 0,0 0,0 1,0 0,0 0,1 1,-1 0,1 0,0 1,0 0,-2 2,-5 3,1 0,0 1,1 1,1 0,-1 1,2 0,0 0,0 1,1 1,-5 10,-1 6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3:20.23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1,'3'9,"7"14,6 15,8 13,4 8,2 3,0-1,-4-12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3:20.47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0,'5'23,"6"21,7 14,4 11,-2 4,-5-12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3:25.1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256 34,'-4'-4,"-1"0,1 1,-1 0,0 0,0 0,0 1,-1 0,1 0,0 0,-1 0,1 1,-1 0,0 0,1 1,-1-1,0 1,1 1,-1-1,0 1,1 0,-1 0,1 0,-1 1,1 0,-1 0,1 0,0 1,0 0,0 0,1 0,-1 0,1 1,-4 4,0-2,1 1,1 0,-1 0,2 1,-1 0,1 0,0 0,0 0,1 1,0 0,1 0,-3 8,5-12,0 0,0-1,1 1,-1 0,1 0,0 0,0 0,1 0,-1 0,1-1,0 1,1 0,-1-1,1 1,0 0,0-1,0 0,0 0,1 1,0-1,0-1,0 1,0 0,1-1,0 0,0 1,8 3,0-1,1 0,-1-1,1-1,0 0,1 0,-1-2,1 1,-1-2,1 0,0 0,-1-1,1-1,0 0,-1-1,1-1,-1 0,0-1,0 0,10-5,-11 5,-1 0,1-1,-1 0,-1-1,1 0,-1 0,0-1,-1-1,1 1,-1-2,-1 1,0-1,0-1,-1 1,0-1,0 0,-1-1,-1 0,1 0,-2 0,0 0,0-1,-1 0,0 0,-1 0,0-6,-6 0,-3 21,-7 27,11-18,0 0,1 0,1 1,0-1,0 0,1 1,1-1,0 0,1 0,0 1,-1-9,0 1,0-1,0 0,0 0,1 1,0-1,0 0,0 0,0-1,1 1,-1 0,1-1,0 1,0-1,0 0,1 0,-1 0,1-1,0 1,-1-1,1 0,0 0,1 0,-1 0,0-1,0 1,1-1,-1 0,1-1,6-1,0 0,-1-1,1-1,-1 0,0 0,0-1,0 0,0-1,0 0,-1 0,0-1,0-1,-1 1,0-1,0-1,0 0,-1 0,0 0,4-8,-3 7,-2-1,1 1,-2-1,1 0,-1-1,-1 1,0-1,0 0,-1 0,0 0,-1 0,0-5,-13 32,9-9,1 0,-1 0,1 0,0 0,1 0,0 0,0 0,0 0,1 0,0 0,0 0,1 0,0 0,0 0,1-1,0 1,0-1,0 1,1-1,0 0,0-1,1 1,-1-1,1 0,0 0,1 0,9 6,1 0,0-1,0 0,2-2,-1 0,1-1,0 0,0-2,14 3,39 7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3:29.9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228 5,'-27'79,"3"1,4 1,3 1,4 0,3 1,4 1,4 8,-4 8,5-79,0-6,1 0,-2 0,0 0,-1-1,0 1,-1-1,-4 8,8-21,0-1,0 1,0 0,0-1,-1 1,1 0,0-1,0 1,-1 0,1-1,0 1,-1 0,1-1,-1 1,1-1,-1 1,1-1,-1 1,1-1,-1 1,1-1,-1 0,0 1,1-1,-1 0,0 1,1-1,-1 0,0 0,1 0,-1 1,0-1,0 0,1 0,-1 0,0 0,1 0,-1 0,0-1,0 1,1 0,-1 0,0 0,1-1,-1 1,0 0,1-1,-1 1,1-1,-1 1,0-1,1 1,-1-1,1 1,0-1,-1 1,1-1,-1 1,1-1,0 0,-1 1,1-1,-21-45,13 15,2 0,1 0,1-1,2 0,2 1,0-1,2 0,3-10,10-54,5 1,5-6,37-114,-60 209,31-56,-31 61,0 0,1 1,-1-1,0 1,0-1,1 1,-1 0,0 0,0 0,1 0,-1 1,0-1,0 1,1-1,-1 1,0 0,0-1,0 1,0 0,0 1,0-1,0 0,0 1,-1-1,1 1,0-1,-1 1,1 0,-1-1,0 1,1 0,-1 0,2 1,32 33,-2 2,-1 1,-2 2,4 10,-33-50,0 0,0-1,0 1,0 0,0 0,0 0,0 0,-1 0,1 0,0 0,-1 0,1 0,0 0,-1 0,0 0,1 0,-1 1,0-1,1 0,-1 0,0 0,0 1,0-1,0 0,0 0,0 0,0 1,-1-1,1 0,0 0,-1 0,1 1,-1-1,1 0,-1 0,1 0,-1 0,0 0,0 0,1 0,-1 0,0-1,0 1,0 0,0 0,0-1,0 1,0 0,0-1,0 1,-1-1,1 0,0 1,0-1,0 0,-1 1,-165-3,214 9,-5-4,0-2,0-2,-1-1,10-4,-38 4,1 0,0-1,0-1,-1 0,0-1,0-1,0 0,-1 0,0-1,0-1,0 0,-1-1,-1 0,6-5,-13 11,0 1,-1 0,1-1,-1 0,1 0,-1 0,0 0,0 0,0 0,0 0,-1-1,1 1,-1 0,0-1,0 0,0 1,0-1,-1 1,0-1,1 0,-1 0,-1 1,1-1,0 0,-1 1,0-1,0 1,0-1,0 1,-1-1,1 1,-1 0,0-1,0 1,0 0,0 0,0 0,-1 1,1-1,-1 1,0-1,0 1,0 0,0 0,-3 0,1 0,-1 1,0 0,1 1,-1-1,0 1,0 0,1 0,-1 1,0-1,1 1,-1 1,0-1,1 1,-1 0,1 0,0 1,0-1,0 1,0 0,0 1,1-1,-1 1,1 0,0 0,0 0,1 1,-1-1,1 1,0 0,0 0,0 0,1 0,0 1,0-1,0 0,-1 6,1 1,-1-1,1 0,1 1,0-1,1 1,0 0,0-1,1 1,1-1,0 0,1 1,0-1,1 0,0 0,0-1,1 1,1-1,-1 0,8 8,1 1,1-1,1 0,1-1,0-1,1 0,1-1,0-1,1-1,3 0,34 18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3:27.75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188 857,'-4'-3,"0"0,-1 0,1 1,-1-1,1 1,-1 1,0-1,0 1,0-1,0 1,0 1,0-1,-1 1,1 0,0 0,0 0,0 1,0 0,0 0,0 0,0 1,0-1,0 1,0 0,1 1,-1-1,1 1,0 0,-1 0,1 0,1 1,-1-1,0 1,1 0,0 0,0 0,0 1,0-1,1 1,0-1,0 1,0 0,0 0,1 0,-1 4,2-7,0 0,0 0,0 0,1 0,-1 1,0-1,1 0,0 0,-1 0,1 0,0 0,0-1,0 1,1 0,-1 0,0-1,0 1,1 0,-1-1,1 0,0 1,-1-1,1 0,0 0,0 0,0 0,0 0,0 0,0 0,0-1,0 1,0-1,0 1,0-1,1 0,77 0,-69-2,1 0,0 0,-1-2,0 1,1-2,-1 1,-1-1,1-1,-1 0,0-1,0 0,-1 0,0-1,0 0,-1 0,0-1,0 0,-1-1,0 0,-1 0,0 0,-1-1,0 0,0-1,-9-36,4 47,-1 0,1 0,-1 1,1-1,-1 0,1 0,-1 1,1-1,-1 0,1 0,-1 1,0-1,0 1,1-1,-1 1,0-1,0 1,1-1,-1 1,0 0,0-1,0 1,0 0,0 0,0 0,1 0,-1 0,0-1,0 2,0-1,0 0,0 0,0 0,0 0,0 1,1-1,-1 0,0 1,0-1,0 0,0 1,1-1,-1 1,0-1,1 1,-1 0,0-1,1 1,-1 0,1 0,-1-1,-2 4,-1-1,1 0,0 1,0 0,0 0,0 0,1 0,0 0,0 1,0-1,0 0,1 1,-1 0,1-1,0 1,1 0,-1 0,1-1,0 1,0 0,1 0,-1 0,1-1,0 1,0 0,1-1,-1 1,1-1,0 1,0-1,1 0,-1 0,1 0,0 0,0 0,0-1,0 1,1-1,-1 0,1 0,3 2,37 21,1-6</inkml:trace>
  <inkml:trace contextRef="#ctx0" brushRef="#br0" timeOffset="631.227">843 735,'-11'2,"-1"1,1 0,0 1,0 0,0 1,1 0,-1 0,1 1,0 1,1 0,-2 1,7-5,1 0,-1 0,1 1,0-1,0 0,0 1,0 0,0 0,1 0,0 0,0 0,0 0,0 1,1-1,0 1,0-1,0 1,0-1,1 1,-1 0,1-1,0 1,1 0,-1-1,1 1,0-1,0 1,2 3,0-1,0-1,1 0,0 0,0-1,1 1,-1-1,1 0,0 0,1 0,-1-1,1 1,0-1,0-1,0 1,0-1,1 0,0-1,1 1,7 2,1-1,-1 0,1-1,-1-1,1 0,0-1,12-1,-13-1,1-1,-1 0,0-1,0-1,0 0,0-1,-1 0,0-2,0 0,0 0,-1-1,0-1,0 0,-1 0,-1-2,1 1,-2-2,1 1,-2-1,1-1,-2 0,0 0,0 0,-1-1,3-12,10-36,-3-1,-3-1,-3 0,-2-1,-4 0,-2-36,-1-143,-2 239,0 1,0 0,0 0,0 0,-1 0,0 0,0 0,0 0,0 0,0 0,-1 0,0 0,0 1,0-1,-1-1,2 4,0 1,-1 0,1-1,0 1,0 0,0 0,-1 0,1 0,0 0,0 0,-1 0,1 0,0 0,0 1,0-1,0 0,-1 1,1-1,0 1,0-1,0 1,0 0,0-1,0 1,0 0,0 0,0 0,1-1,-1 1,0 0,0 0,1 0,-1 0,1 1,-1-1,-11 17,2 1,0 0,1 1,1-1,1 2,0-1,2 1,0 0,2 0,0 0,1 1,-3 21,2 1,1-1,3 0,1 1,2-1,3 0,1 0,2-1,1 0,3-1,1 0,2-2,2 1,10 13,-27-48,0 0,0 0,0 0,1 0,0-1,0 1,0-1,1 1,-1-1,1 0,0-1,0 1,0 0,1-1,-1 0,1 0,0-1,0 1,0-1,0 0,0 0,1-1,-1 0,0 1,1-2,-1 1,1-1,-1 0,1 0,-1 0,1-1,9-7,0-2,-1 1,0-2,-1 0,0 0,-1-2,0 1,-1-2,0 1,-1-1,7-14,43-68,-55 88,-8 12,-10 16,4-4,1 0,0 0,1 1,1 0,1 0,0 1,1-1,1 1,0 15,3-31,0 1,0 0,1 0,-1-1,1 1,0 0,0-1,0 1,0-1,0 1,1-1,-1 0,1 1,-1-1,1 0,0 0,0 0,0 0,0 0,0-1,1 1,-1-1,0 1,1-1,-1 0,1 0,-1 0,1 0,1 0,25 6</inkml:trace>
  <inkml:trace contextRef="#ctx0" brushRef="#br0" timeOffset="881.305">1753 602,'-16'-5,"-12"-1,-10-2,-6 1,-5-4,7 0</inkml:trace>
  <inkml:trace contextRef="#ctx0" brushRef="#br0" timeOffset="1131.773">1165 282,'16'-5,"18"-1,21 0,20 3,18 8,14 6,5 7,-6 6,-21 0</inkml:trace>
  <inkml:trace contextRef="#ctx0" brushRef="#br0" timeOffset="1380.418">1967 776,'0'18,"4"11,5 2,4-1,5-4,4-6,3-7,3-8,3-9,-3-10,-1-11,-3-7,-3-7,-6-4,-5 3,-1 6,-3 11,-3 10</inkml:trace>
  <inkml:trace contextRef="#ctx0" brushRef="#br0" timeOffset="1578">2261 977,'20'-7,"1"-1,-2 0,1-2,-1 0,-1-1,0-1,-1 0,0-2,-1 0,0 0,-1-2,-1 0,0-1,-1 0,8-16,-4-13,-17 45,1 1,-1-1,0 0,0 0,0 0,0 0,0 0,0 1,0-1,0 0,0 0,0 0,0 0,-1 1,1-1,0 0,0 0,-1 0,1 1,-1-1,1 0,-1 0,1 1,-1-1,1 0,-1 1,0-1,1 1,-1-1,0 1,1-1,-1 1,0-1,0 1,1 0,-1-1,0 1,0 0,0 0,0 0,1 0,-1-1,0 1,0 0,0 1,0-1,0 0,0 0,1 0,-2 0,-5 3,1-1,-1 1,1 0,-1 1,1-1,0 1,0 1,1-1,-1 1,1 0,0 0,0 0,1 1,0 0,0 0,0 0,0 0,1 1,-2 6,2-7,1 1,0 0,0 0,0 0,1 0,1 1,-1-1,1 0,0 0,0 0,1 1,0-1,1 0,-1 0,1 0,1 0,-1-1,1 1,0 0,1-1,0 0,0 0,0 0,0 0,1-1,0 0,0 0,1 0,3 2,15 10,1 0,1-2,0-1,1-1,1-2,0 0,0-2,29 6,46 10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3:25.43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77 334,'-7'23,"-5"19,-2 13,-1 7,2 2,3-6,5-8,5-12</inkml:trace>
  <inkml:trace contextRef="#ctx0" brushRef="#br0" timeOffset="179.98">49 27,'-11'18,"3"13,12 10,5-1</inkml:trace>
  <inkml:trace contextRef="#ctx0" brushRef="#br0" timeOffset="466.879">317 615,'14'-2,"1"-2,-1 1,0-1,0-1,-1-1,0 0,0 0,0-2,-1 1,0-2,0 1,-1-2,0 1,0-2,-1 1,6-9,-15 16,0 1,1 0,-1 0,0 0,0-1,0 1,0-1,-1 1,1 0,-1-1,1 1,-1-1,0 1,0-1,0 0,0 1,-1-1,1 1,-1-1,1 1,-1 0,0-1,0 1,0 0,0-1,0 1,-1 0,1 0,-1 0,1 0,-1 0,0 0,0 0,1 1,-1-1,-1 1,1-1,0 1,0 0,0 0,-1 0,1 0,-1 0,-5 0,-1 0,1 1,0 0,0 1,0 0,0 0,0 0,0 1,1 1,-1-1,0 1,1 0,0 1,-1 0,2 0,-1 0,0 1,1 0,0 0,0 1,0 0,1 0,0 0,0 1,0-1,1 1,0 0,1 1,-3 5,4-9,0 1,1 0,0 0,0 0,0 0,0 0,1 0,-1 1,2-1,-1 0,0 0,1 0,0 0,0 0,0 0,1 0,0 0,0 0,0-1,0 1,1-1,0 0,0 1,0-1,0 0,1-1,0 1,-1-1,1 1,0-1,4 2,5 2,-1-1,1 0,0-1,1-1,-1 0,1 0,5-1,41 7</inkml:trace>
  <inkml:trace contextRef="#ctx0" brushRef="#br0" timeOffset="971.748">998 348,'-16'-2,"-91"-2,102 4,1 0,-1 1,1 0,-1 0,1 1,-1-1,1 1,0 0,0 0,0 0,0 0,0 1,1 0,-1 0,1 0,-1 0,1 0,0 1,0-1,1 1,-2 2,2-2,0 1,1-1,-1 1,1-1,0 1,0-1,1 1,-1 0,1-1,0 1,1 0,-1 0,1-1,-1 1,2-1,-1 1,0-1,1 1,0-1,0 0,1 3,63 80,114 55,-178-141,-1-1,0 0,0 1,0-1,-1 1,1-1,0 1,0-1,0 1,0 0,0-1,-1 1,1 0,0 0,-1-1,1 1,0 0,-1 0,1 0,-1 0,1 0,-1 0,0 0,1 0,-1 0,0 0,0 0,0 0,0 0,0 0,0 0,0 0,0 0,0 0,0 0,-1 0,1 0,0 0,-1 0,1 0,0 0,-1 0,0 1,-5 0,0 1,0-1,-1 0,1-1,-1 1,1-1,-1 0,1-1,-1 0,-4 0,-4 0,-91-1,105 1,0 0,0 0,1-1,-1 1,0 0,1 0,-1 0,0 0,0-1,1 1,-1 0,1 0,-1-1,0 1,1-1,-1 1,1-1,-1 1,1-1,-1 1,1-1,-1 1,1-1,-1 1,1-1,0 0,-1 1,1-1,0 0,0 1,-1-1,1 0,0 1,0-1,0 0,0 0,0 1,0-1,0 0,0 1,0-1,0 0,1 0,-1 0,21-28,17-5,1 2,1 1,2 3,11-4,-27 15,203-123,-226 138,-2 1,0 0,0 0,0 1,-1-1,1 0,1 0,-1 0,0 1,0-1,0 0,0 1,0-1,1 1,-1-1,0 1,0 0,1 0,-1-1,0 1,1 0,-1 0,0 0,0 0,1 0,-1 1,0-1,1 0,-1 1,0-1,0 1,0-1,1 1,-1-1,0 1,0 0,0 0,0-1,0 1,0 0,0 0,0 0,0 1,-1 99,-3-65,3-28,-2 9,1 0,1 1,0-1,2 1,0-1,0 0,6 15,-8-30,1 0,0 0,-1 1,1-1,1 0,-1 0,0 0,0 0,1 0,-1 0,1 0,-1-1,1 1,0-1,0 1,0-1,0 1,0-1,0 0,0 0,0 0,1 0,-1 0,0-1,0 1,1-1,-1 1,1-1,18-2</inkml:trace>
  <inkml:trace contextRef="#ctx0" brushRef="#br0" timeOffset="1227.626">1534 1,'-14'2,"-6"8,-1 11,4 13,9 13,16 9,12 7,3-8</inkml:trace>
  <inkml:trace contextRef="#ctx0" brushRef="#br0" timeOffset="1684.831">1787 709,'52'-442,"-52"440,0 1,-1 0,1 0,0 0,0 0,-1 0,1-1,0 1,0 0,0 0,0 0,0 0,0 0,1-1,-1 1,0 0,0 0,1 0,-1 0,1 0,-1 0,1 0,0 0,-1 0,1 0,0 0,-1 0,1 0,0 1,0-1,0 0,0 0,0 1,0-1,0 1,0-1,0 1,0-1,0 1,0 0,0 0,1-1,-1 1,0 0,0 0,0 0,0 0,0 0,1 0,-1 1,0-1,1 0,16 13,0 1,-1 0,0 1,-1 0,-1 2,7 9,-15-15,-1 0,1 1,-2 0,0 0,0 0,-1 1,-1-1,0 1,0 0,-2 0,1 0,-2 0,0 0,0 0,-2 10,2 18,-1-40,1 1,0-1,1 1,-1-1,0 1,0-1,1 0,-1 1,0-1,1 0,0 1,-1-1,1 0,0 1,-1-1,1 0,0 0,0 0,0 0,0 0,0 0,0 0,1 0,-1 0,0-1,0 1,1 0,-1-1,0 1,1-1,-1 1,0-1,1 0,-1 0,1 1,0-1,55-7,-37 2,0 0,-1-2,0 0,-1-1,1-1,-2-1,1 0,-1-1,-1-1,0-1,-1 0,0-1,-1-1,0 0,-2 0,0-2,0 0,-2 0,0-1,-18 34,1 1,0-1,1 1,1 1,0-1,1 1,1 0,1 0,1 0,0 0,1 0,1 0,1 0,2 10,-2-24,-1 0,1 0,0-1,0 1,1 0,-1-1,1 1,0-1,0 0,0 0,0 0,0-1,1 1,-1-1,1 1,0-1,-1 0,1-1,0 1,0-1,1 1,21 2</inkml:trace>
  <inkml:trace contextRef="#ctx0" brushRef="#br0" timeOffset="1942.704">2536 27,'-14'-2,"-8"1,-6 3,2 9,6 8,13 9,21 3,8-3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3:22.31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113 174,'-11'25,"-5"20,2 15,0 12,0 3,3-3,3-12,1-15,1-15</inkml:trace>
  <inkml:trace contextRef="#ctx0" brushRef="#br0" timeOffset="322.38">45 0,'165'240,"-124"-188,-2 2,-3 1,-2 2,-3 1,4 16,-32-69,1 1,-1 0,-1 0,1 1,-1-1,0 0,-1 1,1-1,-1 1,-1-1,1 1,-1 0,0 0,-1-1,1 1,-1-1,-1 1,1-1,-1 1,0-1,-1 0,1 1,-1-1,-1-1,1 1,-1 0,0-1,0 0,0 0,-1 0,0 0,-4 2,-7 1,0-1,-1 0,0-2,0 0,0-1,0 0,-1-2,0 0,1-1,-1 0,0-2,0 0,-5-2,14 3,0-1,0 0,0-1,0 0,1 0,-1-1,1 0,0 0,-1-1,1 0,1 0,-1-1,1 0,0-1,-1-1,6 6,1-1,0 0,0 0,0-1,0 1,0 0,0 0,0 0,1-1,-1 1,1 0,0-1,0 1,0 0,0-1,0 1,0 0,0-1,1 1,-1 0,1 0,0-1,0 1,0 0,0 0,0 0,0 0,0 0,1 0,-1 0,1 0,-1 1,1-1,0 1,0-1,0 1,0-1,0 1,0 0,0 0,32-24</inkml:trace>
  <inkml:trace contextRef="#ctx0" brushRef="#br0" timeOffset="1027.998">714 361,'-13'14,"0"1,1 1,0 0,1 0,1 1,1 1,0 0,1 0,1 0,1 1,1 0,0 0,2 1,-1 10,-16 54,6-52,14-31,-1-1,1 1,0-1,0 0,-1 1,1-1,0 0,-1 1,1-1,0 0,-1 1,1-1,0 0,-1 0,1 1,-1-1,1 0,0 0,-1 0,1 0,-1 0,1 1,-1-1,1 0,-1 0,1 0,-1 0,1 0,-1 0,1 0,0-1,-1 1,1 0,-1 0,1 0,-1 0,1-1,0 1,-1 0,1 0,-1-1,1 1,0 0,-1-1,1 1,0 0,-1-1,1 1,0 0,0-1,-1 1,1-1,0 1,0-1,0 1,0 0,0-1,-1 1,1-1,0 1,0-1,0 1,0-1,0 1,0-1,1 1,-1 0,0-1,-2-11,0-1,1 1,0-1,1 1,1-1,0 1,0-1,2 1,-1 0,1 0,1 0,0 0,1 0,2-3,20-68,-22 49,-2 0,-1-1,-1 1,-2-7,1-50,0 91,-1-1,1 1,0-1,0 1,-1-1,1 1,0-1,0 1,0-1,0 1,0-1,0 0,0 1,0-1,0 1,0-1,0 1,0-1,0 1,0-1,0 0,0 1,1-1,-1 1,0-1,0 1,1-1,-1 1,0 0,1-1,-1 1,1-1,-1 1,0 0,1-1,-1 1,1 0,-1-1,1 1,-1 0,1 0,-1-1,1 1,-1 0,1 0,0 0,-1 0,1 0,43 140,-35-111,2 0,1 0,1-1,8 13,-17-33,1-1,-1 0,1-1,1 1,-1-1,1 0,0 0,0-1,1 0,0 0,0 0,0-1,0 0,0 0,1-1,0 0,0 0,0-1,3 0,-6-1,0-1,0 0,0 0,1 0,-1 0,0-1,0 0,0 0,0-1,0 1,0-1,0 0,0-1,-1 1,1-1,-1 0,0 0,0 0,0 0,0-1,0 0,-1 0,1 0,-1 0,0 0,1-4,8-13,-1 1,-2-2,0 1,-1-1,1-8,18-56,-19 77,-6 25,-2 40,-4 0,-2 0,-9 38,-5 40,19-118,-2-1,2 1,0-1,0 0,2 0,0 0,0 1,2 4,5 4</inkml:trace>
  <inkml:trace contextRef="#ctx0" brushRef="#br0" timeOffset="1365.439">1356 401,'-13'36,"0"-1,3 2,1-1,2 2,1-1,2 0,1 29,3-55,0-1,0 1,2-1,-1 1,1-1,1 0,-1 1,4 5,-5-13,1 0,0 1,-1-1,1 0,0 0,1 0,-1 0,0-1,1 1,0 0,-1-1,1 0,0 0,0 0,1 0,-1 0,0 0,1-1,-1 0,1 0,-1 0,1 0,-1 0,1 0,0-1,-1 0,9-1,0-1,-1-1,1 0,-1 0,1-1,-1 0,-1-1,1-1,-1 1,1-2,-2 1,1-2,-1 1,0-1,-1 0,1-1,-2 0,1 0,-1-1,-1 0,4-7,6-15,-1-1,-1 0,-2-1,-1 0,-2-1,-1 0,-2-1,-1 0,-2 0,-2 0,-1-17,7 15,0 34</inkml:trace>
  <inkml:trace contextRef="#ctx0" brushRef="#br0" timeOffset="1620.389">2051 294,'0'14,"0"16,5 14,10 13,12 10,12 6,12-1,8-3,3-7,-2-12,-7-11,-10-13,-12-13,-12-16,-8-7</inkml:trace>
  <inkml:trace contextRef="#ctx0" brushRef="#br0" timeOffset="1891.006">2506 388,'-16'-4,"-14"2,-14 12,-15 14,-13 20,-11 18,-7 15,-3 7,1 1,18-14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3:31.40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256 606,'25'-50,"-11"16,2 1,2 0,1 1,1 2,2 0,1 1,18-17,-41 45,0 0,1 0,-1 0,1 1,-1-1,1 0,0 0,-1 1,1-1,0 0,-1 0,1 1,0-1,0 1,0-1,0 1,-1-1,1 1,0 0,0-1,0 1,0 0,0 0,0-1,0 1,0 0,0 0,0 0,0 0,0 1,0-1,0 0,0 0,0 0,0 1,0-1,0 1,0-1,-1 0,1 1,0 0,0-1,0 1,-1-1,1 1,0 0,-1 0,1-1,0 1,-1 0,1 0,-1 0,1 0,1 10,-1 1,0 0,0-1,-1 1,-1 0,0-1,-1 1,0 0,-3 9,0 5,-56 419,39-369,21-74,1 0,-2-1,1 1,0 0,0-1,0 1,-1-1,1 1,-1-1,1 1,-1-1,1 0,-1 0,0 0,0 0,0 0,1 0,-1-1,0 1,0-1,0 1,0-1,0 0,0 0,0 1,0-1,0-1,0 1,0 0,0 0,0-1,0 1,0-1,0 0,0 1,0-1,0 0,1 1,0-1,0 1,0 0,0 0,0-1,0 1,0-1,0 1,0-1,0 1,0-1,0 1,0-1,1 0,-1 0,0 1,0-1,1 0,-1 0,0 0,1 0,-1 0,1 0,-1 0,1 0,0 0,-1 0,1 0,0 0,0 0,0 0,0 0,0 0,0 0,0 0,0 0,0 0,0-1,0 1,1 0,-1 0,0 0,1 0,-1 0,1 0,-1 0,1 1,0-1,-1 0,1 0,0 0,0 0,-1 1,1-1,0 0,0 1,0-1,95-10,-72 11,276-10,-269 5</inkml:trace>
  <inkml:trace contextRef="#ctx0" brushRef="#br0" timeOffset="389.57">43 31,'-5'-9,"-3"-4,-1 4,-1 10,2 11,5 11,12 8,12 5,17 2,13-6,-2-8</inkml:trace>
  <inkml:trace contextRef="#ctx0" brushRef="#br0" timeOffset="718.687">831 84,'0'7,"0"11,0 15,5 14,5 11,7 9,4 3,-2-12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3:38.50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236 60,'-53'153,"7"2,7 2,6 2,4 30,10-88,14-90,2-26,2-313,-6-97,26 313,-18 108,1 1,-1-1,1 0,0 0,0 1,0-1,1 1,-1 0,1 0,0 0,0 0,0 0,0 0,1 1,-1 0,1-1,-1 1,1 1,0-1,0 0,-1 1,1 0,0 0,0 0,1 0,-1 1,13 1,0 1,-1 1,1 1,-1 0,0 1,0 1,0 1,-1 0,0 1,0 0,-1 1,0 1,0 0,10 11,-13-13,0 1,0-1,-1 2,0 0,-1 0,0 0,-1 1,6 10,-13-20,-1 0,1 1,0-1,-1 0,1 0,-1 1,1-1,-1 0,0 1,1-1,-1 0,0 1,0-1,0 0,0 1,0-1,0 0,-1 1,1-1,0 0,-1 1,1-1,-1 0,1 1,-1-1,0 0,1 0,-1 0,0 0,0 0,0 0,0 0,0 0,0 0,0 0,0 0,0-1,-1 1,-53 14,25-12,-1-1,1-2,-1 0,-25-6,32 0,24 6,0 0,1 0,-1 0,0 0,1 0,-1 0,0 0,1 0,-1 0,0 0,1 0,-1 0,0 0,1 0,-1-1,0 1,1 0,-1 0,0 0,0-1,1 1,-1 0,0 0,0-1,1 1,-1 0,0 0,0-1,0 1,0 0,1-1,-1 1,0 0,0-1,0 1,0 0,0-1,0 1,0 0,0-1,0 1,0-1,0 1,0 0,0-1,0 1,0 0,-1-1,1 1,0 0,0 0,0-1,0 1,-1 0,1-1,0 1,0 0,-1 0,1-1,0 1,0 0,-1 0,1 0,0-1,197-35,-179 33,12-1,0-2,0 0,-1-2,0-1,0-2,-1 0,0-2,16-11,-38 20,0-1,0 0,0-1,-1 1,0-1,0-1,0 1,-1 0,0-1,2-5,-5 10,0 0,0 0,0 0,-1 0,1-1,-1 1,1 0,-1 0,0 0,0 0,0-1,0 1,0 0,0 0,-1 0,1 0,-1-1,1 1,-1 0,0 0,0 0,0 0,0 1,0-1,-1 0,1 0,0 1,-1-1,1 0,-1 1,0 0,1-1,-1 1,0 0,0 0,0 0,0 0,0 0,-1 0,-2-1,0 1,0 0,0 0,0 0,0 0,0 1,0 0,0 0,-1 0,1 1,0-1,0 1,0 1,0-1,0 1,0 0,1 0,-1 0,1 0,-1 1,1 0,0 0,0 0,-3 4,1-3,0 1,1 1,0-1,0 1,0 0,0 0,1 1,0-1,1 1,0 0,0 0,0 0,1 0,0 0,0 1,0 5,2-7,0 0,1 0,-1 0,2 0,-1 0,1 0,-1-1,2 1,-1 0,1-1,-1 0,1 1,1-1,-1 0,1 0,0-1,0 1,0-1,1 0,0 0,0 0,0-1,0 0,3 2,10 5,0-1,1 0,1-2,-1 0,1-1,14 2,61 8,-4-6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3:38.93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357 682,'4'-33,"1"-1,1 1,2 1,2-1,0 2,2-1,2 1,1 1,1 1,12-17,-3 16,-23 64,-38 188,25-82,8 92,3-193</inkml:trace>
  <inkml:trace contextRef="#ctx0" brushRef="#br0" timeOffset="245.911">330 976,'16'0,"17"0,13 0,14 0,7 0,4 0,-4 0,-13 0</inkml:trace>
  <inkml:trace contextRef="#ctx0" brushRef="#br0" timeOffset="697.464">10 67,'-3'-5,"0"2,0 2,3 2,1 3,1 8,0 9,2 9,5 7,5 4,7-1,7-5,-2-8</inkml:trace>
  <inkml:trace contextRef="#ctx0" brushRef="#br0" timeOffset="1033.981">744 0,'3'0,"4"11,11 16,12 16,0 1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3:36.35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304 768,'-10'-4,"0"0,0 1,0 0,0 1,-1 0,0 0,1 1,-1 1,0 0,1 0,-1 1,1 1,-1-1,1 2,-1-1,1 2,0-1,0 1,0 1,1 0,0 0,0 1,0 0,-1 1,5-1,-1 0,1 1,1-1,-1 1,1 0,0 0,0 0,1 1,0 0,-1 6,3-12,0 1,1-1,-1 1,1-1,0 1,0-1,0 1,0-1,0 1,0-1,1 1,-1-1,1 1,0-1,0 1,0-1,0 1,0-1,0 0,1 0,-1 0,1 0,-1 0,1 0,0 0,0 0,0-1,0 1,0-1,0 1,0-1,0 0,1 0,-1 0,1 1,7-1,0 1,1-2,-1 1,0-1,0-1,0 0,0 0,0-1,0 0,0-1,0 0,-1 0,1-1,-1-1,0 0,0 0,-1 0,0-1,0 0,0-1,0 0,-1 0,3-5,-4 7,-1 0,0-1,0 0,0 0,0-1,-1 1,0-1,-1 0,0 0,0 0,0 0,-1-1,0 1,0-1,-1 1,1-6,-13 40,10-22,1 1,0-1,0 1,0-1,1 1,-1-1,2 1,-1-1,0 0,1 1,0-1,0 0,1 0,-1 0,1-1,0 1,1 0,-1-1,1 0,0 0,0 0,0 0,0-1,1 0,-1 0,1 0,0 0,0-1,0 1,1-1,31 12</inkml:trace>
  <inkml:trace contextRef="#ctx0" brushRef="#br0" timeOffset="667.235">959 728,'-13'-3,"1"0,-1 1,0 0,0 1,0 1,-1 0,1 0,0 2,0-1,0 2,1 0,-2 0,7-1,1 0,-1 1,1-1,0 1,0 1,0-1,0 1,1 0,-1 0,1 1,0-1,0 1,1 0,-1 1,1-1,0 1,1 0,-1-1,1 2,0-1,1 0,0 1,-1 3,2-6,0 0,1 0,-1 0,1 0,0 0,0 0,1 1,-1-1,1 0,0-1,0 1,0 0,1 0,-1 0,1-1,0 1,0 0,0-1,1 0,-1 0,1 1,0-2,0 1,0 0,0 0,0-1,2 1,4 4,1-2,0 1,1-1,-1-1,1 0,0 0,0-1,0-1,4 1,3-1,0 0,1-1,0-1,-1 0,1-2,-1 0,1-1,-1-1,0-1,0 0,-1-1,0-1,0-1,0-1,-1 0,0-1,-1 0,0-1,-1-1,0-1,0 0,-2 0,0-2,0 1,-1-2,-1 1,-1-1,0-1,4-12,5-31,-3-1,-3-1,-2 0,-3 0,-3 0,-3-3,-1 61,4-224,-4 222,0 3,0-1,0 1,0 0,-1 0,1-1,-1 1,1 0,-1 0,0 0,0 0,-1 0,1 0,0 0,-1 0,0 0,-2-2,3 5,-1 0,1 1,-1-1,1 0,-1 0,1 1,0-1,-1 1,1-1,-1 1,1 0,0-1,0 1,-1 0,1 0,0 0,0 0,0 0,0 0,0 0,0 1,0-1,0 0,1 1,-1-1,0 0,1 1,-1-1,1 0,-1 2,-12 28,1 1,1 0,2 1,1 0,2 0,1 1,1 12,-2 9,3 0,2 0,2 1,5 18,-3-46,1-2,2 1,0 0,2-1,1 0,1-1,1 0,1-1,13 19,-20-35,-1 0,1 0,1 0,-1-1,1 0,1 0,-1 0,1-1,0 0,0 0,1-1,0 0,0 0,0-1,1 0,-1-1,1 1,0-2,0 1,0-1,0-1,0 1,1-2,-1 1,0-1,1-1,-1 1,0-2,0 1,1-1,10-10,-1-1,0 0,-1-1,-1-2,0 1,-1-2,-1 0,0-1,-2 0,0-1,-1-1,5-10,31-48,-47 78,0 0,0 1,0-1,-1 1,1-1,0 1,0 0,-1-1,1 1,-1 0,1-1,-1 1,1 0,-1 0,1-1,-1 1,1 0,-1 0,0 0,0 0,1 0,-1-1,0 1,0 0,0 0,0 0,0 0,0 0,0 0,0 0,-1 0,1-1,0 1,0 0,-1 0,1 0,-1 0,1-1,-1 1,-4 49,2-29,1 0,0 0,2 0,0 0,2 0,0 1,-1-18,0 0,1 1,-1-1,1 0,0 0,0 0,0-1,1 1,-1 0,1-1,0 1,0-1,0 0,1 0,-1 0,1-1,-1 1,1-1,0 0,0 0,0 0,0 0,0-1,0 0,1 0,-1 0,0 0,1 0,0-1,27 2</inkml:trace>
  <inkml:trace contextRef="#ctx0" brushRef="#br0" timeOffset="911.581">1922 594,'-18'-2,"-13"-3,-8-1,-4-2,0-1,8 0</inkml:trace>
  <inkml:trace contextRef="#ctx0" brushRef="#br0" timeOffset="1096.38">1107 300,'27'-2,"27"-4,28 1,22 0,16 1,8 1,-17 1</inkml:trace>
  <inkml:trace contextRef="#ctx0" brushRef="#br0" timeOffset="1279.763">2203 648,'8'24,"1"1,1-1,0-1,2 0,1 0,1-1,1-1,1-1,0 0,2 0,3 1,-19-19,0 0,-1 1,1-1,0 0,0 0,0-1,1 1,-1 0,0-1,1 1,-1-1,1 0,-1 0,1 0,0 0,-1 0,1-1,0 1,-1-1,1 0,0 1,0-1,0 0,-1-1,1 1,0-1,0 1,-1-1,1 0,0 0,-1 0,1 0,-1 0,1-1,-1 1,0-1,1 1,-1-1,0 0,1-1,10-16,-1-1,-1-1,-1 0,0 0,-2-1,3-11,10-22,-10 25,2 1,1 1,2 0,0 1,2 1,7-8,5 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3:35.70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0 791,'13'-1,"-1"0,0-1,0 0,-1-1,1 0,-1-1,1-1,-1 1,0-2,-1 0,1 0,-1-1,0 0,-1 0,0-1,0-1,2-3,-5 7,12-9,-1 0,0-1,-2-1,0-1,-1 0,0-1,2-6,-16 25,-1-1,0 1,0-1,1 1,-1-1,0 0,0 1,1-1,-1 0,0 0,0 1,0-1,0 0,1 0,-1 0,0 0,0 0,0 0,0 0,1 0,-1-1,0 1,0 0,0 0,1-1,-1 1,0-1,0 1,1 0,-1-1,0 1,1-1,-1 0,0 1,1-1,-1 1,1-1,-1 0,1 0,-1 1,1-1,0 0,-1 0,1 1,0-1,0 0,-1 0,1 0,0 0,0 1,0-1,0 0,0 0,0 0,0 0,0 1,1-1,-1 0,0 0,0 0,1 0,-1 1,1-1,-7 4,1 0,1 1,-1 0,0 0,1 0,0 0,0 1,0 0,0-1,1 1,0 1,0-1,0 0,1 1,0 0,0-1,0 1,1 0,-1 0,1 0,1 0,-1 0,1 0,0 0,1 0,0 0,-1 0,2 0,-1 0,1 0,0 0,0-1,0 1,1-1,0 1,0-1,1 0,-1 0,3 1,0 2,1-1,1 0,-1-1,1 1,0-2,1 1,-1-1,1 0,0-1,0 0,1-1,-1 1,1-2,0 0,0 0,0 0,-1-1,2-1,-1 0,0 0,0-1,-1 0,6-2,-8-1,-1 0,0 0,0-1,0 0,-1-1,0 1,0-1,0 0,-1 0,0 0,0-1,0 0,-1 1,0-1,0 0,-1-1,0 1,1-4,19-42,-18 43,1 1,0 0,1 1,-1-1,2 1,-1 0,1 1,1 0,-1 0,1 0,0 1,1 0,-1 1,1 0,1 0,-1 1,0 0,1 0,0 1,0 1,0 0,9-1,-15 3,0 0,0 0,-1 0,1 1,0-1,0 1,0 0,0 1,-1-1,1 0,-1 1,1 0,-1 0,1 0,-1 0,0 1,0-1,0 1,0 0,-1 0,1 0,-1 0,0 0,0 1,0-1,0 0,0 1,-1 0,1 1,0 2,0 0,-1 0,1 0,-2 0,1 0,-1 1,0-1,0 0,-1 0,0 1,0-1,-1 0,0 0,0 0,-2 4,1-4,0 0,0-1,0 1,-1-1,0 0,0 0,-1 0,0-1,0 1,0-1,0 0,-1-1,0 1,0-1,0 0,-1-1,-4 3,10-6,0-1,0 1,0 0,0 0,0-1,0 1,0 0,0-1,0 1,0-1,0 0,0 1,0-1,0 1,1-1,-1 0,0 0,1 0,-1 1,0-1,1 0,-1 0,1 0,-1 0,1 0,0 0,-1 0,1 0,0 0,0 0,-1 0,1 0,0 0,0 0,0-1,1 1,-1 0,0 0,0 0,0 0,1 0,-1 0,1 0,-1 0,1 0,-1 0,1 1,-1-1,1 0,0 0,-1 0,1 1,0-1,74-144,-35 76,-14 21,-2-1,-3-2,-1 0,-3-1,-2 0,-2-2,-3 1,2-36,-12 55,-1 34,1 0,0 1,0-1,-1 0,1 0,0 1,0-1,-1 0,1 0,0 1,0-1,-1 0,1 0,0 0,-1 0,1 0,0 1,-1-1,1 0,0 0,-1 0,1 0,-1 0,1 0,0 0,-1 0,1 0,0 0,-1 0,1-1,0 1,-1 0,1 0,0 0,-1 0,1 0,0-1,-1 1,1 0,0 0,0-1,-1 1,1 0,0 0,0-1,-12 37,3 0,1 1,1 0,2 1,1 27,3-54,-7 73,4 0,4-1,5 33,-5-106,1 1,-1-1,2 0,0 1,0-1,1 0,0 0,0 0,1-1,1 1,0-1,0 0,1 0,0 0,0-1,1 0,0 0,0-1,1 0,0 0,0-1,1 0,0 0,0-1,0 0,1-1,0 0,-1-2,1 0,-1-1,1 0,-1-1,1 0,-1-1,1 0,-1 0,0-1,1 0,-1-1,0 0,0 0,-1-1,1 0,-1-1,0 0,0 0,0 0,0-1,-1-1,0 1,-1-1,1 0,-2 0,1-1,-1 0,0 0,0 0,-1-1,0 0,0 1,0-7,0 7,-1-1,0 0,-1 0,0 0,0 0,-1 0,0 0,-1 0,0-1,0 1,-1 0,0 0,-3-7,4 15,0 0,0 0,0 0,0 1,0-1,0 0,-1 0,1 0,0 1,-1-1,1 0,0 0,-1 1,1-1,-1 0,1 1,-1-1,0 0,1 1,-1-1,1 1,-1-1,0 1,0-1,1 1,-1 0,0-1,0 1,1 0,-1 0,0-1,0 1,0 0,0 0,1 0,-1 0,0 0,0 0,0 0,0 0,1 1,-1-1,0 0,0 0,0 1,1-1,-1 0,0 1,0-1,1 1,-1-1,0 1,1-1,-1 1,1-1,-1 2,-25 41,23-35,0-1,1 0,0 1,1 0,0-1,0 1,0 0,1 0,0-1,1 1,-1 0,2 0,-1-1,1 1,0-1,1 1,-1-1,2 0,-1 0,1 0,0 0,0-1,1 0,-1 0,2 0,-1 0,1-1,-1 0,1 0,7 4,-5-4,0-1,0 0,1-1,-1 0,1 0,0-1,0 0,0 0,0-1,0 0,0-1,0 0,4-1,20-4</inkml:trace>
  <inkml:trace contextRef="#ctx0" brushRef="#br0" timeOffset="277.585">856 270,'-20'-5,"-14"-1,1 1,13 2,24 3,31 1,33 0,34 0,30 0,23-2,-13-2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3:33.90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93 149,'-9'39,"-13"43,3 1,5 0,3 1,0 55,11-130,-1 0,1 0,0 0,1 0,0 0,1 0,0 0,0 0,1 0,0 0,0-1,1 0,0 1,1-2,0 1,0 0,0-1,1 0,0 0,1-1,0 1,0-2,0 1,0-1,9 5,-3-5,1 0,0-1,0 0,0-1,1-1,-1 0,1-1,-1-1,1 0,0-1,-1-1,0 0,1-1,4-1,13-6,0 0,0-2,-2-1,1-2,18-13,13-11,-13 4</inkml:trace>
  <inkml:trace contextRef="#ctx0" brushRef="#br0" timeOffset="250.788">0 497,'23'-7,"21"-4,14-3,11-4,8 0,-1 0,-6 1,-10 3,-16 2,-15 3</inkml:trace>
  <inkml:trace contextRef="#ctx0" brushRef="#br0" timeOffset="482.424">121 149,'2'-4,"10"-7,17-5,18-5,19-1,15-2,10 4,3 5,-5 5,-13 5,-20 4,-19 4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3:43.43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0,'70'8,"537"-8,-366-4,335 1,164 36,-696-26,-67-6,-7-1</inkml:trace>
  <inkml:trace contextRef="#ctx0" brushRef="#br0" timeOffset="3417.987">2126 67,'26'-10,"216"8,-152 5,23 0,938 41,-1034-42,-24-1,-14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3:44.4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0,'160'17,"731"34,210 11,-1018-59,-78-8,-14 2</inkml:trace>
  <inkml:trace contextRef="#ctx0" brushRef="#br0" timeOffset="1543.399">2072 202,'795'18,"-234"18,-607-36,29-1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3:41.79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 0,'-18'0,"10"0,17 0,945 48,-713-31,1291 66,-1486-83,-113-1,41 1</inkml:trace>
  <inkml:trace contextRef="#ctx0" brushRef="#br0" timeOffset="6796.756">2686 107,'5'3,"-1"0,0 0,1-1,0 0,-1 0,1 0,0 0,0-1,0 0,0 0,1 0,-1-1,0 0,5 0,-6 0,467 5,-429-5,729 22,-656-9,-99-8,-20 1,-14-2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3:42.60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0,'0'1,"1"0,-1 0,0 0,1-1,-1 1,1 0,-1-1,1 1,-1 0,1-1,-1 1,1-1,-1 1,1-1,0 1,-1-1,1 1,0-1,0 0,-1 1,1-1,0 0,0 0,-1 1,1-1,0 0,0 0,0 0,0 0,-1 0,1 0,0 0,0 0,0-1,-1 1,1 0,1 0,68 8,1-4,0-2,1-4,-12 1,2156-10,-2103 9,-97-3,-16-1</inkml:trace>
  <inkml:trace contextRef="#ctx0" brushRef="#br0" timeOffset="5165.367">2527 28,'4'0,"9"0,15 0,20 0,21 0,24 0,20 0,12 0,6 0,1 0,-8 2,-12 1,-18 0,-20-1,-21 0,-23-3,-18-2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3:49.6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0,'18'2,"18"1,16 0,17-1,15 0,17-1,10 0,8-1,4 0,-19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3:50.5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17,'3'0,"4"0,11 0,12 0,11 0,11 0,9 0,7 0,0 0,-5 0,-8 0,-11 0,-18 0,-15 0,-15-2,-8-2,2-1,3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4:10.62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1115 429,'-20'-8,"-1"1,0 0,0 2,-1 0,0 2,0 0,0 1,-12 1,6 1,-12-1,0 1,0 2,0 2,0 2,0 1,1 2,-9 5,-7 8,2 2,1 3,1 1,1 3,-1 4,34-21,1-1,1 2,1 0,0 1,0 0,2 1,0 0,1 1,1 1,1-1,-2 7,-9 26,2 1,3 1,-6 39,15-49,2 0,1 1,3-1,2 11,-1 8,-1-11,-1-12,1 0,3 0,1-1,1 1,4 3,-4-14,2-1,1 0,1 0,1-1,1-1,2 0,0 0,2-1,0-1,2 0,15 15,1-10,1-1,1-1,2-2,2-1,25 17,5 10,44 26,-44-49,2-2,0-4,16 1,-77-20,25 7,0-1,0-2,0-1,1-2,0-2,0-1,-1-1,1-3,0 0,68-21,-1-4,-1-4,-2-5,-2-4,6-8,-52 26,-1-2,-1-2,-1-2,-2-3,-1-1,-2-3,-1-1,-2-2,-2-2,-2-2,-1-1,16-30,-23 19,-3-1,-3 0,-2-2,10-49,-17 61,-1-1,-3-1,-3 0,-1 0,-2-1,-3 1,-2-1,-2 1,-6-32,3 42,-1-1,-2 1,-2 1,-1 0,-2 0,-2 1,-1 1,-2 1,-1 1,-2 0,-2 1,0 2,-2 1,-3-1,0 6,-1 1,-2 2,0 0,-2 3,0 1,-1 1,0 2,-1 1,-1 2,0 2,-1 1,-17-1,-84-7,0 6,-1 6,-51 8,118 0,1 2,1 4,0 3,0 3,1 3,1 4,1 2,1 3,1 3,2 3,1 2,2 3,-54 45,-68 95,106-92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4:13.23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1438 316,'-108'-15,"1"-6,-42-16,108 25,-1 1,0 2,0 1,-1 3,1 1,-1 3,0 1,0 2,0 2,-12 4,15 0,0 2,1 1,0 3,1 1,1 1,0 3,1 0,1 3,-23 18,43-25,-1 0,2 0,0 2,1-1,1 2,0 0,1 0,1 1,1 0,1 1,0 0,2 1,-4 19,-3 23,4 0,2 1,2 64,3-100,1-1,1 1,2 0,0 0,2 0,1-1,2 0,0 0,2 0,1-1,1 0,1-1,5 6,0-7,2 0,1-2,1 0,1-1,0-1,2-1,0-2,1 0,1-1,0-2,9 3,19 6,1-1,1-4,0-1,1-3,19 0,-26-4,0-3,0-2,1-2,0-2,0-3,0-1,-1-3,0-2,0-3,0-1,-2-3,22-10,-15-4,-1-3,-1-2,-2-3,-2-1,-1-3,-2-2,-2-2,-2-1,-3-3,-1-1,-2-1,-3-3,-2 0,-2-3,-9 21,-1-1,-2 0,-2-2,-1 0,-2 0,-1-1,-3 0,-1-1,-2 0,-2 0,-1-1,-2 1,-3 0,0 23,-1 0,-1 1,0-1,-1 1,-1 1,-1-1,-1 1,0 1,-1-1,0 1,-1 1,-1 0,0 1,-1 0,-1 1,1 0,-2 1,0 1,0 0,-1 1,-31-13,-1 2,0 2,-2 3,0 1,0 3,-1 2,0 2,-1 3,1 1,-1 3,0 2,1 3,-22 5,0-1,1 4,1 3,0 3,2 3,0 3,2 3,1 3,1 3,2 3,0 2,31-15,0 1,2 1,0 2,2 1,1 1,-6 12,-30 51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4:13.85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1506 32,'-56'-11,"0"2,-1 3,0 2,0 3,0 2,0 3,0 2,1 3,0 2,0 3,2 1,0 4,0 2,2 2,1 2,1 2,1 3,2 2,1 1,1 3,2 2,2 1,1 3,3 1,1 1,-9 19,25-32,2 0,0 2,3 0,1 1,1 0,2 1,1 0,-2 24,8-36,1 1,2-1,0 1,2 0,0-1,2 1,0-1,2 1,0-1,2-1,0 1,2-1,9 17,-5-16,1-1,1 0,1-1,1 0,1-2,0 0,2-1,0-1,1 0,1-2,0-1,1 0,23 9,0-3,1-2,0-3,1-1,0-3,1-2,1-1,1-3,23 0,-1-4,1-2,0-4,0-3,-1-3,-1-3,0-4,-1-2,-1-4,-1-3,-1-2,34-23,-66 32,0-1,-1-2,-1-2,-1-1,-1-1,-1-2,-2-1,-1-1,-2-1,-1-2,-1 0,-2-2,-2 0,-1-2,-1 0,-3-1,-1 0,-2-1,-2-1,2-19,-8 35,-2 0,-1 0,-1 1,-1-1,-1 0,-1 0,-2 1,0-1,-1 1,-2 1,0-1,-2 1,0 1,-1 0,-2 0,0 1,-1 1,-1 0,-1 1,-16-14,7 12,0 1,-2 1,0 1,-1 2,-1 1,-1 1,0 1,0 2,-1 1,-1 2,1 1,-21-2,-3 2,0 3,-1 1,0 4,1 2,-1 2,1 2,0 3,-5 4,1 2,0 2,2 3,0 3,1 2,2 2,1 3,1 2,1 3,3 1,1 3,-12 14,-52 65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4:14.43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1437 253,'-32'-22,"-1"2,0 2,-1 1,-1 1,0 2,-1 2,-1 1,0 2,0 1,-1 2,0 2,0 1,0 2,0 2,0 1,0 2,0 1,0 3,1 1,1 1,-1 2,-15 9,11-2,2 1,0 2,1 2,1 1,2 2,1 2,1 1,1 1,2 2,1 1,-10 17,19-22,1 1,1 1,1 1,2 0,2 1,0 0,3 1,0 1,3 0,1 0,1 0,2 1,1-1,3 18,0-28,2-1,1 1,1-1,1 0,1 0,1-1,1 0,1-1,1 1,1-2,1 0,1 0,0-1,2-1,0-1,1 0,1-1,1-1,0 0,3-1,9 5,1-2,0-2,1-1,1-1,0-2,1-1,0-2,1-1,0-2,0-2,0-1,0-2,1-1,-1-2,7-2,10-3,0-2,0-3,-1-2,0-2,-2-3,0-1,-1-3,-1-2,43-30,-34 14,-2-2,-2-2,-3-2,-1-3,-3-2,-1-2,-4-1,-1-3,-4-1,16-34,-37 63,-1-2,-1 1,-2-2,-1 1,-1-2,-2 1,1-23,-6 39,-2 1,1-1,-2 0,0 0,-2 0,1 1,-2-1,0 1,-1 0,-1 0,0 0,-1 1,-1 0,0 0,-1 1,-4-5,-4-1,-1 1,0 1,-1 1,-1 1,-1 0,0 2,-1 0,0 2,-1 0,-1 2,1 0,-17-3,-6-1,0 3,0 1,-1 3,0 2,0 1,-24 3,3 6,0 3,1 2,0 4,1 2,0 3,2 3,0 3,2 3,1 2,-2 5,-88 52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4:15.08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1224 228,'-71'-19,"0"4,-2 3,0 3,0 3,0 3,-9 4,37 0,0 1,0 3,1 2,0 1,0 3,1 1,-1 3,23-7,1 1,0 0,0 2,1 0,1 1,0 1,1 1,0 0,1 1,0 1,2 1,0 0,0 1,2 0,-2 6,-2 9,3 1,1 0,1 1,2 1,1-1,2 2,2-1,1 0,2 1,1-1,2 1,4 14,-2-9,3-1,1-1,2 1,2-1,1-1,15 30,-17-46,0-2,2 1,0-2,2 0,0 0,1-1,0-1,2-1,0-1,1 0,1-1,3 1,6 0,1-1,0-1,1-2,0-1,1-2,0-1,1-1,0-2,16 1,27-2,-1-3,1-3,46-8,-5-4,-1-5,-1-6,-2-4,0-5,48-25,-125 46,-1-1,-1-2,-1-1,0-2,-1-1,-1-1,-1-2,-1-1,-1-1,-1-2,-2 0,0-2,-2-1,5-10,-14 12,0-1,-2 0,-2-1,0 0,-2 0,-1-1,-2 0,-1 0,-1-1,-2 1,-1-1,-1 1,-2-1,-1 1,-2 0,-1 0,-1 1,-1 0,-2 0,-9-14,5 17,-1 1,-2 1,0 1,-2 0,-1 1,0 2,-2 0,0 1,-2 1,0 2,0 0,-2 2,-24-11,11 8,-1 2,-1 2,0 2,0 1,-1 2,-1 2,1 2,-1 2,-20 2,22 4,-1 1,0 2,1 2,0 2,1 2,0 1,1 2,1 2,0 2,-36 23,-98 74,15 5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4:16.92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1754 434,'-38'-27,"-1"1,-2 3,-1 1,0 2,-2 1,0 3,0 2,-2 1,0 3,-44-5,43 8,0 2,0 3,-1 1,1 2,0 3,0 1,0 3,0 1,2 3,-1 2,1 1,1 3,1 1,-36 23,32-8,2 2,1 3,2 1,1 2,3 2,2 1,1 2,3 2,-2 7,18-34,2 2,0 0,2 0,1 1,0 1,2 0,1 0,2 1,0-1,2 1,0 1,2-1,1 1,2-1,0 0,2 1,1-1,2 3,3-2,2 0,1 0,2-2,0 1,2-2,0 0,2-1,1-1,1 0,1-1,25 22,1-2,2-2,2-2,15 7,-3-5,2-2,2-3,1-3,1-3,1-3,2-3,1-3,0-4,1-2,0-4,1-3,0-4,28-3,-21-6,0-4,-1-4,0-3,-2-3,0-4,-1-3,62-33,-110 46,0-1,-1-1,-1-2,-1-1,-1-1,0-1,-2-1,0-1,-2-1,0-2,-2 0,-1-1,8-14,-10 5,-1 0,-2-1,-1 0,-2-1,-2-1,-1 0,-2 0,-2 0,-2-1,-1-10,-2-9,-3 0,-3 0,-2 1,-3 0,-2 0,-14-30,15 46,-2 0,-2 2,-2 0,-1 1,-2 0,-2 2,-2 1,0 1,-3 1,-1 2,-1 1,-2 1,-1 1,-1 3,-1 0,-1 3,-1 1,-2 1,-33-11,24 17,0 2,-1 3,0 2,-1 2,1 2,-1 2,0 3,0 2,-19 4,-43 10,1 6,2 4,-62 25,-108 46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4:17.70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38 28,'-16'-12,"-6"-3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4:18.43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1536 607,'-49'-17,"-1"2,-1 2,0 2,0 3,-10 1,-23-5,-3-3,0 4,0 4,-1 4,0 4,0 3,1 5,0 3,-83 23,156-32,-1 1,1 0,0 1,0 1,0 0,1 1,0 0,0 1,1 1,0 0,0 0,1 1,1 1,-1 0,2 0,-1 1,2 0,0 1,0 0,1 0,-3 10,5-9,2 1,0 0,0 0,1 0,1 0,1 0,0 0,1 0,0 1,2-1,0 0,0-1,1 1,1-1,0 1,1-2,1 1,0 0,6 6,5 7,2 0,0-1,2-2,1 0,0-1,2-2,1 0,17 10,22 8,1-2,1-3,2-3,2-4,0-2,1-4,17 1,-45-10,0-3,0-1,1-2,0-2,0-3,0-1,0-2,0-2,-1-2,1-2,-1-2,-1-2,0-1,0-3,-7-1,-2-2,0-1,-1-1,-1-2,-1-2,-1 0,-2-2,0-1,-2-1,-1-2,-2 0,0-2,-3 0,0-1,-3-1,-1-1,-1-1,-2 0,-2 0,-1-2,-2 1,-1-1,-3 0,-1 0,-1 0,-3-1,-1 1,-6-31,1 42,0 1,-2 0,-1 1,-1 0,-1 1,-1 0,-2 1,0 0,-1 1,-2 1,0 1,-1 0,-1 1,-1 2,-1 0,-1 1,0 1,-1 1,0 1,-1 2,-1 0,0 1,-3 1,-7 0,0 1,0 1,0 2,-1 2,0 2,0 0,0 3,0 1,0 2,1 1,0 2,0 2,0 1,1 2,1 1,0 2,0 1,2 1,-14 12,-73 60,22 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4:19.05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1182 207,'-40'-22,"0"2,-1 3,-1 0,0 3,-1 2,-1 1,1 3,-20-1,15 2,-1 2,0 3,0 1,0 3,0 2,-17 5,45-6,0 2,0 0,0 1,1 2,0 0,0 1,1 0,0 2,1 1,0 0,1 1,0 0,1 2,1 0,-9 11,8-2,1 1,2 1,0 0,1 1,2 0,1 1,1 0,1 0,2 1,0-1,2 1,2 0,0 1,2-1,1 0,1 0,2-1,1 1,1-1,8 20,2-10,1-1,2-1,1 0,2-2,2 0,1-2,1-1,1-1,2-1,2-2,0-1,1-1,2-2,0-1,1-2,2-2,28 10,-23-11,1-1,0-3,1-2,1-1,-1-3,1-2,1-1,-1-3,0-1,1-3,-1-2,0-1,-1-3,0-2,0-1,-1-3,-1-1,28-16,-26 9,-1-2,-1-2,-1-1,-2-3,0-1,-3-2,-1-1,6-11,-21 22,0-2,-2-1,-1 0,-2-1,0-1,-2-1,-1 0,-2 0,0-1,-3-1,0 0,-2 0,-1-7,-3 15,-2 1,0-1,-2 1,0-1,-2 1,-1 0,0 0,-2 0,-1 1,0 0,-2 1,0-1,-2 2,0 0,-1 0,-1 1,-6-5,-1 0,-1 1,-2 2,1 0,-2 1,-1 2,-1 1,0 0,-1 2,0 2,-1 0,-1 2,-22-5,9 7,0 2,-1 2,0 3,0 1,0 1,0 3,0 2,1 2,0 1,0 3,1 1,0 2,1 2,1 1,0 3,1 1,-4 5,5-1,0 2,2 1,1 2,1 2,-21 25,-28 44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4:19.68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1232 475,'-29'-24,"0"2,-1 1,-1 1,-1 1,-1 2,-1 2,0 1,-1 1,0 2,-1 1,11 5,0 0,0 1,0 2,-1 1,1 0,-1 2,1 1,0 1,0 2,0 0,0 1,1 2,0 0,-20 11,8 2,2 1,1 1,1 3,1 0,1 2,1 1,2 1,1 1,1 2,2 1,1 0,2 2,-3 9,10-21,0 0,2 1,1 1,0-1,2 2,2-1,0 1,1 0,2 0,1 1,1-1,1 0,2 1,0-1,2 0,1 0,1 0,2-1,4 12,8-4,1 0,2-2,1-1,1 0,2-2,1-1,1-2,1 0,2-2,0-1,1-2,1-1,1-2,10 3,5 4,1-2,1-2,1-2,0-3,2-2,0-2,0-3,0-2,32-2,-54-7,0-1,-1-1,1-2,-1-2,0-1,-1-1,0-1,0-2,-2-1,0-2,0-1,-1-1,-1-1,-1-1,-1-2,17-18,7-10,-3-3,-1-1,-3-2,-3-2,-2-1,-3-2,-2-2,-3 0,-3-2,-3-1,-3-1,4-29,-16 53,-2-1,-1 0,-3 0,-1 0,-2 0,-2-1,-2 2,-4-7,5 28,-1 0,-1 1,-1 0,-1 0,0 0,-2 1,0 1,-2 0,0 0,-1 1,-1 1,0 0,-1 1,-1 0,-1 1,0 1,-1 1,2 4,0 1,-1 0,0 1,0 1,0 0,-1 2,0 0,0 1,0 1,0 0,0 1,-1 2,1-1,0 2,0 1,0 0,0 1,0 1,1 0,0 2,0 0,0 1,1 0,1 1,-15 12,-11 8,2 2,1 1,2 3,1 1,2 1,2 2,1 1,2 1,-6 14,-48 89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4:20.25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1082 379,'-5'-16,"-1"0,-1 0,-1 1,0 0,-1 0,0 1,-1 0,-1 1,0 0,0 1,-2 0,0 0,0 2,-1-1,0 2,0 0,-1 1,0 0,-1 1,0 1,0 0,-6 0,-3-1,-1 1,1 1,-1 2,0 1,0 0,0 2,0 1,0 1,0 2,0 0,1 2,0 0,0 2,-10 5,10-1,1 1,0 1,1 1,0 1,1 1,1 1,1 1,1 0,0 2,1 0,2 2,0-1,1 2,2 0,-5 12,1 2,1 0,2 2,2 0,1 0,2 1,2 0,2 1,2-1,2 41,2-52,1 0,2 0,1 0,1-1,2 0,1 0,1-1,1 0,2-1,1 0,1-1,1-1,1 0,1-1,1-1,1-1,1 0,1-2,1 0,1-2,1-1,6 3,-4-5,0-2,1-1,0-1,1-1,0-2,1-1,-1-1,1-2,1-1,-1-1,0-1,1-2,-1-1,0-2,0-1,0-1,-1-1,0-2,0-1,-1-1,0-1,-1-2,17-11,-6 0,-1-2,-1-1,-2-2,-1-1,-1-1,-2-2,-1-2,-2 0,-1-2,-2 0,-2-2,-2-1,-1 0,-2-1,-3-1,0-1,-3 0,-2 0,-2-1,-2 0,-1-1,-3-25,-2 41,-2-1,-1 1,-2 0,0 1,-2-1,-2 1,0 1,-2 0,-1 0,-6-9,8 21,1-1,-2 1,0 1,-1 0,-1 0,0 2,-1 0,0 0,-1 1,0 1,-1 1,0 0,-1 2,0-1,0 2,-9-2,-8 3,0 1,0 2,0 1,0 2,-1 1,1 2,0 1,0 2,1 1,0 2,0 2,1 0,-2 4,-131 49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4:29.20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448 2360,'432'-27,"110"17,-504 9,-1 2,0 2,35 7,32 12,-101-21,1 1,-1-1,0 0,1-1,-1 1,1 0,-1-1,1 0,-1 0,1 0,0 0,-1-1,0 1,1-1,-1 0,1 0,-1 0,0 0,1-1,-1 1,0-1,0 0,0 0,0 0,-1 0,1 0,-1-1,1 0,-1 1,2-3,2-20,-2-1,0 1,-2 0,0-1,-2 1,-1-6,0-11,1-262,-27-172,-7 75,23 323,-3 0,-21-67,0 3,14-57,20 193,-1 1,-1 0,1-1,-1 1,0 0,0 0,0 1,0-1,-1 1,0-1,0 1,0 1,-1-1,1 0,-1 1,0 0,0 0,0 0,0 1,0 0,-1 0,1 0,-4 0,-4-1,0 0,0 1,0 1,0 0,-1 1,1 0,0 1,0 0,0 1,0 1,0 0,-8 3,-17 3,-22 3,0-1,-1-4,0-2,0-3,0-3,-36-5,22-9,0-3,1-3,1-4,1-3,-1-3,3 2,41 16,-1 2,0 1,-1 1,0 1,-1 2,1 2,-1 0,-11 2,40 2,1-1,-1 1,1 0,-1 0,1 0,-1 0,0 0,1 1,-1-1,1 1,-1-1,1 1,-1 0,1 0,0 0,-1 0,1 1,0-1,0 1,0-1,0 1,0 0,0 0,1 0,-1 0,0 0,1 0,0 0,-1 0,1 1,0-1,0 0,0 1,1-1,-1 1,1-1,-1 2,6 158,7 242,116 737,-99-643,-29-485,13 39,10-56,-22 4,7-8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4:31.32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122 599,'0'-2,"0"1,0 0,0 0,0 0,0 0,0-1,0 1,0 0,0 0,0 0,0 0,-1 0,1 0,0 0,-1 0,1 1,-1-1,1 0,-1 0,1 0,-1 0,0 0,1 1,-1-1,0 0,0 1,0-1,1 0,-1 1,0-1,0 1,0-1,0 1,0 0,0-1,0 1,0 0,0 0,0 0,-1-1,-12 71,-37 435,22 2,25 164,8-362,-4-306,12 65,-11-66,-1 0,1 0,0 0,0 0,0-1,0 1,0 0,0-1,0 1,1-1,-1 1,1-1,-1 1,1-1,-1 0,1 0,0 0,0 0,-1 0,1 0,0-1,0 1,0 0,0-1,0 0,0 1,0-1,0 0,0 0,0 0,1 0,149-41,-50 24,0 5,1 4,77 5,-75 1,549-27,245-3,-742 38,-156-6,1 0,-1 0,1 0,-1-1,1 1,-1-1,1 1,-1-1,0 1,1-1,-1 0,0 0,1 1,-1-1,0 0,0 0,0 0,0-1,0 1,0 0,0 0,0 0,-1-1,1 1,0 0,-1-1,1 1,-1-1,1 1,-1-1,0 1,1-1,-1 1,0-1,0 1,0-1,0 1,-1-1,1 1,0-1,-1 1,1-1,-1 1,1 0,-1-1,0 0,1-12,7-111,6 1,6 0,5 2,5 1,11-16,1-16,187-844,-210 907,-5-1,-3-1,-3-51,-7 128,0 0,-1-1,-1 1,0 0,-1 0,-1 1,0-1,-1 1,-1-1,-4-8,6 19,0 1,-1-1,1 1,-1-1,0 1,1 1,-1-1,-1 1,1 0,0 0,0 0,-1 1,1 0,-1 0,0 0,1 0,-1 1,1 0,-1 1,0-1,1 1,-1 0,1 0,-1 1,1-1,0 1,-1 0,1 1,-1-2,-128 30,-1-7,-72 2,-54-17,-178-21,200 2,0 9,-48 15,77 11,0 10,-8 11,210-43,0-1,0 0,0 0,-1-1,1 0,0 0,-1-1,1 0,0 0,-1-1,1 0,0-1,0 0,0 0,0-1,-2-1,9 4,1-1,0 1,0 0,0-1,-1 1,1-1,0 1,0-1,0 1,0-1,0 1,0 0,0-1,0 1,0-1,0 1,0-1,0 1,0-1,0 1,0-1,0 1,1-1,-1 1,0 0,0-1,1 1,-1-1,0 1,0 0,1-1,-1 1,0 0,1-1,-1 1,1 0,-1-1,0 1,1 0,-1 0,1 0,-1-1,1 1,-1 0,1 0,-1 0,1 0,-1 0,1 0,-1 0,0 0,1 0,-1 0,1 0,-1 0,1 0,-1 1,1-1,-1 0,1 0,-1 0,0 1,1-1,-1 0,1 0,-1 1,0-1,1 1,68 5,-49-3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4:34.15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15 233,'-11'38,"8"289,18-9,19 38,3 37,-23-177,-10 1,-21 182,0-229,17-169,-1 0,1 0,-1 0,1 0,0 0,-1 1,1-1,0 0,0 0,0 0,0 1,0-1,0 0,0 0,0 0,1 0,-1 1,0-1,1 0,-1 0,1 0,-1 0,1 0,-1 0,1 0,0 0,-1 0,1 0,0 0,0-1,0 1,0 0,0 0,0-1,0 1,0-1,0 1,0-1,0 1,0-1,0 0,1 1,-1-1,0 0,0 0,0 0,0 0,1 0,-1 0,0 0,0 0,0 0,0-1,1 1,194-56,-85 32,1 5,1 5,0 4,1 6,0 4,-1 6,111 19,-64-1,-55-5,2-4,-1-5,1-5,1-4,71-10,-77-9,-1-4,-1-4,56-24,-152 49,-2 1,-1 0,1 0,-1 0,1-1,0 1,-1 0,1 0,-1-1,1 1,-1-1,0 0,1 1,-1-1,1 0,-1 0,0 0,0 0,1 0,-1 0,0 0,0 0,0 0,0 0,0-1,-1 1,1 0,0-1,-1 1,1-1,0 1,-1-1,0 1,1-1,-1 1,0-1,0 1,0-1,0 1,0-1,0 0,-1-1,-25-33,-12-30,46-38,30-234,-14-1,-15-77,-7 316,-4 1,-4-1,-4 1,-5 1,-4 0,-4 2,-5 0,-36-84,52 155,0 1,-2 0,0 1,-2 1,0 0,-18-17,27 32,1 1,-1 0,0 0,0 1,-1 0,1 0,-1 0,0 1,0 0,-1 1,1 0,-1 0,0 1,0 0,0 1,0-1,0 2,0-1,0 1,0 1,0 0,-2 0,-131 49,-73 6,-3-9,-28-7,15-1,-769 164,880-173,96-19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4:35.70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683 3004,'20'7,"1"-1,0-1,0 0,0-2,1-1,-1-1,3 0,-9 0,117-2,-1-5,0-5,0-7,95-26,-142 27,-1-3,-1-3,59-27,-114 38,-1 0,0-2,0-1,-1-1,-1-1,-1-1,-1-1,0-1,-1-1,-2-1,0-1,11-17,-5-7,-2 0,-1-1,-3-2,-3 0,-1-1,-2 0,-3-1,-2 0,-3-1,6-41,-4-1,-4 1,-5-1,-4 0,-3 1,-5 1,-4 0,-4 1,-11-20,8 30,-4 0,-4 2,-3 1,-4 2,-3 2,-3 2,-3 2,-4 2,-2 2,-43-38,63 75,-1 1,-1 2,-2 1,-1 2,0 2,-2 2,0 1,-2 2,0 3,0 1,-1 2,-1 2,0 2,0 2,-36 1,26 4,0 2,1 2,0 3,0 2,0 2,1 3,1 2,0 2,1 3,2 2,0 2,0 4,18-7,1 2,1 2,1 1,2 0,0 3,2 0,2 1,1 1,1 1,1 1,2 1,2 1,1 0,-4 22,-16 60,6 2,6 1,4 1,6 0,6 1,4 1,6-1,6 5,-1-8,5 0,5-1,5 0,5-2,6-1,4-2,6-1,4-3,5-2,26 34,-39-83,2-2,3-1,3-3,1-2,3-2,15 8,45 29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8:28.50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17,'8'7,"0"0,1-1,0 1,0-2,1 0,-1 0,1 0,0-1,0-1,1 0,-1 0,1-1,-1 0,1-1,5 0,25 2,-1-2,1-2,-1-2,0-1,0-2,0-2,0-2,-2-1,1-2,36-18,-76 32,1-1,-1 1,1-1,0 1,-1-1,1 1,0-1,0 1,-1 0,1-1,0 1,0 0,0-1,0 1,0-1,0 1,0 0,0-1,0 1,0 0,0-1,0 1,1 0,-1-1,0 1,0-1,1 1,-1 0,0-1,1 1,-1-1,0 1,1-1,-1 1,1-1,-1 0,1 1,-1-1,1 1,-1-1,1 0,0 0,-1 1,1-1,-1 0,1 0,0 0,-1 1,1-1,0 0,-1 0,1 0,0 0,-1 0,1 0,-1-1,1 1,0 0,-1 0,1 0,0-1,-1 1,-79 246,-132 579,189-765,14-45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8:28.75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0 291,'9'-11,"19"-6,23-5,23-3,22-2,15-1,9 0,0 0,-6 0,-12 1,-17 0,-21 4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8:29.20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241 1,'-149'500,"135"-455,-9 29,3 1,-7 55,25-126,1 0,0 0,0 0,0 0,0 0,1 0,0 0,-1 1,2-1,-1 0,0 0,1 0,0 0,0 0,0 0,0 0,1 0,-1 0,1 0,0 0,0-1,1 1,-1-1,1 0,-1 1,1-1,0-1,1 1,-1 0,0-1,1 1,-1-1,1 0,1 0,7-2,0-2,1 0,-1 0,0-1,0 0,-1-1,1-1,-1 0,0 0,0-1,0 0,-1-1,0 0,8-8,-17 14,37-29,-1-3,-1 0,-2-3,-2 0,-1-3,-3 0,0-2,4-12,-16 27,-16 27,0-1,1 0,-1 0,0 0,0 1,0-1,0 0,1 0,-1 0,0 0,0 1,0-1,1 0,-1 0,0 0,0 0,1 0,-1 0,-36 113,4 1,-13 101,35-133,3 1,3 0,5-1,3 14,5-15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8:30.03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95 744,'22'-222,"-9"121,36-295,-45 374,0 20,-3 16,-2 75,-5 1,-4 0,-3-2,-4 1,-5-2,-4 5,-10 45,-13 116,43-194,5-17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8:30.65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0 153,'7'-11,"0"1,0 0,1 1,1 0,-1 0,2 1,-1 0,1 0,0 1,0 1,1 0,0 0,0 1,1 0,-1 1,2 0,14-4,-1 2,1 1,1 1,-1 1,1 2,18 1,-39-1,0 1,-1 0,1 1,0-1,-1 1,1 1,-1-1,1 1,-1 0,0 0,0 1,0 0,0 0,0 1,-1-1,1 1,-1 0,0 1,0-1,0 1,-1 0,0 0,0 0,0 1,-1 0,1-1,-1 1,-1 0,2 3,-3 1,1-1,-1 1,-1 0,0-1,0 1,-1 0,0 0,-1-1,0 1,0-1,-1 0,0 1,-1-1,0-1,-1 1,1 0,-7 7,-6 8,-2 1,0-2,-1-1,-2 0,-4 1,-76 61,103-84,-1 0,1 0,0 1,-1-1,1 0,-1 0,1 1,-1-1,1 0,0 0,-1 1,1-1,-1 1,1-1,-1 0,0 1,1-1,-1 1,1-1,-1 1,0 0,1-1,-1 1,0-1,0 1,1-1,-1 1,0 0,0-1,0 1,0 0,0-1,0 1,0-1,0 1,0 0,0-1,0 1,0 0,-1-1,1 1,0-1,0 1,-1 0,1-1,0 1,-1-1,1 1,0-1,-1 1,1-1,-1 1,1-1,-1 0,1 1,-1-1,1 0,-1 1,1-1,-1 0,0 0,1 1,-1-1,1 0,-1 0,178-7,-160 7,0 1,0 0,1 2,-1 0,-1 1,1 0,0 2,-1 0,0 0,-1 2,1 0,-1 1,-1 0,0 1,0 1,-1 0,0 0,-1 2,0 0,-1 0,-1 1,0 0,-1 1,0 0,-1 0,-1 1,0 0,-2 0,1 1,-2-1,1 7,-5-11,-1 0,1 0,-2-1,0 1,0 0,-1-1,0 1,-1-1,-1 0,0 0,0-1,-1 1,0-1,-1 0,0-1,0 0,-1 0,0 0,-1-1,0 0,0-1,-1 0,0 0,0-1,-1-1,1 1,-1-2,-5 2,-21 7,-1-1,0-2,-1-2,0-1,0-3,-1-1,1-1,-1-3,-15-2,29 1,26 2,0 0,0 0,1 0,-1 0,0 0,1 0,-1 0,0-1,0 1,1 0,-1 0,0 0,0-1,0 1,1 0,-1 0,0 0,0-1,0 1,0 0,0-1,1 1,-1 0,0 0,0-1,0 1,0 0,0-1,0 1,0 0,0 0,0-1,0 1,0 0,0-1,0 1,0 0,0-1,-1 1,1 0,0 0,0-1,0 1,0 0,0 0,-1-1,1 1,0 0,0 0,0 0,-1-1,1 1,26-11,6-1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8:31.25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207 106,'-5'-2,"-1"1,0 0,0 0,0 1,1 0,-1 0,0 0,0 1,0 0,0 0,1 0,-1 1,1 0,-1 0,1 0,-1 1,1-1,0 1,0 1,1-1,-1 1,1 0,-1 0,1 0,0 0,1 1,-1-1,-1 3,1 1,0 0,0 0,1 1,0-1,1 1,-1-1,2 1,-1 0,1 0,0 0,1 0,0 0,1 0,0-1,0 1,1 0,0 0,0-1,4 9,3 6,2 0,0-1,2 0,0-1,1 0,10 10,156 166,-125-142,-2 2,-3 2,31 50,-40-27,-40-79,0 1,0-1,0 1,0-1,-1 1,0-1,0 1,0-1,0 1,0-1,-1 1,1-1,-1 1,0-1,0 0,0 1,-1-1,1 0,-1 0,0 0,0 0,0 0,0 0,-1 0,-7 4,-1 0,0-1,0 0,-1-1,1 0,-1-1,0 0,-1-1,1 0,0-1,-1 0,0-1,1-1,-1 0,0-1,-3 0,-3 0,0 0,0-1,0-1,0-1,0-1,1 0,-1-1,1-1,1-1,-1 0,2-2,-1 0,1 0,1-2,0 0,0-1,1 0,1-1,0 0,-3-7,13 16,0 0,0 0,1-1,0 1,0-1,0 1,1-1,-1 1,1-1,1 0,-1 0,1 1,0-1,0 0,1 0,0 1,0-1,0 0,1 1,0-1,0 1,0-1,0 1,3-4,7-7,1 0,0 1,1 0,1 2,0-1,1 2,0 0,1 1,2-1,-7 4,89-58,-11 8,-3-4,7-11,-69 51,-1 0,-1-1,-2-1,0-1,-1-1,-2-1,0-1,-2 0,-1-3,-9 19,-1 0,-1 0,0 0,-1 0,0-1,-1 1,1-8,-3 16,0-1,0 1,0 0,-1 0,1 0,-1-1,0 1,0 0,-1 0,1 0,-1 0,0 1,0-1,0 0,0 1,-1-1,1 1,-1 0,0 0,0 0,0 0,0 0,-1 1,0-1,-9-2,-1 0,1 1,-1 0,1 1,-1 1,0 0,0 1,0 0,0 1,0 1,0 0,0 1,0 1,0 0,0 1,1 0,0 1,0 0,0 1,-1 2,-20 9,2 1,0 2,2 1,0 2,1 1,1 1,-19 23,-18 25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8:32.03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128 0,'0'25,"-2"22,-1 19,-5 16,-2 11,-3 7,-3 4,-4 2,0-5,1-7,3-20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8:32.39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218 1,'0'13,"1"-1,0 1,0-1,1 1,1-1,0 0,1 1,0-1,1-1,0 1,1-1,0 0,1 0,0-1,0 0,8 7,27 32,2-2,2-2,42 32,-32-29,-2 2,32 39,-79-82,0 1,-1-1,0 1,0 0,-1 0,0 1,0 0,-1 0,0 0,0 0,-1 1,-1-1,1 1,-2 0,1 0,-1 0,-1-1,0 1,0 0,-1 0,0 0,-1 0,0 0,0-1,-1 1,-2 4,-11 9,0-1,-2 0,0-1,-1-1,-1-1,-1 0,-1-2,-1-1,0 0,0-2,-2 0,0-2,-5 1,-24 13,-1-1,-1-4,-2-1,0-4,-36 6,84-20,4-1,1 1,-1-1,0 0,0-1,0 1,0-1,0-1,0 1,0-1,0 0,0 0,-1-1,4-10,15-3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8:33.23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155 220,'-17'67,"2"0,3 1,1 21,2-22,-63 383,56-387,14-69,31-201,-20 161,105-557,-108 580,-5 106,-3-67,1 0,0-1,2 1,0 0,0 0,2 0,0 0,1-1,0 0,1 0,1 0,0 0,3 2,-7-14,1 1,-1-1,1 0,0 0,0 0,0 0,1 0,-1-1,1 1,-1-1,1 0,0 0,0 0,0-1,0 0,0 1,0-1,0-1,1 1,-1-1,0 1,0-1,1 0,-1-1,0 1,0-1,1 0,-1 0,0 0,0 0,0-1,0 0,0 1,-1-1,1-1,0 1,-1-1,0 1,0-1,1 0,-1-1,17-18,0-1,-2-2,0 0,-2 0,-1-2,-1 0,-1 0,-2-1,6-21,65-171,-70 199,-4 23,-8 76,-92 628,91-549,8-103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8:33.61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25 189,'-13'104,"5"1,5 0,4 0,5-1,6 12,-10-94,1 0,2-1,0 1,1-1,1 0,1-1,1 0,1 0,0-1,2 0,13 17,-22-32,1-1,-1 1,1-1,0 0,1 0,-1 0,0 0,1-1,0 1,-1-1,1-1,0 1,0 0,0-1,0 0,0-1,1 1,-1-1,0 0,0 0,0 0,0-1,0 0,1 0,-1 0,-1-1,1 1,0-1,0 0,0-1,-1 1,0-1,1 0,-1 0,0 0,0-1,15-17,-1 0,-1 0,0-2,-2 0,-1-1,-1 0,-1-1,-1-1,-2 0,0 0,4-24,28-113,-8-2,-6-2,1-116,-27 271,-1 15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8:33.84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1,'5'23,"6"18,7 17,11 11,11 10,10 6,9 1,2 0,1-3,-4-6,-5-8,-9-11,-10-11,-10-13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8:34.06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683 0,'-11'23,"-15"25,-17 28,-20 26,-19 20,-16 14,-7 8,4-3,14-15,21-28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8:34.70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54,'44'-14,"0"3,1 2,0 1,1 3,-1 1,41 3,-83 1,0-1,0 1,0 0,1 0,-1 0,0 0,0 0,0 1,0-1,0 1,0 0,0 0,-1 0,1 0,0 0,0 1,-1-1,1 1,-1 0,1 0,-1 0,0 0,1 0,-1 0,-1 1,1-1,0 0,0 1,-1 0,1-1,-1 1,0 0,0 0,0 0,0 0,-1 0,1 0,-1 0,0 0,0 2,-5 8,0 0,-2-1,0 1,0-1,-1-1,0 1,-1-2,0 1,-1-1,0 0,-1-1,0 0,-5 2,-135 98,129-91,42-6,-14-11,45 8,-1 2,0 2,-1 3,30 14,-67-25,0 1,0 0,0 1,-1 0,0 1,-1 0,0 1,0 0,0 0,-1 1,-1 0,0 1,0 0,-1 0,-1 1,0 0,0 0,-1 0,0 1,0 7,-3-7,0 1,-2 0,0 0,0-1,-1 1,-1 0,0-1,-1 1,0-1,-1 0,-1 0,0 0,-1 0,0-1,-1 0,0 0,-1-1,0 0,-1 0,0-1,-1 0,0-1,0 0,-1-1,0 0,-1 0,0-1,0-1,0 0,-1 0,0-1,-3 0,2 0,-1 0,1-1,-1 0,0-1,0-1,0 0,0-1,-1-1,1 0,0-1,0-1,0 0,0-1,0-1,1 0,-1-1,1-1,0 0,-9-6,21 12,0-1,1 1,-1-1,1 0,-1 1,1-1,0 0,-1 0,1 0,0 0,-1 0,1 0,0-1,0 1,0 0,0 0,0-1,0 1,1-1,-1 1,0-1,1 1,-1-1,1 1,0-1,-1 0,1 1,0-1,0 0,0 1,0-1,0 1,0-1,0 0,1 1,-1-1,1 1,-1-1,1 0,53-30,-18 17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8:35.08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122 6,'-11'15,"0"1,2 1,0-1,1 2,0-1,2 1,0 0,1 0,1 2,3-19,0 0,1 0,-1 0,1 0,0 0,-1 0,1 0,0 0,0 0,-1 0,1 1,0-1,0 0,0 0,0 0,1 0,-1 1,0-1,0 0,1 0,-1 0,0 0,1 0,0 0,-1 0,1 0,-1 0,1 0,0 0,0 0,-1-1,1 1,0 0,0 0,0-1,0 1,0 0,0-1,0 1,0-1,0 0,0 1,0-1,1 0,-1 1,0-1,0 0,0 0,0 0,1 0,0 0,2-4,1 1,0-1,-1 0,1 0,-1 0,-1-1,1 1,0-1,-1 0,0 0,0 0,-1 0,1-1,-1 1,0-1,-1 0,1 1,-1-1,0 0,-1 0,1 0,-1 0,0 0,-1 1,0-7,0 7,-1 0,0-1,1 1,-2 0,1-1,-1 1,1 1,-1-1,-1 0,1 1,-1-1,-1-1,3 5,1-1,0 1,-1 0,1 0,0 0,-1 0,1 0,-1 0,0 0,1 0,-1 0,0 1,0-1,1 1,-1-1,0 1,0 0,0 0,1 0,-1 0,0 0,0 0,0 0,0 0,1 1,-1-1,0 1,0-1,1 1,-1 0,0 0,1 0,-1 0,1 0,-1 0,1 0,-1 0,1 1,0-1,-16 21,4 2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8:35.35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19 127,'26'49,"-25"-48,0 0,-1 0,1 0,0-1,0 1,0 0,1 0,-1 0,0-1,0 1,0 0,0-1,1 0,-1 1,0-1,1 1,-1-1,0 0,0 0,1 0,-1 0,0 0,1 0,-1 0,0 0,1-1,-1 1,0-1,1 1,-1 0,0-1,0 0,0 1,0-1,1 0,-1 0,0 1,0-1,0 0,4-5,0 0,-1 0,0 0,0-1,0 1,-1-1,0 0,0 0,0 0,-1-1,0 1,-1 0,1-1,-2 1,1-1,-1 0,0 1,-1-3,2 8,-1 0,-1 1,1-1,0 0,0 0,0 1,-1-1,1 0,-1 1,0-1,1 0,-1 1,0-1,0 1,0-1,0 1,0 0,0-1,0 1,-1 0,1 0,0 0,-1 0,1 0,-1 0,1 0,-1 0,1 0,-1 1,0-1,1 1,-1-1,0 1,0 0,1 0,-1 0,0 0,0 0,1 0,-1 0,0 0,1 1,-1-1,0 0,1 1,-1 0,0-1,0 1,-4 3,1 0,-1 1,1-1,-1 1,1 0,1 0,-1 1,1-1,0 1,0 0,0 0,1 1,0-1,1 1,-1-1,1 1,0 0,1 0,-1 0,2 0,-1 0,1 0,0 0,0 0,1 0,0 1,8 12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8:35.93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145 113,'-4'0,"0"0,0 1,0-1,0 1,0 0,0 1,0-1,0 1,0-1,1 1,-1 0,1 0,-1 1,1-1,0 1,0 0,0 0,0 0,0 0,1 0,-1 0,1 1,0 0,0-1,0 1,1 0,-1 0,1 0,0 0,0 0,0 0,1 0,-1 0,1 0,0 0,0 0,1 2,4 15,1-1,2 0,0 0,1 0,0-1,2-1,0 0,1 0,1-1,6 6,-10-11,83 107,-38-52,-2 2,-4 3,35 70,-74-123,0 1,-1 0,-1 1,-1-1,-1 2,-1-1,2 21,-6-35,1 0,-1 0,-1 0,1 0,-1-1,0 1,-1 0,0 0,0 0,0-1,-1 1,0-1,0 0,0 0,-1 0,0 0,0-1,-1 1,0-1,0 0,0 0,0-1,-1 0,1 0,-1 0,-1 0,-7 3,0-1,-1-1,0 0,0-1,0-1,0 0,-1-1,1 0,-1-1,1-1,-1-1,0 0,1-1,0-1,-1 0,1-1,0 0,1-2,-1 1,1-2,0 0,1-1,0 0,0-1,0 0,1-1,1-1,-4-4,9 8,0 0,1 0,0 0,1-1,0 0,0 0,0 0,1-1,0 1,1-1,0 1,0-1,1 0,0 0,1 0,0 0,0 0,1 0,0 1,1-1,-1 0,2 0,-1 1,2-2,10-16,2 1,0 1,1 0,2 1,0 1,2 1,0 1,11-8,-5 4,-24 21,229-232,-207 205,-1 0,-2-2,-1 0,-2-2,-1 0,-1-1,5-20,-17 41,-1 0,-1 0,0 0,0 0,-2-1,1 1,-2-8,0 18,0 0,0 0,-1 0,0 0,1 0,-1 0,-1 0,1 0,0 1,-1-1,0 0,0 1,0 0,0-1,-1 1,1 0,-1 0,0 0,0 0,0 1,0-1,0 1,-1 0,1 0,-1 0,1 0,-1 0,0 1,0 0,-7-1,0 2,0 0,0 0,0 1,-1 1,2-1,-1 2,0 0,0 0,1 1,0 0,-1 0,2 2,-1-1,0 1,1 0,0 1,1 0,0 1,-6 5,-1 3,0 0,1 0,0 1,1 1,-7 14,-8 21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8:37.68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8413 288,'51'1195,"29"-349,-79-834,6 45,-3 0,-3 0,-1 0,-4 0,-2 0,-3 6,7-53,-1 1,1-1,-2 0,0 0,0 0,-1 0,0-1,0 0,-1 0,0 0,-1 0,0-1,0 0,-1-1,0 0,0 0,-1 0,0-1,0-1,0 1,-1-2,0 1,-2 0,-20 3,0-2,-1-1,0-1,1-2,-1-1,-12-2,23 0,-758-17,-503 73,779-25,-2186 7,1200-101,1169 38,1-14,-126-40,233 21,211 58,0 0,-1 1,1-1,0 0,-1 0,1 0,0-1,0 1,0 0,0-1,0 1,0-1,1 0,-1 0,0 0,1 0,-1 0,1 0,0 0,0 0,0 0,0 0,0-1,0 1,0-1,1 1,-1 0,1-1,0 1,0-3,-11-274,-2-634,14 673,-1 237,-1-222,9 1,10 0,11-6,-25 200,1 1,1-1,2 1,0 1,2 0,1 0,2 1,0 0,2 1,18-24,-27 44,1-1,0 1,0 0,1 1,-1-1,1 2,1-1,-1 1,0 0,1 1,0 0,0 0,0 1,0 0,0 1,8-1,151 12,249 47,119-26,162-25,-529-6,2581-16,-2443 16,1933-21,-1977 12,-123-19,96 19,-233 9,0 0,0 0,-1 1,1-1,0 1,0-1,-1 1,1 0,0 0,-1 0,1 1,-1-1,1 1,-1-1,0 1,1 0,-1 0,0 0,0 0,-1 0,1 0,0 0,-1 1,1-1,-1 1,0-1,0 1,0 0,0-1,0 1,0 0,3 13,-1 1,-1-1,0 1,-2-1,1 1,-2 0,0-1,-1 1,-1-1,0 0,-1 0,-1 0,-5 11,8-20,-12 39,2-9,1 1,2 0,2 0,1 1,2 0,2 7,2-37,1 1,0-1,0 1,1-1,1 1,-1-1,1 0,1 0,3 6,15 19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8:38.16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21,'27'-7,"1"2,0 1,0 2,0 0,0 2,0 1,0 1,0 1,18 6,-35-8,-1 1,1 0,0 1,-1 0,0 0,0 1,0 0,0 1,0 1,-1-1,0 1,0 1,-1 0,0 0,0 0,0 1,-1 0,0 1,-1 0,0 0,0 0,-1 0,0 1,-1 0,0 0,-1 1,0-1,2 10,-7 2,0-1,-2 0,0 1,-1-2,-2 1,0 0,-1-1,-1-1,0 1,-2-1,0-1,-2 0,-11 13,8-6,-33 48,7-13,3 3,3 1,-19 46,31-25,20-51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8:38.47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37 160,'3'6,"-1"0,1-1,0 1,0-1,0 0,1 0,0 0,0 0,0-1,0 1,1-1,0 0,0-1,0 1,0-1,4 2,-6-5,0-1,0 1,0-1,0 0,-1 0,1 0,0 0,-1 0,1-1,-1 1,1-1,-1 0,0 0,1 0,-1 0,0 0,0 0,0 0,-1-1,1 1,-1-1,1 1,-1-1,0 1,0-1,0 0,0 0,0 0,-1 0,1 1,-1-3,3-3,0 1,-1 0,0-1,0 0,0 1,-1-1,-1 0,1 0,-1 0,0 1,-1-1,0 0,0 0,-1 1,0-1,0 0,-1 1,0 0,0 0,-1-1,2 6,-1 1,1-1,0 0,-1 1,1-1,-1 1,0 0,1 0,-1 0,0 0,0 1,0-1,0 1,1-1,-1 1,0 0,0 0,0 0,0 1,0-1,0 1,0 0,1-1,-1 1,0 0,1 1,-1-1,0 0,-1 2,-3 1,-1 1,1-1,1 1,-1 0,1 1,0 0,0 0,1 0,-6 7,10-12,0 1,0-1,0 0,0 1,0-1,1 1,-1-1,0 1,1 0,-1-1,1 1,-1-1,1 1,0 0,0 0,0-1,0 1,0 0,0-1,0 1,1 0,-1-1,0 1,1 0,0-1,-1 1,1-1,0 1,0-1,0 1,0-1,0 1,0-1,0 0,0 0,0 0,1 1,-1-1,0 0,1-1,0 1,21 10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8:38.79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134 58,'29'-50,"-29"49,0 1,0 0,0-1,1 1,-1 0,0-1,0 1,0 0,0-1,0 1,1 0,-1 0,0-1,0 1,0 0,1-1,-1 1,0 0,1 0,-1 0,0-1,0 1,1 0,-1 0,0 0,1 0,-1 0,0 0,1-1,-1 1,0 0,1 0,-1 0,0 0,1 0,-1 0,1 0,-1 0,0 1,1-1,-1 0,0 0,1 0,-1 0,0 0,0 1,1-1,-1 0,0 0,1 0,-1 1,0-1,0 0,1 0,-1 1,0-1,0 0,0 1,0-1,1 0,-1 0,0 1,3 26,-32 143,18-122,-7 30,-19 70,7 1,6 2,6 1,3 148,18-241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8:39.11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1 159,'1'6,"1"0,0 0,1 0,-1 0,1 0,0 0,1 0,-1-1,1 0,0 0,1 0,-1 0,1-1,0 1,0-1,0 0,1-1,0 0,-1 1,1-2,0 1,0-1,1 0,1 1,-5-4,1 1,-1-1,1 0,-1 0,0-1,1 1,-1-1,0 1,0-1,0 0,0 0,0 0,-1-1,1 1,-1-1,1 1,-1-1,0 0,0 0,0 0,0 0,0 0,-1 0,1-4,20-84,-31 9,8 80,1-1,-1 1,0 0,0 0,0 0,0 0,0 0,0 0,0 0,-1 1,1-1,-1 0,1 1,-1-1,0 1,1-1,-1 1,0 0,0 0,0 0,0 0,0 0,0 0,-1 1,1-1,0 0,0 1,0 0,-1 0,1 0,0 0,0 0,-1 0,-1 1,-2 2,-1 0,0 1,1 0,0 1,0-1,0 1,1 0,-1 1,1-1,1 1,-1 0,1 0,0 1,0-1,1 1,0 0,0 0,0 0,1 0,0 0,1 1,-1-1,1 1,1-1,-1 1,2-1,-1 1,1-1,0 3,7 35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9:18.4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32,'0'-13,"0"-5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9:38.15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965 109,'-166'14,"131"-1,0 1,2 2,-1 1,2 2,1 1,0 1,1 2,2 1,0 1,2 2,0 0,0 5,-15 10,20-19,1 0,2 2,0 0,2 1,1 0,-2 6,-23 44,-1-1,4 3,-12 39,34-63,3 0,2 0,3 1,1 1,4 6,-6 36,-2 99,12 147,4-292,3 0,2 0,3-1,1-1,3 0,2-1,2-1,7 7,-13-19,4 8,2-2,2 0,1-1,2-1,2-2,2-1,13 11,142 140,-159-157,1-1,1-2,1-1,2-2,0 0,2-3,1 0,24 10,50 21,-63-29,0-2,2-2,0-2,8-1,321 69,-322-75,0-3,1-1,0-4,0-1,46-6,5 2,-4 2,157-6,175-67,-381 70,-1-2,1-3,-1-2,-1-2,46-18,251-93,-198 59,-40 19,-2-6,-1-4,-66 30,-1 4,-1-3,-1-1,-1-2,-1-1,32-33,146-192,-191 220,-3-1,0 0,-3-2,-1 0,-1-1,-2-2,7-12,-8 19,-2 0,-2 0,-1-1,-1 0,-1-1,-3 1,0-1,-2-4,-6-345,-4 277,-4 0,-5 0,-13-29,18 89,-2 0,-2 2,-1 0,-3 1,-2 0,-1 2,-2 1,-2 2,-2 0,-1 2,-34-31,42 50,0 0,-1 2,-1 1,-1 0,0 2,-1 1,0 1,0 2,-1 0,-4 1,-108-37,74 18,-164-56,-225-35,368 95,-1 5,-1 3,0 4,-27 3,-118-7,18-10,-17 9,52 2,41 0,98 12,-1 2,0 1,1 3,-27 6,42-6,-1-2,0 0,1-2,-1-2,-3 0,-28 0,-62 9,-7 16,87-11,-69 34,75-26,-4 3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9:47.37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63,'283'-5,"17"-15,109-10,-385 25,-22 3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9:48.72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42,'636'-19,"-337"-3,-299 22,0 0,0 0,0 1,0-1,0 0,0 0,0 0,0 1,0-1,0 0,1 0,-1 0,0 1,-4 0,-20 4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49:13.42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3676 1310,'-7'5,"0"0,0-1,0 1,-1-2,1 1,-1-1,0 0,0-1,0 1,-1-2,-3 1,-11 4,-393 81,169-40,-336 71,-24 30,466-123,2 5,1 7,-19 13,-175 63,287-92,-7 1,1 2,2 2,0 3,2 2,1 1,22-7,1 0,1 1,1 1,1 1,1 1,2 1,-13 31,-1-3,1-5,2 2,3 1,2 1,2 0,3 2,1 11,-8 55,4-37,5 2,3 0,5 1,2 85,17-34,6 0,11 29,0-61,5-1,39 88,-47-135,163 402,-42-171,-131-253,-3 1,-2 1,-1 0,-2 0,0 31,10 51,-9-69,-3 1,-2 0,-2 0,-3 0,-2 0,-6 21,-25 167,23-183,-2-1,-4-1,-2 0,-27 54,20-48,3 1,3 1,3 1,2 1,2 15,-2 7,5 1,4 0,4 0,9 92,21 100,5-2,10-57,-28-101,-10-73,3 0,1 0,11 28,53 239,-63-284,2-1,1-1,2 0,1 0,1-2,2 0,15 19,-16-28,0-1,2 0,0-2,1 0,6 3,17 15,-29-23,4 5,1 0,1-1,0-1,1-1,0-1,1-1,1-1,0-1,1-1,0-1,11 2,11-4,0-3,1-2,31-2,81 4,226 50,177-14,-284-24,197-15,-326-6,-31 0,0 4,90 14,-75 1,106-3,287-4,-141-1,-249-7,-30-3,-1-5,30-10,148-25,-239 40,0-3,-1-2,0-2,8-4,-2 0,-24 9,1-2,-1-1,-1 0,0-2,0-1,-1-1,11-9,-6-4,-1 0,-1-2,-1-2,-2 0,-1-1,-2-1,-1-1,8-20,34-52,-32 55,-2 0,-2-1,-2-2,-3 0,7-30,88-366,11-74,-92 386,-1 4,10-92,28-512,-54 444,-13-52,1-41,-10-313,2 315,-10-184,-4 164,13 360,-1-1,-2 1,-2 0,-2 1,-2 0,-3-1,-12-29,-14-38,-25-102,62 193,-3-18,-2 0,-1 1,-1 0,-3 1,-1 0,-1 1,-13-17,-23-16,-3 2,-4 3,-1 3,-58-43,59 49,-2 2,-2 3,-2 2,-3 4,-1 3,-27-10,-81-15,-4 7,-80-11,118 26,-137-60,218 82,-1 3,-1 2,-1 4,0 2,-1 4,0 2,-6 3,-298-20,-180 18,417 3,117 0</inkml:trace>
  <inkml:trace contextRef="#ctx0" brushRef="#br0" timeOffset="649.824">3529 228,'-2'-3,"-1"9,0 15,0 17,1 18,1 11,1 8,-1 0,-1-4,-3-9,-1-13,-1-15,0-12</inkml:trace>
  <inkml:trace contextRef="#ctx0" brushRef="#br0" timeOffset="951.024">3395 0,'11'30,"1"-1,2 0,1-1,1 0,15 18,-18-27,22 34,-3-8,-3 2,-1 0,-3 2,-2 1,2 9,-22-50,0 0,0 0,-1 0,0 0,-1 0,0 0,0 0,-1 1,0-1,-1 0,0 0,0 0,-1 1,0-1,0 0,-1-1,-1 1,1-1,-2 1,1-1,-1 0,0 0,-1 0,-9 6,-1-1,0-1,0 0,-1-1,-1-1,0-1,0-1,-1 0,0-1,0-1,-1-1,0 0,0-2,0 0,0-2,-8 0,-27-5,54 4,0 0,0 0,0-1,0 1,0 0,0-1,0 1,0-1,0 1,0-1,0 1,1-1,-1 0,0 1,0-1,1 0,-1 0,0 1,1-1,-1 0,0 0,1 0,0 0,-1 0,1 0,-1 0,1 0,0 0,0 0,0 0,0 0,-1 0,1 0,1 0,-1 0,0 0,0 0,0-1,0 1,1 0,-1 0,1 0,-1 1,0-1,2-1,9-18</inkml:trace>
  <inkml:trace contextRef="#ctx0" brushRef="#br0" timeOffset="1477.668">3984 374,'-14'18,"2"1,0 0,0 1,2 0,1 1,0 0,2 0,0 1,2 0,0 0,1 0,2 1,0-1,1 1,1 0,2-1,1 10,11 12,-13-44,-1 0,1 1,0-1,0 0,-1 0,1 0,0 0,-1 0,1 0,0 0,0 0,-1 0,1 0,0 0,-1-1,1 1,0 0,0 0,-1-1,1 1,-1 0,1-1,0 1,-1-1,1 1,-1-1,1 1,-1-1,1 1,-1-1,1 0,-1 1,0-1,1 0,-1 1,0-1,0 0,1 1,-1-1,0 0,8-18,0-1,-2 0,0 1,-1-2,-1 1,-1-1,-1-5,2-3,26-342,-26 352,-2 39,-2 34,-1-29,1 0,2 0,0 0,1 0,1 0,2-1,7 22,-12-43,0 1,1-1,-1 0,1 0,-1 0,1-1,0 1,0 0,0-1,0 1,0-1,1 0,-1 1,1-1,0 0,-1-1,1 1,0 0,0-1,0 0,0 0,1 0,-1 0,0 0,0 0,0-1,1 1,-1-1,0 0,1 0,-1-1,0 1,1-1,-1 1,0-1,0 0,0 0,0 0,0-1,0 1,0-1,0 0,12-11,-2-1,0 0,0-1,-1-1,-1 0,-1-1,0 0,-1 0,-1-1,0 0,-2 0,3-13,20-57,-25 76</inkml:trace>
  <inkml:trace contextRef="#ctx0" brushRef="#br0" timeOffset="1868.622">4371 200,'0'-2,"0"1,0 6,0 9,-2 8,-1 12,-5 14,-5 15,-2 13,-4 6,-1 4,3-4,5-7,4-12,6-12,5-14,5-14,0-11</inkml:trace>
  <inkml:trace contextRef="#ctx0" brushRef="#br0" timeOffset="2308.647">4612 267,'-13'365,"13"-362,-1 16,1 0,0 0,1 0,1 0,1-1,1 1,1-1,0 0,1 0,5 9,-9-24,-1-1,1 1,-1-1,1 1,0-1,0 0,0 0,0 0,0 0,0 0,1 0,-1-1,1 1,-1-1,1 1,0-1,-1 0,1 0,0-1,0 1,0 0,0-1,0 0,-1 1,1-1,0 0,0-1,0 1,0 0,0-1,0 0,0 0,-1 1,1-2,1 0,5-2,0-1,-1 0,0 0,0-1,0 0,-1-1,0 0,0 0,-1 0,1-3,13-23,-1-1,-2-2,-1 1,-2-2,-2 0,-1 0,-2-1,-2 0,-1-1,-2 0,-1-16,15-82,-15 116</inkml:trace>
  <inkml:trace contextRef="#ctx0" brushRef="#br0" timeOffset="2563.967">5133 187,'0'18,"0"14,0 9,5 7,7 7,10 4,10 0,10-1,8-3,2-2,1-3,-4-4,-5-4,-9-8,-7-7,-7-8,-6-7</inkml:trace>
  <inkml:trace contextRef="#ctx0" brushRef="#br0" timeOffset="2841.227">5588 267,'-19'2,"-9"11,-10 13,-8 19,-7 18,-5 15,-3 12,-2 5,3 1,6-5,14-17</inkml:trace>
  <inkml:trace contextRef="#ctx0" brushRef="#br0" timeOffset="3345.874">6551 562,'16'-70,"3"2,4 0,21-43,-34 92,-10 19,0-1,0 1,1 0,-1 0,0 0,1 0,-1 0,0 0,1-1,-1 1,0 0,1 0,-1 0,0 0,1 0,-1 0,0 0,1 0,-1 1,0-1,1 0,-1 0,0 0,0 0,1 0,-1 0,0 1,1-1,-1 0,0 0,0 1,1-1,-1 0,0 0,0 1,0-1,1 0,-1 0,0 1,0-1,0 0,0 1,0-1,0 0,0 1,1-1,-1 0,0 1,0-1,0 0,0 1,0-1,0 0,-1 1,1-1,0 0,0 1,0-1,0 0,0 0,0 1,-1-1,1 0,0 1,0-1,-1 0,-6 194,-5 198,0-300,4-59</inkml:trace>
  <inkml:trace contextRef="#ctx0" brushRef="#br0" timeOffset="3624.129">6523 976,'16'0,"12"0,13 0,13 0,10-2,7-6,-1-3,-11 0</inkml:trace>
  <inkml:trace contextRef="#ctx0" brushRef="#br0" timeOffset="3876.454">7178 401,'-1'3,"0"-1,0 0,0 1,0-1,1 1,-1-1,1 0,-1 1,1-1,0 1,0 0,0-1,0 1,1-1,-1 1,1-1,-1 1,1-1,0 0,0 1,0-1,0 0,0 0,1 1,-1-1,1 0,-1 0,1-1,0 1,-1 0,1 0,0-1,0 1,1-1,-1 0,0 0,0 1,1-2,-1 1,0 0,1 0,-1-1,1 1,-1-1,1 0,-1 1,1-1,-1-1,1 1,-1 0,1 0,0-1,-1-1,0 0,1-1,-1 1,0 0,0-1,0 0,0 1,-1-1,1 0,-1 0,0 0,0 0,0 0,0 0,0 0,-1 0,1-1,-1 1,0 0,0 0,0 0,0-1,-1 1,1 0,-1 0,0 0,0 0,0 0,0 0,0 0,-1 0,0 0,1 1,-1-1,0 0,0 1,0-1,-1 1,1 0,0 0,-1 0,-2-1,4 1,0 1,-1-1,1 1,-1 0,1 0,-1-1,1 1,-1 0,1 0,-1 1,0-1,0 0,1 0,-1 1,0-1,0 1,0 0,0 0,0-1,1 1,-1 0,0 1,0-1,0 0,0 0,0 1,0-1,1 1,-1 0,0-1,0 1,1 0,-1 0,0 0,1 0,-1 0,1 1,0-1,-1 0,1 1,0-1,0 1,0-1,0 1,0 0,0-1,0 2,-6 23,4 1</inkml:trace>
  <inkml:trace contextRef="#ctx0" brushRef="#br0" timeOffset="4138.764">7232 882,'24'-46,"-23"45,-1 1,1-1,0 0,0 0,-1 0,1 1,0-1,-1 0,1 0,-1 0,1 0,-1 0,1 0,-1 0,0 0,0 0,1 0,-1 0,0-1,0 1,0 0,0 0,0 0,0 0,-1 0,1 0,0 0,0 0,-1 0,1 0,-1 0,1 0,-1 0,1 0,-1 0,0 0,1 0,-1 1,0-1,0 0,1 0,-1 1,0-1,0 1,0-1,0 0,0 1,0 0,0-1,0 1,0 0,0-1,0 1,0 0,0 0,0 0,-1 0,1 0,-5 2,1 0,-1 0,1 0,-1 1,1 0,0 0,0 1,0-1,1 1,-1 0,1 0,0 0,0 1,0 0,1 0,-1 0,1 0,0 0,-1 4,4-8,-1 1,1-1,-1 1,1 0,0-1,0 1,0-1,0 1,0 0,0-1,0 1,1 0,-1-1,0 1,1-1,-1 1,1-1,0 1,0-1,-1 1,1-1,0 0,0 1,0-1,0 0,1 0,-1 0,0 0,0 0,1 0,-1 0,1 0,-1 0,0-1,1 1,0 0,-1-1,1 0,-1 1,1-1,0 0,-1 0,1 0,-1 0,1 0,0 0,-1 0,1 0,1-1,26 2</inkml:trace>
  <inkml:trace contextRef="#ctx0" brushRef="#br0" timeOffset="4738.519">7620 602,'3'-35,"2"1,1 0,2 1,1-1,2 2,1-1,2 2,12-21,-11 17,-22 58,2 0,0 1,1 0,2-1,0 1,1 6,2 23,2-1,3 0,8 35,9 111,-22-189,-1 1,0-1,-1 1,0-1,0 0,-1 1,0-1,-1 0,0 0,0 0,-1 0,0-1,0 1,-1-1,-1 0,-2 3,8-11,0 1,-1 0,1-1,-1 1,1-1,-1 1,1-1,-1 1,1-1,-1 1,0-1,1 0,-1 1,0-1,1 0,-1 0,0 1,1-1,-1 0,0 0,0 0,1 0,-1 0,0 0,0 0,1 0,-1 0,0 0,1 0,-1-1,0 1,0 0,1 0,-1-1,1 1,-1 0,0-1,1 1,-1-1,1 1,-1-1,0 1,1-1,0 1,-1-1,1 1,-1-1,1 0,0 1,-1-1,1 0,0 1,0-1,-1 0,1 0,0 1,0-1,0 0,0-1,-1 1,1-1,0 1,0-1,0 1,0-1,0 1,0-1,0 1,0-1,0 1,1-1,-1 1,1-1,-1 1,1-1,0 1,-1 0,1-1,0 1,0 0,0 0,0 0,0 0,0 0,0 0,1 0,-1 0,0 0,2 0,84-8,167-17,-192 17</inkml:trace>
  <inkml:trace contextRef="#ctx0" brushRef="#br0" timeOffset="64122.616">7820 281,'1'-2,"1"0,-1 0,0 0,0 0,0 0,-1 0,1-1,0 1,-1 0,0 0,1-1,-1 1,0 0,0-1,0 1,0 0,-1-1,1 1,-1 0,1 0,-1-1,0 1,0 0,0 0,0 0,0 0,0 0,-1 0,1 0,-1 0,1 1,-1-1,0 0,1 1,-1 0,0-1,0 1,0 0,0 0,-2-1,-1 1,1 0,-1 0,1 1,-1-1,0 1,1 0,-1 0,1 1,-1-1,1 1,-1 0,1 0,-1 1,1-1,0 1,0 0,-1 0,1 0,1 1,-1 0,0-1,1 1,-1 0,1 1,0-1,0 1,0-1,1 1,-1 0,1 0,-6 11,1 0,1 0,1 1,0 0,1 0,0 0,1 1,1-1,1 1,1-1,0 1,1-1,0 1,2-1,2 11,2-8,1-2,0 1,1-1,1 0,1-1,0 0,1-1,1-1,0 0,1 0,16 11,-7-3,32 30,-26-28,-2 2,-1 1,-1 1,-2 1,20 31,-40-56,0 0,0-1,-1 1,0 0,1 1,-2-1,1 0,0 1,-1-1,0 1,0-1,0 1,-1-1,1 1,-1 0,0-1,0 1,-1 0,1-1,-1 1,0-1,-1 1,1-1,-1 1,0-1,0 0,0 0,0 0,-1 0,0 0,1 0,-3 1,-6 1,0-1,0 0,0-1,0 0,-1-1,1 0,-1-1,0-1,0 1,0-2,0 0,0 0,0-1,1 0,-1-1,-9-3,-4 0,0 0,0-2,0 0,1-2,0-1,0-1,1-1,1-1,-2-2,21 14,-1-1,1 0,0 0,0 0,0 0,0-1,0 1,0-1,1 0,-1 0,1 0,0 0,-1 0,2 0,-1 0,0-1,1 1,-1-1,1 1,0-1,0 0,0 1,1-1,0 0,-1 0,1 0,0 1,1-1,-1 0,1 0,-1 1,1-1,0 0,1 1,-1-1,2-3,11-7,0 0,0 0,1 1,1 1,0 1,1 0,4-1,5-5,8-5,17-8,-2-2,-1-3,-2-2,-1-1,-2-3,30-36,-63 64,-1-1,-1 0,0 0,0-1,-2 0,1 0,-2-1,2-8,-5 19,-1-1,0 1,0 0,-1 0,1-1,-1 1,0 0,-1 0,1-1,-1 1,0 0,0 0,-1 0,1 0,-1 0,0 0,-1 0,1 1,-1-1,0 1,0-1,0 1,-1 0,1 0,-1 1,0-1,-4-2,1 2,0 0,0 1,0-1,-1 1,0 1,1 0,-1 0,0 0,0 1,0 0,0 0,0 1,-1 1,1-1,0 1,0 0,0 1,1 0,-1 0,0 1,1 0,-1 0,1 0,0 1,0 0,0 1,1 0,-1 0,1 0,0 1,1 0,-4 4,-17 42,17-28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50:48.43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0 417,'80'-291,"-43"166,-31 152,7 190,-5-127,-3 1,-8 69,3-157,0 0,1 1,-1-1,0 1,0-1,0 1,0-1,-1 1,0-1,1 0,-1 1,0-1,-1 0,1 0,-1 0,1 1,-1-1,0-1,0 1,0 0,0 0,-1-1,1 1,-1-1,1 0,-1 0,0 0,0 0,-1 0,59-4,-1-3,0-2,0-2,-1-3,32-11,-64 15,-7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50:50.02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53 194,'-3'4,"0"0,0 1,0 0,1-1,-1 1,1 0,0 0,0 0,1 1,0-1,0 0,0 1,0-1,1 0,0 1,0-1,1 1,-1-1,1 0,0 1,0-1,1 0,0 0,0 0,0 0,0 0,1 0,0-1,0 1,1 1,-3-5,0 0,1 0,-1 0,0 0,0 0,0 0,1 0,-1 0,0-1,1 1,-1 0,1-1,-1 1,1-1,-1 0,1 1,-1-1,1 0,0 0,-1 0,1 0,-1 0,1 0,-1-1,1 1,-1 0,1-1,-1 1,1-1,-1 0,1 1,-1-1,0 0,1 0,-1 0,0 0,0 0,0 0,0 0,0 0,0-1,0 1,0 0,33-62,-30 48,-1 1,0-1,-1 0,0 1,-1-1,-1 0,0 0,-1 0,-1 0,0 0,-1 1,-1-1,0 1,-1 0,0 0,-1 0,-1 1,7 11,-1 1,1 0,-1 0,1-1,-1 1,0 0,1 0,-1 0,0 0,0 0,0 0,0 0,0 0,0 0,0 1,0-1,0 0,0 0,0 1,-1-1,1 1,0-1,0 1,-1 0,1 0,0-1,-1 1,1 0,0 0,-1 0,1 0,0 0,-1 1,1-1,0 0,0 0,-1 1,1-1,0 1,0 0,-1-1,1 1,0 0,0-1,0 1,0 0,0 0,0 0,0 0,1 0,-1 0,0 1,-7 10,2 0,0 1,0 0,1 0,1 0,0 1,1-1,0 1,1 0,0 2,1-9,-8 67,2-4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50:50.38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110 286,'-1'4,"0"0,1 0,0 1,0-1,0 0,0 1,1-1,0 0,0 0,0 0,0 0,1 0,-1 0,1 0,0 0,0 0,0-1,1 1,0-1,-1 0,1 0,0 0,0 0,1 0,-1 0,1-1,-1 0,1 0,0 0,0 0,-1 0,1-1,1 0,-1 1,0-2,0 1,0 0,1-1,-1 0,1 0,3-4,1 0,-1 0,1-1,-1-1,0 1,-1-1,0 0,0-1,0 0,-1 0,1 0,-2-1,1 0,-1 0,-1-1,1 1,-1-1,-1 0,0 0,2-7,-2 6,0-1,0 0,-1 0,0 0,-1 0,0 0,-1 0,0 0,-1 0,0 0,-1 0,-1-5,1 11,0-1,0 1,0-1,0 1,-1 0,0-1,0 1,0 1,-1-1,0 0,0 1,0 0,0 0,-1 0,1 0,-1 1,0 0,0 0,-1 0,1 1,0-1,-1 1,1 1,-2-1,2 1,-1 0,0 0,0 1,0-1,0 2,0-1,0 1,0-1,0 2,0-1,1 1,-1-1,0 2,1-1,0 1,-1-1,1 1,0 1,1-1,-1 1,0 0,1 0,0 0,-2 3,-5 5,1 1,1 0,0 1,1 0,0 0,1 0,1 1,-3 10,-12 57,7-3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50:52.15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0 284,'62'129,"132"245,-163-328,-30-45,-1-1,1 0,0 1,-1-1,1 0,0 0,0 0,-1 1,1-1,0 0,0 0,-1 0,1 0,0 0,0-1,-1 1,1 0,0 0,-1 0,1-1,0 1,0 0,-1-1,1 1,-1 0,1-1,0 1,-1-1,1 1,-1-1,1 1,-1-1,1 0,-1 1,0-1,1 1,-1-1,0 0,1 0,-1 1,0-1,0 0,0 1,1-1,-1 0,0 0,0 1,0-1,0 0,0 0,-1 1,1-1,0 0,0 0,0 1,-1-1,1 0,0 1,0-1,30-267,-29 260,4-39,1 0,3 1,1 0,3 0,13-30,-25 75,-1-2,1 1,-1-1,1 1,0-1,0 1,0 0,0-1,0 1,1 0,-1 0,1 0,-1 0,1 0,0 0,0 0,0 1,0-1,0 0,0 1,0 0,0 0,1-1,-1 1,0 1,1-1,-1 0,1 0,-1 1,1 0,2-1,13 16,-2 6</inkml:trace>
  <inkml:trace contextRef="#ctx0" brushRef="#br0" timeOffset="826.789">776 711,'-2'-1,"-8"-9,-1 0,0 1,0 0,-1 0,-1 2,1-1,-1 2,0 0,-1 0,-13-3,23 8,1 1,0 0,-1 0,1 0,0 1,-1-1,1 1,0-1,0 1,-1 0,1 1,0-1,0 0,0 1,0 0,1 0,-1-1,0 2,1-1,-1 0,1 0,0 1,0 0,0-1,0 1,0 0,1 0,-1 0,1 0,-1 0,1 2,-3 6,0 0,1 0,0 0,1 1,0-1,1 1,0 0,1 5,-1-12,1 0,0-1,0 1,0 0,1-1,-1 1,1 0,0-1,1 1,-1-1,1 1,0-1,0 0,0 0,0 0,1 0,0 0,0 0,0-1,0 1,0-1,1 0,-1 0,1 0,0-1,0 1,0-1,0 0,1 0,-1 0,0-1,1 1,-1-1,1 0,0 0,-1-1,3 1,4-4,0-1,-1 0,1 0,-1-1,0-1,-1 1,1-2,-1 1,0-1,-1-1,1 1,-1-1,-1-1,0 1,0-2,-1 1,0 0,0-1,-1 0,2-6,-2 5,0-1,0 1,-1-1,-1 1,0-1,0 0,-1 0,-1 0,0-1,-1 1,0 0,0 0,-2-1,1 1,-2 0,3 11,0 0,0 0,0 1,0-1,-1 0,1 0,0 1,-1-1,1 0,0 1,-1-1,1 0,-1 1,1-1,0 0,-1 1,0-1,1 1,-1-1,1 1,-1-1,0 1,1 0,-1-1,0 1,0 0,1-1,-1 1,0 0,0 0,1 0,-1-1,0 1,0 0,1 0,-1 0,0 1,0-1,0 0,0 0,-20 28,17-17,1 1,-1 0,2 0,0 0,0 0,1 0,1 0,0 1,0-1,1 0,3 11,-3-16,1-1,0 1,0-1,0 0,1 0,0 0,0 0,0 0,1-1,0 1,0-1,1 0,-1 0,1 0,0-1,0 0,1 0,-1 0,1 0,0-1,0 0,3 1,-2-2,1 0,-1 0,1 0,0-1,-1 0,1-1,0 0,0 0,-1 0,1-1,0-1,-1 1,1-1,-1 0,0-1,1 0,-1 0,0 0,-1-1,1 0,5-5,0 1,-2-1,1-1,-1 1,-1-2,0 1,0-1,-1-1,-1 1,1-1,-2-1,5-11,-1-10,-1-1,-2 1,-1-2,-2 1,-1 0,-2-1,-1 0,-2 1,-2-1,-1 1,-7-24,5 23,-1 1,-2 0,-1 1,-1 0,-7-8,20 41,-1 1,0 0,0-1,0 1,0-1,0 1,0-1,0 1,0 0,0-1,0 1,0-1,0 1,-1-1,1 1,0 0,0-1,0 1,0 0,-1-1,1 1,0-1,0 1,-1 0,1-1,0 1,-1 0,1 0,0-1,-1 1,1 0,-1 0,1 0,0-1,-1 1,1 0,-1 0,1 0,0 0,-1 0,1 0,-1 0,1 0,-1 0,1 0,0 0,-1 0,1 0,-1 0,1 0,-1 0,1 1,0-1,-1 0,1 0,0 0,-1 1,1-1,0 0,-1 0,1 1,0-1,-1 0,1 1,0-1,0 0,-1 1,-5 33,1 107,6 0,9 35,-8-132,1 0,2 0,2 0,2-1,2 0,2 0,2-2,6 11,-20-49,-1 1,1-1,1 0,-1 0,0 1,1-1,0 0,0 0,0-1,0 1,0 0,0-1,1 1,-1-1,1 0,0 0,-1 0,1 0,0 0,0 0,1-1,-1 0,0 1,0-1,1 0,-1-1,0 1,1-1,-1 1,1-1,-1 0,1 0,-1-1,1 1,-1-1,0 1,1-1,-1 0,2-1,4-7,-1-1,1 0,-2 0,1-1,-1 0,-1 0,0-1,-1 0,0 0,-1 0,0 0,-1-1,1-3,4-15,-2 0,-1 0,-1 0,-1 0,-2-7,-2 77,-1-16,2 1,1-1,0 0,2 0,5 22,-7-40,1 0,-1 0,1 0,0 0,0 0,1 0,0-1,0 1,0-1,0 0,0 0,1 0,0 0,0 0,0-1,0 0,0 0,1 0,0 0,-1-1,1 0,0 0,0 0,0 0,0-1,1 0,-1 0,0 0,2-1,30-1,-5-6</inkml:trace>
  <inkml:trace contextRef="#ctx0" brushRef="#br0" timeOffset="1027.252">1524 350,'-18'-2,"-8"1,-3 4,5 5,10 4,17 4,17 5,5-3</inkml:trace>
  <inkml:trace contextRef="#ctx0" brushRef="#br0" timeOffset="2301.957">2112 659,'-14'-13,"-1"1,-1 0,0 2,-1 0,0 0,-8-1,19 8,0 0,0 1,0 0,0 0,0 1,-1 0,1 0,-1 0,1 1,-1 0,1 0,-1 1,1 0,0 0,-1 0,1 1,0 0,0 0,0 1,-4 1,4 1,1 0,-1 0,1 0,0 1,1 0,-1 0,1 0,0 1,1-1,-1 1,1 0,1 0,-1 0,1 0,1 1,-1-1,1 0,0 1,1-1,0 1,0-1,1 1,0-1,0 1,0-1,1 0,0 0,1 1,-1-2,2 1,-1 0,1 0,-1-1,4 4,-3-6,0 0,1-1,-1 1,1-1,-1 0,1 0,0 0,0-1,1 0,-1 0,0 0,1-1,-1 1,1-1,-1-1,1 1,-1-1,1 0,0 0,-1 0,1-1,-1 0,2 0,7-2,0-1,-1 0,1-1,-1-1,0 0,0-1,-1 0,8-6,-6 2,1-1,-2 0,0-1,0-1,-1 0,-1 0,0-1,-1-1,0 0,-2 0,0-1,-1 0,0 0,-1-1,-1 0,-1 0,-1 0,0 0,-2-1,0 1,-1-15,-2-3,-1 0,-2 0,-1 1,-2-1,-1 1,-2 1,-4-7,12 33,0 0,0 1,-1-1,0 1,-1 0,1 0,-1 0,-1 0,1 1,-4-3,8 8,0 0,0 0,0 1,-1-1,1 0,0 1,-1-1,1 0,0 1,-1 0,1-1,-1 1,1 0,-1 0,1 0,-1 0,1 0,0 0,-1 0,1 0,-1 1,1-1,-1 0,1 1,0-1,-1 1,1 0,0-1,-1 1,1 0,0 0,0 0,0 0,0 0,-1 1,-29 47,19-14,1 0,2 1,1 1,2 0,2 0,1 0,2 0,2 9,-2-28,1-1,0 1,2-1,0 0,1 0,1 1,0-2,1 1,1 0,1-1,0 0,1-1,0 0,2 0,0 0,0-1,1-1,1 0,0-1,1 0,0 0,7 2,-3-5,0-1,1 0,0-2,1 0,-1-1,1-1,0 0,0-2,0 0,1-1,-1-1,0-1,1-1,-1 0,0-2,0 0,-1-1,1-1,9-4,-19 5,1 1,-1-1,0-1,0 0,0 0,-1-1,0 1,0-2,-1 1,0-1,3-5,-8 10,1 0,-1-1,0 1,0 0,-1-1,1 0,-1 1,1-1,-1 0,0 0,-1 1,1-1,-1 0,0 0,1 0,-2 0,1 0,0 0,-1 0,0 0,0 1,0-1,0 0,-1 0,1 1,-1-1,0 1,0 0,0-1,-1 1,1 0,-1 0,-1-2,0 1,0 0,0 0,0 0,-1 1,1-1,-1 1,0 0,0 0,-1 1,1 0,0 0,-1 0,1 0,-1 1,0 0,1 0,-1 1,0-1,0 1,1 0,-1 1,0 0,0-1,1 2,-1-1,1 1,-1 0,1 0,0 0,-1 1,1 0,1 0,-1 0,0 0,1 1,-1 0,1 0,0 0,1 1,-3 2,2 0,0 1,1-1,0 0,0 1,0 0,1 0,1 0,-1 0,1 0,1 0,0 0,0 0,1 7,-1-11,0 0,1 0,0-1,0 1,0 0,1 0,-1-1,1 1,-1-1,1 1,0-1,1 0,-1 0,1 0,-1 0,1 0,0 0,0-1,0 0,0 1,1-1,-1 0,0 0,1-1,0 1,-1-1,1 0,0 0,1 0,4-1,1 0,0-1,-1-1,1 1,-1-1,1-1,-1 0,0 0,0-1,0 0,-1-1,1 0,-1 0,0-1,-1 0,1 0,-1-1,0 0,-1 0,0 0,0-1,0 0,-1 0,0-1,-1 1,0-1,0 0,1-8,2-18,-18 45,8-4,-1 1,1-1,0 1,1-1,0 1,0 0,0 0,1 0,0 0,0 0,1 0,0 0,0 0,1 0,-1 0,2 0,-1 0,1 0,0 0,0 0,1-1,0 1,0-1,1 0,0 0,0 0,0 0,0-1,1 1,4 2,-3-4,0-1,1-1,-1 1,1-1,0 0,-1 0,1-1,0 0,0 0,0 0,0-1,0 0,0-1,0 1,0-2,0 1,0-1,0 1,-1-2,1 1,-1-1,1 0,-1-1,0 1,0-1,0 0,-1-1,0 1,0-1,0 0,0 0,-1-1,1 0,-2 1,1-1,0-1,-1 1,-1 0,1-1,-1 0,1-3,1-3,-1-1,0 1,-1-1,0 1,-1-1,-1 0,0 0,-1 0,0 1,-2-1,1 1,-1-1,-1 1,-1 0,0-2,4 4,15 21,-3-1,123 46,-66-33,-65-21,0 0,1 0,-1 0,0 1,0-1,0 1,0-1,0 1,0 0,-1 1,1-1,-1 0,1 1,-1-1,0 1,0 0,0-1,0 1,0 0,-1 0,0 1,1-1,-1 0,0 0,0 1,-1-1,1 0,-1 1,0-1,1 1,-1-1,-1 0,1 2,-8 35,6-35,0 0,0-1,1 1,0 0,0 0,0 0,1 0,0 0,0 0,0 0,0 0,1 0,0 0,0 0,0-1,1 1,-1 0,1 0,0-1,1 0,2 5,3-3,0 0,0 0,1-1,0-1,0 1,1-1,-1-1,1 0,0 0,0-1,0 0,0-1,0 0,0 0,0-1,0 0,1-1,-1-1,0 1,0-1,-1-1,6-2,-2 1,0-1,0 0,-1-1,0 0,0-1,-1 0,1-1,-2 0,1-1,-1 0,0-1,3-5,-7 8,-1 1,0-1,-1 0,1-1,-1 1,-1-1,1 1,-1-1,-1 0,1-1,-1 1,-1 0,0-1,0 1,0 0,-1-1,0 1,-1-1,0 1,-1-5,1 9,1 1,-1 0,1 0,-1 0,0 0,0 0,0 0,0 0,-1 1,1-1,-1 0,0 1,0-1,0 1,0-1,0 1,0 0,-1 0,1 0,-1 0,1 0,-1 1,0-1,1 1,-1 0,0 0,0 0,0 0,0 0,0 0,-1 1,1 0,0-1,0 1,0 1,0-1,0 0,0 1,-1-1,1 1,0 0,0 0,1 0,-1 0,0 1,0 0,-5 6,1 1,0 1,0 0,1 0,0 0,1 1,0-1,0 1,1 1,1-1,0 0,1 1,0 0,0-1,2 1,-1 0,1 0,1-1,1 6,-1-9,1 1,0-1,0 0,1 0,0 0,0-1,0 1,1-1,1 0,-1 0,1 0,0 0,1-1,0 0,0 0,0 0,0-1,1 0,0 0,0-1,1 0,-1 0,1-1,0 0,-1 0,3 0,14 4,0-2,0 0,1-2,-1 0,3-2,47 1</inkml:trace>
  <inkml:trace contextRef="#ctx0" brushRef="#br0" timeOffset="8094.197">8610 350,'15'7,"-1"0,-1 1,1 0,-1 1,0 1,-1 0,0 0,-1 1,0 1,-1 0,0 0,-1 1,0 0,-1 1,-1 0,0 0,-1 1,1 5,44 132,-51-150,0-1,0 0,1 1,-1-1,1 0,-1 1,1-1,-1 0,1 1,-1-1,1 0,0 0,0 0,0 0,0 0,0 0,0 0,0 0,0 0,0 0,0 0,0-1,1 1,-1 0,0-1,0 1,1-1,-1 1,0-1,1 0,-1 0,1 0,-1 0,0 1,1-2,-1 1,1 0,-1 0,0 0,1-1,-1 1,0-1,1 1,-1-1,0 1,0-1,1 0,-1 0,13-11,0-1,-2-1,1 0,-2-1,0 0,-1-1,0 0,-1-1,-1 0,-1 0,0 0,1-11,7-31,-15 59,-1 0,1 0,0 0,0 0,0 0,-1 0,1 0,0 0,0 0,-1 0,1 0,0 0,0 1,0-2,-1 1,1 0,0 0,0 0,-1 0,1 0,0 0,0 0,0 0,-1 0,1 0,0 0,0 0,0-1,-1 1,1 0,0 0,0 0,0 0,0-1,0 1,-1 0,1 0,0 0,0 0,0-1,0 1,0 0,0 0,0-1,0 1,0 0,0 0,0 0,0-1,0 1,0 0,0 0,0-1,-12 21,9-15,0 1,0 0,0 0,1 1,-1-1,2 1,-1-1,1 1,0-1,0 1,1 0,-1 0,2-1,-1 1,1 0,0-1,0 1,1-1,0 1,0-1,0 1,1-1,0 0,0 0,1-1,0 1,0-1,2 3,4-3,1 0,0-1,0-1,0 1,0-2,0 0,1 0,-1-1,0 0,1-1,-1 0,1-1,-1 0,1-1,-1-1,0 1,0-2,0 0,-2 2,-1 0,0-1,0 0,0-1,-1 0,1 0,-1-1,0 1,0-2,-1 1,0-1,1 0,-2 0,1-1,-1 1,0-1,0 0,-1-1,0 1,0-1,-1 0,0 0,0 0,-1 0,0-3,10-66,-5 72,-2 22,2 48,-6-51,-1 0,2 0,0 0,1 0,0-1,1 1,1-1,0 0,0 0,5 6,-7-15,-1-1,1 0,0 1,1-1,-1 0,0-1,1 1,-1 0,1-1,0 0,0 0,0 0,0 0,0-1,1 0,-1 1,0-2,1 1,-1 0,0-1,1 0,-1 0,1 0,-1-1,0 1,1-1,-1 0,0 0,1-1,-1 1,5-2,0-1,0 0,0-1,-1 1,0-1,0-1,0 0,0 0,-1 0,0-1,-1 0,1-1,1-2,-2 0,0-1,-1 0,0 0,0 0,-1-1,-1 1,0-1,-1 0,0 0,0 0,-1-8,-4-3,3 22,0 1,0 0,0 0,0-1,0 1,0 0,0-1,0 1,-1 0,1 0,0-1,0 1,0 0,-1 0,1-1,0 1,0 0,0 0,-1 0,1 0,0-1,0 1,-1 0,1 0,0 0,-1 0,1 0,0 0,-1 0,1 0,0 0,0 0,-1 0,1 0,0 0,-1 0,1 0,0 0,-1 0,1 0,0 0,0 0,-1 0,1 1,0-1,0 0,-1 0,1 0,0 0,0 1,-1-1,1 0,0 0,0 1,0-1,-1 0,1 0,0 1,0-1,0 0,0 0,0 1,0-1,0 0,0 1,0-1,0 0,0 1,0-1,0 0,-5 9,0 0,1 0,0 1,1-1,0 1,0 0,1 0,0 0,1 0,0 0,1 0,0 0,1 0,0 0,0 0,1 0,1 3,0-7,-1-1,1 0,0 1,1-1,-1 0,1-1,0 1,0-1,1 0,-1 0,1 0,0 0,0-1,0 0,0 0,1 0,-1-1,1 1,0-2,0 1,0 0,0-1,0 0,0-1,3 1,33 4</inkml:trace>
  <inkml:trace contextRef="#ctx0" brushRef="#br0" timeOffset="9231.455">10134 485,'-9'15,"1"1,1 0,0 0,1 0,1 1,0 0,1 4,3-16,0 1,0-1,1 1,-1-1,2 1,-1-1,0 1,1-1,0 1,0-1,1 0,0 1,-1-1,2 0,-1 0,1 0,-1-1,1 1,1 0,-1-1,1 0,-1 0,1 0,3 2,1-2,0 1,0-2,1 1,-1-1,1 0,0-1,0 0,0 0,1-1,-1 0,0-1,0 0,1 0,-1-1,0 0,0-1,0 0,0 0,0-1,0 0,-1 0,1-1,-1-1,0 1,0-1,-1-1,1 1,-1-1,0 0,-1-1,0 0,0 0,0 0,-1-1,0 0,0 0,-1 0,0 0,0-1,-1 0,-1 3,0-1,0 1,-1-1,1 1,-1-1,-1 1,0-1,0 0,0 1,0-1,-1 0,0 1,-1-1,0 1,0-2,2 7,-1 0,1 1,0-1,0 0,-1 0,1 1,-1-1,1 1,0-1,-1 0,1 1,-1-1,0 1,1-1,-1 1,1-1,-1 1,0-1,1 1,-1 0,0-1,0 1,1 0,-1 0,0-1,0 1,1 0,-1 0,0 0,0 0,1 0,-1 0,0 0,0 0,0 1,1-1,-1 0,0 0,1 0,-1 1,0-1,0 1,1-1,-1 0,1 1,-1-1,0 1,1-1,-1 1,1 0,-1-1,1 1,-1-1,1 1,0 0,-1 0,-20 41,20-36,-1 0,1 0,1 0,-1 1,1-1,0 0,0 1,1-1,0 0,0 0,1 0,-1 0,1 0,1 0,-1 0,1 0,0-1,0 1,0-1,1 0,0 0,0 0,1-1,-1 1,1-1,0 0,0 0,0-1,0 1,1-1,4 2,2 0,1 0,-1-1,1 0,0-1,0 0,0-1,0-1,0 0,0 0,1-2,-1 0,0 0,0-1,13-4,-18 5,-1-2,1 1,0-1,-1 0,1-1,-1 0,0 0,0 0,-1-1,1 0,-1 0,0-1,-1 0,1 0,-1 0,0 0,-1-1,1 0,-1 0,-1 0,1-1,-1 1,-1-1,2-5,-2 5,0 0,0 1,-1-1,0 0,-1 0,0 0,0 1,-1-1,1 0,-2 0,1 1,-1-1,-2-4,3 11,0 0,1 1,-1-1,0 0,0 1,0-1,0 1,0-1,0 1,1 0,-1-1,0 1,0 0,-1 0,1-1,0 1,0 0,0 0,0 0,0 0,0 0,0 1,0-1,0 0,0 0,0 1,0-1,0 1,0-1,0 1,1-1,-1 1,0-1,0 1,0 0,1-1,-1 1,0 0,1 0,-1 0,0-1,1 1,-1 0,1 0,-1 0,1 0,0 0,0 0,-1 0,1 0,0 0,0 0,0 0,0 0,0 0,0 0,0 0,0 0,0 0,1 1,-3 4,1 0,1 0,-1 0,1 0,0 0,1 0,-1 0,1 0,0 0,1 0,-1 0,1-1,1 1,-1 0,1-1,0 1,0-1,0 0,1 0,-1 0,1-1,1 1,-1-1,4 3,4 3,0-1,1 0,0-1,1 0,0-1,0 0,0-1,1-1,3 1,19 3,0-2,0-1,0-2,0-2,1-1,-1-2,1-1,-1-2,0-2,12-4,-39 8,-1 1,1-2,-1 1,1-1,-1-1,0 1,-1-2,1 1,-1-1,0 0,0-1,0 0,-1 0,0-1,0 0,0 0,2-4,-8 8,0 1,0-1,0 0,0 1,0-1,-1 0,1 1,-1-1,0 0,0 0,0 0,0 1,0-1,-1 0,1 0,-1 1,0-1,1 0,-1 1,0-1,-1 1,1-1,0 1,-1 0,0-1,1 1,-1 0,0 0,0 0,0 0,0 1,0-1,-1 0,-1 0,-4-3,0 0,0 1,0 0,-1 0,1 1,-1 0,0 1,0-1,0 2,-1 0,5 0,0 0,0 0,0 1,-1 0,1 1,0-1,0 1,0 0,0 0,-1 0,1 1,1-1,-1 1,0 1,0-1,1 1,-1 0,1 0,0 0,0 0,0 1,0-1,1 1,0 0,-1 0,1 1,1-1,-1 1,1-1,-1 1,1 0,1 0,-1 0,1 0,0 0,0 0,0 0,0 3,2-4,-1 1,0-1,1 0,0 0,0 1,0-1,0 0,0 0,1 0,0-1,0 1,0 0,1-1,-1 1,1-1,-1 0,1 1,0-2,1 1,-1 0,0 0,1-1,-1 0,1 0,0 0,0 0,0 0,2 0,3 1,1 0,0-1,-1 0,1 0,0-1,0-1,0 1,0-2,0 1,0-1,8-2,-7 0,1 0,-1-1,0-1,0 0,0 0,-1-1,0 0,0-1,0 0,-1 0,0-1,-1-1,1 1,-2-1,1-1,-1 1,-1-1,1 0,-2-1,0 0,0 0,-1 0,0 0,0-1,-1-4,-4 7,-5 34,5 86,1-106,1-1,0 1,1-1,-1 1,1-1,0 0,0 0,0 0,1 0,-1 0,1 0,0-1,0 1,0-1,0 0,1 1,0-2,-1 1,1 0,0-1,0 0,0 0,2 1,9 1,1-1,0 0,1-1,-1-1,0 0,1-1,-1-1,0 0,0-2,0 1,0-2,0 0,0-1,-1-1,0 0,0-1,-1-1,0 0,0-1,4-4,-7 6,0-2,0 1,-1-2,0 1,-1-2,0 1,0-1,-1 0,-1-1,0 0,4-9,-10 20,0 0,0 0,0 1,-1-1,1 0,0 0,-1 0,1 0,-1 1,1-1,-1 0,1 0,-1 0,0 0,0 0,1 0,-1 0,0-1,0 1,0 0,0 0,0 0,0 0,0 0,-1 0,1 0,0 0,0 0,-1 0,1 0,-1 0,1 0,-1 0,1 0,-1 1,0-1,1 0,-1 0,0 0,0 1,1-1,-1 0,0 1,0-1,0 1,0-1,0 1,0 0,0-1,0 1,0 0,0-1,0 1,0 0,0 0,0 0,0 0,0 0,0 0,0 0,0 1,0-1,-1 0,-5 6,0 0,0 0,0 0,1 1,0 0,1 0,0 0,0 1,0-1,1 1,0 1,1-1,-1 0,2 1,-1 0,1 0,0 3,1-6,0 0,0 0,0 0,1-1,0 1,0 0,1 0,0 0,0 0,0-1,0 1,1 0,0-1,0 1,1-1,-1 0,1 0,0 0,1 0,-1 0,1-1,0 0,0 1,1-1,-1-1,1 1,-1-1,1 0,0 0,1 0,-1 0,2-1,86 16,-49-17</inkml:trace>
  <inkml:trace contextRef="#ctx0" brushRef="#br0" timeOffset="9497.856">12287 284,'-14'0,"-7"0,1 2,7 6,16 7,21 7,17 4,3-3</inkml:trace>
  <inkml:trace contextRef="#ctx0" brushRef="#br0" timeOffset="5400.613">4720 659,'-3'20,"3"16,2 14,2 6,1 4,1-2,2-9,-2-10,0-11</inkml:trace>
  <inkml:trace contextRef="#ctx0" brushRef="#br0" timeOffset="5680.388">4599 417,'-4'0,"4"7,13 7,12 7,9 8,-1-2</inkml:trace>
  <inkml:trace contextRef="#ctx0" brushRef="#br0" timeOffset="5933.708">4986 1006,'54'-109,"-36"75,-1-1,-1-1,-2-1,5-23,-17 57,-1 1,0-1,0 0,0 1,-1-1,1 0,-1 0,1 0,-1 1,0-1,0 0,0 0,-1 0,1 1,-1-1,1 0,-1 0,0 1,0-1,0 0,-1 1,1-1,0 1,-1 0,0-1,1 1,-1 0,0 0,0 0,0 0,0 0,-1 1,1-1,-1 1,1-1,-2 1,-2 1,0 1,0-1,0 2,0-1,1 1,-1 0,0 0,1 0,-1 1,1 0,0 0,0 0,0 1,0 0,1 0,-1 0,1 0,0 1,0-1,1 1,-1 0,1 1,0-1,0 0,1 1,0-1,-2 6,0-4,0 0,1 0,-1 1,1 0,1 0,0 0,0 0,0 0,1 0,0 0,1 0,-1 1,2-1,-1 0,1 0,1 0,-1 0,1 0,1 0,-1 0,1 0,1-1,-1 1,1-1,1 0,-1 0,1-1,0 1,1-1,0 0,3 2,-2-4,1 0,0-1,0 0,0 0,0-1,0 0,1 0,-1-1,1 0,3 0,38-1</inkml:trace>
  <inkml:trace contextRef="#ctx0" brushRef="#br0" timeOffset="6366.552">5535 578,'-8'-2,"0"1,-1 0,1 1,0 0,-1 0,1 1,0 0,0 0,-1 1,1 0,0 0,1 1,-1 0,0 0,1 1,-1 0,-5 5,12-8,-1 1,1-1,-1 0,1 1,0 0,0-1,0 1,0 0,0-1,0 1,0 0,0 0,1 0,-1 0,1 0,-1 0,1 0,0 0,0 0,0 0,0-1,0 1,0 0,1 0,-1 0,1 0,-1 0,1 0,0 0,-1 0,1 0,0-1,0 1,0 0,1-1,-1 1,0-1,1 1,0-1,66 55,-60-51,37 24,-29-21,0 2,0 0,-1 0,-1 2,1 0,-2 0,0 2,-1-1,0 2,3 5,-13-16,0 0,-1-1,0 1,0 0,0 0,0 0,0 0,-1 0,0 0,0 0,0 0,0 0,-1 0,1 0,-1 0,0 0,0 0,-1-1,1 1,-1 0,1-1,-1 1,-1-1,1 1,0-1,-1 0,1 0,-1 0,0 0,0-1,0 1,-1-1,1 0,-1 0,1 0,-1 0,1 0,-1-1,0 0,0 0,0 0,0 0,-2 0,2-1,0 0,1-1,-1 1,0-1,0 0,1 0,-1 0,1 0,-1-1,1 1,0-1,-1 0,1 0,0 0,0 0,0-1,1 1,-1-1,0 0,1 0,0 0,0 0,0 0,0 0,0-1,1 1,-1 0,1-1,0 0,0 1,0-1,0 0,1 1,0-1,0 0,0 1,0-1,0 0,1 0,-1 1,1-1,1-2,2-10,1 1,1 0,0 0,1 1,1-1,0 2,1-1,0 1,1 1,1-1,0 2,0-1,1 2,0 0,1 0,0 1,1 0,0 2,0-1,1 2,0 0,0 0,0 2,2-1,-10 3,-1-1,0 1,0 0,1 0,-1 1,1 0,-1 0,1 0,0 1,-1 0,1 0,-1 1,1 0,0 0,-1 0,0 1,1 0,-1 0,0 1,0 0,0 0,0 0,-1 1,1 0,-1 0,0 0,0 0,4 6,-4 1,-1 0,0 0,-1 1,0-1,-1 1,0 0,-1 0,-1-1,1 1,-2 0,5 49,-4-55,1 0,-1 0,1 0,0-1,0 1,1 0,0 0,0-1,0 1,1-1,0 0,0 0,0 0,0 0,1 0,0-1,0 1,1 0,-3-5,-1 1,1 0,-1-1,1 0,0 1,-1-1,1 0,0 0,-1 0,1 0,0 0,-1 0,1-1,0 1,-1 0,1-1,-1 1,1-1,-1 0,1 1,-1-1,1 0,0-1,17-11</inkml:trace>
  <inkml:trace contextRef="#ctx0" brushRef="#br0" timeOffset="6625.462">6029 365,'-9'18,"2"10,10 8,11 6,1-3</inkml:trace>
  <inkml:trace contextRef="#ctx0" brushRef="#br0" timeOffset="7087.791">6244 925,'9'-49,"-1"0,-2-1,-3 0,-2-1,-3-18,2 65,-1 3,1 0,-1 0,1 1,0-1,0 0,-1 0,1 1,0-1,0 0,0 0,0 0,0 1,0-1,0 0,0 0,0 0,0 1,0-1,0 0,1 0,-1 1,0-1,1 0,-1 0,0 1,1-1,-1 0,1 1,-1-1,1 1,0-1,-1 1,1-1,-1 1,1-1,0 1,-1-1,1 1,0 0,0-1,-1 1,1 0,0 0,0-1,-1 1,1 0,0 0,0 0,0 0,-1 0,1 0,0 0,132 40,-71-30,63 18,-121-26,1 0,-1 0,0 0,0 1,-1 0,1-1,0 1,-1 0,0 1,0-1,0 1,0-1,0 1,-1 0,0 0,1 0,-1 0,-1 0,1 1,-1-1,0 1,0-1,1 3,-6 111,-1-60,4-55,1 0,-1 0,1-1,0 1,0 0,0-1,0 1,1 0,-1 0,1-1,-1 1,1 0,0-1,0 1,0-1,0 1,1-1,-1 0,1 1,0-1,-1 0,1 0,0 0,0 0,0-1,0 1,1 0,-1-1,0 1,1-1,-1 0,1 0,-1 0,1 0,2 0,6-2,-1-1,1-1,-1 0,0 0,0-1,0 0,0 0,0-1,-1-1,0 0,0 0,-1 0,0-1,4-4,2 0,-1-1,1 0,-2 0,0-1,-1-1,0 0,-1 0,0-1,-1-1,-1 1,3-11,-25 66,11-27,0 1,2 0,0 0,0 0,1 0,1 0,2 14,-3-24,1 0,0-1,0 1,0 0,0 0,0 0,1-1,-1 1,1-1,0 1,0-1,1 0,-1 0,1 0,-1 0,1 0,0-1,0 1,0-1,0 0,1 0,-1 0,1 0,-1 0,1-1,0 1,-1-1,1 0,0-1,3 1,18-3,-1-5</inkml:trace>
  <inkml:trace contextRef="#ctx0" brushRef="#br0" timeOffset="7357.636">7046 404,'-16'0,"-5"5,5 3,15 5,21 3,7-1</inkml:trace>
  <inkml:trace contextRef="#ctx0" brushRef="#br0" timeOffset="12314.935">562 1848,'-4'-5,"0"0,0 0,-1 1,0-1,0 1,0 0,0 1,-1-1,1 1,-1 0,0 1,0-1,0 1,0 0,-1 0,1 1,0 0,-1 0,1 1,-1 0,1 0,-1 0,1 1,-1 0,1 0,0 0,-1 1,1 0,0 0,0 1,0 0,1 0,-1 0,1 1,-2 0,-2 4,-1 1,1 0,0 0,1 0,0 1,1 1,0-1,0 1,1 0,1 1,-2 4,4-10,1-1,0 1,0 0,1 0,0 0,0 0,0 0,1 1,0-1,0 0,0 0,1 0,0 1,0-1,0 0,1 0,0-1,0 1,1 0,0-1,0 1,0-1,0 0,1 1,0-2,0-1,0 0,1 0,-1 0,1 0,-1 0,1-1,0 0,0 0,0-1,0 1,1-1,-1 0,0 0,0-1,1 1,-1-1,0-1,1 1,-1-1,0 1,0-2,1 1,-1 0,0-1,0 0,-1 0,1-1,0 1,-1-1,1 0,-1 0,0-1,0 1,0-1,0 0,-1 0,0 0,1-2,6-6,0 0,-1-2,-1 1,0-1,-1 0,0 0,-1-1,-1 0,0 0,-1 0,-1-1,0 1,-1-1,-1 0,-1 0,0 1,0-1,-2 0,-1-2,-10-7,12 25,1 0,-1 0,1 0,-1 0,1 0,-1 0,0 0,1 0,-1 0,1 0,-1 0,1 1,-1-1,1 0,-1 0,1 0,-1 1,1-1,-1 0,1 1,-1-1,1 0,-1 1,1-1,0 0,-1 1,1-1,0 1,-1-1,1 1,0-1,-1 1,1-1,0 1,0-1,0 1,0-1,0 1,-1 0,1-1,0 1,0-1,0 1,1-1,-1 1,0-1,0 1,-5 28,1 0,2 1,1-1,1 1,2-1,0 0,3 6,-4-26,1 0,-1 0,1 0,1-1,0 1,0 0,1-1,0 0,0 0,1 0,0 0,0-1,1 0,0 1,20 13</inkml:trace>
  <inkml:trace contextRef="#ctx0" brushRef="#br0" timeOffset="12669.538">736 1848,'9'24,"1"0,1-1,1-1,1 0,1 0,0-1,2-1,17 18,-31-37,-2 0,7 9,1-1,0 0,0 0,1-1,0 0,0 0,1-1,0 0,0-1,7 4,-15-10,-1 1,1-1,-1 0,1 0,0 1,-1-1,1 0,0 0,-1-1,1 1,-1 0,1 0,0-1,-1 1,1-1,-1 0,1 1,-1-1,0 0,1 0,-1 0,0 0,1 0,-1 0,0 0,0 0,0 0,0-1,0 1,0 0,0-1,0 1,-1-1,1 0,18-57,-19 59,15-100,-12 72,1-1,1 1,1 0,2 0,10-23,-18 49,1-1,0 1,0 0,0-1,0 1,0 0,0 0,1 0,-1 0,1 0,-1 0,1 0,0 1,0-1,0 0,0 1,0 0,0-1,0 1,0 0,1 0,-1 0,0 0,1 1,-1-1,0 1,1-1,-1 1,1 0,1 0,15 6</inkml:trace>
  <inkml:trace contextRef="#ctx0" brushRef="#br0" timeOffset="13508.526">1351 2075,'12'-13,"0"-2,-1 1,0-1,-1-1,-1 0,0-1,-1 1,-1-2,-1 1,0-1,-1 0,-1 0,-1 0,0 0,-3 15,1 0,-1 0,1 1,-1-1,0 0,0 0,-1 0,1 1,0-1,-1 0,1 0,-1 1,0-1,0 1,0-1,-1 1,1-1,0 1,-1-1,0 1,1 0,-1 0,0 0,0 0,0 0,0 0,-1 1,1-1,0 1,-1-1,1 1,-1 0,1 0,-1 0,0 0,1 1,-1-1,0 1,0 0,0-1,1 1,-1 0,0 1,0-1,1 0,-1 1,0 0,-1 0,-3 4,0 0,1 1,0-1,0 1,0 1,1-1,0 1,0 0,1 0,0 0,0 1,0-1,1 1,0 0,1 0,0 0,0 1,1-1,0 0,0 1,1-1,0 1,0-1,1 0,0 1,1-1,1 5,1-3,1 0,0-1,0 1,1-1,0-1,1 1,0-1,0 0,1 0,0-1,0 0,0-1,1 0,0 0,1 0,-1-2,1 1,0-1,0 0,0-1,1 0,-1-1,1 0,-1-1,1 0,0 0,0-1,-1-1,1 0,0 0,-1-1,1-1,-1 1,8-4,-12 3,0 0,0 0,-1-1,1 0,-1 0,0 0,0 0,0-1,-1 0,1 0,-1 0,0 0,-1-1,1 0,-1 1,0-1,-1 0,1-1,-1 1,-1 0,1-1,-1 1,0-1,0-4,0-4,0-1,-1 0,-1 0,0 0,-1 0,-1 0,0 0,-1 1,-5-11,9 25,0 1,0-1,0 1,1-1,-1 1,0-1,0 1,0-1,0 1,0 0,0-1,0 1,0-1,0 1,0-1,0 1,0-1,-1 1,1-1,0 1,0 0,0-1,-1 1,1-1,0 1,0 0,-1-1,1 1,0 0,-1-1,1 1,-1 0,1-1,0 1,-1 0,1 0,-1-1,1 1,0 0,-1 0,1 0,-1 0,1 0,-1 0,1 0,-1 0,1 0,-1 0,1 0,-1 0,1 0,0 0,-1 0,1 0,-1 0,1 1,-1-1,1 0,-1 0,-3 32,3-19,2 0,-1 1,2-1,0 0,0 0,2 0,-1 0,2-1,-1 1,2-1,-1 0,2-1,0 1,0-1,1-1,7 8,-11-15,0 0,0 0,0-1,0 1,1-1,-1 0,1-1,0 1,-1-1,1 0,0 0,0 0,0-1,0 1,0-1,0-1,0 1,-1-1,1 1,0-2,0 1,0 0,-1-1,1 0,-1 0,1 0,-1-1,0 1,0-1,0 0,6-3,-1-1,0-1,-1 1,1-2,-2 1,1-1,-1 0,0 0,-1-1,0 0,-1 0,2-6,-3 6,0 1,-1-2,0 1,-1 0,0-1,-1 1,0-1,-1 1,0-1,-1 1,0-4,1 13,0 1,0-1,0 1,1-1,-1 1,0-1,-1 0,1 1,0-1,0 1,0-1,0 1,0-1,0 1,-1-1,1 0,0 1,0-1,-1 1,1 0,0-1,-1 1,1-1,-1 1,1-1,0 1,-1 0,1-1,-1 1,1 0,-1 0,1-1,-1 1,1 0,-1 0,0 0,1-1,-1 1,1 0,-1 0,1 0,-1 0,0 0,1 0,-1 0,1 0,-1 1,1-1,-16 25,12-13,2-1,-1 1,1-1,1 1,0 0,1 0,0-1,1 1,0 0,1-1,0 1,1 0,0-1,1 0,0 0,0 0,5 6,-6-13,0 0,0-1,1 1,-1-1,1 1,0-1,0 0,0-1,0 1,0-1,1 1,-1-1,1-1,0 1,-1-1,1 1,0-1,0-1,0 1,0-1,0 0,0 0,-1 0,1-1,0 1,0-1,0 0,0-1,-1 1,4-3,5-1,-1 0,1-1,-1-1,-1 0,0-1,0 0,0-1,-1 0,0-1,5-7,-8 9,0 0,-1-1,0 0,0-1,-1 1,0-1,-1 0,0 0,-1-1,0 1,0-1,-1 1,-1-1,0 0,0 0,-1 0,0 0,-1 1,0-1,-1 0,2 10,0 0,0 0,-1 0,1-1,0 1,0 0,-1 0,1 0,0 0,-1 0,1 1,-1-1,1 0,-1 0,0 0,1 0,-1 0,0 1,1-1,-1 0,0 1,0-1,0 0,0 1,0-1,0 1,0 0,0-1,0 1,0 0,0-1,0 1,0 0,0 0,0 0,0 0,0 0,0 0,0 0,0 0,0 1,0-1,0 0,0 1,0-1,0 0,0 1,0-1,0 1,0 0,0-1,1 1,-1 0,0-1,0 1,1 0,-1 0,0 0,1 0,-1-1,1 1,-1 0,1 0,0 0,-1 0,1 1,-4 5,0 1,1-1,-1 1,2 0,-1 0,1 0,0 0,1 0,0 0,0 0,1 1,0-1,1 0,-1 1,2-1,-1 0,1 0,0 0,1 0,0 0,0-1,1 1,-1-1,2 0,-1 0,1 0,0 0,1-1,-1 0,1 0,0-1,1 1,-1-1,1-1,0 1,0-1,4 1,6 0,-1-2,1 0,0 0,0-2,0 0,0-1,0-1,0 0,13-3,36-6</inkml:trace>
  <inkml:trace contextRef="#ctx0" brushRef="#br0" timeOffset="14086.96">3958 1621,'-15'0,"1"1,-1 0,1 1,0 1,0 1,0 0,0 0,1 1,-3 2,11-5,0 1,0 0,0 0,0 0,0 0,1 1,-1 0,1 0,0 0,0 0,1 1,-1-1,1 1,0 0,0 0,0 0,1 1,0-1,0 1,0-1,1 1,0-1,-1 6,2-5,1 0,-1 0,1 0,0 0,1-1,-1 1,1 0,0-1,1 1,-1-1,1 0,0 0,0 0,1 0,-1 0,1-1,0 0,0 0,5 4,97 64,-88-61,-9-6,-5-3,0 0,-1-1,1 2,0-1,-1 0,0 1,0 0,0 0,0 0,0 0,0 0,-1 0,2 4,-4-6,-1 1,1-1,-1 0,0 1,1-1,-1 0,0 0,0 0,0 0,0 0,0 0,0 0,-1 0,1 0,0 0,0 0,-1-1,1 1,0-1,-1 1,1-1,-1 1,1-1,0 0,-1 1,1-1,-1 0,1 0,-1 0,1 0,-1-1,1 1,-1 0,1-1,0 1,-1-1,1 1,0-1,-1 1,0-2,-2 1,1-1,-1 0,1 0,0 0,0 0,0 0,0-1,0 1,0-1,0 0,1 0,-1 0,1 0,0 0,0-1,0 1,0 0,1-1,0 0,-1 1,1-1,0 0,1 0,-1 1,1-1,0 0,0 0,0 0,0 0,1 0,-1 0,1 1,0-1,0 0,0 1,1-1,-1 0,1 1,0 0,0-1,0 1,2-1,6-8,1 1,1 0,0 1,1 1,0 0,0 0,1 2,0-1,0 2,0 0,1 0,0 2,0 0,1 0,-1 2,1-1,0 2,1 0,-11 1,-1-1,1 1,-1 0,1 0,0 1,-1-1,1 1,-1 1,0-1,1 1,-1 0,0 0,0 0,0 1,0-1,0 1,-1 1,1-1,-1 1,0-1,0 1,0 0,-1 1,1-1,-1 1,0-1,0 1,-1 0,1 0,-1 0,0 1,0 0,17 159,-15-151,0-6</inkml:trace>
  <inkml:trace contextRef="#ctx0" brushRef="#br0" timeOffset="16477.738">4118 1527,'27'-4,"-1"2,1 1,-1 0,1 3,-1 0,13 3,-28-3,0 1,-1 0,0 1,0 0,0 0,0 1,0 0,-1 1,0 0,0 1,-1-1,0 2,0-1,-1 1,1 0,-2 1,1 1,5 10,-1 0,-1 1,-2 0,0 1,-1-1,0 6,33 84,-39-108,0 1,1-1,-1 0,1 0,0 0,0 0,0 0,0 0,0 0,1-1,-1 1,1-1,-1 1,1-1,0 0,0 0,0-1,0 1,1-1,-1 1,0-1,1 0,-1 0,1 0,-1-1,1 1,-1-1,1 0,-1 0,1 0,-1-1,1 1,-1-1,1 0,-1 1,1-2,-1 1,1 0,3-4,1-1,-1 1,0-1,0-1,-1 1,0-1,0 0,0-1,-1 1,0-1,-1 0,1 0,-2-1,1 1,-1-1,0 0,-1 0,0 0,-1 0,0 0,0 0,-1-9,0 33,0 1,0-1,2 0,0 0,0-1,1 1,4 9,-5-18,0 0,0-1,1 1,0-1,0 1,0-1,1 0,-1 0,1 0,0-1,0 1,1-1,0 0,-1 0,1-1,1 0,-1 1,0-2,1 1,-1-1,1 1,4 0,-1-3,1 1,-1-2,0 1,0-1,0 0,0-1,0 0,0-1,0 0,0 0,-1-1,0 0,1 0,-2-1,1 0,0 0,-1-1,0 0,0 0,-1-1,0 0,0 0,-1-1,1 1,-2-1,1 0,-1 0,0-1,-1 1,0-1,0 0,-1 0,1-9,2-53,-10 128,4-37,1 0,1 0,1 0,1-1,1 1,2 7,-5-23,0 1,1-1,-1 0,1 0,0 0,0 0,0-1,0 1,1-1,-1 1,1-1,0 0,0 0,0 0,1 0,-1 0,1-1,-1 1,1-1,0 0,0 0,0-1,0 1,0-1,0 0,1 0,-1 0,0-1,1 1,-1-1,0 0,2 0,7-3,-1 0,0-1,-1 0,1 0,-1-2,0 1,0-1,0-1,-1 0,0 0,0-1,-1 0,0-1,0 0,-1-1,-1 1,1-1,-2-1,1 0,-1 0,-1 0,30-104,-38 127,0 0,0 0,1 0,1 0,0 0,1 1,0-1,1 0,0 0,1 2,-1-12,0 1,1-1,-1 1,0-1,1 0,-1 1,1-1,-1 0,1 0,0 0,0 0,0-1,0 1,1-1,-1 1,0-1,1 0,-1 1,1-1,-1 0,1-1,-1 1,1 0,0-1,-1 0,1 1,0-1,-1 0,3 0,78-16,-70 12,0 0,-1-1,0 0,0-1,0-1,0 1,-1-2,0 0,-1 0,0-1,0 0,-1-1,0 0,-1-1,0 1,0-2,-1 1,-1-1,5-10,-11 22,0 0,0 0,0 0,0 0,0 0,1 0,-1 0,0 0,0 0,0 0,0 0,0 0,1 0,-1 0,0 0,0 0,0 0,0 0,1 0,-1 0,0 0,0 0,0 0,0 0,0 0,1 0,-1 0,0 0,0 0,0 0,0-1,0 1,0 0,1 0,-1 0,0 0,0 0,1 29,-1-3,2-19,-1-1,1 0,0 1,1-1,-1 0,1-1,0 1,1 0,0-1,0 0,0 1,0-2,1 1,-1 0,1-1,0 0,1 0,-1 0,1-1,0 0,-1 0,2-1,-1 1,0-1,0 0,1-1,-1 0,0 0,1 0,0-1,-1 1,1-2,3 0,19-1,0-2,-1-2,1 0,-1-2,-1-1,0-1,0-2,-1 0,0-2,-1-1,-1-1,0 0,3-5,-4 2,1 0,-2-1,-1-1,0-1,-2-1,0-1,-2-1,-1 0,-1-1,0 0,-3-2,0 1,-2-2,0 1,-2-1,-2-1,0 1,-1-12,-5 30,0 0,0-1,-1 1,0-1,-1 1,-1 0,0 0,0 0,-1 0,-1-1,3 8,0 0,0 1,0 0,0-1,0 1,0 0,-1 0,0 0,0 1,0-1,0 1,0-1,0 1,0 0,-1 0,1 0,-1 1,1-1,-1 1,0 0,0 0,0 0,1 1,-1-1,0 1,0 0,0 0,0 0,0 1,0-1,0 1,-7 3,0 1,0 1,0 0,1 0,0 1,0 0,0 1,1 0,1 0,-1 1,1 0,1 1,0-1,0 1,1 1,0 0,0-1,2 2,-1-1,1 2,-9 20,1 1,2-1,1 2,2-1,1 1,2 0,2 1,1-1,1 4,0-26,1 0,0-1,1 1,0-1,0 1,2-1,0 0,0 0,1 0,0-1,1 0,0 0,1 0,0-1,1 0,0 0,1-1,0 0,0 0,1-1,9 6,-4-6,1-1,0 0,0-1,1 0,0-2,0 0,0-1,1 0,-1-2,1 0,-1-1,1 0,-1-2,1 0,-1-1,0-1,0 0,0-1,-1-1,0-1,0 0,0-1,-1-1,0 0,-1-1,0-1,0 0,-1-1,-1 0,0-1,-1 0,5-7,-1-10,0-1,-2 0,-2-1,-1 0,-1-1,-2 0,-1 0,-1 0,-3-1,0 0,-2 0,-2-1,3 21,0-17,-1 0,-2 0,0 1,-8-29,10 60,0 0,0-1,-1 1,1 0,-1 0,1 0,-1-1,1 1,-1 0,1-1,-1 1,0 0,1-1,-1 1,0-1,0 1,1-1,-1 1,0-1,0 1,0-1,0 0,1 0,-1 1,0-1,0 0,0 0,0 0,0 0,0 0,0 0,0 0,1 0,-1 0,0-1,0 1,0 0,0 0,0-1,1 1,-1-1,0 1,0-1,0 1,1-1,-1 1,0-1,1 0,-1 1,1-1,-1 0,1 0,-1 1,1-1,-1 0,1 0,0 0,-1 0,1 1,0-1,0-1,-14 39,2-1,2 1,1 1,2 0,2 0,1 7,-3-3,1-1,3 1,1 1,3-1,1 0,2 0,1 0,12 37,-15-70,0-1,1-1,0 1,1 0,0-1,0 1,0-1,1 0,0-1,1 1,-1-1,1 0,0 0,1-1,-1 0,1 0,0 0,1-1,-1 0,1-1,-1 1,1-1,0-1,0 0,1 0,-1 0,2-1,-7-1,1-1,-1 0,0 1,0-1,0-1,0 1,0 0,-1-1,1 1,0-1,-1 0,1 0,-1 0,1 0,-1 0,0-1,0 1,0-1,0 1,-1-1,1 0,-1 1,1-1,-1 0,0 0,0 0,0 0,-1 0,1-1,0-4,0 0,0 0,0-1,-1 1,-1 0,1-1,-1 1,-1 0,1 0,-3-6,-5-4,0-1,-1 1,-1 0,-1 1,0 1,-2 0,0 0,0 2,-1-1,-1 2,0 0,-1 1,-1 1,0 0,0 2,-1 0,0 1,0 0,-1 2,0 0,0 2,-15-2,26 4,0 0,0 0,0 1,0 0,-1 1,1 0,0 0,-1 1,1 0,0 1,0 0,0 1,-6 2,14-5,1 0,-1 0,0 0,1 1,-1-1,0 0,1 1,-1-1,1 0,-1 1,1-1,-1 1,1-1,-1 1,1-1,-1 1,1-1,0 1,-1-1,1 1,0 0,-1-1,1 1,0 0,0-1,-1 1,1 0,0-1,0 1,0 0,0-1,0 1,0 0,0-1,0 1,1 0,-1-1,0 1,0 0,0-1,1 1,-1 0,0-1,1 1,-1-1,1 1,-1-1,0 1,1-1,-1 1,34 18,-2-12,-1-1,1-1,0-2,0-1,15-2,-30 1,122-2,0-6,-1-6,13-9,-111 14,-26 2,-23 1,-6 4,-1 2,0-1,0 2,1 0,-1 1,1 0,-1 2,1-1,1 2,-1 0,1 1,0 0,-7 6,12-8,0 1,0 0,0 0,1 1,0 0,0 1,1 0,0 0,0 1,1-1,0 1,1 1,0-1,0 1,1 0,0 0,1 0,0 1,1-1,0 1,0 0,1 3,1-10,1-1,0 1,0 0,0-1,1 1,-1-1,1 0,-1 0,1 1,0-1,1 0,-1 0,0-1,1 1,0 0,-1-1,1 0,0 0,0 0,0 0,1 0,-1 0,0-1,1 1,-1-1,1 0,-1 0,1 0,7 1,-1-1,1 1,0-2,-1 1,1-2,-1 1,1-1,-1-1,4 0,2-3,1 0,-1-1,1-1,-2 0,1-1,-1 0,0-2,-1 0,0 0,-1-1,0-1,0 0,-2-1,1 0,-2-1,0 0,0-1,-1 0,-1-1,-1 1,0-1,-1-1,-1 1,0-1,-1 0,-1-1,-3-2,0 19,0 1,-1 0,1 0,0 0,-1-1,1 1,0 0,-1 0,1 0,-1 0,1 0,0 0,-1 0,1 0,0 0,-1 0,1 0,-1 0,1 0,0 0,-1 0,1 0,0 0,-1 1,1-1,0 0,-1 0,1 0,0 0,-1 1,1-1,0 0,-1 1,1-1,0 0,0 0,0 1,-1-1,1 0,0 1,0-1,0 0,0 1,-1-1,1 1,0-1,0 0,0 1,0-1,0 0,0 1,0-1,0 1,0-1,0 0,0 1,1-1,-1 1,-9 17,1 1,1 0,1 0,1 1,0 0,2 0,0 0,1 0,1 0,1 0,1 3,0-20,-1 0,1 1,0-1,0 0,0 0,0 0,0 0,1 0,-1 0,1-1,0 1,0 0,0-1,0 1,0-1,1 0,-1 0,1 0,-1 0,1 0,0 0,0-1,0 0,0 1,0-1,0 0,0 0,0 0,0-1,0 1,1-1,-1 0,0 0,0 0,3-1,10-2,-1-1,0 0,-1-2,0 0,1 0,-2-1,1-1,-1 0,0-1,-1 0,0-1,0-1,-1 0,5-6,-6 6,-1 0,1-1,-2 0,1 0,-2 0,0-1,0-1,-1 1,-1-1,0 0,-1 0,-1-1,1-1,-5 16,1 0,-1 1,1-1,-1 0,1 0,-1 1,1-1,-1 0,1 0,-1 0,1 0,-1 0,1 0,-1 0,1 0,-1 0,1 0,-1 0,0 0,1 0,-1 0,1-1,-1 1,1 0,0 0,-1-1,1 1,-1 0,1-1,-1 1,1 0,0-1,-1 1,1 0,0-1,-1 1,1-1,0 1,-1-1,1 1,0-1,0 1,0-1,0 1,-1-1,1 1,0-1,0 1,0-1,0 1,0-1,0 1,0-1,0 0,1 1,-10 14,1 1,1 0,0 0,1 1,1 0,1 0,0 0,1 1,0-1,2 1,-1 6,2-18,-1-1,0 1,1 0,0 0,0 0,1-1,-1 1,1 0,0-1,0 1,1 0,-1-1,1 0,0 1,0-1,1 0,-1 0,1 0,0 0,0 0,0-1,0 1,1-1,0 0,-1 0,1 0,0-1,0 1,1-1,-1 0,0 0,1 0,-1-1,3 1,5-3,0 0,0 0,0-1,0-1,-1 0,1 0,-1-1,0-1,0 0,0 0,-1-1,1 0,-2-1,1 0,-1-1,0 0,7-8,-7 7,0 0,-1 0,0-1,0 0,-1 0,0-1,-1 0,0 0,-1-1,0 0,-1 0,0 0,-1 0,0 0,-1-1,0 1,-1-1,-1 0,-1-12,2 24,-1 0,0 0,0 0,0 0,0 0,0 0,0 0,0-1,-1 1,1 0,0 0,0 0,-1 0,1 0,-1 0,1 0,-1 0,1 0,-1 0,0 0,0 0,1 1,-1-1,0 0,0 0,0 1,0-1,0 0,0 1,0-1,0 1,0-1,0 1,0 0,0-1,0 1,0 0,0 0,0 0,0 0,0 0,-1 0,1 0,0 0,0 0,0 1,0-1,0 0,0 1,0-1,0 0,0 1,0 0,0-1,0 1,0 0,0-1,0 1,1 0,-1 0,0-1,0 1,1 1,-7 11,1 0,0 0,2 1,-1-1,2 1,-1 0,2 0,0 1,0 12,1-18,0 0,1 0,-1 0,2 0,-1 0,1 0,1 0,0-1,0 1,0 0,1-1,0 1,1-1,0 0,1 0,-1 0,1-1,1 0,-1 0,1 0,1 0,-1-1,1 0,0-1,0 1,1-1,2 1,6 1,1-1,-1 0,1-2,0 0,0 0,17 0,36 2</inkml:trace>
  <inkml:trace contextRef="#ctx0" brushRef="#br0" timeOffset="16875.442">10361 1193,'-28'5,"-1"1,1 2,0 1,1 1,0 1,0 1,1 2,1 0,-7 6,17-10,0 0,0 1,1 1,1 0,0 0,0 2,1-1,1 2,1-1,0 2,1-1,0 1,1 1,1-1,1 1,0 0,1 1,1 0,1-1,0 1,0 11,4-20,0-1,1 1,0-1,0 1,1-1,0 0,0 0,1 0,0 0,0-1,1 0,0 1,0-2,1 1,-1-1,2 0,-1 0,1 0,0-1,0 0,0 0,0-1,1 0,5 2,6 2,1-1,1 0,-1-1,1-1,0-1,0-1,0-1,1-1,10-1,-15-1,1 0,-1-1,1-1,-1-1,0 0,-1-1,1-1,-1 0,2-2,18-13</inkml:trace>
  <inkml:trace contextRef="#ctx0" brushRef="#br0" timeOffset="17184.465">10160 1567,'-33'-1,"22"0,-1 1,1-1,0 2,0 0,0 0,-1 1,1 0,-2 2,13-4,1 0,0 0,-1 1,1-1,0 0,-1 0,1 1,0-1,-1 0,1 1,0-1,-1 0,1 1,-1-1,1 1,-1-1,1 1,-1-1,1 1,-1 0,0-1,1 1,-1 0,0-1,1 1,-1 0,0-1,0 1,0 0,1-1,-1 1,0 0,0 0,0-1,0 1,0 0,0-1,-1 1,1 0,0-1,0 1,0 0,-1-1,1 1,0 0,-1-1,1 1,-1 0,1-1,-1 1,1-1,-1 1,1-1,-1 1,1-1,-1 0,1 1,-1-1,0 1,1-1,-1 0,0 0,1 1,-1-1,0 0,1 0,-1 0,0 0,0 0,20 5,0-1,1-1,0-1,-1 0,1-2,18-1,-4 0,123 3,-156-2,1 0,-1 0,0 0,1 0,-1 0,0 1,1-1,-1 1,0-1,1 1,-1-1,0 1,0-1,1 1,-1 0,0 0,0 0,0 0,0 0,0 0,0 0,0 0,-1 0,1 0,0 0,0 1,-1-1,1 0,-1 0,1 1,-1-1,0 1,1-1,-1 0,0 1,0-1,0 0,0 1,0-1,0 1,-1-1,1 0,0 1,-1-1,1 0,-1 1,1-1,-1 0,0 0,1 1,-1-1,0 0,-1 1,-28 53,23-46,1 1,0 0,0 0,1 1,0-1,1 1,1 0,0 0,0 1,1-1,0 1,1-1,0 6,19 32,-3-29</inkml:trace>
  <inkml:trace contextRef="#ctx0" brushRef="#br0" timeOffset="17483.518">10602 1995,'7'-47,"2"2,2-1,2 2,2 0,6-11,-18 50,-3 2,1 1,0-1,0 1,0-1,0 1,0 0,0-1,1 1,-1 0,1 0,0 0,-1 0,1 0,0 0,0 0,1 1,-1-1,0 1,10 22,-7 266,-5-283,0 1,0 0,1-1,-1 1,1 0,1-1,-1 1,1-1,-1 1,1-1,0 0,1 0,-1 0,1 0,0 0,0-1,1 2,12 6</inkml:trace>
  <inkml:trace contextRef="#ctx0" brushRef="#br0" timeOffset="18528.1">11230 1487,'16'9,"16"3,15-2,12-7,6-4,1-3,-7-1,-10 3,-15 4,-18 6,-14 2</inkml:trace>
  <inkml:trace contextRef="#ctx0" brushRef="#br0" timeOffset="18783.11">11257 1728,'22'7,"22"2,17-3,14-7,7-7,2-3,-14 0</inkml:trace>
  <inkml:trace contextRef="#ctx0" brushRef="#br0" timeOffset="19170.348">12059 1648,'-1'-32,"2"-1,0 1,3 0,0 0,2 0,2 0,1 1,6-14,-15 44,0 0,0 1,-1-1,1 0,0 0,1 0,-1 0,0 0,0 1,0-1,0 0,1 0,-1 0,0 1,1-1,-1 0,1 0,-1 1,0-1,1 0,0 1,-1-1,1 0,-1 1,1-1,0 1,-1-1,1 1,0-1,0 1,-1 0,1-1,0 1,0 0,0 0,0 0,-1-1,1 1,0 0,0 0,0 0,0 0,0 0,-1 1,1-1,0 0,0 0,0 0,-1 1,1-1,0 0,0 1,-1-1,1 1,0-1,0 1,-1-1,1 1,2 8,0 1,-1 0,0 0,0-1,-1 1,0 0,-1 0,0 0,-1 1,1-4,-6 93,-4 0,-5 0,-23 77,17-115,21-60,-1-1,1 1,-1-1,0 1,0-1,0 0,0 1,0-1,0 0,0 0,0 0,0 0,0 0,-1 0,1 0,0 0,-1 0,1-1,0 1,-1 0,1-1,-1 0,1 1,-1-1,0 0,1 1,-1-1,1 0,-1 0,1-1,-1 1,0 0,1 0,-1-1,1 1,-1-1,1 1,-1-1,2 1,0 0,0 0,1 0,-1 0,0 0,0 0,1 0,-1 0,0 0,0 0,1 0,-1 0,0 0,0 0,1 0,-1 0,0-1,0 1,0 0,1 0,-1 0,0 0,0 0,0-1,1 1,-1 0,0 0,0 0,0-1,0 1,0 0,1 0,-1 0,0-1,0 1,0 0,0 0,0-1,0 1,0 0,0 0,0-1,0 1,0 0,0 0,0-1,0 1,0 0,0 0,0-1,0 1,-1 0,1 0,0 0,0-1,0 1,0 0,0 0,-1 0,1-1,26-2,169-7,-139 5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51:02.41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386 504,'-2'-12,"-1"-1,-1 0,0 1,-1-1,0 1,-1 0,0 1,-1 0,0 0,-1 0,0 1,-1 0,5 5,0 1,0-1,-1 1,1 1,-1-1,0 1,0-1,-1 1,1 1,-1-1,1 1,-1 0,0 0,0 1,0-1,1 1,-2 1,1-1,0 1,0 0,0 0,0 1,0 0,0 0,0 0,-4 2,1 2,-1 0,1 0,0 1,1 0,-1 0,1 1,0 0,1 1,0-1,0 2,0-1,1 1,1 0,-1 0,2 0,-1 1,1 0,0 0,1 0,0 0,1 0,0 1,1 2,0-9,1 1,0 0,0 0,0-1,0 1,1 0,0 0,0-1,0 1,1-1,-1 1,1-1,0 0,0 1,1-1,-1 0,1-1,0 1,0 0,0-1,1 1,-1-1,1 0,0 0,-1-1,1 1,1-1,-1 1,0-2,0 1,1 0,-1-1,5 1,1 0,-1 0,1-2,-1 1,1-1,0 0,-1-1,1 0,-1-1,1 1,-1-2,0 0,1 0,-1 0,-1-1,1-1,-1 1,1-2,-1 1,2-3,2-1,0-1,-1 0,-1-1,0 0,0-1,-1 0,0 0,-1-1,-1 0,0-1,-1 1,1-4,0-7,-2-1,-1 1,0-1,-2 0,-1 0,-1 0,-1 0,-1 0,-1 1,-1-1,-1 1,-2-1,0 2,-5-9,11 30,0-2,0 1,0-1,0 1,-1-1,1 1,-1 0,0 0,0 0,0 0,-1 0,1 0,-1 0,1 1,-1 0,-3-3,4 5,1 1,-1-1,0 0,1 1,-1-1,1 1,-1 0,1-1,-1 1,1 0,-1 0,1 0,0 0,-1 0,1 1,0-1,0 0,0 0,0 1,0-1,0 1,0-1,1 1,-1-1,0 1,1-1,-1 1,1 0,0 0,-1-1,-10 31,1 0,2 0,1 1,2 0,1 0,1 1,2 15,-1-31,1 0,0 0,1 0,1 0,1 0,1 0,0 0,1-1,1 1,0-1,2 0,0-1,1 0,0 0,1 0,1-1,0 0,2-1,-1-1,2 1,2 1,3-5,0-1,1 0,0-2,0 0,1-1,0 0,0-2,0-1,1 0,-1-1,1-2,-1 0,1-1,-1-1,1 0,-1-2,0-1,0 0,-1-2,16-6,-23 8,1-2,-1 1,-1-1,1-1,-1 0,0-1,-1 0,0-1,2-3,-9 11,0-1,-1 0,1 0,-1-1,0 1,0 0,0-1,0 1,-1-1,1 0,-1 1,0-1,0 0,0 0,-1 0,1 0,-1 0,0 0,0 0,0 0,-1 0,0 1,1-1,-1 0,0 0,-1 0,1 1,-1-1,0 1,0-1,0 1,0-1,-2-1,-4-3,-1 1,1 1,-1-1,-1 1,1 1,-1 0,0 0,0 1,-1 0,1 0,-1 2,1-1,-1 1,0 1,0 0,0 0,0 1,0 1,0 0,0 0,-3 1,8-1,0 1,0-1,0 1,0 0,1 0,-1 1,0 0,1 0,0 0,0 1,0-1,0 1,0 1,1-1,0 0,0 1,0 0,0 0,1 0,0 1,0-1,0 1,1 0,-1-1,2 1,-1 0,1 0,-1 0,2 0,-1 1,1-1,0 0,0 0,0 0,1 1,0-1,0 0,1 0,1 3,0-2,1 1,0-1,0 0,1-1,0 1,0-1,0 0,1 0,0 0,0-1,1 0,-1 0,1-1,0 0,0 0,1-1,-1 1,1-2,-1 1,1-1,0 0,0-1,0 1,0-2,1 1,-1-1,0-1,0 1,0-1,0 0,0-1,0 0,0-1,-1 1,1-1,-1-1,0 1,0-1,0-1,0 1,5-5,-4 0,-1 0,1-1,-2 1,1-1,-1 0,-1-1,0 0,0 0,-1 0,0 0,-1-1,0 1,-1-1,-1 0,0 1,0-4,-8-26,7 41,-1-1,1 1,0-1,-1 0,1 1,0-1,-1 1,1-1,-1 1,1 0,-1-1,1 1,-1-1,1 1,-1 0,0-1,1 1,-1 0,1 0,-1 0,0-1,1 1,-1 0,0 0,1 0,-1 0,1 0,-1 0,0 0,1 0,-1 0,0 1,1-1,-1 0,0 0,1 1,-1-1,1 0,-1 0,1 1,-1-1,1 1,-1-1,1 1,-1-1,1 1,-1-1,1 1,0-1,-1 1,1-1,0 1,-1-1,1 1,0 0,0-1,0 1,-4 3,1 1,0 0,0 0,1-1,-1 2,1-1,0 0,1 0,-1 1,1-1,0 1,0-1,1 1,0-1,0 1,0 0,1-1,-1 1,1-1,1 1,-1-1,1 0,0 0,0 1,0-1,1 0,0-1,0 1,0 0,0-1,1 0,0 0,0 0,0 0,0 0,1-1,1 2,7 1,1 0,-1-1,1 0,0-1,0-1,0 0,6-1,44 7</inkml:trace>
  <inkml:trace contextRef="#ctx0" brushRef="#br0" timeOffset="12456.347">279 1708,'5'16,"3"12,1 8,1 4,-1 3,0 1,-2-3,-1-3,-9-7,-4-8</inkml:trace>
  <inkml:trace contextRef="#ctx0" brushRef="#br0" timeOffset="12024.501">79 1133,'-1'52,"-2"1,-2-1,-3-1,-1 1,-4-1,-7 20,20-70,0 0,0 0,0 0,-1 0,1 0,0 0,0 0,-1 0,1 0,0 0,-1 0,1 0,-1 0,1 0,-1 0,0 0,1 0,-1 0,0-1,1 1,-1 0,0-1,0 1,0 0,0-1,0 1,0-1,0 1,0-1,0 0,0 1,18-90,-2 30,-27 71,7-5,6-12,86-212,-65 168,-8 63,74 185,-18-99,-69-99,0 0,0-1,-1 1,1-1,0 1,-1 0,1 0,0-1,-1 1,1 0,-1 0,1 0,-1 0,0 0,1-1,-1 1,0 0,0 0,1 0,-1 0,0 0,0 0,0 0,0 0,0 0,-1 0,1 0,0 0,0 0,-1 0,1 0,0 0,-1-1,1 1,-1 0,1 0,-1 0,1-1,-1 1,0 0,1 0,-1-1,0 1,0-1,1 1,-1-1,0 1,0-1,0 1,0-1,0 0,0 1,0-1,0 0,0 0,1 0,-1 0,0 0,0 0,0 0,0 0,0 0,0 0,0 0,0-1,0 1,-5-1,0 0,0-1,1 0,-1 0,0 0,1 0,0-1,0 0,0 0,0-1,0 1,0-1,1 0,0 0,0-1,0 1,0-1,1 0,0 0,0 0,-2-5,5 7,0 0,1 0,-1 0,1 0,0 0,0 0,0 0,0 1,0-1,1 0,-1 1,1-1,-1 1,1 0,0-1,0 1,0 0,1 0,-1 0,0 1,1-1,-1 0,1 1,0 0,-1-1,3 1,-3-1,30-16,0 1,1 2,0 1,2 2,-1 1,1 1,1 3,-36 7,3-2,-1 1,1 0,-1 0,1 0,-1 0,1 1,0-1,-1 1,1 0,0 0,-1-1,1 2,0-1,-1 0,1 0,0 1,-1 0,1-1,-1 1,1 0,-1 0,1 1,-1-1,0 0,1 1,-1-1,0 1,0 0,0 0,0 0,-1 0,1 0,0 0,0 1,-2 5,1 0,-1-1,0 1,-1-1,1 1,-2-1,1 1,-1-1,-2 7,-4 16,6-18,0-3,0 0,0 0,1 0,0 0,1 0,0 0,0 0,1 0,0 0,2 5,-2-12,1 0,0 0,0 0,0 0,0 0,0 0,0-1,1 1,-1-1,1 0,-1 0,0 0,1 0,0 0,-1 0,1-1,0 1,-1-1,1 1,0-1,0 0,-1 0,1-1,0 1,-1-1,1 1,0-1,-1 0,1 0,-1 0,1 0,-1 0,1 0,-1-1,0 1,0-1,0 0,0 0,0 0,0 0,21-16</inkml:trace>
  <inkml:trace contextRef="#ctx0" brushRef="#br0" timeOffset="12284.803">507 1066,'-16'0,"-12"0,-6 3,-1 2,0 5,4 6,5 4,7 4,6-3</inkml:trace>
  <inkml:trace contextRef="#ctx0" brushRef="#br0" timeOffset="600.539">1817 477,'-8'-7,"0"0,-1 0,0 1,0 0,-1 1,0 0,0 0,0 1,0 1,0-1,-1 2,0-1,0 2,1-1,-1 1,0 1,0 0,0 1,0 0,0 0,0 1,0 1,7-1,0 0,0 0,1 0,-1 1,1-1,-1 1,1 0,0 0,0 0,0 1,0-1,1 1,-1 0,1-1,0 1,0 0,0 0,1 0,0 1,-1-1,1 0,1 0,-1 1,1-1,-1 1,1-1,0 0,1 1,-1-1,1 0,0 1,0-1,0 0,1 0,0 0,-1 0,1 0,1 0,-1 0,0 0,1-1,0 0,0 1,0-1,0 0,1 0,-1-1,1 1,-1-1,3 2,10 2,1 0,0-1,0-1,0-1,1 0,-1-1,1-1,0 0,-1-2,1 0,0-1,-1 0,15-5,-14 4,-1-2,0 1,0-2,-1 0,0-1,0-1,0 0,-1-1,0-1,4-14,-39 39,18-11,1 1,-1 0,1 0,0 0,0 0,0 0,1 0,0 0,0 0,0 0,0 0,1 0,0 0,0 0,1-1,-1 1,1 0,0 0,0-1,0 1,1-1,0 0,0 0,0 0,0 0,0 0,1-1,0 1,0-1,0 0,0 0,0-1,0 1,1-1,-1 0,1 0,0 0,2 0,4 2,0 0,1 0,-1-1,1 0,0-1,0-1,0 0,0-1,0 0,0 0,-1-1,1-1,0 0,0-1,-1 0,1-1,-1 0,0-1,0 0,-1 0,1-2,-1 1,0-1,-1 0,0-1,0 0,-1-1,7-7,-12 10,-1-1,1 1,-1-1,0 1,-1-1,1 0,-1 1,-1-1,1 0,-1 0,-1 0,1 1,-1-1,0 0,0 0,-1 1,0-1,0 1,-1-1,0 1,0 0,0 0,-1 0,1 0,-2 1,1 0,0 0,-1 0,0 0,0 1,-1-1,1 1,-1 1,0-1,0 1,0 0,0 0,-1 1,1 0,-1 0,-3 0,1-1,0 1,0 0,0 1,-1 0,1 1,-1 0,1 0,0 1,-1 1,1-1,0 1,0 1,0 0,0 0,0 0,1 1,-1 1,1-1,0 1,1 1,-1 0,1 0,0 0,1 1,-1 0,1 0,0 0,1 1,0 0,0 0,1 0,0 1,0 0,-1 7,3-11,0 0,0 0,1 0,0 1,0-1,0 0,0 0,1 1,0-1,0 0,1 1,0-1,-1 0,2 0,-1 0,0 0,1 0,0 0,0 0,1 0,-1 0,1-1,0 0,1 1,-1-1,0 0,1-1,0 1,0-1,0 1,4 1,4 0,0-1,1 0,0 0,0-2,0 1,0-2,0 0,0 0,0-1,1-1,-1 0,0-1,0 0,0-1,-1 0,1-1,1-1,47-16</inkml:trace>
  <inkml:trace contextRef="#ctx0" brushRef="#br0" timeOffset="901.252">2592 157,'-8'-9,"-1"0,0 1,-1 0,0 0,0 1,0 0,-1 1,0 1,-1-1,1 2,-1-1,0 2,0 0,0 0,0 1,0 0,-1 1,1 1,-1 0,-9 1,19-1,1 1,-1-1,0 1,1-1,-1 1,0 0,1 0,-1 0,1 0,-1 1,1-1,0 1,-1-1,1 1,0 0,0 0,0 0,0 0,1 0,-1 0,1 0,-1 1,1-1,0 1,-1-1,1 1,1-1,-1 1,0 0,1-1,-1 1,1 0,0 0,0-1,0 1,0 0,0 0,1 1,4 9,0-1,1 1,1-2,0 1,1-1,0 0,5 5,21 31,-21-24,-1 1,-1 0,-2 1,0 0,-2 0,-1 0,0 1,-2 0,-1 1,-2-1,0 13,-1-29,11 79,-10-86,0 0,0 1,0-1,1 0,-1 0,1 0,0 0,-1 0,2 0,-1 0,0-1,0 1,1-1,-1 0,1 0,0 1,0-2,0 1,0 0,0-1,0 1,0-1,1 0,0 0,9 0,0-2,0 1,1-2,-1 0,0-1,0 0,-1 0,1-2,-1 0,0 0,0-1,0 0,-1-1,9-7,34-21,-8 1</inkml:trace>
  <inkml:trace contextRef="#ctx0" brushRef="#br0" timeOffset="13358.931">2204 1093,'-16'-5,"-11"6,-12 9,-7 10,-5 10,-3 13,0 6,4 8,7 2,11 1,14-1,16-4,18-7,17-6,15-11,8-9,6-7,-8-7</inkml:trace>
  <inkml:trace contextRef="#ctx0" brushRef="#br0" timeOffset="13679.96">1897 1414,'21'2,"17"-4,14-3,10-4,4-2,-4 1,-7 1,-10 6,-14 6,-11 11,-15 10,-14 6,-10 6,-7 4,0-1,0-2,6-3,6-8</inkml:trace>
  <inkml:trace contextRef="#ctx0" brushRef="#br0" timeOffset="15046.898">2485 1266,'184'-56,"-183"55,0 0,1 1,-1-1,1 0,-1 1,0-1,1 1,0-1,-1 1,1 0,-1 0,1 0,-1 0,1 0,0 0,-1 0,1 0,-1 0,1 1,-1-1,1 1,-1-1,1 1,-1 0,1 0,-1-1,0 1,0 0,1 0,-1 0,0 0,0 0,0 1,0-1,0 0,0 0,0 1,0-1,-1 1,1-1,-1 1,1-1,-1 1,1-1,-1 1,0-1,0 1,1-1,-1 1,0 0,-1-1,1 1,-3 11,-2-1,1 0,-2 0,1-1,-1 1,-1-1,0 0,-2 0,-1 5,-157 216,165-231,1 0,0 1,0-1,-1 0,1 1,0-1,0 0,0 1,0 0,1-1,-1 1,0-1,1 1,-1 0,1 0,-1-1,1 1,0 0,0 0,0-1,0 1,0 0,0 0,0 0,1-1,-1 1,1 0,-1-1,1 1,0 0,-1-1,1 1,0-1,0 1,0-1,0 1,0-1,1 0,-1 1,0-1,1 0,-1 0,1 0,-1 0,1 0,-1-1,1 1,0 0,-1-1,1 1,0-1,0 1,20-1,0-1,0 0,0-2,0 0,0-1,0-2,-1 0,4-3,29-8</inkml:trace>
  <inkml:trace contextRef="#ctx0" brushRef="#br0" timeOffset="15474.706">3140 1320,'-14'14,"1"1,0 0,1 1,0 0,2 1,0 0,1 1,0 0,2 0,0 1,1 0,1 0,1 1,-1 12,-3-1,21-80,98-302,-107 339,-3 7,1 0,-1 0,1 1,0-1,0 0,1 1,-1 0,1-1,0 1,0 0,0 1,1-1,-1 0,1 1,1-1,-3 4,0 1,0-1,0 0,0 1,-1-1,1 1,0 0,0-1,-1 1,1 0,0 0,-1 0,1 0,-1 1,1-1,-1 0,0 1,0-1,1 1,-1-1,0 1,0-1,0 1,-1 0,1 0,0-1,-1 1,1 0,-1 0,1 1,0 0,68 206,-21-29,-47-159,-3-7</inkml:trace>
  <inkml:trace contextRef="#ctx0" brushRef="#br0" timeOffset="15767.616">3007 1427,'22'-5,"22"-3,19-3,10-2,2-1,-5 0,-13 2,-15 3</inkml:trace>
  <inkml:trace contextRef="#ctx0" brushRef="#br0" timeOffset="16150.14">2045 985,'33'-18,"73"-12,1 5,2 5,3 4,-93 13,305-37,205 4,-381 40,-136-1</inkml:trace>
  <inkml:trace contextRef="#ctx0" brushRef="#br0" timeOffset="16522.147">3635 1172,'12'3,"9"0,14-2,10-4,6-4,1-2,-4 0,-9 1</inkml:trace>
  <inkml:trace contextRef="#ctx0" brushRef="#br0" timeOffset="16782.433">3689 1400,'13'4,"17"0,16-5,14-6,10-5,3-4,-2 0,-13 1</inkml:trace>
  <inkml:trace contextRef="#ctx0" brushRef="#br0" timeOffset="16974.965">4236 1360,'14'10,"-1"-1,1-1,1-1,0 0,0-1,0 0,0-1,1-1,0 0,0-1,0-1,0 0,0-2,0 0,1 0,-1-2,0 0,0 0,0-2,0 0,-1-1,0 0,1-1,9-7,-19 10,-1 0,0 0,1 0,-1-1,-1 0,1 0,0-1,-1 1,0-1,0 0,0 0,-1 0,0-1,0 1,0-1,-1 0,1 0,-1 0,-1 0,1 0,-1 0,0 0,-1 0,1-1,-1 1,0 0,-1 0,0-1,0 1,0 0,0 0,-1-1,-3-2,0-1,-1 1,0-1,0 1,-1 1,0-1,0 1,-1 1,0-1,0 2,-1-1,0 1,0 0,-1 0,1 1,-10-3,12 5,0 1,0-1,0 1,-1 0,1 1,-1 0,1 0,-1 0,1 1,-1 0,1 1,-1-1,1 2,0-1,-1 1,1 0,0 0,0 1,0 0,0 0,1 1,-1 0,1 0,-4 4,-55 75,42-39</inkml:trace>
  <inkml:trace contextRef="#ctx0" brushRef="#br0" timeOffset="20122.234">1242 1172,'-12'0,"-1"1,0 0,0 1,1 0,-1 1,1 0,0 1,0 0,0 1,1 1,-1 0,1 0,1 1,-1 0,1 1,0 0,1 1,0 0,0 0,-4 8,6-8,1 0,1 1,-1-1,2 1,-1 0,1 0,1 1,0-1,0 1,1 0,1-1,-1 1,2 0,0 0,0 0,1 0,0 0,1 0,0-1,2 7,9 25,1 0,3-2,1 0,13 20,-23-44,19 36,-2 0,-2 2,-3 1,10 46,-26-84,0 0,-1 0,-1 0,-1 1,0-1,-2 0,0 1,-1-1,0 0,-1 0,-1 0,-1 0,-1-1,0 0,-1 0,0 0,-1-1,-4 5,2-6,-1 0,0-1,-1 0,-1-1,1 0,-2-1,0-1,0 0,-1-1,0 0,0-1,-1-1,0-1,-1 0,-2 0,-25-5,43-1,0 0,1 0,-1 0,0 0,0 0,0 0,1-1,-1 1,0 0,0 0,1-1,-1 1,0-1,1 1,-1-1,0 1,1-1,-1 1,1-1,-1 1,0-1,1 0,0 1,-1-1,1 0,-1 0,1 1,0-1,0 0,-1 0,1 1,0-1,0 0,0 0,0 0,0 1,0-1,0 0,0 0,0 0,0 0,0 1,1-1,-1 0,0 0,1 1,-1-1,1 0,2-3,1 0,0 0,0 0,0 1,1 0,-1 0,1 0,0 0,0 1,0-1,0 1,0 1,0-1,0 1,1 0,-1 0,1 0,-1 1,0 0,5 0,-5 0,1 0,-1 0,0 1,0-1,0 1,0 1,-1-1,1 0,0 1,0 0,-1 0,1 1,-1-1,0 1,0 0,0 0,0 1,0-1,-1 1,1-1,-1 1,0 0,0 1,-1-1,1 0,-1 1,0-1,0 1,0 0,0 3,3 17,-2 0,0 1,-2-1,-1 1,-1-1,-1 1,-1-1,-1 0,-2 0,0 0,-7 14,-114 401,123-429,1 1,0 0,0 0,1 0,1 0,0 0,0 0,1 0,1 0,0 1,1-1,0 0,1 0,0-1,1 1,0-1,1 1,0-1,1-1,0 1,1-1,0 0,1 0,1 1,47 24,1-11</inkml:trace>
  <inkml:trace contextRef="#ctx0" brushRef="#br0" timeOffset="20657.023">1777 2590,'-34'7,"1"0,0 3,1 0,0 2,1 2,0 1,-26 17,38-21,1 1,0 1,0 1,2 0,0 1,0 1,1 0,1 2,-2 4,10-14,0 1,1 0,0 0,1 0,0 1,1-1,-1 1,2 0,-1 0,2 0,-1 0,1 1,1-1,0 0,0 0,1 0,0 1,1-1,0 0,4 9,-2-10,0 0,1 1,0-2,1 1,-1-1,2 1,-1-2,1 1,1-1,-1 0,1 0,0-1,1 0,-1-1,1 0,0 0,0-1,1 0,0 0,-1-1,1-1,6 2,-1-1,0-1,0 0,1-1,-1-1,1 0,-1-1,0 0,0-2,0 1,0-2,0 0,0-1,-1-1,10-4,14-13</inkml:trace>
  <inkml:trace contextRef="#ctx0" brushRef="#br0" timeOffset="20918.325">1509 2924,'-5'2,"-57"43,62-44,-1-1,1 1,-1-1,1 1,0 0,-1-1,1 1,0 0,0-1,0 1,-1 0,1-1,0 1,0 0,0-1,0 1,0 0,0 0,0-1,0 1,1 0,-1-1,0 1,0 0,1-1,-1 1,0 0,0-1,1 1,-1-1,1 1,-1 0,1-1,-1 1,1-1,-1 1,1-1,-1 0,1 1,0-1,-1 0,1 1,0-1,-1 0,1 1,0-1,-1 0,1 0,0 0,-1 0,1 0,0 0,0 0,-1 0,1 0,44 2,167-52,-211 49,1 0,-1 0,1 1,-1-1,1 1,-1-1,1 1,-1-1,1 1,-1 0,1 0,0 0,-1 0,1 0,-1 0,1 0,0 1,-1-1,1 0,-1 1,1-1,-1 1,1 0,-1 0,0-1,1 1,-1 0,0 0,0 0,1 0,-1 0,0 1,0-1,0 0,0 0,-1 1,1-1,0 1,0-1,-1 1,1-1,-1 1,1-1,-1 1,0-1,0 1,0-1,1 2,-2 12,-1 0,0 0,-1 0,-1 0,0 0,-1-1,-3 8,-1 4,-37 129,52-123,3-27</inkml:trace>
  <inkml:trace contextRef="#ctx0" brushRef="#br0" timeOffset="21615.458">2004 2844,'16'-9,"0"0,0 1,0 1,1 0,0 2,1 0,-1 0,10 0,-25 5,0-1,0 0,0 1,1-1,-1 1,0 0,0 0,1 0,-1 0,0 0,0 0,1 1,-1-1,0 1,0 0,1-1,-1 1,0 0,0 0,0 0,0 1,0-1,-1 0,1 1,0-1,-1 1,1 0,0-1,-1 1,0 0,0 0,1 0,-1 0,0 0,0 0,-1 0,1 0,0 1,-1-1,1 0,-1 0,0 1,0-1,0 0,0 0,0 1,0-1,-1 1,-4 18,-2 1,0-2,-2 1,0-1,-1 0,-1-1,-1 0,-12 15,9-12,-13 20,9-16,2 1,0 0,2 1,-10 29,24-56,0 1,0 0,0-1,0 1,1 0,-1 0,1 0,-1 0,1 0,0-1,-1 1,1 0,0 0,1 0,-1 0,0 0,0 0,1 0,-1 0,1-1,0 1,-1 0,1 0,0 0,0-1,0 1,0-1,0 1,1-1,-1 1,0-1,1 0,-1 1,1-1,0 0,-1 0,1 0,0 0,-1 0,1-1,0 1,0 0,0-1,0 0,0 1,13 0,-1 0,1-1,0-1,0-1,0 0,-1 0,1-1,-1-1,0-1,12-5,-16 7,72-27,-1-4,-2-2,11-12,-25 11</inkml:trace>
  <inkml:trace contextRef="#ctx0" brushRef="#br0" timeOffset="22183.938">2713 2911,'-91'365,"77"-310,11-92,28-257,-24 264,-1 9,0 1,1-1,2 1,0 0,1-1,1 1,0 1,2-1,0 1,2 0,5-9,-9 23,0-1,0 1,1 0,0 1,0-1,0 1,0 0,1 1,0-1,0 1,0 1,0-1,0 1,0 1,0-1,1 1,-1 0,1 1,-1 0,1 0,-1 1,1 0,-1 0,0 0,0 1,1 0,-1 1,0-1,-1 1,1 1,1 0,-5-2,0-1,0 1,-1 0,1 0,0 1,-1-1,1 0,-1 1,0 0,0-1,0 1,0 0,-1 0,1 0,-1 0,1 0,-1 1,0-1,0 0,-1 1,1-1,-1 0,0 1,1-1,-2 1,1-1,0 3,-2 2,0 0,0 0,-1 0,0 0,0-1,-1 0,0 1,0-1,-1-1,0 1,0 0,-117 106,91-87,63-30,-25 2,15-5,0 0,1 2,-1 0,1 1,0 2,0 0,1 2,-1 0,0 2,0 0,0 2,15 4,-35-7,1 0,-1 0,1 0,-1 0,1 1,-1 0,0 0,0 0,0 0,0 0,0 0,-1 1,1-1,-1 1,1 0,-1 0,0 0,0 0,0 0,-1 0,1 0,-1 1,1-1,-1 1,0-1,-1 1,1-1,0 1,-1 0,0-1,0 1,0 0,-1-1,1 1,-1 0,1-1,-1 1,-1 1,-7 8,0-1,0 0,-2 0,1-1,-1-1,-1 1,0-2,0 0,-1 0,0-1,0-1,-1 0,0-1,-1 0,-4 0,-11 5,-1-2,1-1,-1-1,-1-2,1 0,-23-2,-14-3</inkml:trace>
  <inkml:trace contextRef="#ctx0" brushRef="#br0" timeOffset="22554.048">1509 2309,'2'-2,"8"-1,14 0,20-1,26-4,28-3,27-5,22-5,18 0,12-2,4 3,-29 6</inkml:trace>
  <inkml:trace contextRef="#ctx0" brushRef="#br0" timeOffset="22944.005">3434 2657,'18'2,"20"-1,22-6,16-6,11-4,3 1,-8 3,-17 3</inkml:trace>
  <inkml:trace contextRef="#ctx0" brushRef="#br0" timeOffset="23240.736">3595 2884,'20'7,"23"2,23-5,20-10,16-8,8-10,5-3,-18 1</inkml:trace>
  <inkml:trace contextRef="#ctx0" brushRef="#br0" timeOffset="23506.06">4584 2724,'-18'98,"18"-94,0 0,0-1,1 1,-1 0,1-1,-1 1,1 0,0-1,1 1,-1-1,1 1,-1-1,1 0,0 0,0 1,1-1,-1-1,0 1,1 0,0-1,0 1,0-1,0 0,0 0,0 0,10 3,0-2,-1 0,1 0,0-1,0-1,0 0,1-1,-1 0,0-1,0-1,0 0,0-1,0 0,-1-1,1 0,-1-1,0 0,4-3,-5 3,0 0,-1 0,1-1,-1 0,-1-1,1 0,-1-1,0 0,-1 0,0 0,0-1,-1-1,0 1,-1-1,0 0,0-1,-1 0,-1 1,0-2,0 1,-1 0,0-1,-1 1,0-1,-1 0,-1 1,0-1,0 0,-1 0,-2-8,2 13,-1-1,0 1,-1-1,1 1,-1 0,-1 0,1 0,-1 1,-1-1,1 1,-1 0,0 0,0 0,-1 1,0 0,0 0,0 0,0 1,-1 0,0 0,0 1,0-1,0 2,0-1,-1 1,1 0,-1 0,0 1,1 0,-1 1,0-1,0 2,1-1,-1 1,0 0,1 0,-1 1,-5 2,-1 3,0 0,1 0,0 2,0-1,1 2,1-1,-1 2,2 0,-1 0,1 0,-1 4,-88 142,52-71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51:34.34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0 242,'33'-122,"-27"106,35-87,-40 106,-29 175,13 28,11-150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51:35.4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26 218,'0'9,"1"1,0 0,0 0,1-1,0 1,1-1,0 1,0-1,1 0,1 0,-1 0,1-1,1 0,-1 0,1 0,1 0,-1-1,1 0,1-1,-1 0,1 0,3 2,-8-7,0 0,0 0,1 0,-1 0,0 0,1-1,-1 1,0-1,1 0,-1 0,0 0,1-1,-1 1,0-1,1 0,-1 0,0 0,0 0,0 0,0-1,0 0,0 1,0-1,0 0,-1 0,1-1,0 0,55-75,-53 69,1 0,-2-1,1 0,-2 0,1 0,-1 0,-1-1,0 1,0-1,-1 0,0 1,-1-1,0 0,-1 0,0 1,-1-1,0 1,-1-1,0 1,0 0,-1 0,-1 0,1 0,-2 1,1 0,-1 0,-1 0,0 0,3 6,0 0,-1 0,1 1,-1 0,0-1,0 2,0-1,0 0,0 1,0 0,0 0,-1 1,1-1,0 1,0 0,-1 1,1-1,0 1,0 0,0 0,0 1,0-1,0 1,0 0,0 1,0-1,1 1,0 0,-1 0,1 0,0 0,0 1,1 0,-1 0,1 0,0 0,-1 2,-39 55,6 4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06:51:36.22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103 168,'0'11,"9"84,-8-92,0 0,0 0,1 0,-1 0,0-1,1 1,0 0,0-1,-1 1,2-1,-1 1,0-1,0 0,1 0,-1 0,1 0,-1-1,1 1,0-1,0 1,0-1,0 0,0 0,0 0,0-1,0 1,0-1,1 1,6-2,0-1,0 0,0 0,-1-1,1 0,-1 0,0-1,0-1,0 1,0-2,-1 1,0-1,0 0,0-1,-1 1,0-2,0 1,-1-1,0 0,0 0,-1-1,0 1,-1-1,1-2,-2 6,-1 1,0-1,0 0,0 0,0-1,-1 1,0 0,0-1,0 1,-1 0,1-1,-1 1,-1-1,1 1,-1 0,0-1,0 1,0 0,-1 0,0 0,0 0,0 0,-1 0,1 0,-1 1,-1-1,1 1,0 0,-1 0,0 0,0 0,0 1,0 0,-1-1,0 1,-1 0,1 1,0 0,-1 0,0 0,1 0,-1 1,0 0,0 0,0 1,0-1,0 1,1 1,-1-1,0 1,0 0,0 0,1 1,-1 0,0 0,1 0,0 1,-1-1,1 1,0 0,0 1,1-1,-1 1,-2 3,-13 13,1 0,1 1,0 1,2 0,-5 11,18-28,-50 77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7:52.22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8,'31'-8,"431"40,-241-28,-186 1,-42 6,4-7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8:00.85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456 564,'-18'-8,"0"1,-1 1,0 0,0 2,-1 0,1 1,-1 0,0 2,1 1,-1 0,0 1,0 2,1 0,-1 0,1 2,0 1,0 0,1 1,0 1,-3 3,17-9,0 0,0 1,0-1,1 1,-1 0,1 0,0 1,0-1,0 1,0-1,1 1,-1 0,1 0,0 0,0 0,-1 4,4-6,-1-1,1 0,-1 1,1-1,0 0,0 0,0 1,-1-1,1 0,0 0,0 0,1 0,-1 0,0 0,0 0,0-1,1 1,-1 0,0-1,1 1,-1-1,0 1,1-1,-1 0,1 1,-1-1,1 0,-1 0,1 0,-1 0,0 0,1-1,-1 1,1 0,-1-1,1 1,-1-1,15-2,0-2,-1 0,1-1,-1 0,0-1,-1-1,0 0,0-1,-1 0,0-1,-1-1,0 0,0-1,-1 0,7-11,0-3,-2-1,0 0,-2-1,-1-1,-1-1,-1 1,-2-2,-1 1,-2-1,-1-1,-1 1,0-28,-4 51,1 0,-1 0,0-1,-1 1,1 0,-2 0,1 0,-1 0,-2-4,3 11,0-1,0 1,-1 0,1 0,0 0,-1 0,1 0,0 0,-1 0,1 0,-1 1,0-1,1 1,-1-1,0 1,1-1,-1 1,0 0,1 0,-1 0,0 0,1 0,-1 0,0 0,1 1,-1-1,0 0,1 1,-1 0,0-1,1 1,-1 0,1 0,0 0,-1 0,1 0,0 0,-1 0,1 0,0 1,0-1,0 0,0 1,0-1,0 1,0-1,1 1,-1-1,1 1,-16 20,2 0,0 1,2 1,1 0,0 1,2 0,1 0,1 1,1 0,2 0,0 0,0 25,3-30,1 0,1 0,1 0,1 0,0 0,1 0,8 18,-9-29,1-1,0 1,0-1,1 1,1-1,-1-1,1 1,1-1,0 0,0-1,0 1,1-1,0-1,1 0,-1 0,9 4,-11-7,0-1,0 1,1-2,-1 1,0-1,1 0,-1 0,0-1,1 1,-1-2,1 1,-1-1,1 0,-1 0,0 0,0-1,0 0,0-1,0 1,0-1,0 0,-1 0,1-1,-1 0,0 0,0 0,0 0,-1-1,0 0,3-4,7-8,-1-1,-1 0,0-1,-2-1,0 0,-1 0,-1-1,-1 0,-1 0,0-1,-3-2,-6 19,-3 17,2-3,1 0,0 0,1 0,0 0,0 1,1-1,0 1,0-1,2 1,-1-1,1 1,0-1,1 1,0-1,0 0,1 0,1 0,-1 0,1 0,1-1,0 1,0-1,0-1,1 1,0-1,1 0,5 5,30 19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8:01.22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43 444,'-7'18,"-4"13,-1 6,3 1,6-4,7-7,2-9</inkml:trace>
  <inkml:trace contextRef="#ctx0" brushRef="#br0" timeOffset="248.332">43 83,'0'7,"7"11,14 12,3 0</inkml:trace>
  <inkml:trace contextRef="#ctx0" brushRef="#br0" timeOffset="497.582">337 564,'43'-33,"-26"21,0-1,-1 0,-1-1,0 0,-1-2,-1 1,0-2,10-17,-22 33,0 0,0 0,0 0,-1-1,1 1,-1 0,1 0,-1-1,1 1,-1 0,0-1,1 1,-1-1,0 1,0 0,0-1,0 1,0-1,-1 1,1 0,0-1,-1 1,1 0,0-1,-1 1,0 0,1 0,-1-1,0 1,0 0,1 0,-1 0,0 0,0 0,0 0,-1 0,1 0,0 1,0-1,0 0,0 1,-1-1,1 1,0-1,-1 1,0-1,-65 3,55 2,1 0,0 1,0 1,1 0,0 0,0 1,0 0,1 1,0 0,-3 4,7-8,1 1,-1 0,1 0,1 1,-1-1,1 1,0-1,0 1,0 0,1 0,0 1,0-1,1 0,-1 1,1-1,1 1,-1-1,1 1,1-1,-1 1,3 0,-1 0,2 0,-1-1,1 1,0-1,0 0,0 0,1 0,0-1,0 1,1-1,0 0,-1-1,2 1,-1-1,0-1,1 1,0-1,0 0,0 0,0-1,0 0,0 0,3-1,41 12</inkml:trace>
  <inkml:trace contextRef="#ctx0" brushRef="#br0" timeOffset="953.085">953 337,'-12'-7,"-1"2,1-1,-1 1,0 1,-1 1,1 0,0 0,-1 1,0 1,1 0,-8 1,19 1,-1-1,1 0,0 0,-1 1,1 0,0-1,0 1,-1 0,1 0,0 0,0 0,0 1,0-1,0 0,0 1,1 0,-1-1,0 1,1 0,0 0,-1 0,1 0,0 0,0 0,0 0,0 0,0 0,0 1,1-1,-1 0,1 0,-1 1,1-1,0 1,0-1,0 0,1 1,-1-1,0 0,1 1,-1-1,1 0,0 0,0 0,0 1,0-1,0 0,0 0,1 0,-1 0,2 1,13 19,2-1,0-1,1-1,1 0,1-1,0-1,2-1,1-1,-4 0,128 90,-114-67,-34-37,-1 0,0 0,0 0,1 0,-1 0,0 0,0 0,0 0,0-1,0 1,-1 0,1 0,0-1,0 1,0-1,-1 1,1-1,0 0,0 0,-1 1,1-1,0 0,-1 0,1 0,0 0,-1 0,1-1,-3 2,-17 1,0 0,0-2,0 0,-1-1,1-1,0-2,1 0,-1 0,-4-4,24 8,-1 0,1 0,0-1,0 1,0-1,0 1,0-1,0 1,0-1,0 1,0-1,0 0,0 0,0 1,0-1,1 0,-1 0,0 0,1 0,-1 0,1 0,-1 0,1 0,-1 0,1 0,-1 0,1 0,0-1,0 1,0 0,0 0,0 0,0 0,0-1,0 1,0 0,0 0,0 0,1 0,-1 0,1 0,-1 0,1-1,-1 1,1 0,0 0,42-41,48-16,1 4,39-13,-74 38,11-5,-68 34,0 0,0 0,0 1,0-1,0 0,-1 0,1 1,0-1,0 0,0 1,1-1,-1 0,0 0,0 1,0-1,0 0,0 0,0 1,0-1,0 0,0 0,1 1,-1-1,0 0,0 0,0 0,0 1,1-1,-1 0,0 0,0 0,1 0,-1 1,0-1,0 0,1 0,-1 0,0 0,0 0,1 0,-1 0,0 0,0 0,1 0,-1 0,0 0,0 0,1 0,-1 0,0 0,1 0,-1 0,0 0,0 0,1 0,-1-1,0 1,0 0,0 0,1 0,-1 0,0-1,0 1,0 0,1 0,-1 0,0-1,0 1,0 0,-11 23,8-19,-7 16,0 1,1-1,1 2,1-1,1 1,-1 6,6-21,-1 1,1 0,0-1,1 1,0 0,0 0,1-1,0 1,0 0,1-1,0 1,0-1,1 0,0 1,0-1,1 0,-1-1,2 1,-1-1,1 0,-1-2,0 0,0 0,0-1,1 1,-1-1,1 0,0-1,0 1,0-1,0 0,0 0,2 0,24 3</inkml:trace>
  <inkml:trace contextRef="#ctx0" brushRef="#br0" timeOffset="1207.49">1528 30,'-12'18,"-1"20,6 16,12 14,4-5</inkml:trace>
  <inkml:trace contextRef="#ctx0" brushRef="#br0" timeOffset="1664.47">1581 738,'6'-25,"0"1,2-1,0 1,2 1,8-16,13-32,-21 47,-2 0,-1-1,-1 0,0 0,-2-1,-1 0,-1-4,-2 28,1-1,-1 1,0 0,0 0,1-1,-1 1,-1 0,1-1,0 1,-1 0,1 0,-1-1,1 1,-1 0,0 0,0 0,0 0,0 0,-1 0,1 0,0 0,-1 0,1 1,-1-1,0 0,1 1,-1-1,0 1,0 0,0 0,0 0,0 0,-2-1,2 3,0 0,1 1,-1-1,1 0,0 1,-1-1,1 1,0-1,0 1,0-1,0 1,0 0,0 0,1-1,-1 1,0 0,1 0,0 0,-1 0,1 0,0 0,0 0,0 0,0 0,0 0,0-1,1 1,-1 0,1 0,-1 0,1 0,0 0,0-1,0 1,0 0,0-1,0 1,0-1,0 1,1-1,-1 1,1-1,13 14,1-1,0-1,1 0,0-1,1-1,0-1,1-1,0 0,0-1,1-1,0-1,0-1,96 34,-114-37,0 0,-1 0,1 0,-1 0,1 0,-1 0,0 0,0 1,0-1,0 0,0 1,0-1,-1 1,1-1,-1 1,1-1,-1 1,0-1,0 1,-1-1,1 1,0-1,-1 1,1-1,-1 1,0-1,0 0,0 1,0-1,0 0,-1 0,1 0,0 1,-1-2,0 1,1 0,-2 1,-8 18,8-16,0 0,0 0,1 1,-1-1,1 1,0 0,1 0,0 0,0 0,0 0,0 0,1 0,0 0,0 0,1 0,0 0,0 0,0 0,1 0,0-1,0 1,0 0,1-1,-1 0,1 1,1-1,-1 0,1 0,0-1,0 1,0-1,1 0,-1 0,5 2,0-1,0-1,1 0,-1 0,1-1,0-1,0 1,0-2,0 1,0-1,0-1,1 0,-1 0,0-1,0-1,0 1,0-2,0 1,0-1,-1-1,1 0,-1 0,0-1,0 0,-1 0,1-1,-1-1,6-7,-2-1,0-1,0 0,-2-1,0 0,-1 0,-1-1,0 0,-1-1,-1 0,2-14,-13 93,3-38,-1-11,1 0,1 0,0 1,0-1,1 0,0 1,1-1,1 0,0 1,0-1,1 0,0 0,1 0,4 8,-5-16,0 0,0 1,1-1,-1 0,0-1,1 1,0-1,0 0,0 1,0-2,0 1,0 0,0-1,1 0,27 7</inkml:trace>
  <inkml:trace contextRef="#ctx0" brushRef="#br0" timeOffset="1917.552">2704 43,'-14'-14,"-6"-4,-1 8,7 9,14 8,7 3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7:56.76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1 763,'11'25,"0"0,-2 1,-1 1,-1-1,-1 1,-1 1,-1 11,12 55,-16-91,0 0,0 0,0 0,0 0,1 0,-1 0,1 0,0-1,0 1,0 0,0 0,0-1,1 1,-1-1,1 1,0-1,0 0,0 1,0-1,0 0,0 0,0 0,1-1,-1 1,1-1,-1 1,1-1,0 0,-1 0,1 0,0 0,0 0,0-1,1 1,3-4,1 0,-2 0,1-1,0 0,-1 0,1-1,-1 0,0 0,-1 0,1-1,-1 0,0 0,1-3,-4 8,14-21,-1 0,-1-1,-1 0,0-1,-2 0,-1-1,-1 0,-1-1,4-25,-7 42,-5 39,-1-21,0 0,0 1,1 0,0-1,1 1,0 0,0-1,1 1,0-1,1 0,0 1,0-1,1 0,0-1,1 1,-1-1,2 0,-1 0,1 0,1-1,-1 0,1 0,0-1,8 6,-9-8,0-1,1 1,0-1,-1-1,1 1,0-1,0 0,1-1,-1 1,0-1,0-1,1 0,-1 0,0 0,1-1,-1 0,0 0,0-1,0 1,0-2,0 1,0-1,-1 0,1-1,-1 1,0-1,0-1,0 1,0-1,1-1,2-6,0-1,-1 0,-1 0,0-1,0 1,-2-2,1 1,-2 0,0-1,-1 0,0 0,-1 0,-1 0,0-1,-2-10,1 26,0 0,0 0,0 0,-1 1,1-1,0 0,0 0,0 0,0 0,0 0,0 0,-1 0,1 0,0 0,0 0,0 0,0 0,0 0,-1 0,1 0,0 0,0 0,0 0,0 0,0-1,-1 1,-3 20,2-10,0 1,0-1,1 1,0-1,1 1,0 0,0-1,1 1,1-1,0 1,1-1,-1 0,2 0,0 0,0 0,0-1,1 1,1-1,0 0,0-1,1 1,0-1,0-1,0 1,1-1,1-1,-1 1,7 2,-9-5,1-1,-1-1,1 1,0-1,0 0,0 0,0-1,0 0,0-1,0 1,1-1,-1 0,0-1,0 0,0 0,0-1,0 0,0 0,0 0,0-1,-1 0,1 0,-1-1,0 0,0 0,0 0,-1-1,0 0,0 0,4-4,-1-4,0-1,0 0,-1-1,-1 0,0 0,-1 0,-1-1,-1 1,0-1,0 0,-1-13,-3 6,1 23,0 1,0-1,1 0,-1 1,0-1,0 0,0 1,0-1,-1 0,1 0,0 1,0-1,0 0,0 1,0-1,0 0,0 0,-1 1,1-1,0 0,0 0,0 1,0-1,-1 0,1 0,0 1,0-1,-1 0,1 0,0 0,0 0,-1 0,1 1,0-1,-1 0,1 0,0 0,0 0,-1 0,1 0,0 0,-1 0,1 0,0 0,-1 0,1 0,0 0,0 0,-1 0,1-1,0 1,-1 0,1 0,0 0,0 0,-1 0,1-1,0 1,0 0,-1 0,1 0,0-1,0 1,0 0,0 0,-1-1,-3 11,1 0,0 0,0 1,1-1,0 1,1 0,0-1,1 1,0 0,1-1,0 1,0 0,1-1,1 1,0-1,0 0,1 0,0 0,1-1,0 1,0-1,3 3,18 18</inkml:trace>
  <inkml:trace contextRef="#ctx0" brushRef="#br0" timeOffset="602.464">1419 831,'-7'13,"1"1,1 1,1-1,0 1,0-1,2 1,0 0,1 0,0 0,1 1,1 1,-1-9,1-1,0 0,0 1,0-1,1 0,1 0,-1 0,1 0,0 0,1-1,-1 1,1-1,0 0,1 0,0 0,0-1,0 1,1-1,-1-1,1 1,0-1,0 0,3 1,-5-3,-1 0,1-1,0 1,0-1,0 0,0 0,0-1,1 1,-1-1,0 0,0 0,0 0,0 0,0-1,0 0,0 0,0 0,0 0,0-1,0 1,0-1,0 0,-1 0,1-1,-1 1,0-1,0 1,0-1,0 0,0 0,0 0,-1-1,1 0,5-7,-1 0,0-1,-1 0,0 0,-1-1,-1 1,0-1,0 0,1-11,3-91,-8 116,-1 0,0-1,1 1,-1 0,1-1,-1 1,0 0,1-1,-1 1,0-1,0 1,0-1,1 1,-1-1,0 0,0 0,0 1,0-1,0 0,0 0,0 0,1 0,-1 0,0 0,0 0,0 0,0 0,0 0,0-1,0 1,0 0,1 0,-1-1,0 1,0-1,0 1,1-1,-1 1,0-1,1 0,-1 1,0-1,1 0,-1 1,1-1,-1 0,1 0,-1 1,1-1,0 0,-1 0,1 0,0 0,-1 0,1 0,0 1,0-1,0 0,0 0,0 0,0 0,0 0,0 0,1 0,-1 0,0 1,1-2,-5 6,0 1,1-1,0 1,0 0,0 0,1 0,0 0,-1 0,2 0,-1 1,1-1,0 1,0-1,0 1,1-1,-1 1,2-1,-1 1,1 0,-1-1,1 1,1-1,-1 0,1 1,0-1,0 0,1 0,-1 0,1 0,0 0,1-1,-1 1,1-1,0 0,0 0,0 0,0-1,1 0,-1 1,1-2,0 1,1 0,6 2,0 0,0-1,0 0,1-1,0 0,0-1,-1-1,1 0,0-1,0 0,0-1,0 0,0-1,0 0,-1-2,1 1,-1-1,0-1,0 0,0-1,8-5,-16 7,1 0,-1 0,0 0,0-1,-1 1,1-1,-1 0,0 0,0 0,-1-1,0 1,0 0,0-1,0 0,-1 1,0-1,0 0,-1 0,1 0,-1 1,-1-1,1 0,-1 0,0 0,0 0,0 1,-1-1,-1-2,2 7,0 0,0 1,1-1,-1 1,0-1,0 1,0-1,0 1,0-1,0 1,0 0,0 0,0-1,0 1,0 0,0 0,0 0,0 0,0 0,0 0,0 1,0-1,0 0,0 0,0 1,0-1,0 1,0-1,0 1,0-1,0 1,1-1,-1 1,0 0,0-1,1 1,-1 0,0 0,1 0,-1-1,1 1,-1 0,1 0,-1 0,1 0,0 0,-1 0,1 0,0 0,0 0,0 0,0 0,0 0,0 0,0 1,-2 3,0 0,0 0,1 0,0 0,0 1,0-1,1 0,-1 1,1-1,1 0,-1 1,1-1,0 0,0 0,0 1,1-1,0 0,0 0,0 0,0-1,1 1,0-1,0 1,0-1,1 0,-1 0,1 0,0 0,0-1,0 0,0 0,5 2,5 0,-1-1,2 0,-1-2,0 1,0-2,1 0,-1-1,1 0,-1-1,1-1,-1 0,0-1,0 0,0-1,10-5,17-5</inkml:trace>
  <inkml:trace contextRef="#ctx0" brushRef="#br0" timeOffset="907.115">2354 951,'-1'4,"-1"0,1 0,0 0,0 0,1 0,-1 0,1 1,0-1,0 0,0 0,1 0,-1 1,1-1,0 0,0 0,1 0,-1 0,1 0,0 0,0-1,0 1,0-1,1 1,-1-1,1 0,0 0,0 0,0 0,0 0,1-1,-1 1,1-1,0 0,1 1,5 1,-1-1,1 1,0-1,0-1,0 0,1 0,-1-1,0 0,1-1,-1 0,1-1,-1 0,0-1,0 0,0 0,0-1,0-1,0 1,-1-2,1 1,-1-1,5-4,-11 6,0 0,1 0,-2 0,1 0,0-1,-1 1,1-1,-1 0,0 0,0 1,-1-1,1-1,-1 1,0 0,0 0,0 0,0-1,-1 1,0 0,0-1,0 1,0 0,-1-1,1 1,-1 0,-1 0,1-1,0 1,-2-2,-1-2,0 0,0 1,-1 0,1-1,-2 2,1-1,-1 1,0 0,0 0,-1 0,0 1,0 0,0 0,-5-1,6 2,0 2,-1-1,1 1,-1 0,1 0,-1 1,0-1,0 2,1-1,-1 1,0 0,0 0,0 1,1 0,-1 0,0 0,1 1,-1 0,1 1,-1-1,1 1,0 0,0 1,0 0,1 0,-1 0,1 0,0 1,0 0,1 0,-1 0,1 1,0-1,1 1,-1 0,1 0,0 0,1 1,0-1,-2 7,3-8,0 0,1 0,-1-1,1 1,0 0,1 0,-1 0,1 0,0 0,0 0,1 0,-1-1,1 1,0 0,1-1,-1 0,1 1,-1-1,1 0,0 0,1-1,-1 1,1-1,0 0,-1 1,2-2,-1 1,0 0,0-1,1 0,0 1,33 14</inkml:trace>
  <inkml:trace contextRef="#ctx0" brushRef="#br0" timeOffset="1086.675">2741 537,'-13'-7,"-12"-5,-8 1,-3 3,0 6,4 10,7 10,13 12,12 11,16 9,12 6,1-5</inkml:trace>
  <inkml:trace contextRef="#ctx0" brushRef="#br0" timeOffset="2864.984">2782 1084,'0'6,"1"-1,0 1,1-1,-1 0,1 1,0-1,1 0,-1 0,1 0,0-1,0 1,0-1,1 1,-1-1,1 0,0 0,0-1,1 1,-1-1,1 0,0 0,0-1,0 1,0-1,0 0,0 0,1-1,-1 1,0-1,1-1,-1 1,1-1,4 0,-2-1,0-1,1 0,-1 0,0-1,-1 0,1 0,0-1,-1 0,0 0,0-1,0 0,-1 0,1-1,-1 1,-1-1,1-1,-1 1,0-1,0 0,-1 0,1-2,4-9,0 0,-1-1,-1-1,-1 1,-1-1,0 0,-2 0,0-3,0 3,0 0,-2 0,-1-1,0 1,-1 0,-2 0,0 0,-1 0,-1 1,0 0,-2-1,0 2,-2-3,-17-10,26 31,0-1,-1 1,1-1,0 1,-1-1,1 1,-1 0,1-1,-1 1,1 0,0-1,-1 1,0 0,1-1,-1 1,1 0,-1 0,1 0,-1-1,1 1,-1 0,0 0,1 0,-1 0,1 0,-1 0,0 0,1 0,-1 0,1 1,-1-1,1 0,-1 0,0 0,1 1,-1-1,1 0,-1 1,1-1,-1 0,1 1,0-1,-1 1,1-1,-1 1,1-1,0 1,-1-1,1 1,0-1,0 1,-1-1,1 1,0-1,0 1,0-1,0 1,0 0,0 0,1 4,0 0,0 0,1 0,-1 0,1 0,1 0,-1-1,1 1,0-1,0 0,0 1,0-1,1-1,-1 1,1 0,0-1,0 0,1 0,-1 0,1 0,-1-1,1 0,0 0,3 1,29 12,1-3,0 0,1-3,-1-1,2-2,20 0,70 12,-58 4,-70-21,0 0,0 0,-1 0,1 0,0 1,0-1,-1 1,1-1,-1 1,1 0,-1 0,1-1,-1 1,0 0,0 0,0 0,0 0,-1 0,1 1,0-1,-1 0,1 0,-1 0,0 1,0-1,0 0,0 0,0 1,-1-1,1 1,-4 11,0 0,-1-1,-1 1,0-1,-1 0,0 0,-1-1,-38 89,46-99,-1-1,1 1,-1 0,1 0,0 0,0-1,0 1,0 0,0 0,0 0,1 0,-1-1,0 1,1 0,0 0,-1-1,1 1,0 0,0-1,0 1,0-1,0 1,0-1,0 0,0 1,1-1,-1 0,1 0,-1 0,1 0,-1 0,1 0,-1 0,1 0,0-1,0 1,-1-1,1 1,0-1,0 0,0 0,-1 1,1-1,0-1,0 1,13-2,-1 0,1-1,-1-1,0-1,0 0,0-1,-1 0,0-1,0 0,-1-1,0 0,0-1,-1-1,5-5,10-7,-2-2,0 0,-1-2,-2 0,10-16,-19 16,-12 26,0 0,-1 1,1-1,0 0,-1 0,1 0,0 1,0-1,-1 0,1 0,0 0,-1 0,1 0,0 0,-1 1,1-1,0 0,-1 0,1 0,0 0,-1 0,1 0,0-1,-1 1,1 0,0 0,-1 0,1 0,0 0,-1 0,1-1,0 1,-1 0,1 0,0 0,0-1,-1 1,1 0,0 0,0-1,0 1,-1 0,1 0,0-1,0 1,0 0,0-1,0 1,-1 0,1-1,0 1,0 0,0-1,0 1,0 0,0-1,0 1,0 0,0-1,0 1,1 0,-1-1,0 1,0 0,0-1,0 1,0 0,1-1,-1 1,0 0,-5 3,0 0,0 0,1 0,-1 1,1 0,0 0,0 0,0 0,1 1,-1 0,1-1,0 1,0 0,1 1,-1-1,1 0,1 1,-1-1,1 1,0 0,0-1,0 1,1 0,0 0,0 0,0-1,1 1,0 0,0-1,2 6,1-5,0 0,0 0,0-1,1 0,0 0,0 0,0-1,0 1,1-1,-1 0,1-1,0 1,1-1,-1-1,0 1,7 1,111 18,-112-20,0 0,0-1,0-1,0 0,0-1,0 0,0-1,0-1,0 1,0-2,-1 0,1 0,-1-1,0 0,-1-1,1 0,-1-1,0 0,-1-1,0 0,0 0,1-2,-1-4,0-1,-1-1,-1 1,0-1,-1 0,0-1,-2 0,0 0,-1 0,0-4,-4-22,-23 63,17-8,0 1,1 0,0 0,1 0,1 0,0 1,1 0,0 0,1 0,1 0,0 14,1-25,0 0,1 1,-1-1,1 0,0 0,0 1,0-1,1 0,-1 0,0 0,1 0,0-1,0 1,0 0,0-1,0 1,1-1,-1 0,1 1,-1-1,1 0,0-1,0 1,0-1,0 1,0-1,0 0,0 0,3 1,101 4,-86-9,-1-1,1-1,-1 0,0-2,-1 0,0-1,0-1,0-1,-1 0,-1-2,0 0,0-1,-1 0,-1-1,0-1,-1-1,8-11,5-9,-2-2,-1-2,-2 0,-1-1,-3-1,-1 0,6-27,-11 32,-1 0,-1 0,-3-1,-1 0,-1 0,-3-1,-1 1,-1-1,-6-34,6 68,-1 0,1 1,-1-1,0 0,-1 0,1 1,-1-1,0 0,0 1,0 0,0-1,-1 1,0 0,0 0,0 1,0-1,-1 1,1-1,-1 1,0 0,0 0,0 1,0-1,-1 1,1 0,-1 0,1 0,-1 1,0 0,1 0,-3 0,-3 3,0 0,0 1,1 1,-1 0,1 0,0 1,1 0,-1 0,1 1,0 0,0 1,1 0,0 0,0 0,0 1,1 0,0 1,1-1,-3 7,-12 16,3 1,0 0,2 1,2 1,0 0,3 0,1 2,1-1,2 1,2 0,1 0,2 0,1 1,2-1,1 0,3 0,0-1,2 1,2-1,2 0,-4-14,1-1,0 0,2-1,1 0,0-1,1 0,1-1,1 0,-9-10,0-1,1 0,0 0,0 0,0-1,1 0,0-1,0 1,0-1,0-1,1 0,-1 0,1-1,0 0,0 0,0-1,0 0,0-1,0 0,6 0,-4-2,-1-1,0 1,0-2,0 1,0-1,0-1,-1 0,0 0,0-1,0 0,-1-1,0 0,0 0,0 0,-1-1,0 0,-1-1,0 0,1-2,4-7,-1 0,-1 0,-1-1,-1 0,0 0,-2 0,0-1,-1 0,1-12,-5 30,1 1,0 0,-1 0,1-1,-1 1,1-1,-1 1,0 0,0-1,1 1,-1-1,0 1,0-1,-1 1,1-1,0 1,0 0,-1-1,1 1,-1-1,1 1,-1 0,1-1,-1 1,0 0,0 0,0 0,1 0,-1-1,0 1,-1 0,1 0,0 1,0-1,0 0,0 0,-1 1,1-1,0 0,-1 1,1-1,0 1,-1 0,0-1,-3 5,-1 0,1 0,-1 0,1 1,0 0,1 0,-1 0,1 0,0 1,1 0,-1 0,1 0,0 0,1 0,-1 1,1-1,0 1,0 5,0-7,1 1,-1-1,1 0,0 0,1 1,-1-1,1 0,0 1,1-1,-1 0,1 1,0-1,0 0,1 0,0 0,0 0,0 0,0 0,1 0,-1-1,1 1,0-1,1 0,-1 0,1 0,0 0,0 0,0-1,0 0,1 0,-1 0,1-1,3 2,1 0,0-2,0 1,0-1,0 0,0-1,0 0,1-1,-1 0,0 0,0-1,1 0,-1-1,0 0,0 0,0-1,-1 0,1 0,-1-1,1-1,-1 1,0-1,-1 0,1-1,6-5,-1 1,-1-1,0-1,-1 0,0-1,0 0,-2-1,1 0,-2 0,0-1,-1 0,2-6,-10 7,-14 28,9-6,0 0,0 1,1 0,0 0,1 0,-1 1,2-1,0 1,0 0,0 0,1 0,1 0,0 1,0-1,1 0,0 1,2 4,-1-11,1 0,0 0,0 0,0-1,0 1,1 0,0-1,-1 0,1 0,0 0,1 0,-1 0,0-1,1 1,0-1,-1 0,1 0,0 0,0-1,0 1,0-1,0 0,3 0,99 2,-91-6,0-1,0 0,-1-2,0 1,0-2,0 0,0-1,-1 0,-1-1,1 0,-2-1,1 0,-1-1,-1-1,0 1,0-2,-1 1,-1-1,0-1,-1 1,0-2,-29 70,18-44,1 1,0 1,1-1,0 0,1 1,1-1,0 1,0 4,1-13,0 1,-1-1,1 0,1 0,-1 0,1 0,-1 0,1-1,0 1,0 0,1-1,-1 1,1-1,0 0,0 0,0 0,0 0,0-1,1 1,-1-1,1 0,0 0,-1 0,1 0,0-1,2 1,7 2,-1-1,1 0,-1-1,1 0,0-1,0-1,-1 0,1-1,0 0,0-1,-1 0,1-1,-1 0,0-1,0-1,0 0,0 0,-1-1,0-1,0 0,-1 0,0-1,0 0,-1-1,0 0,0-1,-1 1,0-2,-1 1,0-1,-1 0,0-1,-1 1,0-1,-1 0,2-5,-7-26,-1 43,1 0,-1 0,1 0,-1 1,1-1,-1 0,1 1,-1-1,1 1,-1 0,1-1,0 1,-1 0,1 0,0 0,0 0,-1 0,1 0,0 0,0 0,0 1,0-1,1 0,-1 0,0 1,0-1,1 1,-1-1,1 1,-1-1,1 1,-6 9,0 0,1 0,1 0,0 0,0 1,1 0,0 0,1-1,1 1,0 1,0-1,2 6,3 0</inkml:trace>
  <inkml:trace contextRef="#ctx0" brushRef="#br0" timeOffset="3118.669">5977 309,'-13'-9,"-10"-5,-3-1,1 3,5 8,14 13,23 15,23 7,6-1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7:53.91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1 535,'-1'-6,"1"0,1-1,-1 1,1 0,0 0,1 0,0 0,-1 0,2 0,-1 1,1-1,0 1,0-1,0 1,1 0,0 0,0 1,0-1,0 1,1 0,0 0,0 0,2-1,-6 5,1-1,0 1,-1 0,1 0,0 0,-1 0,1 0,0 0,0 0,-1 0,1 1,0-1,-1 1,1-1,-1 1,1 0,0-1,-1 1,1 0,-1 0,0 0,1 0,-1 0,0 0,0 1,0-1,0 0,0 1,0-1,0 1,0-1,0 1,0-1,-1 1,1 0,18 63,-11-8,-3 1,-2 0,-4 28,1-13,6-21,-5-51,-1 0,0-1,0 1,1 0,-1 0,1 0,-1 0,1-1,-1 1,1 0,-1 0,1-1,0 1,-1 0,1-1,0 1,0-1,-1 1,1-1,0 1,0-1,0 0,0 1,0-1,-1 0,1 0,0 1,0-1,0 0,0 0,0 0,0 0,0 0,0 0,0-1,0 1,0 0,0 0,-1-1,1 1,0-1,0 1,0 0,0-1,-1 0,1 1,0-1,-1 1,1-1,0 0,13-12,0 0,-2-1,1-1,-2 1,0-2,-1 0,0 0,-2-1,1 0,-2 0,0-4,3-5,-1 1,-1-2,-1 1,-2-1,2-24,-8 64,-1 2,1 1,0 0,1 0,0 0,2 0,0 0,0 0,2-1,0 1,0-1,6 12,-9-25,0 0,1 0,-1 0,0 0,1 0,-1 0,1 0,0-1,-1 1,1-1,0 1,0-1,0 1,0-1,1 0,-1 0,0 0,0 0,1-1,-1 1,0 0,1-1,-1 0,0 1,1-1,-1 0,1 0,-1-1,1 1,-1 0,0-1,1 0,-1 1,0-1,0 0,2-1,2-1,0-1,0 0,0 0,-1 0,1-1,-1 0,0 0,-1 0,1 0,-1-1,0 0,1-2,4-11,0-1,0-1,-2 1,-1-1,0 0,-2-1,1-12,-19 78,11-35,1-1,0 1,0 0,1 0,0 0,0 0,1 0,0 0,1 0,0 0,0-1,1 1,0 0,1 0,0-1,0 0,0 1,1-1,1 0,-1-1,1 1,1-1,-1 0,1 0,1-1,-1 0,7 5,-1-5,0 0,0-1,1-1,-1 0,1-1,0-1,0 0,0 0,1-1,-1-1,0 0,0-1,0 0,0-1,0-1,0 0,0-1,-1 0,0 0,1-2,-2 0,1 0,7-5,-15 8,0 0,0 0,0-1,0 1,0-1,-1 1,1-1,-1-1,0 1,-1 0,1-1,-1 1,1-1,-1 0,-1 1,1-1,-1 0,0 0,0 0,0-1,-1 5,0 0,-1 0,1 0,0 1,-1-1,1 0,-1 0,1 0,-1 0,1 1,-1-1,1 0,-1 0,0 1,1-1,-1 0,0 1,0-1,1 1,-1-1,0 1,0-1,0 1,0 0,0-1,0 1,0 0,1 0,-1 0,0 0,0 0,0 0,0 0,0 0,0 0,0 0,0 0,0 0,0 1,0-1,0 0,0 1,1-1,-1 1,0-1,0 1,0-1,1 1,-1 0,0-1,1 1,-1 0,0 0,1-1,-1 1,1 0,-1 0,1 0,0 0,-1 0,1-1,0 1,0 0,0 0,-1 1,-1 1,0 1,1-1,-1 1,1 0,-1 0,1 0,1 0,-1 0,0 0,1 0,0 1,0-1,0 0,0 0,1 0,0 0,-1 0,2 0,-1 0,0 0,1 0,0-1,-1 1,2 0,-1-1,0 0,1 1,-1-1,1 0,0 0,0 0,0-1,1 1,-1-1,6 2,0 0,-1-1,1 0,0-1,1 0,-1-1,0 0,1 0,-1-1,0 0,1 0,-1-1,0 0,0-1,0 0,3-2,-7 3,0 0,0-1,0 1,-1-1,1-1,0 1,-1 0,0-1,0 0,0 0,0 0,0-1,-1 1,1-1,-1 0,0 0,0 0,0 0,-1-1,1 1,-1-1,0 0,-1 1,1-1,-1 0,0 0,0 0,0 0,-1 0,0-4,-1 0,-1-1,-1 0,0 1,0 0,-1 0,0 0,-1 0,0 0,0 1,-1 0,0 0,0 0,-1 1,0 0,0 0,-1 1,1 0,-2 0,1 1,0 0,-1 1,0-1,-4 0,10 4,-1-1,0 1,0 0,0 0,0 1,0-1,0 1,0-1,0 1,0 1,0-1,0 1,0-1,0 1,0 0,0 0,0 1,0-1,0 1,1 0,-1 0,1 0,0 1,-1-1,1 1,0-1,0 1,1 0,-1 0,0 1,1-1,-2 4,0 0,-1 1,2 0,-1 0,1 0,0 0,1 1,0-1,1 1,-1-1,1 1,1 0,0 0,0-1,1 1,0 0,0-1,1 1,0-1,1 1,0-1,0 0,1 0,-1 0,2-1,-1 1,1-1,1 0,-1 0,1-1,0 0,0 0,34 17,0-8</inkml:trace>
  <inkml:trace contextRef="#ctx0" brushRef="#br0" timeOffset="252.326">1310 121,'-13'-7,"-12"-2,-6 0,-2 7,0 10,5 13,8 12,12 9,13 7,14 2,3-8</inkml:trace>
  <inkml:trace contextRef="#ctx0" brushRef="#br0" timeOffset="818.053">1417 803,'2'2,"1"1,-1-1,0 0,1 1,0-1,-1 0,1-1,0 1,0 0,0-1,0 1,0-1,0 0,0 0,1-1,-1 1,0 0,0-1,1 0,-1 0,0 0,1 0,-1-1,0 1,1-1,-1 0,0 1,0-2,0 1,0 0,0-1,0 1,0-1,0 0,-1 0,1 0,-1 0,1 0,-1-1,0 1,1-2,8-10,0-1,-2-1,1 0,-2 0,0-1,-1 0,-1-1,0 1,-1-1,-2 0,1 0,-2-1,0 1,-2-8,2 14,0 0,-1 0,-1 0,0-1,0 1,-1 0,-1 0,0 0,-1 0,0 1,-1-1,0 1,-1-1,0 1,-1 1,-5-9,10 18,1 0,-1 0,0-1,0 1,0 0,0 0,0 0,0 0,0 0,0 0,0 0,-1 0,1 1,0-1,-1 0,1 1,0-1,-1 1,1 0,-1-1,1 1,0 0,-1 0,1 0,-1 0,1 0,-1 0,1 0,-1 0,1 1,-1-1,1 0,0 1,-1-1,1 1,0 0,-1-1,1 1,0 0,0 0,0 0,0 0,0 0,0 0,0 0,0 0,0 1,0-1,0 0,1 0,-1 1,0-1,1 0,0 1,-1-1,1 1,0-1,-1 1,1-1,0 1,0-1,0 0,1 2,1 2,1-1,0 1,1-1,-1 1,1-1,0 0,0 0,0-1,0 1,1-1,-1 0,1 0,0-1,0 1,0-1,0 0,1 0,-1-1,0 0,1 0,-1 0,1 0,3-1,272 41,-276-41,0 1,-1 0,1 1,-1-1,1 1,-1 0,0 0,0 0,1 0,-2 1,1-1,0 1,0 0,-1 1,0-1,1 0,-1 1,-1 0,1 0,0 0,-1 0,0 0,0 0,0 1,-1-1,1 1,-7 81,3-76,0 0,1-1,0 1,0 0,1 0,1 0,0 0,1 9,0-16,-1 1,1 0,0-1,0 1,0-1,1 1,-1-1,1 0,0 0,-1 0,1 0,1-1,-1 1,0-1,1 0,-1 0,1 0,-1 0,1-1,0 1,0-1,0 0,0 0,3 0,99 1,-95-3,-1-1,0 0,0-1,0 0,-1 0,1-1,-1 0,1-1,-1 0,-1 0,1-1,-1 0,0-1,0 1,-1-2,0 1,0-1,-1 0,0 0,0-1,-1 0,0 0,-1 0,0-1,0 1,-1-1,0 0,0-5,1-62,-5 77,0 1,0-1,0 0,1 1,-1-1,0 0,0 1,0-1,1 1,-1 0,0-1,1 1,-1 0,1-1,-1 1,0 0,1-1,-1 1,1 0,0 0,-1 0,1 0,0-1,0 1,-1 0,1 0,0 0,0 0,0 0,0 0,0 0,0 0,0 0,0-1,1 2,-6 16,1 1,0 0,2 0,0 0,2 0,0 0,0 1,2-1,1 0,0-1,1 1,6 13,-8-27,1 0,-1 0,1-1,1 0,-1 1,1-1,-1 0,1-1,0 1,0-1,1 0,1 2,22 9</inkml:trace>
  <inkml:trace contextRef="#ctx0" brushRef="#br0" timeOffset="1075.89">2433 0,'-7'23,"7"19,13 13,4-2</inkml:trace>
  <inkml:trace contextRef="#ctx0" brushRef="#br0" timeOffset="1936.413">2714 803,'46'-211,"-40"182,-1-1,-1 1,-2-1,-1 0,-1 1,-2-1,0 0,-5-12,-10 7,17 34,-1 1,1-1,0 1,0-1,-1 1,1-1,0 1,-1 0,1-1,-1 1,1-1,-1 1,1 0,-1-1,1 1,-1 0,1 0,-1-1,1 1,-1 0,1 0,-1 0,1 0,-1 0,1 0,-1 0,0 0,1 0,-1 0,1 0,-1 0,1 0,-1 0,1 0,-1 0,1 1,-1-1,1 0,-1 0,1 1,-1-1,1 0,-1 1,1-1,-1 1,1-1,0 0,-1 1,1-1,0 1,-1-1,1 1,0-1,0 1,-1-1,1 1,0-1,0 1,0 0,0-1,0 1,-1 3,1-1,0 1,0 0,1 0,-1 0,1-1,-1 1,1 0,0-1,1 1,-1-1,1 1,-1-1,1 1,0-1,0 0,1 0,-1 0,1 0,-1 0,1-1,0 1,0-1,0 0,0 0,1 0,-1 0,0 0,1-1,-1 1,1-1,22 10,0-1,1-1,0-2,0 0,1-2,14 0,106 27,-143-31,-1 1,0-1,0 1,0 0,0 0,0 0,0 0,0 0,-1 1,1 0,-1 0,0 0,0 0,0 0,0 1,0-1,-1 1,0 0,0 0,0 0,0 0,0 0,-1 0,0 0,0 1,0-1,0 0,-1 1,1-1,-1 3,-38 175,38-179,0 0,0 0,1 0,-1 0,0 0,1 0,0 0,0 0,0 0,0 0,0 0,0 0,1-1,0 1,-1-1,1 1,0-1,0 1,0-1,1 0,-1 0,0 0,1 0,-1-1,1 1,0-1,-1 1,1-1,0 0,0 0,0 0,0 0,8 1,0 0,0 0,1-1,-1 0,0-1,0-1,1 0,2 0,-2 0,0 0,0-1,-1-1,1 1,-1-2,1 0,-1 0,0-1,-1 0,1-1,-1 0,0-1,0 0,-1 0,0-1,0 0,-1-1,0 0,-1 0,1-1,-2 0,0 0,0-1,-1 1,0-1,0 0,-2-1,1 1,-1-1,-1 0,0 1,-1-1,0-1,-1 7,-1 0,0 1,0-1,-1 1,1 0,-1-1,0 1,0 0,-1 0,0 0,0 0,0 0,0 1,-2-2,4 4,-1 1,0-1,1 1,-1-1,0 1,0 0,1-1,-1 1,0 0,0 0,-1 0,1 1,0-1,0 0,0 1,0-1,-1 1,1 0,0 0,0 0,-1 0,1 0,0 1,0-1,0 0,-1 1,1 0,0 0,0-1,0 1,0 0,0 1,0-1,0 0,1 0,-2 2,-1 0,-1 1,1 1,0-1,1 1,-1-1,1 1,0 0,0 0,0 0,1 1,0-1,0 1,0-1,0 1,1 0,0-1,1 1,-1 0,1 0,0 0,0 0,1-1,0 1,0 0,0 0,1-1,0 1,0-1,0 1,1-1,-1 0,1 0,1 0,-1 0,1 0,-1-1,1 0,4 4,11 4,0-1,1-1,0-1,0 0,1-2,0 0,0-1,1-1,0-2,0 0,0-1,9-1,32 6,0-4,1-2,-1-4,0-1,0-4,21-7,-72 13,1-2,-1 1,0-2,-1 0,1 0,-1-1,8-5,-16 9,-1 0,1 0,-1 1,0-2,0 1,0 0,0 0,0-1,0 1,0-1,-1 1,1-1,-1 0,0 0,0 0,0 1,0-1,0 0,-1 0,1 0,-1-1,0 1,0 0,0 0,0 0,0 0,-1 0,0 0,1 0,-1 0,0 0,0 1,-2-4,-2-2,-1-1,0 1,0 0,-1 1,0-1,0 1,-1 1,0-1,0 1,-1 1,1-1,-1 2,0-1,-1 1,1 0,-1 1,0 0,1 1,-1 0,0 0,-1 1,1 1,0 0,-1 0,4 1,0 0,0 1,0 0,0 1,0-1,1 1,-1 0,1 1,0 0,0 0,0 0,0 1,1-1,0 1,-1 1,2-1,-1 1,1 0,0 0,0 0,1 0,-1 1,2 0,-1-1,0 4,1-5,0 1,1-1,0 1,0-1,0 0,1 1,-1-1,1 1,1 0,-1-1,1 0,0 1,0-1,0 1,1-1,0 0,0 0,1 0,-1 0,1 0,0 0,0-1,0 0,1 1,0-1,0 0,0-1,0 1,0-1,1 0,0 0,-1 0,3 0,4 2,1 0,0-1,0 0,1-1,-1-1,1 0,-1 0,1-1,-1-1,1 0,0-1,-1 0,1-1,-1-1,1 0,-1 0,0-1,0-1,-1 0,1 0,-1-1,5-4,-12 7,1-1,-1 1,0-1,0 0,0 0,-1 0,1-1,-1 1,0-1,-1 1,1-1,-1 0,0 0,0-1,0 1,-1 0,0-1,0 1,0 0,0-1,-1 1,0-1,0 1,-1-1,0 1,0-4,0 8,1 0,-1 0,1 0,-1 0,1 0,-1 0,1 0,-1 0,0 0,0 0,0 0,1 0,-1 0,0 1,0-1,0 0,0 1,0-1,-1 0,1 1,0 0,0-1,0 1,0 0,0-1,-1 1,1 0,0 0,0 0,0 0,-1 0,1 0,0 0,0 1,0-1,-1 0,1 1,0-1,0 1,0-1,0 1,-1 0,-38 34,37-32,0 1,1-1,-1 1,1 0,0 0,0-1,1 1,-1 0,1 1,0-1,0 0,0 0,0 0,1 1,0-1,0 0,0 1,0-1,1 0,0 0,0 1,0-1,0 0,0 0,1 0,0 0,0 0,0-1,0 1,1-1,-1 1,3 1,4 2,0-1,0 1,1-2,0 1,0-2,1 1,0-1,-1-1,1 0,6 1,59 13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8:05.92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403 738,'0'-13,"1"8,0 1,-1-1,1 1,-1-1,0 1,0-1,0 1,-1-1,0 1,1-1,-2 1,1-1,0 1,-1 0,0 0,0 0,0 0,0 0,-1 0,0 0,0 1,0-1,0 1,0 0,0 0,-1 0,0 1,1-1,-3 0,-5 1,1 1,-1 0,0 1,1 1,-1-1,0 2,1-1,0 1,-1 1,1 0,0 1,0-1,0 2,1 0,0 0,0 0,0 1,-5 5,1-3,1 0,0 1,1 0,0 1,0 0,1 1,0 0,1 1,0 0,1 0,1 1,0 0,0 0,1 1,-3 12,8-23,0 0,1 0,-1 0,1 0,0 0,0 0,0 0,0 0,1 0,-1 0,1 0,0 0,0 0,0-1,0 1,0 0,0 0,1-1,0 1,-1-1,1 1,0-1,0 0,0 1,1-1,-1 0,0 0,1-1,-1 1,1-1,0 1,-1-1,1 0,0 0,0 0,0 0,0 0,0-1,11 1,0-2,0 0,0 0,0-2,0 0,0 0,-1-1,1-1,-1 0,0-1,-1 0,1-1,-1 0,-1-1,1 0,-1-1,-1-1,9-9,2-1,-1-1,-1-1,-1-1,-1 0,-1-1,-1-1,-1-1,-1 0,-1 0,-2-1,-1-1,-1 0,-1 0,3-26,-1-32,-4 0,-4-1,-7-49,4 103,0 29,0 21,2-15,-15 138,-33 135,1-12,47-262,-4 22,1 0,1 1,1 0,1-1,3 22,-2-40,0-1,0 0,0 1,0-1,1 0,0 0,0 0,0 0,0 0,1 0,0 0,-1-1,1 0,1 1,-1-1,0 0,1 0,-1-1,1 1,0-1,0 0,0 0,0 0,0 0,1-1,-1 0,0 0,1 0,-1 0,1-1,-1 1,4-1,22-2,1-2,-1-1,0-1,-1-1,1-2,-2-1,1-1,-1-2,-1 0,24-17,-40 24,31-12,-41 19,0 1,-1-1,1 0,-1 0,1 0,-1 1,0-1,1 0,-1 1,0-1,0 0,0 1,0-1,0 0,0 1,-1-1,1 0,0 1,-1-1,1 0,-1 0,1 1,-1-1,1 0,-1 0,0 0,0 3,-1-2,1 0,0 1,0-1,0 0,0 1,0-1,0 1,0-1,1 1,-1-1,1 1,0 0,0-1,0 1,0 0,0-1,1 1,-1-1,1 1,-1-1,1 1,0-1,0 1,0-1,0 0,1 1,-1-1,1 0,-1 0,1 0,0 0,0 0,0-1,0 1,0 0,0-1,0 1,0-1,1 0,-1 0,1 0,1 0,6 0,0-2,0 1,1-1,-1-1,0 0,0-1,0 0,-1 0,1-1,-1 0,1 0,-1-1,-1-1,1 0,-1 0,0 0,0-1,-1 0,0-1,2-2,-6 7,0 0,0 0,0-1,0 1,0-1,-1 0,0 0,0 0,0 0,0 0,-1 0,1 0,-1-1,0 1,-1-1,1 1,-1-1,0 1,0-1,0 1,0-1,-1 1,0 0,0-1,0 1,0 0,-1-1,0 1,0 0,0 0,0 0,-1 1,-1-3,-1 0,-1 1,0 0,-1 0,1 0,-1 1,0 0,0 0,0 1,0 0,-1 0,1 1,-1-1,1 2,-1-1,0 1,0 1,0-1,0 1,0 0,0 1,0 0,1 0,-1 1,0 0,1 0,-1 1,1 0,-1 0,1 1,1 0,-1 0,-6 5,11-6,0 0,0 0,0 0,0 0,1 0,-1 0,1 1,0-1,-1 0,2 1,-1-1,0 1,1-1,-1 1,1 0,0-1,0 1,1-1,-1 1,1-1,0 1,0-1,0 1,0-1,0 0,1 1,0-1,-1 0,1 0,0 0,1 0,22 30</inkml:trace>
  <inkml:trace contextRef="#ctx0" brushRef="#br0" timeOffset="561.149">1379 1005,'21'-300,"-15"167,-8 116,-6 42,8-21,0-1,0 1,1-1,-1 1,1-1,0 1,-1-1,2 0,-1 1,0-1,1 0,-1 0,1 0,0 0,0 0,0-1,1 1,-1 0,0-1,1 0,0 1,0-1,-1 0,1-1,0 1,3 1,95 29,-61-22,-33-8,0 0,0 0,-1 0,1 1,-1 0,1 0,-1 1,0 0,0 0,-1 0,1 0,-1 1,0 0,0 1,0-1,-1 1,0-1,0 1,-1 1,1-1,-1 0,-1 1,1 0,0 4,7 53,15 49,-23-108,0-1,0 1,1-1,-1 0,1 0,0 0,0 0,0 0,1-1,-1 0,1 1,0-1,0 0,0-1,1 1,-1-1,0 0,1 0,-1 0,1-1,5 2,1-3,0-1,0 1,1-2,-1 0,0 0,0-1,-1 0,1 0,0-2,-1 1,0-1,0-1,-1 0,1 0,-1-1,-1 0,1 0,-1-1,0 0,-1-1,0 0,-1 0,1-1,5-7,-2 1,0-1,0-1,-2 0,0 0,-2-1,0 0,2-12,-8 31,0 0,0-1,0 1,0 0,-1-1,1 1,0 0,0-1,0 1,0 0,0-1,0 1,0-1,0 1,0 0,0-1,0 1,0 0,0-1,0 1,0 0,0-1,1 1,-1 0,0-1,0 1,0 0,0-1,1 1,-1 0,0 0,0-1,1 1,-1 0,0 0,1 0,-1-1,0 1,0 0,1 0,-1 0,0 0,1-1,-1 1,1 0,-1 0,0 0,1 0,-1 0,0 0,1 0,-1 0,0 0,1 0,-1 0,0 1,1-1,-1 0,0 0,1 0,-1 0,0 0,1 1,-1-1,0 0,1 0,-1 0,0 1,0-1,11 26,-10-23,9 31,-2-1,-1 1,-2 1,0 13,-6-45,1 0,-1 0,1 0,0 0,0 1,1-1,-1 0,1 0,-1 0,1 0,0 0,0 0,1 0,-1 0,0 0,1-1,0 1,0 0,0-1,0 1,0-1,0 0,0 0,1 0,-1 0,1 0,0 0,-1-1,1 1,0-1,0 0,0 0,0 0,0 0,16-1</inkml:trace>
  <inkml:trace contextRef="#ctx0" brushRef="#br0" timeOffset="815.772">2087 350,'7'13,"13"8,4-1</inkml:trace>
  <inkml:trace contextRef="#ctx0" brushRef="#br0" timeOffset="1050.14">2675 136,'3'79,"-3"0,-4 0,-3 0,-6 16,-7 80,18-154,1 1,1-1,0 1,2-1,3 14,-4-27,1-1,0 0,0 0,1-1,-1 1,2 0,-1-1,1 0,0 0,0 0,0 0,1-1,0 1,0-1,1 0,-1-1,1 1,3 1,0-2,0 0,0 0,0-1,0 0,1-1,-1 0,1 0,-1-1,1 0,0-1,-1 0,1-1,0 0,-1 0,1-1,-1 0,1-1,-1 0,0 0,0-1,0-1,-1 1,1-1,-1 0,-1-1,1 0,-1 0,3-3,16-20</inkml:trace>
  <inkml:trace contextRef="#ctx0" brushRef="#br0" timeOffset="1265.724">2501 537,'32'-7,"36"-4,35-6,35-3,27-1,-13 2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8:12.33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326 326,'51'-8,"987"-153,402 14,-1192 138,-188 10,-41 5,-35 3,-27 3,-10-1</inkml:trace>
  <inkml:trace contextRef="#ctx0" brushRef="#br0" timeOffset="681.623">581 85,'-319'168,"139"-67,98-56,83-46,-1 1,0 0,1 0,-1-1,0 1,1 0,-1 0,1 0,-1-1,0 1,1 0,-1 0,1 0,-1 0,1 0,-1 0,0 0,1 0,-1 0,1 0,-1 0,1 0,-1 0,0 0,1 0,-1 1,1-1,-1 0,0 0,1 1,-1-1,0 0,1 0,-1 1,0-1,1 0,-1 1,0-1,1 0,-1 1,0-1,0 0,0 1,1-1,-1 1,0-1,0 0,0 1,0-1,0 1,0-1,0 1,0-1,0 1,0-1,0 0,0 1,0-1,0 1,0-1,0 1,-1-1,1 0,0 1,291-28,-262 26,0 1,-1 1,1 2,-1 0,0 2,0 2,18 6,-45-14,0 0,0 0,0 1,0-1,0 0,0 0,0 0,0 0,-1 0,1 0,0 0,0-1,-1 1,1 0,-1 0,1 0,-1-1,0 1,0 0,1-1,-1 1,0 0,0 0,0-1,0 1,0 0,-1-1,1 1,0 0,0-1,-1 1,1 0,-1 0,1 0,-1-1,0 1,0-5,-3-24,-2 0,-1 1,-2-1,0 1,-2 1,-2 0,0 1,-2 0,6 8,9 18,0 1,0 0,0-1,0 1,0 0,0-1,0 1,0 0,1-1,-1 1,0 0,0-1,0 1,0 0,0-1,0 1,1 0,-1-1,0 1,0 0,1 0,-1-1,0 1,0 0,1 0,-1 0,0-1,0 1,1 0,-1 0,0 0,1 0,-1 0,0-1,1 1,-1 0,0 0,1 0,-1 0,1 0,-1 0,0 0,1 0,-1 0,0 1,1-1,-1 0,0 0,1 0,-1 0,0 0,0 0,1 1,-1-1,0 0,1 0,-1 1,0-1,0 0,1 0,-1 1,0-1,0 0,0 0,1 1,19 7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08:13.92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234 1059,'-9'-1,"-1"0,0 1,1 1,-1 0,1 0,-1 1,1 0,-1 0,1 1,0 1,0 0,0 0,1 0,-1 1,1 0,0 1,1 0,-1 0,1 1,0-1,1 2,0-1,0 1,0 0,1 0,0 0,1 1,-4 9,7-15,0 0,1 1,-1-1,1 1,0 0,0-1,0 1,0-1,0 1,1-1,0 1,0-1,0 1,0-1,0 0,1 1,-1-1,1 0,0 0,0 0,0 0,0 0,1-1,-1 1,1-1,0 1,-1-1,1 0,0 0,0 0,1-1,-1 1,0-1,0 1,1-1,-1 0,1-1,-1 1,1 0,-1-1,1 0,-1 0,1 0,0 0,0-1,7-2,-1 0,1-1,-1-1,0 1,-1-2,1 1,-1-1,0-1,0 0,-1 0,0 0,0-1,-1-1,0 1,-1-1,1 0,-2 0,1-1,-1 0,-1 0,0 0,0-1,-1 0,8-30,-3-1,-1 0,-2 0,-1-1,-3 1,-2-1,-3-26,3 52,0-15,-1 0,-2 0,-1 0,-8-26,13 58,0-1,0 1,0 0,1-1,-1 1,0-1,0 1,0 0,0-1,0 1,0-1,-1 1,1 0,0-1,0 1,0-1,0 1,0 0,-1-1,1 1,0 0,0-1,0 1,-1 0,1-1,0 1,-1 0,1 0,0-1,-1 1,1 0,0 0,-1-1,1 1,0 0,-1 0,1 0,-1 0,1 0,0 0,-1 0,1 0,-1 0,1 0,0 0,-1 0,1 0,-1 0,1 0,0 0,-1 0,1 0,0 0,-1 1,1-1,-1 0,-9 24,2 20,1 1,3 0,2 1,2 16,0-47,-2 10,1 0,1-1,1 1,1 0,2-1,0 1,1-1,2 0,1 0,0-1,2 0,0-1,6 8,-12-25,0 0,1 1,0-1,0-1,0 1,1-1,-1 0,1 0,0-1,0 1,0-1,1-1,-1 1,1-1,-1 0,1-1,0 0,0 0,-1 0,1-1,0 1,0-2,0 1,0-1,0 0,-1-1,1 1,0-1,-1-1,1 1,-1-1,0 0,0-1,0 1,0-1,-1 0,1-1,-1 1,0-1,-1 0,4-4,0-1,-1-1,0 0,0 0,-1-1,-1 0,0 0,-1 0,0-1,0 1,-1-6,-1-1,-2 19,0 1,0-1,0 0,0 0,0 1,0-1,0 0,0 0,0 1,0-1,0 0,0 0,0 1,0-1,0 0,0 0,-1 1,1-1,0 0,0 0,0 1,0-1,0 0,-1 0,1 0,0 0,0 1,0-1,-1 0,1 0,0 0,0 0,-1 0,1 0,0 1,0-1,-1 0,1 0,0 0,0 0,-1 0,1 0,0 0,0 0,-1 0,1 0,0 0,0 0,-1 0,1-1,0 1,0 0,-1 0,1 0,0 0,0 0,0 0,-1-1,1 1,-4 8,0 0,1 0,0 1,0-1,1 1,0 0,1 0,-1 0,2-1,-1 1,2 0,-1 0,1 0,0 0,1 0,0 0,0-1,1 1,0-1,0 0,1 0,0 0,1 0,0 0,0-1,0 0,2 0,18 10</inkml:trace>
  <inkml:trace contextRef="#ctx0" brushRef="#br0" timeOffset="249.858">756 631,'-11'14,"5"11,15 3,6-2</inkml:trace>
  <inkml:trace contextRef="#ctx0" brushRef="#br0" timeOffset="516.974">1318 844,'-24'-6,"1"1,-1 2,-1 0,1 1,0 1,0 1,0 2,-1 0,1 2,1 0,-2 2,-50 30,73-34,1-1,-1 0,1 1,-1-1,1 0,-1 1,1 0,0-1,0 1,-1 0,1 0,0 0,1-1,-1 1,0 0,1 0,-1 0,1 0,-1 0,1 1,0-1,0 0,0 0,0 0,0 0,1 0,-1 0,1 0,-1 0,1 0,0 0,-1 0,1 0,0 0,0-1,1 1,0 1,6 6,1 0,0-1,1 0,0 0,0-1,0-1,1 0,0 0,0-1,1 0,1 1,258 116,-230-88,-41-33,0 0,0 0,0 0,0 0,0 0,0-1,0 1,0 0,0 0,-1 0,1 0,0 0,-1 0,1-1,-1 1,1 0,-1 0,1-1,-1 1,1 0,-1-1,0 1,1 0,-1-1,0 1,1-1,-1 1,0-1,0 1,0-1,1 0,-1 1,0-1,0 0,0 0,0 0,0 1,0-1,-29 8,-1-2,1 0,-1-2,0-1,-27-2,42 0,0-1,1 2,-1-1,1-1,-1-1,1 0,-1-1,1 0,0-2,-10-3,24 7,0 0,0 0,0 0,1 0,-1-1,0 1,0 0,0-1,0 1,1-1,-1 1,0-1,1 1,-1-1,0 1,1-1,-1 0,0 1,1-1,-1 0,1 0,0 1,-1-1,1 0,-1 0,1 0,0 0,0 1,0-1,-1 0,1 0,0 0,0 0,0 0,0 0,0 1,0-1,1 0,-1 0,0 0,0 0,1 0,-1 1,0-1,1 0,-1 0,1 0,31-28,8 4</inkml:trace>
  <inkml:trace contextRef="#ctx0" brushRef="#br0" timeOffset="719.925">1638 938,'-2'21,"-3"20,-4 19,-1 17,0 15,2 9,2 5,5-1,5-5,3-10,2-14,-2-18,-2-20,-3-24,-3-14</inkml:trace>
  <inkml:trace contextRef="#ctx0" brushRef="#br0" timeOffset="1891.902">1625 1353,'15'-153,"-7"1,-6-1,-8 0,5 127,1 25,0 1,1 0,-1-1,0 1,1 0,-1 0,0-1,1 1,-1 0,0 0,1 0,-1 0,0 0,1-1,-1 1,0 0,1 0,-1 0,1 0,-1 0,0 0,1 0,-1 0,0 0,1 0,-1 1,1-1,-1 0,0 0,1 0,-1 0,0 1,1-1,-1 0,0 0,1 0,-1 1,0-1,0 0,1 1,-1-1,0 0,0 1,1-1,-1 0,0 1,0-1,0 0,0 1,0-1,0 0,0 1,1-1,-1 1,0-1,0 1,2 1,53 48,2-4,1-1,3-3,8 0,-10 4,-59-46,0 1,1 0,-1 0,0 0,0-1,0 1,0 0,0 0,0-1,0 1,-1 0,1 0,0-1,0 1,0 0,-1 0,1-1,0 1,-1 0,1-1,-1 1,1-1,-1 1,1 0,-1-1,1 1,-1-1,0 1,1-1,-1 1,1-1,-1 0,0 1,0-1,1 0,-1 0,0 1,0-1,1 0,-1 0,0 0,0 0,1 0,-1 0,0 0,0 0,1 0,-1-1,0 1,-175 7,130-9,-46 0,80 1,27 1,460-4,-400-6,-75 10,-1-1,1 1,-1 0,1 0,0 0,-1-1,1 1,-1 0,1-1,0 1,-1 0,1-1,0 1,0 0,-1-1,1 1,0 0,0-1,0 1,-1-1,1 1,0 0,0-1,0 1,0-1,0 1,0-1,0 1,0-1,0 1,0 0,0-1,0 1,0-1,0 1,0-1,1 1,-1 0,0-1,0 1,0-1,1 1,-1 0,0-1,0 1,1 0,-1-1,0 1,1 0,-1-1,0 1,1 0,-1 0,1 0,-1-1,0 1,1 0,-1 0,1 0,-1 0,1 0,-1 0,-1-1,0 1,1-1,-1 1,0-1,0 1,0 0,0-1,0 1,0 0,0 0,0 0,0 0,0 0,0 0,-1 0,1 0,0 0,0 0,0 0,0 1,0-1,1 1,-1-1,0 0,0 1,0-1,0 1,0 0,0-1,1 1,-2 0,4 1,-1 0,0 0,1 0,-1 0,1 0,-1 0,1 0,0-1,0 1,0-1,0 1,0-1,0 0,0 0,0 0,1 0,-1 0,0 0,1-1,-1 1,0-1,2 0,5 4,-1-2,1 0,0 0,0 0,-1-1,1 0,0-1,0 0,0 0,0-1,0 0,0-1,0 0,-1 0,1-1,-1 0,5-2,-11 3,0 0,0 0,0 0,0-1,0 1,-1-1,1 1,-1-1,0 1,1-1,-1 0,0 0,-1 1,1-1,0 0,-1 0,0 0,1 0,-1 0,-1 0,1 0,0 0,-1 0,1 1,-1-1,0-2,-37-69,33 66,0 1,-1-1,0 1,-1 0,0 1,0 0,0 0,-1 0,0 1,0 0,0 1,0-1,-1 2,0-1,1 1,-2 1,1-1,-3 1,11 2,0-1,1 1,-1 0,0 0,0 0,1 0,-1 0,0 0,0 0,1 0,-1 0,0 0,0 0,1 0,-1 1,0-1,0 0,1 0,-1 1,0-1,1 1,-1-1,0 0,1 1,-1-1,1 1,-1-1,1 1,-1 0,1-1,-1 1,1 0,0-1,-1 1,1 0,0-1,-1 1,1 0,0 0,0-1,0 1,0 0,0 0,0-1,0 1,0 0,0 0,0-1,0 1,0 0,1 0,-1-1,0 1,1 0,29 34,-12-25,1 0,0-1,0-1,1-1,0 0,0-2,0 0,1-1,0-1,0-1,0-1,0-1,0-1,10-2,-25 3,-1-1,0 0,1 0,-1 0,0 0,0-1,0 0,0 0,-1 0,1-1,0 0,-1 0,0 0,0 0,0-1,0 1,-3 3,-1 0,0 1,0-1,0 0,0 0,0 1,1-1,-1 0,0 1,0-1,0 0,1 0,-1 0,0 1,0-1,1 0,-1 0,0 0,0 1,1-1,-1 0,0 0,1 0,-1 0,0 0,1 0,-1 0,0 0,1 0,-1 0,0 0,1 0,-1 0,0 0,0 0,1 0,-1 0,0 0,1 0,-1-1,0 1,1 0,-1 0,0 0,0 0,1-1,-1 1,0 2,0 7,1-1,0 1,1 0,0 0,0-1,0 1,1-1,1 1,0-1,0 0,0-1,1 1,0-1,0 1,1-2,0 1,0-1,1 0,0 0,0 0,0-1,4 2,-7-6,-1 0,1 0,-1 0,1 0,0-1,-1 0,1 1,-1-2,1 1,0 0,-1-1,1 1,-1-1,1 0,-1 0,1 0,-1-1,0 1,0-1,1 0,-1 0,0 0,-1 0,1-1,1 0,55-73,-48 58,-1-2,0 1,-2-1,0 0,4-21,-14 46,0 1,0 0,1 0,0 0,1 0,-1 0,1 1,0-1,0 0,1 0,0 0,0 0,1 0,-1 0,1 0,0-1,1 1,-1-1,1 1,1-1,-1 0,1 0,-1 0,1 0,1-1,-1 0,1 0,-1 0,1 0,3 1,0-1,1 0,0-1,0 0,1-1,-1 0,1 0,-1-1,1 0,-1 0,1-1,0-1,-1 0,1 0,-1 0,1-1,-1-1,0 0,0 0,0-1,0 0,-1 0,1-1,-1 0,0-1,-1 1,1-2,-1 1,3-5,41-88,-43 78,-6 47,-3 4,-1-23,1 0,0 1,0-1,0 1,1-1,1 1,-1-1,1 1,0-1,1 0,0 1,0-1,0 0,1 0,0 0,1-1,-1 1,1-1,0 0,1 0,3 4,10-2,1-4</inkml:trace>
  <inkml:trace contextRef="#ctx0" brushRef="#br0" timeOffset="2152.201">3323 484,'7'-9,"8"-1,3 1</inkml:trace>
  <inkml:trace contextRef="#ctx0" brushRef="#br0" timeOffset="2633.109">3643 270,'-2'-28,"-6"70,8 58,4 0,4-1,5 1,4-2,9 19,-20-92,-6-25,1-1,-1 1,0 0,0 0,0 0,0 0,0 0,1 0,-1 0,0 0,0 0,0 0,0 0,0-1,1 1,-1 0,0 0,0 0,0 0,0 0,1 0,-1 0,0 0,0 0,0 1,0-1,1 0,-1 0,0 0,0 0,0 0,0 0,0 0,1 0,-1-23,0 21,0-27,-2 18,1 0,1-1,0 1,0-1,1 1,0-1,1 1,0 0,1-1,1 1,-1 0,2 1,0-1,0 1,0 0,1 0,6-6,-9 13,1 1,0-1,-1 1,1 0,0 0,0 0,0 0,0 1,0 0,1 0,-1 0,0 0,0 0,1 1,-1 0,1 0,-1 0,0 1,1-1,-1 1,0 0,0 1,0-1,0 0,0 1,0 0,0 0,0 1,7 2,-1 2,0 0,0 0,-1 1,0 0,-1 0,1 1,-2 0,6 7,-6-5,0-1,-1 1,0 0,-1 1,0 0,-1-1,0 1,-1 1,2 10,-5-21,0 0,0 0,0 0,0 1,0-1,0 0,-1 0,1 0,-1 0,1 0,-1 0,0 0,1-1,-1 1,0 0,-1 0,1 0,0-1,0 1,-1-1,1 1,-1-1,1 1,-1-1,0 0,1 0,-1 0,0 0,0 0,0 0,0 0,0-1,0 1,0-1,-4 2,1-1,-1-1,0 1,1-1,-1 0,0 0,1 0,-1-1,0 0,1 0,-1-1,1 1,1 0,0 0,1-1,-1 1,1-1,-1 0,1 0,0 0,0 0,0 0,0-1,0 0,0 1,1-1,-1 0,1 0,0 0,0-1,0 1,0-1,0 1,1-1,0 1,-1-1,1 0,1 1,-1-1,1 0,-1 0,1 0,0 0,0 1,1-1,-1 0,1 0,0 0,0 1,0-1,1-2,7-7,0 1,1-1,0 1,1 1,1 0,-1 0,2 2,-1-1,1 1,1 1,0 0,0 1,0 1,5-1,-5 0,61-16,-72 24,-1 0,0 1,0-1,0 0,-1 1,1-1,0 1,0 0,-1 0,1-1,-1 1,0 0,1 0,-1 1,0-1,0 0,0 0,-1 0,1 1,0-1,-1 0,0 1,1-1,-1 0,0 1,0-1,0 1,-1-1,1 0,-1 1,2 7,1 3,-2 2,1 1,1 0,0-1,1 1,1-1,0 0,2 0,-1-1,2 1,0-1,0 0,4 4,-9-16,-1 0,1 0,-1-1,1 1,0 0,0 0,0-1,0 1,0-1,0 0,0 0,0 0,0 0,1 0,-1 0,0 0,1-1,-1 1,0-1,1 1,-1-1,1 0,-1 0,1 0,-1-1,1 1,-1-1,0 1,1-1,-1 0,0 0,1 0,-1 0,0 0,0 0,0 0,0-1,0 1,0-1,0 0,0 0,16-20</inkml:trace>
  <inkml:trace contextRef="#ctx0" brushRef="#br0" timeOffset="3129.987">4232 376,'0'1,"1"-1,-1 0,0 0,0 0,0 0,0 0,0 0,1 1,-1-1,0 0,0 0,0 0,0 0,0 1,0-1,0 0,0 0,1 0,-1 1,0-1,0 0,0 0,0 0,0 1,0-1,0 0,0 0,0 0,0 1,0-1,0 0,-1 0,1 0,0 0,0 1,0-1,0 0,0 0,0 0,0 0,0 1,-1-1,1 0,0 0,0 0,0 0,0 0,-1 1,23 9,4 0,1-1,0-2,0 0,1-2,0-1,0-1,0-2,8-1,-28-1,0 0,-1-1,1 0,-1 0,0-1,0 0,0 0,0-1,0 0,-1 0,0 0,1-1,-2 0,1 0,0-1,-1 1,0-1,-1 0,1-1,2-4,4-9,0-1,-1 0,-1 0,-1-1,-1 0,0-7,10-85,-17 110,0 1,-1 0,1-1,-1 1,1 0,-1-1,0 1,0 0,0 0,-1 0,1 0,-1 0,0 0,0 0,0 1,0-1,0 1,0-1,-1 1,1 0,-1 0,0 0,1 0,-1 0,0 1,0-1,0 1,0 0,-1 0,1 0,0 0,-3 0,-1 0,0 0,0 1,1 0,-1 0,0 1,0-1,0 2,0-1,0 1,0 0,1 0,-1 1,1-1,0 2,-1-1,2 1,-1 0,0 0,1 0,-1 1,1 0,-2 3,-2 3,0 0,1 0,0 1,1 0,0 0,1 1,0 0,1 0,1 0,-3 14,3 5,2 0,1 1,1-1,2 0,1 1,1-1,2-1,2 1,1-1,1 0,1-1,2 0,1-1,1 0,1-2,13 16,-19-26,1 0,0-1,2-1,-1 1,2-2,0 0,1-1,14 10,-21-20,-1-1,1 0,0-1,0 0,0 0,0 0,0-1,0-1,-1 1,1-1,0 0,0-1,0 0,-1 0,1-1,-1 0,1 0,-1-1,0 0,-1 0,3-2,25-10,184-60,-179 64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10:56.04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901 114,'-7'-5,"-1"0,0 1,0 0,0 0,0 0,0 1,-1 1,1-1,-1 1,0 1,0-1,0 1,-3 1,-8-1,1 2,-1 0,1 1,-1 1,1 1,0 0,0 2,1 0,-1 1,1 1,1 0,0 2,0 0,0 1,2 0,-1 1,1 2,-68 73,4 3,-35 56,92-120,2 1,1 0,1 2,1 0,2 1,1 0,1 1,2 1,1 0,1 3,3 0,2 0,2 0,1 0,2 0,1 0,2-1,1 1,2 0,1-1,2-1,1 0,2 0,5 7,-8-21,2-1,0-1,1 0,1-1,0-1,1 0,1-1,0 0,1-1,0-1,1-1,11 5,35 15,0-2,2-4,7-1,-73-24,32 13,1-2,0-2,0 0,1-3,0-1,1-1,-1-2,1-1,-1-2,1-1,-1-2,0-1,0-2,0-1,-1-2,0-1,-1-2,6-4,-3-5,-2-1,-1-2,-1-1,-1-1,-1-2,-2-1,0-1,-3-1,0-1,-2-1,-2-2,4-10,-8 4,-1-1,-2 0,-2-1,-3 0,-1-1,-2 0,-1 0,-3 0,-2 0,-2 0,-2 0,-2 0,-1 1,-3 0,-1 0,-5-4,9 20,0 1,-2-1,-2 2,0 0,-2 0,0 1,-2 1,-1 0,0 1,-2 1,-1 1,-1 0,0 2,-1 0,-1 2,-1 0,-11-4,12 11,-1 1,0 1,0 1,-1 1,0 2,0 0,0 1,0 2,-1 0,1 2,0 1,0 1,0 1,0 1,0 1,1 1,-5 4,-19 7,1 3,1 1,1 3,1 2,1 1,1 2,2 3,-1 3,-18 21,2 3,3 2,-44 65,-4 24</inkml:trace>
  <inkml:trace contextRef="#ctx0" brushRef="#br0" timeOffset="4183.318">1302 2240,'6'-16,"-1"0,0 1,-2-2,1 1,-2 0,0-1,-1 1,-1-1,0 1,-2-1,0 1,0 0,-4-11,3 17,-1 1,1 0,-2 0,1 1,-1-1,-1 1,1 0,-2 0,1 1,-5-5,-16-21,21 24,-1 0,0 0,-1 1,0 0,0 0,-1 1,1 0,-2 1,1 0,-1 0,0 1,-8-3,-30-9,-2 4,0 1,-16 0,18 2,-141-5,165 12,-1 2,1 1,-1 1,1 1,-1 1,1 1,0 1,0 1,1 1,0 2,0 0,0 1,2 1,-1 2,1 0,1 1,1 0,0 2,1 0,0 2,-12 15,16-10,0 1,1 0,1 1,2 1,0 0,2 0,1 1,1-1,1 2,-1 25,-2 19,-10 92,3 116,18-236,3 1,1-1,2 0,2-1,2 0,6 9,-5-21,1 0,2-1,0-1,3-1,0 0,2-1,0-1,10 6,-19-17,6 4,1 0,1-1,0-1,1-1,1 0,0-2,1-1,1-1,0-1,5 1,-12-5,0 0,0-1,1 0,-1-2,1 0,0-1,0-1,0-1,1-1,-1 0,0-1,0-2,16-3,-3-5,-1-2,0-1,-1-2,-1-1,21-15,-40 26,30-23,0-1,-2-2,-2-2,-1-1,-1-2,2-7,-26 34,-1-1,0-1,-1 1,-1-1,0-1,0 0,-1 0,-1 0,0 0,0-1,-2 0,0 0,1-12,13-187,-3 137,-4-2,-3 1,-3-59,-4 112,-2 0,0 0,-2 0,-1 1,-1-1,0 1,-2 0,-1 1,0 0,-2 0,-1 1,0 1,-2 0,-4-5,-49-43,-2 9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15:29.67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1,'0'0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15:45.24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843 148,'1'-3,"-1"-1,1 0,-1 0,0 0,-1 1,1-1,-1 0,1 0,-1 1,0-1,0 0,-1 1,1-1,-1 1,0-1,0 1,0 0,0 0,0 0,-1 0,1 0,-1 0,0 1,0-1,0 1,0 0,0 0,-1 0,1 0,0 1,-1-1,0 1,1 0,-1 0,0 0,1 1,-1-1,0 1,-1 0,-17-1,0 1,0 1,0 1,0 0,1 2,-1 1,1 1,0 0,0 2,1 0,0 1,1 1,0 1,0 1,1 1,-9 8,-1 5,2 0,1 2,1 1,2 1,1 1,1 0,1 2,2 0,2 1,1 1,1 0,-3 22,8-35,2 0,1 0,1 0,1 1,0 18,3-33,0 0,1 0,0 0,0 0,0 0,1 0,1 0,-1-1,1 1,1-1,-1 0,1 0,0 0,1 0,0-1,0 1,0-1,1 0,13 7,1-1,0-1,0-1,1-1,0 0,1-2,0 0,0-2,1 0,-1-1,1-2,0 0,0-1,5-2,277 5,-163-5,120 14,-38 17,-38-5,104-2,248-20,-285 19,455-21,-677-1,29 1,0-2,0-3,0-3,-1-3,198-47,-246 54,0 0,-1-1,1-1,-1 0,0 0,0-1,0 0,-1-1,0 0,0-1,-1 0,0 0,-1 0,1-1,-2 0,1-1,-1 1,-1-1,1-1,-2 1,1-1,-2 0,1 1,-2-2,2-5,13-48,-11 46,-1 0,0 0,-1 0,-1 0,-1-1,-1 0,-1 1,-1-16,-5 18,0 1,-1-1,-1 1,-1 1,0-1,-1 2,0-1,-1 1,-1 1,0 0,-1 1,-1 0,0 1,10 7,-28-22,-2 2,0 1,-2 1,0 3,-2 0,0 3,0 1,-2 2,-20-4,-25-3,-1 3,0 4,-1 3,-73 3,59 2,-684-44,545 27,-2 12,1 9,0 12,0 10,2 10,-27 16,64 6,-141 59,295-94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15:49.97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1 829,'39'-20,"-2"-1,0-2,-1-1,-1-2,18-19,-44 38,32-25,-1 0,-1-3,-2-1,-2-2,-2-1,-1-2,-2-1,-2-2,-2 0,3-10,-27 49,1 0,-1 0,0 0,-1 0,0 0,1-1,-1 1,-1 0,1-1,-1 1,0 0,0-1,-1-3,0 8,1 0,-1 1,1-1,-1 0,1 0,-1 1,1-1,-1 0,0 1,1-1,-1 0,0 1,0-1,0 1,1-1,-1 1,0 0,0-1,0 1,0 0,0-1,0 1,0 0,1 0,-1 0,0 0,0 0,0 0,0 0,0 0,0 1,0-1,0 0,0 0,0 1,1-1,-1 0,0 1,0-1,0 1,1 0,-1-1,0 1,0-1,1 1,-1 0,-8 7,1 1,0-1,0 1,1 0,1 1,-1 0,1 0,1 0,0 1,1 0,0 0,0 0,1 0,0 5,-6 20,2 0,1 1,2 0,2 0,1 0,2 0,4 24,11 53,25 90,-15-88,-16-77,-2 0,-2 1,-1-1,-2 1,-2 0,-1 0,-3 0,-1 0,-1-1,-3 0,-11 37,-10-10</inkml:trace>
  <inkml:trace contextRef="#ctx0" brushRef="#br0" timeOffset="467.794">389 922,'3'-7,"-1"0,2 0,-1-1,1 2,0-1,1 0,-1 1,1 0,0 0,1 0,0 1,0 0,0 0,0 0,1 1,-1 0,1 0,0 1,1 0,6-3,33-9,0 1,0 2,1 3,1 2,10 1,-53 4,0 0,1 1,-1 0,0 0,1 1,-1 0,0 0,1 0,-1 1,0 0,1 0,-1 0,0 1,0 0,0 0,0 1,0 0,-1 0,1 0,-1 0,0 1,0 0,0 0,0 1,-1-1,0 1,0 0,0 0,0 0,2 5,3 102,-9-111,0 0,0 0,0-1,0 1,0 0,0 0,0 0,0-1,0 1,0 0,1 0,-1-1,0 1,0 0,1 0,-1-1,1 1,-1 0,0-1,1 1,-1-1,1 1,0 0,-1-1,1 1,-1-1,1 1,0-1,-1 0,1 1,0-1,0 0,-1 1,1-1,0 0,0 0,-1 0,1 0,0 0,0 0,0 0,-1 0,1 0,0 0,0 0,0 0,-1 0,1-1,0 1,-1 0,1-1,0 1,0 0,-1-1,1 1,0-1,-1 1,1-1,-1 1,1-1,-1 0,1 0,39-38,-17 8,-1-1,-2-1,-1-1,11-29,-2 7,-28 56,0 0,0 0,0 1,0-1,0 0,0 0,0 0,0 0,0 0,1 0,-1 1,0-1,0 0,0 0,0 0,0 0,0 0,1 0,-1 0,0 0,0 0,0 0,0 1,0-1,1 0,-1 0,0 0,0 0,0 0,0 0,0 0,1 0,-1 0,0 0,0 0,0 0,0-1,1 1,-1 0,0 0,0 0,0 0,0 0,0 0,1 0,-1 0,0 0,0 0,0-1,0 1,1 20,-1-18,-2 11,2 0,-1 0,2 0,0-1,0 1,1 0,1 0,0-1,0 0,2 0,-1 0,2 0,-1 0,2-1,0 1,36 12,-22-21</inkml:trace>
  <inkml:trace contextRef="#ctx0" brushRef="#br0" timeOffset="821.888">1525 642,'0'0,"9"97,-8-93,0-1,0 0,1 1,-1-1,1 0,0 0,0 0,0 0,0 0,0 0,0 0,1-1,-1 1,1-1,0 0,0 0,0 0,0 0,0 0,0-1,1 1,-1-1,1 0,-1 0,4 1,-1-2,-1 1,1-1,0-1,0 1,0-1,0 0,-1 0,1 0,0-1,-1 0,1 0,-1-1,0 1,1-1,-1 0,0 0,-1-1,1 0,-1 0,4-3,0-2,1 0,-1-1,-1 1,0-2,0 1,-1-1,-1 0,0 0,2-7,1-21,-15 48,4-4,1 1,-1 0,1 0,1-1,-1 1,1 0,0 0,0 0,1 1,0-1,0 0,0 0,1 0,0 0,0 0,0 0,1 0,0 0,0-1,1 1,0-1,-1 1,2-1,-1 0,1 0,-1 0,1-1,1 1,2 2,1-4,1 0,-1 0,1-1,0 0,-1 0,1-1,0 0,0-1,3 0,38 0</inkml:trace>
  <inkml:trace contextRef="#ctx0" brushRef="#br0" timeOffset="1382.947">2340 602,'-9'-1,"1"1,-1 0,0 0,0 1,0 0,0 1,0 0,1 0,-1 1,1 0,0 0,-1 1,1 0,1 1,-1-1,1 2,0-1,-5 5,11-8,-1-1,1 0,0 1,0-1,0 1,0-1,0 1,0 0,1-1,-1 1,0 0,1-1,-1 1,1 0,0 0,-1 0,1-1,0 1,0 0,0 0,1 0,-1 0,0-1,1 1,-1 0,1 0,0-1,-1 1,1 0,0-1,0 1,0-1,0 1,0-1,0 1,1-1,-1 0,0 0,1 0,-1 1,1-1,0 0,76 28,-57-27,1-1,0-1,-1 0,1-2,-1 0,1-2,-1 0,0-2,-1 0,1-1,-1-1,0-1,-1-1,0 0,-1-2,0 0,-1-1,0-1,8-9,-12 9,-1-2,0 1,-1-2,-1 1,-1-1,0-1,-1 0,-1 0,-1 0,-1-1,0 0,-1 0,-1-6,1-11,-1 0,-2 0,-2 0,-1 0,-2 0,-6-26,-18-18,28 79,-1 0,1 1,-1-1,1 1,-1-1,0 1,1 0,-1-1,0 1,1 0,-1-1,0 1,1 0,-1 0,0-1,1 1,-1 0,0 0,0 0,1 0,-1 0,0 0,0 0,1 0,-1 0,0 1,0-1,1 0,-1 0,0 1,1-1,-1 0,0 1,1-1,-1 1,1-1,-1 1,1-1,-1 1,1-1,-1 1,1-1,-1 1,1 0,-1-1,1 1,0 0,0-1,-1 1,1 0,0 0,0-1,0 1,0 0,0 0,-8 19,0 0,2 0,1 1,0 0,1 0,0 20,3-33,-6 54,4 1,1 0,4-1,2 1,3-1,13 50,-18-99,1 0,0 0,0-1,2 1,0-1,0 0,1 0,0-1,1 1,0-2,1 1,0-1,2 1,-8-10,0 1,0-1,1 1,-1-1,0 0,1 0,-1 0,1 0,0-1,-1 1,1-1,0 0,-1 1,1-1,0 0,-1-1,1 1,0 0,-1-1,1 1,-1-1,1 0,-1 0,1 0,-1 0,1 0,-1-1,0 1,0-1,0 0,1 0,58-61,-39 31,-2-2,-1 0,-1-1,6-20,-1 3,-20 75,-4-19,-1 24,0-7,0 0,1 0,1 0,1 0,1 0,2 5,-3-23,-1-1,1 1,0 0,0-1,0 1,0 0,0-1,0 1,1-1,0 0,-1 1,1-1,0 0,0 0,0 0,0 0,0-1,0 1,1 0,-1-1,1 0,-1 1,1-1,-1 0,1 0,0-1,-1 1,1 0,0-1,0 0,0 0,-1 0,1 0,0 0,0 0,0-1,0 1,24-9</inkml:trace>
  <inkml:trace contextRef="#ctx0" brushRef="#br0" timeOffset="1633.388">3183 361,'-18'-5,"-13"-1,-11-2,-6 1,4 1</inkml:trace>
  <inkml:trace contextRef="#ctx0" brushRef="#br0" timeOffset="1801.453">2434 187,'25'-7,"24"-6,25-4,19 1,15 4,3 3,-18 3</inkml:trace>
  <inkml:trace contextRef="#ctx0" brushRef="#br0" timeOffset="2136.61">3196 762,'14'-5,"-1"-1,0 0,0-1,-1 0,1-1,-2 0,1-1,-1-1,-1 1,0-2,0 1,-1-1,0-1,-1 0,0 0,-1-1,0 1,-1-2,-1 1,0-1,1-6,-5 18,0 0,0 0,-1 1,1-1,-1 0,1 0,-1 0,1 0,-1 0,0 0,0 0,0 0,0-1,-1 1,1 0,0 0,-1 0,1 0,-1 1,0-1,0 0,0 0,0 0,0 0,0 1,0-1,0 1,-1-1,1 1,-1-1,1 1,-1 0,1-1,-1 1,0 0,0 0,1 0,-1 1,0-1,0 0,0 1,0-1,0 1,0 0,0-1,-1 1,-3 4,0-1,0 1,1 0,-1 0,1 1,0 0,0 0,1 0,0 0,0 1,0 0,0 0,1 0,0 0,0 0,0 1,1-1,0 1,1 0,-1-1,1 1,0 0,1 0,0 2,0-2,0-1,1 0,-1 0,1 1,1-1,-1 0,1 0,0 0,0 0,1-1,0 1,0 0,0-1,1 0,0 0,0 0,0 0,0-1,1 0,0 1,0-2,0 1,0 0,0-1,1 0,0-1,-1 1,1-1,0 0,0 0,1-1,1 1,4 0,-1 0,1 0,-1-1,0-1,1 0,0-1,-1 0,0 0,1-1,-1-1,0 0,0 0,0-1,-1-1,1 0,-1 0,0-1,0 0,-1-1,0 0,0 0,-1-1,0-1,0 1,-1-1,0 0,0-1,4-8,33-81,-47 152,1-35,0-5,0 0,1-1,0 1,1 0,1 0,0 0,0 0,1 0,1-1,0 1,1-1,23 10,-13-22</inkml:trace>
  <inkml:trace contextRef="#ctx0" brushRef="#br0" timeOffset="2299.382">3851 107,'-16'-7,"-7"-2,-5 3,1 4,4 3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15:46.32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1 237,'10'55,"4"0,1-2,3 0,2 0,3-2,23 38,-40-76,2-1,-1-1,1 1,1-1,0-1,1 1,0-2,0 1,1-1,0-1,3 1,-11-7,0-1,0 1,0-1,0 0,0 0,0 0,0-1,1 1,-1-1,0 1,0-1,1 0,-1-1,0 1,0 0,1-1,-1 0,0 0,0 0,0 0,0 0,0-1,0 1,0-1,-1 0,1 0,0 0,-1 0,0 0,1 0,1-3,3-4,-1 0,0 0,0 0,-1-1,0 0,0 0,-1 0,2-11,3-22,-2-1,-2 0,-2 0,-1 0,-3-1,-2 1,-1 0,-3 0,-3-8,37 102,0-6,2 0</inkml:trace>
  <inkml:trace contextRef="#ctx0" brushRef="#br0" timeOffset="795.622">855 585,'-14'-7,"-2"0,1 1,-1 0,0 1,0 1,0 1,-9-1,20 3,0 1,-1 0,1 0,0 0,0 0,-1 1,1 0,0 0,0 0,0 1,0 0,0 0,0 0,1 1,-1-1,1 1,-1 0,1 0,0 1,0-1,1 1,-1 0,1 0,-1 0,1 1,0-1,-1 1,1 0,0-1,1 1,-1 0,1 1,0-1,0 0,1 0,-1 1,1-1,0 1,1 0,-1-1,1 1,0-1,1 1,-1 0,1-1,0 1,1-1,-1 0,1 1,0-1,1 0,-1 0,1 0,0 0,0-1,0 1,1-1,-1 1,1-1,0-1,5 4,-6-5,1-1,-1 1,1-1,0 0,-1-1,1 1,0-1,0 1,0-1,-1 0,1 0,0-1,0 1,-1-1,1 0,0 0,-1 0,1-1,-1 1,1-1,-1 0,0 0,1 0,-1 0,0 0,0-1,-1 1,1-1,2-2,4-6,-1 1,0-1,0 0,-1-1,0 0,-1 0,4-10,-7 13,6-9,0 31,-8-4,1 0,0 1,1-1,0 0,1-1,0 1,0 0,1-1,0 0,0 0,1-1,0 1,0-1,1 0,0-1,0 0,5 4,-10-9,0-1,0 1,0-1,1 1,-1-1,0 0,0 0,0 1,0-2,0 1,1 0,-1 0,0-1,0 1,0-1,0 1,0-1,0 0,0 0,0 0,0 0,-1 0,1-1,0 1,0-1,-1 1,1-1,-1 1,0-1,1 0,-1 1,0-1,0 0,0 0,0-1,27-73,-16-125,-12 200,0 0,-1-1,1 1,0-1,0 1,0 0,0-1,1 1,-1-1,0 1,0 0,1-1,-1 1,1 0,0-1,-1 1,1 0,0 0,-1 0,1 0,0-1,0 1,0 0,0 0,0 1,0-1,1 0,-1 0,0 0,0 1,0-1,1 1,-1-1,0 1,1-1,-1 1,1 0,-1 0,0 0,2-1,135 34,-129-31,0-1,0 2,0-1,0 1,-1 0,1 1,-1 0,0 0,0 1,0 0,0 0,-1 1,0 0,0 0,-1 1,0-1,0 2,0-1,-1 1,0-1,0 1,2 7,1 32,-9-43,1 1,0-1,0 0,0 0,0 0,1 1,-1-1,1 0,0 0,0 0,1 0,-1 0,1 0,0-1,0 1,0 0,1-1,-1 1,1-1,0 0,0 0,0 0,0 0,0-1,1 1,-1-1,1 0,0 0,-1 0,1-1,0 1,0-1,0 0,1 0,4-2,1-1,0 0,0 0,-1-1,1-1,-1 1,0-1,0-1,-1 0,1 0,-1-1,0 0,-1 0,1-1,-1 0,0 0,-1-1,3-4,1 1,-1-1,0-1,-1 1,-1-1,0-1,0 1,-2-1,1 0,-2 0,0-1,-1 0,2-11,-8 48,2 0,0 0,1 1,1-1,2 0,0 0,1 0,1 0,3 7,-5-24,-1 0,1-1,0 1,0-1,1 0,-1 0,1 0,0 0,0 0,0-1,1 1,1 0,21 10</inkml:trace>
  <inkml:trace contextRef="#ctx0" brushRef="#br0" timeOffset="1057.009">1818 158,'-6'15,"6"13,12 6,5-3</inkml:trace>
  <inkml:trace contextRef="#ctx0" brushRef="#br0" timeOffset="1937.176">2299 572,'-173'-109,"170"107,0 0,-1 0,1 0,0 0,-1 1,1-1,-1 1,1 0,-1 0,0 0,1 0,-1 1,0 0,1-1,-1 1,0 1,0-1,1 0,-1 1,0 0,1 0,-1 0,1 0,-1 1,1-1,-1 1,1 0,0 0,0 0,0 0,0 1,0-1,-1 2,-1 5,1 0,-1 1,1-1,1 1,0-1,0 1,1 0,0 0,1 1,0-1,0 0,1 0,1 0,0 1,0-1,1 0,1 2,-3-10,0 1,1 0,0 0,-1-1,1 1,0 0,1-1,-1 1,0-1,1 1,-1-1,1 0,0 1,0-1,0 0,0 0,0 0,0-1,1 1,-1 0,0-1,1 0,-1 1,1-1,0 0,-1 0,1-1,0 1,0 0,0-1,-1 0,1 0,0 0,0 0,0 0,0 0,-1-1,1 1,0-1,0 0,-1 0,1 0,0 0,-1 0,2-2,5-4,-1-1,-1-1,1 0,-1 0,-1 0,0 0,0-1,-1 0,0-1,-1 1,0-1,-1 1,0-1,0 0,-1-1,-1 1,0 0,0-1,-1-2,-3 34,2 1,0-1,2 0,0 1,1-1,1 0,1 0,1 0,1 0,0-1,2 0,3 7,-9-24,-1 1,1-1,0 0,0 0,0 0,0-1,0 1,0 0,1-1,-1 0,1 1,-1-1,1 0,-1 0,1 0,-1-1,1 1,0 0,-1-1,1 0,0 0,0 0,-1 0,1 0,0 0,0-1,-1 1,1-1,0 0,-1 0,1 0,-1 0,1 0,-1-1,0 1,1-1,-1 1,0-1,0 0,0 0,0 0,-1 0,2-1,10-13,-1-1,0-1,-1 0,-1 0,-1-1,0-1,-1 1,-2-1,0-1,2-10,13-62,-3-1,-4-1,-4-7,-7 17,-3 85,-1 1,1-1,0 0,0 0,-1 0,1 0,0 1,-1-1,1 0,0 0,-1 0,1 0,0 0,-1 0,1 0,0 0,-1 0,1 0,0 0,-1 0,1 0,0 0,-1 0,1 0,0 0,-1-1,1 1,0 0,-1 0,1 0,0 0,0-1,-1 1,1 0,0 0,0-1,-1 1,1 0,0 0,0-1,0 1,0 0,-1-1,1 1,0 0,0-1,0 1,0 0,0-1,0 1,0 0,0-1,0 1,0 0,0-1,-6 16,0-1,1 1,0 0,2 1,0-1,-1 15,2-17,-3 10,1 0,1 0,1 1,1-1,2 0,0 1,1-1,2 0,0 0,1 0,1-1,2 1,0-1,6 10,-12-28,0-1,-1 0,2 1,-1-1,0 0,1 0,-1 0,1 0,0-1,0 1,0-1,0 0,0 0,0 0,1 0,-1 0,1-1,0 1,-1-1,1 0,0 0,0-1,-1 1,1-1,0 0,0 0,0 0,0 0,-1-1,1 1,0-1,0 0,-1 0,1-1,0 1,-1-1,1 1,1-3,67-66,-34 27,-37 42,-1 0,1 0,0 1,0-1,0 0,0 0,0 0,0 1,0-1,0 0,0 1,0-1,0 1,0-1,1 1,-1 0,0 0,0-1,0 1,1 0,-1 0,0 0,0 0,1 0,-1 0,0 1,0-1,0 0,1 1,-1-1,0 1,0-1,0 1,0-1,0 1,0 0,0-1,0 1,0 0,0 0,0 0,0 0,-1 0,1 0,0 0,-1 0,1 0,-1 0,1 0,-1 1,1-1,-1 0,0 0,0 0,0 1,1 0,4 13,0 1,0 0,-2 0,0 1,0-1,-2 1,0-1,-1 1,-1 0,0-1,-4 16,5-30,0-1,0 1,0 0,-1 0,1 0,0-1,-1 1,0 0,1-1,-1 1,0 0,0-1,0 1,0-1,0 1,0-1,0 0,0 1,-1-1,1 0,-1 0,1 0,-1 0,1 0,-1 0,1 0,-1-1,0 1,1 0,-1-1,0 0,0 1,0-1,1 0,-1 0,0 0,0 0,0 0,1 0,-1-1,0 1,-1-1,-2-4,0-1,0 0,1 0,0-1,0 1,0-1,1 0,0 0,0 0,1 0,0-1,0 1,1-1,0 1,0-1,1 0,0-1,0 0,0 1,1-1,0 1,1 0,0-1,0 1,0 0,1 0,1 0,-1 0,1 1,1-1,-1 1,1 0,1 0,-1 1,1 0,0 0,0 0,1 1,0-1,0 2,0-1,0 1,1 0,0 0,0 1,0 0,0 1,0 0,1 0,2 0,2-1,1 1,0 0,0 0,0 2,0 0,0 0,5 2,-15-1,1-1,-1 1,0 1,0-1,1 0,-1 1,0 0,0 0,0 0,0 0,-1 1,1 0,-1 0,0 0,1 0,-1 0,0 0,-1 1,1-1,-1 1,1 0,-1 0,0 0,0 3,2 6,-1 0,-1 0,0 0,-1 1,-1-1,0 0,-2 12,1 14,1-38,0-1,0 1,0 0,-1-1,1 1,0 0,0 0,0-1,0 1,0 0,0 0,0-1,0 1,0 0,0 0,0-1,0 1,1 0,-1-1,0 1,0 0,1-1,-1 1,1 0,-1-1,0 1,1 0,-1-1,1 1,0-1,-1 1,1-1,-1 1,1-1,0 0,-1 1,1-1,0 0,-1 0,1 1,0-1,0 0,-1 0,8-5</inkml:trace>
  <inkml:trace contextRef="#ctx0" brushRef="#br0" timeOffset="2180.042">2967 130,'14'19,"14"12,1 1</inkml:trace>
  <inkml:trace contextRef="#ctx0" brushRef="#br0" timeOffset="2987.398">3355 452,'14'-20,"-1"0,-1 0,-1-1,-2-1,1 0,-2 0,-1 0,-1-1,-1 0,-1-1,-1 1,-1-1,0 17,-1-1,0 1,0-1,-1 1,0-1,0 1,-1-1,1 1,-2 0,1-1,-1 1,0 0,-1 0,0 0,0 0,0 0,-1 1,0-1,-1 1,4 5,-1 0,0 0,0 0,0 0,0 0,0 1,0-1,0 1,0-1,-1 1,1 0,0 0,0 0,0 0,0 0,0 1,0-1,0 0,0 1,-1 0,1-1,1 1,-1 0,0 0,0 0,0 0,0 1,1-1,-1 0,1 1,-1-1,0 1,-46 55,37-40,1 1,1-1,0 2,2-1,0 1,1 0,1 1,0-1,2 1,0 0,1 0,1 0,1 0,1 1,1-1,1-1,0 1,2 0,1 5,-2-16,-1-1,1 0,1 1,0-1,0-1,0 1,1-1,0 0,1 0,-1 0,1-1,0 0,1-1,0 0,0 0,0 0,0-1,1 0,-1-1,1 0,0 0,0-1,0 0,0 0,1-1,-1-1,0 0,0 0,1 0,-1-1,0-1,0 1,0-1,0-1,6-2,-5-1,0 0,0 0,-1-1,0 0,0 0,-1-1,0 0,0-1,-1 0,0 0,-1-1,0 0,0 0,-1 0,0 0,-1-1,0 0,-1 0,0 0,-1 0,0-1,0-7,-2 18,0-1,0 1,0 0,0 0,0 0,0 0,-1-1,1 1,0 0,0 0,-1 0,1 0,-1 0,1 0,-1 0,0 0,1 0,-1 0,0 0,0 0,1 1,-1-1,0 0,0 0,0 1,0-1,0 1,0-1,0 1,0-1,0 1,0-1,-1 1,1 0,0 0,0 0,0-1,0 1,0 0,-1 1,1-1,0 0,0 0,0 0,0 1,0-1,-1 0,1 1,0-1,0 1,0 0,0-1,0 1,1 0,-1-1,0 1,0 0,0 0,1 0,-1 0,0 0,1 0,-1 0,0 0,1 0,-1 1,-3 1,1 1,-1 0,1 0,0 0,0 1,0-1,1 1,-1-1,1 1,0 0,1 0,-1 0,1 0,0 0,0 0,0 1,1-1,0 0,0 0,0 0,1 1,0-1,0 0,0 0,0 0,1 0,0 0,0 0,0 0,1-1,-1 1,1-1,2 2,5 1,1-1,-1 0,1-1,1 0,-1-1,1 0,-1 0,1-2,0 1,1-2,-1 1,0-2,0 1,12-3,4 2,-1-1,1-2,-1-1,0-1,0-1,0-2,-1 0,0-2,14-7,-25 9,0 0,0 0,-1-2,0 0,-1 0,0-1,-1-1,0 0,-1-1,0 0,-1 0,-1-1,0-1,-1 0,0 0,0-4,-2 7,-2-1,0 0,0 0,-1-1,0 1,-2 0,1-1,-2 0,0 1,0-1,-1 1,-1-1,0 1,-1 0,-1-1,0 1,0 1,-1-1,-1 1,-2-4,6 13,-1 0,1 0,-1 0,0 0,0 0,0 1,0-1,0 1,-1 0,1 0,0 0,-1 0,0 1,1-1,-1 1,0 0,0 0,0 0,0 1,0-1,0 1,0 0,0 0,0 1,0-1,0 1,1 0,-1 0,0 0,0 0,1 1,-1-1,0 1,1 0,-2 1,-5 6,0-1,1 1,0 1,0 0,1 0,0 1,1 0,0 0,1 0,0 1,1 0,1 1,-1-1,2 1,0-1,0 1,1 0,1 0,0 0,1 0,0 1,1-1,1 0,0 0,1-1,0 1,1 0,0-1,1 0,0 0,1 0,0 0,0-2,0-1,0 1,1-1,0 0,1 0,-1-1,2 0,-1-1,1 0,0 0,1-1,0 0,0 0,0-1,0 0,1-1,0-1,0 1,0-2,0 0,0 0,1-1,-1 0,0-1,1 0,-1-1,0 0,1-1,-1 0,0 0,0-2,6-2,-7 2,0-1,-1-1,0 1,-1-2,1 1,-1-1,0 0,-1-1,1 0,-2 0,1 0,-1-1,0 0,-1 0,0-1,-1 1,3-9,-2-2,-19 41,12-16,1 0,-1 1,1-1,0 1,1-1,-1 1,1-1,0 1,0 0,1-1,0 1,0-1,0 1,0-1,1 0,0 0,0 1,1-1,-1 0,1-1,0 1,0 0,1-1,-1 0,1 0,0 0,3 2,6 0,1 0,0-1,0-1,0 0,0-1,1-1,0 0,-1 0,1-2,0 0,-1-1,1 0,4-2,87-24,-69 9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16:01.72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685 175,'-7'-2,"0"1,0 0,0 1,0-1,0 1,0 1,0-1,0 1,0 0,0 1,0 0,0 0,1 0,-1 1,1 0,0 0,0 1,0-1,0 2,0-1,1 0,0 1,0 0,0 0,0 2,-15 20,1 1,2 0,1 2,1 0,2 1,1 0,1 1,2 0,1 1,1 0,2 0,1 13,-15 149,8 1,9 0,10 26,4 73,13-1,44 183,-59-418,2-1,3-1,2 0,3-2,2 0,3-1,9 12,-28-56,0 0,0 0,1 0,1-1,0 0,0-1,1 0,0 0,0 0,1-1,0-1,0 0,0 0,1-1,0 0,0-1,0 0,0-1,1 0,0-1,-1 0,1-1,0 0,0-1,7-1,8-6,0-1,-1-1,0-2,-1 0,0-2,-1 0,0-2,-1-1,-1-1,0 0,-2-2,0-1,2-3,22-20,-3-3,-1-1,-3-2,-1-1,-3-2,-2-2,-3 0,-2-2,-2-1,-3-1,-2-1,3-29,0-39,-6 0,-5-1,-6-1,-6 1,-5-1,-6 1,-7-7,4 37,-5 0,-3 2,-5 1,-4 1,-9-10,21 59,-2 0,-2 1,-2 2,-1 0,-3 2,-1 1,-2 2,-1 1,-2 1,-2 2,-6-2,20 18,-1 1,0 1,-1 1,-1 1,0 1,-1 2,-9-2,21 7,1 2,-1 0,1 1,-1 1,0 0,0 1,1 0,-1 2,0 0,1 1,-1 0,1 1,0 1,-9 4,-4 6,1 2,1 1,0 2,2 0,0 1,1 2,1 0,1 1,2 2,0 0,2 1,1 0,0 2,-47 90,4 2,6 3,-29 104,19-35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15:55.87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1088 202,'-3'-5,"-1"-3,0 1,-1-1,0 1,0 0,-1 0,1 0,-2 1,1 0,-1 0,0 0,0 1,0 0,-1 1,1 0,-1 0,0 0,-1 1,-2-1,-9 3,-1 0,0 2,1 0,-1 1,0 1,1 1,0 1,0 0,0 2,1 0,0 2,0 0,-2 2,-3 1,0 0,0 2,1 0,1 2,1 0,0 2,1 0,1 1,0 1,2 1,1 1,0 0,1 1,2 0,0 1,0 6,-13 43,3 2,4 1,0 14,-16 67,-46 120,40-149,5 2,7 1,1 30,18-89,3 1,4-1,3 1,3 0,3-1,4 0,2 0,4-1,2-1,4 0,29 62,-45-117,1 0,1 0,0-1,1 0,1 0,0-1,1-1,0 0,1 0,0-1,0 0,2-1,-1-1,1 0,0-1,1 0,0-1,13 3,-7-5,1-2,-1 0,1-2,0 0,0-1,0-2,0 0,-1-1,1-1,18-6,7-5,-1-2,-1-2,0-2,12-9,-20 10,-2-1,0-2,-2-1,0-1,-2-2,-1-2,-1-1,-1-1,-2-1,1-4,2-11,-3-1,-1-1,-3-1,-2-1,-2-1,2-19,20-98,2-58,-41 221,39-228,-10-2,-2-190,-28 375,-3 1,-1-1,-3 1,-2 0,-2 0,-2 1,-10-21,14 46,-1 2,-1-1,-1 1,0 1,-2 0,-1 1,0 0,-1 2,-1-1,-1 2,-1 1,0 0,-1 1,-1 1,0 1,-3 0,4 4,-1 1,1 1,-1 2,-1 0,1 1,-1 0,0 2,1 1,-1 1,0 1,0 0,1 2,-1 0,1 2,-1 0,2 2,-1 0,1 1,0 1,0 1,-7 6,-25 15,2 2,2 3,1 1,2 3,1 1,3 3,-8 11,-43 58</inkml:trace>
  <inkml:trace contextRef="#ctx0" brushRef="#br0" timeOffset="898.877">2105 496,'2'23,"1"21,0 16,-3 10,-4 7,-3-4,-3-7,-2-14,1-17</inkml:trace>
  <inkml:trace contextRef="#ctx0" brushRef="#br0" timeOffset="1149.206">2091 1,'13'14,"19"11,15 6,11 2,-5-4</inkml:trace>
  <inkml:trace contextRef="#ctx0" brushRef="#br0" timeOffset="1716.232">2452 522,'-5'19,"1"0,0 0,1 0,1 0,1 0,1 1,0-1,2 0,0 0,1 0,1 0,1 0,5 13,35 76,-44-107,-1 0,1-1,0 1,1-1,-1 1,0-1,0 0,0 1,0-1,0 0,0 0,0 0,0 0,1 0,-1 0,0 0,0 0,0 0,0 0,0-1,0 1,0 0,1-1,-1 1,0-1,0 1,0-1,-1 0,1 1,0-1,0 0,0 0,0 0,-1 1,1-1,0 0,-1 0,1 0,-1 0,1 0,-1 0,1 0,-1-1,0 1,1 0,-1 0,0 0,0 0,0 0,0-1,2-2,124-247,-126 251,17-23,-17 23,0 0,0-1,1 1,-1 0,0 0,1 0,-1-1,0 1,1 0,-1 0,0 0,1-1,-1 1,1 0,-1 0,0 0,1 0,-1 0,1 0,-1 0,0 0,1 0,-1 0,0 0,1 0,-1 0,1 0,-1 1,0-1,1 0,-1 0,0 0,1 0,-1 1,0-1,1 0,-1 0,0 1,1-1,-1 0,0 1,0-1,0 0,1 1,-1-1,0 0,0 1,0-1,0 0,1 1,-1-1,0 1,0-1,0 0,0 1,0-1,0 1,0-1,0 0,0 1,0-1,-1 1,8 90,-8-82,0 1,1-1,0 0,0 1,1-1,0 1,1-1,0 0,0 0,1 1,0-2,1 1,0 0,0-1,1 0,0 0,0 0,1 0,0-1,3 3,-1-6,1-1,-1 1,1-1,-1-1,1 0,0 0,0-1,0 0,0 0,1-1,-1 0,0-1,0 0,0 0,0-1,0 0,-1-1,1 0,0 0,-1-1,0 0,0 0,0-1,-1 0,1-1,-1 0,1-1,8-7,-1 0,-1-1,0 0,-1-1,-1-1,-1 0,0 0,-1-1,-1-1,0 0,-2 0,0 0,-1-1,2-13,4-30,-3-1,-2-1,-3 1,-3-3,-7-163,3 212,-4 35,11 274,3 152,-7-423,0-8,-1 0,2-1,-1 1,2 0,0 0,0-1,1 0,0 1,1-1,4 9,-6-18,-1 0,0 0,0 0,1-1,-1 1,1 0,-1-1,1 1,0-1,0 1,0-1,0 0,0 0,0 0,0 0,0 0,0-1,0 1,0 0,0-1,1 0,-1 1,0-1,1 0,-1 0,0 0,0-1,1 1,-1 0,0-1,0 0,0 1,0-1,0 0,0 0,1-1,22-12</inkml:trace>
  <inkml:trace contextRef="#ctx0" brushRef="#br0" timeOffset="1966.091">3040 202,'12'0,"21"2,26 4,26 2,14 4,3 8,-10 7,-21-2</inkml:trace>
  <inkml:trace contextRef="#ctx0" brushRef="#br0" timeOffset="2317.729">3455 857,'18'-27,"-1"-1,-1 0,-1-1,-2-1,-1 0,-1 0,-2-2,-1 1,-1-1,-2 0,2-32,-7 64,0 0,0-1,0 1,1 0,-1 0,0-1,0 1,1 0,-1 0,0-1,0 1,1 0,-1 0,0 0,1 0,-1 0,0-1,1 1,-1 0,0 0,1 0,-1 0,0 0,1 0,-1 0,0 0,1 0,-1 0,0 0,1 0,-1 0,0 1,0-1,1 0,-1 0,0 0,1 0,-1 0,0 1,0-1,1 0,-1 0,0 1,0-1,1 0,-1 0,0 1,0-1,0 0,0 1,1-1,-1 0,0 0,0 1,0-1,0 0,0 1,0-1,0 0,0 1,0-1,0 0,0 1,0-1,0 1,5 5,5 1,0 1,0-2,1 1,-1-2,1 1,1-1,-1-1,5 1,68 35,-81-38,-1 0,0 0,1 0,-1 1,0-1,0 1,0-1,0 1,0 0,-1-1,1 1,-1 0,0 0,0 0,0 0,0 1,0-1,-1 0,0 0,1 0,-1 1,0-1,0 0,-1 0,0 3,-29 81,18-59,11-27,-7 17,1 1,1 0,0 0,2 0,-2 14,5-29,1 1,-1-1,1 0,0 0,1 1,-1-1,1 0,0 0,0 0,0 1,0-1,1 0,0-1,-1 1,1 0,1 0,-1-1,1 1,-1-1,1 0,0 0,0 0,0 0,1 0,-1-1,1 1,-1-1,1 0,2 1,13 3,1 0,-1-1,1-1,0-1,0 0,0-2,1 0,-1-2,0 0,19-4,9-1</inkml:trace>
  <inkml:trace contextRef="#ctx0" brushRef="#br0" timeOffset="3449.223">1837 2046,'108'-220,"-54"103,-54 116,0 0,0 0,0 0,1 0,-1 1,0-1,1 0,-1 0,0 0,1 1,-1-1,1 0,0 1,-1-1,1 0,-1 1,1-1,0 1,-1-1,1 1,0-1,0 1,-1 0,1-1,0 1,0 0,0-1,0 1,-1 0,1 0,0 0,0 0,0 0,0 0,0 0,0 0,-1 0,1 0,0 1,0-1,0 0,0 0,-1 1,1-1,0 1,0-1,-1 1,1-1,0 1,-1-1,1 1,0 0,-1-1,1 1,-1 0,1-1,-1 1,0 0,1 0,-1-1,0 1,1 0,-1 0,15 32,-1 0,-2 0,-1 1,0 12,-8-35,1-2,-2 0,1 0,-1 1,-1-1,1 0,-2 1,1-1,-1 1,-1 0,0-1,0 0,-3 9,4-17,-1 0,0 0,1 0,-1 0,0 0,0 0,0-1,0 1,0 0,0 0,0-1,0 1,0-1,0 1,0-1,-1 0,1 1,0-1,0 0,0 0,-1 1,1-1,0 0,0 0,0-1,-1 1,1 0,0 0,0-1,0 1,-1 0,1-1,0 1,0-1,0 1,0-1,0 0,0 0,0 1,0-1,0 0,1 0,-1 0,0 0,0 0,1 0,-1 0,1 0,-1 0,1 0,-1 0,1-1,-1 1,1 0,0 0,0 0,0-1,0 1,0 0,0 0,0-1,-2-3,0-1,1 1,0-1,0 1,0-1,1 1,0-1,0 0,0 1,1-1,-1 0,1 1,1-1,-1 1,1 0,0-1,0 1,1 0,-1 0,1 0,0 0,1 1,-1-1,1 1,0 0,0 0,0 0,0 1,1-1,-1 1,1 0,0 0,0 1,0-1,1 1,-1 0,0 1,4-1,77-5,29-6,-111 12,1-1,0 1,-1-1,1 0,-1-1,0 1,0-1,0 1,0-1,0-1,-1 1,1 0,-1-1,0 0,0 0,0 0,0 0,-1 0,0 0,0-1,1 0,-2 2,0 1,0 0,-1-1,1 1,0-1,-1 1,0-1,1 1,-1-1,0 1,0-1,-1 1,1 0,0-1,-1 1,0-1,1 1,-1-1,0 1,0 0,0 0,-1-1,1 1,0 0,-1 0,0 0,1 1,-1-1,0 0,0 1,0-1,0 1,0-1,0 1,0 0,-1 0,1 0,0 0,-1 0,1 1,-1-1,1 1,-1-1,1 1,-1 0,1 0,-1 0,1 0,-1 1,0-1,-1 1,0 0,0 0,0 0,0 1,0-1,0 1,1 0,-1 0,0 0,1 0,0 1,0 0,0-1,0 1,0 0,0 1,1-1,-1 0,1 1,0-1,0 1,0 0,1 0,-1-1,1 1,0 0,0 0,0 0,1 1,-1-1,1 0,0 0,0 0,1 0,-1 0,1 0,0 0,0 0,0 0,1 0,-1 0,1 0,0-1,0 1,0 0,0-1,1 0,0 0,-1 0,1 0,0 0,2 1,5 3,0-1,0 0,1 0,-1-1,1-1,1 0,-1 0,1-1,-1 0,1-1,0-1,0 1,0-2,0 0,0 0,0-1,-1-1,1 0,0-1,8-2,-7 0,-1 0,1 0,-1-1,-1-1,1 0,-1-1,-1 0,1 0,-1-1,-1-1,1 0,-2 0,1 0,-2-1,1-1,-1 1,-1-1,4-11,3-10,-1-1,-2 0,-1-1,-2 0,-1 0,0-19,-3-56,-14 77,10 33,0 0,0 0,0 0,0 0,0 0,0 0,0 0,0 1,0-1,0 0,0 0,1 1,-1-1,0 1,0-1,0 1,0-1,0 1,1-1,-1 1,0 0,0-1,1 1,-1 0,0 0,1-1,-1 1,1 0,-1 0,1 0,0 0,-1 0,-14 23,0 2,2-1,1 2,1-1,1 2,2-1,-6 29,9-34,1-1,1 1,1 0,1 0,1 1,1-1,3 13,-3-26,1 1,0-1,0 0,1 0,0 0,1 0,0 0,1-1,0 0,0 0,0 0,1 0,0-1,1 0,0 0,0-1,0 0,6 4,-4-5,0 0,0-1,1 0,-1 0,1-1,0 0,0 0,0-1,1-1,-1 0,0 0,0-1,1 0,-1-1,0 0,1-1,-1 0,0-1,0 0,-1 0,1-1,-1 0,1-1,4-3,-2 1,-2 0,1 0,-1-1,0 0,-1-1,0 0,0-1,-1 0,0 0,-1 0,0-1,-1 0,0-1,0 0,-2 0,1 0,-2 0,1 0,0-9,-3 20,-1-1,1 0,-1 1,1-1,-1 0,0 0,1 0,-1 1,0-1,0 0,0 0,-1 0,1 1,0-1,-1 0,1 0,-1 1,1-1,-1 0,0 1,0-1,0 0,0 1,0-1,0 1,0 0,0-1,-1 1,1 0,0 0,-1 0,1 0,-1 0,1 0,-1 0,0 0,1 1,-1-1,0 1,0-1,1 1,-1-1,0 1,0 0,0 0,1 0,-1 0,0 0,0 1,0-1,1 0,-2 1,-4 2,-1 0,1 0,1 1,-1 0,1 0,-1 0,1 1,0 0,1 0,-1 1,1 0,0 0,1 0,-1 0,1 1,0-1,1 1,0 0,0 0,0 1,1-1,0 0,0 1,1-1,0 1,0 0,1 3,3-5,0 0,0-1,1 1,-1-1,1 0,0 0,1-1,-1 1,1-1,0 0,0 0,0 0,1-1,-1 0,1 0,0 0,0-1,0 0,0 0,0-1,0 1,1-1,-1 0,0-1,4 0,41 8</inkml:trace>
  <inkml:trace contextRef="#ctx0" brushRef="#br0" timeOffset="4063.847">3455 1726,'-7'1,"0"0,0 1,0 0,0 1,0-1,1 1,-1 0,1 1,0-1,0 1,0 1,1-1,-1 1,1 0,0 0,1 0,-1 1,1 0,0 0,0 0,-1 4,4-7,0-1,1 1,0-1,-1 1,1 0,0-1,0 1,1 0,-1-1,0 1,1-1,0 1,0 0,-1-1,1 0,1 1,-1-1,0 0,0 1,1-1,0 0,-1 0,1 0,0 0,0 0,0-1,0 1,0-1,0 1,1-1,-1 0,0 1,1-1,87 26,-73-24,0-1,0-1,1 0,-1-2,0 0,0 0,0-2,-1 0,1-1,0-1,-1 0,0-2,-1 1,1-2,-1 0,-1-1,1 0,-1-1,-1-1,0 0,-1-1,0 0,0-1,-2 0,9-13,-8-4,-1-1,-1 0,-1 0,-2-1,-1 1,-2-1,-1 0,-2 0,0-1,-3-3,3 22,-9-147,0 139,-2 28,-8 36,4 11,3 1,2 0,2 0,3 0,2 1,3 0,4 33,-4-73,1-1,0 0,1 0,0 0,1 0,1 0,1 0,-1-1,2 1,0-1,1-1,0 1,0-1,2-1,-1 1,8 6,-12-15,1-1,-1 1,1-1,-1 0,1 0,0 0,0 0,0-1,0 0,0 0,1-1,-1 1,0-1,0 0,0 0,1-1,-1 0,0 0,0 0,0 0,0-1,0 0,-1 0,4-1,6-5,0 1,0-2,-1 0,0-1,0 0,-1-1,3-4,119-161,-172 301,36-121,0-1,1 1,0 0,0 0,0 0,0 0,0 1,1-1,0 0,0 0,0 0,0 0,1 0,0 0,0 0,0 0,0 0,0 0,1 0,0 0,0 0,0-1,0 1,0-1,1 0,0 1,-1-1,1 0,0-1,1 1,-1 0,0-1,4 2,0-3,0 0,-1 0,1 0,0-1,0 0,0-1,0 0,-1 0,1 0,0-1,-1 1,1-2,-1 1,3-2,23-11</inkml:trace>
  <inkml:trace contextRef="#ctx0" brushRef="#br0" timeOffset="4315.185">4457 1619,'-16'-7,"-9"-4,-6-1,-2 0,3-1,1-2,2-3,5 1</inkml:trace>
  <inkml:trace contextRef="#ctx0" brushRef="#br0" timeOffset="4477.745">3816 1271,'20'0,"25"0,28-2,22-1,10 0,-12 1</inkml:trace>
  <inkml:trace contextRef="#ctx0" brushRef="#br0" timeOffset="4664.242">4444 1806,'13'0,"0"-1,-1 0,1 0,0-2,-1 1,1-2,-1 0,0 0,0-1,-1 0,1-1,-1 0,-1-1,1-1,-1 1,0-2,-1 1,0-1,0-1,-1 1,0-2,0 1,3-9,-9 14,-1 0,-1 0,1 0,0-1,-1 1,0 0,-1 0,1 0,-1 0,0 0,0 0,0 0,-1 0,0 0,0 0,0 1,0-1,-1 0,0 1,0 0,0 0,0 0,-1 0,0 1,1-1,-1 1,-1 0,1 0,0 0,-1 1,1-1,-1 1,0 0,0 0,0 1,0 0,0 0,0 0,0 0,0 1,0 0,0 0,-1 0,1 0,0 1,-4 1,1-1,1 1,-1 0,1 0,0 1,0 0,0 0,0 0,0 1,1 0,0 1,0-1,0 1,0 0,1 1,0-1,0 1,0 0,1 0,-1 1,2-1,-1 1,1 0,0 0,0 0,1 1,0-1,0 0,1 1,0 0,0-1,1 1,0-1,0 1,1 0,0-1,0 1,1-1,-1 1,2-1,-1 0,1 0,0 0,1 0,0 0,2 3,9 4,1 0,0-1,1 0,0-1,0-1,2-1,-1-1,1 0,0-2,1 0,0-1,0-1,0 0,19 0,9 2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16:02.43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1 741,'21'118,"1"-39,3-2,3-1,4-1,2-2,23 32,-48-89,-1-1,2-1,0 1,1-2,0 1,1-2,1 1,0-2,0 0,13 8,-25-18,1 0,0 0,-1 0,1 0,0-1,0 1,0 0,-1-1,1 1,0-1,0 0,0 0,0 1,0-1,0-1,0 1,0 0,0 0,0-1,0 1,-1-1,1 1,0-1,0 0,0 0,-1 0,1 0,-1 0,1 0,0 0,-1-1,0 1,1 0,-1-1,0 1,0-1,0 0,1 0,23-74,-19 18,-3 0,-2 0,-3 0,-2 0,-4-12,-4-55,13 73,-1 52,-1-1,1 0,0 0,0 0,0 1,0-1,1 0,-1 0,0 0,0 1,0-1,1 0,-1 0,0 1,1-1,-1 0,0 0,1 1,-1-1,1 1,-1-1,1 0,0 1,-1-1,1 1,-1-1,1 1,0-1,-1 1,1 0,0-1,0 1,-1 0,1 0,0-1,0 1,0 0,-1 0,1 0,0 0,0 0,0 0,-1 0,1 0,0 1,0-1,0 0,-1 0,1 1,0-1,0 0,-1 1,1-1,0 1,35 29,-35-28,32 34</inkml:trace>
  <inkml:trace contextRef="#ctx0" brushRef="#br0" timeOffset="755.521">923 1142,'-5'-3,"-1"-1,0 1,0 0,0 0,0 1,0 0,-1 0,1 0,-1 1,1 0,-1 0,0 1,1 0,-1 0,0 1,1-1,-1 1,0 1,1-1,0 1,-1 0,1 1,0-1,0 1,0 1,0-1,1 1,0 0,-1 0,1 0,0 1,1 0,0 0,-2 1,-30 55,35-59,0 0,1-1,-1 1,1 0,-1-1,1 1,-1 0,1 0,0-1,0 1,0 0,0 0,0 0,1-1,-1 1,0 0,1 0,-1-1,1 1,0 0,0-1,-1 1,1-1,0 1,0-1,0 1,1-1,-1 0,0 1,1-1,-1 0,0 0,1 0,-1 0,1 0,0 0,0 0,6 0,-1-1,1 0,0 0,0-1,-1 0,1 0,0-1,-1 0,0 0,1-1,-1 0,0 0,0 0,0-1,-1 0,1-1,-1 1,0-1,0 0,-1-1,0 0,0 1,5-8,4-4,0-1,-1-1,0 0,-2 0,7-17,-18 36,0 0,0 0,0 0,1 1,-1-1,0 0,0 0,0 0,0 0,0 1,0-1,0 0,0 0,0 0,1 0,-1 1,0-1,0 0,0 0,0 0,0 0,1 0,-1 0,0 1,0-1,0 0,1 0,-1 0,0 0,0 0,0 0,1 0,-1 0,0 0,0 0,0 0,1 0,-1 0,0 0,0 0,0 0,0 0,1 0,-1 0,0 0,0-1,0 1,1 0,-1 0,0 0,0 0,0 0,0 0,0-1,1 1,-1 0,0 0,0 0,4 28,-2-16,-2-8,0 1,0-1,1 0,0 0,0 0,0 0,0 0,1 0,-1 0,1-1,0 1,0 0,0-1,1 1,-1-1,1 0,0 0,0 0,0 0,0-1,0 1,1-1,-1 0,1 0,0 0,-1 0,1 0,0-1,0 0,0 0,0 0,0 0,0-1,0 1,1-1,-1 0,0 0,4-1,-3-1,-1-1,1 1,0-1,-1 0,1 0,-1 0,0 0,0-1,0 0,0 0,-1 0,1 0,-1 0,0-1,-1 0,1 1,-1-1,0 0,0 0,1-5,1-4,-1 0,0 0,0-1,-2 1,0-1,0 0,-2-2,-1-8,-2 1,-1 0,0-1,-2 2,-1-1,-3-5,11 29,1 0,-1 1,1-1,-1 0,1 0,-1 0,1 0,-1 0,1 0,0 0,-1 0,1 0,-1 0,1 0,-1 0,1 0,-1 0,1 0,-1-1,1 1,-1 0,1 0,-1-1,1 1,-1 0,1-1,-1 1,1 0,-1-1,0 1,1-1,-1 1,0-1,1 1,-1-1,0 1,0-1,1 1,-1-1,0 1,0-1,0 1,0-1,0 1,0-1,0 1,0-1,0 0,0 1,0-1,0 1,0-1,0 1,0-1,-1 1,1-1,0 1,51 18,0-1,1-3,21 1,-68-13,3-2,-1 0,1 1,0 0,-1 1,0 0,1 0,-1 0,0 1,0 0,0 1,0-1,-1 1,0 0,1 1,-2 0,1 0,0 0,-1 1,0-1,0 1,-1 1,0-1,2 3,-3 4,0 0,-1 1,-1-1,0 0,-1 0,0 1,-2 9,2 61,0-83,0 1,0-1,0 0,0 1,1-1,-1 0,0 1,1-1,-1 0,1 0,0 0,-1 1,1-1,0 0,-1 0,1 0,0 0,0 0,0 0,0 0,0-1,0 1,0 0,1 0,-1-1,0 1,0-1,0 1,1-1,-1 1,0-1,1 0,-1 0,0 0,1 1,-1-1,0-1,1 1,-1 0,0 0,0 0,1-1,-1 1,0 0,1-1,54-30,-39 14,0 0,-1-2,-1 0,-1 0,0-2,-2 1,0-2,-1 0,-2 0,0 0,-1-2,1-11,-5 70,-4-15,1 0,0 0,2-1,0 1,1-1,3 8,-5-22,-1-1,1 1,0-1,0 1,0-1,0 0,1 0,-1 0,1 0,0 0,1-1,-1 1,1-1,-1 0,1 0,0 0,0-1,0 1,0-1,1 0,-1 0,1-1,-1 1,1-1,0 0,-1 0,1 0,5-1,23-2</inkml:trace>
  <inkml:trace contextRef="#ctx0" brushRef="#br0" timeOffset="1005.848">1873 541,'5'14,"14"8,5 1</inkml:trace>
  <inkml:trace contextRef="#ctx0" brushRef="#br0" timeOffset="1913.43">2421 889,'-11'-4,"3"0,0 0,0 1,-1 0,1 0,-1 1,1 1,-1-1,0 1,0 1,0 0,1 0,-1 0,-2 1,6 3,1 0,-1 0,1 0,0 0,0 1,1-1,-1 1,1 0,0 0,0 0,1 1,0-1,-1 1,2-1,-1 1,1 0,0-1,0 1,0 0,1 0,0 0,0 0,1 0,-1-1,2 3,-2-2,1-1,0 1,1 0,-1 0,1 0,0-1,1 1,-1-1,1 0,0 1,0-1,1-1,3 5,-6-8,1 1,0 0,0 0,0-1,0 1,0-1,0 1,0-1,1 0,-1 0,0 0,1 0,-1 0,0-1,1 1,-1-1,1 0,-1 1,1-1,0 0,-1 0,1-1,-1 1,1-1,-1 1,1-1,-1 0,0 0,1 0,-1 0,0 0,0 0,1-1,8-8,-1 0,0-1,-1 0,0 0,-1-1,0 0,-1-1,0 0,-1 0,-1 0,0-1,-1 1,0-1,-1-1,0-2,-1 9,3-14,-3 23,-2 10,-1 4,1 0,0 0,1 0,1 0,0 0,1-1,0 1,1-1,1 1,1-1,0 0,6 10,-10-22,-1 0,1 0,0 0,0 0,0 0,0-1,0 1,1-1,-1 1,0-1,1 0,-1 0,1 0,-1 0,1 0,-1-1,1 1,0-1,-1 0,1 0,0 0,-1 0,1 0,0 0,-1-1,1 1,0-1,-1 0,1 0,-1 0,1 0,-1 0,0 0,1-1,-1 1,0-1,0 0,0 1,0-1,0 0,0-1,10-13,-1 0,0-1,-1 0,-1 0,-1-2,0 1,-1-1,-1 0,-1 0,-1 0,0-1,-2 1,0-1,-1-1,6-66,-3-1,-4 1,-4-1,-13-71,1 80,16 79,0 0,0 0,-1 0,1 1,0-1,0 0,-1 0,1 0,0 0,-1 1,1-1,0 0,0 0,-1 0,1 0,0 0,-1 0,1 0,0 0,-1 0,1 0,0 0,0 0,-1 0,1 0,0 0,-1 0,1 0,0-1,-1 1,1 0,0 0,0 0,-1 0,1-1,0 1,0 0,0 0,-1 0,1-1,0 1,0 0,0 0,-1-1,1 1,0 0,0 0,0-1,0 1,0 0,0-1,0 1,0 0,0-1,0 1,0 0,0-1,0 1,0 0,0 0,0-1,0 1,0 0,0-1,0 1,0 0,1 0,-6 24,1 50,4 0,4-1,2 0,4 0,2 0,9 17,19 45,-35-156,-5 16,0-1,0 1,0 0,0-1,1 1,0 0,0 0,1-1,-1 1,1 0,0 0,0 1,1-1,-1 0,1 1,0-1,1 1,-1 0,1 0,0 0,-1 1,2-1,-1 1,0 0,1 0,-1 1,1-1,0 1,0 0,0 0,2 0,0 0,-1 1,0 0,1 1,-1 0,0 0,1 0,-1 0,1 1,-1 0,0 1,0-1,0 1,0 0,0 1,0-1,0 1,-1 1,1-1,-1 1,0 0,0 0,0 0,-1 0,1 1,1 3,0-2,-1 2,0-1,0 0,0 1,-1 0,0 0,-1 0,0 1,0-1,-1 1,0 0,0 0,-1-1,0 1,-1 0,0 0,0 0,-1 1,0-6,1-1,-1 0,0 0,0 0,0 0,0 0,-1 0,1 0,-1-1,0 1,1 0,-1-1,0 0,-1 1,1-1,0 0,-1 0,1 0,-1 0,0 0,1-1,-1 1,0-1,0 0,0 0,0 0,0 0,0-1,0 1,-1-1,1 1,0-1,0 0,0-1,0 1,-1 0,1-1,0 0,0 1,0-1,0-1,0 1,0 0,1-1,-1 1,-1-2,0 0,-1-1,1 0,0-1,0 1,0-1,0 0,1 0,0 0,0 0,0-1,1 1,0-1,0 1,0-1,1 0,0 0,0 0,0 0,1 0,0 0,0 0,0 0,1 0,0 0,0 0,0 1,1-1,0 0,0 1,0-1,1 1,0-1,0 1,0 0,1 0,0 0,7-9,1 0,0 1,0 0,2 1,-1 0,2 1,-1 0,1 2,1-1,0 2,0 0,1 1,0 1,0 0,0 2,1 0,3 0,-17 3,0 0,1 1,-1 0,0-1,0 2,0-1,0 0,0 1,0 0,0 0,0 0,0 0,0 1,0-1,0 1,-1 0,1 0,-1 0,1 1,-1 0,0-1,0 1,0 0,0 0,-1 0,1 1,-1-1,0 1,0-1,0 1,0 0,0 3,2 7,-1 1,0 0,-2-1,0 1,0 0,-1 0,-2 11,2 58,4-73,0-8</inkml:trace>
  <inkml:trace contextRef="#ctx0" brushRef="#br0" timeOffset="2659.963">3103 247,'14'8,"159"9,-115-15,239 10,-297-12,72-7,-70 6,0 0,0 1,0-1,0 0,0 0,0 0,0-1,0 1,0 0,-1-1,1 1,0-1,-1 1,0-1,1 0,-1 0,0 0,0 0,0 0,0 0,0 0,0 0,0 0,-1 0,1 0,-1 0,0-1,0 1,0 0,0-1,-1-9,0 1,-2-1,1 0,-2 0,1 1,-2 0,1 0,-2 0,1 0,-2 1,1 0,-1 0,-1 1,-6-8,10 12,-1 0,0 1,0-1,0 1,0 0,-1 0,1 0,-1 1,0 0,0 0,-1 1,1-1,0 1,-1 1,1-1,-1 1,0 0,1 1,-1-1,0 1,0 1,1-1,-1 1,0 0,1 1,-1 0,1 0,0 0,0 1,-1 0,-1 1,-1 3,1-1,0 1,0 1,1 0,-1 0,2 0,-1 1,1 0,1 0,0 1,0 0,0-1,2 2,-1-1,1 0,1 1,-1 5,-1 7,1 1,1-1,1 1,1 0,1 0,2-1,2 14,0-14,1 0,1-1,1 1,0-2,2 1,1-1,0-1,2 0,0 0,1-1,1-1,1-1,0 0,2-1,-1 0,2-2,0 0,1-1,19 9,-36-20,0-1,0 1,0 0,0-1,1 0,-1 0,1 0,-1 0,1 0,-1-1,1 0,-1 1,1-1,-1 0,1-1,-1 1,1-1,-1 0,1 1,-1-1,1-1,-1 1,0-1,0 1,1-1,0 0,163-116,-158 114,1-1,-1 1,0-1,-1-1,1 1,-1-2,0 1,0-1,-1 0,0-1,0 1,-1-2,0 1,0-1,-1 1,0-1,0-1,-1 1,2-9,-6 15,0 1,0 0,0-1,0 1,-1 0,1-1,-1 1,0 0,0 0,0 0,0-1,0 1,0 0,0 0,-1 0,1 1,-1-1,1 0,-1 0,0 1,1-1,-1 1,0 0,0-1,0 1,0 0,-1 0,1 0,0 1,0-1,-2 0,-1-1,0 1,0 0,0 0,0 0,-1 0,1 1,0 0,-1 0,1 0,0 1,-1 0,1 0,-4 1,5 0,-1 1,0-1,1 1,0 0,0 0,0 0,0 0,0 1,0 0,1-1,0 1,0 1,0-1,0 0,1 1,0-1,-1 1,2 0,-1 0,0 0,1 0,0 0,0 0,1 5,-1-2,0 0,1 1,1-1,0 1,0-1,0 0,1 0,0 0,1 0,-1 0,2 0,-1 0,1-1,0 0,1 1,3 1,0 0,1 0,0-1,0-1,0 1,1-1,1-1,-1 0,1 0,0-1,0-1,0 0,1 0,-1-1,11 1,13 2,0-1,0-2,0-2,25-2,40-6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17:39.85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241 1471,'210'-20,"-129"8,262-32,2 15,0 16,55 16,-50 30,-434-23,57-4</inkml:trace>
  <inkml:trace contextRef="#ctx0" brushRef="#br0" timeOffset="351.582">2835 308,'-9'10,"1"0,-1 1,2-1,0 1,0 1,1-1,0 1,1 1,0-1,1 1,1-1,0 3,2-14,0 1,1 0,0-1,-1 1,1-1,0 1,0 0,0-1,0 1,0 0,0-1,0 1,0 0,1-1,-1 1,1 0,-1-1,1 1,0-1,-1 1,1-1,0 1,0-1,0 0,0 0,0 1,1-1,-1 0,0 0,1 0,-1 0,0 0,1 0,-1-1,1 1,-1 0,1-1,-1 1,1-1,0 1,-1-1,2 0,0-2,-1-1,1 0,0 0,-1 0,0 0,1-1,-1 1,0 0,-1-1,1 0,-1 1,1-1,-1 0,0 0,-1 1,1-1,-1 0,1 0,-1 0,0 0,-1 0,1 0,-1 0,0 0,0 1,0-2,1 3,0 0,-1 0,1 0,0 1,-1-1,1 0,-1 0,0 1,1-1,-1 1,0-1,0 0,0 1,0 0,0-1,-1 1,1 0,0-1,-1 1,1 0,-1 0,1 0,-1 0,1 0,-1 1,0-1,1 0,-1 1,0-1,0 1,1 0,-1-1,0 1,0 0,0 0,1 0,-1 0,0 1,0-1,0 0,1 1,-1-1,0 1,1 0,-1-1,0 1,0 1,-9 11</inkml:trace>
  <inkml:trace contextRef="#ctx0" brushRef="#br0" timeOffset="621.853">2795 1030,'9'7,"8"-5,2-9,0-11,-5-8,-4-5,-7-2,-7 5,-9 7,-6 10,-4 11,-1 14,1 15,5 8,8 3,12-3,6-8</inkml:trace>
  <inkml:trace contextRef="#ctx0" brushRef="#br0" timeOffset="-1215.292">589 268,'-5'0,"1"-1,-1 1,1 1,-1-1,1 1,-1 0,1 0,-1 0,1 0,0 1,0 0,-1 0,1 0,1 0,-1 1,0 0,0-1,1 1,0 0,0 1,0-1,0 1,0-1,0 1,1 0,-1 2,-6 9,2 0,-1 1,2 0,0 0,1 1,-1 6,0-1,1 0,0 0,2 1,1 0,0 0,2-1,1 1,1 0,0 0,2-1,1 1,0-1,2 0,0-1,4 7,-8-23,0 0,0 0,0 0,1 0,-1-1,1 1,0-1,0 0,1 0,-1 0,1-1,0 1,0-1,0-1,0 1,0-1,1 1,-1-2,1 1,0 0,-1-1,1 0,0-1,0 1,0-1,0 0,-1-1,1 1,0-1,0 0,-1-1,1 1,0-1,-1 0,1 0,-1-1,1 0,2-4,1 1,-2-1,1-1,-1 1,0-1,0 0,-1-1,0 0,-1 0,1 0,-2-1,0 1,0-1,0 0,-1-1,-1 1,0-1,3-16,-1 0,-2 0,-1-1,0 1,-2 0,-2-4,-1-7,-1 1,-2 0,-2 0,-1 1,-2 0,-1 1,-15-28,26 57,0 1,-1-1,1 0,-1 1,0-1,-1 1,1 0,-1 0,0 0,-1 1,1 0,-1-1,0 1,0 1,0-1,0 1,0 0,-1 0,0 0,1 1,-1 0,0 0,0 1,0-1,-1 1,1 1,0-1,0 1,0 0,-1 0,1 1,0 0,-4 1,-1 4,0 1,0 1,1-1,0 2,0-1,1 1,0 1,1-1,0 2,1-1,0 1,0 0,1 0,0 1,1 0,-1 6,-5 9,2-1,1 2,1-1,1 1,2 0,0 0,2 1,1-1,2 7,7 44</inkml:trace>
  <inkml:trace contextRef="#ctx0" brushRef="#br0" timeOffset="-727.08">990 0,'-11'32,"2"-1,1 2,1-1,2 1,2 0,0 1,3 28,0-57,2 211,11 17,0-108,-5-157,-7 11,1 0,1-1,1 1,1 1,1-1,1 1,0 0,2 0,0 1,1 0,1 1,1 0,11-13,-20 28,-1 0,2 1,-1-1,0 0,0 1,1 0,0 0,-1 0,1 0,0 1,0-1,0 1,0 0,0 0,0 0,0 1,0-1,0 1,0 0,0 1,1-1,-1 0,0 1,0 0,0 0,0 0,0 1,0 0,-1-1,1 1,-1 0,1 1,-1-1,1 0,2 4,3 5,-1 1,0 0,0 0,-2 1,1 0,-2 0,1 1,-2 0,0-1,-1 1,0 1,-1-1,0 0,-1 1,-1-1,-1 4,2-12,-1 1,0-1,-1 1,1-1,-1 1,-1-1,1 0,-1 1,0-1,-1 0,1 0,-1 0,0-1,-1 1,1-1,-1 1,0-1,-1 0,1-1,-1 1,0-1,0 0,0 0,-1 0,1-1,-1 0,0 0,-3 1,-2 0,1 0,-1-1,0 0,0-1,0-1,0 1,-1-2,1 0,0 0,0-1,0 0,-1-1,1 0,-3-1,-4-18,20 10</inkml:trace>
  <inkml:trace contextRef="#ctx0" brushRef="#br0" timeOffset="-381.493">1912 321,'-7'-4,"-1"0,1 0,-1 1,0 0,-1 0,1 1,-1 0,1 0,-1 1,1 0,-1 0,0 1,1 0,-1 1,0 0,1 0,-1 1,1 0,0 1,0 0,-1 0,2 0,-1 1,0 1,1-1,0 1,0 0,0 1,-3 2,4-2,0 0,0 0,0 0,1 0,0 1,0 0,0 0,1 0,0 1,1-1,0 1,0 0,0 0,1 0,0 1,1-1,0 0,0 1,1-1,0 1,0-1,1 0,0 1,0-1,1 0,1 0,-1 0,1 0,0 0,1 0,0-1,0 0,1 1,-1-2,2 1,-1-1,1 1,0-1,12 6,1-1,0-1,0 0,1-1,1-2,-1 0,4 0,-3-1,0 1,0 1,0 1,-1 0,-1 2,13 9,-28-18,-1 0,0 0,0 1,0-1,-1 1,1-1,0 1,-1 0,0 0,0 0,0 1,0-1,0 0,-1 1,1-1,-1 1,0 0,0-1,0 1,-1 0,1 0,-1-1,0 1,0 0,0 0,-1-1,1 1,-1 0,0 0,0-1,0 1,-1-1,1 2,-11 10,0-1,-1 0,0 0,-1-1,-1-1,0 0,0-1,-2-1,1 0,-1-1,-17 6,-46 22,4-5</inkml:trace>
  <inkml:trace contextRef="#ctx0" brushRef="#br0" timeOffset="6607.208">6016 1751,'3'23,"0"21,0 19,-1 15,0 12,-3 4,-4-2,-1-10,-1-12,0-18</inkml:trace>
  <inkml:trace contextRef="#ctx0" brushRef="#br0" timeOffset="6922.364">5963 1792,'-4'-23,"4"-55,0 77,1 0,-1 0,1 1,0-1,-1 0,1 1,0-1,0 0,-1 1,1-1,0 1,0-1,0 1,0 0,0-1,0 1,0 0,0-1,0 1,0 0,0 0,0 0,0 0,0 0,0 0,0 0,0 1,0-1,0 0,0 0,0 1,0-1,-1 1,1-1,0 1,0-1,0 1,0-1,-1 1,1 0,1 0,17 12,-1 0,0 1,0 1,-2 0,0 2,7 8,-11-12,17 17,-1 2,-1 0,-1 2,-3 1,0 1,-3 0,-1 2,-1 0,-3 1,-1 1,6 27,-18-59,0 0,-1 0,0 0,0 0,-1 1,0-1,0 0,-1 0,0 1,0-1,-1 0,0 0,0-1,-1 1,0 0,-1-1,0 1,0-1,0 0,-1-1,0 1,0-1,-1 0,1 0,-2 0,-4 3,-5 0,-1-1,1 0,-1-1,-1-1,0-1,1 0,-2-2,1 0,0 0,0-2,-1 0,1-2,-1 0,1-1,0 0,-1-2,1 0,-2-2,17 6,-1-1,1 0,0 1,-1-2,1 1,0 0,0-1,0 1,0-1,0 0,0 0,0 0,1 0,-1-1,1 1,0-1,-1 1,1-1,0 0,1 0,-1 0,-1-3,5-8</inkml:trace>
  <inkml:trace contextRef="#ctx0" brushRef="#br0" timeOffset="7200.619">6859 1805,'-8'-7,"-1"0,1 1,-1 1,0-1,-1 1,1 1,-1 0,0 0,0 1,-1 0,1 0,-1 2,1-1,-1 1,1 1,-1 0,0 0,1 1,-1 0,1 1,-1 0,1 1,0 0,0 1,0 0,0 0,-3 3,0 5,1 1,1 0,0 1,0 0,2 1,0 0,0 0,1 1,1 0,1 0,0 1,1-1,1 2,1-1,0 0,1 0,1 1,1-1,0 1,1-1,1 1,1-1,0 0,2 2,-2-6,1-1,0 0,1 0,0 0,1-1,0 0,1 0,0 0,1-1,0 0,1 0,0-1,0 0,1-1,0 0,0-1,1 0,0 0,0-1,1 0,0-1,-1-1,2 0,-1 0,0-1,11 0,-8-1,0-1,1-1,-1-1,0 0,1-1,-1 0,0-1,0-1,0-1,-1 0,0 0,8-5,30-19</inkml:trace>
  <inkml:trace contextRef="#ctx0" brushRef="#br0" timeOffset="7455.936">7340 1738,'-4'21,"-2"22,-2 20,0 17,-1 12,0 5,0-2,2-8,3-14,1-18,2-22,0-18</inkml:trace>
  <inkml:trace contextRef="#ctx0" brushRef="#br0" timeOffset="7772.172">7260 1751,'-21'-124,"21"123,-1 0,1 0,0 0,-1 1,1-1,-1 0,1 0,0 0,0 0,0 0,0 0,0 0,-1 0,2 0,-1 0,0 1,0-1,0 0,0 0,0 0,1 0,-1 0,0 0,1 0,-1 1,1-1,-1 0,1 0,0 1,-1-1,1 0,-1 0,1 1,0-1,0 1,-1-1,1 1,0-1,0 1,0-1,0 1,0 0,-1 0,1-1,0 1,0 0,0 0,0 0,0 0,0 0,0 0,0 0,0 0,0 0,0 1,0-1,-1 0,1 0,0 1,0-1,0 1,0-1,-1 1,1-1,0 1,0-1,0 2,21 11,-1 1,0 0,0 2,-2 1,3 4,-3-5,28 26,-2 2,-1 2,-3 2,-1 3,-25-30,0 1,-2 0,0 1,-2 0,-1 1,0 0,-2 0,-1 1,-1 0,-1 1,0 6,-4-21,0 0,-1 0,0-1,-1 1,0 0,0 0,-1 0,-1-1,0 1,0-1,-1 1,0-1,-1-1,0 1,-1-1,0 1,0-2,-1 1,0-1,-1 0,0 0,0-1,0 0,-1 0,0-1,-1-1,1 1,-1-1,-6 2,-1 0,0-1,0 0,0-2,-1 0,1-1,-1-1,0 0,0-1,0-1,0-1,1-1,-1 0,0-1,1-1,-3-2,-5-4</inkml:trace>
  <inkml:trace contextRef="#ctx0" brushRef="#br0" timeOffset="2737.804">4707 3236,'-14'444,"14"-308,-1 110,-26 187,-47 166,56 4,17-495,-32 497,13-326,-51 465,21-275,-64 665,20-344,83-680,7-72</inkml:trace>
  <inkml:trace contextRef="#ctx0" brushRef="#br0" timeOffset="4593.482">4693 3316,'2'-3,"0"0,0 0,0 0,0 1,0-1,0 1,1-1,-1 1,1 0,0 0,0 0,-1 0,1 1,0-1,0 1,1 0,-1 0,0 0,0 0,1 0,-1 1,0-1,1 1,-1 0,0 0,1 0,-1 1,0-1,1 1,-1 0,3 1,6-2,577 53,-389-31,276 11,96-22,-189 7,25 19,-44-3,-274-27,220 26,-304-32,-4-1,-1 0,1-1,-1 1,1 0,0 0,-1 0,1 0,0 0,-1 0,1 0,0 0,-1 1,1-1,0 1,-1-1,1 1,-1 0,1-1,-1 1,0 0,1 0,-1 0,0 0,1 0,-1 1,0-1,0 0,0 1,0-1,0 0,-1 1,1-1,0 1,-1-1,1 1,0-1,-1 1,0 0,1-1,-1 1,0 0,0-1,0 1,0 0,-1 1,-64 135,40-34,4 1,4 1,5 1,5 0,7 103,0-79,-14 548,-54 321,48-625,17 48,2-120,-12 368,14 717,28-581,-14-572,7 245,-29-358,5-115,0-12</inkml:trace>
  <inkml:trace contextRef="#ctx0" brushRef="#br0" timeOffset="5851.04">3985 9733,'11'17,"-4"7,0 0,-2 1,-1 0,-1 0,0 13,-2-27,22 386,12 123,-32-485,1-1,1 1,2-1,1 0,2-1,1 0,2 0,1-1,14 23,-23-48,0 0,0-1,1 1,0-1,0 0,0-1,1 1,0-1,0-1,0 1,1-1,-1 0,1-1,0 0,0 0,0-1,0 0,1 0,-1-1,0 0,4 0,28-2,0-1,0-2,-1-2,1-2,17-6,32-6,145-11,1 10,0 10,225 20,-378-7,384 5,352-43,-426 1,197 15,-583 20,-5 1,1-1,-1 1,0-1,0 1,1-1,-1 0,0 0,1 0,-1 0,1 0,-1 0,0 0,1-1,-1 1,0 0,1-1,-1 1,0-1,0 1,0-1,1 1,-1-1,0 0,0 0,0 0,0 0,0 0,0 0,0 0,0 0,-1 0,1 0,0 0,-1 0,1-1,-1 1,1-1,-4-17,-3-3</inkml:trace>
  <inkml:trace contextRef="#ctx0" brushRef="#br0" timeOffset="8887.702">8169 4439,'-9'11,"0"0,1 0,1 0,0 1,1 0,0 0,0 1,2 0,-1-1,2 2,-2 6,4-12,0-1,0 0,1 0,0 1,0-1,1 0,0 1,0-1,1 0,0 0,0 0,1 0,-1 0,2-1,-1 1,1-1,0 0,0 0,0 0,1 0,0-1,1 1,3 1,0 1,1-2,0 1,0-1,1-1,-1 0,1 0,0-1,0-1,1 0,-1 0,1-1,0-1,-1 0,1 0,0-1,0-1,4 0,-8 0,0 0,0 0,0-1,-1 0,1-1,0 1,-1-1,1-1,-1 0,0 0,0 0,-1-1,1 1,-1-2,0 1,-1-1,1 0,-1 0,0 0,0-1,-1 0,0 0,0 0,-1 0,0-1,2-6,-3 3,0-1,-1 1,0-1,-1 1,0-1,-1 1,-1-1,1 1,-2 0,0-1,0 1,-1 0,0 1,-1-1,0 1,-1 0,0 0,0 1,-1-1,0 2,-1-1,0 1,-1 0,1 0,-1 1,-1 0,1 1,-1 0,0 1,-1 0,0 0,6 3,0 0,0 1,-1 0,1 0,-1 0,1 0,0 1,-1 0,1 0,-1 1,1-1,-1 1,1 0,0 1,0-1,-1 1,1 0,0 0,0 1,1-1,-1 1,1 0,-1 1,1-1,0 1,0-1,0 1,1 1,-1-1,1 0,0 1,0-1,1 1,-1 0,1 0,0 0,1 0,-1 1,0 4,0-1,1 0,0 0,0 1,1-1,0 1,1-1,0 0,0 1,3 5,9 30</inkml:trace>
  <inkml:trace contextRef="#ctx0" brushRef="#br0" timeOffset="9137.547">8797 4573,'25'0,"27"-2,29-6,28-8,27-6,23-3,16-3,8 0,-5 4,-12 3,-20 7,-27 4,-26 9,-29 7,-25 5,-27 3,-14-2</inkml:trace>
  <inkml:trace contextRef="#ctx0" brushRef="#br0" timeOffset="9872.008">7126 4532,'-3'10,"0"0,0 1,2-1,-1 0,1 0,1 1,0-1,0 1,1-1,0 1,1-1,0 0,1 0,0 0,0 0,1 0,0-1,1 0,0 0,1 0,0 0,0-1,1 0,0 0,0-1,2 2,-5-5,1-1,-1 1,1-1,-1 0,1-1,0 1,0-1,0 0,0 0,0 0,0-1,1 0,-1 0,1 0,-1-1,0 0,1 0,-1 0,1-1,-1 1,1-1,-1 0,0-1,0 0,0 0,1 0,-2 0,1-1,0 1,0-1,-1 0,0-1,0 1,0-1,0 0,0-1,3-4,-1 0,0-1,-1 0,0 0,0 0,-1-1,-1 1,0-1,0 0,-1 0,0-1,-1 1,0 0,-1 0,0-1,-2-4,2 9,-1 0,-1 0,1 0,-1 0,0 0,0 0,-1 1,0-1,0 1,-1 0,0 0,0 0,0 0,0 1,-1 0,0 0,0 0,-1 0,0 1,1 0,-1 0,0 0,-1 1,1 0,-1 0,-2 0,-1 2,0-1,0 2,0 0,0 0,0 1,0 0,1 0,-1 1,0 1,1-1,-1 2,1-1,0 1,0 1,0 0,1 0,-1 0,1 1,1 0,-1 1,1 0,0 0,1 1,-1-1,2 2,-1-1,1 0,0 1,1 0,0 0,0 0,-1 8,-3 17</inkml:trace>
  <inkml:trace contextRef="#ctx0" brushRef="#br0" timeOffset="10253.775">7020 4145,'-5'0,"1"3,4 2,8 1,12-1,14-1,14-4,14-4,7-3,3-1,-1 1,-7 1,-9 3,-14 3,-13 7,-13 4,-13 2,-6 0</inkml:trace>
  <inkml:trace contextRef="#ctx0" brushRef="#br0" timeOffset="10951.43">7086 6110,'8'-28,"0"1,2-1,0 2,2 0,1 0,10-13,-12 18,97-149,-93 152,-15 18,0-1,0 1,1 0,-1 0,0-1,1 1,-1 0,0 0,1 0,-1-1,1 1,-1 0,0 0,1 0,-1 0,1 0,-1 0,0 0,1 0,-1 0,1 0,-1 0,0 0,1 0,-1 1,0-1,1 0,-1 0,1 0,-1 0,0 1,1-1,-1 0,0 0,0 1,1-1,-1 0,0 0,0 1,1-1,-1 0,0 1,0-1,0 0,1 1,-1-1,0 1,0-1,0 0,0 1,0-1,0 1,0-1,0 0,0 1,0-1,0 1,0-1,0 0,0 1,0-1,0 0,-1 1,1-1,0 0,0 1,0-1,-1 205,3 166,1-340</inkml:trace>
  <inkml:trace contextRef="#ctx0" brushRef="#br0" timeOffset="11201.767">6979 5616,'12'2,"21"1,30-5,35-9,29-9,23-5,14 0,1 6,-28 5</inkml:trace>
  <inkml:trace contextRef="#ctx0" brushRef="#br0" timeOffset="11784.276">8329 5990,'-14'15,"1"1,0 0,1 1,0 1,2 0,0 0,1 1,-5 18,11-33,1 0,0 1,1 0,-1-1,1 1,0 0,0 0,0 0,1-1,0 1,0 0,0 0,0 0,1 0,0 0,0 0,0-1,0 1,1 0,0-1,0 1,0-1,0 0,1 0,0 0,0 0,0 0,0 0,1-1,1 2,7 1,0-1,0-1,0 0,1-1,0 0,0-1,0 0,0-1,0 0,0-1,0-1,0 0,0 0,-1-2,1 1,0-2,-1 0,0 0,8-5,-12 7,-1-1,1-1,-1 0,0 0,1 0,-2-1,1 0,-1 0,0-1,0 1,0-1,-1-1,0 1,0-1,0 0,-1 0,0 0,-1-1,1 1,-2-1,1 0,-1 0,0 0,0 0,-1 0,0 0,-1-1,0 1,0 0,-1 0,0-1,0 1,-1 0,0 0,-2-5,-2 2,0 0,-1 0,0 1,-1 0,0 0,0 1,-1 0,0 0,-1 1,0 0,0 1,-1 0,0 1,0 0,0 0,-1 1,0 1,0 0,0 1,0 0,-1 1,1 0,-1 1,1 0,-1 1,0 1,1 0,-1 0,1 1,0 1,-1 0,0 1,7-1,1-1,-1 1,1 0,0 1,0-1,0 1,0 0,0 0,1 0,0 1,0 0,0 0,1 0,-1 0,1 0,0 1,1-1,-1 1,1 0,1 0,-1 0,1 0,0 0,0 0,0 0,1 0,0 0,0 0,1 0,0 1,0-1,0 0,1 0,0-1,0 1,0 0,1 0,-1-1,2 0,-1 1,1 0,5 2,-1 0,1-1,0 1,1-2,-1 0,1 0,1 0,-1-1,1-1,7 2,49 16</inkml:trace>
  <inkml:trace contextRef="#ctx0" brushRef="#br0" timeOffset="12071.508">8797 6097,'308'-23,"1"14,0 13,103 23,-409-27,106 12,-1 4,15 8,-89-10,-80-28,27 9</inkml:trace>
  <inkml:trace contextRef="#ctx0" brushRef="#br0" timeOffset="12569.178">9011 7474,'-4'14,"-2"8,0 6,1 2,2-4</inkml:trace>
  <inkml:trace contextRef="#ctx0" brushRef="#br0" timeOffset="12821.022">8958 8262,'-2'16,"1"8,3 1,2-3</inkml:trace>
  <inkml:trace contextRef="#ctx0" brushRef="#br0" timeOffset="13070.854">8918 8891,'0'0</inkml:trace>
  <inkml:trace contextRef="#ctx0" brushRef="#br0" timeOffset="13071.854">8918 9238,'0'0</inkml:trace>
  <inkml:trace contextRef="#ctx0" brushRef="#br0" timeOffset="15340.208">7113 9921,'35'3,"0"-1,0-1,0-2,0-2,0-1,0-2,5-2,24-2,-63 11,1 0,-1 0,1 0,-1 0,0 0,1 0,-1 1,0-1,0 1,0-1,0 0,0 1,0 0,-1-1,1 1,0 0,-1-1,0 1,1 0,-1-1,0 1,0 0,1 0,-1 0,-1-1,1 1,0 0,0 0,-1-1,1 1,-1 0,1-1,-1 1,0 0,0-1,0 1,0-1,0 1,0 1,-15 56,1-9,2 0,2 0,2 1,-1 49,12-47,2 0,2-1,6 17,6 52,-16-91,-2-9</inkml:trace>
  <inkml:trace contextRef="#ctx0" brushRef="#br0" timeOffset="15590.539">7179 10348,'14'5,"18"-2,17-5,16-9,11-7,4-3,-5-1,-13 2,-17 5</inkml:trace>
  <inkml:trace contextRef="#ctx0" brushRef="#br0" timeOffset="15767.064">7059 9640,'18'-9,"25"-8,27-5,27-6,22-1,11 3,-3 6,-23 6</inkml:trace>
  <inkml:trace contextRef="#ctx0" brushRef="#br0" timeOffset="16448.756">8329 10174,'-10'5,"0"1,0 0,0 0,0 1,1 0,0 1,1 0,0 0,0 1,0 0,1 0,1 0,0 1,0 0,1 1,0-1,0 1,2 0,-3 9,4-15,0 0,1 0,0 0,0 0,0 0,0 0,1 0,0 0,0 1,0-1,0 0,1 0,0 0,0 0,1 1,-1-2,1 1,0 0,1 0,-1-1,1 1,0-1,0 1,0-1,0 0,1-1,0 1,0-1,0 1,0-1,0 0,1 0,-1-1,1 0,0 1,13 3,0 0,0-1,1-1,0-1,0-1,0 0,0-1,0-1,0-1,0-1,0 0,0-2,0 0,-1-1,17-7,-28 10,-1 0,0 0,1-1,-1 0,0 0,0 0,0-1,-1 0,1 0,-1-1,0 1,0-1,-1 0,0-1,1 1,-2-1,1 0,-1 0,1 0,-2 0,1 0,-1-1,0 1,0-1,-1 1,1-1,-2 0,1 0,-1 0,0 1,0-1,-1-2,-3-1,0 0,-1-1,0 2,-1-1,0 1,0-1,-1 2,0-1,-1 1,0 0,0 0,0 1,-1 0,0 1,-1 0,1 1,-1-1,0 2,-1-1,1 2,-1-1,0 1,0 1,0 0,-10 0,17 1,0 0,0 0,0 1,0 0,0 0,0 0,0 0,0 1,0-1,0 1,0 0,0 0,0 1,1-1,-1 1,0 0,1 0,-1 0,1 0,0 0,0 1,0 0,0-1,0 1,0 0,1 1,-1-1,1 0,0 1,0-1,0 1,1 0,-1-1,1 1,0 0,0 2,1-1,0 0,1 0,0-1,0 1,0 0,1-1,-1 1,1-1,0 1,0-1,1 0,-1 0,1 0,0 0,2 2,23 23</inkml:trace>
  <inkml:trace contextRef="#ctx0" brushRef="#br0" timeOffset="16705.596">8877 10295,'210'-9,"199"-35,-284 28,864-94,282 34,-911 77,-348 0,-7-1,0 1,1-1,-1 0,0 0,0-1,1 1,-1-1,0 0,0-1,0 1,0-1,0 0,4-2,3-11</inkml:trace>
  <inkml:trace contextRef="#ctx0" brushRef="#br0" timeOffset="18454.86">5321 3918,'-21'-1,"-1"0,0 1,1 2,0 0,-1 1,1 2,0 0,0 1,1 1,0 0,0 2,1 1,0 0,-14 11,25-16,0 1,0 0,0 1,1-1,0 2,1-1,-1 1,-4 8,9-13,1 0,-1 0,1 0,-1 0,1 0,0 1,0-1,1 1,-1-1,1 1,-1-1,1 1,0-1,0 1,1-1,-1 1,1-1,0 0,0 1,0-1,0 0,0 1,1-1,0 0,-1 0,3 2,9 8,1 0,0 0,1-2,0 0,1 0,0-2,1 0,0-1,0 0,1-2,0 0,0-1,1 0,-16-4,42 12,-28-9,0 1,0 0,-1 2,0 0,0 0,4 4,-18-10,-1 0,1 0,-1 0,0 0,1 0,-1 0,0 0,0 0,1 0,-1 1,0-1,0 1,0-1,-1 0,1 1,0 0,0-1,-1 1,1-1,-1 1,0 0,1-1,-1 1,0 0,0-1,0 1,0 0,0 0,0-1,-1 1,1 0,-1-1,1 1,-1-1,1 1,-1 0,0-1,0 1,0-1,0 0,0 1,0-1,0 0,0 0,-1 1,1-1,0 0,-1 0,-15 10,0 0,-1-1,-1 0,0-2,0 0,0-1,-1-1,0-1,0-1,-4 0,-87 11,111-15,1 0,-1 0,0 0,1 0,-1 0,0 0,1 0,-1 0,0 0,0 0,1 0,-1 0,0 0,1-1,-1 1,0 0,1 0,-1 0,0 0,0 0,1-1,-1 1,0 0,0 0,1-1,-1 1,0 0,0 0,0-1,0 1,1 0,-1 0,0-1,0 1,0 0,0-1,0 1,0 0,0-1,0 1,0 0,0 0,0-1,0 1,0 0,0-1,0 1,0 0,0-1,0 1,0 0,0-1,0 1,-1 0,1 0,0-1,0 1,0 0,-1 0,1-1,0 1,0 0,-1 0,1 0,0-1,0 1,-1 0,1 0,0 0,0-1,20-10</inkml:trace>
  <inkml:trace contextRef="#ctx0" brushRef="#br0" timeOffset="18770.018">5455 4292,'7'-6,"0"1,0 0,0 0,0 0,1 1,0 0,0 1,0 0,0 0,0 0,0 1,1 0,0 1,-1 0,1 1,-1-1,1 2,0-1,-7 1,0 0,0 0,0 0,0 0,0 0,-1 0,1 0,0 1,-1-1,1 1,-1-1,0 1,1-1,-1 1,0 0,0 0,0 0,0 0,0 0,-1 0,1 0,-1 0,1 0,-1 0,0 0,1 0,-1 0,0 0,-1 0,1 0,0 0,0 0,-1 2,-25 67,-152 165,176-235,1 1,0-1,-1 0,1 1,0-1,0 1,0-1,0 1,1-1,-1 1,0 0,1-1,-1 1,1 0,-1 0,1-1,0 1,0 0,0 0,0-1,0 1,0 0,0 0,0 0,1-1,-1 1,1 0,0-1,-1 1,1 0,0-1,0 1,0-1,0 1,0-1,0 1,0-1,7 2,0 0,0 0,1-1,-1 0,0 0,1-1,-1 0,1-1,-1 0,1 0,-1-1,3 0,-3 0,113-12,-66 4</inkml:trace>
  <inkml:trace contextRef="#ctx0" brushRef="#br0" timeOffset="19384.402">5134 4987,'-6'-2,"0"1,0-1,0 1,0 1,-1-1,1 1,0 0,0 0,0 1,-1 0,1 0,0 0,0 1,0 0,1 0,-1 1,0-1,1 1,-1 0,1 1,0-1,0 1,1 0,-1 1,1-1,-1 1,2-1,-1 1,0 1,1-1,0 0,0 1,1 0,-2 3,2-3,0 0,1 0,0 0,0 0,1 0,-1 0,1 0,1 0,-1 0,1 0,0 0,0 0,1 0,0 0,0 0,0-1,1 1,0-1,0 1,0-1,0 0,1 0,0-1,4 4,10 11,0-2,2 0,0-1,0-1,7 3,14 7,-26-17,-1 0,-1 1,1 1,-2 0,1 0,-1 2,2 2,-13-12,-1 0,1 1,0-1,-1 0,1 0,-1 0,0 1,0-1,0 0,0 0,0 1,0-1,-1 0,1 0,-1 1,0-1,1 0,-1 0,0 0,0 0,0 0,-1 0,1 0,0-1,-1 1,1 0,-1-1,0 1,1-1,-1 1,0-1,0 0,0 0,0 1,0-2,0 1,0 0,0 0,0-1,-1 1,1-1,0 1,0-1,-1 0,-26 10,0 0,0-2,-1-1,0-2,0-1,-1-1,-4-1,12-2,23 0,0 0,1 0,-1 0,0-1,0 1,0 0,0 0,1 0,-1 0,0 0,0-1,0 1,0 0,0 0,0 0,0 0,1-1,-1 1,0 0,0 0,0 0,0-1,0 1,0 0,0 0,0 0,0-1,0 1,0 0,0 0,0 0,0-1,-1 1,1 0,0 0,0 0,0-1,0 1,0 0,0 0,0 0,-1 0,1-1,0 1,0 0,15-6</inkml:trace>
  <inkml:trace contextRef="#ctx0" brushRef="#br0" timeOffset="19634.735">5482 5307,'-3'-2,"0"6,-2 9,-2 14,-3 14,1 13,1 11,5 6,6 5,5-2,3-13</inkml:trace>
  <inkml:trace contextRef="#ctx0" brushRef="#br0" timeOffset="20255.616">5201 6137,'-16'-3,"1"1,-1 0,0 1,0 1,1 1,-1 0,0 1,1 0,-1 1,1 1,0 1,0 0,0 1,1 0,0 1,0 1,1 0,0 1,-8 7,18-14,-1 0,1 0,-1 0,1 1,0-1,0 1,0 0,0 0,1 0,-1 0,1 0,0 1,0-1,0 1,0-1,0 1,1 0,0 0,-1 0,2 0,-1 0,0 0,1 0,0 0,0 0,0 0,0 0,0 0,1 0,0 0,0 0,0 0,0 0,1-1,1 4,7 4,1-1,0 0,0-1,0-1,1 1,1-2,-1 0,1 0,1-1,-1-1,6 2,-5-2,45 19,-29-14,-1 2,0 1,-1 1,0 2,-1 1,2 3,-25-18,-1 0,0 0,0 0,-1 1,1-1,0 1,-1 0,1-1,-1 1,0 1,0-1,0 0,-1 0,1 1,-1-1,1 1,-1-1,0 1,-1-1,1 1,-1 0,1-1,-1 1,0 0,-1 0,1-1,0 1,-1 0,0-1,0 1,0-1,0 1,-1 0,-6 5,0-1,-1 1,0-1,-1-1,1 0,-1 0,-1-1,1 0,-1-1,0 0,0-1,-1 0,1-1,-1 0,0 0,0-2,-4 1,-7 2,-1-1,0-1,-1 0,1-2,0-1,-3-2,26 3,0 1,0-1,1 0,-1 0,0 0,0 0,0 0,0 0,0 0,0 0,0 0,0 0,0 0,0-1,0 1,0 0,0-1,0 1,0-1,1 1,-1-1,0 1,0-1,1 0,-1 1,0-1,1 0,-1 0,0 1,1-1,-1 0,1 0,-1 0,1 0,0 0,-1 0,1 1,0-1,0 0,0 0,0 0,0 0,0 0,0 0,0 0,0 0,0 0,0 0,11-10</inkml:trace>
  <inkml:trace contextRef="#ctx0" brushRef="#br0" timeOffset="20570.774">5455 6685,'0'2,"-1"0,0 0,1 0,-1 0,1 0,0 0,0 0,-1 0,1 0,0 0,1 0,-1 0,0 0,1 0,-1 0,1 0,-1 0,1-1,0 1,0 0,0 0,0 0,0-1,1 1,-1-1,0 1,1-1,-1 1,1-1,-1 0,1 0,0 1,-1-1,1 0,0-1,0 1,0 0,0 0,0-1,2 1,83 10,-79-12,0 0,0-1,0 0,-1-1,1 1,-1-1,0-1,1 1,-2-1,1 0,0-1,-1 0,1-1,-4 4,-1 0,1-1,-1 1,0-1,0 1,0-1,0 0,-1 0,1 0,-1 0,0 0,1 0,-1-1,-1 1,1 0,0-1,-1 1,0 0,0-1,0 1,0 0,0-1,-1 1,1 0,-1-1,0 1,0 0,0 0,-1 0,1 0,-1 0,0-1,-5-5,-1-1,-1 1,1 1,-2-1,1 2,-1-1,0 1,-1 1,1 0,-1 0,0 1,-1 0,0 1,1 1,-1 0,0 0,0 1,-1 0,-3 1,0 0,1 1,0 1,-1 0,1 1,0 0,0 1,0 1,1 0,-1 1,1 1,0 0,0 1,-4 4,-22 13</inkml:trace>
  <inkml:trace contextRef="#ctx0" brushRef="#br0" timeOffset="21752.735">1578 6538,'52'13,"1"-2,1-3,-1-2,1-2,0-3,16-3,-21 2,1096-44,-791 32,-28-14,-232 6,-79 17,1 0,-1 1,1 1,0 0,0 1,15 2,14 0,-35-2,-5-1,0 1,-1-1,1 2,0-1,-1 0,1 1,0 0,-1 0,1 0,-1 1,1-1,-1 1,0 0,1 1,-11 5,-6-5</inkml:trace>
  <inkml:trace contextRef="#ctx0" brushRef="#br0" timeOffset="22341.161">121 6230,'9'2,"10"8,8 9,10 8,9 8,8 8,6 5,2 7,0 1,-4 0,-5-1,-9-4,-11-5,-9-6,-12-8,-13-9,-6-8</inkml:trace>
  <inkml:trace contextRef="#ctx0" brushRef="#br0" timeOffset="22592.02">603 6204,'-12'22,"-7"20,-11 16,-7 11,-7 8,-5 5,1-1,3-5,7-8,10-14,12-15,8-16</inkml:trace>
  <inkml:trace contextRef="#ctx0" brushRef="#br0" timeOffset="22918.177">897 6752,'1'6,"0"0,0 1,1-1,0 1,0-1,0 0,1 0,0 0,0-1,0 1,1-1,0 1,0-1,1-1,-1 1,1 0,0-1,0 0,0 0,1-1,-1 1,1-1,0 0,0-1,0 1,0-1,1-1,-1 1,1-1,-1 0,1 0,4-1,-2 1,-1-1,0 0,0 0,1-1,-1 0,0 0,0-1,0 0,0 0,0-1,-1 0,1 0,-1-1,1 0,-1-1,-1 1,1-1,-1-1,0 1,0-1,0 0,-1 0,0-1,0 0,0 1,-1-2,0 1,-1 0,1-1,-1-3,-2 7,-1 0,0-1,-1 1,1 0,-1-1,1 1,-1 0,-1-1,1 1,-1 0,1 0,-1 0,0 0,-1 0,1 1,-1-1,1 1,-1-1,0 1,0 0,-1 0,1 1,-2-2,-4-3,-1 1,1 0,-1 1,0 0,0 1,0 0,-1 0,-9-1,6 3,0 0,0 1,-1 0,1 1,-1 1,1 0,0 1,-1 1,1 0,1 1,-1 0,0 1,1 0,0 2,0-1,1 2,0-1,0 2,-2 1,-19 19</inkml:trace>
  <inkml:trace contextRef="#ctx0" brushRef="#br0" timeOffset="24237.492">1859 5281,'-32'20,"31"-20,0 1,1-1,-1 0,0 0,1 1,-1-1,1 1,-1-1,1 0,-1 1,1-1,-1 1,1-1,-1 1,1 0,0-1,-1 1,1-1,0 1,0 0,-1-1,1 1,0 0,0-1,0 1,0 0,0-1,0 1,0 0,0-1,0 1,0 0,0-1,0 1,0 0,1-1,-1 1,0 0,0-1,1 1,-1-1,1 1,-1 0,0-1,1 1,-1-1,1 1,-1-1,1 0,0 1,69 14,42-10,101-10,-87 1,809-50,-627 38,35 14,-127-26,-98 29,-140-1,-7 0</inkml:trace>
  <inkml:trace contextRef="#ctx0" brushRef="#br0" timeOffset="24837.885">174 5121,'-6'-14,"-1"-2,8 9,13 16,13 19,14 17,13 16,9 8,2 4,0-2,-4-5,-9-8,-8-11,-9-11,-13-15,-11-10</inkml:trace>
  <inkml:trace contextRef="#ctx0" brushRef="#br0" timeOffset="25091.24">509 5134,'-9'18,"-8"20,-9 19,-11 18,-7 13,-5 4,1-4,8-17</inkml:trace>
  <inkml:trace contextRef="#ctx0" brushRef="#br0" timeOffset="25265.773">803 5388,'2'5,"3"8,4 13,1 16,2 14,1 10,3 1,1-2,-2-13</inkml:trace>
  <inkml:trace contextRef="#ctx0" brushRef="#br0" timeOffset="26201.299">2340 4185,'0'0,"0"1,-1-1,1 1,0-1,0 1,0-1,0 1,0-1,0 0,0 1,0-1,0 1,0-1,0 1,0-1,0 1,1-1,-1 1,0-1,0 1,0-1,1 1,-1-1,0 0,1 1,-1-1,0 0,1 1,-1-1,0 0,1 1,-1-1,1 0,-1 0,0 1,1-1,-1 0,1 0,-1 0,1 0,-1 1,1-1,-1 0,1 0,-1 0,1 0,-1 0,1 0,-1 0,104 3,-85-4,632-61,461 31,-984 23,-124 2,-12 4</inkml:trace>
  <inkml:trace contextRef="#ctx0" brushRef="#br0" timeOffset="26840.045">629 3637,'14'16,"13"12,11 10,11 8,6 5,3 4,0 0,-4-1,-6-2,-8-2,-8-5,-10-6,-9-10</inkml:trace>
  <inkml:trace contextRef="#ctx0" brushRef="#br0" timeOffset="27089.53">1097 3637,'-14'-2,"-11"8,-5 14,-8 23,-4 21,-1 19,0 12,0 8,2-2,10-17</inkml:trace>
  <inkml:trace contextRef="#ctx0" brushRef="#br0" timeOffset="28136.299">1431 4051,'19'-6,"0"0,0 0,0 2,1 1,-1 0,1 1,0 2,0 0,-1 0,12 3,-28-2,1 0,0 1,0-1,-1 1,1-1,-1 1,0 0,1 0,-1 1,0-1,0 1,0-1,0 1,-1 0,1 0,-1 0,0 0,0 1,0-1,0 1,-1-1,1 1,-1 0,0-1,0 1,0 0,0 0,-1 0,0 0,0 0,1 9,-2-1,0 1,-1-1,0 1,0-1,-1 0,-1 0,-5 11,-11 19,-2 0,-2-1,-2-1,-15 16,25-35,10-12,4-7,-1 1,1-1,0 1,1-1,-1 1,0 0,1 0,-1 0,1-1,0 2,0-1,0 0,0 0,1 0,-1 0,1 2,16 4,92-36,275-86,-305 94</inkml:trace>
  <inkml:trace contextRef="#ctx0" brushRef="#br0" timeOffset="32777.334">11057 4038,'18'48,"-2"0,-2 1,-2 0,-2 1,-2 0,-3 3,10 32,-9-77,-4-21,-7-67,2 68,1 0,0 0,1 0,0 0,1 0,1-1,-1 1,2 0,0 0,0 0,2 1,-1-1,1 1,1-1,0 1,0 0,5-5,-9 14,-1 1,1-1,0 1,0-1,1 1,-1 0,0 0,0-1,1 1,-1 0,0 0,1 0,-1 0,1 0,-1 1,1-1,0 0,-1 1,1-1,0 1,-1 0,1-1,0 1,0 0,-1 0,1 0,0 0,0 1,-1-1,1 0,0 1,-1-1,1 1,0-1,-1 1,1 0,-1 0,1 0,-1 0,2 1,4 9,-1 0,0 1,-1 0,0 1,-1-1,0 1,-1 0,-1 0,0 0,0 1,-1-6,23 118,-24-125,1-1,-1 1,0-1,0 1,0-1,1 1,-1-1,0 1,1-1,-1 1,0-1,1 1,-1-1,1 1,-1-1,1 0,-1 1,0-1,1 0,0 1,-1-1,1 0,-1 0,1 0,-1 1,1-1,-1 0,1 0,0 0,-1 0,1 0,-1 0,1 0,0 0,-1 0,1 0,-1 0,1-1,-1 1,1 0,-1 0,1-1,0 1,-1 0,0-1,1 1,-1 0,1-1,-1 1,1-1,-1 1,0 0,1-1,-1 1,0-1,1 1,-1-1,0 0,0 1,1-1,-1 1,21-39,-20 36,35-83,49-95,-46 142,-38 38,0 1,0-1,1 1,-1-1,0 1,0-1,0 1,1 0,-1 0,0 0,0 0,1 0,-1 0,0 0,1 0,-1 0,0 1,0-1,0 0,1 1,-1-1,0 1,0 0,0-1,0 1,0 0,0-1,0 1,0 0,0 0,0 0,0 0,-1 0,1 0,0 0,-1 0,1 0,-1 0,1 1,-1-1,1 0,3 13,0 0,0 0,-2 0,1 0,-2 0,0 1,-1-1,0 0,-2 5,2 10,-1 4,11 104,-9-132,1 1,0-1,0 0,0 0,1 0,-1 0,1 0,0 0,1-1,-1 0,1 1,0-1,0 0,0-1,0 1,1-1,0 0,-1 0,1 0,0-1,1 0,4 2,-1-1,0-1,0-1,0 0,0 0,0 0,1-1,-1-1,0 1,0-2,0 1,0-1,1-1,28-8</inkml:trace>
  <inkml:trace contextRef="#ctx0" brushRef="#br0" timeOffset="33122.014">12046 4439,'1'8,"-1"-1,1 0,1 0,-1 1,1-1,1 0,-1-1,1 1,1 0,-1-1,1 1,0-1,0 0,1-1,-1 1,2-1,-1 0,0 0,1 0,0-1,0 0,0 0,1 0,-1-1,1 0,0 0,0-1,0 0,0 0,1 0,0-2,1 1,0-1,0-1,0 1,0-2,-1 1,1-1,0 0,-1-1,0 0,1 0,6-5,-11 6,0 0,-1 0,1 0,-1-1,0 1,0-1,0 0,0 0,0 0,0 0,-1-1,1 1,-1 0,0-1,0 0,0 0,-1 0,0 1,1-1,-1-1,0 1,-1 0,1 0,-1 0,0 0,0 0,0-1,-1 1,0-2,0 1,-1 0,0-1,0 1,-1 0,1 1,-1-1,0 0,0 1,-1-1,1 1,-1 0,0 0,0 1,-1-1,1 1,-1 0,1 0,-1 0,0 0,-8-3,-1 0,1 0,-1 1,0 1,0 0,0 1,-3 0,10 2,-1 0,0 0,0 1,1 0,-1 0,0 1,0 0,0 0,1 1,-1 0,1 0,-1 1,1-1,0 2,0-1,0 1,0 0,1 1,0 0,0 0,0 0,0 0,1 1,-1 2,-11 16</inkml:trace>
  <inkml:trace contextRef="#ctx0" brushRef="#br0" timeOffset="33886.526">10950 3850,'332'27,"61"-4,101-19,-482-4</inkml:trace>
  <inkml:trace contextRef="#ctx0" brushRef="#br0" timeOffset="35900.649">11164 5829,'33'58,"-3"1,-2 2,-3 1,1 11,16 65,-57-212,13 58,2 0,0 0,1 0,0 0,1 0,1 0,1 1,0-1,1 1,0 0,1 0,1 0,1 1,0 0,0 1,2-1,-1 2,2-1,6-4,-16 15,0 1,0-1,0 1,0-1,1 1,-1 0,0 0,1 0,-1-1,1 1,0 1,-1-1,1 0,0 0,-1 1,1-1,0 1,0-1,-1 1,1 0,0 0,0-1,0 1,0 1,0-1,-1 0,1 0,0 1,0-1,0 1,-1-1,1 1,0 0,-1 0,1 0,-1 0,1 0,-1 0,1 0,-1 0,0 1,1-1,-1 0,0 1,0-1,0 1,0 0,0-1,0 2,6 18,-2 1,0-1,-1 1,-1 0,-1 1,-2-1,0 3,10 91,-10-112,1 1,-1-1,1 1,0 0,0 0,0-1,1 1,-1-1,1 1,0-1,1 0,-1 0,1 0,0 0,0 0,2 2,-3-6,1 0,-1 0,0 0,0-1,0 1,0-1,0 0,0 1,0-1,0 0,0 0,0 0,0 0,-1-1,1 1,0 0,-1-1,1 1,-1-1,0 0,1 1,-1-1,0 0,0 0,0 0,0 0,0 0,-1 0,1 0,-1 0,1-1,14-36,-2 0,-1-1,-2 0,4-37,-10 55,2-7,-2 21,-2 20,1 81,-5-73,2 1,0-1,1 0,1 0,1 0,1 0,1 0,0-1,2 0,5 11,-10-26,1-1,-1 1,1-1,0 1,0-1,1 0,-1-1,1 1,-1-1,1 1,0-1,0 0,0 0,0-1,0 1,0-1,0 0,1 0,-1 0,0 0,1-1,2 0,21 1</inkml:trace>
  <inkml:trace contextRef="#ctx0" brushRef="#br0" timeOffset="36185.886">12046 6378,'17'-109,"4"2,14-30,-30 123,-2 19,-2 28,-1-28,-2 49,2-1,3 1,2-1,2 1,3-2,2 1,10 25,-7-44</inkml:trace>
  <inkml:trace contextRef="#ctx0" brushRef="#br0" timeOffset="37235.412">11083 5549,'0'1,"0"1,0-1,0 1,0-1,1 1,-1-1,0 1,1-1,-1 0,1 1,-1-1,1 0,0 1,0-1,-1 0,1 0,0 0,0 1,0-1,0 0,0-1,1 1,-1 0,0 0,0 0,0-1,1 1,-1 0,1-1,-1 1,0-1,1 0,-1 1,1-1,-1 0,2 0,21 7,2-1,-1-1,1-2,-1 0,1-2,4 0,-15-1,215-1,192-28,-361 24,-45 4,-26 3,4-2</inkml:trace>
  <inkml:trace contextRef="#ctx0" brushRef="#br0" timeOffset="39621.551">12755 9720,'26'554,"-17"-505,-9-49,1 0,-1 1,1-1,-1 0,1 0,-1 1,1-1,-1 0,0 0,1 0,-1 0,1 0,-1 0,1 0,-1 0,1 0,-1 0,1 0,-1 0,1 0,-1 0,1 0,-1 0,1-1,-1 1,1 0,-1 0,1 0,-1-1,0 1,1 0,-1-1,0 1,1 0,-1-1,0 1,1-1,-1 1,0 0,1-1,-1 1,0-1,0 1,0-1,0 1,1-1,-1 1,0-1,0 1,0-1,0 1,0-1,22-43,-1-2,-3 0,-1-1,0-14,3-1,31-104,-41 142,-9 23,-1 1,0 0,1 0,-1 0,1 0,-1 0,0 0,1 0,-1 0,1 0,-1 0,0 0,1 0,-1 0,1 0,-1 0,0 0,1 0,-1 0,1 1,-1-1,0 0,1 0,-1 0,0 1,1-1,-1 0,0 0,1 1,-1-1,0 0,0 1,1-1,-1 0,0 1,0-1,0 1,0-1,1 0,-1 1,0-1,0 1,0-1,0 0,0 1,0-1,0 1,0-1,0 1,0-1,0 0,0 1,0-1,-1 1,1-1,0 0,0 1,0-1,-1 0,1 1,0-1,0 0,-1 1,1-1,0 0,-4 135,0-104,3-1,0 1,2-1,1 1,2-1,1 1,-5-29,0 1,0 0,1-1,-1 1,1 0,0-1,-1 1,1-1,0 1,1-1,-1 1,0-1,1 0,-1 1,1-1,0 0,0 0,0 0,0-1,0 1,0 0,0-1,0 1,1-1,-1 0,1 0,-1 0,1 0,-1 0,1 0,0-1,-1 1,1-1,0 0,-1 0,1 0,0 0,0 0,-1-1,1 1,0-1,-1 1,1-1,-1 0,2-1,4-3,0 0,-1-1,1 0,-1 0,-1 0,1-1,-1 0,0-1,-1 1,0-1,0 0,-1 0,0-1,0 1,-1-1,3-8,1-9,-1 0,-1-1,-1 0,-1 0,-2-5,0-25,-1 57,0 0,0 0,0 1,1-1,-1 0,0 0,0 1,0-1,0 0,0 1,0-1,0 0,0 0,0 1,0-1,0 0,0 1,0-1,0 0,0 0,0 1,0-1,0 0,0 1,0-1,-1 0,1 0,0 1,0-1,0 0,0 0,-1 0,1 1,0-1,0 0,-1 0,1 0,0 1,0-1,-1 0,1 0,0 0,0 0,-1 0,1 0,0 0,0 0,-1 1,1-1,0 0,-1 0,1 0,0 0,0-1,-1 1,1 0,0 0,-1 0,1 0,0 0,0 0,-1 0,1 0,0-1,0 1,-8 38,2 0,2 1,1-1,2 29,1-36,-1 3,-1-17,1-1,0 1,2-1,0 1,0-1,2 0,0 1,1-1,0 0,2-1,2 6,5-2</inkml:trace>
  <inkml:trace contextRef="#ctx0" brushRef="#br0" timeOffset="39905.789">13409 10174,'10'-2,"0"0,-1 0,1 1,0 0,0 1,0 0,0 0,0 1,-1 0,1 1,0 0,-1 1,1 0,-1 0,0 1,0 0,0 1,0 0,-1 0,0 1,0 0,-1 0,1 1,-1 0,0 2,-2 0,0 0,0 1,-1-1,-1 1,1 0,-2 0,1 1,-2-1,1 0,-1 1,-1-1,0 1,-1 10,-30 138,17-103,-11 120,25-166</inkml:trace>
  <inkml:trace contextRef="#ctx0" brushRef="#br0" timeOffset="40152.132">13463 10455,'18'-2,"15"-1,14 0,10 0,6 1,2-1,-3-1,-8-3,-13-1</inkml:trace>
  <inkml:trace contextRef="#ctx0" brushRef="#br0" timeOffset="40491.736">12647 9318,'16'-2,"17"-1,14 3,14 5,14 4,9 6,7 2,1-2,-3-1,-8-2,-14-2,-12-3,-24-2,-23-4,-14-2</inkml:trace>
  <inkml:trace contextRef="#ctx0" brushRef="#br0" timeOffset="42187.032">14652 429,'-26'21,"0"2,2 1,1 1,0 1,2 0,1 2,2 1,0 0,2 1,1 1,2 0,1 1,-1 8,-1 37,4-1,4 1,2 0,6 45,-2-43,-45 782,35-758,4 0,4 1,5-1,5 0,4 0,4-1,22 69,-5-83,3-2,4-1,4-2,4-2,3-2,3-2,59 62,-34-46,-4 4,-4 3,-5 2,50 106,-83-135,-4 2,-3 1,-3 1,-4 1,-3 0,-4 2,-3 0,-3 0,-4 0,-4 0,-11 76,-19 11,-8-2,-32 75,13-43,14-30,6 1,-1 60,30-143,3 1,4 0,4-1,3 1,13 61,1-54,4-1,4-1,5-1,31 64,183 332,-159-332,-7 4,-7 3,47 159,-105-272,-2 0,-2 1,-2 1,-2-1,-3 1,-1 0,-3 0,-2 0,-2-1,-3 1,-9 32,-21 32,-6-2,-4-2,-48 79,37-79,6 3,4 3,-11 50,46-113,1 1,4 0,1 1,3 0,3 0,2 0,2 0,3 0,2-1,6 21,90 309,-58-230,-5 1,-4 27,-24-91,-5 1,-3-1,-5 1,-3 0,-5-1,-4 0,-16 60,-42 118,33-135,5 2,-6 81,25-8,8 0,17 122,-3 152,-12-407,2-37,0 1,3-1,1 1,4 13,5-12,3-12</inkml:trace>
  <inkml:trace contextRef="#ctx0" brushRef="#br0" timeOffset="44773.614">3048 12660,'-9'6,"0"1,0 0,0 1,1-1,0 1,0 1,1 0,1 0,-1 0,1 1,1 0,0 0,0 0,1 1,0-1,1 1,0 0,1 0,0 0,1 1,0-1,0 0,2 1,0 9,0-16,1-1,-1 1,1 0,0-1,0 0,0 1,0-1,1 0,0 0,0 0,0 0,0-1,1 1,-1-1,1 0,0 0,0 0,0 0,0-1,1 0,-1 0,1 0,-1 0,1-1,0 1,-1-1,1-1,0 1,0 0,0-1,0 0,14 0,-1 0,0-1,0-1,0-1,0-1,0 0,14-6,-15 4,-1 0,0-1,1 0,-2-2,0 0,0 0,0-2,-1 1,-1-2,0 0,0-1,-1 0,-1-1,0 0,-1-1,1-23,-34 55,19-9,0-1,0 1,0 0,1 0,0 0,1 0,0 1,0-1,1 1,-1 1,2-7,0 1,0-1,0 1,0 0,0-1,1 1,0-1,-1 0,1 1,1-1,-1 1,0-1,1 0,-1 0,1 0,0 0,0 0,1 0,-1-1,0 1,1-1,0 1,-1-1,1 0,0 0,1 0,6 2,0-1,1 0,-1 0,1-2,0 1,-1-1,1-1,0 0,0 0,0-1,0 0,-1-1,1-1,-1 1,1-2,-1 1,0-1,0-1,-1 0,1 0,-1-1,0 0,0-1,1-2,-2 2,0-1,-1 0,0-1,0 1,-1-1,0-1,0 1,-1-1,0 0,-1 0,0-1,-1 1,0-1,-1 1,0-1,-1 0,1-3,-3-6,1 20,0 0,0 0,0 0,0 1,0-1,0 0,0 0,-1 0,1 0,0 1,0-1,0 0,0 0,0 0,0 0,0 0,-1 1,1-1,0 0,0 0,0 0,0 0,0 0,-1 0,1 0,0 0,0 0,0 0,-1 0,1 1,0-1,0 0,0 0,0 0,-1 0,1 0,0-1,0 1,0 0,0 0,-1 0,1 0,0 0,0 0,0 0,0 0,-1 0,-3 21,3-14,1 0,0 0,0 1,1-1,0 0,0 0,1 0,0 0,0 0,1 0,0-1,0 1,0-1,1 0,0 0,0 0,0 0,1-1,0 0,0 1,1-2,-1 1,1-1,0 0,0 0,0 0,1-1,3 1,12 5,1-2,-1 0,1-2,0 0,6-1,46 5</inkml:trace>
  <inkml:trace contextRef="#ctx0" brushRef="#br0" timeOffset="49454.878">12888 12447,'-13'47,"2"0,2 1,2 1,2-1,3 1,1-1,3 1,6 34,19 282,-27-353,2-1,-2-1,1 1,-1-1,-1 1,0-1,-1 1,0-1,0 0,-1 0,0 0,-1 0,-3 6,6-14,0-1,0 0,1 0,-1 1,0-1,0 0,0 0,0 0,0 0,-1 0,1-1,0 1,0 0,0 0,-1-1,1 1,0-1,-1 1,1-1,-1 1,1-1,0 0,-1 0,1 0,-1 0,1 0,-1 0,1 0,-1 0,1-1,0 1,-1 0,1-1,-1 1,1-1,0 0,0 1,-1-1,1 0,0 0,-1-1,-39-49,28 19,3 0,0-1,2 0,1 0,2-1,1 0,2 0,2 0,0 0,3 0,0 0,1-13,1 1,3 1,1-1,3 2,1-1,3 2,1 0,22-40,6 22,-43 60,-1-1,1 0,0 1,0-1,-1 1,1 0,0-1,0 1,0 0,0 0,0 0,1 1,-1-1,0 0,0 1,1 0,-1-1,0 1,0 0,1 0,-1 0,0 0,1 1,-1-1,0 1,0-1,0 1,1 0,0 0,5 6,0 0,-1 0,0 1,0 0,0 0,-1 0,-1 1,1 0,-2 0,1 0,-1 1,0 1,7 11,44 100,-54-120,0 0,0 0,0 0,0 0,0 1,-1-1,1 0,-1 0,1 0,-1 1,0-1,0 0,0 1,0-1,0 0,0 0,-1 1,1-1,-1 0,0 0,0 0,1 0,-1 0,0 0,-1 0,1 0,0 0,-1 0,1 0,-1-1,1 1,-1-1,0 1,0-1,1 0,-1 1,0-1,0 0,0 0,-1-1,1 1,-2 0,-3 1,-1 0,0-1,1 0,-1 0,0-1,0 0,0-1,0 0,1 0,-1 0,0-1,1 0,-1-1,1 1,0-1,0-1,0 0,-1 0,7 3,1 1,-1-1,1 0,-1 0,1 1,-1-1,1 0,0 0,-1 1,1-1,0 0,-1 0,1 0,0 0,0 0,0 1,0-1,0 0,0 0,0 0,0 0,0 0,0 0,1 1,-1-1,0 0,1 0,-1 0,0 1,1-1,-1 0,1 0,-1 1,1-1,0 0,-1 1,1-1,-1 1,1-1,0 1,0-1,-1 1,1-1,0 1,0-1,0 1,-1 0,1 0,0 0,0-1,0 1,0 0,0 0,0 0,-1 0,1 0,0 0,0 1,0-1,0 0,31-5,1 0,0 3,-1 1,16 1,7 0,-23 1,0-1,1-1,-1-2,0-1,0-2,0-1,-1-2,0-1,-1-1,6-4,-32 13,0 0,0 0,-1 0,1 0,-1 0,0-1,1 1,-1-1,0 0,-1 0,1 0,0 0,-1-1,0 1,0-1,0 0,0 1,0-1,-1 0,0 0,0 0,0 0,0 0,0 0,-1 0,0 0,0-1,0 1,0 0,-1 0,0 0,1 0,-2 0,1 0,0 0,-1 0,1 1,-1-1,-1-1,-4-2,0 0,0 1,-1 0,1 1,-1-1,0 1,-1 1,1 0,-1 0,0 1,0 0,0 0,0 1,0 0,-1 1,1 0,-1 0,1 1,-1 0,-8 2,12-1,1 0,-1 0,1 1,-1-1,1 1,0 1,0-1,0 1,0 0,1 0,-1 0,1 0,-1 1,1 0,0 0,1 0,-1 1,1-1,0 1,0-1,0 1,0 0,1 1,0-1,0 0,1 0,-1 1,1-1,0 1,1-1,-1 1,1 0,0-1,1 3,0 4,1 0,0-1,1 1,0 0,1-1,0 0,1 0,0 0,1 0,0-1,1 0,0 0,0-1,1 0,6 6,5 3,0-1,2-1,-1 0,2-2,0 0,20 8,49 16,-7-10</inkml:trace>
  <inkml:trace contextRef="#ctx0" brushRef="#br0" timeOffset="47271.276">8797 12554,'-11'0,"0"1,-1 0,1 1,0 0,0 1,0 0,0 1,0 0,1 1,0 0,0 0,0 1,1 0,-1 1,2 0,-1 1,1 0,0 0,0 1,1-1,1 2,-1-1,1 1,1 0,0 0,0 1,1-1,0 1,0 4,3-10,1 0,-1 0,1 0,0 0,0 0,1-1,0 1,-1 0,2 0,-1-1,0 1,1 0,0-1,0 1,0-1,1 0,-1 0,1 0,0 0,0 0,1-1,-1 1,1-1,0 0,-1 0,1 0,1-1,-1 1,0-1,1 0,-1 0,1-1,-1 1,1-1,0 0,0 0,-1-1,1 1,0-1,0 0,0 0,2-1,6 0,-1 0,0-1,0 0,1-1,-2 0,1-1,0 0,-1-1,0 0,0-1,0 0,-1-1,1 0,-2-1,1 0,-1 0,0-1,-1 0,0-1,-1 0,0 0,0 0,-1-1,0 0,-1-1,-1 1,4-11,-8 18,0 0,0-1,0 1,0 0,0 0,-1-1,0 1,0 0,0 0,-1 0,1 0,-1 0,0 1,-1-2,3 3,-1 1,0 0,0-1,0 1,0 0,0 0,0 0,0 0,0 0,-1 0,1 0,0 1,0-1,-1 0,1 1,-1-1,1 1,0-1,-1 1,1-1,-1 1,1 0,-1 0,1 0,-1 0,1 0,-1 0,1 0,-1 1,1-1,-1 0,1 1,-1 0,1-1,0 1,-1 0,1-1,0 1,0 0,-2 1,0 1,0 0,0 0,0 0,0 1,0-1,1 1,-1 0,1 0,0-1,0 2,0-1,1 0,0 0,-1 0,2 1,-1-1,0 0,1 1,0-1,0 1,0-1,0 1,1-1,0 0,0 1,0-1,0 0,1 0,0 1,0-1,0-1,0 1,0 0,1 0,0-1,-1 1,1-1,1 0,-1 0,4 2,4 3,1 0,0-1,0 0,1-1,-1-1,2 0,-1 0,6 0,50 12</inkml:trace>
  <inkml:trace contextRef="#ctx0" brushRef="#br0" timeOffset="47885.178">9493 12608,'-9'-3,"1"1,-1 0,0 1,1 0,-1 0,0 1,0 0,1 0,-1 1,0 0,1 1,-1 0,1 0,-1 1,1 0,0 1,0 0,0 0,1 0,0 1,-1 0,1 0,1 1,-1 0,1 0,0 1,1 0,0 0,0 0,0 1,-1 3,4-7,1 0,0 1,0-1,0 1,1 0,0-1,-1 1,1 0,1-1,-1 1,1-1,0 1,0-1,0 1,1-1,-1 1,1-1,0 0,0 0,1 0,-1 0,1 0,0-1,0 1,0-1,1 1,-1-1,1 0,-1-1,1 1,3 1,4 2,1 1,0-2,0 1,0-2,1 0,0 0,-1-1,1-1,1 0,9 0,-5-2,0 0,0-2,0 0,-1-1,1-1,-1 0,1-1,-1-1,-1-1,1 0,-1-2,0 1,-1-2,0 0,-1-1,0 0,0-2,-1 1,-1-1,0-1,-1 0,-1-1,0 0,6-13,5-24,-3-1,-2-1,-2 0,-3-1,-2 0,-3-1,-2 0,-2 0,-3-7,3 13,-2-1,-2 1,-2-1,-9-37,-10 27,22 59,0 1,0 0,0-1,0 1,0 0,0 0,0 0,-1 0,1 0,0 0,-1 0,1 0,0 0,-1 0,1 1,-1-1,1 1,-1-1,0 1,1 0,-1-1,0 1,1 0,-1 0,1 0,-1 0,0 1,1-1,-1 0,1 1,-1-1,0 1,1-1,-1 1,1 0,-1 0,-6 4,1 0,0 1,1 0,-1 0,1 1,0 0,1 0,0 0,0 0,0 1,1 0,-1 2,-8 21,1 0,1 0,2 1,1 0,1 0,2 1,1 0,2 0,2 0,0 1,2-1,2 0,1-1,1 1,2-1,2 0,0-1,2 0,1 0,2-2,16 26,-9-17,2 0,1-1,2-2,2 0,0-2,3-2,16 13,-44-39,1 0,0 0,0-1,0 0,1 0,-1 0,1 0,0-1,0 0,1-1,-1 1,0-1,1 0,0 0,-1-1,1 0,0 0,0-1,-1 0,1 0,0-1,0 1,-1-1,1-1,3-1,1-5,-1 0,-1-1,1-1,-2 1,1-2,-1 1,-1-1,0 0,0-1,-1 1,1-5,13-21,95-145,-115 182,0 1,0 0,0-1,0 1,0 0,1-1,-1 1,0 0,0-1,1 1,-1 0,0-1,1 1,-1-1,1 1,-1-1,1 1,-1-1,1 1,-1-1,1 1,-1-1,1 0,0 1,-1-1,1 0,0 1,-1-1,1 0,0 0,-1 0,1 0,0 0,-1 0,1 0,0 0,0 0,-1 0,1 0,0 0,-1 0,1 0,0-1,-1 1,1 0,0 0,-1-1,1 1,-1-1,1 1,0-1,-1 1,1 0,-1-1,0 0,1 1,-1-1,1 1,-1-1,0 0,1 1,-1-1,0 1,0-1,-16 117,12-97,0 0,1 0,1 0,0 1,2-1,0 6,1-21,-1-1,1 1,-1-1,1 1,0-1,1 1,-1-1,0 0,1 0,0 1,0-1,0 0,0-1,0 1,0 0,1-1,0 1,-1-1,1 0,0 0,0 0,0 0,0 0,0 0,1-1,-1 0,0 0,1 0,-1 0,1 0,-1-1,1 1,0-1,2 0,33-4,-2-3</inkml:trace>
  <inkml:trace contextRef="#ctx0" brushRef="#br0" timeOffset="48039.349">10656 12501,'-19'-14,"-14"-9,-11-5,-10-5,5 4</inkml:trace>
  <inkml:trace contextRef="#ctx0" brushRef="#br0" timeOffset="48222.858">9787 12126,'16'-3,"21"0,24 1,26-3,20-2,12 0,-14 2</inkml:trace>
  <inkml:trace contextRef="#ctx0" brushRef="#br0" timeOffset="48403.376">10802 12567,'2'20,"2"-1,0 0,1 0,0 0,2 0,0-1,1 0,1-1,1 1,1-1,-10-15,0 1,1-1,0 0,-1 0,1 1,0-2,0 1,0 0,0 0,1 0,-1-1,0 1,1-1,-1 0,1 0,-1 0,1 0,0 0,-1-1,1 1,0-1,0 1,-1-1,1 0,0 0,0 0,-1-1,1 1,0-1,0 1,-1-1,1 0,-1 0,1 0,-1-1,1 1,-1 0,1-1,-1 0,0 1,0-1,0 0,1-2,9-12,-1-1,0 0,-2-1,0 0,-1 0,0-1,-2 0,0 0,-1 0,-1-3,1 3,27-90,-23 92</inkml:trace>
  <inkml:trace contextRef="#ctx0" brushRef="#br0" timeOffset="48705.568">11203 12834,'48'-28,"-3"-2,0-2,-2-3,-1 0,32-38,-74 72,9-7,0 0,-1-1,-1 0,1 0,-2-1,1 0,-1 0,-1 0,0-1,0 0,2-10,-7 20,1 0,-1 0,0-1,0 1,0 0,0 0,0-1,0 1,0 0,0 0,0-1,-1 1,1 0,-1 0,1 0,-1 0,1-1,-1 1,1 0,-1 0,0 0,0 0,0 0,1 0,-1 1,0-1,0 0,0 0,0 1,-1-1,1 0,0 1,0-1,0 1,0-1,-1 1,1 0,0 0,0-1,0 1,-1 0,1 0,0 0,-1 0,1 1,0-1,0 0,0 0,-63 17,53-12,0 1,0 0,0 1,1 1,0 0,1 0,0 0,0 1,-5 8,11-14,0 0,0 1,1-1,0 1,0-1,0 1,0 0,0 0,1 0,-1 0,1 0,0 0,1 0,-1 1,1-1,-1 0,1 0,1 1,-1-1,1 0,-1 0,1 1,0-1,1 0,-1 0,1 0,-1-1,1 1,0 0,2 1,6 5,0-1,1 0,1 0,-1-1,1 0,1-1,-1-1,1 0,1 0,-1-2,1 1,-1-2,13 2,-25-4,102 22,-2-5</inkml:trace>
  <inkml:trace contextRef="#ctx0" brushRef="#br0" timeOffset="45020.953">4894 12647,'0'21,"0"15,0 11,2 7,5-2,7-5,7-7,2-12,-2-10</inkml:trace>
  <inkml:trace contextRef="#ctx0" brushRef="#br0" timeOffset="45271.79">4760 12286,'5'14,"10"13,12 9,1-1</inkml:trace>
  <inkml:trace contextRef="#ctx0" brushRef="#br0" timeOffset="45450.316">5161 12928,'27'-16,"-2"-1,0-2,-1 0,-1-2,-1 0,11-16,-30 35,2-4,1 1,-1-1,0 0,0 0,0-1,-1 0,0 1,-1-1,1-1,-1 1,-1 0,1-1,-1 1,0-3,-3 8,0-1,0 1,0-1,-1 1,1 0,0 0,-1 0,1 0,-1 0,0 0,0 0,0 0,0 0,0 1,0-1,0 1,0 0,-1-1,1 1,-1 0,1 0,-1 1,1-1,-1 0,1 1,-1 0,0-1,1 1,-1 0,1 1,-1-1,0 0,1 1,-1-1,1 1,-1 0,1 0,-1 0,1 0,-1 1,-5 0,0 1,0 1,0-1,1 1,0 0,0 1,0 0,0 0,1 1,0-1,0 1,0 1,1-1,0 1,0 0,1 0,-2 2,4-4,0-1,0 0,0 1,1-1,-1 1,1-1,0 1,0-1,1 1,0 0,-1 0,1-1,1 1,-1 0,1 0,0-1,0 1,0-1,1 1,-1-1,1 1,0-1,0 0,1 0,-1 0,1 0,0 0,0-1,1 1,-1-1,2 1,8 5,0-1,2 0,-1-1,0-1,1 0,1-1,-1 0,0-1,1-1,0-1,0 0,1-1,58 7</inkml:trace>
  <inkml:trace contextRef="#ctx0" brushRef="#br0" timeOffset="45973.612">5816 12608,'-4'-3,"-1"1,0-1,0 1,0 1,0-1,0 1,-1-1,1 2,0-1,-1 0,1 1,0 0,-1 1,1-1,0 1,0 0,-1 0,1 0,0 1,0 0,0 0,0 0,1 1,-1-1,0 1,1 0,0 1,0-1,0 1,0 0,-2 2,2-1,0 0,0 0,1 1,-1 0,1-1,1 1,-1 0,1 0,0 0,0 1,1-1,-1 0,2 1,-1-1,1 1,0-1,0 1,0-1,1 1,0-1,1 0,-1 1,1-1,0 0,1 0,-1 0,1 0,1-1,-1 1,1-1,0 1,0-1,0-1,1 1,-1-1,1 1,2 0,15 8,2-1,0 0,0-2,1-1,0 0,1-2,0-1,24 2,19 7,-17 3,-52-17,1 0,-1 0,0 0,1 0,-1 0,0 0,0 0,0 0,0 0,0 0,0 1,0-1,0 0,0 0,-1 0,1 0,0 0,-1 0,1 0,-1 0,1 0,-1-1,1 1,-1 0,0 0,1 0,-1 0,0-1,0 1,1 0,-1-1,0 1,0-1,0 1,0-1,0 1,0-1,0 0,0 1,0-1,0 0,0 0,0 0,0 0,0 1,0-2,-1 1,-21 7,-1-1,1-1,-1-1,0-1,0-2,-5 0,26-1,1 1,0 0,0-1,1 1,-1-1,0 0,0 1,0-1,0 0,1 0,-1 0,0 0,0-1,0 1,0 0,1-1,-1 0,0 1,1-1,-1 0,0 1,1-1,-1 0,1 0,-1-1,1 1,-1 0,1 0,0-1,0 1,0-1,-1 1,1-1,1 1,-1-1,0 0,0-1,3-3,1 0,-1 1,1-1,1 1,-1-1,1 1,0 0,0 1,0-1,1 1,1-1,-6 5,28-27,2 2,0 1,2 1,0 2,1 2,2 0,0 3,0 0,8 0,-38 14,-1 0,1 0,-1 0,1 0,0 1,0 0,0 0,-1 0,1 0,0 1,0 0,0 0,0 0,0 1,0 0,0 0,0 0,0 0,-1 1,1 0,-1 0,1 0,-1 0,2 2,2 7,-1 0,0 1,-1 0,0 0,-1 1,0-1,-1 1,0 1,-1-1,-1 0,1 7,3 9,-5-23,29 79,-29-85,-1 1,0-1,1 1,-1-1,1 1,-1-1,1 1,-1-1,1 0,-1 1,1-1,-1 0,1 1,-1-1,1 0,0 0,-1 0,1 1,0-1,-1 0,1 0,-1 0,1 0,0 0,-1 0,1 0,0 0,-1 0,1-1,-1 1,1 0,0 0,-1-1,1 1,-1 0,1-1,-1 1,1 0,-1-1,1 1,-1-1,1 1,-1-1,1 1,-1-1,0 1,1-1,-1 1,0-1,17-30,-16 30,10-26</inkml:trace>
  <inkml:trace contextRef="#ctx0" brushRef="#br0" timeOffset="46218.956">6324 12246,'0'20,"7"17,9 12,2-1</inkml:trace>
  <inkml:trace contextRef="#ctx0" brushRef="#br0" timeOffset="46671.951">6619 12902,'12'-17,"0"0,-1-1,-1 0,-1 0,0-1,-1-1,-1 1,-1-1,-1 0,-1-1,-1 1,0-1,-2 0,0 1,-1-1,-1 0,-1 0,-1 1,-3-9,6 26,-1-1,0 1,0-1,0 1,0-1,0 1,-1 0,1-1,-1 1,0 0,0 0,-1 0,1 0,0 1,-1-1,0 1,1-1,-1 1,0 0,0 0,-2 0,3 2,1 1,-1 0,0 0,1 0,-1 0,0 0,1 0,0 0,-1 1,1-1,0 0,-1 1,1-1,0 1,0 0,0-1,0 1,1 0,-1 0,0-1,1 1,-1 0,1 0,0 0,-1 0,1 0,0 0,0-1,0 1,1 2,-1 2,0-1,1 1,-1-1,1 1,1 0,-1-1,1 0,0 1,0-1,1 0,-1 0,1 0,0 0,0-1,1 1,0-1,-1 0,2 0,-1 0,0 0,1-1,-1 0,1 0,0 0,0 0,1-1,16 9,1-2,0 0,0-2,1 0,8 0,-10-2,68 22,-86-25,-1 0,0 0,0 0,0 0,0 1,0-1,-1 1,1-1,-1 1,0 0,1 0,-1 0,-1 1,1-1,0 0,-1 1,1-1,-1 1,0-1,-1 1,1 0,0-1,-1 4,-7 117,7-121,0-1,1 0,-1 1,1-1,0 1,-1-1,1 0,0 0,0 1,0-1,1 0,-1 0,0 0,1 0,-1 0,1-1,0 1,0 0,0-1,0 1,0-1,0 0,0 1,0-1,0 0,0 0,1 0,-1-1,0 1,1-1,-1 1,1-1,-1 0,1 0,-1 0,0 0,1 0,0-1,92-21,-81 15,0-1,0 0,-1-1,0-1,-1 0,0 0,-1-1,0-1,0 0,-1 0,-1-1,0 0,-1-1,0 0,-1 0,-1 0,0-1,1-9,6 158,15-67,-27-66,-1 1,1 0,1-1,-1 1,0-1,0 1,0-1,1 0,-1 0,1 1,-1-1,1 0,0 0,-1 0,1-1,0 1,-1 0,1-1,0 1,0-1,0 1,-1-1,1 0,0 0,0 0,0 0,0 0,0 0,0-1,-1 1,1-1,0 1,0-1,0 1,0-2,15-8</inkml:trace>
  <inkml:trace contextRef="#ctx0" brushRef="#br0" timeOffset="46924.276">7501 12353,'-16'-2,"-10"-1,-5 0,-1 1,4 2,7 4,14 6,17 6,7 0</inkml:trace>
  <inkml:trace contextRef="#ctx0" brushRef="#br0" timeOffset="43157.466">228 12273,'0'25,"0"20,2 15,1 12,2 4,1 2,1-7,-1-10,2-16,-2-15</inkml:trace>
  <inkml:trace contextRef="#ctx0" brushRef="#br0" timeOffset="43452.674">174 12206,'139'161,"-109"-127,12 10,-2 2,-2 2,-2 2,-2 1,-1 5,-29-50,-1 0,1 0,-1 0,0 1,-1-1,0 1,0-1,0 1,-1 0,1 0,-2 0,1 0,-1-1,0 1,-1 0,1 0,-1 0,-1 0,1 0,-1-1,0 1,-1-1,0 1,0-1,0 0,-1 0,0 0,-1 1,-8 3,-1-1,0-1,-1 0,0 0,0-2,-1 0,0-1,0 0,0-1,0-1,-1 0,1-2,-1 0,1 0,-17-3,-52-7,84 9,0 0,0 0,1 0,-1 0,0 0,1 0,-1 0,0 0,0 0,1 0,-1-1,0 1,1 0,-1-1,0 1,1 0,-1-1,0 1,1-1,-1 1,1-1,-1 1,1-1,-1 0,1 1,0-1,-1 1,1-1,0 0,-1 1,1-1,0 0,0 0,-1 1,1-1,0 0,0 0,0 1,0-1,0 0,0 1,0-1,1 0,-1 0,10-10</inkml:trace>
  <inkml:trace contextRef="#ctx0" brushRef="#br0" timeOffset="43705.998">1271 12501,'-18'-7,"-1"1,0 2,1 0,-2 0,1 2,0 0,0 2,-1 0,1 1,0 1,0 0,0 2,0 0,-10 5,11-4,1 2,-1 1,1 0,0 1,1 0,0 2,1 0,0 1,8-7,0 1,1 0,0 1,0-1,0 1,1 0,0 1,1-1,-1 1,2 0,-1 0,1 0,0 0,1 1,-1-1,2 1,-1 0,1 1,1-3,1-1,-1 1,1 0,0-1,1 1,-1-1,1 1,1-1,-1 0,1 0,0 0,0 0,1 0,0-1,0 0,0 0,1 0,-1 0,1 0,3 1,4 4,1-1,1-1,0 0,0-1,0 0,1-1,0 0,3-1,19 4,0-2,0-1,0-3,1 0,-1-3,0-1,30-5,37-7</inkml:trace>
  <inkml:trace contextRef="#ctx0" brushRef="#br0" timeOffset="43872.553">1779 12501,'-11'15,"-4"18,0 16,4 11,2 4,4 1,5-3,2-12,1-12</inkml:trace>
  <inkml:trace contextRef="#ctx0" brushRef="#br0" timeOffset="44151.821">1779 12340,'43'67,"293"277,-325-331,-1 0,-1 1,0 0,-1 1,-1 0,4 9,-9-20,-1 0,0 0,1 0,-1 0,-1 0,1 0,-1 1,1-1,-1 0,-1 0,1 1,0-1,-1 0,0 0,0 0,0 0,-1 0,1 0,-1 0,0 0,0-1,0 1,-1-1,1 1,-1-1,0 0,0 0,0 0,-6 4,-1-1,0-1,0 0,0 0,-1-1,1 0,-1-1,0 0,0-1,0 0,0-1,-1 0,1-1,0 0,0 0,-1-2,1 1,0-1,0-1,0 0,1-1,-1 0,1 0,-10-6,-9-9</inkml:trace>
  <inkml:trace contextRef="#ctx0" brushRef="#br0" timeOffset="50412.462">670 13823,'21'-2,"0"0,1 1,0 1,-1 2,1 0,-1 1,0 1,0 0,0 2,-1 1,20 9,-30-12,1 1,-2 1,1 0,0 0,-1 1,0 0,-1 1,0 0,0 0,0 1,-1 0,-1 0,1 0,-1 1,-1 0,0 0,0 1,-1 0,-1-1,0 1,0 0,-1 1,0 0,-2 10,-1 0,0 0,-2-1,-1 1,0-1,-2 0,0 0,-1-1,-1 0,-1 0,-1 0,-1-1,-1-1,0 0,-1-1,-13 14,-5 15,31-46,0 1,0 0,1 0,-1 0,0-1,1 1,-1 0,0 0,1-1,-1 1,1 0,0-1,-1 1,1-1,-1 1,1-1,0 1,-1-1,1 1,0-1,0 1,-1-1,1 0,0 1,0-1,0 0,-1 0,1 0,0 0,0 0,0 0,0 0,-1 0,1 0,0 0,0 0,0-1,2 2,62 0,-1-3,1-3,-1-3,40-10,-45 9,7-2,222-26,-246 40,-37 0</inkml:trace>
  <inkml:trace contextRef="#ctx0" brushRef="#br0" timeOffset="50669.295">870 14065,'4'-3,"9"0,13-2,19-3,19-4,19-2,14-2,7 3,-4 2,-18 5</inkml:trace>
  <inkml:trace contextRef="#ctx0" brushRef="#br0" timeOffset="51553.48">1779 14145,'9'-8,"22"-17,-2-1,0-2,-2-1,-1-1,3-7,-27 35,1-1,-1 1,0 0,0-1,0 1,-1-1,1 1,-1-1,1 0,-1 0,0 0,0 0,0 0,0 0,-1 0,1 0,-1 0,0 0,0 0,0 0,0 0,-1 0,1-1,-1 1,1 0,-1 0,0 0,-1 1,1-1,0 0,-1 0,1 1,-1-1,0 1,0-1,0 1,-1-1,-5 0,-1 0,1 1,-1 0,1 1,-1 0,0 0,1 1,-1 0,0 1,1-1,-1 2,1-1,-1 1,1 1,-1-1,1 2,0-1,1 1,-1 0,0 0,1 1,0 0,-3 3,5-4,-1 0,1 1,-1 0,1 0,1 1,-1-1,1 1,0 0,0 0,0 0,1 1,0-1,0 1,1 0,0 0,0 0,1 0,0 0,0 0,0 0,1 0,0 0,1 0,-1 1,1-1,1 0,-1 0,1 0,0 0,1-1,0 2,6 8,1 0,0-1,1 0,1 0,0-2,1 1,1-2,0 1,0-2,1 0,0-1,1 0,1-2,-1 0,1 0,0-2,1 0,0-1,0 0,0-2,0 0,7-1,-17-1,-1 0,1 0,-1-1,1 0,-1 0,1-1,-1 0,1 0,-1-1,0 0,0 0,0-1,0 1,0-2,0 1,-1-1,1 0,-1 0,0-1,0 0,-1 0,0 0,1-1,-2 0,1 0,-1 0,2-3,3-9,-1-1,0 0,-2-1,0 0,-1 0,-1 0,-1 0,0-1,-2 0,0 1,-2-1,0 1,-1-1,-3-9,4 24,0 0,0 0,0 0,-1 0,0 0,0 1,0-1,-1 0,0 1,0 0,0-1,-1 1,0 1,0-1,0 0,0 1,-1 0,0 0,0 0,0 1,4 2,0 1,1-1,-1 1,0 0,0-1,1 1,-1 0,0 0,0-1,0 1,0 0,1 0,-1 0,0 0,0 0,0 0,0 0,0 1,1-1,-1 0,0 0,0 1,0-1,1 0,-1 1,0-1,0 1,1-1,-1 1,0-1,1 1,-1-1,1 1,-1 0,1-1,-1 1,1 0,-1 0,1-1,0 1,-1 0,1 0,0-1,0 1,-1 0,1 0,0 0,0 0,0 0,0-1,0 1,0 0,0 0,1 0,-1 0,0-1,0 1,1 0,-1 0,0 0,1-1,-1 1,1 0,-1-1,1 1,-1 0,1-1,-1 1,7 6,1 0,-1 0,1 0,1-1,-1-1,1 0,0 0,0 0,0-1,0 0,1-1,0 0,0-1,9 2,-8-1,61 15,110 39,-175-55,-1 2,1-1,-1 0,0 1,1 1,-2-1,1 1,0 0,-1 0,0 0,0 1,-1 0,0-1,0 2,0-1,0 1,-1-1,0 1,-1 0,1 0,-1 0,-1 0,1 0,-1 1,-13 121,6-98,6-28,-1-1,0 1,1-1,-1 1,1-1,0 1,0 0,0-1,0 1,0-1,0 1,1 0,-1-1,1 1,0-1,0 1,0-1,0 0,0 1,1-1,-1 0,0 0,1 0,0 0,0 0,-1 0,1 0,0-1,0 1,1-1,-1 1,0-1,0 0,1 0,-1 0,1 0,-1 0,1 0,-1-1,3 1,22 1,-1-1,0-2,1 0,-1-2,0-1,0-1,-1-1,1-1,11-6,87-29,-121 41,-1 0,1 1,-1-1,1 1,0 0,-1 0,1 0,0 0,-1 0,1 1,0-1,-1 1,1-1,-1 1,1 0,-1 0,1 0,-1 0,0 1,0-1,1 1,-1-1,0 1,1 2,3 0,3 1,2 0,-1-1,0 0,1 0,0-1,0-1,0 0,0 0,0-1,0-1,0 1,1-2,-1 0,0 0,0-1,0 0,0-1,-1 0,1-1,-1 0,1-1,-1 0,-1 0,1-1,1-2,-7 6,-1 0,0 0,0-1,0 1,-1-1,1 1,0-1,-1 0,0 0,0 0,0 0,0-1,0 1,-1 0,1-1,-1 0,0 1,0-1,0 0,0 1,-1-1,0 0,0 0,0 1,0-1,0 0,-1 0,0 1,1-1,-1 0,-1 1,1-1,-6-5,0 0,-1 1,0-1,0 2,-1-1,0 1,0 1,-1 0,1 0,-1 0,-1 2,1-1,-1 1,0 1,0 0,0 0,0 1,0 0,0 1,-1 1,1 0,-1 0,1 1,-5 1,10-2,0 0,0 1,0 0,1 0,-1 0,0 0,1 1,-1 0,1 0,-1 1,1-1,0 1,0 0,0 1,1-1,-1 1,1 0,-1 0,1 0,1 1,-1-1,1 1,0 0,0 0,0 0,0 1,1-1,0 0,0 1,1 0,-1-1,1 1,0 0,1 0,0 0,0 0,0 0,2 0,0 0,0 1,0-1,1 0,0 0,0-1,1 1,0-1,0 1,0-1,1-1,-1 1,4 2,31 26</inkml:trace>
  <inkml:trace contextRef="#ctx0" brushRef="#br0" timeOffset="52523.396">5095 14132,'-23'0,"0"2,1 1,-1 1,1 1,0 1,1 0,-1 2,1 0,1 2,-1 0,-7 7,24-16,0 1,1 0,-1 0,1 0,-1 0,1 1,0 0,0-1,0 1,0 0,1 0,-1 0,1 1,0-1,0 1,0-1,0 1,0 0,1-1,0 1,0 0,0 0,0 0,0 0,1 0,0 0,0 0,0 2,3-1,-1 0,1-1,1 0,-1 1,0-1,1-1,0 1,0 0,0-1,1 0,-1 0,1 0,-1-1,1 1,0-1,0 0,3 0,37 13,1-3,0-1,1-3,1-2,-1-1,1-3,16-2,3 2,-1-3,1-2,-1-4,0-2,51-15,-109 22,1 0,-1 0,-1-1,1 0,0 0,-1-1,1 0,-1-1,0 1,-1-1,1-1,5-5,-11 10,-1 0,1 1,0-1,0 0,-1 0,1 0,-1 0,1 0,-1 0,1 0,-1 0,0 0,1 0,-1 0,0 0,0 0,0 0,0 0,0 0,0 0,0 0,0 0,0 0,0 0,-1 0,1 0,0 0,-1 0,1 0,-1 0,1 0,-1 0,1 0,-1 0,0 0,1 1,-1-1,0 0,0 0,0 1,1-1,-1 1,0-1,0 0,-49-15,21 12,-1 1,1 2,-1 0,0 3,1 0,-1 2,1 1,0 1,0 2,-19 7,-24 28,71-42,0 0,-1 1,1-1,0 0,0 0,-1 1,1-1,0 1,1-1,-1 1,0 0,0-1,1 1,-1 0,0-1,1 1,0 0,-1 0,1-1,0 1,0 0,0 0,0-1,0 1,1 0,-1 0,0 0,1-1,0 1,-1 0,1-1,0 1,0-1,0 1,0-1,0 1,0-1,0 1,0-1,0 0,1 0,-1 0,2 1,9 5,0 0,1-1,-1 0,1-1,0-1,1 0,-1-1,1-1,0 0,-1 0,1-1,6-1,-4 1,1-1,0 0,-1-1,1-1,-1-1,0 0,1-1,-1-1,0 0,-13 3,0 1,0 0,0-1,0 1,1 1,-1-1,0 0,1 1,-1-1,0 1,1 0,-1 0,0 1,1-1,-1 1,0-1,2 2,7 1,0-1,1 0,-1-1,0 0,1-1,-1 0,0-1,1 0,-1-1,0 0,0-1,0-1,0 0,-1 0,1-1,-1-1,0 0,9-7,-5 3,-1 0,0-2,-1 1,0-2,-1 0,-1 0,0-1,0 0,-2-1,0 0,0-1,-1 0,-1-2,4-16,-2 0,-1 0,-2-1,-1 0,-2 0,-1-1,-2 1,-2 0,-1-1,-7-31,9 57,0-1,-1 1,-1-1,1 1,-2 0,1 0,-1 0,-1 1,0 0,0-1,-1 2,0-1,-4-4,7 11,1 0,0 1,0-1,-1 1,1 0,-1 0,1-1,-1 2,0-1,1 0,-1 0,0 1,0 0,1-1,-1 1,0 0,0 0,0 1,1-1,-1 1,0-1,1 1,-1 0,0 0,1 0,-1 0,1 0,-1 1,1-1,0 1,-1 0,-65 64,55-47,-1 1,2 0,1 1,1 1,0 0,2 0,0 1,2 0,1 0,0 0,2 1,0 8,2-16,0-1,1 0,1 1,0-1,1 0,1 0,1 0,0 0,1-1,0 1,1-1,0 0,2-1,-1 1,2-2,0 1,0-1,1 0,8 7,6-3,-1 0,2-1,0-2,1 0,0-2,1-1,0-1,1-1,0-1,0-2,0-1,1-1,12-1,29 2</inkml:trace>
  <inkml:trace contextRef="#ctx0" brushRef="#br0" timeOffset="54720.937">6685 14171,'-4'-1,"0"1,0-1,-1 1,1 0,0 0,0 1,-1-1,1 1,0 0,0 0,0 0,0 0,0 1,0 0,0 0,0 0,1 0,-1 1,1-1,0 1,0 0,-1 0,2 0,-1 0,0 1,1-1,-1 1,1-1,0 1,0 0,1 0,-1 0,0 3,0-1,0 0,1 0,0 1,0-1,0 0,1 1,0-1,0 1,0-1,1 0,0 1,0-1,1 0,0 0,0 0,0 0,1 0,0 0,0 0,0-1,1 0,-1 0,1 0,1 0,-1 0,1-1,0 0,0 0,0 0,0 0,1-1,-1 0,3 1,9 3,0 0,0-2,1 1,0-2,0-1,0 0,0-1,0-1,1-1,-1 0,0-1,0-1,1-1,-1-1,-1 0,1-1,-1-1,0-1,0-1,0 0,-1-1,-1 0,8-7,-16 10,1 0,-1-1,0 0,-1-1,0 0,0 0,-1 0,1 0,-2-1,1 0,-2 0,1 0,-1-1,0 1,-1-1,1-8,-2 11,3-9,5 26,1 11,-4-4,0-1,2 0,0-1,0 1,2-2,0 1,1-1,0-1,1 0,0-1,8 6,-17-16,0 0,0 0,1-1,-1 1,1-1,-1 0,1 0,-1 0,1-1,0 1,-1-1,1 0,0 0,-1 0,1 0,0-1,-1 1,1-1,-1 0,1 0,-1 0,1-1,-1 1,3-2,72-56,-74 55,117-116,-118 117,-3 2,1 0,-1 0,1 0,0 0,-1 0,1 0,0 0,0 0,0 1,0-1,0 0,0 0,0 1,0-1,0 1,0-1,0 1,0-1,0 1,0 0,1-1,-1 1,0 0,0 0,0 0,1 0,-1 0,0 0,0 0,0 0,0 1,1-1,-1 0,0 1,0-1,0 1,0-1,0 1,0-1,0 1,26 112,-25-107,0 0,1 0,-1 0,2 0,-1 0,1 0,-1-1,2 1,-1-1,0 0,1-1,0 1,0-1,1 0,-1 0,1 0,0-1,0 0,0 0,0-1,0 1,1-1,-1-1,1 1,-1-1,1 0,0-1,-1 1,1-2,0 1,-1 0,6-2,3 0,-1-1,0 0,1-1,-1 0,-1-2,1 1,-1-1,0-1,0-1,-1 0,0 0,0-1,-1-1,0 1,-1-2,0 0,-1 0,0-1,-1 0,0 0,0-1,-2 0,0 0,0-1,-1 0,-1 0,2-10,4-25,-2 0,-3 0,-2 0,-2 0,-2 0,-2-1,-4-13,-23-52,30 113,-1 0,0 0,1 0,-1 0,0 0,0 1,0-1,-1 0,1 0,0 1,-1-1,1 1,-1-1,1 1,-1 0,0-1,1 1,-1 0,0 0,0 0,0 1,0-1,0 0,0 1,0-1,0 1,0 0,0-1,0 1,0 0,0 0,-1 1,1-1,0 0,0 1,0-1,0 1,0-1,0 1,0 0,1 0,-1 0,0 0,0 0,1 1,-1-1,0 1,-13 13,0 2,1-1,1 1,1 1,0 1,1 0,1 0,1 1,1 0,1 0,-2 9,-1 0,2 0,0 0,3 0,0 1,1 0,2 13,2-30,0 1,1-1,1 0,0 1,0-1,2 0,-1 0,2 0,0-1,0 0,1 0,1 0,0 0,0-1,5 4,-1-3,0-1,1-1,0 0,1 0,0-1,0-1,1 0,0-1,0-1,1 0,0 0,0-2,3 1,14 2,1-2,-1-1,1-1,-1-2,30-2,-40 0,-1-1,1-2,-1 1,1-2,-1-1,-1-1,19-8,-32 12,-1 0,1-1,-1 0,0 0,0 0,0-1,0 1,-1-1,0-1,0 1,0-1,-1 0,0 0,0 0,0-1,-1 1,0-1,0 0,-1 0,1 0,-2 0,1 0,-1 0,0-6,0 9,-1 0,1 0,-1 0,0 0,0 0,-1 0,1 0,-1 0,0 0,0 0,0 0,0 0,-1 1,0-1,1 1,-1-1,-1 1,1-1,0 1,-1 0,0 0,0 0,0 1,0-1,0 1,0-1,0 1,-1 0,0 0,1 1,-1-1,0 1,1 0,-1 0,0 0,0 0,0 1,0-1,0 1,0 0,0 0,0 1,0-1,0 1,0 0,-2 1,0 1,0 0,0 0,1 1,-1 0,1 0,0 0,0 0,1 1,-1 0,1 0,0 0,0 0,1 1,0 0,-1-1,2 1,-1 0,1 1,0-1,0 0,1 1,0-1,0 0,0 1,1 0,0-1,0 1,1-1,0 1,0-1,0 1,1-1,0 0,0 0,1 0,0 0,0 0,0 0,0-1,1 1,0-1,3 3,8 2,0 0,0-2,0 0,1 0,0-2,1 0,0 0,0-2,0 0,0-1,0-1,1-1,-1 0,10-1,12 2,1-2,0-2,-1-1,1-2,-1-2,-1-1,1-2,-1-2,17-8,17-25,-70 44,0-1,0 0,0 0,0 0,-1 0,1 0,0 0,-1-1,0 1,1 0,-1-1,0 1,0-1,0 1,-1-1,1 0,-1 1,1-1,-1 0,0 1,0-1,0 0,0 1,-1-1,1 0,-1 1,1-1,-2-1,-3-2,0 0,0 1,-1-1,0 1,0 1,0-1,-1 1,0 0,0 1,0-1,0 1,0 1,0-1,-1 1,1 1,-1-1,0 1,1 1,-1-1,0 1,0 1,1-1,-5 2,8-2,-1 0,0 0,0 1,1-1,-1 1,0 0,1 1,-1-1,1 1,0 0,-1 0,1 0,0 1,0-1,0 1,1 0,-1 0,1 0,-1 1,1-1,0 1,0 0,1 0,-1 0,1 0,0 0,0 1,0-1,1 1,-1-1,1 1,0-1,0 5,4-4,-1-1,1 1,0 0,0-1,0 0,1 1,0-1,0-1,0 1,0-1,0 1,1-1,-1 0,1-1,0 1,0-1,0 0,0 0,0 0,1-1,-1 0,0 0,1 0,-1-1,1 0,-1 0,7 3,-1 0,0-1,1-1,-1 0,1-1,-1 0,0 0,1-1,-1-1,1 0,-1 0,0-1,0-1,0 0,-1 0,1-1,-1-1,0 1,-1-2,1 1,3-4,-10 57,-3-44,0 0,0 0,0-1,0 1,1 0,-1 0,1 0,-1 0,1-1,0 1,0 0,0-1,0 1,1-1,-1 1,1-1,0 0,-1 1,1-1,0 0,0 0,1 0,-1-1,0 1,0 0,1-1,-1 0,1 1,0-1,-1 0,1 0,0 0,-1-1,1 1,0-1,0 0,0 1,0-1,-1 0,1-1,0 1,0 0,0-1,0 0,0 0,4-5,0-1,-1 0,0-1,0 1,-1-1,0 0,0-1,-1 1,0-1,3-7,-4 9,48-164,-34 100,-17 69,0 0,0-1,0 1,1 0,-1 0,1-1,-1 1,1 0,0 0,0 0,0 0,0 0,0 0,0 0,0 0,1 0,-1 0,1 1,-1-1,1 1,0-1,-1 1,1-1,0 1,0 0,0 0,0 0,0 0,0 0,0 1,1-1,-1 1,0-1,0 1,2 0,58 47,-45-30,38 34,-37-38,-1 1,-1 0,0 2,-1 0,-1 0,0 2,-1-1,-1 2,-1 0,-1 0,0 1,-2 0,0 1,-4 3,-2 0,0-1,-2 1,-1 0,-1 0,0 0,-2 0,-7 21,-8 77,18-112,1 0,1 0,-1-1,2 1,-1 0,1 0,1 0,0-1,0 1,1-1,0 0,0 0,1 0,1-1,-1 0,1 0,1 0,-1-1,1 1,1-2,-1 1,1-1,0 0,0-1,2 1,4 2,0 0,1-1,0 0,0-1,0-1,1 0,0-1,0-1,0 0,0-2,11 1,-24-2,-1 0,1 0,0 0,-1 0,1 0,0 0,-1-1,1 1,-1-1,1 0,-1 0,1 0,-1 0,0 0,1 0,-1-1,0 1,0-1,0 0,0 1,0-1,0 0,-1 0,1 0,0-1,-1 1,0 0,0 0,1-1,-1 1,-1-1,1 1,0-1,-1 1,1-1,-1-1,-1-7,0 0,-2 0,1 0,-1 1,-1-1,0 1,0 0,-1-1,0 2,-1-1,0 1,-1 0,1 0,-9-7,-56-64,-4 3,-4 3,-2 4,-4 3,-25-11,90 63,-49-46,69 60,-1-1,1 1,0-1,-1 0,1 1,0-1,0 1,0-1,0 0,1 1,-1-1,0 1,1-1,-1 1,1-1,-1 1,1-1,0 1,-1 0,1-1,0 1,0 0,0-1,0 1,0 0,0 0,1 0,-1 0,0 0,1 0,-1 0,0 1,1-1,-1 0,1 1,-1-1,1 1,-1 0,1-1,-1 1,1 0,0 0,-1 0,1 0,-1 0,1 0,-1 1,1-1,55-10,1 3,-1 3,1 2,42 4,-95-2,12 0,-1 0,1 1,-1 1,0 0,0 1,0 1,0 0,0 1,-1 1,4 2,-17-6,0-1,0 1,0 0,0 0,0 0,0 0,0 0,-1 1,1-1,-1 0,0 1,0-1,0 1,0-1,0 1,0-1,-1 1,1 0,-1-1,0 1,0 0,0 0,0-1,0 1,0 0,-1-1,1 1,-1 0,0-1,0 1,0-1,0 1,0-1,-1 1,-5 59,11-56,0-1,0 1,0-1,0 0,1 0,0-1,0 0,1 1,-1-2,1 1,0-1,0 0,0 0,0 0,0-1,1 0,-1 0,1-1,-1 0,1 0,0 0,-1-1,1 0,0 0,-1-1,1 0,0 0,-1 1,-1 0,1 0,0-1,-1 0,1 0,-1 0,1-1,-1 0,0 0,1 0,-1-1,0 0,0 0,-1 0,1 0,-1-1,1 1,-1-1,0-1,-1 1,1 0,-1-1,0 0,0 0,0 0,-1 0,1 0,-1 0,-1-1,1 1,0-4,-2 0,0 0,0 0,-1 1,0-1,-1 1,1-1,-2 1,1-1,-1 1,-1 0,1 0,-1 1,-1-1,0 1,0 0,0 0,-1 0,1 1,-2 0,-5-6,7 8,-1-1,1 1,-1 0,1 1,-1-1,-1 1,1 0,0 0,-1 1,1 0,-1 0,1 1,-1 0,0 0,0 0,0 1,1 0,-1 0,0 1,0 0,0 0,1 0,-1 1,0 0,1 0,-5 3,5-1,0 0,0 1,1 0,-1 0,1 0,0 1,1-1,-1 1,1 0,0 0,1 1,0-1,0 1,0 0,1 0,-1 0,2 0,-1 0,1 0,0 0,1 1,-1-1,2 0,-1 1,1-1,0 0,0 0,1 0,0 0,0 0,1 0,0 0,0 0,0-1,1 0,0 0,2 3,25 14,2-7</inkml:trace>
  <inkml:trace contextRef="#ctx0" brushRef="#br0" timeOffset="54969.274">10562 13877,'-19'-11,"-11"-5,-9 4,-2 8,2 12,7 13,9 12,11 8,7-3</inkml:trace>
  <inkml:trace contextRef="#ctx0" brushRef="#br0" timeOffset="55241.548">10615 14426,'14'13,"11"5,10-1,11-5,12-7,8-10,-6-3</inkml:trace>
  <inkml:trace contextRef="#ctx0" brushRef="#br0" timeOffset="55424.059">11658 13570,'4'79,"3"1,4-1,5 4,15 124,-17 134,-14-336,-1 0,1-1,0 1,0 0,1-1,-1 1,1 0,0-1,1 1,-1 0,1-1,-1 0,1 1,1-1,-1 0,1 0,-1 0,1 0,0-1,0 1,1-1,-1 0,1 0,0 0,0 0,0-1,0 1,4 1,4-2,0 0,1 0,-1-1,0-1,1 0,-1 0,1-2,-1 1,0-2,0 1,0-2,0 1,0-2,10-5,23-11</inkml:trace>
  <inkml:trace contextRef="#ctx0" brushRef="#br0" timeOffset="55673.54">11364 13971,'18'-2,"25"-1,24 0,21 3,14 3,6 4,-3 6,-14 2,-21-2</inkml:trace>
  <inkml:trace contextRef="#ctx0" brushRef="#br0" timeOffset="55927.362">12019 14278,'-4'8,"1"1,0 0,0-1,1 1,0 0,0 0,1 0,1 0,-1 0,1 1,1-1,0 0,0 0,1 0,0 0,0 0,1-1,0 1,1-1,0 0,0 0,1 0,0 0,0-1,1 1,0-1,0-1,1 1,-1-1,1-1,1 1,-1-1,1 0,1 0,-3-1,1-1,-1-1,0 1,1-1,-1 0,1 0,0-1,0 0,0 0,-1 0,1-1,0 0,0-1,0 0,0 0,-1 0,1-1,0 1,-1-2,1 1,-1-1,0 0,0 0,0-1,0 1,0-2,-1 1,0 0,0-1,0 0,0 0,-1-1,4-4,-6 1,0 1,0-1,-1 0,0 0,0 1,-1-1,-1 0,1 0,-1 1,0-1,-1 0,0 1,-1-1,0 1,0 0,-1 0,1 0,-2 0,1 0,-1 1,0 0,-1 0,0 1,0-1,0 1,-1 0,0 1,0 0,0 0,-1 0,0 1,0 0,0 1,-8-3,12 5,1 0,-1 0,0 1,1-1,-1 1,0 0,0 0,0 0,1 1,-1-1,0 1,1 0,-1 0,0 0,1 0,-1 1,1 0,0-1,-1 1,1 0,0 1,0-1,1 0,-1 1,0 0,1 0,-1 0,1 0,0 0,0 0,0 1,-1 2,0 0,1 0,-1 0,2 1,-1-1,0 1,1-1,1 1,-1-1,1 1,0 0,0-1,1 1,0-1,0 1,1-1,1 5,19 36,6-4</inkml:trace>
  <inkml:trace contextRef="#ctx0" brushRef="#br0" timeOffset="56385.134">12607 14559,'22'-63,"-2"-1,-3 0,-3-2,6-63,-7 26,-3 0,-5-39,-5 139,1-7,-1 1,0-1,0 1,-1-1,0 1,0-1,-1 1,-1 0,0-1,0 1,0 0,-1 1,-1-1,-1-1,4 8,0 0,0 1,0-1,0 1,0 0,-1-1,1 1,0 0,-1 0,1 0,-1 1,1-1,-1 1,1-1,-1 1,0 0,1 0,-1 0,1 0,-1 1,0-1,1 1,-1-1,1 1,-1 0,1 0,0 0,-1 0,1 0,0 1,0-1,0 1,0-1,0 1,0 0,0 0,0 0,1 0,-1 0,1 0,0 0,-1 1,1-1,0 1,0-1,0 0,1 1,-6 15,0 0,1 1,2 0,0 0,0 0,2 0,1 0,0 0,1 0,1 0,1 0,4 15,6 22,2 0,3-1,2-1,3-1,1-1,22 31,-45-80,88 125,-84-123,-1 0,1 0,0 0,0-1,1 0,-1 0,1-1,0 1,0-1,0-1,0 1,1-1,-1 0,1 0,-1-1,1 0,-1 0,1-1,0 1,0-1,4-1,14-6,0-2,0 0,-1-1,0-2,-1 0,-1-1,0-2,-1 0,3-4,81-65,-105 83,1 1,-1-1,0 1,1-1,-1 1,1 0,-1-1,1 1,-1-1,1 1,-1 0,1-1,-1 1,1 0,0 0,-1-1,1 1,-1 0,1 0,0 0,-1 0,1 0,0 0,-1 0,1 0,-1 0,1 0,0 0,-1 0,1 0,-1 1,1-1,0 0,-1 0,1 1,-1-1,1 0,-1 1,1-1,-1 1,1-1,-1 0,1 1,-1-1,0 1,1-1,-1 1,0 0,1-1,2 34,-2-29,-2 2,0 0,1 0,0 0,0 0,1 0,0 0,0-1,1 1,-1 0,2-1,-1 1,1-1,0 1,0-1,0 0,1 0,0-1,0 1,1-1,0 0,0 0,0 0,0-1,1 0,-1 0,1 0,0-1,1 1,77 15,-44-16</inkml:trace>
  <inkml:trace contextRef="#ctx0" brushRef="#br0" timeOffset="56549.696">13624 14132,'-16'-5,"-10"-1,-3 0,0 1,-1 2,1 1,5 1</inkml:trace>
  <inkml:trace contextRef="#ctx0" brushRef="#br0" timeOffset="56810">12607 13851,'-16'-12,"-7"-5,-3 0,4 0,12 3,20 7,23 6,27 4,23 3,21 1,11 1,1 2,-4 1,-16-1,-23-2</inkml:trace>
  <inkml:trace contextRef="#ctx0" brushRef="#br0" timeOffset="57284.824">11564 14853,'366'12,"-256"-12,1587 4,-1527-1,22 10,-169-6,-42 0,-297 28,221-25</inkml:trace>
  <inkml:trace contextRef="#ctx0" brushRef="#br0" timeOffset="57587.068">11390 15201,'623'-18,"1107"14,-1555 9,45 8,-208-12,53 17,-57-7,-10 0</inkml:trace>
  <inkml:trace contextRef="#ctx0" brushRef="#br0" timeOffset="59689.882">12647 13490,'0'-7,"-2"-2,-5 9,-7 14,-2 19,-2 18,1 20,3 14,8 7,6-11</inkml:trace>
  <inkml:trace contextRef="#ctx0" brushRef="#br0" timeOffset="61355.934">1 15602,'6'-1,"0"1,0-1,0 1,0 1,0-1,0 1,0 0,0 0,0 1,0 0,-1 0,1 0,0 0,-1 1,0 0,0 1,0-1,0 1,0 0,-1 0,1 0,-1 1,0-1,0 1,-1 0,0 0,0 0,0 1,0-1,0 3,6 15,-2 0,-1 0,0 0,-2 1,-1-1,0 1,-2 0,-1 0,-1 0,-1 0,-1-1,-1 1,-5 15,6-22,10-29,3-10,105-211,-105 217,-9 15,-1 1,1 0,-1 0,0 0,1 0,-1 0,1 0,-1 0,1 1,-1-1,0 0,1 0,-1 0,1 0,-1 0,0 1,1-1,-1 0,0 0,1 0,-1 1,0-1,1 0,-1 1,0-1,0 0,1 1,-1-1,0 0,0 1,1-1,-1 1,0-1,0 0,0 1,0-1,0 1,0-1,0 0,0 1,0-1,0 1,0-1,0 1,0-1,0 0,0 1,0-1,0 1,-1-1,1 0,0 1,0-1,2 67,-2-50,0 0,1 0,0-1,1 1,1-1,2 6,-3-18,-1 0,1 0,0 0,0 0,0 0,1-1,-1 1,1 0,0-1,0 0,0 0,0 0,1 0,-1-1,1 1,0-1,0 0,-1 0,1 0,1 0,-1-1,0 1,0-1,0 0,1-1,0 1,3 0,1 0,-1-1,1 0,-1 0,1-1,-1 0,1 0,-1-1,0 0,0-1,0 0,0 0,0 0,0-1,-1-1,0 1,0-1,0 0,0 0,-1-1,0 0,0 0,-1-1,0 0,0 0,0 0,-1 0,0-1,0 1,-1-1,0 0,0 0,-1 0,1-4,-3-12,-1 16,0 15,-1 6,2 0,-1 0,2 0,0 1,0-1,2 0,2 9,-4-18,0 0,0 1,1-1,0 0,0 0,0-1,0 1,1 0,0-1,-1 1,1-1,1 0,-1 0,0 0,1 0,-1-1,1 1,0-1,0 0,0 0,0 0,0-1,0 0,0 1,1-1,10 0,0-1,0 0,0-1,0 0,0-2,0 0,0 0,0-1,-1-1,0 0,0-1,0-1,-1 0,0-1,4-4,56-58,-61 55,-12 15,1 1,0-1,-1 0,1 1,-1-1,1 1,0-1,-1 1,1-1,-1 1,1-1,-1 1,0-1,1 1,-1-1,0 1,1 0,-1-1,0 1,0 0,1-1,-1 1,0 0,0-1,0 1,0 0,0-1,0 1,0 0,0 0,0-1,0 1,0 0,-1-1,1 1,0 0,0-1,-1 1,1-1,0 1,-1 0,1-1,-1 1,1 1,-4 107,8-92</inkml:trace>
  <inkml:trace contextRef="#ctx0" brushRef="#br0" timeOffset="61607.259">910 15602,'20'0,"21"0,17 2,14 8,9 9,-9 1</inkml:trace>
  <inkml:trace contextRef="#ctx0" brushRef="#br0" timeOffset="62201.274">1471 15842,'-10'208,"10"-207,0 0,-1 1,1-1,0 0,0 0,0 0,1 1,-1-1,0 0,0 0,1 0,-1 0,0 0,1 0,-1 0,1 1,0-1,-1 0,1-1,0 1,-1 0,1 0,0 0,0 0,0-1,0 1,0 0,0-1,0 1,0 0,0-1,0 0,0 1,0-1,0 0,1 1,-1-1,0 0,0 0,0 0,0 0,1 0,-1 0,0 0,1-1,53-17,-38 9,0-1,-1-1,-1-1,0 0,0-1,-1-1,-1 0,0-1,-1 0,0-1,5-11,-15 24,-2 2,0 1,-1-1,1 1,0-1,0 1,0-1,0 1,0-1,0 1,0-1,1 1,-1-1,0 1,0-1,0 1,0-1,1 1,-1-1,0 1,0 0,1-1,-1 1,0-1,1 1,-1 0,0-1,1 1,-1 0,1-1,-1 1,1 0,-1 0,1-1,-1 1,0 0,1 0,-1 0,1 0,-1 0,1 0,-1 0,1 0,0 0,-1 0,1 0,-1 0,1 0,-1 0,1 0,-1 0,1 0,-1 1,0-1,1 0,1 41,-2-31,0 0,1 0,0 0,0 0,1 0,1 0,0-1,0 1,1 1,0-5,0 1,1-1,-1 0,1 0,0 0,1 0,0-1,0 0,0 0,0-1,1 1,-1-2,1 1,0-1,0 0,1 0,-1 0,0-1,1-1,0 1,-1-1,1 0,0-1,0 0,-1 0,1-1,0 0,0 0,-1-1,1 0,-1 0,7-3,-1 0,0-1,0-1,-1 0,0 0,0-1,-1-1,1 0,-2-1,0 0,0 0,0-1,-2 0,1-1,-1 0,-1 0,0-1,4-11,2-9,-1-2,-1 1,-2-1,-1 0,-2-1,0-20,0-9,-2-1,-4 0,-5-27,5 85,-16-46,2 57,-26 76,22-31,2 2,2 0,3 0,1 1,3 0,2 1,2 23,3-59,0 0,1-1,1 1,0-1,1 1,1-1,0 0,1 0,1 0,0-1,1 0,0 0,1 0,1-1,0-1,1 1,0-1,1-1,1 0,-1-1,1 0,1 0,0-2,1 0,0 1,1-3,0-1,1 0,-1-1,1-1,0 0,-1-1,1-1,0 0,0-1,0-1,0-1,0 0,0-1,8-3,-14 4,-1-1,0 0,0-1,0 0,0 0,0-1,-1 0,0 0,0-1,-1 0,1-1,-1 1,-1-1,1-1,-1 1,0-1,-1 0,0-1,0 1,-1-1,0 0,-1 0,0 0,1-3,-9-54,5 64,-1 1,1-1,-1 0,1 1,-1-1,0 1,0-1,0 1,0 0,0-1,0 1,0 0,0 0,0 0,-1 0,1 0,0 0,-1 0,1 0,-1 0,1 0,-1 1,1-1,-1 1,0-1,1 1,-1 0,0 0,1-1,-1 1,0 0,1 1,-1-1,0 0,1 0,-1 1,-1-1,-1 4,-1-1,1 0,0 1,0 0,0 0,0 0,0 0,1 1,0-1,0 1,0 0,1 0,0 0,0 0,0 0,0 1,1-1,0 0,0 1,0-1,1 1,-1 0,2-1,-1 1,0-1,1 1,0-1,2 4,-1 1,1-1,0 1,1-1,0 0,1 0,0-1,0 1,1-1,0 0,0-1,1 0,0 0,0 0,0 0,1-1,0-1,1 1,-1-1,1-1,0 0,0 0,0 0,1-1,-1-1,2 1,20 2</inkml:trace>
  <inkml:trace contextRef="#ctx0" brushRef="#br0" timeOffset="62454.607">2086 15561,'21'-2,"31"-1,34 0,31 3,21 4,13 5,-19 2</inkml:trace>
  <inkml:trace contextRef="#ctx0" brushRef="#br0" timeOffset="62875.119">3048 16297,'23'-65,"-2"-1,-4 0,-3-2,0-21,-12 77,-3 9,1 1,-1-1,1 0,0 1,0-1,0 0,1 1,-1-1,0 1,1-1,0 1,-1-1,1 1,0-1,1 1,-1-1,0 1,1 0,-1 0,1 0,-1 0,1 0,0 0,0 0,0 0,0 1,0-1,1 1,-1 0,0-1,1 1,0 0,80 34,-75-28,4 1,0 0,0 2,-1-1,0 1,0 1,-1 0,0 1,-1 0,0 0,-1 1,0 0,0 0,-1 1,-1 0,0 0,0 1,-1-1,1 9,3 157,-8-175,0-1,0 0,0 1,1-1,-1 0,1 0,-1 0,1 0,0 0,0 0,0 0,0-1,0 1,1-1,-1 0,0 1,1-1,-1 0,1 0,-1 0,1-1,-1 1,1-1,-1 1,1-1,0 0,-1 0,1 0,0 0,-1-1,1 1,0-1,-1 1,1-1,-1 0,1 0,-1 0,0 0,1-1,-1 1,0-1,1 0,25-10</inkml:trace>
  <inkml:trace contextRef="#ctx0" brushRef="#br0" timeOffset="64070.954">3690 16003,'-2'10,"0"1,1-1,0 0,0 1,1-1,1 1,-1-1,2 1,0-1,0 0,1 0,0 0,0 0,1 0,1-1,-1 1,2-1,-1 0,1-1,1 1,-1-1,1-1,1 1,0-1,0 0,0-1,3 2,-7-7,0 1,0-1,0 0,1 0,-1 0,0-1,0 1,1-1,-1 0,0 0,0-1,1 1,-1-1,0 0,0 0,0 0,0-1,0 1,0-1,0 0,0 0,-1-1,1 1,-1-1,1 0,-1 0,0 0,0 0,-1 0,1 0,-1-1,1 0,-1 1,0-1,0 0,-1 0,1 0,0-4,5-10,-1-1,0 1,-2-1,0 0,-1 0,-1-1,-1 1,-1-2,0 22,0-1,0 0,0 0,0 0,0 0,0 0,-1 0,1 1,0-1,0 0,0 0,0 0,0 0,-1 0,1 0,0 0,0 0,0 0,0 0,-1 0,1 0,0 0,0 0,0 0,0 0,-1 0,1 0,0 0,0 0,0 0,-1 0,1 0,0 0,0 0,0 0,0 0,0 0,-1-1,1 1,0 0,0 0,-7 21,4-8,0 1,1 0,1 0,0-1,1 1,1 0,0 0,1 0,0 0,-1-9,1 0,-1 1,1-1,0 0,0 0,0 0,0-1,1 1,0 0,0-1,0 0,1 0,0 0,-1 0,1 0,1-1,-1 1,0-1,1 0,0-1,-1 1,1-1,0 0,3 1,0-2,-1 0,1 0,0-1,0 0,-1 0,1-1,0 0,-1 0,1-1,-1 0,1 0,-1-1,0 0,0 0,0-1,0 0,-1 0,1 0,-1-1,0 0,-1 0,1-1,-1 1,0-1,0 0,-1-1,0 1,0-1,0 0,-1 0,0 0,0 0,0-5,-1 6,3-6,-3 17,-2 2,1 1,-1 0,2-1,-1 1,1-1,0 1,1-1,-1 0,1 0,1 0,0 0,0-1,0 1,0-1,1 0,0-1,1 1,-1-1,1 0,0 0,0 0,1-1,-1 0,1 0,0-1,0 0,4 1,3 2,-1-1,0 0,1-1,0-1,0 0,0-1,0 0,0-1,0-1,1 0,-1-1,0-1,0 0,0-1,0 0,-1-1,1-1,-1 0,1-1,-7-1,-1 1,1-2,-1 1,-1-1,0 0,0 0,0 0,-1-1,0 1,0-1,-1 0,-1 0,1 0,-2-1,1 1,-1-1,0 1,-1-1,0 1,-1-1,0 1,0-1,-1 1,-1 0,1 0,-1 0,-1 0,0 0,-3-6,6 13,1 0,-1 0,0 0,0 0,0 0,0 0,0 0,0 0,0 1,-1-1,1 0,-1 1,1-1,-1 1,0 0,0-1,1 1,-1 0,0 0,0 0,0 0,0 0,0 1,0-1,0 1,-1-1,1 1,0 0,0 0,0 0,0 0,-1 0,1 0,0 0,0 1,0-1,0 1,0 0,0 0,0-1,0 1,0 0,0 1,-4 5,1 1,0 1,0-1,0 1,1-1,1 1,0 0,0 1,0-1,1 0,1 1,0-1,0 1,1 0,0 4,-1-4,1 0,1 0,0 1,0-1,1 0,0 0,0 0,1 0,1 0,0-1,0 1,1-1,0 0,0-1,1 1,0-1,1 0,0 0,0-1,1 0,-1 0,2-1,-1 0,1 0,-1-1,2 0,7 2,-9-2,0-1,0 0,1-1,0 0,0-1,0 1,0-2,0 1,0-1,0-1,0 1,0-2,0 1,1-1,-1-1,0 1,0-2,-1 1,1-1,0 0,-1-1,0 0,0-1,0 1,0-2,-1 1,1-1,-2 0,1 0,-1-1,1 0,0-2,0-7,-1 0,0-1,-1 0,-1 0,0 0,-1 0,-1-1,-1 1,-1-1,0 1,-2-7,-2 119,3-89,0 1,1-1,0 0,0 1,0-1,0 0,1 1,0-1,1 0,-1 0,1 0,0 0,1 0,0 0,-1 0,2-1,-1 0,1 1,0-1,0 0,0-1,0 1,1-1,0 0,0 0,0 0,4 1,4-3,-1-1,1 0,0-1,0 0,0-1,0-1,0 0,0 0,-1-2,1 1,-1-1,0-1,0-1,-1 1,1-2,-1 1,-1-2,1 0,-1 0,-1 0,1-1,-1-1,-1 0,0 0,5-8,22-60,-37 76,-5 17,4-6,-1 0,2 0,-1 1,1-1,1 1,0 0,0-1,1 1,0 0,0-1,1 1,1-1,-1 1,2-1,-1 1,1-1,1 0,0 0,0 0,0-1,1 0,1 0,-1 0,1 0,1-1,-1 0,1 0,0 0,1-1,0-1,0 1,6 2,-3-3,1-2,0 0,0 0,0-1,0 0,1-1,-1-1,0 0,0 0,1-1,-1-1,0 0,1-2</inkml:trace>
  <inkml:trace contextRef="#ctx0" brushRef="#br0" timeOffset="64340.238">5789 16190,'0'2,"0"8,0 9,0 10,-2 7,-1 5,-2-1,-1-2,0-4,-1-4,2-6,4-7,2-10,1-7</inkml:trace>
  <inkml:trace contextRef="#ctx0" brushRef="#br0" timeOffset="64502.317">5709 15802,'-7'2,"5"6,9 6,4 0</inkml:trace>
  <inkml:trace contextRef="#ctx0" brushRef="#br0" timeOffset="64684.827">6324 16270,'-4'20,"-2"12,0 7,3 2,3 0,3-5,4-5,2-9,0-8</inkml:trace>
  <inkml:trace contextRef="#ctx0" brushRef="#br0" timeOffset="64853.376">6351 15763,'-12'-14,"-3"0,1 10,2 11,6 15,4 3</inkml:trace>
  <inkml:trace contextRef="#ctx0" brushRef="#br0" timeOffset="69841.102">7380 16645,'9'-41,"0"1,3 0,1 1,2 1,2 0,2-1,-12 22,1 1,1-1,0 1,1 1,1 0,0 1,1 0,12-10,-23 23,1-1,-1 1,1 0,-1 0,1 0,0 0,0 0,0 1,0-1,-1 1,1-1,0 1,0-1,0 1,0 0,0 0,0 0,0 0,0 0,0 1,0-1,0 0,0 1,0 0,0-1,-1 1,1 0,0 0,0 0,-1 0,1 0,-1 1,1-1,-1 0,2 2,40 60,-41-58,13 23,4 5,-1 0,-3 2,0 0,-1 5,-13-38,0-1,0 0,-1 1,1-1,0 1,-1-1,1 1,-1-1,0 1,0 0,1-1,-1 1,0-1,0 1,0 0,0-1,-1 1,1-1,0 1,-1 0,1-1,-1 1,0-1,1 0,-1 1,0-1,0 1,0-1,0 0,0 0,0 1,0-1,0 0,-1 0,1 0,0 0,-1-1,1 1,0 0,-1 0,1-1,-1 1,1-1,-1 1,0-1,1 0,-1 0,1 0,-1 1,0-2,1 1,-2 0,-2-2,1 0,-1-1,0 1,1-1,-1 0,1 0,0-1,0 0,1 1,-1-1,1 0,-1-1,1 1,0 0,1-1,-1 0,1 0,0 1,0-1,1-1,-1 1,1 0,0 0,0 0,1-1,0 1,0 0,0-1,1 1,-1 0,1 0,0-1,1 1,-1 0,1 0,0 0,0 0,1 1,0-1,-1 1,1-1,1 1,1-2,7-4,0 0,1 1,0 1,0 0,0 1,1 0,1 1,-1 1,1 0,0 1,0 0,0 2,0-1,0 2,1 0,14 1,-23 0,-1-1,1 1,0 1,0-1,-1 1,1 0,0 1,-1-1,1 1,-1 1,0-1,0 1,0 0,0 1,0-1,-1 1,1 0,-1 0,0 1,0 0,-1 0,1 0,-1 0,0 1,-1-1,1 1,-1 0,1 3,-2 2,0 1,-1-1,0 1,0 0,-2 0,1-1,-1 1,-1 0,-3 9,-1 25,5-45,1 0,0 0,0 0,0-1,0 1,0 0,0 0,0 0,0 0,0 0,0 0,0 0,0-1,1 1,-1 0,0 0,1 0,-1 0,0-1,1 1,-1 0,1 0,-1-1,1 1,0 0,-1-1,1 1,0-1,-1 1,1-1,0 1,0-1,0 1,-1-1,1 0,0 1,0-1,0 0,0 0,0 0,0 1,-1-1,1 0,0 0,0 0,0-1,0 1,0 0,0 0,0-1,46-16,-35 10,1 0,-2-1,1-1,-1 1,0-2,-1 1,0-2,-1 1,0-1,0-1,-2 0,1 0,-1 0,-1-1,0 0,-1 0,0 0,-1-1,0-4,7-38,-9 133,-3-40,2 1,2 0,1-1,3 0,5 21,-11-53,1 0,-1-1,1 0,0 1,0-1,0 0,1 0,-1 0,1 0,0 0,0-1,1 1,-1-1,1 0,-1 0,1 0,0-1,0 1,0-1,1 0,1 1,21 3</inkml:trace>
  <inkml:trace contextRef="#ctx0" brushRef="#br0" timeOffset="70267.961">8891 15950,'-8'29,"-30"286,5-120,33-194,0-1,0 1,0-1,1 1,-1 0,0-1,0 1,1-1,-1 1,0-1,1 1,-1-1,0 1,1-1,-1 1,1-1,-1 1,1-1,-1 0,1 1,-1-1,1 0,-1 1,1-1,0 0,-1 0,1 0,-1 1,1-1,0 0,-1 0,1 0,0 0,-1 0,1 0,-1 0,1 0,0-1,-1 1,1 0,-1 0,1 0,0-1,-1 1,1 0,-1-1,1 1,-1 0,1-1,-1 1,1-1,-1 1,1-1,-1 1,0-1,1 1,-1-1,0 1,0-1,1 1,-1-1,0 0,0 1,0-1,1 1,-1-1,0 0,3-1,104-71,-100 69,0 1,0 0,0 0,0 1,1-1,-1 2,1-1,-1 1,1 0,-1 1,1-1,0 2,-1-1,1 1,6 1,-10 0,0 0,-1 0,1 1,-1-1,0 1,0 0,0 0,0 0,0 0,-1 0,1 0,-1 1,0 0,0-1,0 1,0 0,-1 0,0 0,1 0,-1 0,-1 0,1 0,-1 0,0 0,1 0,-2 1,1-1,0 0,-1 0,0 0,0 0,0 0,-1 0,1 0,-1 0,0-1,0 1,0-1,0 1,-1-1,1 0,-1 1,0-1,0-1,0 1,-2 0,-5 6,-2 0,1-2,-1 1,-1-2,1 1,-1-2,0 1,0-2,-1 0,1 0,-1-2,0 1,0-2,0 0,0 0,0-2,-8 0,18 1,0-1,1 1,-1 0,0-1,1 0,-1 0,1 0,-1 0,1-1,-1 1,1-1,0 0,0 0,0 0,0 0,0 0,1-1,-1 0,0 1,1-1,0 0,0 0,0 0,0 0,0-1,1 1,-1 0,1-1,3-15</inkml:trace>
  <inkml:trace contextRef="#ctx0" brushRef="#br0" timeOffset="70908.317">9934 16216,'-1'3,"0"0,1 0,-1 0,1 0,0 0,0 0,0 0,0 0,0 0,1 0,-1 0,1 0,0-1,0 1,0 0,0 0,0 0,1-1,-1 1,1-1,-1 1,1-1,0 0,0 0,0 1,1-1,-1-1,0 1,1 0,-1-1,1 1,0-1,-1 1,1-1,0 0,0-1,0 1,11 0,1-1,-1-1,1-1,-1 0,1 0,-1-2,0 1,0-2,0 0,-1-1,0 0,0-1,0 0,2-3,4 1,-1 0,0-1,-1-1,0-1,-1 0,0-1,-1-1,0 0,-1-1,-1 0,0-2,-1 1,-1-1,-1-1,0 0,2-8,-14-41,2 65,-1 0,1 0,-1 1,0-1,0 0,0 0,0 1,0-1,0 1,0-1,0 1,-1-1,1 1,-1 0,1 0,-1 0,1 0,-1 0,0 0,1 0,-1 0,0 0,0 1,0-1,0 1,1 0,-1-1,0 1,0 0,0 0,0 0,0 0,-2 1,0 1,-1 0,0 1,1 0,-1-1,1 2,0-1,0 0,0 1,1 0,-1 0,1 0,0 0,0 0,0 1,1 0,-1-1,1 1,0 0,1 0,-1 0,0 2,-14 47,2 0,2 1,2 1,3-1,1 29,6-81,-13 200,5-62,-24 127,27-241,0-1,-2 0,-1 0,-1-1,-8 16,1-12</inkml:trace>
  <inkml:trace contextRef="#ctx0" brushRef="#br0" timeOffset="71204.157">10094 16538,'12'-6,"1"2,-1 0,1 0,0 1,0 1,1 0,-1 0,6 2,5-2,32-4,1 2,-1 3,1 3,3 2,-55-4,0 0,-1 0,1 1,-1-1,1 1,-1 0,1 0,-1 1,1-1,-1 1,0 0,0 0,0 1,0-1,0 1,-1 0,1 0,-1 0,1 0,-1 1,0-1,0 1,-1 0,1 0,-1 0,0 0,0 0,0 0,-1 0,1 3,-26 106,25-111,0-1,0 1,0-1,0 0,0 1,0-1,1 0,-1 0,1 1,-1-1,1-1,-1 1,1 0,-1 0,1 0,0-1,-1 1,1-1,0 1,-1-1,1 0,0 0,0 0,0 0,-1 0,1 0,0 0,0 0,-1-1,1 1,0-1,0 1,-1-1,2 0,3 0,0 0,0 0,1-1,-1 0,0 0,-1 0,1-1,0 0,-1 0,1 0,-1-1,0 0,0 0,-1 0,1 0,-1-1,0 0,0 0,0 0,-1 0,0-1,0 1,0-1,0 0,-1 0,0 0,-1 0,1 0,-1 0,0 0,-1-1,1 1,-1 0,0-1,-1-2,-2 1,1 1,-1-1,0 1,-1 0,0 0,0 0,0 0,-1 1,0 0,0 0,-1 0,0 1,0-1,0 1,0 1,-1-1,0 1,0 0,0 1,0 0,-1 0,-2 0,8 2,1 0,-1 1,0 0,0-1,0 1,0 0,0 0,0 0,0 0,0 0,0 0,0 1,0-1,0 1,0-1,0 1,0 0,0 0,0 0,1 0,-1 0,0 0,1 0,-1 1,1-1,-1 0,1 1,0-1,0 1,-1 0,1-1,0 1,0 0,1 0,-1 0,0 0,1-1,-1 1,1 0,-1 0,1 0,0 0,0 0,0 0,0 0,0 0,1 0,-1 1,4 26</inkml:trace>
  <inkml:trace contextRef="#ctx0" brushRef="#br0" timeOffset="72308.237">10937 16752,'-4'-29,"2"1,2-1,0 1,2-1,1 1,1-1,1 1,5-10,67-169,-64 167,-21 54,6-10,0 0,1-1,0 1,0 1,0-1,0 0,1 0,0 0,0 0,0 0,0 1,1-1,-1 0,1 0,0 0,0 0,1 0,-1 0,1 0,0-1,0 1,0 0,0-1,1 0,-1 1,1-1,0 0,0 0,0-1,2 2,90 39,-83-39,0 0,0 0,0 1,-1 0,0 1,0 1,0 0,6 6,-12-7,-1 1,0-1,0 1,-1 0,0 0,0 0,-1 0,0 1,0-1,-1 1,0-1,0 1,-1-1,0 1,0 0,0-1,-1 1,-1-1,1 1,-1-1,-2 6,-4 50,8-61,0 0,0 1,0-1,1 0,-1 0,0 0,1 0,-1 0,1 1,0-1,0 0,0 0,0-1,0 1,0 0,0 0,1 0,-1-1,1 1,-1-1,1 1,0-1,-1 0,1 1,0-1,0 0,0 0,0 0,0 0,0-1,0 1,0-1,0 1,2-1,76-7,-71 3,0 1,1-1,-2-1,1 0,0 0,-1-1,0 1,0-2,-1 1,0-1,0-1,0 1,-1-1,0 0,-1 0,0-1,0 0,-1 0,0 0,0 0,-1-1,0 1,-1-1,0 0,-1 0,0 1,0-10,-6 84,5-57,1-1,0 0,0-1,0 1,1 0,0 0,0 0,1-1,0 0,0 1,0-1,1 0,0 0,0-1,1 1,-1-1,1 0,0 0,1-1,-1 1,1-1,0 0,0-1,0 1,1-1,-1-1,1 1,-1-1,5 1,-3-1,0 0,0-1,0 0,0-1,0 1,0-2,0 1,0-1,0 0,0-1,-1 1,1-2,0 1,-1-1,1 0,-1-1,0 0,0 0,0 0,-1-1,0 0,0 0,0-1,0 1,-1-1,0-1,0 1,-1-1,1 1,-1-1,-1-1,2-2,15-82,-28 125,7-26,-2 2,1 0,0 1,0-1,1 1,0 0,1-1,0 1,1 0,0-1,0 1,1-1,0 1,1-1,0 0,0 0,1 0,0 0,2-6,-1 1,1-1,-1 0,1 0,0-1,0 0,0 0,1 0,-1-1,0 0,1 0,-1 0,0-1,1 0,-1 0,1-1,-1 0,0 0,0 0,1-1,-1 0,0 0,0-1,-1 0,1 0,0 0,-1 0,3-3,86-71,-93 77,-1 0,1-1,0 1,-1 0,1 0,0-1,-1 1,1 0,0 0,-1 0,1 0,0 0,0 0,-1 0,1 0,0 0,-1 0,1 1,0-1,-1 0,1 0,0 1,-1-1,1 0,-1 1,1-1,0 0,-1 1,1-1,-1 1,1-1,-1 1,1-1,-1 1,0 0,1-1,-1 1,0 0,1-1,-1 1,0-1,0 1,0 0,0 0,1-1,-1 1,0 0,0-1,0 1,0 0,5 11,2-5,1 0,-1 0,1 0,0-1,1 0,0-1,0 0,0 0,0-1,1 0,0-1,0 0,0-1,0 0,0 0,0-1,0 0,1-1,-1 0,0-1,0 0,3-1,-8 2,-1 0,0 0,0-1,0 0,1 0,-1 0,0 0,0-1,0 1,0-1,-1 0,1 0,0 0,-1-1,0 0,1 1,-1-1,0 0,0 0,-1-1,1 1,-1-1,1 1,-1-1,0 0,0 0,-1 0,1 0,-1 0,0 0,0 0,0 0,-1-1,0 1,1 0,-1 0,-1-1,1 1,-1 0,1 0,-2-3,0 1,1 0,-1 1,0-1,-1 0,0 1,0 0,0 0,0-1,-1 2,0-1,0 0,0 1,0 0,-1 0,0 0,0 0,0 1,0 0,0 0,-1 0,1 1,-1 0,0 0,1 0,-1 1,0 0,0 0,0 0,0 1,-1 0,1 0,0 0,0 1,0 0,0 0,0 1,-4 1,2 1,1 1,0 0,0 0,0 1,0 0,1 0,0 0,0 1,1 0,0 0,0 1,0-1,1 1,0 0,1 0,0 0,0 1,1-1,0 1,0-1,1 1,0 0,1 0,0 0,0-1,1 3,0-6,1 0,0 0,0 0,0-1,0 1,1-1,0 1,0-1,0 0,0 0,1 0,0 0,-1-1,1 0,1 0,-1 0,0 0,1 0,-1-1,1 0,0 0,0 0,0-1,0 1,0-1,0 0,0-1,3 1,31 3</inkml:trace>
  <inkml:trace contextRef="#ctx0" brushRef="#br0" timeOffset="72562.556">12540 16096,'-16'-9,"-7"-3,-2 0,2 8,7 8,4 10,11 10,4 1</inkml:trace>
  <inkml:trace contextRef="#ctx0" brushRef="#br0" timeOffset="72818.385">12553 16578,'0'16,"3"7,2 0,8-1,11-5,12-6,14-8,-2-5</inkml:trace>
  <inkml:trace contextRef="#ctx0" brushRef="#br0" timeOffset="73307.079">13690 16284,'23'35,"-2"0,-1 2,-2 0,-2 1,-1 1,-2 0,-2 1,-1 0,-2 1,0 18,2-18,-10-40,0-1,1 0,-1 0,1 1,-1-1,1 0,-1 0,1 0,-1 0,1 0,-1 0,1 1,0-1,-1 0,1-1,-1 1,1 0,-1 0,1 0,-1 0,1 0,-1 0,1-1,-1 1,1 0,-1 0,1-1,-1 1,0 0,1-1,-1 1,1 0,-1-1,0 1,1-1,-1 1,0-1,0 1,1-1,-1 1,0-1,0 1,2-2,22-30,-1 0,-1-2,-2-1,-1 0,-2-1,7-24,-16 46,-9 33,-1-11,0 1,1 0,0-1,1 1,0 0,0 0,0-1,1 1,1 0,-1-1,2 1,-1-1,1 1,0-1,1 0,0 0,0-1,1 1,-1-1,2 0,-1 0,1-1,0 1,0-1,7 4,-4-4,0-1,1-1,0 1,0-2,0 1,0-1,0-1,0 0,1 0,-1-1,1-1,-1 1,1-2,0 1,-1-2,0 1,1-1,-1-1,0 0,0 0,0-1,0-1,-1 1,0-2,0 1,0-1,0 0,-1-1,0 0,-1 0,1-1,-2 0,5-5,-7 7,-1 0,1 0,-1 0,0-1,-1 1,1-1,-1 0,-1 1,1-1,-1 0,0 0,-1 0,1 0,-2 0,1 0,-1 0,0 0,0 0,-1 0,0 1,0-1,0 0,-1 1,0 0,0-1,-3-2,5 8,-1-1,0 0,1 1,-1-1,0 1,0 0,0-1,0 1,0 0,0 0,0 0,0 1,-1-1,1 0,0 1,0 0,-1-1,1 1,0 0,-1 0,1 0,0 1,-1-1,1 0,0 1,0 0,-1-1,1 1,0 0,0 0,0 0,0 0,0 1,0-1,0 0,1 1,-1 0,-1 1,-2 2,0 0,1 1,0-1,0 1,0 0,1 0,-1 1,1-1,1 1,0 0,0 0,-1 2,2-1,0 0,0 0,1 0,0 0,0 0,1 0,0 0,1 0,0-1,0 1,0 0,1-1,0 1,1-1,-1 0,1 0,1 0,-1-1,1 1,1-1,4 5,1-1,0-1,0-1,0 1,1-2,1 1,-1-2,1 0,0 0,0-1,1-1,0 0,0-1,46 7,-5-5</inkml:trace>
  <inkml:trace contextRef="#ctx0" brushRef="#br0" timeOffset="74316.659">14933 16632,'0'-6,"0"-1,-1 1,1 0,-1 0,-1 0,1 0,-1 0,0 1,0-1,-1 0,0 1,0 0,0-1,-1 1,1 1,-1-1,0 0,-1 1,1 0,-1 0,0 0,0 0,0 1,0 0,-1 0,1 1,-1-1,1 1,-1 0,0 1,0-1,0 1,0 0,0 1,-1 0,1-1,0 2,-6 0,7 0,-1 0,0 0,1 0,-1 1,1 0,0 0,-1 0,1 1,0 0,0 0,1 0,-3 2,5-3,1-1,-1 0,1 1,0-1,0 0,0 1,0 0,0-1,0 1,0-1,0 1,1 0,-1 0,1 0,-1-1,1 1,0 0,-1 0,1 0,0 0,0 0,1-1,-1 1,0 0,0 0,1 0,-1 0,1-1,0 1,0 0,-1-1,1 1,0 0,0-1,1 1,-1-1,0 1,0-1,1 1,7 5,-1 1,1-1,0-1,1 0,0 0,0 0,0-2,0 1,1-1,0-1,4 1,-4 0,1-1,0 2,-1-1,0 2,0-1,0 2,-1-1,0 1,6 6,-10-3,0 1,0 0,-1 0,0 0,-1 0,-1 1,0-1,0 1,-1 0,0 0,-1 0,-1 0,0 0,-1 0,0 0,0 0,-2 1,1 24,-2-1,-2 0,-1 0,-2-1,-2 1,-1-2,-14 28,26-59,-1 0,0-1,1 1,-1-1,0 1,0-1,-1 0,1 1,-1-1,1 0,-1 0,1 0,-1 0,0 0,0 0,0-1,0 1,0 0,-1-1,1 0,0 0,-1 1,1-1,-1-1,1 1,-1 0,0-1,1 1,-1-1,1 0,-1 0,0 0,-1 0,-3-6,1 0,0 0,0-1,1 0,0 0,0 0,0-1,1 0,0 1,1-1,0-1,0 1,1 0,-1-5,-2 3,2 0,-1 0,1-1,1 1,0-1,1 1,0-1,0 0,1 0,0 1,1-1,0 0,1 1,0-1,1 1,0-1,1 1,0 0,0 0,1 1,0-1,1 1,0 0,6-5,5 3,0 1,1 1,0 1,1 1,0 0,0 1,0 1,1 1,0 1,0 0,10 1,0-2,-10 2,3-1,1 0,-1-2,1 0,-1-2,-1 0,10-5,-29 11,-1 0,1 0,-1 0,0 0,1 0,-1 0,0 0,0-1,0 1,0-1,0 0,0 1,0-1,0 0,-1 0,1 0,-1-1,0 1,1 0,-1 0,0-1,0 1,0-1,-1 1,1-1,-1 1,1-1,-1 1,0-1,0 1,0-1,0 1,0-1,-1 0,1 1,-1-1,1 1,-1-1,0 1,0 0,0-1,-1 1,1 0,0 0,-2-2,-1 0,0 1,0 0,0 0,0 1,-1-1,1 1,-1 0,1 0,-1 0,0 1,1-1,-1 1,0 0,0 1,0-1,0 1,0 0,0 0,0 1,0-1,0 1,0 0,0 1,0-1,1 1,-1 0,1 0,-1 0,1 1,0-1,0 1,0 0,0 0,0 1,0-1,1 1,-1 0,1 4,0-1,0 1,1 0,0 0,0 0,1 0,0 0,0 0,1 0,0 1,1-1,0 0,0 0,0 0,1 0,1 0,-2-4,0 1,0 0,1-1,0 1,0-1,0 0,1 0,-1 0,1 0,0 0,0-1,1 1,-1-1,1 1,-1-1,1-1,0 1,0 0,0-1,1 0,-1 0,0 0,1 0,-1-1,1 0,0 0,3 0,-3-1,0-1,0 0,0 0,0 0,0 0,0-1,0 0,0 0,0 0,-1-1,1 0,-1 0,0 0,0 0,0 0,0-1,0 0,-1 0,0 0,0 0,0 0,0-1,-1 0,3-4,7-9,-11 18,0 0,0 0,0 0,-1 1,1-1,0 0,0 0,0 1,0-1,0 0,-1 1,1-1,0 1,0-1,-1 1,1-1,0 1,-1 0,1-1,0 1,-1 0,1 0,-1-1,1 1,-1 0,0 0,1 0,-1-1,0 1,1 0,-1 0,0 0,0 0,0 0,0 0,0 0,0 0,0-1,0 1,0 0,-1 0,1 0,0 0,0 0,-1 0,4 10,-3-9,0-1,1 1,-1 0,1 0,0-1,0 1,-1-1,1 1,0 0,0-1,0 1,1-1,-1 0,0 1,0-1,1 0,-1 0,1 0,-1 0,1 0,-1 0,1 0,0-1,-1 1,1-1,0 1,0-1,-1 1,1-1,0 0,0 0,0 0,0 0,-1 0,1 0,0-1,0 1,-1 0,1-1,0 0,0 1,-1-1,1 0,-1 0,1 0,0 0,10-10,-1-1,-1 0,0-1,0 0,-1 0,-1-1,0 0,-1-1,-1 1,0-1,-1-1,3-14,16-52,-3 0,-4-2,-4 0,-4-1,-1-55,-9 99,1 41,0 0,0 1,-1-1,1 1,0-1,-1 0,1 0,0 1,-1-1,1 0,0 1,-1-1,1 0,-1 0,1 0,-1 0,1 1,0-1,-1 0,1 0,-1 0,1 0,-1 0,1 0,-1 0,1 0,0 0,-1 0,1 0,-1-1,1 1,-1 0,1 0,0 0,-1 0,1-1,-1 1,1 0,0 0,-1-1,1 1,0 0,-1-1,1 1,0 0,0-1,-1 1,1-1,0 1,0-1,-17 39,1 0,2 1,2 1,2 0,2 0,-1 16,0-14,2-1,2 1,2 0,2 0,1 0,2 0,2 0,2-1,2 1,2-1,4 9,-12-42,2 0,-1 0,1 0,0 0,0 0,1-1,0 0,0 0,1 0,0-1,0 1,2 0,-7-6,0-1,0 1,0-1,-1 1,1-1,0 1,0-1,0 0,0 1,0-1,0 0,0 0,0 0,0 0,0 1,0-1,0-1,0 1,0 0,0 0,-1 0,1 0,0-1,0 1,0 0,0-1,0 1,0-1,0 1,-1-1,1 1,0-1,10-11</inkml:trace>
  <inkml:trace contextRef="#ctx0" brushRef="#br0" timeOffset="74567.011">15294 16270,'14'2,"22"6,29 8,25 8,18 7,-10-2</inkml:trace>
  <inkml:trace contextRef="#ctx0" brushRef="#br0" timeOffset="74833.302">15882 16845,'-1'4,"0"0,0 0,0-1,0 2,0-1,1 0,0 0,0 0,0 0,1 0,-1 0,1 0,0 0,0 0,0 0,1-1,-1 1,1 0,0-1,0 1,0-1,0 1,1-1,0 0,-1 0,1 0,0-1,0 1,1-1,-1 1,1 0,5 1,0-1,-1 1,1-1,0-1,1 0,-1 0,0-1,1 0,-1 0,1-1,-1 0,0-1,8-1,-12 1,0 0,0 0,0-1,0 1,0-1,-1 0,1-1,-1 1,1-1,-1 1,0-1,0-1,0 1,-1 0,1-1,-1 0,0 0,0 0,0 0,0 0,-1-1,0 1,0-1,0 0,0 0,0-1,-1-1,-1-1,0 0,0 0,0 1,-1-1,0 0,-1 1,0-1,0 1,0-1,-1 1,0 0,-1 0,1 0,-1 1,-1-1,1 1,-1 0,0 0,0 0,-1 1,0 0,0 0,0 0,0 1,-1 0,0 0,0 1,0 0,0 0,0 0,-1 1,1 0,-1 1,0-1,1 2,-1-1,0 1,0 0,1 1,-1-1,0 1,1 1,-1 0,1 0,-1 0,1 1,0 0,-1 1,0 2,0-1,0 2,0-1,0 1,1 0,1 1,-1-1,1 1,0 1,1-1,0 1,0 0,1 0,0 1,-10 30</inkml:trace>
  <inkml:trace contextRef="#ctx0" brushRef="#br0" timeOffset="75501.515">15482 15428,'45'29,"0"-2,2-2,1-2,1-2,12 2,-2 0,53 22,78 30,156 89,-305-141,-1 1,0 2,-2 2,-1 1,31 34,-57-52,0 0,-1 1,0 1,-1 0,0 0,-1 1,-1 0,0 0,-1 1,0 0,-2 0,1 0,-2 0,0 1,-1 0,-1-1,0 1,-1 0,-1 8,-8 14,-2 0,-1-1,-2 0,-1-1,-2-1,-2 0,-1-2,-1 0,-2-1,-25 26,-36 59,65-88,0 1,2 1,2 1,-1 4,11-25,1 0,1 0,0 1,1-1,0 1,0 0,2 0,-1-1,1 1,1 0,0 0,1 0,3 10,23 41,7-11</inkml:trace>
  <inkml:trace contextRef="#ctx0" brushRef="#br0" timeOffset="76184.696">16003 16230,'-9'14,"-1"6,6 3,13-1,16-4,15-5,14-7,10-9,1-8,-7-8,-12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19:26.1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55 92,'-9'-14,"-13"-22,-1-6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19:24.78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227 110,'0'21,"-2"20,-4 17,-2 14,-2 9,-2 4,-1-3,1-9,4-12,4-17,4-15</inkml:trace>
  <inkml:trace contextRef="#ctx0" brushRef="#br0" timeOffset="302.192">1 31,'272'159,"-236"-138,0 3,-1 1,-2 2,-1 1,-1 1,-1 2,-2 0,24 36,-47-60,0 0,0 1,-1-1,0 1,-1 0,1 0,-2 0,1 0,-1 1,0-1,-1 1,0-1,0 1,-1 0,0-1,-1 1,1-1,-2 1,1-1,-1 1,-1-1,1 0,-1 0,-1 0,0 0,0 0,0-1,-1 0,0 0,0 0,-3 2,-7 2,-1 0,0 0,-1-1,0-2,-1 1,0-2,0 0,0-1,-1-1,0-1,0-1,0 0,0-2,-1 0,1-1,0-1,-1 0,1-2,0 0,-12-5,25 8,-1-2,0 1,1-1,-1 0,1 0,0-1,-1 0,1 0,0 0,1-1,-1 0,1 0,-1 0,1-1,1 0,-3-3,-1-10</inkml:trace>
  <inkml:trace contextRef="#ctx0" brushRef="#br0" timeOffset="588.055">1310 271,'-21'-15,"-1"1,0 0,-1 2,-1 1,0 0,0 2,-1 1,-16-3,34 9,-1 0,0 0,1 1,-1 0,0 1,0-1,1 1,-1 1,0 0,1 0,-1 0,0 1,1 0,-1 1,1-1,0 1,0 1,0-1,1 1,-1 1,1-1,0 1,0 0,0 0,1 1,-1 0,2 0,-1 0,1 1,-2 2,0 3,1 0,1 1,0-1,0 1,1 0,1 1,0-1,1 0,0 0,1 1,1-1,0 0,1 1,0-1,1 0,0 0,1 0,6 11,-1-3,1 0,0-1,2 0,0-1,2 0,0-1,1-1,0 0,2-1,14 11,-11-12,1-1,0 0,1-2,1 0,0-2,0 0,1-2,0-1,0 0,1-2,0-1,0-1,0-1,0-1,0-1,1-2,-1 0,16-4,35-14</inkml:trace>
  <inkml:trace contextRef="#ctx0" brushRef="#br0" timeOffset="838.438">1845 164,'-5'20,"-1"21,1 17,0 12,2 8,3 4,4 0,4-8,0-9,1-13,2-21,0-21,0-27,-4-11</inkml:trace>
  <inkml:trace contextRef="#ctx0" brushRef="#br0" timeOffset="1083.781">1872 164,'-63'-145,"49"127,8 21,34 63,-26-63,37 48,2-2,2-2,2-2,1-2,3-2,28 17,-35-25,-12-10,8 6,-1 2,-1 1,-2 2,15 20,-46-51,0 0,0 0,0 0,0 1,-1-1,1 1,-1-1,0 1,0 0,0 0,0 0,-1 0,1 0,-1 1,0-1,-1 0,1 1,-1-1,0 0,0 1,0-1,0 0,-1 1,0-1,0 0,0 1,0-1,-1 0,1 0,-1 0,0 0,-1-1,1 1,0 0,-2 0,-11 7,-1 0,0 0,-1-2,0 0,0-1,-1-1,0-1,0 0,0-1,-17 2,25-5,-292 57,281-58,18-5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19:03.90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3065 932,'0'-1,"-4"-17,4 18,0 0,0 1,0-1,0 0,0 0,0 0,0 1,-1-1,1 0,0 0,0 0,0 0,0 1,0-1,0 0,0 0,0 0,-1 0,1 1,0-1,0 0,0 0,0 0,-1 0,1 0,0 0,0 0,0 0,-1 0,1 1,0-1,0 0,0 0,0 0,-1 0,1 0,0 0,0 0,0 0,-1 0,-2 249,9 129,-9 340,-80 189,78-793,-7 180,-12-1,-17 19,-71 544,57-422,-9 119,54-139,-4 60,0-322,-24 450,39-307,-1-302</inkml:trace>
  <inkml:trace contextRef="#ctx0" brushRef="#br0" timeOffset="3448.013">3092 932,'11'-69,"-4"1,-2-1,-3 0,-3 0,-3-1,-3 2,-15-64,16 93,2 18,1 0,0-1,2 0,0 0,2 1,0-1,1 0,2 1,0-1,4-8,-6 27,0 1,0-1,1 1,0-1,-1 1,1 0,0 0,0 0,0 0,0 1,0-1,1 1,-1 0,0 0,1 0,-1 0,1 1,-1-1,1 1,-1 0,1 0,-1 0,1 1,-1-1,1 1,-1-1,0 1,1 1,0-1,9 1,410 75,-186-61,160-12,-276-5,1163 13,-1177-13,153 2,49 14,-307-15,54 6,0-3,1-2,27-4,-66 1,23-3,0 2,0 2,0 1,10 3,38 31,-57-19,-8-5,-7-4,1 2,-1-1,0 2,-1 0,0 1,-1 1,0 0,0 1,-1 1,-1 0,6 7,-14-8,0 0,-1 0,0 0,-1 0,0 1,-1-1,-1 1,0 0,-1 0,0-1,-1 1,0 0,-1-1,0 1,-1-1,-3 7,6-15,-13 63,-8 39,5 1,2 22,9 427,7-361,-2-134,-16 614,-22 82,34 472,3-320,6-637,20 445,-8 34,9-362,-25-315,-2-9,3 0,4 1,4 14,-4-32,-2 1,-2 0,-4 35,1-6,2-51,-8 54,4-79,1 0,-1 1,0-1,0 0,1-1,-1 1,-1 0,1-1,0 0,0 0,0 0,-1 0,1 0,-1-1,1 1,0-1,-1 0,1 0,-1 0,1-1,-1 1,1-1,-2 0,-8 0,-86 0,-52-1,-76-13,-662-116,-43 29,664 80,-23 12,-177-4,313 14,0 7,-2 6,67-2,0-3,-22-5,70-3,12-2,0 1,0 2,1 1,-1 1,0 1,1 2,0 1,-6 4,-36 18,75-35,7-5</inkml:trace>
  <inkml:trace contextRef="#ctx0" brushRef="#br0" timeOffset="4434.451">18 584,'-10'2,"3"13,8 16,11 18,13 11,11 7,10 3,6-3,1-6,2-9,-2-14,-5-12,-9-12,-9-12,-9-7</inkml:trace>
  <inkml:trace contextRef="#ctx0" brushRef="#br0" timeOffset="4643.891">364 571,'-16'7,"-9"11,-8 14,-3 15,-1 14,-2 9,1 7,3 2,2-4,8-15</inkml:trace>
  <inkml:trace contextRef="#ctx0" brushRef="#br0" timeOffset="4913.469">619 891,'6'-2,"-1"0,1 0,0 0,0 1,0 0,0 0,1 1,-1-1,0 1,0 0,0 1,0 0,0 0,1 0,-2 1,1 0,0 0,0 0,0 1,-1 0,0 0,1 0,-1 1,0-1,-1 1,1 0,-1 1,0-1,0 1,0 0,0 0,-1 0,0 1,0-1,0 1,-1-1,0 1,0 0,0 0,-1 0,0 0,0 0,-1 0,1 1,-2 3,-3 8,-1-1,-1 0,0-1,-1 1,-1-1,-1 0,0-1,-1 0,-1-1,0 0,-1 0,-1-1,-7 6,-45 56,64-75,0 1,0 0,-1 0,1 0,0 0,0 0,1 0,-1 0,0 1,0-1,0 0,1 0,-1 1,0-1,1 0,0 1,-1-1,1 1,0-1,-1 0,1 1,0-1,0 1,0-1,0 1,1-1,-1 0,0 1,1-1,-1 1,1-1,-1 0,1 1,-1-1,1 0,0 0,0 1,0-1,0 0,0 0,0 0,0 0,0 0,0 0,0 0,0-1,1 1,-1 0,0-1,0 1,1-1,-1 1,1-1,-1 0,0 1,1-1,-1 0,1 0,-1 0,2 0,21 2,1 0,0-2,-1-1,1 0,-1-2,14-4,-8 3,53-9</inkml:trace>
  <inkml:trace contextRef="#ctx0" brushRef="#br0" timeOffset="5249.569">44 1667,'9'16,"12"16,10 13,8 9,6 7,6 2,0-2,-2-5,-4-10,-8-11,-8-10,-8-11</inkml:trace>
  <inkml:trace contextRef="#ctx0" brushRef="#br0" timeOffset="5499.916">364 1667,'-13'3,"-12"6,-8 12,-6 11,0 12,4 9,4 10,4 7,5 4,3 0,6-12</inkml:trace>
  <inkml:trace contextRef="#ctx0" brushRef="#br0" timeOffset="5752.242">632 1895,'-11'9,"-4"14,2 15,9 12,10 11,7 7,7 5,2 2,-3 0,-4-14</inkml:trace>
  <inkml:trace contextRef="#ctx0" brushRef="#br0" timeOffset="6000.576">18 2951,'15'18,"13"17,11 15,9 9,6 5,3-1,-1-3,-4-5,-6-8,-6-12,-10-11</inkml:trace>
  <inkml:trace contextRef="#ctx0" brushRef="#br0" timeOffset="6172.12">418 2897,'-21'14,"-17"17,-12 18,-7 14,-2 13,2 6,8 1,13-5,12-15</inkml:trace>
  <inkml:trace contextRef="#ctx0" brushRef="#br0" timeOffset="6482.313">672 3432,'-1'5,"-1"-1,1 1,0 0,0 0,1 0,-1 0,1 0,0 1,0-1,1 0,-1 0,1 0,1 0,-1-1,1 1,-1 0,1 0,1-1,-1 1,0-1,1 0,0 0,0 0,1 0,-1 0,1 0,0-1,-1 0,2 0,-1 0,0 0,2 0,5 0,0-1,0 0,0-1,0 0,0-1,0 0,0-1,0 0,0-1,0 0,0-1,-1 0,1 0,-1-1,0-1,0 0,0 0,-1-1,1 0,-1 0,-1-1,1-1,-1 1,3-6,-8 10,0-1,-1 0,0 0,0 0,0 0,0 0,-1 0,1 0,-1-1,0 1,-1-1,1 1,-1 0,0-1,0 1,0-1,0 1,-1-1,0 1,0 0,0-1,0 1,-1 0,1 0,-1 0,0 0,-1 0,1 0,-1 0,1 1,-1 0,0-1,-1 1,1 0,0 0,-1 1,0-1,1 1,-1-1,0 1,0 1,-3-2,-1-1,0 0,-1 1,1 0,-1 0,0 1,0 0,0 0,0 1,0 1,0-1,0 2,0-1,0 1,0 0,0 1,0 0,0 0,0 1,1 1,0-1,-1 1,1 0,0 1,7-4,0 0,0 0,0 0,0 0,0 0,0 1,0-1,0 0,1 0,-1 1,0-1,1 0,-1 1,1-1,-1 0,1 1,0-1,0 1,0-1,0 1,0-1,0 0,0 1,0-1,0 1,1-1,-1 1,0-1,1 0,0 2,10 16</inkml:trace>
  <inkml:trace contextRef="#ctx0" brushRef="#br0" timeOffset="6804.018">1153 3204,'28'3,"28"0,29-1,29-2,24-3,21-4,17-3,9-4,0-2,-11-1,-20 3,-28 1,-34 3,-35 3,-26 3</inkml:trace>
  <inkml:trace contextRef="#ctx0" brushRef="#br0" timeOffset="7313.206">1087 2148,'9'0,"16"0,28 0,35-2,40-3,39-6,30-2,19-2,6 2,-6 3,-19 3,-30 3,-35 2,-41 2</inkml:trace>
  <inkml:trace contextRef="#ctx0" brushRef="#br0" timeOffset="7814.868">1274 1026,'2'0,"8"0,15 0,27-3,32 0,35-2,32-3,26 1,17 0,6 3,-7 1,-15 1,-25 2,-33 0,-38 0</inkml:trace>
  <inkml:trace contextRef="#ctx0" brushRef="#br0" timeOffset="10245.44">6407 1159,'-7'7,"-1"1,1 0,1 0,0 0,0 1,0 0,1 0,0 0,1 1,0 0,1 0,0 0,0 0,1 0,1 0,-1 1,2-1,-1 1,2-1,-1 1,1-1,1 1,0-1,0 0,1 0,1 0,-1 0,1-1,1 1,0-1,0 0,1 0,6 7,-8-13,0 0,1 0,-1 0,0-1,1 1,0-1,0 0,-1 0,1-1,0 0,1 1,-1-2,0 1,0 0,0-1,0 0,0-1,1 1,-1-1,0 0,0 0,0 0,0-1,0 1,0-2,-1 1,1 0,-1-1,1 0,-1 0,0 0,0 0,0-1,-1 1,1-1,-1 0,0 0,1-2,11-12,-2-1,0-1,-1 0,-1 0,-1-1,-1 0,-1-1,-1 0,-1-1,-1 1,0-1,-2 0,0-16,-2 31,0 1,-1-1,0 0,0 0,-1 1,1-1,-2 0,1 1,-1-1,-1 1,1-1,-1 1,0 0,-1 0,0 0,0 1,0-1,-1 1,0 0,0 0,-1 1,1-1,-1 1,0 0,-1 1,1 0,-1 0,0 0,-1 0,0 2,0 0,0 1,1 0,-1 0,0 0,0 1,0 1,0-1,0 1,0 0,0 1,1 0,-1 0,1 1,-1 0,1 0,0 1,0 0,0 0,1 1,-1-1,1 1,-3 4,1-2,0 1,1 0,0 0,1 1,0 0,0 0,1 0,0 1,0 0,1 0,0 0,1 0,1 1,-1-1,1 1,1 0,0 1,7 45,7-6</inkml:trace>
  <inkml:trace contextRef="#ctx0" brushRef="#br0" timeOffset="11700.137">7210 1239,'-2'-10,"2"9,0 0,0 1,-1-1,1 0,0 0,0 1,0-1,-1 0,1 0,0 1,0-1,0 0,1 0,-1 1,0-1,0 0,0 0,0 1,1-1,-1 0,0 1,1-1,-1 0,0 1,1-1,-1 0,1 1,-1-1,1 1,-1-1,1 1,0-1,-1 1,1-1,0 1,-1 0,1-1,0 1,68-5,898 3,66-42,-905 24,-121 18</inkml:trace>
  <inkml:trace contextRef="#ctx0" brushRef="#br0" timeOffset="12713.452">10030 865,'0'18,"1"-1,0 1,1-1,1 1,1-1,0 0,2 0,0-1,0 1,2-1,0-1,1 1,2 2,-2-2,1 0,0 0,1-1,0-1,1 0,1 0,11 8,-23-21,-1 0,1-1,0 1,-1-1,1 1,0 0,-1-1,1 0,0 1,0-1,-1 1,1-1,0 0,0 0,0 1,0-1,-1 0,1 0,0 0,0 0,0 0,0 0,0 0,-1 0,1 0,0-1,0 1,0 0,0-1,-1 1,1 0,0-1,0 1,-1-1,1 1,0-1,-1 1,1-1,0 0,-1 1,1-1,-1 0,1 1,-1-1,1 0,10-42,-9 32,68-237,-61 238,-8 38,-1 4,-1-19,0 1,0 0,2 0,0-1,0 1,1 0,1-1,0 1,1-1,0 0,1 0,1-1,4 8,-9-19,0 0,0 1,0-1,0 1,0-1,0 0,1 0,-1 0,1 0,-1 0,0 0,1 0,0 0,-1-1,1 1,-1 0,1-1,0 1,0-1,-1 0,1 0,0 0,0 0,-1 0,1 0,0 0,0 0,-1-1,1 1,0 0,-1-1,1 0,0 1,-1-1,1 0,-1 0,1 0,-1 0,0 0,1 0,-1 0,0-1,1 0,46-65,-37 45,-2 0,0-1,-1 0,-2 0,0-1,-1 1,-1-5,-6-4,1 32,1-1,0 1,0 0,-1-1,1 1,-1 0,1-1,0 1,-1 0,1 0,-1 0,1-1,0 1,-1 0,1 0,-1 0,1 0,-1 0,1 0,-1 0,1 0,0 0,-1 0,1 0,-1 0,1 0,-1 0,1 0,-1 0,1 0,0 1,-1-1,1 0,-1 0,1 1,0-1,-1 0,1 0,0 1,-1-1,1 0,0 1,-1-1,1 1,0-1,0 0,0 1,-1-1,1 1,0-1,0 1,0-1,0 0,0 1,0-1,0 1,0-1,0 1,0-1,0 1,0-1,0 1,0-1,-7 12,1 0,0 1,0 0,2 0,-1 0,2 1,0-1,0 1,1 0,1-1,1 1,0 0,0 0,1 0,1 0,2 5,0-10,0 0,1-1,0 1,1-1,0 0,0-1,1 1,0-1,0-1,0 1,1-1,0 0,1-1,-1 0,1 0,0-1,0 0,0-1,0 0,1 0,0-1,-1 0,8 0,30 6</inkml:trace>
  <inkml:trace contextRef="#ctx0" brushRef="#br0" timeOffset="13402.64">10939 1199,'0'23,"-1"-19,0-1,0 1,0-1,0 1,1-1,0 1,-1 0,1-1,1 1,-1 0,0-1,1 1,0-1,0 1,0-1,0 1,1-1,-1 0,1 0,0 0,0 0,0 0,0 0,0 0,1 0,-1-1,1 1,0-1,0 0,0 0,0 0,0 0,0 0,0-1,1 0,-1 1,2-1,4 1,0-1,0 0,1 0,-1-1,1-1,-1 1,0-1,1-1,-1 0,0 0,0-1,0 0,0 0,-1-1,1 0,-1-1,4-3,-9 5,-1-1,0 0,1-1,-1 1,-1 0,1-1,-1 1,0-1,0 1,0-1,0 1,-1-1,0 0,0 1,0-1,-1 0,1 1,-1-1,0 1,0-1,-1 1,1-1,-1 1,0 0,0 0,-1 0,1 0,-1 0,0 1,0-1,0 1,0-1,-1 1,0 0,1 0,-1 1,0-1,-4-1,0 0,1-1,-1 2,0-1,-1 1,1 0,0 1,-1 0,0 0,1 1,-1 0,0 1,0-1,1 2,-1-1,0 1,0 1,1 0,-1 0,1 0,-1 1,1 1,0-1,0 1,1 0,-1 1,1 0,0 0,0 1,1 0,-1 0,1 0,1 1,-1 0,1 0,-3 6,-13 34,7-2</inkml:trace>
  <inkml:trace contextRef="#ctx0" brushRef="#br0" timeOffset="14100.773">6220 2415,'11'-33,"1"1,1 0,2 1,1 0,11-13,44-94,-52 84,-28 73,-2 19,3 0,1 1,2 0,1 1,2 6,1-13,1-1,1 1,2-1,1 0,2 1,1-2,8 24,4-6</inkml:trace>
  <inkml:trace contextRef="#ctx0" brushRef="#br0" timeOffset="14798.153">6982 2402,'20'6,"0"-2,0 0,1-1,-1-1,1-1,7-1,12 1,690 7,-512-9,89 2,721-11,-916 3,-92 3,-38-4,-1 5,-1 0</inkml:trace>
  <inkml:trace contextRef="#ctx0" brushRef="#br0" timeOffset="15615.484">10431 2242,'8'93,"-6"-37,-2-26,2 0,0-1,3 1,6 28,-11-56,0-1,0 1,1 0,-1 0,0 0,1 0,-1-1,1 1,0 0,-1-1,1 1,0 0,0-1,0 1,0-1,0 1,0-1,1 0,-1 1,0-1,1 0,-1 0,1 0,0 0,-1 0,1 0,0 0,-1-1,1 1,0-1,0 1,-1-1,1 0,0 1,0-1,0 0,0 0,-1 0,1-1,0 1,0 0,0-1,-1 1,1-1,0 0,0 1,-1-1,2-1,7-7,-1-1,0 0,-1 0,0-1,-1 0,0 0,-1-1,0 0,0 0,-2-1,2-4,5-11,-2-1,-1 0,-1-1,-1 1,-2-1,-1 0,-1 0,-2-4,0 34,0 0,1-1,-1 1,0-1,0 1,1-1,-1 1,0-1,0 1,0-1,0 0,0 1,0-1,0 1,0-1,0 1,0-1,0 1,0-1,0 1,0-1,-1 1,1-1,0 1,0-1,0 1,-1-1,1 1,0-1,-1 1,1-1,0 1,-1 0,1-1,-1 1,1 0,-1-1,1 1,-1 0,1 0,-1-1,1 1,-1 0,1 0,-1 0,1 0,-1 0,1-1,-1 1,1 0,-1 0,-17 27,14-14,0 1,0-1,1 1,1 0,0 0,1 0,0 0,1 0,1 0,0 0,1 0,0 0,1-1,3 8,-3-13,-1-1,1 1,1-1,0 0,0 1,0-2,1 1,-1 0,2-1,-1 0,1 0,0-1,0 1,1-1,-1-1,1 1,0-1,0 0,1-1,-1 0,1 0,0 0,-1-1,1 0,5 0,-8-1,0-1,0 0,0 1,0-1,0-1,-1 1,1-1,0 0,0 0,0 0,0-1,-1 0,1 0,-1 0,1 0,-1-1,0 0,0 1,0-2,0 1,0 0,-1-1,0 0,1 1,-2-1,1 0,0-1,-1 1,1-1,-1 1,-1-1,1 1,0-3,2-7,0-2,-1 1,0 0,-2-1,0 1,0-1,-1 1,-1-1,-1 1,0 0,-4-10,7 24,-1-1,0 1,0 0,0 0,0 0,0 0,0 0,-1-1,1 1,0 0,-1 0,1 0,0 0,-1 0,1 0,-1 0,0 0,1 0,-1 0,0 0,1 1,-1-1,0 0,0 0,0 1,0-1,0 0,0 1,0-1,0 1,0-1,0 1,0 0,0-1,0 1,0 0,-1 0,1 0,0 0,0 0,0 0,0 0,0 0,-1 0,-1 5,-1 0,2 0,-1 0,1 0,-1 1,1-1,1 1,-1-1,1 1,0 0,0-1,1 1,0 0,0 0,0-5,-1 12,1 1,0-1,2 1,-1-1,1 1,1-1,1 0,0 0,0-1,1 1,1-1,0 0,1 0,0-1,7 9,10 11</inkml:trace>
  <inkml:trace contextRef="#ctx0" brushRef="#br0" timeOffset="15887.79">11233 2643,'10'-86,"4"0,3 2,11-25,-22 91,-2 14,-2 15,-22 217,0 153,18-296</inkml:trace>
  <inkml:trace contextRef="#ctx0" brushRef="#br0" timeOffset="16380.871">8186 3672,'-3'12,"0"10,2 8,2 6,1-3</inkml:trace>
  <inkml:trace contextRef="#ctx0" brushRef="#br0" timeOffset="16631.304">8225 4595,'-4'13,"0"10,6 3,7-1,1-5</inkml:trace>
  <inkml:trace contextRef="#ctx0" brushRef="#br0" timeOffset="16781.43">8105 5344,'-2'18,"3"11,5 7,2 4,1-5</inkml:trace>
  <inkml:trace contextRef="#ctx0" brushRef="#br0" timeOffset="16947.984">8212 6226,'0'16,"0"14,0 11,0 6,2 1,1-2,0-6,-1-8</inkml:trace>
  <inkml:trace contextRef="#ctx0" brushRef="#br0" timeOffset="17452.646">6019 7095,'8'-5,"1"1,0 0,0 1,0 0,0 0,0 1,0 0,1 0,-1 1,1 0,0 1,-1 0,1 1,-1 0,7 1,-8-1,-1 0,1 0,0 1,-1 0,1 0,-1 1,0 0,0 0,0 0,0 1,-1 0,1 1,-1-1,0 1,0 0,-1 1,1 0,-1-1,-1 2,1-1,-1 0,0 1,0 0,-1 0,0 0,0 0,-1 1,0-1,1 3,-2 7,-1 0,-1 0,0 0,-1 0,-1 0,0 0,-1 0,-1-1,-1 0,0 0,-9 14,-9 33,17-46,1-1,1 1,0 0,1 0,1 1,1-1,0 1,2-1,0 1,2 15,4-13</inkml:trace>
  <inkml:trace contextRef="#ctx0" brushRef="#br0" timeOffset="17701.483">5980 7428,'16'-6,"16"-3,19 0,19 0,16 1,9 3,2-2,-16 2</inkml:trace>
  <inkml:trace contextRef="#ctx0" brushRef="#br0" timeOffset="18248.54">7116 7402,'249'12,"73"-14,695-60,-417 17,-520 38,0 3,1 3,-1 4,0 3,0 4,59 16,-120-19,-19-7,-1 0,1 0,0 0,0 0,-1 0,1 0,0 0,0 0,0 0,-1 0,1 0,0 0,0 0,0 0,-1 0,1 1,0-1,0 0,-1 0,1 0,0 0,0 0,0 0,0 1,-1-1,1 0,0 0,0 0,0 1,0-1,0 0,0 0,0 0,-1 1,1-1,0 0,0 0,0 0,0 1,0-1,0 0,0 0,0 1,0-1,0 0,0 0,0 0,0 1,0-1,0 0,1 0,-1 0,0 1,0-1,0 0,0 0,0 0,0 1,1-1,-1 0,0 0,0 0,0 0,0 1,1-1,-1 0,0 0,-70 7,44-6</inkml:trace>
  <inkml:trace contextRef="#ctx0" brushRef="#br0" timeOffset="19050.907">10431 7001,'5'7,"1"0,-2 0,1 1,-1 0,-1-1,1 1,-1 1,-1-1,1 0,-1 1,-1 0,4 10,69 265,-47-236,-25-48,0 0,0 0,0-1,0 1,0 0,0-1,0 0,0 1,-1-1,1 0,0 0,-1 0,1 0,0 0,-1 0,1-1,-1 1,0 0,1-1,-1 1,0-1,0 1,0-1,0 0,0 0,0 1,-1-1,1 0,0 0,-1-2,2 1,22-49,-2-2,-2-1,-3 0,3-23,-11 42,-14 58,0 1,1 0,1 0,2 0,0 13,1-29,0 1,0-1,1 0,0 1,0-1,1 0,0 0,0 0,1 0,0 0,0 0,1-1,-1 1,1-1,1 0,-1 0,1-1,0 1,0-1,1 0,5 4,-7-7,0 0,0-1,0 1,0 0,0-1,0 0,0 0,1 0,-1-1,0 0,1 1,-1-1,0-1,1 1,-1-1,0 1,1-1,-1-1,0 1,0 0,0-1,0 0,0 0,0 0,-1-1,1 1,0-1,5-5,0 1,-1-1,1 0,-2-1,1 0,-1 0,0-1,-1 0,3-7,1-4,-2 1,0-1,-2-1,0 1,-1-1,-1 0,-1 0,-1-11,-2 32,1-1,-1 0,0-1,0 1,1 0,-1 0,0-1,-1 1,1 0,0 0,-1 0,1-1,-1 1,0 0,0 0,1 0,-1 0,-1 0,1 0,0 0,0 1,-1-1,1 0,-1 0,0 3,1-1,-1 1,1-1,-1 1,1 0,0 0,-1 0,1 0,0 0,0 0,-1 0,1 0,0 0,0 0,0 1,0-1,1 0,-1 1,0-1,0 1,1-1,-1 1,1-1,0 1,-1 0,1-1,0 1,0 0,-5 15,2 1,0-1,1 1,1-1,1 1,0-1,1 1,1-1,1 1,0-1,2 0,0 0,0 0,2-1,0 0,0 0,2 0,9 13,-8-18,1 0,-1-1,2 0,-1-1,1 0,1-1,-1 0,2-1,-1 0,1-1,-1-1,2 0,-1-1,0 0,1-1,0-1,46 8</inkml:trace>
  <inkml:trace contextRef="#ctx0" brushRef="#br0" timeOffset="19917.67">11474 7295,'-12'-4,"16"1,25 0,18 0,-1 1,0 3,0 2,0 2,25 7,-66-12,0 1,0 0,0 0,0 0,0 1,0-1,0 1,-1 1,1-1,0 1,-1-1,0 1,0 1,0-1,0 0,0 1,-1 0,0 0,1 0,-1 0,-1 0,1 1,-1 0,0-1,0 1,0 0,0 0,-1 0,0 0,0 0,0 0,-1 0,0 0,0 2,-4 14,-2 0,0-1,-1 0,-2 0,0 0,0-1,-7 8,-17 36,23-44,1 1,0-1,2 2,0-1,2 1,0 0,1 0,1 0,1 0,0 1,2-1,2 10,21 21,-9-40</inkml:trace>
  <inkml:trace contextRef="#ctx0" brushRef="#br0" timeOffset="20162.014">11581 7509,'18'3,"22"4,27 4,29 3,28-2,23-3,8-2,-21-3</inkml:trace>
  <inkml:trace contextRef="#ctx0" brushRef="#br0" timeOffset="24884.525">3573 2790,'-19'-4,"1"2,-1 0,0 0,0 2,0 1,1 0,-1 1,0 1,1 1,0 0,0 2,0 0,0 1,13-4,0 0,1 1,-1-1,1 1,0 0,0 1,0-1,1 1,-1-1,1 1,0 0,0 0,1 1,0-1,0 0,0 1,1-1,-1 1,1 0,0 0,1-1,0 1,0 0,0 0,0-1,1 1,0 0,0-1,1 1,0 0,0-1,0 0,0 1,1-1,0 0,0 0,0-1,1 1,1 2,12 10,0-1,2 0,-1-1,2-1,0-1,14 7,2 2,-11-6,-11-9,1 2,-1 0,-1 1,1 0,-2 1,0 1,0 0,-1 0,5 8,-14-17,-1 0,1 0,-1 0,0 0,0 0,0 0,-1 0,1 0,-1 1,1-1,-1 0,0 0,-1 1,1-1,0 0,-1 0,0 0,1 0,-1 1,-1-1,1 0,0 0,-1-1,1 1,-1 0,0 0,0-1,0 1,0-1,-1 0,1 0,0 1,-1-2,0 1,1 0,-1 0,0-1,0 0,0 1,-3 0,-19 8,-1-1,0-1,-1-2,1 0,-1-2,0-1,-1-1,1-1,-18-2,33 2,1-1,-1-1,0 0,0 0,1-1,-1-1,1 0,-11-4,21 7,1 0,-1 0,1 0,0 0,-1 0,1-1,-1 1,1 0,-1 0,1 0,0 0,-1-1,1 1,0 0,-1 0,1-1,0 1,-1 0,1-1,0 1,0 0,-1-1,1 1,0 0,0-1,0 1,-1 0,1-1,0 1,0-1,0 1,0 0,0-1,0 1,0-1,0 1,0-1,0 1,0 0,0-1,0 1,0-1,0 1,0 0,1-1,-1 1,0-1,0 1,0 0,1-1,-1 1,0 0,1-1,-1 1,0 0,0-1,1 1,-1 0,1 0,-1 0,0-1,1 1,-1 0,0 0,1 0,15-9</inkml:trace>
  <inkml:trace contextRef="#ctx0" brushRef="#br0" timeOffset="25169.279">3854 3378,'-1'3,"0"-1,0 1,1-1,-1 1,1-1,0 1,0-1,0 1,0-1,0 1,1 0,-1-1,1 1,-1-1,1 0,0 1,0-1,0 1,0-1,1 0,-1 0,1 0,-1 0,1 0,0 0,-1 0,1 0,0-1,0 1,1-1,-1 1,1-1,79 25,-71-25,-1 0,0-1,1 0,-1 0,0-1,1 0,-1-1,0 0,0-1,0 0,0 0,-1-1,1-1,-1 0,0 0,0 0,-1-1,0 0,0-1,4-4,-11 9,1 0,-1 1,0-1,0 0,0-1,0 1,-1 0,1 0,0 0,-1 0,0-1,1 1,-1 0,0 0,0-1,0 1,-1 0,1 0,0 0,-1-1,0 1,1 0,-1 0,0 0,0 0,0 0,0 0,0 0,-1 0,1 0,-1 1,1-1,-1 1,1-1,-1 1,0-1,-1 1,-75-39,70 37,0 1,0 0,0 0,0 1,0 0,0 1,0-1,0 1,0 1,0 0,0 0,0 0,0 1,0 0,0 1,0 0,1 0,0 1,-1-1,-3 4,-3 7</inkml:trace>
  <inkml:trace contextRef="#ctx0" brushRef="#br0" timeOffset="26232.976">3587 1895,'-22'-10,"1"1,-1 1,-1 1,1 0,-1 2,-1 1,-19-1,39 5,1 1,0-1,0 1,0-1,0 1,0 0,0 0,0 1,0-1,0 0,0 1,0 0,1 0,-1 0,1 0,0 0,-1 0,1 0,0 1,0 0,0-1,1 1,-1 0,1 0,-1-1,1 1,0 0,0 1,-1 2,0 0,0 0,1 1,0-1,0 0,1 1,0-1,0 0,0 1,1-1,0 0,0 1,1-1,0 0,5 7,1-1,1 0,0 0,0-1,2 0,-1-1,1 0,0 0,1-1,0-1,1 0,0-1,0 0,0-1,15 5,-16-5,22 9,83 53,-116-68,1 1,-1-1,0 1,0-1,1 1,-1 0,0 0,0-1,0 1,0 0,0 0,0 0,0 0,0 0,0 0,-1 1,1-1,0 0,-1 0,1 0,-1 1,1-1,-1 0,0 1,0-1,1 0,-1 1,0-1,0 1,0-1,0 0,0 1,-1-1,1 0,0 1,-1-1,1 0,-1 0,1 1,-1-1,0 0,1 0,-1 0,0 1,0-1,0 0,0 0,0-1,0 1,0 0,0 0,0 0,-1 0,-16 5,0-1,-1 0,0-2,0 0,0-1,-17 0,24-1,-165-1,170-4,19 2,11 0</inkml:trace>
  <inkml:trace contextRef="#ctx0" brushRef="#br0" timeOffset="26485.327">3827 2376,'16'-25,"-2"-1,0 0,-2 0,-1-1,-1-1,-1 0,-2 0,-1-1,-1 0,1-29,-6 58,0 1,-1-1,1 0,0 1,-1-1,1 0,0 1,-1-1,1 0,0 0,-1 1,1-1,-1 0,1 0,0 0,-1 0,1 0,-1 1,1-1,0 0,-1 0,1 0,-1 0,1 0,-1 0,1 0,-1-1,1 1,0 0,-1 0,1 0,-1 0,1 0,0-1,-1 1,1 0,0 0,-1-1,1 1,0 0,-1 0,1-1,0 1,-1 0,1-1,-9 27,2 0,0 1,2 0,0 0,2 0,2 1,0 19,11 44,-2-59</inkml:trace>
  <inkml:trace contextRef="#ctx0" brushRef="#br0" timeOffset="27118.707">3827 704,'-15'-3,"1"0,-2 1,1 1,0 0,0 1,0 0,0 1,-1 1,1 1,1 0,-1 1,0 0,1 1,0 1,0 0,0 1,1 1,0 0,11-6,-1 0,1 0,0 0,0 1,0-1,0 0,0 1,1 0,-1 0,1-1,0 1,0 0,0 0,0 0,0 0,0 0,1 0,0 0,-1 1,1-1,0 0,1 0,-1 0,0 0,1 0,0 0,0 0,0 0,0 0,0 0,0 0,1 0,0-1,1 3,5 7,1-1,0 0,1 0,0-1,1 0,0-1,1 0,74 51,-58-42,-1 1,-1 1,0 1,-2 2,0 0,-22-22,-1 0,1 0,0 1,-1-1,1 0,-1 0,0 1,0-1,1 1,-1-1,0 1,0-1,0 1,0 0,-1 0,1-1,0 1,-1 0,1 0,-1 0,0 0,0 0,1-1,-1 1,0 0,-1 0,1 0,0 0,0 0,-1 0,1-1,-1 1,0 0,0 0,1-1,-1 1,0 0,0-1,-1 1,1-1,0 1,-12 3,1 0,-1-1,0-1,1 0,-2-1,1 0,0-1,0 0,-8-1,5 0,-1 1,-5 1,1-2,-1 0,0-1,1-1,-21-5,41 7,0 0,0 0,0 0,0 0,0 0,0-1,0 1,0 0,0-1,1 1,-1 0,0-1,0 1,0-1,1 1,-1-1,0 0,1 1,-1-1,0 0,1 1,-1-1,1 0,-1 0,1 1,-1-1,1 0,0 0,-1 0,1 0,0 0,5-6</inkml:trace>
  <inkml:trace contextRef="#ctx0" brushRef="#br0" timeOffset="27582.468">4121 1065,'1'0,"-1"1,1-1,-1 0,1 0,-1 1,0-1,1 0,-1 0,1 0,-1 0,1 0,-1 0,1 0,0 0,-1 0,1 0,-1 0,1 0,-1 0,1 0,-1 0,0 0,1-1,-1 1,1 0,-1 0,1-1,-1 1,1 0,-1 0,0-1,1 1,-1-1,0 1,1 0,-1-1,0 1,1-1,-1 1,0-1,0 1,0-1,1 1,-1 0,0-1,0 1,0-1,0 1,0-1,0 0,0 1,0-1,0 1,0-1,0 1,-1-1,5 3,-1-1,0 1,-1-1,1 1,0 0,0 0,-1 0,1 1,-1-1,0 0,0 1,0 0,0-1,0 1,-1 0,1 0,-1 0,1 0,-1 1,0-1,0 0,-1 0,1 1,-1-1,0 0,0 1,0-1,0 0,0 1,-1-1,1 0,-1 0,-1 3,-2 7,0 0,-2-1,1 1,-2-1,1-1,-2 1,-7 8,-68 78,82-98,0 1,0-1,0 1,0 0,0-1,0 1,0 0,1 0,-1 0,0 0,0 0,1 0,-1 0,1 0,-1 0,1 0,-1 0,1 0,-1 0,1 0,0 0,0 0,0 1,0-1,0 0,0 0,0 0,0 1,0-1,0 0,0 0,1 0,-1 0,1 0,-1 0,1 0,-1 0,1 0,-1 0,1 0,0 0,0 0,-1 0,1 0,0 0,0-1,0 1,0 0,0-1,0 1,0-1,0 1,0-1,0 1,1-1,-1 0,1 1,14 2,0-1,1 0,-1-1,1 0,-1-2,9-1,107-10,0-7,59-18,-96 17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19:35.13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54 370,'0'25,"-2"22,-1 17,-2 11,-3 6,0 1,2-2,-1-6,1-10,2-17</inkml:trace>
  <inkml:trace contextRef="#ctx0" brushRef="#br0" timeOffset="254.833">0 451,'5'21,"8"15,13 11,12 4,10 1,9-7,3-8,-1-11,-4-10,-12-7</inkml:trace>
  <inkml:trace contextRef="#ctx0" brushRef="#br0" timeOffset="502.171">616 264,'-11'21,"-11"17,-11 17,-6 12,-4 8,1 4,6-2,6-6,9-8,7-11,11-14,11-14,10-10,2-8</inkml:trace>
  <inkml:trace contextRef="#ctx0" brushRef="#br0" timeOffset="667.732">736 531,'0'14,"0"13,0 11,0 9,2 5,1 5,2 2,3 0,2-3,-1-4,1-7,-2-6,-2-8,-2-8</inkml:trace>
  <inkml:trace contextRef="#ctx0" brushRef="#br0" timeOffset="1201.036">1164 786,'-5'18,"-1"10,0 8,2 4,1-2,1-6,1-7</inkml:trace>
  <inkml:trace contextRef="#ctx0" brushRef="#br0" timeOffset="2019.115">1043 505,'55'16,"-1"4,-1 1,0 3,11 9,-52-28,0 1,0 1,0 0,-1 0,0 1,-1 1,0-1,0 2,-1-1,0 2,-1-1,0 1,0 0,-1 1,-1-1,0 1,-1 1,0-1,0 1,-2 0,3 13,-7 92,3-116,-1-1,1 1,-1-1,1 1,-1-1,1 1,0-1,0 0,0 0,0 0,-1 0,1 0,1 0,-1 0,0-1,0 1,0-1,0 1,0-1,1 0,-1 0,0 0,0 0,0-1,0 1,1 0,-1-1,0 1,0-1,0 0,0 0,0 0,0 0,0 0,-1 0,1-1,2 0,19-10,-1-1,1-1,-2-1,0-1,-1-1,-1 0,5-7,-22 22,-2 1,1 0,-1 0,0 0,1 1,-1-1,1 0,-1 0,1 0,-1 1,1-1,0 0,-1 1,1-1,0 0,-1 1,1-1,0 1,0-1,0 1,0 0,-1-1,1 1,0 0,0-1,0 1,0 0,0 0,0 0,0 0,0 0,0 0,0 0,0 0,-1 0,1 1,0-1,0 0,0 0,0 1,0-1,0 1,-1-1,1 1,0-1,0 1,-1-1,1 1,0 0,0 0,7 43,12 27,-17-67,-1 0,1 0,0-1,0 1,1-1,-1 0,1 0,0 0,-1 0,1 0,1-1,-1 0,0 0,0 0,1 0,-1-1,1 0,-1 0,1 0,0 0,-1-1,1 1,0-1,0-1,-1 1,3-1,4-1,0 0,-1-1,1 0,-1-1,0 0,0-1,0 0,-1-1,1 1,7-8,0-2,-1 0,-1-1,-1 0,0-1,-2-1,1 0,-2 0,-1-2,0 1,-1-1,-1 0,-1-1,-1 0,2-14,3-25,-2-1,-4 0,-1 0,-5-39,1 45,-3 1,-2 0,-8-28,12 77,1 1,-1-1,0 0,0 1,0-1,-1 1,1-1,-1 1,0 0,0 0,-1 0,1 0,-1 0,0 0,0 1,-1-2,2 4,0 1,1 0,-1 0,1 0,-1 0,0 0,1 0,-1 0,1 1,-1-1,1 0,-1 1,0 0,1-1,0 1,-1 0,1-1,-1 1,1 0,0 0,0 0,-1 0,1 1,0-1,0 0,0 0,0 1,0-1,1 0,-1 1,0-1,1 1,-1 1,-8 15,1 1,2 0,-1 1,2-1,1 1,0 0,2 0,-1 19,3-36,-4 48,2 1,2 0,2 0,3-1,2 0,3 0,1 0,3-1,1-1,22 45,-33-84,0 1,1-1,0 1,1-2,0 1,0 0,1-1,0 0,1-1,0 0,0 0,1 0,0-1,0-1,3 2,-8-8,1 1,0-1,0 0,0-1,0 1,-1-1,1 0,0 0,0 0,-1-1,1 0,-1 0,0 0,1 0,-1-1,0 0,0 1,-1-1,1-1,0 1,-1-1,0 1,0-1,0 0,0 0,-1 0,0 0,2-4,8-10,-1-2,-1 1,0-1,-2-1,0 0,-1 0,-2 0,0-1,-1 0,0-8,-4 29,1-1,-1 1,0-1,0 1,1-1,-1 1,0-1,0 1,-1-1,1 0,0 1,0-1,-1 1,1-1,-1 1,0 0,1-1,-1 1,0-1,0 1,0 0,1 0,-2-2,-21 40,20-26,-1 1,2 0,-1 1,2-1,0 0,0 1,1-1,0 1,1-1,1 0,0 1,-1-7,1 0,0-1,0 1,0 0,0-1,1 0,0 0,0 1,0-2,1 1,0 0,0-1,0 1,0-1,1 0,0-1,-1 1,1-1,1 0,-1 0,0-1,1 1,4 0,26 4,-4-7</inkml:trace>
  <inkml:trace contextRef="#ctx0" brushRef="#br0" timeOffset="2270.444">2099 237,'19'5,"25"5,32 4,26 4,18 4,-13-3</inkml:trace>
  <inkml:trace contextRef="#ctx0" brushRef="#br0" timeOffset="2633.984">2915 919,'-9'-35,"3"0,0-1,2 0,2 0,2-31,0 29,2-63,0 100,0-1,0 0,0 1,0-1,0 1,0 0,1 0,-1-1,0 2,1-1,-1 0,1 0,-1 1,0-1,1 1,0 0,-1 0,1 0,-1 0,1 0,-1 0,1 1,-1 0,0-1,1 1,-1 0,1 0,-1 0,0 0,2 1,7 1,50 10,105 31,-162-43,-1 1,1 0,-1 0,1 0,-1 0,0 1,0-1,0 1,0 0,-1 0,1 0,-1 0,0 0,1 0,-2 1,1-1,0 1,-1 0,1-1,-1 1,0 0,0 0,-1 0,1 0,-1 0,0 0,0 0,0 0,0-1,-1 2,-2 36,2-31,0 1,0-1,1 1,0-1,1 1,0-1,0 0,1 1,2 3,-1-10,-1-1,1 1,0-1,1 0,-1 1,0-1,1-1,0 1,0 0,0-1,0 0,0 0,0 0,0-1,1 1,-1-1,1 0,-1 0,1 0,-1-1,1 0,-1 0,1 0,-1 0,5-1,27-1</inkml:trace>
  <inkml:trace contextRef="#ctx0" brushRef="#br0" timeOffset="3885.099">3584 598,'-6'15,"1"0,1 0,0 0,1 1,1 0,0-1,1 1,1 7,0-17,0-1,1 0,0 0,0 0,0 0,0 0,1 0,0-1,0 1,0 0,1-1,-1 0,1 1,0-1,0 0,1 0,-1-1,1 1,0-1,0 1,0-1,0-1,1 1,-1 0,1-1,-1 0,4 1,-1-2,-1 0,1 0,-1-1,1 1,-1-2,1 1,-1-1,1 0,-1 0,0 0,1-1,-1 0,0-1,0 1,0-1,0 0,-1-1,1 1,-1-1,0 0,0 0,0-1,-1 0,1 1,-1-2,0 1,-1 0,1-1,-1 0,0 1,0-1,-1 0,0-1,0 1,0 0,-1-1,0 1,0-4,2 1,-1-1,-1 0,1 0,-1 0,-1 1,0-1,0 0,-1 0,-1-7,1 17,0-1,1 1,-1-1,1 1,-1 0,0-1,1 1,-1 0,1 0,-1 0,0-1,1 1,-1 0,0 0,1 0,-1 0,0 0,0 0,1 0,-1 0,0 0,1 1,-1-1,0 0,1 0,-1 1,1-1,-1 0,0 1,1-1,-1 0,1 1,-1-1,1 1,-1-1,1 1,-1-1,1 1,0-1,-1 1,1 0,0-1,-1 1,1 0,0-1,0 1,0 0,-1-1,1 1,0 0,0-1,0 2,-3 3,0 0,0 0,0 0,1 1,0 0,0-1,0 1,1 0,0 0,0 0,0 0,1 0,0 0,0 0,1 0,-1 0,1-1,0 1,1 0,0 0,0 0,0-1,0 1,1-1,0 0,0 0,0 0,1 0,0 0,0-1,0 1,0-1,5 3,-1-4,0 0,0-1,0 0,1 0,-1-1,0 0,1 0,-1-1,1 0,0-1,-1 0,0 0,1-1,-1 0,0 0,0-1,0 0,0 0,0-1,-1 0,1 0,-1-1,0 0,-1 0,1-1,-1 0,0 0,-1 0,1-1,-1 0,0 0,-1 0,0-1,0 1,0-1,-1 0,-1 0,1 0,-1 0,0-6,-3 19,0 0,1 1,-1-1,1 1,0-1,0 0,1 1,-1-1,1 0,0 1,1-1,-1 0,1 0,0 0,1 0,-1 0,1-1,0 1,0-1,0 1,1-1,3 4,5-2,0 1,0-2,1 1,0-2,0 0,0 0,0-1,1-1,-1 0,1-1,0-1,-1 0,1 0,-1-2,1 1,7-4,-11 5,-1-1,1 0,-1-1,0 0,0 0,0-1,0 0,0-1,0 0,-1 0,0-1,0 0,0 0,0-1,-1 0,0-1,0 1,-1-1,0 0,0-1,-1 0,1 0,-2 0,1 0,-1-1,-1 0,1 0,-1 0,-1 0,0 0,1-9,-3 12,-1-1,1 1,-1-1,-1 1,1-1,-1 1,0 0,0 0,-1 0,0 0,0 0,-1 0,-2-2,5 5,-1 1,0 0,0 0,0 0,0 1,0-1,0 0,-1 1,1-1,-1 1,1 0,-1 0,1 0,-1 0,0 0,1 1,-1-1,0 1,0 0,1 0,-1 0,0 0,0 0,1 0,-1 1,0-1,0 1,1 0,-1 0,1 0,-1 0,-2 2,0-1,0 1,0 1,0-1,0 1,0-1,1 1,-1 1,1-1,0 1,1-1,-1 1,1 0,0 0,0 1,0-1,1 1,0-1,0 1,0 0,1 0,0 0,0 0,0 0,1 0,0 0,0 0,0 0,1 0,0 0,0-1,1 1,0 0,0 0,0-1,0 1,1-1,0 1,7 4,1-1,0 0,0-1,0 0,1 0,1-1,-1-1,1 0,0-1,0-1,1 0,-1 0,1-1,0-1,0 0,0-1,0-1,9-1,-14 2,0-1,0 0,0 0,0-1,-1-1,1 1,0-1,0-1,-1 0,0 0,1 0,-1-1,0-1,-1 1,1-1,-1 0,0-1,0 0,-1 0,1 0,-2-1,1 0,-1 0,0-1,0 1,0-1,-1 0,-1 0,0-1,1 0,-2 1,0 0,0 0,-1 0,0 0,0 0,-1 0,0 0,-1 0,0 0,-1-5,3 14,-1-1,0 1,0-1,0 1,0-1,0 1,0-1,0 1,0-1,0 1,0-1,-1 1,1-1,0 1,0-1,0 0,-1 1,1-1,0 1,0-1,-1 1,1-1,0 0,-1 1,1-1,0 0,-1 1,1-1,-1 0,1 0,-1 1,1-1,0 0,-1 0,1 0,-1 0,1 1,-1-1,1 0,-1 0,1 0,-1 0,1 0,-1 0,1 0,-1 0,1-1,-1 1,1 0,-1 0,1 0,-1 0,1-1,-1 1,1 0,0 0,-1-1,1 1,-1 0,1-1,0 1,-1-1,1 1,0 0,0-1,-1 0,-1 7,1 0,-1-1,1 1,0 0,0-1,1 1,0 0,0 0,0 0,0-1,1 1,0 0,1 0,-1-1,1 1,0-1,0 1,1-1,0 0,-1 0,2 0,-1 0,1-1,-1 1,1-1,1 0,-1 0,0 0,1-1,0 1,0-1,0-1,0 1,0 0,1-1,-1 0,2 0,1 1,-1-1,0 0,0-1,1 1,-1-2,1 1,-1-1,1 0,0-1,-1 1,1-1,-1-1,0 0,0 0,1 0,-1-1,0 0,-1 0,1-1,-1 0,1 0,-1 0,0-1,-1 0,1 0,-1-1,0 1,0-1,-1 0,2-2,25-78,-40 146,11-56,-1 1,0-1,1 0,0 1,0-1,0 0,0 0,1-1,0 1,-1 0,1-1,1 0,-1 1,0-1,1-1,0 1,-1 0,1-1,0 0,0 0,1 0,-1 0,0-1,5 2,4 0,0 0,-1 0,2-1,-1-1,0 0,0-1,0-1,3 0,-7 1,0-1,0-1,0 1,0-1,0-1,-1 0,1 0,-1 0,0-1,0-1,0 1,0-1,-1-1,0 1,0-1,0-1,-1 1,0-1,0 0,0 0,-1-1,4-7,-8 13,-1 2,0 1,0-1,1 0,-1 1,0-1,1 0,-1 0,0 1,1-1,-1 0,1 0,-1 1,0-1,1 0,-1 0,1 0,-1 0,1 0,-1 0,0 0,1 0,-1 0,1 0,-1 0,1 0,-1 0,0 0,1 0,-1 0,1 0,-1 0,1-1,-1 1,0 0,1 0,-1-1,0 1,1 0,-1 0,0-1,1 1,-1 0,0-1,0 1,1 0,-1-1,0 1,0-1,0 1,1 0,-1-1,0 1,0-1,0 1,0-1,0 1,51 120,-48-114,0 0,1-1,0 0,0 1,1-2,-1 1,1 0,0-1,1 0,-1 0,0-1,1 1,0-1,0-1,0 1,0-1,1 0,3 1,11-1</inkml:trace>
  <inkml:trace contextRef="#ctx0" brushRef="#br0" timeOffset="4139.419">5589 250,'0'0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19:43.12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0 944,'8'-35,"21"-33,-9 21,-1-1,-2 0,8-46,-20 71,-4 23,0 0,0 1,0-1,0 0,0 1,0-1,0 1,-1-1,1 1,0-1,0 1,0 0,-1-1,1 1,0 0,-1 0,1-1,-1 1,1 0,-1 0,1 0,-1 0,1 0,-1 0,0 0,1 0,-1 0,0 0,0 0,0 0,0 0,0 0,0 0,0 0,0 0,0 0,-1 0,3 4,155 329,-147-292,-10-41,0-1,0 1,0 0,0 0,0-1,0 1,0 0,0-1,0 1,0 0,-1-1,1 1,0 0,-1-1,1 1,0-1,-1 1,1 0,-1-1,1 1,-1-1,1 1,-1-1,1 1,-1-1,1 0,-1 1,0-1,1 0,-1 1,0-1,1 0,-1 0,0 0,1 0,-1 0,0 1,1-1,-1 0,0 0,0-1,1 1,-1 0,0 0,1 0,-1 0,0-1,1 1,-1 0,0 0,1-1,-1 1,1-1,-1 1,0-1,-5-3,-1 0,1-1,0 1,0-2,1 1,-1-1,1 0,0 0,1 0,0 0,0-1,0 0,1 0,-1 0,2 0,-1-1,1 1,0-1,1 1,0-1,0 0,0 0,1 1,0 1,1-1,-1 0,1 0,0 1,1-1,0 0,0 1,0 0,1-1,0 1,0 0,1 0,-1 1,1-1,0 1,1 0,-1 0,1 0,0 0,1 1,-1 0,1 0,-1 0,4 0,9-6,1 1,0 1,0 1,1 0,0 2,0 0,17-2,-15 4,0-1,0 2,-1 1,1 1,0 1,18 3,-37-2,-1 0,1 0,-1 0,1 0,-1 1,0-1,0 1,0 0,0 0,0-1,-1 1,1 0,-1 1,0-1,0 0,0 0,0 0,0 1,-1-1,0 0,1 1,-1-1,-1 0,1 1,0-1,-1 0,0 1,1-1,-1 0,0 0,-2 3,1 13,1 0,-1-15,1 1,0-1,0 1,0 0,0 0,1-1,0 1,0 0,1 0,-1 0,1-1,0 1,0 0,0-1,1 1,0-1,0 1,0-1,0 0,1 0,-1 0,1 0,0 0,1 0,-1-1,0 0,1 1,3 1,1-2,0-1,0 0,0-1,0 1,0-1,1-1,-1 0,0 0,1 0,-1-1,0-1,0 1,0-1,0-1,0 1,0-1,-1-1,1 1,-1-1,0-1,1 0,7-5,0-1,-1-1,0 0,-1-1,-1 0,0-1,0 0,-1-1,0-2,35-73,-46 167,1-69,1 1,0-1,0 0,0 0,1 0,1 0,-1 0,1-1,0 1,1-1,0 0,0-1,1 1,-1-1,1 0,1 0,-1-1,1 1,0-2,0 1,1-1,-1 0,1 0,0-1,0 0,0-1,0 1,1-1,28 6</inkml:trace>
  <inkml:trace contextRef="#ctx0" brushRef="#br0" timeOffset="802.204">1364 597,'27'62,"-2"1,-4 1,2 13,-21-67,-1-6,-1-1,1 1,0-1,0 0,0 0,1 1,-1-1,1 0,-1 0,1 0,0 0,0-1,0 1,1-1,-1 1,1 0,-1-4,0 1,0 0,0 0,0-1,0 0,0 1,0-1,0 0,-1 0,1 0,0 0,0 0,-1 0,1 0,-1-1,1 1,-1-1,1 1,-1-1,0 1,0-1,0 0,0 0,1-1,1 0,117-199,-109 186,-11 16,0 0,1-1,-1 1,0 0,1 0,-1 0,0 0,1 0,-1 0,0 0,1 0,-1 0,0 0,1 0,-1 0,0 0,1 1,-1-1,0 0,1 0,-1 0,0 0,1 0,-1 1,0-1,0 0,1 0,-1 1,0-1,0 0,0 0,1 1,-1-1,0 0,0 1,0-1,0 0,1 1,-1-1,0 0,0 1,0-1,0 0,0 1,0-1,0 0,0 1,0-1,0 0,0 1,0-1,0 0,-1 1,1-1,0 0,0 1,0-1,0 2,1 8,0-1,0 1,1 0,0-1,1 1,0-1,0 0,1 0,0 0,1 0,0-1,0 1,1-1,0-1,1 1,-1-1,2 0,-1-1,0 1,1-2,0 1,1-1,-1 0,1-1,0 0,6 2,-6-4,0 0,0 0,0-1,0-1,0 0,0 0,0 0,0-1,0-1,0 1,0-2,-1 1,1-1,0 0,-1-1,0 0,0 0,0-1,-1 0,1 0,-1-1,0 0,-1 0,0-1,0 0,0 0,0 0,-1 0,-1-1,1 0,2-6,6-24,-1-1,-2 0,-2 0,-1-1,-3 0,0 0,-3 0,-3-28,2-35,-6 0,-5-11,-6 46,16 67,1 1,-1 0,1-1,-1 1,1 0,-1-1,0 1,1 0,-1 0,1 0,-1 0,0 0,1 0,-1 0,0 0,1 0,-1 0,0 0,1 0,-1 0,1 0,-1 1,0-1,1 0,-1 0,1 1,-1-1,1 0,-1 1,1-1,-1 1,1-1,-1 1,1-1,-1 1,1-1,0 1,-1-1,1 1,0-1,0 1,-1-1,1 1,0 0,0-1,0 1,0 0,0-1,0 1,0 0,0-1,0 1,0-1,0 1,-13 37,2 0,1 1,2 0,2 1,1-1,2 5,-2 18,3 0,2 0,3 0,3 2,-2-35,1-1,1 1,1-1,2 0,1-1,1 0,1-1,1 0,13 17,-23-37,0-1,1 1,0-1,0 0,0 0,1 0,-1 0,1-1,0 0,1 0,-1 0,1-1,0 0,-1 0,1 0,1-1,4 2,-8-4,-1-1,1 0,0 0,0 0,-1 0,1 0,-1-1,1 1,-1-1,0 0,0 0,1 1,-1-1,0-1,-1 1,1 0,0 0,-1-1,1 1,-1-1,0 1,1-1,-1 0,-1 1,1-1,0 0,-1 0,1 1,-1-1,0 0,0 0,0-2,0-16,0-1,-2 1,0-1,-2 1,0 0,-1 0,-2 1,0-1,-1 1,0 1,-2-1,-8-11,0-3,-2 1,-1 0,-2 2,0 0,-3 1,0 2,-2 1,-1 1,0 1,-2 2,-1 1,-12-5,136 55,87 9,163 13,-237-37,2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19:45.87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503 850,'-22'-7,"0"2,0 0,0 2,-1 0,1 1,-1 2,1 0,-1 2,1 0,-1 1,1 2,0 0,0 1,1 1,0 1,-19 11,33-16,0 1,-1 0,1 1,1 0,-1 0,1 1,0-1,0 1,1 1,-1-1,1 1,1 0,-1 0,1 0,1 1,-1-1,1 1,1 0,-1 0,1 0,0 6,2-10,2 0,-1-1,0 1,1-1,-1 0,1 1,0-1,0 0,1 0,-1 0,1 0,-1 0,1-1,0 1,0-1,0 0,0 0,0 0,0 0,1 0,-1-1,1 0,-1 1,1-1,0 0,-1-1,1 1,0-1,0 0,-1 0,1 0,0 0,0 0,-1-1,1 0,0 0,-1 0,1 0,2-2,12-2,-1-2,1 0,-1-1,-1-1,1-1,-2 0,1-1,-1 0,-1-2,0 1,-1-2,0 0,-2 0,1-1,-2-1,0 0,0 0,-2-1,7-16,-8 8,0 1,-2-1,-1 0,-1 0,-1-1,-1 1,-1 0,-1-1,-2 1,0 0,-2 0,0 0,-6-11,-15-20,26 56,-1-1,1 1,-1 0,1 0,-1 0,1 0,-1 0,1 0,-1 0,0 0,1 0,-1 0,1 0,-1 0,1 0,-1 1,1-1,-1 0,1 0,-1 0,1 1,-1-1,1 0,-1 1,1-1,0 0,-1 1,1-1,0 1,-1-1,1 0,0 1,-1-1,1 1,0-1,0 1,-1-1,1 1,0-1,0 1,0 0,0-1,0 1,0-1,0 1,0-1,0 1,0-1,0 1,0-1,0 1,1-1,-1 1,0 0,-3 28,2 1,1-1,2 1,0-1,2 0,6 23,-9-46,7 38,1-1,3 0,1 0,2-2,2 0,2 0,11 16,-28-52,0-1,0 1,1-1,0 1,0-1,0 0,0 0,0 0,1 0,0-1,0 1,0-1,0 0,0 0,1-1,-1 1,1-1,0 0,-1 0,1-1,0 1,0-1,0 0,0 0,1-1,-1 0,4 0,2-5,-1-1,1 0,-1-1,-1 0,1-1,-1 0,0 0,-1-1,0 0,-1-1,0 1,0-1,-1-1,1-2,9-10,75-115,-91 139,0 0,0-1,0 1,0 0,0-1,1 1,-1-1,0 1,0-1,1 1,-1 0,0-1,1 1,-1-1,0 1,1-1,-1 1,1-1,-1 0,1 1,-1-1,1 0,-1 1,1-1,-1 0,1 1,-1-1,1 0,0 0,-1 0,1 0,0 0,-1 0,1 1,-1-1,1 0,0-1,-1 1,1 0,0 0,-1 0,1 0,-1 0,1-1,-1 1,1 0,0-1,-1 1,1 0,-1-1,1 1,-1 0,0-1,1 1,-1-1,1 1,-1-1,0 1,1-1,-1 1,0-1,0 0,1 1,-1-1,0 1,0-1,8 59,-8-46,0-1,1 1,0-1,1 0,1 1,0-1,0 0,1 0,1-1,-1 1,2-1,0 0,0 0,0-1,1 1,3 1,9 4</inkml:trace>
  <inkml:trace contextRef="#ctx0" brushRef="#br0" timeOffset="248.319">984 489,'-7'18,"7"11,12 2,5-3</inkml:trace>
  <inkml:trace contextRef="#ctx0" brushRef="#br0" timeOffset="522.587">1492 703,'-46'3,"-1"3,1 1,1 2,0 2,-2 3,26-8,-24 12,45-16,0-1,0 0,0 0,0 1,0-1,0 0,0 1,1-1,-1 0,1 0,-1 1,1-1,-1 0,1 0,0 0,-1 0,1 0,0 0,0 0,0 0,0 0,0 0,0 0,0 0,0-1,0 1,0 0,1-1,-1 1,0-1,0 0,1 1,-1-1,0 0,0 0,1 1,-1-1,0 0,2-1,-3 2,101 29,-79-25,0 0,0 2,0 0,-1 2,0 0,-1 1,0 1,-1 1,0 1,10 9,-27-21,1 1,0 0,-1 0,0 0,1 0,-1 1,0-1,0 1,0-1,0 1,-1 0,1 0,-1 0,1 0,-1 0,0 0,0 0,-1 0,1 0,-1 0,1 1,-1-1,0 0,0 0,0 0,-1 1,1-1,-1 0,0 0,0 0,0 0,0 0,0 0,-1 0,1 0,-2 1,-5 2,0-1,-1 0,1 0,-1-1,0 0,0 0,-1-1,1-1,-1 0,1 0,-1 0,0-1,0-1,0 0,1 0,-7-2,-74-23,87 24,0-1,0 0,0 0,0 0,0 0,0 0,1 0,-1-1,1 0,-1 1,1-1,0 0,0 0,0 0,1 0,-1 0,1-1,0 1,-1-1,2 1,-1 0,0-1,1 0,-1-1,4-19</inkml:trace>
  <inkml:trace contextRef="#ctx0" brushRef="#br0" timeOffset="735.018">1812 823,'-2'19,"-1"16,0 17,1 15,5 12,6 9,5 7,-1 3,-2 2,-3-6,-8-9,-3-19</inkml:trace>
  <inkml:trace contextRef="#ctx0" brushRef="#br0" timeOffset="1019.107">1759 984,'0'-15,"-2"-16,2 0,2 0,1 0,1 1,1-1,2 1,3-9,-8 36,-1-1,0 0,1 1,0-1,0 1,0 0,0 0,0 0,1 0,-1 0,1 0,0 0,0 1,0 0,0-1,0 1,1 0,-1 1,1-1,-1 0,1 1,-1 0,1 0,0 0,0 0,0 1,-1-1,1 1,0 0,0 0,0 1,0-1,-1 1,1 0,0 0,0 0,3 1,4 4,1 0,-1 0,-1 1,1 1,-1-1,0 2,-1-1,0 2,0-1,-1 1,0 0,-1 1,0 0,0 0,-2 0,1 1,-1 0,0 4,-3-12,-1 0,0 0,-1 0,1 0,-1 0,0 0,0 0,0 0,0 0,-1 0,0 0,0 0,0 0,0 0,0 0,-1 0,0 0,0-1,0 1,0-1,0 0,-1 1,1-1,-1 0,0 0,0-1,0 1,-1-1,1 1,0-1,-1 0,0 0,1 0,-1-1,-3 1,-2 2,0-1,0 0,0 0,0-1,-1-1,1 1,-1-1,1-1,-1 0,1 0,-1-1,1 0,-1-1,1 0,0 0,0-1,0 0,0-1,0 0,1 0,-3-3,10 6,0 0,0 0,0 0,0 0,0 0,0 0,1-1,-1 1,0 0,1-1,-1 1,1-1,-1 1,1-1,-1 1,1-1,0 1,0-1,0 1,0-1,0 1,0-1,0 1,1-1,-1 1,0-1,1 1,-1 0,1-1,0 1,0-1,13-19</inkml:trace>
  <inkml:trace contextRef="#ctx0" brushRef="#br0" timeOffset="1320.301">2347 810,'-11'9,"5"-5,0 1,-1 0,2 0,-1 1,0 0,1 0,0 0,1 0,-1 1,1 0,1 0,-3 6,6-11,1 1,-1-1,1 1,0-1,0 1,0-1,0 0,1 0,-1 1,0-1,1 0,0 0,-1 0,1 0,0-1,0 1,0 0,0-1,0 1,1-1,-1 0,0 0,1 0,-1 0,1 0,-1 0,1-1,-1 1,1-1,-1 0,1 0,0 0,-1 0,1 0,-1 0,1-1,0 1,9 0,-1 0,1-1,-1-1,1 1,-1-2,0 1,0-2,0 1,0-2,7-3,-14 7,-1-1,1 0,0 0,-1-1,1 1,-1-1,0 0,0 0,0 0,0 0,-1 0,1 0,-1-1,0 1,0-1,0 0,0 0,-1 0,1 1,-1-2,0 1,0 0,-1 0,1 0,-1 0,0 0,0 0,0-1,-1 1,0-3,-2-1,-1 1,0 0,0 0,0 1,-1-1,0 1,0 0,-1 0,0 1,0-1,0 1,-1 1,1-1,-1 1,0 0,0 1,-1 0,1 0,-1 0,1 1,-1 0,0 1,0-1,0 2,0-1,0 1,0 0,0 1,0-1,0 2,1-1,-1 1,-2 1,8-3,1 0,0 0,0 1,-1-1,1 0,0 0,0 1,-1-1,1 1,0-1,0 1,0-1,0 1,0 0,0 0,0-1,0 1,0 0,0 0,0 0,0 0,1 0,-1 0,0 0,1 0,-1 1,1-1,-1 0,1 0,0 0,-1 1,1-1,0 0,0 0,0 1,0-1,0 0,0 0,0 1,0-1,1 0,-1 0,0 1,1-1,-1 0,1 0,-1 0,1 0,0 1,0 0,63 24,-22-17</inkml:trace>
  <inkml:trace contextRef="#ctx0" brushRef="#br0" timeOffset="1836.434">2868 729,'2'18,"25"113,-25-125,0-1,0 1,1-1,0 0,0 0,0 0,1 0,-1-1,1 0,0 1,0-1,1 0,-1-1,1 1,0-1,0 0,0 0,0-1,1 1,-1-1,2 0,-2-1,1 0,-1-1,0 0,0 1,0-2,1 1,-1-1,0 0,0 0,0 0,0 0,0-1,0 0,-1 0,1-1,0 1,-1-1,0 0,0 0,0 0,0-1,0 1,0-1,-1 0,8-9,0 0,-1 0,-1-1,0 0,-1 0,6-15,1-3,-9 46,-4-6,-1 0,1-1,1 1,0 0,0 0,0-1,1 0,0 0,0 0,0 0,1 0,1-1,-1 0,1 0,0-1,0 1,0-1,1 0,0-1,0 0,0 0,0 0,1-1,6 2,-2-3,0-1,1 0,-1-1,0-1,1 0,-1 0,0-1,0 0,0-2,0 1,0-1,-1-1,1 0,-1 0,0-1,-1-1,0 0,0 0,0-1,-1 0,0-1,0 0,-1 0,-1-1,1 0,-2-1,1 1,-1-1,-1 0,0-1,0-1,9-20,-10 46,-3 44,-2-44,0 1,1-1,0 1,2-1,-1 1,2-1,0 1,0-1,1 0,1-1,2 6,26 11,-16-24</inkml:trace>
  <inkml:trace contextRef="#ctx0" brushRef="#br0" timeOffset="2087.763">3684 409,'-16'-2,"-5"1,1 3,6 4,10 5,6 1</inkml:trace>
  <inkml:trace contextRef="#ctx0" brushRef="#br0" timeOffset="2602.388">4072 195,'2'199,"8"0,19 78,3-119,-32-158,0 0,0 1,0-1,0 1,0-1,0 0,0 1,0-1,0 1,0-1,0 1,0-1,0 0,0 1,0-1,1 1,-1-1,0 0,0 1,0-1,1 0,-1 1,0-1,0 0,1 1,-1-1,0 0,1 1,-1-1,0 0,1 0,-1 1,0-1,1 0,-1 0,1 0,-1 0,0 0,1 0,-1 1,1-1,-1 0,1 0,-1 0,0 0,1 0,-1-1,1 1,-1 0,1 0,-1 0,0 0,1 0,-1 0,0-1,1 1,-1 0,1-1,10-23,6-38,-10 33,1 1,2 0,0 0,11-17,-17 38,0 0,0 0,1 1,0 0,0-1,0 2,1-1,-1 1,1 0,1 0,-1 1,1-1,0 1,0 1,0 0,0 0,0 0,1 1,6-2,-8 3,1 1,-1 0,1 0,0 0,-1 1,0 0,1 0,-1 0,1 1,-1 0,0 0,0 1,0 0,0 0,-1 0,1 1,-1-1,0 1,0 1,0-1,-1 1,1 0,-1 0,0 0,0 0,-1 1,0-1,0 1,0 0,-1 0,1 0,-2 1,1-1,-1 0,0 1,0-1,0 1,-1-1,0 5,0-8,-1 1,1 0,-1 0,0-1,0 1,0 0,0-1,-1 1,1-1,-1 0,0 1,0-1,0 0,-1 0,1 0,-1-1,1 1,-1 0,0-1,0 0,0 0,0 1,-1-2,1 1,0 0,-1-1,1 0,-1 0,0 0,1 0,-1 0,0-1,0 1,1-1,-1 0,0 0,0-1,1 1,-1-1,-3-1,3 2,0-1,0 0,0 1,0-1,1-1,-1 1,0-1,1 1,-1-1,1 0,0 0,-1-1,1 1,0-1,1 1,-1-1,0 0,1 0,-1 0,1-1,0 1,0 0,0-1,1 0,-1 1,1-1,0 0,0 0,0 1,0-1,1 0,0 0,0 0,0 0,0 0,0 0,1 0,0 0,0 0,5-7,0 0,1 0,0 1,1 0,0 0,1 0,0 1,0 1,1 0,0 0,0 1,1 0,0 1,0 0,1 0,-1 2,1-1,0 1,9-1,-7 0,0 0,0 0,0 2,1-1,0 2,0 0,0 1,-1 0,1 1,0 1,1 1,-12 0,-1 0,0 1,0 0,0-1,0 1,-1 1,1-1,-1 0,0 0,0 1,0-1,0 1,-1 0,1 0,-1-1,0 1,0 0,-1 0,1 0,-1 0,0 0,0 0,0 0,0 0,-1 0,1 0,-1 0,0 0,-1 1,1 7,-2 20,5 53,-1-83,0 0,0 0,0-1,1 1,-1 0,1-1,-1 1,1-1,0 1,0-1,-1 0,1 0,0 0,0 0,0 0,0 0,0 0,1-1,-1 1,0-1,0 1,0-1,0 0,1 0,-1 0,0 0,0-1,0 1,1 0,-1-1,0 0,0 1,0-1,0 0,0 0,0 0,0 0,0 0,1-2,21-11</inkml:trace>
  <inkml:trace contextRef="#ctx0" brushRef="#br0" timeOffset="3166.393">4713 302,'46'11,"-1"-2,1-2,0-2,0-2,2-2,113-7,-152 5,1-1,-1 0,0-1,0 1,0-2,0 1,0-1,0-1,-1 1,0-2,0 1,0-1,-1 0,0-1,4-3,-8 3,1 0,-1 0,0 0,-1 0,0 0,0 0,0-1,-1 1,0-1,0 1,-1-1,0 1,-1-1,1 1,-1-1,-1 1,0-1,0 1,0 0,-1 0,0 0,0 0,0 1,-1-1,0 1,-1 0,1 0,-1 0,0 0,-1 1,0 0,1 0,-1 1,-1 0,1 0,-1 0,1 0,-1 1,0 0,0 1,-1 0,1 0,0 0,-1 1,1 0,-2 1,2 0,1 1,0 0,0 1,0-1,1 1,-1 1,0-1,1 1,-1 0,1 0,0 0,0 1,0 0,1 0,-1 0,1 0,0 1,0 0,0 0,1 0,0 0,-2 4,-4 9,0-1,2 1,0 1,1-1,1 1,-2 12,3 0,1 0,2 0,0 1,3-1,0 0,2 0,1 0,2 0,1-1,1 0,2 0,0-1,2-1,2 0,0-1,2 0,10 11,-17-25,0 0,1-1,1-1,0 0,0 0,1-1,13 8,-22-16,0 1,1-1,-1 0,1 0,-1 0,1-1,0 1,-1-1,1 0,0-1,0 1,0-1,0 0,0 0,-1-1,1 1,0-1,0 0,0 0,-1-1,1 1,-1-1,1 0,-1-1,0 1,1-1,-1 1,0-1,13-13,-1-1,0 0,-2-1,1-1,-2 0,8-16,8-10,-29 45,0 1,0-1,0 0,1 1,-1-1,0 0,0 1,0-1,1 0,-1 1,0-1,0 0,1 0,-1 1,0-1,1 0,-1 0,0 1,0-1,1 0,-1 0,1 0,-1 0,0 1,1-1,-1 0,0 0,1 0,-1 0,1 0,-1 0,0 0,1 0,-1 0,0 0,1 0,-1 0,1-1,-1 1,0 0,1 0,-1 0,0 0,1-1,-1 1,0 0,1 0,-1-1,0 1,0 0,1 0,-1-1,0 1,0 0,1-1,-1 1,0 0,0-1,0 1,0 0,0-1,0 1,1-1,-1 1,1 37,-1-31,-1 32,0-26,0 0,1-1,0 1,0 0,2 0,-1-1,1 1,1-1,0 1,1-1,0 0,1 0,41 25,-19-27</inkml:trace>
  <inkml:trace contextRef="#ctx0" brushRef="#br0" timeOffset="3416.723">5569 342,'0'16,"12"12,14 6,4-4</inkml:trace>
  <inkml:trace contextRef="#ctx0" brushRef="#br0" timeOffset="3665.09">6732 609,'0'16,"2"12,6 8,7 3,7-4,2-7,-4-8</inkml:trace>
  <inkml:trace contextRef="#ctx0" brushRef="#br0" timeOffset="3998.75">6611 195,'63'18,"0"4,-2 2,31 18,-63-30,0 1,0 2,-2 1,0 1,-1 1,0 1,-2 2,0 0,-2 2,18 21,-35-36,-1 1,1 0,-2 0,1 0,-1 0,0 1,-1-1,0 1,-1 0,0 0,0-1,-1 1,-1 0,1 0,-2 2,2-11,0 1,-1 0,1 0,0 0,0 0,0-1,1 1,-1 0,0 0,1 0,-1-1,1 1,0 0,-1-1,1 1,0 0,0-1,0 1,0-1,0 1,0-1,1 0,-1 0,0 1,1-1,-1 0,1 0,-1 0,1 0,0-1,-1 1,1 0,0-1,-1 1,1-1,0 1,1-1,11 2,0-1,0 0,0-1,0-1,0 0,0-1,0-1,0 0,0 0,-1-2,0 1,0-2,0 0,0 0,0-2,0 1,-1-1,-1 0,1-1,-1 0,-1 0,0-1,0 0,-1-1,0 0,-1-1,3-5,-9 13,0 0,-6 20,2-7,0 0,1 0,0 1,1-1,0 0,0 0,1 0,0 0,1 0,0 0,0 0,1 0,0-1,1 1,0-1,0 0,0 0,5 5,13 11,2-1,1-2,0 0,2-1,0-2,1 0,0-2,2-2,0 0,0-2,1-1,4-1,99 33,-9-9</inkml:trace>
  <inkml:trace contextRef="#ctx0" brushRef="#br0" timeOffset="4731.895">262 2360,'318'-220,"-228"156,-3-4,-3-4,66-74,-130 124,0-2,-2 0,0-1,-2-1,-1-1,3-31,-18 57,0-1,1 1,-1-1,-1 0,1 1,0-1,0 1,0-1,-1 1,1-1,-1 1,1-1,-1 1,0 0,1-1,-1 1,0 0,0-1,0 1,0 0,0 0,0 0,-1 0,1 0,0 0,0 0,-1 0,1 1,0-1,-1 0,1 1,-1-1,1 1,-1 0,0-1,-5 2,-1-1,0 1,1 0,-1 0,1 1,-1 0,1 1,0 0,0 0,0 0,0 1,1 0,-1 0,1 1,0-1,0 1,1 1,0-1,-1 1,2 0,-1 0,1 0,0 1,0 0,-2 6,-6 17,2 0,1 1,1 0,2 1,1-1,1 1,2 0,1 0,2 0,1 0,3 14,15 200,-4-105,-7 1,-6 0,-6 0,-16 94,6-164</inkml:trace>
  <inkml:trace contextRef="#ctx0" brushRef="#br0" timeOffset="5152.295">556 2307,'59'-22,"1"2,1 3,1 2,0 4,1 2,0 3,10 2,-53 2,0 0,-1 0,1 2,-1 0,1 1,-1 1,0 0,1 2,14 5,-30-8,-1 1,1-1,-1 1,0 0,0 0,0 0,0 1,-1-1,1 1,0-1,-1 1,0 0,1 0,-1 0,-1 0,1 0,0 1,-1-1,1 1,-1-1,0 1,0-1,-1 1,1 0,-1-1,0 1,0 0,0-1,0 1,0 0,-1-1,0 1,0 0,0-1,0 1,0-1,-1 0,-1 3,-43 86,41-75,14-18,20-23,-17 12,0-1,-1-1,-1 0,0 0,-1-1,-1-1,0 1,-1-1,-1 0,-1-1,3-11,-7 26,0 0,-1 0,1 0,-1 0,1 0,-1 0,0 0,0 0,0 0,0 0,0 0,0 0,0 0,-1-1,1 1,-1 0,0 0,0 1,1-1,-1 0,0 0,0 0,-1 0,1 1,0-1,-1 1,1-1,-1 1,1-1,-1 1,0 0,1 0,-1 0,0 0,0 0,0 0,0 0,0 0,0 1,0-1,0 1,0 0,0 0,-1-1,-1 3,0-1,-1 1,1-1,1 1,-1 0,0 1,0-1,1 0,-1 1,1 0,0 0,0 0,0 0,0 1,0-1,1 1,0 0,0 0,0-1,0 1,0 1,1-1,-1 0,1 0,0 0,1 1,-1-1,1 0,0 1,0-1,0 1,1-1,-1 0,2 3,5 25</inkml:trace>
  <inkml:trace contextRef="#ctx0" brushRef="#br0" timeOffset="6331.458">1692 2454,'10'-31,"-1"-1,-1-1,-2 1,-1-1,-2 0,-1 0,-2-1,-1 1,-1-1,-6-70,8 105,0-1,0 0,0 1,0-1,0 0,0 1,0-1,0 1,0-1,0 0,0 1,0-1,1 0,-1 1,0-1,0 0,0 0,1 1,-1-1,0 0,0 1,1-1,-1 0,0 0,0 1,1-1,-1 0,0 0,1 0,-1 0,0 0,1 1,-1-1,1 0,-1 0,0 0,1 0,-1 0,0 0,1 0,-1 0,1 0,-1 0,0 0,1 0,-1-1,0 1,1 0,-1 0,0 0,1 0,-1-1,0 1,1 0,-1 0,0-1,0 1,1 0,-1 0,0-1,0 1,0 0,1-1,-1 1,0 0,0-1,0 1,6 5,12 8,1-2,1 0,0-1,0 0,1-2,0-1,0 0,1-2,-1 0,14 0,96 28,-126-31,-1-1,1 1,-1 0,0 0,0 0,0 1,0-1,0 1,0 0,-1 0,1 0,-1 1,0-1,0 1,0 0,0 0,-1 0,0 0,0 0,0 0,0 1,0-1,-1 1,0-1,0 1,0-1,-1 1,1 0,-1-1,0 1,-1 0,1 1,-5 22,3-24,1 1,0-1,0 1,1-1,-1 0,1 1,0-1,0 1,0-1,0 1,1-1,0 1,0-1,0 0,2 5,0-8,0 1,-1-1,1 1,0-1,0 0,0 0,0 0,0 0,0-1,0 1,0-1,0 0,0 0,0 0,0 0,0-1,1 1,-1-1,0 0,0 1,-1-1,1-1,0 1,0 0,0-1,-1 1,1-1,26-12,0-1,-1-1,-1-1,0-1,-1-2,-1-1,-1 0,2-6,37-59,-64 92,0 0,0 1,1-1,-1 1,2 0,-1-1,1 1,0-1,0 0,1 1,-1-1,2 0,-1 0,1 0,0 0,0 0,0-1,1 1,0-1,1 2,5 0,0 0,1-1,0 0,0 0,0-1,1 0,0-1,0-1,0 0,0 0,0-1,1-1,-1 0,1-1,-1 0,1-1,-1 0,0-1,1 0,3-2,-10 2,0 1,1-1,-1-1,0 1,0-1,0 0,-1 0,1-1,-1 0,1 0,-1 0,-1 0,1-1,-1 0,1 0,-1 0,-1-1,1 1,-1-1,0 0,0 0,0 0,-1 0,0 0,-1-1,1 1,-1 0,0-1,-1 0,1 1,-2-4,-8-61,39 179,-25-94,1 0,1 0,1-1,-1 0,2 0,0-1,0 0,4 2,-10-11,1 1,-1-1,1 1,0-1,1 0,-1 0,0-1,1 1,0-1,-1 0,1-1,0 1,0-1,0 0,0 0,0 0,0 0,1-1,-1 0,0 0,0-1,0 0,0 1,0-2,4 0,5-5,0-1,-1 0,0-1,0 0,-1-1,0 0,-1-1,0 0,-1-1,0 0,-1-1,-1 0,0 0,0-1,35-47,-42 60,0 1,0 0,-1 0,1 0,0 0,-1 0,1 0,0 1,0-1,-1 0,1 0,0 0,-1 1,1-1,-1 0,1 1,0-1,-1 1,1-1,-1 0,1 1,-1-1,1 1,-1 0,1-1,-1 1,0-1,1 1,-1 0,0-1,1 1,-1 0,0-1,0 1,0 0,1-1,-1 1,0 0,0-1,0 1,0 0,0 0,-1-1,1 1,0 0,0-1,0 1,-1 0,1-1,0 1,0 0,-1-1,1 1,-1-1,2 9,0-4,1-1,-1 1,1 0,-1 0,1-1,0 1,1-1,-1 0,1 0,0 1,0-2,0 1,1 0,-1-1,1 1,0-1,0 0,0 0,0-1,1 1,-1-1,1 0,-1 0,1-1,4 2,8 0,0-1,0 0,0-1,0-1,1 0,-1-1,0-1,0-1,0-1,10-3,65-10,-89 18,-1-1,1 0,-1 1,1-1,-1 1,1 0,-1 0,1 0,-1 0,1 0,-1 1,0-1,0 1,0-1,0 1,0 0,0 0,0 0,0 0,-1 0,1 0,-1 0,0 1,1 1,13 15,-5-11,1 0,0-1,0 0,1-1,0 0,0-1,1-1,-1 1,1-2,0 0,0 0,0-2,0 1,1-2,-1 1,0-2,0 0,1-1,2 0,-8 1,1-1,-1 1,0-2,0 1,0-1,0 0,0-1,0 0,-1 0,1 0,3-5,-8 7,0 0,0-1,-1 0,1 1,-1-1,0 0,0 0,0 0,0-1,0 1,-1 0,1-1,-1 1,0-1,0 1,0-1,-1 0,1 1,-1-1,0 0,0 1,0-1,-1 0,1 1,-1-1,0 1,0-1,0 0,-4-5,0 0,-1 1,0-1,0 1,-1 0,0 1,0 0,-1 0,0 1,0-1,0 2,-1-1,0 1,0 1,0-1,-1 2,1-1,-1 1,0 1,0 0,0 0,0 1,-1 0,1 1,0 0,0 0,-3 2,2-1,1 1,-1 0,1 1,-1 0,1 1,0 0,0 1,1 0,-1 0,1 1,0 0,1 1,-1 0,1 0,1 0,-1 1,1 1,1-1,0 1,0 0,0 1,1-1,1 1,0 0,0 0,1 1,-2 6,4-14,0 0,1 1,-1-1,1 1,0-1,0 0,0 1,0-1,0 1,1-1,-1 0,1 1,0-1,0 0,1 0,-1 0,0 1,1-1,0-1,0 1,0 0,0 0,0-1,0 1,1-1,0 0,-1 0,1 0,0 0,2 1,31 6,1-7</inkml:trace>
  <inkml:trace contextRef="#ctx0" brushRef="#br0" timeOffset="6616.701">4098 1598,'-6'-2,"1"1,-1-1,0 1,0 0,0 0,0 1,-1-1,1 2,0-1,0 0,0 1,0 0,0 1,0-1,1 1,-1 0,0 1,1 0,-1-1,1 1,0 1,0-1,0 1,1 0,-4 4,1 6,1-1,0 1,2 1,-1-1,2 1,0 0,0 0,2 0,0 0,1 0,0 0,1 0,1 0,0 0,1 0,0-1,3 4,6 36,2 0,3-1,2-1,2-1,3-1,6 8,-26-50,0 1,1-1,0-1,0 1,1-1,-1 1,2-2,-1 1,1-1,0 0,0 0,1-1,0 0,0 0,0-1,2 1,105 15,-52-16</inkml:trace>
  <inkml:trace contextRef="#ctx0" brushRef="#br0" timeOffset="7251.996">5849 2107,'-19'-1,"0"1,0 1,0 0,0 2,0 0,1 1,-1 1,1 1,0 1,0 0,1 1,0 1,0 0,-4 6,18-14,1 0,0 0,-1 1,1-1,0 1,0 0,0-1,0 1,1 0,-1 0,0 0,1 0,-1 1,1-1,0 0,0 0,0 1,0-1,0 1,1-1,-1 1,1-1,-1 1,1 0,0-1,0 1,0-1,0 1,1 0,-1-1,1 1,-1-1,1 1,0-1,0 1,0-1,0 0,1 1,-1-1,1 0,-1 0,1 0,0 0,0 0,7 2,1-1,-1 0,1-1,0 0,0 0,0-1,0 0,1-1,-1 0,0-1,0 0,0 0,0-1,0 0,-1-1,1-1,-1 1,5-3,0 1,0-1,-1-1,0 0,0 0,0-2,-1 1,0-2,-1 1,0-2,0 1,-1-1,-1-1,0 0,0 0,-1-1,-1 0,0 0,-1-1,0 0,-1 0,0-4,5-28,-2 0,-2 0,-2-1,-3 1,-1-1,-2 0,-2 1,-3 0,-8-33,13 69,0 0,1 1,-1-1,-1 1,0 0,0 0,-1 0,0 0,0 1,-1-1,0 1,-2-1,7 8,-1 1,1-1,-1 1,1 0,-1-1,1 1,-1 0,1-1,-1 1,0 0,1 0,-1 0,1-1,-1 1,0 0,1 0,-1 0,1 0,-1 0,0 0,1 0,-1 0,1 0,-1 0,0 1,1-1,-1 0,1 0,-1 1,1-1,-1 0,0 0,1 1,-1-1,1 1,0-1,-1 0,1 1,-1-1,1 1,0-1,-1 1,1-1,0 1,-1 0,1-1,0 1,0-1,0 1,0 0,-1-1,1 1,0-1,0 1,0 0,-7 22,0 2,2-1,1 1,0-1,2 1,1 0,1 12,0-20,-1 25,3 0,1 0,1 0,3 0,5 15,-6-36,0 0,1-1,1 0,1-1,1 0,0 0,2-1,0 0,0-1,2-1,9 9,-19-19,1-1,0 0,0 0,1 0,-1 0,1-1,0 0,0 0,1 0,-1-1,1 0,0-1,0 1,-1-1,2 0,-1-1,0 0,0 0,0-1,1 1,-1-1,0-1,0 0,1 0,-1 0,0-1,0 0,0 0,0-1,-1 0,1 0,-1 0,0-1,1 0,3-4,1-6,-1-2,0 1,0-2,-2 1,0-1,-1 0,-1-1,0 1,2-18,-5 24,5 49,-6-12,2 1,1-1,1 0,9 23,-12-41,0 1,0-1,1 0,0-1,1 1,0-1,0 1,0-2,1 1,0 0,0-1,1 0,0-1,0 1,0-1,6 3,13 1</inkml:trace>
  <inkml:trace contextRef="#ctx0" brushRef="#br0" timeOffset="7499.336">6452 1572,'0'18,"6"13,10 10,2-2</inkml:trace>
  <inkml:trace contextRef="#ctx0" brushRef="#br0" timeOffset="7972.152">6705 2227,'17'-94,"-5"-1,-3 0,-5-69,-3 139,-1 24,0 1,0-1,0 1,1-1,-1 1,0 0,0-1,1 1,-1-1,0 1,1 0,-1-1,0 1,1 0,-1 0,1-1,-1 1,0 0,1 0,-1 0,1-1,-1 1,1 0,-1 0,1 0,-1 0,1 0,-1 0,1 0,-1 0,1 0,-1 0,0 0,1 0,-1 0,1 1,-1-1,1 0,-1 0,1 0,-1 1,0-1,1 0,-1 1,1-1,-1 0,0 1,1-1,-1 0,0 1,0-1,1 0,-1 1,0-1,0 1,0-1,1 1,-1-1,0 1,0-1,0 1,0-1,0 1,0-1,0 1,7 5,17 10,1-1,1-1,0-1,1-1,1-1,-1-2,8 1,85 33,-116-42,-1 0,1 1,-1-1,1 1,-1 0,1 0,-1 0,0 0,0 0,0 1,0-1,-1 1,1 0,-1 0,1 0,-1 0,0 1,0-1,0 0,-1 1,1 0,-1-1,0 1,0 0,0-1,-1 1,1 0,-1 1,-10 41,7-41,2 0,-1 0,1 0,-1 0,1 0,1 1,-1-1,1 0,0 0,0 1,0-1,1 0,0 0,0 1,3-2,0 0,0-1,0 0,1 0,-1 0,1 0,0-1,0 0,0 0,0 0,0 0,0-1,0 0,1 0,-1 0,0-1,1 0,-1 0,0 0,1-1,-1 1,3-2,3 2,0 0,0-1,0 0,0-1,0 0,0-1,0 0,-1-1,1 0,-1 0,0-1,0-1,-1 0,1 0,-1 0,-1-2,1 1,-1-1,0 0,-1 0,0-1,-1 0,1 0,3-9,-6 10,-1 0,0 0,0 0,0 0,-1-1,0 1,-1-1,0 1,0-1,-1 1,0-1,-1 0,0 1,0-1,-1 1,0-1,-1-1,2 8,0 0,-1 0,1 0,-1 1,1-1,-1 0,0 1,0-1,0 1,0 0,0-1,0 1,0 0,0 0,-1 0,1 1,0-1,0 0,-1 1,1 0,-1-1,1 1,0 0,-1 0,1 1,0-1,-1 0,1 1,0-1,-1 1,1 0,0 0,0 0,0 0,-1 0,1 0,0 0,1 1,-1-1,0 1,0 0,1-1,-1 1,1 0,-1 0,1 0,0 0,-1 0,1 0,0 1,1-1,-2 2,-2 4,1-1,0 1,0 0,0 0,1 0,0 1,1-1,0 0,0 1,0-1,1 1,1-1,0 1,0-1,0 1,1-1,0 0,1 0,0 0,0 0,0 0,1-1,1 0,-1 1,1-1,0-1,1 1,-1-1,1 0,1 0,-1-1,7 4,1 1,0-1,1-1,1-1,-1 0,1-1,10 3,33 7</inkml:trace>
  <inkml:trace contextRef="#ctx0" brushRef="#br0" timeOffset="8834.849">8068 1906,'-4'-2,"0"0,-1 0,1 1,-1 0,0 0,1 0,-1 1,0-1,0 1,1 0,-1 0,0 1,0 0,1-1,-1 2,1-1,-1 0,1 1,-1 0,1 0,0 0,0 1,0-1,0 1,0 0,-2 2,0 3,0-1,0 1,1 1,0-1,1 1,-1 0,2 0,-1 0,1 0,1 1,0-1,0 1,0-1,2 1,-1 0,1 0,0 0,2 5,-1-8,-1 0,1 0,1-1,0 1,0 0,0-1,0 0,1 1,0-1,1 0,-1-1,1 1,0 0,1-1,-1 0,1 0,0-1,0 1,1-1,-1 0,1 0,0-1,0 0,0 0,0 0,7 1,-1-2,1-1,0 0,0-1,0 0,-1-1,1-1,0 0,-1-1,1 0,-1-1,0 0,0-1,-1 0,1-1,-1-1,0 1,-1-2,0 1,0-2,0 1,-1-1,0-1,-1 1,0-2,-1 1,0-1,-1 0,1-1,12-30,-2-1,-2 0,-1-1,-3-1,-1 0,-3 0,-1-1,-2 0,-3-27,3-314,-8 338,-1 30,-8 26,4 13,1-1,1 1,1 0,1 1,0-1,2 1,-1 9,2-16,-7 34,3 0,2 0,2 1,2 0,2-1,2 1,2-1,3 0,1 0,3-1,2-1,1 0,3-1,1-1,3-1,24 36,8-20,-54-59,-1 0,1 0,0 0,-1 0,1 0,0 0,0 0,-1 0,1 0,0 0,-1 0,1 0,0 0,-1 0,1-1,0 1,-1 0,1-1,0 1,-1 0,1-1,-1 1,1-1,-1 1,1 0,-1-1,1 0,-1 1,1-1,-1 1,0-1,1 1,-1-1,0 0,1 1,-1-1,0 0,0 1,0-1,0 0,0 0,0 1,0-1,0 0,0 1,0-1,0 0,0 1,0-1,0 0,-1 1,1-1,0 0,-1 0,-1-17,-2 1,0-1,0 1,-2-1,0 2,-1-1,-1 1,-2-3,8 14,-35-65,-3 2,-3 1,-3 2,-45-48,73 90,21 16,64 29,9 7,32 12,91 50,-93-18,-103-70,1 1,-1-1,1 1,-1-1,0 1,0 0,-1 0,1 0,-1 1,0-1,0 0,0 1,-1 0,1-1,-1 1,-1 0,1 0,0-1,-1 1,0 0,0 0,-1 0,1 0,-2 3,-47 93,48-100,1 1,0 0,0-1,0 1,0 0,0-1,1 1,-1-1,0 1,1-1,-1 1,1-1,-1 1,1-1,0 1,0-1,0 0,0 1,0-1,0 0,0 0,0 1,0-1,0 0,1 0,-1 0,0-1,1 1,-1 0,1 0,-1-1,1 1,-1-1,1 0,-1 1,1-1,0 0,1 0,64 4,-59-5,0 0,0 0,-1-1,1 0,0 0,-1-1,0 0,1 0,-1-1,0 0,-1 0,1-1,-1 1,0-2,0 1,0-1,-1 1,0-2,0 1,0 0,-1-1,0 0,0 0,-1 0,0 0,0-1,-1 0,0 1,0-1,-1 0,0 0,0 0,-1 0,0 1,0-1,-1-2,0 6,0 1,0-1,0 0,-1 1,0-1,0 1,0-1,0 1,0 0,-1 0,1 0,-1 0,0 0,0 0,0 1,0 0,-1-1,1 1,0 0,-1 1,0-1,1 1,-1-1,0 1,0 0,0 0,1 1,-1-1,0 1,0 0,0 0,0 0,0 1,0-1,0 1,0 0,0 0,1 1,-1-1,0 1,1-1,-1 1,-2 2,-4 1,1 1,-1 0,1 0,1 1,-1 0,1 1,0 0,1 0,0 0,0 1,1 0,0 1,0-1,1 1,1 0,0 0,0 1,1-1,0 1,0 0,1 0,1 0,0 0,1 0,0 3,1-10,1 1,-1-1,1 1,0-1,0 1,0-1,1 0,0 0,0 0,0 0,0-1,0 1,1-1,-1 0,1 0,0 0,0 0,0-1,1 0,-1 1,0-2,1 1,0 0,-1-1,1 0,0 0,-1 0,1-1,0 0,0 1,2-2,33 1</inkml:trace>
  <inkml:trace contextRef="#ctx0" brushRef="#br0" timeOffset="9086.684">9205 1504,'-20'-9,"-16"-2,-9 6,-4 9,3 14,8 12,14 10,15 7,15 3,8-7</inkml:trace>
  <inkml:trace contextRef="#ctx0" brushRef="#br0" timeOffset="9247.79">9139 2187,'11'13,"15"8,20-1,24-3,30-7,25-14,-9-7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47.19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0,'5'0,"8"0,11 0,12 0,17 2,15 1,16 3,13-1,4 2,0-1,-6 0,-13-3,-17-1,-19-1,-18 0,-19-1,-15 0,-7-1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47.86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42 1,'7'14,"4"10,3 10,-1 7,-2 5,-11 5,-12 2,-12-1,-8-6,3-12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49.0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1,'9'0,"14"2,22 3,24 3,19 0,15-1,7-2,-2-2,-9-3,-23-3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46.37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33,'4'-3,"0"0,0 0,0 0,0 1,0-1,1 1,-1 0,1 0,-1 1,1-1,0 1,0 0,-1 0,1 1,0-1,0 1,0 0,0 1,0-1,0 1,0 0,-1 0,1 0,0 1,-1-1,1 1,-1 1,1-1,-1 0,0 1,0 0,0 0,0 0,1 3,2 5,0 1,-1 0,-1 0,0 0,-1 1,0-1,-1 1,0 0,-1 0,-1 1,0-1,0 0,-2 1,0 7,4 59,-3-80,0 1,0-1,0 1,0 0,0-1,0 1,0-1,0 1,0 0,0-1,0 1,0-1,0 1,0-1,0 1,1 0,-1-1,0 1,0-1,1 1,-1-1,0 1,1-1,-1 1,1-1,-1 0,0 1,1-1,-1 0,1 1,-1-1,1 0,-1 1,1-1,0 0,-1 0,1 0,-1 1,1-1,-1 0,1 0,0 0,-1 0,1 0,-1 0,1 0,0 0,-1-1,1 1,-1 0,1 0,-1 0,1 0,0-1,-1 1,1 0,26-26,-6-3,-2-1,-1 0,-2-2,-1 0,10-30,11-24,-36 86,1 0,-1 1,0-1,0 0,0 0,1 0,-1 0,0 0,0 0,1 1,-1-1,0 0,0 0,1 0,-1 0,0 0,1 0,-1 0,0 0,0 0,1 0,-1 0,0 0,0-1,1 1,-1 0,0 0,0 0,1 0,-1 0,0 0,0-1,0 1,1 0,-1 0,0 0,0-1,0 1,1 0,-1 0,0 0,0-1,0 1,0 0,0 0,0-1,0 1,0 0,0 0,1-1,-1 1,0 0,0 27,0-23,0 3,11 116,-9-118,-1 0,0-1,1 0,0 1,0-1,0 0,0 0,1 0,0 0,0-1,0 1,0-1,0 1,1-1,-1 0,1 0,0-1,0 1,0-1,0 0,1 0,-1 0,0-1,1 1,1-1,-3 0,0 0,0-1,1 0,-1 1,0-1,0 0,0-1,0 1,1-1,-1 1,0-1,0 0,0 0,0 0,0 0,0-1,-1 1,1-1,0 0,-1 0,1 0,-1 0,0 0,1 0,-1-1,0 1,0-1,-1 1,1-1,0 0,-1 0,0 0,0 0,1-1,2-8,0-1,-1 0,0-1,-1 1,0-1,-1 1,-1-7,-1-20,1 138,3-86,0 0,0 0,1-1,0 0,1 0,0 0,1 0,0-1,6 8,4 3</inkml:trace>
  <inkml:trace contextRef="#ctx0" brushRef="#br0" timeOffset="380.494">856 314,'0'9,"1"0,0 0,1 0,0 0,0-1,0 1,1-1,1 1,0-1,0 0,0 0,1-1,0 0,3 4,-5-8,0 1,0-1,0 0,0 0,1 0,0 0,-1-1,1 1,0-1,0 0,0 0,0 0,1-1,-1 0,0 1,1-2,-1 1,1 0,-1-1,1 0,-1 0,1 0,-1-1,1 1,-1-1,1 0,-1 0,0-1,1 1,1-1,-1-1,0 1,1-1,-1 0,0 0,0-1,-1 1,1-1,-1 0,1 0,-1-1,-1 1,1-1,-1 0,1 0,-1 0,-1 0,1 0,-1-1,0 0,0 1,-1-1,1 0,-1 0,0 1,-1-1,0 0,0 0,0 0,0 0,-1 0,0 0,-1 0,1 1,-1-1,0 0,0 1,-1-1,1 1,-1 0,-1 0,1 0,-1 0,1 1,-2 0,1 1,-1-1,1 1,-1 0,0 0,0 1,-1-1,1 1,0 0,-1 1,1-1,-1 1,0 0,1 1,-1-1,0 1,1 0,-1 1,0-1,1 1,-1 0,1 0,-1 1,1 0,-1 0,1 0,0 1,0-1,0 1,0 0,1 1,-1-1,1 1,-3 3,-5 7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41.64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303 855,'-16'-7,"-1"-1,1 2,-2 0,1 1,-1 1,0 1,-5-1,16 4,-1-1,1 1,0 0,-1 0,1 1,0-1,-1 2,1-1,0 1,0 0,0 1,0 0,1 0,-1 0,1 1,0 0,0 0,0 1,0 0,4-4,0 1,0-1,1 1,-1 0,0 0,1 0,0 0,-1 0,1 0,0 0,0 0,0 0,0 1,1-1,-1 0,1 0,-1 1,1-1,0 1,0-1,0 0,0 1,0-1,0 1,1-1,-1 0,1 1,0-1,0 0,0 0,0 0,0 1,0-1,0 0,1 0,-1-1,1 1,-1 0,1 0,0-1,0 1,0-1,0 1,0-1,1 1,8 2,0-1,1 1,-1-2,1 0,0 0,-1-1,1 0,0-1,0-1,-1 0,1 0,0-1,-1-1,1 0,-1 0,0-1,0-1,0 0,-1 0,1-1,0-1,-1 0,-1 1,0-1,0-1,-1 0,0 0,-1 0,0-1,0 0,0-1,-2 1,1-1,-1-1,0 1,-1 0,0-1,-1 0,0 0,-1 0,0-1,-1 1,0 0,-1-10,-1-12,-1 0,-1 0,-2 0,-2 0,0 1,-3 0,-3-7,-21-34,34 73,0-1,0 1,0-1,0 1,-1-1,1 1,0-1,0 1,-1-1,1 1,0-1,-1 1,1-1,0 1,-1 0,1-1,0 1,-1 0,1-1,-1 1,1 0,-1 0,1-1,-1 1,1 0,-1 0,1 0,-1 0,1 0,-1 0,0 0,1 0,-1 0,1 0,-1 0,1 0,-1 0,1 0,-1 0,1 0,-1 1,1-1,-1 0,1 0,-1 1,1-1,-1 0,1 1,-9 26,7 14,3-1,0 1,3-1,2 1,1-1,2-1,12 35,-17-62,-1 0,13 52,4 0,20 44,-39-106,-1-1,0 1,1-1,-1 1,1 0,0-1,0 1,-1-1,1 1,0-1,0 0,0 1,0-1,1 0,-1 0,0 1,1-1,-1 0,0 0,1-1,-1 1,1 0,0 0,-1-1,1 1,-1-1,1 1,0-1,-1 0,1 0,0 0,0 0,-1 0,1 0,0 0,-1 0,1-1,0 1,-1-1,1 1,0-1,-1 1,1-1,12-9,0-1,-1-1,0 0,-1 0,0-1,-1-1,0 0,-2 0,3-2,0 1,-2-2,0 1,-1-2,-1 1,0-1,-1 0,-1-1,-1 1,0-8,-18 66,2 78,11-114,0 0,1 0,-1 0,1 0,0 0,0 0,1 0,-1-1,1 1,0 0,0-1,0 1,0-1,0 0,1 0,0 0,-1 0,1 0,0-1,1 1,-1-1,0 0,1 0,-1 0,1 0,-1 0,5 0,19 4</inkml:trace>
  <inkml:trace contextRef="#ctx0" brushRef="#br0" timeOffset="250.843">690 428,'12'14,"3"4</inkml:trace>
  <inkml:trace contextRef="#ctx0" brushRef="#br0" timeOffset="517.689">1132 668,'-8'-5,"0"0,-1 0,1 0,-1 1,0 1,-1 0,1 0,0 0,-1 1,0 1,1-1,-1 2,0-1,0 1,1 1,-1 0,0 0,1 1,-1 0,1 1,-1 0,1 0,0 1,0 0,1 1,-4 2,10-6,0 1,-1-1,1 1,0 0,0 0,1-1,-1 1,0 1,1-1,-1 0,1 0,-1 1,1-1,0 0,0 1,0-1,1 1,-1 0,0-1,1 1,0-1,-1 1,1 0,0-1,1 1,-1 0,0-1,1 1,-1 0,1-1,0 1,0-1,0 1,0-1,1 0,-1 1,0-1,2 2,8 5,0 1,1-2,-1 0,1 0,1-1,0 0,0-2,0 1,1-1,2 1,-1 0,-1 1,1 0,-1 2,-1-1,13 12,-24-20,-1 1,0 0,0 0,0 0,0 0,0 1,0-1,0 0,-1 0,1 0,0 1,-1-1,1 0,-1 1,1-1,-1 1,1-1,-1 1,0-1,0 0,0 1,0-1,0 1,0-1,0 1,-1-1,1 1,0-1,-1 1,1-1,-1 0,1 1,-1-1,0 0,0 0,1 1,-1-1,0 0,0 0,0 0,0 0,-1 0,1 0,0 0,0-1,0 1,-1 0,1-1,0 1,-1-1,1 1,-1-1,-17 9,-1-1,0 0,0-2,-1-1,0 0,0-1,-13 0,28-3,4-1,-1 1,1 0,0-1,-1 1,1-1,-1 0,1 0,0 0,-1 0,1 0,-1 0,1-1,0 1,-1-1,1 0,0 1,-1-1,1 0,0-1,0 1,0 0,0 0,0-1,0 0,-2-9</inkml:trace>
  <inkml:trace contextRef="#ctx0" brushRef="#br0" timeOffset="767.935">1265 695,'-2'23,"-1"18,0 17,1 11,1 11,0 4,0 5,1 0,-2-3,-4-7,-2-11,-2-14,-2-17,-1-20,1-24,4-9</inkml:trace>
  <inkml:trace contextRef="#ctx0" brushRef="#br0" timeOffset="1050.736">1212 1096,'0'-370,"0"363,0 5,-1 0,1 0,-1 0,1 0,0 0,0-1,-1 1,2 0,-1 0,0 0,0 0,1 0,-1 0,1 0,-1 0,1 0,0 0,0 0,0 0,0 0,0 0,0 1,1-1,-1 0,1 1,-1-1,1 1,-1 0,1-1,0 1,0 0,0 0,0 0,-1 0,1 0,0 1,2-1,6 3,0 0,0 1,0 1,-1 0,1 0,-1 1,0 0,0 0,-1 1,0 0,5 2,-12-7,16 9,0 1,-1 0,-1 1,0 1,-1 0,0 1,9 12,-22-25,0 0,0 0,0 0,-1 0,1 1,0-1,-1 0,1 1,-1-1,1 0,-1 1,0-1,0 1,1-1,-1 0,0 1,0-1,0 1,-1-1,1 0,0 1,0-1,-1 1,1-1,-1 0,1 1,-1-1,0 0,1 0,-1 0,0 1,0-1,0 0,0 0,0 0,0 0,0 0,0-1,0 1,-1 0,1 0,0-1,-1 1,0 0,-62 17,47-15,-1 0,1-2,-1 0,1-1,-1-1,-5-1,18-4,23 2,6 1</inkml:trace>
  <inkml:trace contextRef="#ctx0" brushRef="#br0" timeOffset="1349.935">1626 896,'1'2,"0"0,0 0,0 0,0 0,1 0,-1 0,0-1,1 1,-1 0,1-1,0 1,0-1,-1 0,1 1,0-1,0 0,0 0,0 0,0 0,1-1,1 1,82 19,-84-20,1 0,0 0,0 0,0 0,0 0,-1-1,1 1,0-1,0 0,0 1,-1-1,1-1,-1 1,1 0,-1-1,1 1,-1-1,0 0,0 1,1-1,-1 0,-1 0,1-1,0 1,0 0,-1-1,1 1,-1-1,0 0,0-3,-1 0,-1 0,1 0,-1 0,0 0,-1 0,1 0,-1 0,0 1,-1-1,1 1,-1-1,0 1,0 0,-1 0,0 0,0 1,0-1,0 1,0 0,-1 0,0 1,-3-3,-67-28,72 34,1-1,0 0,-1 1,1 0,-1 0,1-1,-1 2,0-1,1 0,-1 0,1 1,0-1,-1 1,1 0,-1 0,1 0,0 0,0 0,-1 0,1 1,0-1,0 1,0 0,0-1,1 1,-1 0,0 0,1 0,0 0,-2 2,3-2,-1 0,1 0,0 0,-1 0,1 0,0 0,0 0,0 0,0 0,1 0,-1 0,0 0,1 0,0 0,-1 0,1 0,0 0,0 0,0-1,0 1,0 0,1-1,-1 1,0 0,1-1,-1 0,1 1,0-1,-1 0,1 0,0 0,1 1,22 14</inkml:trace>
  <inkml:trace contextRef="#ctx0" brushRef="#br0" timeOffset="1912.453">1961 761,'3'22,"1"-1,0 1,2-1,1-1,0 1,2-1,0-1,1 1,1-2,6 7,-16-23,1 1,-1-1,1 0,0-1,0 1,0 0,0 0,0-1,0 0,1 1,-1-1,0 0,1 0,-1 0,1 0,-1 0,1-1,0 1,-1-1,1 0,0 0,-1 0,1 0,-1 0,1 0,0-1,-1 1,1-1,-1 0,1 0,-1 0,1 0,-1 0,0 0,0-1,1 1,-1-1,1-1,8-7,0-1,0 0,-1 0,-1-1,0-1,0 1,-1-1,-1-1,0 0,-1 0,-1 0,0 0,-1-1,0 0,-1 0,-5 22,1 0,1-1,-1 1,1 0,0 0,0 0,1 0,0-1,0 1,1 0,0 0,0-1,0 0,1 1,0-1,0 0,1 0,0 0,0-1,0 1,3 2,-2-5,0 0,0 0,0 0,0-1,0 0,0 0,1 0,-1-1,1 1,-1-1,1-1,-1 1,1-1,0 0,-1 0,1-1,0 1,-1-1,1 0,-1-1,1 0,-1 1,0-2,0 1,4-3,1 0,-1-1,-1 0,1 0,-1-1,0 0,0 0,-1-1,0 0,-1 0,0-1,0 1,0-1,1-5,6-9,-12 48,-3-11,0-7,0 1,1 0,0-1,0 1,1 0,0 0,0 0,1 0,0 0,0-1,1 1,0-1,0 1,1-1,0 1,0-1,5 6,31 4,-19-19</inkml:trace>
  <inkml:trace contextRef="#ctx0" brushRef="#br0" timeOffset="2161.3">2616 521,'0'0</inkml:trace>
  <inkml:trace contextRef="#ctx0" brushRef="#br0" timeOffset="2729.348">2924 173,'-10'67,"2"0,4 0,2 5,1-35,11 441,-9-464,-1-30,-1 0,0 1,1-1,1 1,0-1,1 1,1 0,0 0,1 0,1 0,0 0,1 1,0 0,1 0,1 1,0 0,1 0,3-2,-10 13,0 0,0 1,0-1,0 0,0 1,0 0,1 0,-1 0,0 0,1 0,-1 0,1 0,-1 1,1-1,-1 1,1 0,-1 0,1 0,-1 0,1 0,0 0,-1 1,1-1,-1 1,1 0,-1 0,0-1,1 2,-1-1,0 0,0 0,0 1,0-1,2 3,2 2,0 0,0 0,-1 1,0-1,-1 1,1 1,-1-1,-1 0,1 1,-1 2,24 87,-26-93,0 1,0-1,-1 1,0 0,0-1,0 1,-1 0,1-1,-1 1,0-1,-1 1,1-1,-1 0,1 1,-1-1,-1 0,1 0,-1 0,1-1,-2 2,3-4,0 1,0-1,1 0,-1 0,0 0,0-1,0 1,0 0,0 0,-1 0,1-1,0 1,0 0,0-1,-1 0,1 1,0-1,0 1,-1-1,1 0,0 0,-1 0,1 0,0 0,-1 0,1 0,0 0,-1-1,1 1,0 0,-1-1,1 1,0-1,0 0,0 1,-1-1,1 0,0 0,0 1,0-1,0 0,0 0,1 0,-1 0,0 0,0-1,1 1,-1 0,0 0,1 0,-1-1,1 1,0 0,-1-1,1 1,0 0,0-1,0 1,0 0,0-1,0 1,0-1,0-6,1 0,0 0,0 1,1-1,-1 1,2-1,-1 1,1 0,0 0,0 0,1 0,0 0,0 1,1 0,0 0,1-1,93-83,-97 89,50-30,-50 31,-1 0,0-1,0 1,0-1,1 1,-1 0,0 0,0 0,1 0,-1 0,0 0,0 0,1 0,-1 1,0-1,0 0,1 1,-1-1,0 1,0-1,0 1,0-1,0 1,0 0,0 0,0 0,0-1,0 1,0 0,0 0,-1 0,1 0,0 0,-1 1,1-1,-1 0,1 0,-1 0,1 0,-1 1,0-1,0 0,0 2,3 128,-6-56,3-74,0 0,-1 0,1 0,0 0,0 0,0 0,0 0,0 0,0 1,1-1,-1 0,0 0,0 0,1 0,-1 0,1 0,-1 0,1 0,-1 0,1-1,-1 1,1 0,0 0,0 0,-1-1,1 1,0 0,0-1,0 1,0-1,0 1,0-1,0 1,0-1,0 1,0-1,1 0,9-2</inkml:trace>
  <inkml:trace contextRef="#ctx0" brushRef="#br0" timeOffset="2981.673">3364 334,'-11'16,"1"12,8 6,10-1,3-6</inkml:trace>
  <inkml:trace contextRef="#ctx0" brushRef="#br0" timeOffset="3398.076">3619 454,'17'-76,"-3"-1,-3-1,-4 0,-3-4,-4 78,1 2,-1 0,1 0,-1 0,1 0,-1 0,0 0,0 0,0 0,0 0,0 0,0 0,-1 0,1 0,-1 0,1 0,-1 0,0 1,0-1,0 0,0 0,0 1,0-1,0 0,0 1,-1-1,1 1,-1 0,1-1,-1 1,0 0,1 0,-1 0,0 0,0 0,-2 2,0 0,0 0,0 1,0 0,0-1,0 1,0 0,1 1,-1-1,1 1,0-1,-1 1,1 0,-2 4,-14 16,2 0,1 2,0 0,2 1,1 1,1 0,1 0,2 1,1 0,1 1,1 0,1 0,2 0,1 18,-1-13,2-1,1 0,1 1,2-1,2 0,1 0,1-1,2 0,1 0,1-1,3 1,27 30,-39-60,0-1,-1 1,1-1,0 0,0 1,0-1,0 0,0 0,0 0,0 0,0-1,1 1,-1 0,0-1,0 0,1 1,-1-1,0 0,0 0,1 0,-1-1,0 1,1 0,-1-1,0 0,0 1,0-1,0 0,0 0,2-1,8-7,-1 0,0-1,0-1,-1 0,0 0,-1-1,0 0,-1-1,1-2,1-1,36-57,-46 73,0 0,0 1,0-1,0 0,0 0,0 1,0-1,0 0,0 0,0 1,0-1,0 0,0 0,0 1,0-1,0 0,0 0,1 1,-1-1,0 0,0 0,0 1,0-1,0 0,1 0,-1 0,0 1,0-1,0 0,1 0,-1 0,0 0,0 0,0 1,1-1,-1 0,0 0,0 0,1 0,-1 0,0 0,1 0,-1 0,0 0,0 0,1 0,-1 0,0 0,0 0,1 0,-1 0,0 0,0 0,1 0,-1-1,0 1,0 0,1 0,-1 0,0 0,0 0,0-1,1 1,-1 0,0 0,1 28,-1-26,-2 32,0-25,1 0,0 0,1 0,0 0,0 0,1 0,0 0,0 0,1 0,1 0,-1-1,1 1,1-1,0 0,3 7,-5-14,0 1,0 0,0 0,1-1,-1 1,1-1,-1 0,0 0,1 0,0 0,-1 0,1-1,0 1,-1-1,1 1,0-1,-1 0,1 0,0 0,0-1,-1 1,1-1,0 1,2-2,12-4</inkml:trace>
  <inkml:trace contextRef="#ctx0" brushRef="#br0" timeOffset="3649.905">3913 454,'-5'0,"-1"7,-2 9,-2 6,1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39.1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207 176,'-8'34,"-1"0,-2 0,-1-1,-3 5,0 0,-110 272,116-280,7-17,9-19,13-30,-1 0,-2-1,-1-1,-3-1,6-22,91-342,-83 328,-26 74,0 0,-1 1,1-1,0 0,0 1,0-1,-1 1,1-1,0 1,0-1,0 1,0 0,0-1,0 1,0 0,0 0,0 0,0 0,0-1,0 2,0-1,0 0,0 0,0 0,0 0,-1 0,1 1,0-1,0 1,0-1,0 0,0 1,0-1,-1 1,1 0,0-1,0 1,-1 0,1-1,0 1,-1 0,1 0,-1 0,1-1,-1 1,1 0,-1 0,0 0,1 0,-1 0,0 0,0 0,0 0,0 0,1 0,-1 0,-1 0,1 0,0 1,17 45,-3 2,-1 0,-3 0,-1 1,-3 0,-1 38,0 31,12 105,-11-200,0-9</inkml:trace>
  <inkml:trace contextRef="#ctx0" brushRef="#br0" timeOffset="254.321">33 443,'18'0,"18"0,16 0,15-2,12-3,4-1,-5-1,-16 0</inkml:trace>
  <inkml:trace contextRef="#ctx0" brushRef="#br0" timeOffset="600.396">728 417,'1'15,"0"1,0-1,2 0,0 0,0-1,2 1,-1-1,2 1,0-2,1 1,0-1,1 0,0 0,1-1,1 0,0 0,1-1,-1-1,2 0,1 0,-12-8,0-1,1 0,-1 1,1-1,0 0,-1 0,1 0,0 0,0 0,-1-1,1 1,0 0,0-1,0 0,0 1,0-1,0 0,0 0,0 0,0 0,0 0,0-1,0 1,0 0,0-1,0 0,-1 1,1-1,0 0,0 0,-1 0,1 0,0 0,-1 0,1-1,-1 1,1 0,-1-1,5-8,-1 1,0-1,-1 0,0 0,-1-1,0 1,0-1,-1 0,-1 1,1-1,-2 0,0 0,0-4,10-74,-10 87,0 0,1 0,-1 1,1-1,-1 0,1 0,0 0,0 1,0-1,0 0,0 1,0-1,0 1,0-1,1 1,-1 0,0-1,1 1,-1 0,1 0,0 0,-1 0,1 0,0 0,0 1,-1-1,1 1,0-1,0 1,0 0,0-1,0 1,1 0,11 2</inkml:trace>
  <inkml:trace contextRef="#ctx0" brushRef="#br0" timeOffset="1485.568">1209 671,'27'-12,"-2"0,0-2,0-1,-1-1,-1-1,15-14,9-37,-46 66,0 0,0 0,0 0,-1 0,1 0,-1 0,0-1,1 1,-1 0,0 0,0-1,-1 1,1 0,0 0,-1 0,1-1,-1 1,0 0,1 0,-1 0,0 0,0 0,-1 0,1 1,0-1,-1 0,1 0,-1 1,1-1,-1 1,0 0,0-1,1 1,-1 0,-1 0,-2-1,1 0,-1 0,0 1,0 0,0 0,0 1,0-1,0 1,-1 0,1 0,0 1,0-1,0 1,0 0,0 1,0-1,1 1,-1 0,0 0,1 1,-1-1,1 1,0 0,0 0,0 0,0 1,1-1,-1 1,1 0,0 0,0 0,0 1,1-1,-1 1,1-1,0 1,1 0,-1 0,1-1,0 1,0 0,0 1,1-1,0 0,0 0,0 0,0 0,1 0,0 0,0 0,0 0,1 0,0 0,0-1,0 1,0-1,1 1,0-1,1 3,7 1,0 0,0-1,0 0,1-1,0 0,0-1,1 0,0-1,-1 0,1-1,1 0,-1-1,0-1,0 0,1-1,-1-1,0 0,1 0,-1-1,12-4,-16 4,-1 0,1 0,-1-1,0 0,0 0,0-1,0 0,-1 0,1-1,-1 0,0-1,-1 1,1-1,-1-1,-1 1,1-1,-1 0,0 0,0 0,-1-1,0 0,0 0,-1 0,0 0,1-8,-1-59,-4 75,0 1,1-1,-1 0,0 0,1 0,-1 1,0-1,1 0,-1 1,1-1,-1 0,1 1,-1-1,1 1,-1-1,1 1,-1-1,1 1,-1-1,1 1,0 0,-1-1,1 1,0-1,0 1,-1 0,1-1,0 1,0 0,0-1,0 1,0 0,0-1,0 1,0 0,0-1,0 1,0 0,1-1,-1 1,0 0,1 0,-3 4,0 1,1 0,0 0,0 0,0 0,1 1,0-1,0 0,1 0,0 0,0 0,0 0,1 0,0 0,0-1,0 1,1-1,-1 1,2-1,-1 0,0 0,1 0,0 0,0-1,0 1,1-1,0 0,-1-1,1 1,4 1,0-2,1 1,0-2,-1 0,1 0,0 0,0-1,0-1,0 0,0 0,0-1,0 0,0-1,0 0,0 0,0-1,5-3,-9 4,0-1,0 0,0 0,-1 0,1-1,-1 0,0 0,0 0,0-1,-1 0,1 0,-1 0,0 0,-1 0,1-1,-1 0,0 0,-1 0,1 0,-1 0,0 0,-1-1,0 1,0 0,0-4,-7-14,-8 35,12-6,0 1,1-1,0 0,0 1,0-1,1 1,0-1,0 1,0-1,1 0,0 1,0-1,0 1,0-1,1 0,0 0,0 0,1 0,-1 0,1 0,0-1,0 1,1-1,-1 0,1 0,0 0,0 0,1-1,-1 0,0 0,1 0,0 0,0-1,0 1,0-1,0-1,0 1,1-1,-1 0,1 0,-1 0,0-1,1 0,-1 0,5-1,-4 1,-1 0,1-1,-1 0,1 0,-1-1,0 1,0-1,1 0,-1-1,-1 1,1-1,0 0,0 0,-1 0,0-1,0 0,0 0,0 0,-1 0,1 0,-1-1,0 1,0-1,-1 0,1 0,-1 0,0 0,-1-1,1 1,-1 0,0-1,0-5,1 5,-1-1,0 1,0-1,-1 1,0-1,0 1,-1-1,0 0,0 1,0-1,-1 1,0 0,-1-3,3 9,0-1,0 1,0-1,0 1,-1 0,1-1,0 1,0-1,-1 1,1 0,0-1,0 1,-1 0,1-1,0 1,-1 0,1 0,-1-1,1 1,0 0,-1 0,1-1,-1 1,1 0,-1 0,1 0,0 0,-1 0,1 0,-1 0,1 0,-1 0,1 0,-1 0,1 0,-1 0,1 0,0 0,-1 1,1-1,-1 0,1 0,-1 0,1 1,0-1,-1 0,1 0,0 1,-1-1,1 0,0 1,-1-1,1 0,0 1,0-1,0 1,-1-1,1 1,0-1,-10 30,10-24,0 0,0-1,0 1,0 0,1 0,0 0,1 0,-1-1,1 1,0 0,0-1,1 1,0-1,0 0,0 0,0 0,1-1,0 1,0-1,0 1,0-2,1 1,0 0,-1-1,1 0,1 0,-1 0,0 0,15 6,-1 0,1-2,1 0,-1-1,1-1,0 0,5-2,41 3,-8-4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50.74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 1,'16'18,"10"13,2 8,-3 2,-6 3,-10-2,-15 0,-14-4,-11-5,-5-9,4-8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50.97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1,'0'2,"5"1,5 0,2-1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52.96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 11,'-7'-2,"1"-1,7 0,15 1,21 2,22 2,22 0,18 0,9 0,1-1,-7 0,-15-1,-16 0,-28 0,-30 0,-18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51.99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0,'12'89,"3"0,8 16,-22-101,-1-3,0 0,0 0,-1 1,1-1,0 0,0 0,0 0,0 0,1 0,-1 0,0 0,0 1,1-1,-1 0,0 0,1 0,-1 0,1 0,0 0,-1 0,1-1,0 1,-1 0,1 0,0 0,0-1,0 1,0 0,0-1,0 1,0-1,0 1,0-1,0 1,0-1,0 0,0 1,0-1,0 0,0 0,0 0,0 0,1 0,-1 0,0 0,0 0,0-1,0 1,0 0,0-1,7-7,-1-1,0 0,0 0,-1-1,-1 0,1 0,-1 0,2-9,0 2,53-148,-54 192,-7 18,-1-27,2-1,0 0,1 1,1-1,0 0,5 15,-7-30,1-1,-1 1,1-1,-1 1,1-1,0 1,-1-1,1 0,0 1,0-1,0 0,0 0,0 0,0 0,1 0,-1 0,0 0,0 0,1 0,-1 0,1-1,-1 1,1 0,-1-1,1 0,-1 1,1-1,-1 0,1 0,-1 0,1 0,0 0,-1 0,1 0,-1 0,1-1,-1 1,1 0,-1-1,1 0,-1 1,1-1,-1 0,0 0,1 0,-1 0,0 0,0 0,0 0,1 0,10-11,-1-1,0 0,-1-1,0 0,-1 0,-1-1,0 0,-1-1,0 1,-2-1,0-1,1-6,10-24,-12 80,-8 22,2 79,3-127,0 0,1 1,-1-2,2 1,-1 0,1 0,0-1,0 1,1-1,-1 0,2 0,-1 0,1-1,-1 1,2-1,-1 0,1 0,21 14</inkml:trace>
  <inkml:trace contextRef="#ctx0" brushRef="#br0" timeOffset="301.202">708 213,'13'-4,"0"1,0 0,0 0,0 1,0 1,0 0,0 1,9 1,-18-1,1 1,-1-1,1 1,-1 1,1-1,-1 0,0 1,0 0,0 0,0 0,0 1,0-1,0 1,-1 0,1 0,-1 0,0 0,0 1,0-1,-1 1,1 0,-1 0,0 0,0 0,0 0,0 1,1 11,0 1,-1-1,-1 1,-1-1,0 1,-1-1,-1 1,0-1,-1 0,-1 1,-1-1,-1 1,-10 54,14-62,-2 11,0 1,2 0,0 0,1 0,2 16,-1-37,-1 1,1 0,0 0,0 0,-1 0,1-1,0 1,0 0,0 0,0 0,0 0,0 0,0-1,0 1,1 0,-1 0,0 0,0-1,1 1,-1 0,0 0,1 0,-1-1,1 1,-1 0,1-1,-1 1,1 0,0-1,-1 1,1-1,0 1,-1-1,1 1,0-1,0 0,0 1,-1-1,1 0,0 0,0 1,0-1,-1 0,1 0,0 0,0 0,0 0,0 0,0 0,-1 0,1-1,0 1,0 0,0 0,0-1,-1 1,1 0,0-1,0 0,5-10</inkml:trace>
  <inkml:trace contextRef="#ctx0" brushRef="#br0" timeOffset="546.545">735 468,'16'-5,"16"-3,17-3,12-2,6 2,3-1,-5 1,-12-1,-15 2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51.1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19,'13'-2,"13"-3,5-1,-3 1</inkml:trace>
  <inkml:trace contextRef="#ctx0" brushRef="#br0" timeOffset="249.333">296 32,'2'0,"3"0,6 0,4-2,1-1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48.7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8,'4'-1,"-1"-1,1 1,0 0,0 0,0 1,0-1,0 1,0-1,0 1,0 1,0-1,0 1,0-1,0 1,0 0,0 0,0 1,0-1,-1 1,1 0,-1 0,1 0,-1 1,0-1,0 1,0-1,0 1,0 0,0 0,0 3,6 12,-1 0,0 1,-2 0,0 0,-1 1,-1 0,-1-1,-1 2,-1-1,0 0,-2 0,0 4,1 10,0-34,-1 1,1-1,-1 1,1 0,0-1,0 1,0 0,-1-1,1 1,0 0,0-1,0 1,0 0,0-1,0 1,0 0,0 0,0-1,0 1,1 0,-1-1,0 1,0 0,1-1,-1 1,0-1,1 1,-1 0,1-1,-1 1,0-1,1 1,0-1,-1 1,1-1,-1 0,1 1,-1-1,1 0,0 1,-1-1,1 0,0 0,-1 1,1-1,0 0,-1 0,1 0,0 0,31-88,-28 71,22-103,-23 155,-3-26,-1 2,0 0,1-1,1 1,-1 0,2-1,-1 1,1-1,1 1,0-1,0 0,1 0,1 0,-1-1,7 10,-9-18,-1 1,1-1,-1 0,1 1,-1-1,1 0,0 0,0 0,0 0,-1-1,1 1,0 0,0-1,0 1,0-1,0 0,0 0,0 0,0 0,0 0,0 0,0 0,0-1,0 1,0-1,0 1,0-1,0 0,0 0,0 1,0-2,-1 1,1 0,-1 0,1 0,0-1,-1 1,0-1,1 0,47-68,-42 50,-1-1,-1 0,-1 0,0 0,-2 0,0-16,-2 37,-2 15,1 1,1-1,0 1,1-1,1 1,0-1,1 0,1 0,0 0,1 0,0-1,2 1,-1-1,2-1,0 1,0-2,2 1,-1-1,2 0,-1-1,9 7,-10-11,-1-1,1 0,0 0,0 0,1-2,-1 1,1-1,0 0,1-1,-1 0,0-1,1 0,0-1,-1 0,6-1,-13-1,1-1,0-1,0 1,-1-1,1 1,-1-1,0 0,0 0,0 0,0-1,-1 1,1-1,-1 1,0-1,0 0,0 0,-1 0,1 0,-1 0,0 0,0 0,0-1,-1 1,0 0,1-1,2-8,37-153,-39 166,-1 0,0 0,0 0,0 0,1 0,-1 0,0 0,0 0,0 0,1 0,-1 0,0 0,0 0,0 0,1 0,-1 0,0 0,0 0,0 0,1 0,-1 0,0-1,0 1,0 0,0 0,1 0,-1 0,0 0,0 0,0-1,0 1,0 0,0 0,1 0,-1 0,0-1,0 1,0 0,0 0,0 0,0-1,0 1,0 0,0 0,4 21,18 183,-18-171</inkml:trace>
  <inkml:trace contextRef="#ctx0" brushRef="#br0" timeOffset="1311.567">870 436,'0'2,"0"6,0 5,0 8,0 7,0 6,0 3,0 3,0-1,0-3,0-5,2-8,1-10,0-9,2-13,-1-4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3:49.20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149 214,'-61'618,"57"-593,1-70,-11-165,-20-73,12 109,18 147,2 19,0 0,1 0,0 0,1 0,0 0,0 0,1 0,0 0,0 0,1-2,1 7,0 1,0-1,1 1,-1-1,1 1,0 0,-1 1,1-1,0 0,0 1,0 0,0 0,0 0,0 1,0-1,0 1,0 0,1 0,-1 0,0 1,0 0,0-1,0 1,0 1,0-1,3 2,0-2,360 101,-314-85,-40-10</inkml:trace>
  <inkml:trace contextRef="#ctx0" brushRef="#br0" timeOffset="187.506">2 509,'25'0,"22"0,21-3,19 0,14-2,5-3,-16 1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3:50.77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1,'2'2,"10"3,15 1,15-1,16-3,10-5,1-1,-11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3:51.02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73,'21'0,"24"-4,26-7,20-5,16-5,-10 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3:57.35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0,'18'3,"20"2,15 1,11-1,7-1,-2-2,-10 0,-16-1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3:57.60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18,'23'2,"21"1,18-2,18-4,6-4,-4 0,-17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3:59.52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0,'12'0,"14"2,22 1,21 0,21-1,18-2,13-2,2 0,-19-1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4:01.4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27,'18'-2,"20"-1,22 0,18-2,14 1,11 0,0 1,-6 1,-19 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4:02.45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0,'293'10,"954"-18,232 6,-1469 2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3:58.67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0 137,'1'-8,"0"1,1-1,0 0,0 1,0-1,1 1,0 0,1 0,-1 0,1 0,1 1,-1-1,1 1,0 0,1 1,-1-1,1 1,6-4,-10 8,-1 0,1 0,-1 1,1-1,0 1,-1-1,1 1,0 0,-1-1,1 1,0 0,-1 0,1 0,0 0,0 1,-1-1,1 0,0 1,-1-1,1 1,-1 0,1-1,-1 1,1 0,-1 0,1 0,-1 0,0 0,1 0,-1 0,0 1,0-1,0 0,0 1,0-1,0 1,0-1,-1 1,1-1,-1 1,1-1,0 2,19 73,-20-76,27 244,-15-200,-12-43,0 0,1 0,-1 0,0 0,1 0,-1-1,1 1,-1 0,1 0,-1-1,1 1,0 0,-1-1,1 1,0 0,0-1,-1 1,1-1,0 1,0-1,0 0,0 1,-1-1,1 0,0 0,0 1,0-1,0 0,0 0,0 0,0 0,0 0,0 0,0 0,-1-1,1 1,0 0,0 0,0-1,0 1,0-1,0 1,-1-1,1 1,0-1,5-5,1-1,-1 0,-1 0,0-1,0 0,0 0,-1 0,0 0,-1-1,0 1,0-1,0 0,-1-4,31-216,-32 269,2 1,2-1,7 30,-10-61,-1 1,0 0,1 0,0-1,1 1,0 0,0-1,1 0,1 0,-1 0,1 0,1-1,-1 0,8 7,-12-14,0 0,1 0,-1 0,1 0,-1-1,1 1,0 0,-1-1,1 0,0 1,-1-1,1 0,0 0,-1 0,1 0,0 0,-1 0,1 0,0-1,0 1,-1-1,1 1,-1-1,1 1,-1-1,1 0,-1 0,1 0,-1 0,1 0,-1 0,0 0,1-1,35-46,-25 25,-1 0,-1 0,-2-1,0-1,-1 0,-1 1,-2-2,0 1,-2-3,-2 29,0-1,0 0,-1 0,1 0,0 0,0 0,-1 0,1 0,0 1,0-1,0 0,-1 0,1 0,0 0,0 0,-1 0,1 0,0 0,0 0,-1 0,1 0,0 0,0 0,-1-1,1 1,-4 13,1 0,0 0,1 1,0-1,1 0,1 1,0-1,0 1,2-1,-1 1,2-1,0 0,0 0,1 0,1-1,0 1,1-1,6 9,14 12</inkml:trace>
  <inkml:trace contextRef="#ctx0" brushRef="#br0" timeOffset="305.184">842 431,'1'-2,"1"0,-1 0,1 0,0 0,-1 0,1 0,0 0,0 1,0-1,0 1,0-1,1 1,-1 0,0 0,1 0,-1 0,1 0,-1 1,3-1,6-3,-1 0,1 1,0 1,1 0,-1 0,0 1,1 1,-1 0,0 0,1 1,-1 0,0 1,0 1,8 2,-17-4,1 0,0 1,-1-1,0 1,1-1,-1 1,0 0,0 0,0 0,0 0,0 0,-1 1,1-1,-1 0,1 1,-1-1,0 1,0-1,0 1,0 0,0-1,-1 1,1 0,-1 0,0 0,0-1,0 1,0 3,-1 1,-1 1,1 0,-2-1,1 1,-1-1,0 0,0 0,-1 0,0 0,-1 0,-193 222,197-228,0-1,0 1,0-1,0 1,0-1,1 1,-1-1,0 1,0 0,0 0,0-1,1 1,-1 0,0 0,1 0,-1 0,1 0,-1 0,1 0,-1 0,1 0,0 0,0 0,-1 0,1 0,0 0,0 0,0 0,0 0,0 1,0-1,1 0,-1 0,0 0,0 0,1 0,-1 0,1 0,-1 0,1 0,-1 0,1 0,-1 0,1-1,0 1,0 0,-1 0,1-1,0 1,0 0,0-1,0 1,0-1,0 1,0-1,0 1,0-1,0 0,0 1,0-1,0 0,1 0,23 1,0-2,0-1,0-1,0-1,0 0,-1-3,23-7,-27 8,47-14</inkml:trace>
  <inkml:trace contextRef="#ctx0" brushRef="#br0" timeOffset="1351.072">1430 257,'2'0,"6"0,1 0</inkml:trace>
  <inkml:trace contextRef="#ctx0" brushRef="#br0" timeOffset="1985.889">1765 43,'9'3,"1"1,-1 0,0 0,0 1,0 0,0 0,-1 1,0 0,0 1,-1-1,0 2,0-1,-1 1,1 0,-2 0,1 1,-1 0,-1 0,2 4,7 16,-2 1,0 1,-3 0,0 0,0 15,10 42,-17-87,0-1,0 0,0 0,0 0,0 1,0-1,0 0,0 0,0-1,0 1,0 0,0 0,0 0,0-1,0 1,0 0,0-1,0 1,0-1,0 1,-1-1,1 0,0 1,0-1,-1 0,1 0,0 1,-1-1,1 0,0 0,-1 0,0 0,1 1,-1-1,1 0,-1 0,0 0,0 0,1 0,-1 0,0 0,0-1,0 1,16-35,-3 0,0-1,-3 0,-1-1,-2 0,-1 0,-2-4,4 1,-5 43,0 126,-3-113,-1-8,0 0,1 0,-1 0,2 1,-1-1,1 0,0 0,0 0,1 0,0 0,0 0,1-1,0 1,0-1,0 1,1-1,0 0,0-1,2 3,-4-7,1 1,0-1,0 0,0 0,0 0,-1 0,1-1,0 1,0-1,1 1,-1-1,0 0,0 0,0-1,0 1,0-1,0 1,0-1,0 0,-1 0,1 0,0 0,0-1,-1 1,2-2,62-48,-49 35,-1-2,0-1,-2 0,0 0,-1-2,-1 1,-1-2,0 1,-2-2,-1 1,0-1,1-13,-9 36,-1 0,1 0,0 0,0 0,0 0,0 0,-1 0,1 0,0 0,0 0,0 0,-1 0,1-1,0 1,0 0,0 0,0 0,0 0,-1 0,1-1,0 1,0 0,0 0,0 0,0 0,0-1,0 1,0 0,0 0,0 0,0-1,0 1,0 0,0 0,0 0,-10 19,4-3,1 0,1 1,1-1,0 1,1 0,1 0,0 0,1 0,1 0,3 16,-2-24,0 0,0 0,1 0,0 0,0-1,1 0,0 1,1-1,0 0,0-1,1 0,0 1,0-2,0 1,1-1,0 0,0 0,1-1,0 0,6 3,30 10,-3-7</inkml:trace>
  <inkml:trace contextRef="#ctx0" brushRef="#br0" timeOffset="2238.727">2901 324,'-3'14,"3"11,4 5,10 4,8 1,6 0,2-1,1-3,-3-3,-6-5,-9-4,-14-3,-15-4,-17-4,-16-8,0-4</inkml:trace>
  <inkml:trace contextRef="#ctx0" brushRef="#br0" timeOffset="2485.669">2915 217,'15'-2,"18"-4,18-2,17-2,12-3,2 0,-8 0,-17 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3:51.5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0,'16'115,"-10"-53,28 166,-33-223,-1 0,1 0,0 0,1 0,-1 0,1 0,0 0,0-1,1 1,0-1,-1 1,1-1,1 0,-1 0,4 3,-5-6,0-1,-1 0,1 0,0 0,0 0,0 0,0-1,0 1,0 0,-1-1,1 0,0 1,0-1,-1 0,1 0,0 0,-1 0,1 0,-1 0,0 0,1-1,-1 1,0 0,1-1,-1 1,0-1,0 1,0-1,-1 0,1 1,0-2,14-25,-1 0,-1 0,-2-2,-1 1,-2-1,0-1,-2 1,-1-6,5-26,-21 248,10-183,0 1,1-1,-1 0,1 1,0-1,0 0,0 1,1-1,-1 1,1-1,0 0,0 0,0 1,0-1,0 0,1 0,-1 0,1 0,0-1,0 1,0 0,0-1,1 1,-1-1,1 0,-1 0,1 0,0 0,0 0,-1 0,2-1,-1 1,0-1,0 0,0 0,0 0,1-1,1 1,4-3,1-1,-1 0,0-1,0 0,-1 0,1-1,-1 0,0 0,0-1,0 0,-1-1,0 1,0-1,-1-1,0 1,0-1,-1 0,0-1,0 1,2-7,-2 4,0 1,-1-1,0 0,-1 0,0-1,-1 1,0-1,-1 1,0-1,-1-2,-3 8,-1 17,-1 3,2 1,0-1,0 1,2 0,-1 0,2 0,0 0,1 0,1 0,0 0,1 0,0-1,1 1,1-1,1 0,0 0,0-1,4 4,10 10</inkml:trace>
  <inkml:trace contextRef="#ctx0" brushRef="#br0" timeOffset="300.198">696 388,'17'-5,"-1"1,1 1,0 0,0 1,1 1,-1 1,0 0,0 2,0 0,8 2,-22-3,0 0,0 0,0 0,0 0,0 1,0-1,-1 1,1 0,-1 0,1 0,-1 0,0 1,0-1,0 0,0 1,0 0,0-1,-1 1,1 0,-1 0,0 0,0 0,0 0,0 0,0 0,-1 0,0 0,1 0,-1 0,0 1,0-1,-1 0,1 0,-1 0,0 1,-2 10,-1-1,0 0,-1 0,0-1,-1 1,-1-1,-4 6,-116 159,126-176,0 0,0 0,0 0,0-1,1 1,-1 0,0 1,1-1,-1 0,1 0,-1 0,1 0,-1 0,1 0,0 1,0-1,-1 0,1 0,0 1,0-1,0 0,0 0,1 0,-1 1,0-1,0 0,1 0,-1 0,1 1,-1-1,1 0,-1 0,1 0,0 0,-1 0,1 0,0 0,0 0,0-1,0 1,0 0,0 0,0-1,0 1,0-1,0 1,0-1,0 1,1-1,-1 1,0-1,0 0,1 0,-1 0,1 0,13 1,0-2,0 1,0-2,0 0,0-1,0-1,-1 0,1-1,10-5,-15 7,65-26,-6-1</inkml:trace>
  <inkml:trace contextRef="#ctx0" brushRef="#br0" timeOffset="556.512">1310 295,'16'4,"15"2,15 2,13-1,11-1,3-1,-3 0,-10 0,-16-2</inkml:trace>
  <inkml:trace contextRef="#ctx0" brushRef="#br0" timeOffset="800.863">1619 80,'-3'25,"0"22,1 19,2 12,3 6,4 0,5-7,1-17</inkml:trace>
  <inkml:trace contextRef="#ctx0" brushRef="#br0" timeOffset="1395.855">2100 121,'-1'31,"1"1,2-1,2 0,0 0,2 0,2 0,0-1,2 0,3 2,-13-29,1 0,-1 0,1-1,0 1,0-1,0 1,0-1,1 1,-1-1,1 1,-1-1,1 0,0 0,0 0,0 0,0 0,0 0,1-1,-1 1,0-1,1 0,-1 1,1-1,-1 0,1 0,0-1,-1 1,1 0,0-1,0 0,-1 1,1-1,0 0,0-1,-1 1,1 0,0-1,0 0,-1 1,1-1,-1 0,1 0,-1-1,1 1,8-10,0 0,-1-1,0 0,-1-1,-1 0,0 0,-1-1,0 0,-1 0,0-1,-2 1,2-8,25-128,-45 196,2 91,12-129,1-1,-1 1,2-1,-1 1,1-1,0 0,0 1,1-1,0 0,0-1,1 1,0 0,0-1,0 0,1 0,0 0,0 0,1-3,-1 1,1-1,0 0,0-1,0 1,0-1,0 0,0-1,1 0,-1 0,1 0,-1 0,1-1,-1 0,1-1,-1 1,1-1,-1-1,0 1,1-1,-1 0,0-1,0 1,0-1,-1 0,1 0,-1-1,1 0,-1 0,0 0,-1-1,1 1,-1-1,0 0,0-1,0 1,-1-1,3-5,4-6,-2 0,0 0,0-1,-2 0,0-1,-1 1,-1-1,-1 0,0-1,-2 0,-16 42,7 3,2 0,1 1,1-1,1 1,1 0,1 0,1 0,3 13,-3-33,1-1,0 1,-1 0,2-1,-1 1,1-1,0 0,0 1,0-1,1 0,0 0,0 0,0-1,0 1,1-1,0 0,0 0,0 0,0 0,1-1,-1 1,1-1,17 6</inkml:trace>
  <inkml:trace contextRef="#ctx0" brushRef="#br0" timeOffset="5062.523">3049 428,'-5'-5,"-1"-3,5-1,9 2,11 1,8 5,9 2,5 1,2 0,-1 0,-6-1,-9 2,-9 1</inkml:trace>
  <inkml:trace contextRef="#ctx0" brushRef="#br0" timeOffset="5513.878">3009 415,'-24'264,"23"-263,1-1,0 1,-1 0,1 0,0-1,0 1,-1 0,1 0,0 0,0-1,0 1,0 0,0 0,0 0,0-1,0 1,0 0,1 0,-1 0,0-1,0 1,1 0,-1 0,1-1,-1 1,0 0,1-1,-1 1,1-1,-1 1,1 0,0-1,-1 1,1-1,0 1,-1-1,1 0,0 1,-1-1,1 0,0 1,0-1,0 0,-1 0,1 0,0 0,0 0,0 0,-1 0,1 0,0 0,0 0,0 0,-1 0,1 0,0-1,0 1,105-81,-103 79,1 0,-1 0,1 0,0 0,0 1,0 0,0 0,0 0,1 0,-1 1,0-1,0 1,0 0,1 0,-1 1,0-1,0 1,0 0,0 0,0 0,0 1,0 0,0-1,0 1,-1 0,1 1,-1-1,0 1,1-1,-1 1,0 0,0 0,2 4,3 6,0 1,-1 0,0 0,-1 1,0 0,-2 0,0 0,0 1,-1-1,-1 1,-1 0,0-1,-1 10,0-21,0 1,0 0,0 0,-1 0,1 0,-1 0,0 0,-1-1,1 1,-1 0,0-1,0 1,0-1,-1 0,0 0,1 0,-1 0,-1 0,1 0,0-1,-1 0,0 0,0 0,0 0,0 0,0-1,-1 0,1 0,-1 0,1 0,-1-1,0 1,-2-1,-10 2,1 0,-1-2,0 0,1-1,-1 0,0-1,1-1,-1-1,1 0,-9-9,24 11,1 1,0-1,0 1,0-1,-1 1,1-1,0 1,0-1,0 1,0-1,0 1,0-1,0 1,0-1,1 1,-1-1,0 1,0-1,0 1,0-1,1 1,-1-1,0 1,0-1,1 1,-1-1,0 1,1 0,-1-1,1 1,-1 0,0-1,1 1,-1 0,1 0,-1-1,1 1,-1 0,1 0,-1 0,1-1,-1 1,1 0,-1 0,1 0,0 0,17-8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4:04.63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3049 1262,'8'708,"-4"-487,-10 0,-13 37,-65 614,74-555,16 88,1-37,-21 456,14-128,-32-202,6-163,25-323,-69 942,-15-232,79-671,-10 65,4 1,5 81,7-193,0-8</inkml:trace>
  <inkml:trace contextRef="#ctx0" brushRef="#br0" timeOffset="2166.04">3075 1316,'-10'-18,"2"-1,-1 1,2-1,1-1,0 1,2-1,0 0,1 0,1 0,1 0,0-1,2 1,0 0,2-3,-2-15,4-26,-3 63,0 0,0 0,1 1,-1-1,0 0,1 1,-1 0,1 0,-1-1,0 1,1 1,-1-1,1 0,-1 1,0-1,1 1,-1 0,0-1,0 1,1 1,6 0,83 13,0-3,0-5,55-4,137 11,262 54,-40-49,173 13,-27 53,-612-81,-16-2,1 0,0 2,0 1,-1 1,0 2,-22-7,-1-1,0 1,0 0,0 0,0 0,1 0,-1 0,-1 0,1 1,0-1,0 0,0 0,-1 1,1-1,0 0,-1 1,1-1,-1 1,0-1,1 0,-1 1,0-1,0 1,0-1,0 1,0-1,0 1,-1-1,1 1,0-1,-1 1,1-1,-1 0,0 1,1 0,-3 11,-16 148,3 121,17-122,8 0,22 120,-23-226,35 304,-34 462,29-90,-7-222,-12 439,7-303,-11 195,-17-559,-13 337,4-135,10-203,-13 92,15 28,7-357,-2-38,-1-9</inkml:trace>
  <inkml:trace contextRef="#ctx0" brushRef="#br0" timeOffset="4131.126">4092 126,'0'-2,"0"8,0 16,-3 19,0 16,0 9,1 6,0 1,1-8,0-9,1-15</inkml:trace>
  <inkml:trace contextRef="#ctx0" brushRef="#br0" timeOffset="4431.324">3985 112,'179'174,"-150"-149,-2 1,-1 1,-1 1,-1 2,-2 0,-1 2,-1 0,14 32,-32-59,0 0,0 0,-1 1,1-1,-1 0,-1 1,1-1,-1 1,1-1,-2 1,1-1,0 1,-1-1,0 1,-1-1,1 0,-1 0,0 1,0-1,-1 0,1-1,-1 1,0 0,0-1,-1 0,1 1,-1-1,0-1,0 1,-1-1,1 1,-4 1,-4 2,-1 0,0 0,-1-2,1 1,-1-2,0 0,0 0,0-1,-1-1,1-1,-1 0,1-1,-1 0,1-1,-1-1,-8-2,-27-25,37 13</inkml:trace>
  <inkml:trace contextRef="#ctx0" brushRef="#br0" timeOffset="4711.092">4960 259,'-15'-8,"1"1,-1 0,0 1,-1 0,1 1,-1 1,0 1,0 0,0 1,-1 0,-7 2,19 0,0 0,0 1,0 0,0 0,0 1,0-1,0 1,0 0,1 0,-1 1,1-1,0 1,0 0,0 0,0 1,0-1,1 1,-1 0,1-1,0 2,0-1,0 0,1 1,0-1,0 1,0-1,0 1,0 4,-1 1,1 0,1-1,0 1,0 0,1 0,0 0,1 0,0 0,0 0,1 0,1 0,0 0,0-1,2 4,2 0,0-1,1 1,1-1,0-1,0 0,1 0,1 0,-1-2,2 1,-1-1,2-1,-1 0,1-1,0 0,0-1,1 0,0-1,0-1,0 0,0-1,1-1,-1 0,1-1,0 0,0-1,-1-1,14-2,43-12,-9-5</inkml:trace>
  <inkml:trace contextRef="#ctx0" brushRef="#br0" timeOffset="4895.598">5348 152,'2'19,"3"16,4 12,-1 10,-1 6,-2-1,-2-4,-1-7,-1-11,1-11,1-11</inkml:trace>
  <inkml:trace contextRef="#ctx0" brushRef="#br0" timeOffset="5158.896">5414 112,'-8'-26,"-6"-44,15 69,-1 0,0 0,1 0,-1 0,1 1,-1-1,1 0,-1 0,1 1,0-1,-1 0,1 1,0-1,-1 0,1 1,0-1,0 1,0-1,0 1,-1 0,1-1,0 1,0 0,0-1,0 1,0 0,0 0,0 0,0 0,0 0,0 0,0 0,0 0,0 1,0-1,-1 0,1 0,0 1,0-1,0 1,0-1,0 1,-1-1,2 1,18 8,-1 1,0 1,0 1,-1 0,0 1,-1 1,6 8,-19-19,26 22,-1 0,-2 2,0 1,-2 2,-1 0,-1 1,-2 2,-1 0,-2 1,-1 1,12 36,-27-66,0 0,-1 0,1 1,-1-1,0 0,0 1,-1-1,0 1,0-1,0 0,0 1,-1-1,0 1,0-1,0 0,-1 1,0-1,0 0,0 0,-1 0,0-1,1 1,-2-1,-2 5,-3-2,-1-1,1 0,-1 0,0-1,-1-1,1 1,-1-2,0 1,0-2,-9 2,-81 15,-3-5</inkml:trace>
  <inkml:trace contextRef="#ctx0" brushRef="#br0" timeOffset="7993.036">3530 1770,'0'-3,"0"1,1-1,-1 0,0 0,-1 0,1 0,0 0,-1 1,0-1,0 0,1 0,-2 1,1-1,0 1,0-1,-1 1,1-1,-1 1,0 0,0 0,0 0,0 0,0 0,0 0,-1 0,1 1,-1-1,1 1,-1 0,1 0,-1 0,0 0,1 0,-1 0,0 1,0-1,0 1,0 0,1 0,-1 0,0 0,-3 1,-10 3,0 1,-1 0,2 1,-1 1,1 0,0 1,0 1,1 1,0 0,1 0,0 1,1 1,0 0,-4 7,14-17,-1 1,0-1,1 1,0 0,-1 0,1-1,1 2,-1-1,0 0,1 0,-1 1,1-1,0 0,0 1,0-1,1 1,-1 0,1-1,0 1,0-1,0 1,1 0,-1-1,1 1,0-1,0 1,0-1,0 1,0-1,1 0,1 3,7 3,0-1,1 1,0-2,1 1,0-2,0 1,0-2,0 0,1 0,0-1,0 0,1-2,0 1,17 5,-26-6,123 47,-124-46,1-1,-1 1,1 1,-1-1,0 0,0 1,-1 0,1 0,-1 0,0 0,0 1,0-1,0 1,-1 0,0 0,0 0,0 0,-1 0,0 0,0 0,0 0,0 1,-1-1,0 2,-1 0,0 1,-1-1,0 0,0 0,-1 0,0 0,0-1,-1 1,1-1,-2 0,1 0,0 0,-1 0,0-1,-1 0,1 0,-1 0,0-1,0 0,0 0,-1 0,1-1,-1 0,0 0,0-1,0 0,0 0,0 0,-1-1,1 0,0-1,-1 0,1 0,-1 0,1-1,0 0,-1 0,1-1,-3-1,-26-18,36 20,-1 1,0-1,1 1,-1-1,0 1,1-1,-1 1,1-1,-1 0,0 1,1-1,0 0,-1 0,1 1,-1-1,1 0,0 0,0 1,-1-1,1 0,0 0,0 0,0 0,0 1,0-1,0 0,0 0,0 0,0 0,1 1,-1-1,0 0,0 0,1 1,-1-1,0 0,1 0,-1 1,1-1,-1 0,1 1,0-1,-1 0,1 1,0-1,9-5</inkml:trace>
  <inkml:trace contextRef="#ctx0" brushRef="#br0" timeOffset="8316.731">3730 2185,'8'-7,"1"1,0 1,1 0,-1 0,1 1,0 0,0 1,0 0,0 0,0 1,1 1,-1 0,1 0,0 1,-1 0,-7 0,0 1,0 0,0-1,0 1,0 0,0 0,0 1,0-1,-1 1,1-1,0 1,-1 0,1 0,-1 0,0 0,0 0,0 1,0-1,0 1,0-1,-1 1,1 0,-1-1,0 1,0 0,0 0,0 0,0 0,-1 0,1 0,-1 0,0 0,0 1,0-1,0 0,0 0,-1 0,1 0,-1 0,0 0,0 1,-5 11,0 0,-2-1,1 1,-2-1,0-1,0 0,-1 0,-1-1,0 0,-5 3,-53 68,68-82,0 0,0 0,0 0,0 0,0 0,1 0,-1 0,0 0,1 0,-1 0,0 1,1-1,0 0,-1 0,1 0,0 1,-1-1,1 0,0 1,0-1,0 0,0 0,0 1,0-1,1 0,-1 1,0-1,1 0,-1 0,1 0,-1 1,1-1,0 0,-1 0,1 0,0 0,0 0,0 0,-1 0,1 0,0 0,0-1,1 1,-1 0,0-1,0 1,0 0,0-1,1 1,13 3,1 0,-1-1,0-1,1 0,-1-1,1-1,0 0,6 0,169-5,-141 1</inkml:trace>
  <inkml:trace contextRef="#ctx0" brushRef="#br0" timeOffset="8811.407">3570 2813,'2'-6,"9"-52,-11 56,0 1,0 0,0-1,0 1,0 0,0 0,0-1,-1 1,1 0,0 0,-1-1,1 1,-1 0,1 0,-1 0,0 0,1 0,-1 0,0 0,0 0,0 0,0 0,1 0,-1 0,-1 1,1-1,0 0,0 1,0-1,0 1,0-1,-1 1,1-1,0 1,0 0,-1 0,1 0,0-1,0 1,-1 1,1-1,-10 2,1 0,0 1,0 0,1 1,-1 0,1 1,-1 0,2 0,-1 1,0 0,1 1,-5 5,-39 43,51-53,-1 0,1 0,0 0,0 0,0 0,0 0,0 0,0 0,0 1,1-1,-1 0,1 1,0-1,0 0,0 1,0-1,0 1,0-1,1 0,-1 1,1-1,-1 0,1 0,0 1,0-1,0 0,0 0,1 0,-1 0,0 0,10 7,-1 0,2-1,-1 0,1-1,0 0,0-1,1-1,0 0,0 0,6 0,7 5,10 2,-22-8,1 0,-1 1,0 1,0 0,0 1,-1 1,0 0,0 0,-1 1,0 1,-1 0,1 2,-10-9,0-1,0 1,-1 0,1 0,-1-1,0 1,1 0,-1 0,-1 0,1 1,0-1,-1 0,0 0,0 0,0 0,0 1,0-1,0 0,-1 0,0 0,1 0,-1 0,0 0,-1 0,1 0,0 0,-1 0,0 0,0-1,1 1,-1-1,-1 0,1 1,0-1,-1 0,1 0,-1 0,1-1,-1 1,0 0,-3 0,-11 5,-1 0,0-1,0-2,-1 1,0-2,1-1,-1 0,0-1,0-1,-8-2,-30-6,57 8,-1 0,1 0,-1 0,1 0,0 0,-1 0,1-1,0 1,-1 0,1 0,0 0,-1-1,1 1,0 0,-1 0,1-1,0 1,0 0,-1 0,1-1,0 1,0 0,0-1,-1 1,1 0,0-1,0 1,0 0,0-1,0 1,0-1,0 1,0 0,0-1,0 1,0 0,0-1,0 1,0-1,0 1,0 0,0-1,0 1,0 0,1-1,-1 1,0 0,0-1,0 1,1 0,-1-1,0 1,0 0,1 0,-1-1,0 1,1 0,-1 0,0 0,1 0,-1-1,0 1,1 0,23-13,-24 13,30-12</inkml:trace>
  <inkml:trace contextRef="#ctx0" brushRef="#br0" timeOffset="9064.245">4011 3026,'-12'16,"-3"15,1 12,7 14,7 10,6 10,2 5,-1-11</inkml:trace>
  <inkml:trace contextRef="#ctx0" brushRef="#br0" timeOffset="9478.982">3570 3816,'-12'-7,"0"1,-1 1,1 0,-1 1,0 0,-1 1,1 0,-1 1,-6 0,16 2,-1-1,0 1,1 0,-1 1,1-1,-1 1,1 0,-1 0,1 0,-1 0,1 1,0 0,0 0,0 0,0 1,0-1,0 1,0 0,1 0,0 0,-1 0,1 1,1-1,-1 1,0 0,1 0,0 0,0 0,-1 2,2-1,-1 0,1 0,0 0,0 1,1-1,0 0,0 0,0 1,1-1,-1 0,1 1,0-1,1 0,-1 0,1 0,0 0,1 0,-1-1,1 1,0 0,0-1,0 0,0 0,2 1,99 86,-51-54,-25-19,-1 1,-1 0,-1 2,-1 1,-1 1,-1 1,9 14,-29-36,0 0,0 0,0 0,0 0,-1 0,1 1,-1-1,1 0,-1 1,0-1,0 1,0 0,0-1,-1 1,1 0,-1-1,1 1,-1 0,0 0,0 0,0-1,-1 1,1 0,0 0,-1-1,0 1,0 0,0-1,0 1,0-1,0 1,-1-1,1 0,-1 1,0-1,0 0,0 0,0 0,0 0,-12 2,1 0,-1-1,0 0,0-1,0-1,0-1,0 0,0 0,0-1,0-1,0 0,1-1,-1-1,1 0,-1-1,-95-31,110 36,-1 0,0 0,0 0,0 0,1-1,-1 1,0 0,0 0,0 0,0-1,1 1,-1 0,0 0,0 0,0-1,0 1,0 0,0 0,0-1,0 1,0 0,1 0,-1-1,0 1,0 0,0 0,-1-1,1 1,0 0,0 0,0-1,0 1,0 0,0 0,0-1,0 1,0 0,0 0,-1 0,1-1,0 1,0 0,0 0,-1 0,1 0,0-1,0 1,0 0,-1 0,1 0,0 0,0 0,0 0,-1-1,1 1,0 0,0 0,-1 0,1 0,0 0,0 0,-1 0,1 0,0 0,-1 0,1 0,0 1,21-6,-17 5,25-4</inkml:trace>
  <inkml:trace contextRef="#ctx0" brushRef="#br0" timeOffset="9763.629">3850 4363,'9'8,"1"-2,-1 1,1-1,1-1,-1 1,1-2,0 0,0 0,0-1,1 0,-1-1,1 0,-1-1,8 0,-11-1,-1 0,1 0,0-1,-1 0,1-1,-1 1,1-1,-1-1,0 0,0 0,0 0,0-1,0 0,-1 0,0 0,0-1,0 0,0 0,-1-1,0 0,0 0,2-2,-4 3,-1 0,1 0,-1 0,0 0,0 0,-1 0,1-1,-1 1,-1-1,1 1,-1-1,1 1,-2-1,1 1,-1-1,1 1,-1-1,-1 1,1 0,-1 0,0-1,0 1,-1 0,1 1,-1-1,0 0,-1 1,1-1,-1 1,1 0,-1 1,-1-1,1 0,0 1,-1 0,-1-1,-11-4,0 1,0 0,-1 2,0 0,1 0,-2 2,1 0,0 1,-1 1,1 1,0 1,-1 0,1 1,0 1,0 1,0 0,0 2,1 0,0 1,-2 1,-39 17</inkml:trace>
  <inkml:trace contextRef="#ctx0" brushRef="#br0" timeOffset="10978.41">0 4176,'104'11,"752"-21,-333-4,83 11,-210-47,-162 50,-138 8,-18 18,-74-25,-3-2</inkml:trace>
  <inkml:trace contextRef="#ctx0" brushRef="#br0" timeOffset="11893.535">214 3174,'1'0,"-1"0,0 0,1 0,-1 0,0 0,1 0,-1 0,1 0,-1 0,0 0,1 0,-1 0,1 0,-1 0,0 0,1 0,-1 0,0-1,1 1,-1 0,0 0,1 0,-1-1,0 1,0 0,1-1,-1 1,0 0,0 0,1-1,-1 1,0 0,0-1,0 1,0-1,1 1,-1 0,0-1,0 1,0 0,0-1,0 1,0-1,0 1,0 0,0-1,0 1,0 0,0-1,0 1,-1-1,1 1,0 0,0-1,0 1,0 0,-1-1,1 1,0 0,0 0,-1-1,1 1,0 0,-1 0,1-1,0 1,-1 0,175-32,-125 26,295-23,316 16,-468 13,33-9,-1-9,61-19,-218 27,16-4,0 4,1 3,31 4,6-7,56 10,-167 7,-33-3,-29-12,22 0</inkml:trace>
  <inkml:trace contextRef="#ctx0" brushRef="#br0" timeOffset="12929.285">281 2064,'-3'-6,"18"4,313 33,175-15,407-43,-385 4,-170 21,-345 0,-13-1</inkml:trace>
  <inkml:trace contextRef="#ctx0" brushRef="#br0" timeOffset="16227.083">5722 1983,'0'-4,"2"21,0-8,-1 1,2-1,-1 0,1 0,1 0,0 0,0 0,0-1,1 0,1 0,-1 0,1 0,1-1,-1 0,1-1,0 1,1-1,-1-1,1 1,1-1,-1 0,1-1,-1 0,1-1,0 0,0 0,1-1,-1 0,6 0,-9-1,0-1,1-1,-1 1,0-1,0 0,1-1,-1 0,0 1,0-2,0 1,-1-1,1 0,-1 0,1-1,-1 1,0-1,0 0,-1-1,1 1,-1-1,0 0,0 0,-1 0,1 0,-1-1,0 1,-1-1,1 0,-1 0,-1 0,1 0,0-5,-2-5,0-1,-1 0,-1 0,-1 0,0 1,-1-1,-1 1,-1 0,0 1,-1-1,0 1,-2 0,1 1,-2 0,0 0,-1 1,-7-7,17 17,0 1,-1-1,1 1,-1 0,1-1,-1 1,0 0,0 0,0 0,0 0,0 1,0-1,-1 1,1-1,0 1,-1 0,1-1,-1 1,0 1,1-1,-1 0,0 1,1-1,-1 1,0 0,0 0,0 0,1 0,-1 0,0 1,1-1,-1 1,0 0,1-1,-1 1,0 1,1-1,0 0,-1 1,-1 1,-10 12,1 1,1 0,0 1,1 1,1 0,1 0,-4 13,10-26,-46 125,54-86,5-36</inkml:trace>
  <inkml:trace contextRef="#ctx0" brushRef="#br0" timeOffset="17066.354">5749 1530,'-2'0,"1"0,6 0,8 0,11 0,14-3,13 0,10-2,5-1,-1 2,-12 0</inkml:trace>
  <inkml:trace contextRef="#ctx0" brushRef="#br0" timeOffset="17875.953">5789 3174,'2'-30,"1"0,2 0,1 0,1 1,3-6,9-16,-18 51,-1 0,1 0,-1 0,1 0,-1 0,1 0,-1 0,1 0,-1 0,1 0,-1 0,1 0,-1 0,1 0,-1 1,1-1,-1 0,0 0,1 0,-1 1,1-1,-1 0,0 1,1-1,-1 0,0 1,1-1,-1 0,0 1,1-1,-1 1,0-1,0 1,0-1,1 1,-1-1,0 1,0-1,0 1,0-1,0 1,0-1,0 1,0-1,0 1,0-1,0 0,0 1,0-1,-1 1,1 0,16 166,-14-97,-1-54,-1 0,0 0,2-1,0 1,1-1,0 1,1-1,6 12,-1-11</inkml:trace>
  <inkml:trace contextRef="#ctx0" brushRef="#br0" timeOffset="18109.328">5682 2693,'-9'-5,"4"-1,14 0,19 1,23 2,23-1,18 0,6 0,-13 2</inkml:trace>
  <inkml:trace contextRef="#ctx0" brushRef="#br0" timeOffset="18796.087">5709 4097,'20'-3,"-11"0,0 1,0 0,0 1,0 0,0 1,0 0,0 0,0 1,0 0,0 1,0-1,0 2,0-1,-1 1,1 1,3 2,-9-2,0 1,0-1,-1 1,0 0,0 0,0 0,0 1,-1-1,0 0,0 1,0-1,-1 1,1-1,-1 1,-1-1,1 0,-1 1,0-1,0 0,-1 1,1-1,-1 0,0 0,-3 5,-97 201,101-209,0 0,0-1,0 1,1 1,-1-1,0 0,1 0,-1 0,1 0,0 0,0 0,0 1,0-1,0 0,0 0,0 0,1 0,-1 0,1 0,0 1,0-1,-1 0,1-1,0 1,1 0,-1 0,0 0,0-1,1 1,-1 0,1-1,0 0,-1 1,1-1,0 0,0 0,0 0,0 0,0 0,0 0,0 0,2 0,16 3,-1 0,1-1,0-1,1-1,-1-1,0-1,0-1,0 0,0-2,8-2,65-26,-60 14</inkml:trace>
  <inkml:trace contextRef="#ctx0" brushRef="#br0" timeOffset="19044.007">5601 3895,'5'-13,"13"-7,16-1,19 5,19 4,15 4,6 8,-12 4</inkml:trace>
  <inkml:trace contextRef="#ctx0" brushRef="#br0" timeOffset="19660.456">5736 5273,'177'-32,"-120"34,-56-2,0 0,1 1,-1-1,0 1,0-1,0 1,0-1,0 1,0-1,-1 1,1 0,0 0,0 0,0-1,-1 1,1 0,0 0,-1 0,1 0,-1 0,1 0,-1 0,1 0,-1 0,0 0,0 1,1-1,-1 0,0 0,0 0,0 0,0 0,0 1,0-1,-1 0,1 0,0 0,-1 0,1 0,0 0,-1 0,1 0,-1 0,0 0,1 0,-1 0,0 0,-8 13,-1 0,0 0,-1-1,0 0,-1-1,0-1,-9 7,-10 10,28-26,2-1,0-1,-1 1,1 0,0 0,-1 0,1 0,0 0,0 0,0 0,0 0,0 0,0 1,0-1,0 0,1 1,-1-1,0 0,1 1,-1-1,1 1,-1-1,1 1,0 0,0-1,0 1,0-1,0 1,0-1,0 1,0-1,1 1,-1-1,1 1,-1-1,1 1,0 0,67 25,-44-22,-22-4,10 1,0 0,-1 1,1 0,-1 1,0 1,0 0,0 0,-1 1,0 0,0 1,0 0,-1 1,0-1,0 2,-1 0,4 4,-11-7,0-1,-1 1,1-1,-1 0,0 1,-1-1,1 1,-1-1,0 1,-1-1,1 0,-1 0,0 0,0 0,0 0,-1 0,0 0,0-1,0 1,-1-1,1 0,-1 0,0 0,0-1,0 1,-1-1,1 0,-1 0,0-1,-1 1,-109 55,57-40</inkml:trace>
  <inkml:trace contextRef="#ctx0" brushRef="#br0" timeOffset="19913.781">5588 5086,'-16'-3,"-7"0,7 0,15 1,21-2,28-3,27-4,24-2,17-2,7 2,-18 3</inkml:trace>
  <inkml:trace contextRef="#ctx0" brushRef="#br0" timeOffset="20545.605">5775 6409,'-2'36,"-2"1,-1-1,-2 0,-5 15,-14 77,25-125,0-1,0 1,1 0,-1 0,1 0,0 0,0 0,0 0,0 0,0 0,1 0,-1 0,1 0,0 0,0 0,0-1,0 1,0 0,1 0,-1-1,1 1,0-1,0 0,0 1,0-1,0 0,0 0,0 0,1-1,-1 1,1 0,0-1,-1 0,4 2,5-4,0 0,1 0,-1-1,0 0,0-1,0 0,0-1,-1-1,1 1,-1-2,0 1,0-1,-1-1,0 0,0 0,-1-1,2-1,10-8,-1 0,0-1,-2-1,0-1,2-4,-33 57,2 1,1 0,2 1,2 0,0 0,3 1,1 0,1-1,3 10,-2 11,0-10</inkml:trace>
  <inkml:trace contextRef="#ctx0" brushRef="#br0" timeOffset="20777.984">5562 6288,'14'-6,"22"-8,26-5,27-4,21-3,15 3,0 6,-22 5</inkml:trace>
  <inkml:trace contextRef="#ctx0" brushRef="#br0" timeOffset="21408.808">5856 7799,'11'16,"9"10,3 5,2-1,-1 0,-5-2,-5 0,-5-1,-9 3,-11-3,-13-3,-11-5,-7-7,-2-11,5-7</inkml:trace>
  <inkml:trace contextRef="#ctx0" brushRef="#br0" timeOffset="21581.351">5775 7679,'16'-9,"15"-6,12-1,14-4,8 0,4 1,2 1,-4 2,-12 3,-14 4</inkml:trace>
  <inkml:trace contextRef="#ctx0" brushRef="#br0" timeOffset="21819.716">5616 7411,'18'-7,"22"-6,24-4,27-3,23-1,12 1,3 4,-11 5,-26 4</inkml:trace>
  <inkml:trace contextRef="#ctx0" brushRef="#br0" timeOffset="22646.11">5963 8735,'-17'7,"0"0,0 1,1 1,0 1,0 0,1 1,1 0,0 2,0-1,-2 6,11-13,0 1,1 0,0 0,0 0,0 0,1 1,0 0,0 0,0-1,1 2,0-1,1 0,0 0,0 0,0 1,1-1,0 1,0-1,1 0,0 1,0-1,1 0,0 0,0 0,1 0,2 6,1-3,0 0,1 0,0 0,0 0,1-1,1-1,-1 1,1-1,1-1,-1 0,1 0,1-1,-1 0,1-1,0 0,0 0,1-1,-1-1,1 0,0-1,0 0,10 0,-19-1,0-1,0 0,0 0,0 0,1 0,-1-1,0 1,0-1,0 0,0 0,0 0,0 0,0 0,-1-1,1 1,0-1,-1 0,1 0,-1 0,1 0,-1 0,0 0,0-1,0 1,0-1,0 1,-1-1,1 0,-1 0,0 0,0 1,0-1,0 0,0-1,-1 1,1 0,-1 0,0 0,0 0,0 0,0 0,-1-1,1 1,-1 0,0 0,0 0,0 0,0 0,0 0,-1 1,0-3,-2 1,-1-1,0 1,0 0,0 0,0 0,0 1,-1 0,1 0,-1 0,0 0,0 1,0 0,-1 1,1-1,0 1,0 0,-1 1,1-1,-1 1,1 1,0-1,-1 1,1 0,0 1,-1-1,1 1,0 0,0 1,1 0,-1 0,0 0,1 0,0 1,0 0,-3 2,-31 44,28-26</inkml:trace>
  <inkml:trace contextRef="#ctx0" brushRef="#br0" timeOffset="22899.422">5695 8521,'19'-5,"23"-3,26-3,23 1,18 1,3 4,-9 1,-21 2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4:44.39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1,'177'13,"918"15,-1003-28,637-11,-680 12,-34 5,-20 2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5:05.67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 27,'0'1,"0"-1,0 0,0 0,1 0,-1 0,0 1,0-1,0 0,0 0,1 1,-1-1,0 0,0 0,0 0,0 1,0-1,0 0,0 1,0-1,0 0,0 0,1 1,-1-1,0 0,-1 0,1 1,0-1,0 0,0 0,0 1,0-1,0 0,0 0,0 1,0-1,-1 0,1 0,0 1,0-1,0 0,0 0,-1 0,1 1,0-1,0 0,0 0,-1 0,1 0,0 0,0 0,-1 1,1-1,0 0,0 0,-1 0,1 0,0 0,0 0,-1 0,1 0,0 0,-1 0,1 0,0 0,0 0,-1 0,8 10,0 1,1-1,-1 0,2-1,0 0,0 0,0 0,1-2,0 1,1-1,0-1,5 3,-3-1,29 19,-3-4,-1 1,0 2,-2 2,-1 1,-2 2,27 32,-60-65,-6-6</inkml:trace>
  <inkml:trace contextRef="#ctx0" brushRef="#br0" timeOffset="362.034">379 0,'-18'43,"-214"455,222-479,-18 54,32-68,3-8</inkml:trace>
  <inkml:trace contextRef="#ctx0" brushRef="#br0" timeOffset="879.684">553 522,'-1'7,"1"0,-1 0,1 1,1-1,-1 0,1 1,0-1,1 0,0 0,0 0,0 0,1-1,0 1,1 0,-1-1,1 0,0 0,1 0,-1-1,1 1,1-1,-1 0,0 0,1-1,0 0,0 0,1 0,-1-1,1 0,-1 0,1 0,6 0,-8-2,0 0,0-1,0 0,0 0,0-1,0 1,0-1,0 0,-1 0,1-1,0 1,0-1,-1 0,1-1,-1 1,0-1,0 1,0-1,0-1,0 1,0 0,-1-1,0 0,0 0,0 0,0 0,0 0,-1-1,0 1,1-4,4-6,-2-1,0-1,0 1,-2-1,0 1,0-1,-2 0,0 0,-1-2,1 12,-1 0,0-1,-1 1,1-1,-2 1,1-1,0 1,-1 0,0 0,-1 0,1 0,-1 0,-1 0,1 1,-1-1,1 1,-2 0,1 0,0 1,-1-1,0 1,0 0,0 0,-1 1,1-1,-1 1,0 1,0-1,0 1,0 0,0 0,-1 0,0 1,0 1,-1 0,1 1,0-1,-1 1,1 1,0 0,0 0,0 0,0 1,0 0,0 0,1 1,0-1,0 1,0 1,0-1,0 1,1 0,0 1,0-1,0 1,1 0,0 0,0 1,0-1,1 1,0-1,0 1,1 0,0 0,0 1,1-1,0 0,-1 4,-10 84,10-53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5:12.07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0,'9'3,"8"4,7 9,7 13,7 12,6 12,3 9,0 6,-2 1,-5-3,-6-5,-6-7,-5-8,-7-9,-4-11,-3-10</inkml:trace>
  <inkml:trace contextRef="#ctx0" brushRef="#br0" timeOffset="254.319">388 41,'-9'9,"-8"17,-10 19,-9 21,-8 15,-6 9,0 4,3-6,7-13,11-19</inkml:trace>
  <inkml:trace contextRef="#ctx0" brushRef="#br0" timeOffset="704.63">481 402,'25'-7,"0"1,0 1,0 1,1 2,21 0,-44 2,-1-1,0 1,1 0,-1-1,0 1,1 1,-1-1,1 0,-1 0,0 1,1-1,-1 1,0 0,0 0,1 0,-1 0,0 0,0 0,0 1,0-1,0 1,-1-1,1 1,0 0,-1-1,1 1,-1 0,0 0,1 0,-1 0,0 1,0-1,0 0,-1 0,1 1,-1-1,1 0,-1 1,1-1,-1 0,0 1,0-1,-1 0,1 1,0-1,-1 1,-5 13,-1-1,0 0,-1-1,-1 0,0 0,-1-1,-1 0,0 0,0-1,-11 8,-6 8,-24 36,51-63,0 0,1 0,-1 0,0 0,1 0,-1 1,1-1,-1 0,1 0,0 0,0 1,-1-1,1 0,0 0,0 1,0-1,0 0,1 0,-1 1,0-1,0 0,1 0,-1 0,1 1,-1-1,1 0,-1 0,1 0,0 0,-1 0,1 0,0 0,0 0,0 0,0 0,0-1,0 1,0 0,0-1,0 1,0-1,0 1,1-1,-1 1,0-1,0 0,1 1,-1-1,0 0,0 0,1 0,-1 0,0 0,0 0,1-1,-1 1,0 0,0 0,0-1,1 1,-1-1,33 1,0-1,0-2,0-1,0-2,27-9,-34 9,88-21,-8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5:10.4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21,'2'5,"6"8,7 8,12 9,7 7,7 4,5 3,3 0,-1-3,0-4,-3-3,-2-3,-7-5,-4-4,-8-4,-8-5</inkml:trace>
  <inkml:trace contextRef="#ctx0" brushRef="#br0" timeOffset="253.321">362 21,'-4'-9,"-5"0,-2 7,-2 16,-5 19,-5 22,-4 18,-6 12,0 4,2-6,6-8,11-19,6-18</inkml:trace>
  <inkml:trace contextRef="#ctx0" brushRef="#br0" timeOffset="968.297">670 503,'7'-166,"10"50,12 19,-29 97,0-1,1 1,-1 0,0 0,0 0,1 0,-1-1,0 1,1 0,-1 0,0 0,1 0,-1 0,0 0,0 0,1 0,-1 0,0 0,1 0,-1 0,0 0,1 0,-1 0,0 0,1 1,-1-1,0 0,0 0,1 0,-1 0,0 1,1-1,-1 0,0 0,0 1,0-1,1 0,-1 0,0 1,0-1,0 0,0 0,1 1,-1-1,0 0,0 1,0-1,0 0,0 1,0-1,0 0,0 1,0-1,0 0,0 1,0-1,0 0,0 0,0 1,-1-1,1 0,0 1,7 31,-1 2,-2-1,-1 0,-1 12,-1-18,6 359,-7-367,-1-12,1-1,0 1,0 0,1 0,0 0,0 0,0 0,1-1,0 1,1-1,2 7,3-6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5:18.52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1,'18'9,"22"3,27-1,25-4,22-8,13-3,3-2,-13 0,-27 2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5:17.82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1,'16'36,"-2"1,-1 1,-2 1,-2-1,-1 2,-2-1,0 35,-2-57,2-26,3-26,21-155,-20 166,6 36,51 184,-67-195,1 0,-1 0,0 0,1 0,-1 0,1-1,-1 1,1 0,-1 0,1 0,0 0,-1-1,1 1,0 0,0-1,0 1,-1-1,1 1,0-1,0 1,0-1,0 1,0-1,0 0,0 0,0 1,0-1,0 0,0 0,0 0,0 0,0 0,0 0,0 0,0-1,0 1,0 0,0 0,0-1,0 1,0-1,-1 1,1-1,0 1,0-1,0 1,0-1,-1 0,32-41,-31 42,63-150,-41 86,-17 64,-5 18,-1-17,-2 54,1-40,0 1,0 0,2-1,0 1,0-1,2 1,0-1,1 0,2 5,-2-15,0 0,0 0,1-1,0 1,0-1,0 0,0-1,1 1,-1-1,1 0,0 0,0-1,0 1,0-1,0-1,1 1,-1-1,1 0,-1-1,1 1,-1-1,1-1,-1 1,0-1,1 0,1-1,0 2,18-1</inkml:trace>
  <inkml:trace contextRef="#ctx0" brushRef="#br0" timeOffset="314.15">682 308,'0'5,"-1"-1,0 1,1 0,0 0,0 0,0 0,1 0,-1-1,1 1,1 0,-1 0,1-1,-1 1,1-1,0 0,1 1,-1-1,1 0,0 0,0 0,0-1,0 1,1-1,0 0,-1 1,1-2,0 1,0 0,1-1,-1 0,1 0,-1 0,1-1,-1 1,1-1,0 0,0 0,0-2,0 1,0-1,-1-1,1 1,0 0,-1-1,1 0,-1 0,0-1,0 1,0-1,0 0,0 0,0 0,-1 0,0-1,1 1,-1-1,0 0,-1 0,1 0,-1 0,0-1,0 1,0-1,-1 1,1-1,-1 1,0-1,0-4,0 5,0 0,0 0,-1-1,1 1,-1-1,0 1,-1 0,1-1,-1 1,0 0,0-1,0 1,0 0,-1 0,1 0,-1 0,0 0,-1 0,1 1,-1-1,1 1,-1-1,0 1,0 0,-1 0,1 0,-1 1,1-1,-1 1,0 0,0 0,0 0,-4-1,-2 2,0 1,0 0,0 0,1 1,-1 0,0 1,0 0,0 1,1 0,0 0,-1 1,1 0,0 1,1 0,-1 0,1 1,0 0,1 0,-1 1,-2 3,-9 8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4:39.8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3116 972,'77'16,"-47"-10,74 25,-101-28,1 1,-1 0,0 0,0 0,0 1,-1-1,1 1,-1-1,0 1,-1 0,1 0,-1 0,0 0,0 0,0 0,-1 0,0 0,0 0,0 0,0 0,-1 0,0 0,0 0,0 0,-1 0,0 0,0 0,0-1,0 1,-3 15,-6 33,4 1,1 0,3 0,2 33,-5-48,0-36</inkml:trace>
  <inkml:trace contextRef="#ctx0" brushRef="#br0" timeOffset="251.695">3063 1387,'4'-5,"9"-3,11-3,10-2,12-1,6 2,3 1,0 2,-5 2,-7 3,-8 2,-10 2</inkml:trace>
  <inkml:trace contextRef="#ctx0" brushRef="#br0" timeOffset="547.185">3116 798,'-9'-9,"-3"1,5 5,10 3,17 3,18 1,18-2,19-3,12-5,4 0,-3-2,-17 0</inkml:trace>
  <inkml:trace contextRef="#ctx0" brushRef="#br0" timeOffset="1298.711">3958 678,'-2'0,"1"0,-1 0,0 0,1 1,-1-1,1 1,-1-1,0 1,1 0,-1 0,1-1,0 1,-1 0,1 0,0 1,0-1,-1 0,1 0,0 0,0 1,0-1,0 1,1-1,-1 1,0-1,1 1,-1-1,1 1,-1-1,1 1,0 0,-1 0,-3 60,4-49,2 563,4-424,15 73,-5-73,-5 66,-13-116,2-166,0 39</inkml:trace>
  <inkml:trace contextRef="#ctx0" brushRef="#br0" timeOffset="3180.205">95 156,'-3'1,"1"1,-1-1,1 0,0 1,0 0,0 0,0-1,0 1,0 0,0 0,0 1,1-1,-1 0,1 1,0-1,0 1,0-1,0 1,0-1,0 1,1 0,-1-1,1 1,0 0,-1 0,1-1,1 1,-1 0,1 2,9 239,-1 67,-20 131,6 291,9-631,-5 1,-4 0,-5-1,-8 22,-13 25,32-147,0-1,0 1,0 0,1 0,-1-1,1 1,-1-1,1 1,-1-1,1 1,0-1,0 0,0 0,0 0,0 0,0 0,0-1,0 1,0-1,0 1,0-1,0 0,1 1,-1-1,0 0,0-1,0 1,0 0,1-1,-1 1,0-1,0 1,0-1,1-1,9 2,454-18,111-13,-216 7,138 17,324 29,-614 4,-173-24,1 0,-1-3,0 0,15-5,76-2,121-6,-161 7,-69 5,0 0,1 0,0 2,-1 0,1 2,11 1,-17 0,0-1,1 0,-1-1,1-1,-1 0,1-1,-1-1,13-2,-23 4,1 0,0-1,0 1,0-1,0 0,0 0,-1 0,1 0,0-1,-1 0,1 1,-1-1,0 0,1-1,-1 1,0-1,0 1,-1-1,1 0,-1 0,1 0,-1 0,0-1,0 1,0-1,0 1,0-2,0-10,0-1,-1 1,0-1,-1 0,-1 1,-1-1,0 1,-1 0,0 0,-1 0,-1 0,-2-5,1 0,-58-243,43 161</inkml:trace>
  <inkml:trace contextRef="#ctx0" brushRef="#br0" timeOffset="9742.949">3971 63,'0'-2,"2"-1,8 0,16 1,24 0,33 1,36 1,41-3,42-2,38-4,33-1,25 0,11 3,-1 1,-17 7,-57 4</inkml:trace>
  <inkml:trace contextRef="#ctx0" brushRef="#br0" timeOffset="10558.793">3958 1306,'-7'0,"-4"0,-3 0,-1 0,4 0,11 0,14 0,24 0,27 0,35 0,34 0,33 0,32 0,29 2,27 4,14 0,-38-1</inkml:trace>
  <inkml:trace contextRef="#ctx0" brushRef="#br0" timeOffset="19778.626">5482 1360,'27'-17,"-12"13,0 1,0 0,0 1,0 1,1 1,-1 0,12 2,12-1,-3 1,-1 2,0 2,1 1,-1 1,112 19,-139-26,1 0,-1 1,0 0,0 1,0 0,0 0,0 1,-1 0,1 0,5 5,-6-4,92 16,-21-13,-72-3,-3 0</inkml:trace>
  <inkml:trace contextRef="#ctx0" brushRef="#br0" timeOffset="43115.619">5148 798,'13'24,"-4"-6,-1 0,-1 0,0 1,-2 0,0 0,-1 0,1 19,3 14,-8-52,0 0,0 0,-1 1,1-1,0 0,0 0,0 1,0-1,-1 0,1 1,0-1,0 0,0 1,0-1,0 0,0 0,0 1,0-1,0 0,0 1,0-1,0 0,0 1,0-1,0 0,0 1,1-1,-1 0,0 0,0 1,0-1,0 0,1 1,-1-1,0 0,0 0,0 0,1 1,-1-1,0 0,0 0,1 0,-1 1,0-1,1 0,-1 0,0 0,1 0,-1 0,0 0,0 0,1 0,-1 0,0 0,1 0,-1 0,0 0,1 0,-1 0,0 0,1 0,-1 0,0 0,1 0,-1-1,0 1,0 0,1 0,-1 0,0-1,10-22,58-188,-68 211,12-22,-12 22,0-1,0 1,0 0,0-1,0 1,1 0,-1-1,0 1,0 0,0 0,0-1,0 1,0 0,1 0,-1-1,0 1,0 0,0 0,1 0,-1-1,0 1,0 0,1 0,-1 0,0 0,0-1,1 1,-1 0,0 0,0 0,1 0,-1 0,0 0,1 0,-1 0,0 0,1 0,-1 0,0 0,0 0,1 0,-1 0,0 0,1 0,-1 1,0-1,0 0,1 0,-1 0,0 0,0 0,1 1,-1-1,0 0,0 0,0 1,1-1,-1 0,0 0,0 1,0-1,0 0,0 0,1 1,-1-1,0 0,0 0,0 1,10 115,-9-112,-2 2,1 0,1 0,-1 0,1 1,0-1,1-1,-1 1,1 0,0 0,0-1,1 1,0-1,0 1,0-1,1 0,0-1,-1 1,2-1,0 1,-4-4,1 0,0-1,-1 1,1-1,0 0,0 0,0 1,-1-1,1 0,0-1,0 1,-1 0,1 0,0-1,0 1,-1-1,1 1,0-1,-1 0,1 0,0 0,-1 0,0 0,1 0,-1 0,1 0,-1-1,0 1,1-1,32-45,21-87,-46 107,-3 10,3 44,-7 193,11-169,-5-36</inkml:trace>
  <inkml:trace contextRef="#ctx0" brushRef="#br0" timeOffset="43399.959">5709 932,'17'-5,"-14"2,0 1,1 0,-1 0,1 1,-1-1,1 1,0 0,-1 0,1 0,0 0,0 1,0 0,0-1,0 1,0 1,-1-1,1 0,0 1,0 0,0 0,-1 0,1 1,0-1,-1 1,1 0,-1-1,0 2,1-1,-1 0,0 1,2 2,-1 7,0 1,0 0,-2-1,0 1,0 0,-1 1,0-1,-2 0,1 0,-2 0,0 4,-8 104,14-106,0-6</inkml:trace>
  <inkml:trace contextRef="#ctx0" brushRef="#br0" timeOffset="43643.819">5776 1066,'5'-3,"10"-2,12-3,10-3,9-1,2 1,-1 3,-10 2</inkml:trace>
  <inkml:trace contextRef="#ctx0" brushRef="#br0" timeOffset="43879.7">4947 531,'21'-2,"20"-4,23-2,25-2,18-3,10 0,-1 2,-20 3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5:57.41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1 547,'55'-135,"60"-142,-115 276,0 0,0 0,1-1,-1 1,0 0,0-1,1 1,-1 0,1-1,-1 1,1 0,-1-1,1 1,0 0,0 0,-1 0,1 0,0 0,0 0,0 0,0 0,0 0,0 0,1 1,-1-1,0 0,0 1,1-1,-1 1,0-1,1 1,-1 0,0 0,1-1,-1 1,0 0,1 0,-1 0,0 0,1 1,-1-1,1 0,-1 0,0 1,0-1,1 1,-1 0,7 11,-1 0,0 0,-1 1,-1 0,0 0,-1 1,0 0,1 9,-1-6,0-1,0-7,-2 1,1-1,-1 0,0 1,-1-1,0 1,-1-1,0 1,-1-1,1 1,-2 3,1-11,-1 0,1-1,0 1,-1 0,1-1,0 1,-1-1,0 1,1-1,-1 0,0 0,0 0,0 0,0 0,0 0,0 0,0 0,0-1,0 1,0-1,0 0,0 0,-1 0,1 0,0 0,0 0,0 0,0 0,0-1,0 0,-1 1,1-1,0 0,1 0,-1 0,0 0,-1-1,2 2,1-1,-1 1,1-1,-1 1,1-1,0 0,-1 1,1-1,0 0,-1 0,1 1,0-1,0 0,-1 1,1-1,0 0,0 0,0 1,0-1,0 0,0 0,0 0,1 1,-1-1,0 0,0 1,1-1,-1 0,0 0,1 1,-1-1,0 1,1-1,-1 0,1 1,-1-1,1 1,-1-1,1 1,0-1,-1 1,1-1,0 1,-1 0,1-1,0 1,0 0,35-20,54-11,-73 27,1-1,-1-1,1 0,-2-2,1 1,-1-2,0 0,-1-1,0-1,-1 0,0-1,6-6,-17 13,0 1,0-1,0 0,0 0,-1 0,0 0,0 0,0 0,-1-1,0 1,0-1,0 1,-1-1,1 1,-1-1,-1 0,1 1,-1-1,0 1,0-1,0 1,-1 0,0-1,0 1,0 0,-1 0,0 0,0 1,0-1,0 1,-1 0,0-1,0 1,0 1,0-1,-1 1,1 0,-1 0,0 0,-1-1,4 3,0 1,0-1,0 0,-1 0,1 1,0-1,0 1,-1 0,1 0,0 0,0 0,-1 0,1 0,0 0,0 1,-1-1,1 1,0 0,0-1,0 1,0 0,0 0,0 1,0-1,0 0,1 1,-1-1,0 1,1-1,-1 1,1 0,-1 0,1 0,0-1,0 1,0 0,0 1,0-1,0 0,-2 6,1-1,0 1,0 0,0 0,1 0,1-1,-1 1,1 0,0 0,2 8,1-6,1 1,0 0,0-1,1 0,1 0,0 0,0-1,1 0,0 0,1-1,-1 1,2-2,-1 1,1-1,0-1,1 1,-1-1,1-1,0 0,1-1,-1 0,1 0,0-1,0 0,4 0,50 11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6:00.92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1 665,'168'-241,"-151"216,-2-1,0-1,-2 0,-1 0,-1-1,-1-1,-2 0,-1 0,-1-1,2-26,-8 53,1-1,-1 1,0 0,0 0,0-1,0 1,0 0,-1 0,0 0,1-1,-1 1,0 0,-1 0,1 0,0 0,-1 1,0-1,0 0,1 1,-2-1,1 1,0-1,0 1,-1 0,1 0,-1 0,0 0,0 1,1-1,-1 1,0-1,0 1,0 0,-1 0,1 1,0-1,0 0,0 1,-1 0,1 0,-1 0,-3 4,-1 0,1 0,0 0,0 1,1 0,0 1,0-1,0 1,0 1,1-1,0 1,0-1,1 1,0 1,0-1,1 1,0-1,0 1,0 0,1 0,1 0,-1 6,-2 5,1 1,1 1,0-1,2 0,0 0,2 1,0-1,1 0,1 0,1-1,1 1,0-1,1 0,2-1,0 1,0-2,2 1,0-1,1-1,1 0,0-1,1 0,1-1,0-1,1 0,0-2,1 1,1-2,6 3,-13-6,1-1,0 0,0-1,1-1,0 0,-1 0,1-2,0 1,1-2,-1 1,0-2,0 0,1 0,-1-2,0 1,0-2,0 0,0 0,0-1,-1-1,0 0,0 0,0-1,0-1,-1 0,0-1,-1 0,2-2,-3 1,0-1,-1 0,-1-1,0 0,0 0,-1 0,0 0,-1-1,-1 0,0-1,0 1,-1 0,-1-1,0 0,0-6,-2 18,0 0,0-1,0 1,0 0,0 0,-1 0,1 0,0 0,-1 0,1 0,0-1,-1 1,1 0,-1 0,0 0,1 1,-1-1,0 0,1 0,-1 0,0 0,0 1,0-1,0 0,0 1,0-1,0 1,0-1,0 1,0-1,0 1,0 0,0-1,-1 1,1 0,0 0,0 0,0 0,0 0,0 0,-1 0,1 0,0 1,0-1,0 0,0 1,0-1,-1 1,-53 26,43-20,0 1,1 1,0 0,0 1,1 0,0 0,1 1,0 0,0 1,2 0,-1 0,-2 9,9-20,0 1,0 0,1 0,-1 0,1-1,-1 1,1 0,0 0,0 0,0 0,0 0,0 0,0 0,0 0,1-1,-1 1,1 0,-1 0,1 0,0-1,0 1,0 0,0 0,0-1,0 1,0-1,0 1,1-1,-1 0,0 1,1-1,-1 0,1 0,0 0,-1 0,1 0,0 0,0-1,-1 1,1-1,0 1,0-1,0 0,0 1,0-1,0 0,8 1,0-1,1-1,-1 1,0-1,0-1,0 0,0 0,0-1,-1 0,1-1,-1 0,0-1,0 0,0 0,0-1,-1 0,0 0,-1-1,1 0,-1 0,0-1,-1 0,0 0,0-1,-1 0,0 1,-1-2,0 1,0-1,1-4,-5-11,-4 35,5-4,-1-1,1 0,0 1,0-1,0 1,1-1,0 0,0 0,0 0,0 0,1 0,0-1,0 1,0-1,1 1,0-1,-1 0,1-1,1 1,-1-1,0 0,1 0,0 0,0 0,11 6,1-1,0 0,1-1,-1-1,1 0,10 0,53 8,-3-5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6:03.82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0 746,'32'-31,"-2"-1,-2-1,-1-1,-1-2,-2-1,-2-1,-1 0,-2-2,-2 0,-2-1,3-14,-11 36,-2-1,0 0,-1-1,-1 1,-1-1,-1 1,0-1,-2 0,0 1,-2-1,-2-7,5 26,-1 0,1 0,-1 0,0 0,0 0,0 0,0 0,-1 0,1 1,0-1,-1 0,1 1,-1-1,1 1,-1-1,0 1,0 0,0 0,0 0,0 0,0 0,0 0,0 0,0 1,0-1,0 1,0-1,0 1,-1 0,1 0,0 0,0 0,0 0,-1 1,1-1,0 1,0-1,0 1,0 0,0 0,0 0,0 0,0 0,0 0,-1 1,-7 7,0 0,0 0,0 1,1 0,1 0,0 1,0 0,1 1,0 0,1 0,1 0,0 1,-1 3,-7 17,2 0,1 1,2 0,2 0,0 1,3 0,0 0,3 10,0-24,1-1,1 0,1 0,1 0,1 0,0-1,2 1,0-1,1-1,1 0,0 0,2 0,0-1,13 15,-19-27,0 1,0 0,0-1,0 0,1 0,0-1,0 0,1 0,-1 0,1 0,0-1,0 0,0-1,0 0,0 0,0 0,1-1,-1 0,1 0,-1-1,0 0,1-1,-1 1,1-1,-1-1,0 1,1-1,-1-1,0 1,1-2,7-6,-1-1,0 0,0-1,-1-1,-1 0,0-1,-1 0,0-1,-1 0,-1-1,0 0,-1 0,-1-1,-1 0,0 0,-1-1,-1 1,-1-1,0 0,-1-12,-1 26,0 1,-1 1,1-1,-1 0,0 1,1-1,-1 0,-1 1,1-1,0 0,-1 1,1-1,-1 0,0 1,1-1,-1 1,-1-1,0-1,-9 9,6 2,1 0,0 1,0 0,1 0,0 0,1 0,-1 1,2-1,-1 0,1 1,0 0,1-1,1 9,-1-6,1-1,0 1,1-1,1 0,-1 0,2 0,-1 0,1 0,1-1,0 0,0 0,1 0,0 0,0-1,1 0,0 0,0-1,6 4,6 4,0-1,0-1,1 0,1-2,0 0,1-2,14 4,57 17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5:58.10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509 627,'21'-9,"-1"-1,0-1,-1-1,0 0,-1-1,0-2,-1 1,-1-2,0 0,-1-1,-1-1,-1 0,0-1,-1 0,-1-1,-1 0,-1-1,-1 0,-1 0,0-1,-2 0,0 0,-2 0,1-19,-4 30,0-1,-1 1,-1 0,0-1,0 1,-1 0,0 0,-1 0,-3-5,5 12,1 0,-1 1,0-1,0 1,-1 0,1-1,-1 1,1 0,-1 1,0-1,0 0,-1 1,1 0,0 0,-1 0,1 0,-1 0,0 1,1-1,-1 1,0 0,0 0,0 1,0-1,0 1,0 0,0 0,-2 0,-3 3,0 0,0 1,1 0,-1 0,1 1,0 0,1 1,-1-1,1 1,0 1,1 0,-1 0,1 0,1 0,-1 1,1 0,1 0,-1 1,1-1,1 1,0 0,-1 3,-4 7,2-1,0 1,1 0,1 0,1 0,0 0,1 1,2-1,0 1,1 0,0-1,2 0,1 1,0-1,1 0,1-1,1 1,0-1,2-1,0 1,1-1,0-1,1 0,1 0,1-1,0-1,1 0,1-1,0-1,0 0,1-1,9 5,-18-12,0-1,0 0,0 0,1-1,-1 1,1-2,-1 1,1-1,0 0,-1 0,1-1,0 0,-1-1,1 0,0 0,-1 0,1-1,-1 0,1-1,-1 0,0 0,0 0,0-1,-1 0,1 0,-1-1,0 1,0-1,0-1,0 0,3-6,1 1,-2-1,0-1,0 0,-1 0,-1 0,0-1,0 0,-2 0,0-1,0 1,-2-1,0 0,0-5,-1 18,-1-1,1 1,-1 0,0 0,0-1,0 1,0 0,0 0,0-1,-1 1,1 0,-1 0,0 0,1-1,-1 1,0 0,0 0,-1 0,1 0,0 1,0-1,-1 0,0 0,1 1,-1-1,0 1,1 0,-1-1,0 1,0 0,0 0,0 0,0 0,0 0,-1 1,1-1,0 1,0-1,0 1,-1 0,-1 0,-3 2,0 1,1 0,-1 0,1 0,0 1,0 0,0 0,1 1,0 0,-1-1,2 2,-1-1,0 1,1-1,0 1,1 0,-1 1,1-1,0 1,1-1,-1 1,1 0,1 0,-1 0,1 0,1 0,-1 6,2-7,0 0,0 0,1 0,0 0,0-1,0 1,1-1,0 1,0-1,0 0,1 0,0 0,0-1,0 1,0-1,1 0,-1 0,1-1,0 1,0-1,2 1,10 5,0 0,1-1,0-1,0-1,0 0,4-1,9 2,0-2,1-1,0-1,0-2,0-1,0-2,0-1,-1-1,1-2,-1-1,9-4,15-9</inkml:trace>
  <inkml:trace contextRef="#ctx0" brushRef="#br0" timeOffset="1206.289">1752 587,'-4'-5,"0"0,-1 0,1 1,-1 0,0 0,0 0,0 1,0 0,-1 0,1 0,-1 0,0 1,0 0,0 0,0 1,0 0,0 0,-1 0,1 1,0-1,0 2,-1-1,1 1,0 0,0 0,0 0,0 1,0 0,0 0,0 1,1 0,-1 0,1 0,0 1,0-1,0 1,0 0,0 1,1-1,0 1,-3 4,6-7,0 0,-1 1,1-1,0 0,0 1,1-1,-1 1,0 0,1-1,0 1,-1-1,1 1,0 0,1-1,-1 1,0-1,1 1,-1 0,1-1,0 1,0-1,0 1,0-1,0 0,0 1,1-1,-1 0,1 0,0 0,-1 0,3 1,1 1,0 0,1 0,-1 0,1-1,0 0,0 0,0-1,0 0,1 0,-1 0,0-1,4 1,-2 0,0-1,1 0,-1 0,1-1,-1 0,1-1,-1 0,0 0,1 0,-1-1,0-1,0 1,0-1,0-1,-1 1,1-1,-1 0,0-1,0 0,0 0,-1-1,0 0,0 0,0 0,-1-1,0 1,0-1,-1 0,0-1,3-6,-10 54,7-34,0 1,0-1,1 0,-1 0,1 0,1-1,-1 1,1-1,0-1,0 1,0-1,0 0,1 0,0-1,0 0,0 0,0-1,0 1,1-2,-1 1,1-1,-1 0,8 0,8 2,0 0,1-2,-1-1,0 0,1-2,-1 0,0-2,3-1,-18 3,1 0,-1-1,1 0,-1 0,0 0,0-1,-1-1,1 1,-1-1,0 0,0-1,0 0,-1 0,0 0,0-1,-1 1,0-2,0 1,0 0,-1-1,0 0,2-7,-4 11,-1-1,0 1,0 0,-1 0,1-1,-1 1,0 0,0-1,0 1,-1 0,1-1,-1 1,0 0,0 0,-1 0,1 0,-1 0,0 0,0 0,0 0,-1 1,1-1,-1 1,0-1,0 1,0 0,0 0,-1 1,1-1,-1 1,0-1,1 1,-1 0,0 1,0-1,0 1,-1-1,1 1,0 1,0-1,-7-1,0 0,0 1,0 1,0 0,0 0,0 1,1 0,-1 1,0 0,1 1,-1 0,1 1,0 0,0 1,0 0,1 0,-1 1,1 0,1 1,-1-1,-5 7,13-11,0-1,0 1,0-1,0 1,0-1,0 1,0-1,0 1,1 0,-1 0,1-1,-1 1,1 0,0 0,0 0,-1-1,1 1,0 0,1 0,-1 0,0-1,1 1,-1 0,0 0,1-1,0 1,0 0,-1-1,1 1,0 0,0-1,0 1,1-1,-1 0,0 1,0-1,1 0,-1 0,1 0,-1 0,1 0,-1 0,1 0,0-1,-1 1,1 0,0-1,0 1,0-1,-1 0,3 0,14 5,0-1,1-1,-1 0,1-2,0 0,3-2,94 12,-113-10,0 0,-1 0,1 0,0 1,0-1,-1 1,1-1,-1 1,1 0,-1 0,0 0,0 0,0 1,0-1,0 1,0-1,-1 1,1-1,-1 1,0 0,0 0,0 0,0 0,0 0,0 3,2 80,-3-74,-30 470,26-270,-5-139,9-71,-1 0,0 0,1 0,-1 0,0 0,0 0,-1 0,1 0,0-1,-1 1,1 0,-1-1,1 1,-1-1,0 1,0-1,0 0,0 0,0 0,0 0,0 0,0 0,0 0,0-1,0 1,0-1,-1 0,1 1,0-1,0 0,-8-2,0 0,1 0,-1-1,1 0,0-1,0 0,0 0,0-1,1 0,0-1,0 0,0 0,1-1,-6-6,-6-4,0-1,2-1,0 0,1-2,1 0,1 0,1-2,-3-7,11 20,0-1,1 0,0 0,0 0,2 0,-1 0,1-1,1 1,0-1,1 0,0 1,1-1,0 1,1-1,0 1,1-1,0 1,0 0,4-6,10-10,1 1,1 0,1 2,1 0,1 1,1 1,1 2,21-15,-40 31,275-214,-275 214,-5 3,1 0,-1 0,1-1,0 2,0-1,-1 0,1 0,0 0,0 0,0 0,0 1,0-1,0 0,0 1,0-1,1 1,-1-1,0 1,0 0,0-1,0 1,1 0,-1 0,0 0,0 0,1 0,-1 0,0 0,0 0,1 0,-1 1,0-1,0 0,0 1,0-1,27 102,-26-94,1-1,0 1,0-1,1 0,0 1,1-2,-1 1,1 0,1-1,-1 0,1 0,0-1,0 1,1-1,-1-1,1 1,0-1,1 0,-1-1,5 2,-9-5,0 0,0 0,0 0,0 0,0-1,-1 1,1-1,0 0,0 1,-1-1,1-1,0 1,-1 0,1-1,-1 1,0-1,1 0,-1 0,0 1,0-2,0 1,0 0,0 0,-1-1,1 1,-1-1,28-70,-26 65,-1 0,0 1,-1-1,0 0,0 0,-1 0,1-1,-2 1,1 0,-1 0,-1 0,1 1,-1-1,-1 0,1 0,-1 1,-3-4,3 9,-1 0,1 0,-1 1,1 0,-1 0,0 0,1 0,-1 0,0 1,0 0,0-1,1 1,-1 1,0-1,0 1,0-1,1 1,-1 0,0 0,1 1,-1-1,1 1,0 0,-1 0,1 0,0 0,0 0,0 1,0 0,1-1,-1 1,1 0,-1 0,-1 3,0-1,-1-1,1 1,0 0,0 1,1-1,-1 1,1-1,0 1,1 0,-1 0,1 0,1 0,-1 1,1-1,0 0,0 1,1-1,0 1,0-1,0 1,1-1,0 0,0 1,1-1,0 0,0 0,0 0,1 0,0 0,0 0,0-1,1 1,0-1,0 0,0 0,2-1,0 0,1-1,-1 1,1-1,0-1,0 1,0-1,0-1,0 1,0-1,2 0,34 1</inkml:trace>
  <inkml:trace contextRef="#ctx0" brushRef="#br0" timeOffset="1451.7">3022 52,'-18'0,"-15"0,-12 5,-1 7,3 10,10 10,15 8,18 7,15 6,5-5</inkml:trace>
  <inkml:trace contextRef="#ctx0" brushRef="#br0" timeOffset="1702.03">2955 828,'3'16,"4"10,9 2,10-3,15-6,14-6,10-8,5-9,-11-4</inkml:trace>
  <inkml:trace contextRef="#ctx0" brushRef="#br0" timeOffset="5966.409">67 1644,'-11'20,"-4"19,1 13,2 12,6 6,6 3,8 0,5-5,2-10,-2-13,-4-15,-5-14</inkml:trace>
  <inkml:trace contextRef="#ctx0" brushRef="#br0" timeOffset="6203.291">1 1576,'22'57,"2"-1,3-2,2 0,3-2,2-1,2-2,8 6,1 2,-21-29,-1 2,-1 1,-1 1,-2 1,4 11,-22-42,0 0,0 0,0 0,0 0,0 0,-1 0,1 0,0 0,-1 1,0-1,0 0,1 0,-1 0,-1 1,1-1,0 0,0 0,-1 0,1 1,-1-1,0 0,0 0,0 0,0 0,0 0,0 0,0-1,0 1,-1 0,1-1,-1 1,1-1,-1 1,0-1,0 1,0-1,1 0,-1 0,0 0,0 0,-1-1,1 1,0 0,0-1,0 1,-1-1,-17 4,1-2,-1 0,1-1,-1-1,0-1,1 0,-1-2,1 0,0-1,0-1,-6-3,18 6,1 0,-1-1,0 0,1 0,0 0,0-1,0 0,0 0,0 0,1-1,-3-3,-7-15</inkml:trace>
  <inkml:trace contextRef="#ctx0" brushRef="#br0" timeOffset="6487.446">923 1764,'-7'-6,"0"0,-1 0,0 1,0 0,-1 1,1 0,-1 0,0 1,0 0,0 0,-1 1,1 0,0 1,-1 0,1 1,-1-1,1 2,-1-1,1 2,-1-1,1 1,0 1,0-1,0 2,0-1,0 1,1 0,0 1,-1 0,2 0,-5 5,3-2,1 1,0 0,1 1,0 0,1 0,0 1,0-1,1 1,1 0,0 1,0-1,1 1,1-1,0 1,0 0,1 0,1 0,0 0,1 0,0 0,0 0,1 0,1 0,0-1,1 1,0-1,1 0,0 0,1-1,0 1,0-1,1 0,0-1,1 0,0 0,8 6,2-2,1-1,0-1,1-1,0 0,1-1,0-2,0 0,1-1,-1-1,1-1,0-1,1-1,-1-1,0-1,1-1,-1-1,0 0,0-2,0-1,2-1,39-13</inkml:trace>
  <inkml:trace contextRef="#ctx0" brushRef="#br0" timeOffset="6738.775">1432 1683,'-12'20,"-8"17,-2 12,1 12,5 8,10 2,10-1,9-6,7-7,5-11,0-13,-2-17,-4-18,-7-17,-4-15,-4-2</inkml:trace>
  <inkml:trace contextRef="#ctx0" brushRef="#br0" timeOffset="6982.125">1284 1616,'9'0,"12"7,17 9,12 8,14 10,13 8,5 8,2 7,-6 5,-13 4,-17 1,-24-1,-33-2,-34-6,-40-9,-42-7,-47-11,5-11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6:01.19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37 334,'-4'16,"-2"14,0 12,4 7,4 2,4 0,3-5,3-8,1-10,-1-10</inkml:trace>
  <inkml:trace contextRef="#ctx0" brushRef="#br0" timeOffset="242.904">24 1,'-11'18,"0"15,9 9,12 4,5-6</inkml:trace>
  <inkml:trace contextRef="#ctx0" brushRef="#br0" timeOffset="460.324">292 575,'18'-8,"0"-1,-1 0,0-1,0-1,-1 0,0-1,-1-1,-1-1,7-7,-19 20,-1 0,1 0,-1 0,1 0,-1 0,0 0,0 0,1-1,-1 1,0 0,0-1,0 1,-1-1,1 1,0-1,0 1,-1-1,1 1,-1-1,1 0,-1 1,0-1,0 0,0 0,1 1,-2-1,1 0,0 1,0-1,-1 0,1 1,0-1,-1 0,0 1,1-1,-1 1,0-1,0 1,0-1,0 1,0 0,0-1,0 1,-1 0,1 0,0 0,-1 0,1 0,-1 0,1 0,-1 0,0 0,-7 2,1 0,-1 0,0 1,1 0,0 0,-1 1,1 0,0 0,0 1,1 0,-1 1,1-1,0 1,0 1,0 0,1 0,-3 3,1-1,0-1,1 2,1-1,-1 1,1 0,1 0,-1 0,-3 10,8-15,-1 0,1-1,0 1,0 0,0 0,1 0,-1-1,1 1,0 0,0 0,0 0,0 0,1 0,0 0,0-1,0 1,0 0,0 0,1-1,0 1,0-1,0 0,0 1,0-1,3 3,3 0,1 1,0-1,1-1,0 0,-1 0,1-1,1 0,-1 0,1-1,-1-1,1 0,0 0,0-1,0-1,51 7</inkml:trace>
  <inkml:trace contextRef="#ctx0" brushRef="#br0" timeOffset="976.939">987 308,'-14'-1,"0"0,0 2,0-1,0 2,1 0,-1 0,0 2,1-1,0 2,0 0,0 0,1 1,-1 1,1 0,1 1,-1 0,-6 7,15-12,0 1,1-1,-1 1,1-1,0 1,0 0,0 0,1 0,0 0,-1 0,1 0,0 0,1 1,-1-1,1 0,0 0,0 1,0-1,1 0,-1 0,1 1,0-1,0 0,1 0,-1 0,1 0,0 0,0-1,2 4,3 4,1-1,1 1,0-1,0-1,1 0,0 0,0-1,1 0,1 0,40 22,-38-23,0 0,-1 1,0 1,0 0,-1 1,0 0,3 5,-14-14,0 0,-1 0,1-1,0 1,0 0,-1 0,1 0,-1 0,1 0,-1 0,1 0,-1 1,0-1,1 0,-1 0,0 0,0 0,0 0,0 1,0-1,0 0,0 0,0 0,0 0,-1 0,1 0,0 1,-1-1,1 0,-1 0,1 0,-1 0,1 0,-1 0,0 0,0-1,1 1,-1 0,0 0,0 0,0-1,0 1,0 0,0-1,0 1,0-1,0 1,-55 17,50-17,0 1,0-1,0 0,0 0,0 0,0-1,0 0,0 0,0-1,0 0,0 0,0 0,0-1,1 1,-1-1,0-1,1 1,0-1,-1 0,1 0,0-1,0 0,1 1,-1-2,0 0,4 3,0 0,1 0,-1 0,1 0,0-1,-1 1,1 0,0 0,0 0,0 0,1 0,-1 0,1-1,-1 1,1 0,-1 0,1 0,0 0,0 0,0 1,0-1,0 0,1 0,-1 1,0-1,1 1,-1-1,1 1,0-1,56-37,54-14,2 5,7 3,-117 44,17-7,68-15,-87 24,0 0,0 0,0 0,0 0,0 1,0-1,0 1,0-1,-1 1,1 0,-1 0,1 0,-1 0,0 0,0 0,0 0,0 0,0 0,0 1,-1-1,1 0,-1 0,1 1,-1-1,0 0,0 1,0-1,0 0,-1 1,1-1,0 0,-1 1,0-1,0 2,0 0,-6 54,4-44,1 0,1 0,0 0,0 0,2 0,-1 0,2 3,-1-15,-1 1,1 0,-1-1,1 1,0-1,0 0,0 1,0-1,0 0,1 1,-1-1,0 0,1 0,0 0,0 0,0 0,-1-1,2 1,-1-1,0 1,0-1,0 0,1 1,-1-1,0 0,1-1,-1 1,1 0,-1-1,1 1,0-1,-1 0,1 0,-1 0,1 0,0 0,-1-1,1 1,-1-1,1 0,1 0,14-10</inkml:trace>
  <inkml:trace contextRef="#ctx0" brushRef="#br0" timeOffset="1194.368">1348 67,'6'21,"10"13,6 10,0-3</inkml:trace>
  <inkml:trace contextRef="#ctx0" brushRef="#br0" timeOffset="1943.411">1601 695,'15'-23,"-1"0,-2 0,0-2,-2 1,0-1,-2-1,-1 0,-1 0,-1 0,-1-1,-1 1,-2-6,0 28,0-2,0 1,0-1,-1 1,0-1,0 0,0 1,0-1,-1 1,0-1,0 1,-1-1,0 1,1 0,-2-1,1 1,-1 0,1 1,-1-1,-2-2,3 7,1 0,0 0,0 0,0 0,-1 0,1 1,0-1,0 0,0 1,0-1,0 1,0-1,-1 1,1 0,1-1,-1 1,0 0,0 0,0 0,0-1,0 1,1 0,-1 0,0 0,1 0,-1 0,1 1,-1-1,1 0,0 0,-1 0,1 0,0 0,0 1,0-1,0 0,0 0,0 0,0 1,0-1,0 0,1 0,-1 0,0 1,1-1,-1 0,3 4,-1 0,1 0,-1 0,1 0,1-1,-1 1,1-1,-1 0,1 0,0 0,1-1,-1 1,1-1,-1 0,1 0,0-1,0 0,0 1,1-2,-1 1,0-1,1 1,4-1,101 19,39 12,-146-30,0-1,0 1,0 0,-1 0,1 1,-1-1,1 1,-1-1,0 1,0 0,0 1,-1-1,1 0,-1 1,0-1,1 1,-2 0,1 0,0 0,-1 0,0 0,1 1,1 95,-4-30,1-67,1 0,-1 0,1 0,0 0,0 0,0 0,0 0,1 0,-1 0,1 0,0 0,0-1,0 1,0-1,0 1,0-1,1 0,-1 0,1 0,-1 0,1-1,0 1,0-1,0 1,0-1,0 0,0 0,0 0,2 0,4 0,0 0,0 0,0-1,0 0,0 0,0-1,0 0,0-1,0 0,0 0,7-4,-1 0,0-1,-1 0,0-1,0-1,0 0,-1-1,-1 0,0-1,0 0,-1-1,0 0,-1-1,-1-1,0 1,-1-1,0-1,-1 1,-1-1,0 0,-1-1,-1 0,0 0,-3 15,-1 0,1-1,-1 1,0 0,1-1,-1 1,0-1,0 1,0 0,0-1,0 1,0-1,-1 1,1-1,0 1,-1 0,1-1,-1 1,1 0,-1-1,0 1,1 0,-1 0,0 0,0 0,0-1,0 1,0 1,-1-2,1 3,0 0,-1 0,1 0,0 1,0-1,0 0,0 1,0-1,0 0,0 1,1-1,-1 1,0 0,1-1,-1 1,1-1,0 1,-1 0,1-1,0 1,0 0,0 0,0 0,-3 23,1 0,1 1,1-1,1 1,2-1,0 1,2-1,1 0,-6-23,1 0,-1 0,0 0,0 0,1 0,-1 1,1-1,0 0,0 0,0 0,0 0,0 0,0-1,0 1,1 0,-1 0,0-1,1 1,0-1,-1 1,1-1,0 0,0 0,0 1,4-5</inkml:trace>
  <inkml:trace contextRef="#ctx0" brushRef="#br0" timeOffset="2194.739">2484 147,'-5'-2,"6"6,9 9,3 2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5:21.47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1184 1,'5'11,"12"6,20 1,21-4,26-4,22-5,13-4,2-2,-8-1,-23-1</inkml:trace>
  <inkml:trace contextRef="#ctx0" brushRef="#br0" timeOffset="-598.731">1238 187,'92'272,"-90"-268,-1 1,1 0,0 0,0 0,0-1,1 1,0 0,0-1,0 0,0 0,1 0,-1 0,1 0,0 0,0-1,4 2,-6-6,-1 0,1 0,0 0,-1 0,1 0,-1-1,1 1,-1 0,0-1,1 1,-1-1,0 0,0 1,0-1,0 0,-1 0,1 0,0 1,-1-1,1 0,-1 0,0 0,1 0,-1 0,0 0,0 0,0 0,-1 0,1 1,13-168,-13 170,1-1,-1 1,0-1,1 1,-1-1,1 1,-1-1,1 0,0 1,-1-1,1 0,-1 1,1-1,-1 0,1 0,0 0,-1 0,1 0,0 1,-1-1,1 0,0 0,-1 0,1-1,-1 1,1 0,0 0,-1 0,1 0,0-1,-1 1,1 0,-1 0,1-1,-1 1,1-1,-1 1,1 0,-1-1,1 1,-1-1,1 1,-1-1,0 1,1-1,-1 1,0-1,0 0,1 1,-1-1,0 1,0-1,0 0,0 1,0-1,0 0,0 1,0-1,0 1,0-1,0 0,0 1,0-1,0 0,0 1,-1-1,1 0,21 83,-20-73,0 0,0 0,1 0,0 0,1-1,0 1,0-1,1 1,4 6,-6-14,-1 1,0-1,1 0,-1 1,1-1,0 0,-1 0,1 0,0 0,-1-1,1 1,0 0,0-1,0 1,0-1,0 0,0 1,0-1,0 0,0 0,-1-1,1 1,0 0,0 0,0-1,0 1,0-1,0 0,-1 0,1 1,0-1,0 0,0-1,55-38,-48 32,-1 0,1-1,-1 1,-1-2,0 1,0-1,-1 0,0 0,0-1,-1 0,-1 0,0 0,1-4,-16 32,10-12,-1 1,1-1,1 0,-1 0,1 0,-1 1,1-1,1 0,-1 0,1 1,0-1,0 0,1 0,-1 0,1 0,0 0,1-1,-1 1,1 0,0-1,0 0,0 0,0 0,1 0,0 0,0-1,0 1,0-1,0 0,1 0,1 0,24 12,-3-5</inkml:trace>
  <inkml:trace contextRef="#ctx0" brushRef="#br0" timeOffset="-315.466">1959 522,'59'-190,"-50"181,-8 36,-1-26,3 230,0-212</inkml:trace>
  <inkml:trace contextRef="#ctx0" brushRef="#br0" timeOffset="-36236.243">75 842,'-75'-49,"96"49,265-5,-227 2,500-25,0 25,127 33,-591-22</inkml:trace>
  <inkml:trace contextRef="#ctx0" brushRef="#br0" timeOffset="-34697.802">47 3196,'21'-3,"15"0,16 0,17 1,19-2,25 0,24-2,26-2,24-1,18-3,11 0,3 1,-9 0,-16 3,-29 1,-33 8,-39 5,-35 2</inkml:trace>
  <inkml:trace contextRef="#ctx0" brushRef="#br0" timeOffset="-33921.849">208 4345,'2'0,"10"0,15 2,22 1,26 1,30-2,32 0,27-1,29-1,21 1,17-1,7 0,-4-1,-14 4,-27 4,-34 8,-44 2</inkml:trace>
  <inkml:trace contextRef="#ctx0" brushRef="#br0" timeOffset="-32748.937">141 5508,'3'0,"4"0,9 0,15 0,22 0,30-2,35-6,36-5,35-3,30-2,22 1,13 3,2 4,-9 6,-16 8,-26 8,-46 2</inkml:trace>
  <inkml:trace contextRef="#ctx0" brushRef="#br0" timeOffset="-35463.779">75 1952,'50'15,"-40"-14,99 6,0-4,65-9,-145 5,1156-76,-1100 73,123-9,1 10,90 14,-195 4,-34 2</inkml:trace>
  <inkml:trace contextRef="#ctx0" brushRef="#br1" timeOffset="12867.354">2628 1832,'19'-4,"0"0,0 2,0 0,0 2,1 0,-1 1,0 0,0 2,12 3,16 4,0-2,0-2,35-1,24-5,86 1,35 11,591 33,-661-37,263 17,2 18,-224-16,1-10,1-8,-17 1,-181-9,-9 0</inkml:trace>
  <inkml:trace contextRef="#ctx0" brushRef="#br1" timeOffset="16032.709">2454 5454,'705'3,"147"74,-331-75,-505-2,43-9,-58 6,1 1,-1-1,0 0,0 0,0 0,0 0,0 0,-1 0,1 0,-1 0,0 0,0 0,0 0,0-1,-1 1,1 0,-1 0,0 0,0 0,0 0,0 1,-1-4,-1-4,-18-75,-38-208,42 105,9-1,14-173,0-345,-14 578,4 87,2 1,1-1,5-32,42-121,-11-15,5 64,-35 128,-5 15,1 0,-1 0,1 0,0 0,0 0,0 0,0 1,0-1,0 0,1 1,0-1,-1 1,1-1,0 1,0 0,0-1,0 1,1 0,-1 1,1-1,-1 0,1 1,-1-1,1 1,0 0,0 0,0 0,-1 0,1 0,3 0,127 12,218 5,-206-7,0-6,43-9,483 1,-661 5</inkml:trace>
  <inkml:trace contextRef="#ctx0" brushRef="#br1" timeOffset="16954.757">6411 1484,'15'28,"-1"2,-2-1,-1 1,-1 1,-1 0,-2 0,-1 1,-2 0,-1 0,-1 0,-2 23,-5 255,1-140,11 96,12-85,6 121,-46-196,13-49,8-65</inkml:trace>
  <inkml:trace contextRef="#ctx0" brushRef="#br1" timeOffset="18236.555">6505 1578,'51'-13,"0"3,1 2,0 2,1 2,-1 3,1 2,-1 2,0 2,0 3,0 2,-1 2,-1 3,21 9,-42-15,0 2,0 1,-1 1,-1 1,0 2,-1 0,-1 2,-1 1,0 1,-1 1,-2 0,0 2,-1 1,-1 0,-2 2,4 7,3 18,-2 1,-3 0,-2 2,-2 0,-3 1,-2 0,-3 1,-2-1,-2 1,-3 1,-5 32,3-57,-2-1,0 1,-3 0,0-1,-2 0,-2-1,0 0,-2-1,-5 7,-3 5,-2-1,-1-1,-2-1,-1-1,-3-1,0-2,-2-1,-2-2,-1-1,-27 17,42-34,-1-2,0 0,-1-2,0 0,-1-2,0 0,0-1,0-2,-1 0,0-2,1 0,-7-2,-3 0,-25-2,0 3,1 3,0 2,-10 4,-90-4,157-7,0 1,0 0,0 0,1 0,-1 0,0-1,0 1,0 0,0 0,1 0,-1-1,0 1,0 0,0 0,0 0,0-1,0 1,0 0,0 0,0-1,0 1,0 0,0 0,0-1,0 1,0 0,0 0,0-1,0 1,0 0,0 0,0 0,0-1,0 1,0 0,-1 0,1 0,0-1,0 1,0 0,0 0,0 0,-1-1,1 1,0 0,0 0,0 0,-1 0,1 0,0 0,0 0,-1-1,12-7</inkml:trace>
  <inkml:trace contextRef="#ctx0" brushRef="#br1" timeOffset="19131.17">7895 2300,'-6'12,"-1"0,2 1,0 0,1 0,0 1,0-1,2 1,0 0,0 0,1 0,1 0,1 8,-1-10,-2-4,1 0,0-1,0 1,0 0,1 0,1 0,-1 0,1 0,1 0,-1 0,1-1,1 1,-1-1,1 1,1-1,-1 0,1 0,0-1,1 1,0-1,0 0,0 0,1 0,0-1,0 0,0 0,4 2,4-1,0-2,1 1,0-2,-1 0,1-1,0 0,1-1,-1-1,0-1,0 0,0-1,0 0,0-1,11-4,-19 5,-1 0,1-1,-1 0,1 0,-1 0,0-1,0 0,-1 0,1 0,-1-1,0 0,0 0,0 0,-1-1,0 1,0-1,0 0,-1 0,0 0,0-1,0 1,-1-1,0 0,-1 0,1 0,-1 1,0-5,1-7,-1-1,-1 1,0 0,-1 0,-2 0,1 0,-2 0,0 1,-2-1,0 0,3 10,-1-1,0 1,0 0,-1 0,0 0,0 1,-1 0,0 0,0 0,0 0,-1 1,0 0,-1 1,1 0,-1 0,0 0,0 1,0 0,-1 1,-5-2,6 3,0 0,0 1,0-1,0 2,0-1,0 1,0 0,0 1,0 0,0 0,0 1,0 0,0 0,0 1,1 0,-1 0,1 1,0 0,0 0,0 0,1 1,-1 0,1 1,1 0,-1-1,1 2,0-1,0 1,0-1,1 1,0 0,1 1,0-1,0 1,0 0,1-1,0 1,1 0,-1 0,2 0,-1 0,1 2,0-5,1 0,-1-1,1 1,0 0,1-1,-1 1,1-1,0 1,0-1,0 0,1 1,-1-1,1 0,0-1,0 1,1-1,-1 1,1-1,18 14</inkml:trace>
  <inkml:trace contextRef="#ctx0" brushRef="#br1" timeOffset="20284.432">8376 2434,'7'-2,"0"0,-1 0,1 0,0 1,0 0,0 1,1 0,-1 0,0 0,0 1,5 1,12 0,121 4,0-5,14-8,293-41,-51 45,254-11,-63-11,-352 22,39-14,-179 13,0 4,84 11,4 1,-129-11,151 7,94 19,-217-9,-88-17,-6 0</inkml:trace>
  <inkml:trace contextRef="#ctx0" brushRef="#br1" timeOffset="21171.126">10608 1204,'-4'14,"8"177,0-125,19 223,-21-368,-2 61,-19-695,5 549,14 164,0-1,1 1,-1-1,1 0,-1 1,0-1,1 1,-1-1,1 1,0-1,-1 1,1 0,-1-1,1 1,-1 0,1-1,0 1,-1 0,1 0,0-1,-1 1,1 0,0 0,0 0,-1 0,1 0,0 0,-1 0,1 0,0 0,-1 0,1 1,0-1,-1 0,1 0,0 1,-1-1,1 0,0 1,-1-1,1 1,-1-1,1 0,-1 1,1 0,-1-1,1 1,-1-1,7 3,40 9,1-2,0-2,0-2,1-3,-1-1,12-4,24 4,-59 0,-25-2,-1 0,1 0,-1 0,1 0,0 0,-1 0,1 0,0 0,-1 0,1 0,-1 1,1-1,0 0,-1 0,1 0,0 1,0-1,-1 0,1 1,0-1,0 0,-1 0,1 1,0-1,0 0,0 1,-1-1,1 0,0 1,0-1,0 1,0-1,0 0,0 1,0-1,0 1,0-1,0 0,0 1,0-1,0 0,0 1,0-1,0 1,0-1,1 0,-1 1,0-1,0 0,0 1,1-1,-1 0,0 1,0-1,1 0,-1 0,0 1,1-1,-1 0,0 0,1 0,-1 1,0-1,1 0,-1 0,0 0,1 0,-1 0,1 0,-26 18,-4 0</inkml:trace>
  <inkml:trace contextRef="#ctx0" brushRef="#br1" timeOffset="21424.449">10623 1337,'13'3,"19"-3,19-2,17-1,11-3,1 0,-9 0,-14 3,-19 0,-16 2</inkml:trace>
  <inkml:trace contextRef="#ctx0" brushRef="#br1" timeOffset="28399.269">11758 4104,'-2'23,"-3"19,-1 13,1 12,-1 7,0 3,-1 0,-1-3,-2-6,-2-10,2-16</inkml:trace>
  <inkml:trace contextRef="#ctx0" brushRef="#br1" timeOffset="28984.734">11692 4345,'4'-50,"-3"11,1 0,2 0,2 1,2 0,1 0,2 0,2 2,13-28,-20 54,0 0,1 0,0 1,1 0,0 0,0 1,1 0,0 1,0 0,1 0,0 1,0 0,1 0,-6 3,1 1,0 0,-1 0,1 0,0 0,0 1,0 0,0 1,0-1,0 1,0 0,0 1,0 0,0 0,0 0,0 0,0 1,0 0,0 0,-1 1,1-1,-1 1,0 0,0 1,4 3,-2-1,0 1,0 1,0-1,-1 1,-1 0,1 1,-1-1,-1 1,1 0,-1 0,-1 0,0 1,0-1,-1 1,0 0,-1 0,0-1,-1 1,0 0,-1 9,0-4,-1 1,0-1,-2 0,1 0,-2 0,0 0,-1-1,-1 1,0-1,0-1,-2 0,-9 13,11-17,-1-1,0 1,-1-1,0-1,0 0,0 0,-1-1,0 0,-1 0,1-1,-1-1,0 0,0 0,0-1,0 0,-1-1,9-1,1-1,0 1,0-1,0 0,-1 1,1-1,0 0,0 0,-1 0,1-1,0 1,0 0,0-1,-1 0,1 1,0-1,0 0,0 0,0 0,0-1,0 1,1 0,-1-1,0 1,1-1,-1 1,1-1,-1 0,1 0,0 0,-1 1,1-1,0 0,1-1,-1 1,0 0,0 0,1 0,0 0,-1-1,1 1,0 0,0 0,0-1,0 1,0 0,1 0,-1 0,1-1,-1 1,1 1,0-1,-1 1,1 0,-1-1,1 1,0 0,0 0,0-1,0 1,0 0,0 0,0 0,0 0,1 0,-1 1,0-1,0 0,1 0,-1 1,0-1,1 1,-1-1,1 1,-1 0,1-1,-1 1,1 0,-1 0,1 0,-1 0,1 0,-1 1,1-1,-1 0,0 1,1-1,-1 1,1-1,-1 1,46 40,14 69,18 25,-73-127,1-1,0 0,0 0,1 0,0-1,0 0,0 0,1-1,0 0,0-1,0 0,0 0,1-1,6 1,-4-2,0 0,0-1,1 0,-1-1,0-1,0 0,0 0,0-1,0-1,0 0,0-1,-1 0,0 0,1-1,-2-1,1 0,-1-1,0 0,0 0,-1-1,0 0,0-1,-1 0,0 0,0-1,-1 0,-1 0,2-4,-5 9,-1 0,0 0,-1 0,1 0,-1 0,0 0,0-1,-1 1,1 0,-1-1,-1 1,1 0,-1-1,0 1,0 0,0 0,-1-1,1 1,-1 0,-1 1,1-1,-1 0,0 1,0-1,0 1,0 0,-1 0,0 0,1 0,-2 1,1-1,0 1,-1 0,1 1,-1-1,0 1,0 0,0 0,0 0,0 1,0 0,-1 0,1 0,0 0,-1 1,1 0,0 0,-1 1,0-1,1 2,0 0,-1 0,1 0,0 0,0 1,0 0,0 0,0 0,1 0,-1 1,1 0,0 0,0 0,0 0,1 1,0 0,0-1,0 1,0 1,1-1,-1 0,1 0,1 1,-1-1,1 1,0-1,0 1,1 0,-1 0,1-1,1 1,-1 0,1-1,0 1,0 0,1-1,-1 1,1-1,0 0,1 0,-1 0,1 0,0 0,1 0,10 8,1 0,0-1,1-1,0 0,1-1,0-1,1-1,-1 0,2-1,-1-1,1-1,0-1,0 0,0-1,0-2,1 0,0 0,53 3</inkml:trace>
  <inkml:trace contextRef="#ctx0" brushRef="#br1" timeOffset="30282.318">13069 4345,'-7'-6,"-1"1,0 0,0 0,-1 1,1 0,-1 0,0 1,0 0,0 1,-1 0,1 0,0 1,-1 0,1 1,-1 0,1 1,0-1,-1 2,1-1,0 2,0-1,0 1,0 0,0 1,0 0,1 0,0 1,0 1,0 0,1 0,1 1,0 1,0-1,0 1,1 0,0 0,0 0,1 1,0-1,0 1,3-6,0 0,0-1,0 1,0 0,1 0,-1 0,1-1,-1 1,1 0,0 0,0 0,1 0,-1 0,1 0,-1 0,1-1,0 1,0 0,0 0,0-1,0 1,1-1,-1 1,1-1,0 0,0 1,-1-1,2 0,-1 0,0 0,0 0,1-1,-1 1,0-1,1 1,0-1,0 0,9 2,1-1,-1 0,0-1,1 0,-1-1,1-1,-1 0,0-1,1 0,-1 0,0-2,0 1,-1-1,1-1,-1 0,0-1,0 0,0-1,5-5,30-20,-45 33,1-1,0 0,-1 0,1 1,-1-1,1 0,-1 1,1 0,-1-1,1 1,-1 0,1 0,-1 0,0 0,0 0,0 0,1 0,-1 0,0 0,0 1,0-1,-1 0,1 1,0-1,0 1,-1-1,1 1,-1-1,1 1,-1-1,0 1,1-1,-1 1,0 0,0-1,0 2,2 5,51 171,12 90,-64-264,4 15,0-1,-1 1,-1 0,-1 1,-1-1,0 0,-2 0,0 0,-2 1,0-1,-1-1,-2 6,4-21,0 1,-1-1,0 0,0-1,0 1,0 0,0-1,-1 0,1 0,-1 0,0 0,0 0,0-1,0 1,-1-1,1-1,-1 1,1 0,-1-1,1 0,-1 0,0 0,0-1,1 0,-1 0,0 0,0 0,1-1,-1 0,0 0,0 0,1 0,-1-1,1 1,0-1,-1-1,1 1,0-1,0 1,0-1,1 0,-1 0,1-1,-1 1,1-1,-1-1,-6-10,0-1,1 0,1 0,0-1,1 0,1 0,1-1,0 1,1-1,1 0,1 0,1-1,0 1,1 0,1-1,1-2,2-10,1 1,1-1,2 1,1 0,1 1,1 0,2 1,1 0,1 1,2 1,1 0,9-12,2 1,2 2,1 1,2 1,1 2,38-25,29-5,-101 60,0 0,0 0,0 1,0-1,0 0,0 0,0 0,0 1,1-1,-1 1,0-1,0 1,0-1,1 1,-1 0,0 0,1 0,-1-1,0 1,0 0,1 0,-1 1,0-1,1 0,-1 0,0 1,0-1,1 1,-1-1,0 1,0-1,0 1,0 0,0-1,0 1,0 0,0 0,0 0,0 0,0 0,0 0,-1 0,1 0,0 0,-1 0,1 1,-1-1,1 0,-1 0,0 0,1 1,-1-1,0 0,0 1,0-1,-48 187,47-186,1 1,-1-1,1 0,0 0,-1 1,1-1,0 1,1-1,-1 0,0 1,1-1,-1 0,1 0,0 1,-1-1,1 0,0 0,0 0,1 0,-1 0,0 0,1 0,-1 0,1-1,0 1,-1 0,1-1,0 0,0 1,0-1,0 0,0 0,1 1,10 1,-1-1,1 0,-1-1,1 0,0 0,-1-2,1 1,0-2,-1 0,1 0,-1-1,0-1,0 0,0 0,0-1,2-2,-6 2,-1 1,1-1,-1 0,0-1,0 0,0 0,-1 0,0-1,0 0,-1 0,0-1,0 1,-1-1,0 0,0-1,-1 1,0 0,0-1,-1 0,0 0,-1 1,1-7,1 0,1 27,-1 1,1 2,0 0,1-1,1 0,1 1,0-2,0 1,10 12,-13-22,-1 1,1 0,0-1,1 0,-1 0,1 0,0 0,0-1,0 0,0 0,0 0,1-1,-1 1,1-1,0-1,0 1,-1-1,1 0,0 0,0-1,0 0,1 0,8-3,0 0,0-2,-1 0,1 0,-1-1,0-1,-1-1,0 0,0 0,-1-1,0-1,0 0,-1-1,0 0,-1 0,-1-1,2-3,13-17,-2-1,-1 0,-2-2,-1 0,-2-1,-1-1,-2 0,-1-1,-3-1,-1 0,-1 0,-3 0,-1 0,-2-21,0 46,-1 0,-1 0,0 0,-1 0,-1 0,0 0,-1 0,0 1,-1 0,-1 0,0 0,-6-9,10 19,0 1,1-1,-1 1,-1 0,1 0,0 0,0 0,-1 0,1 1,-1-1,1 0,-1 1,0 0,1 0,-1 0,0 0,0 0,0 1,0-1,0 1,0 0,0-1,0 1,0 1,0-1,0 0,0 1,0 0,0-1,-2 2,-2 1,0 1,0 0,0 0,0 1,1 0,0 0,0 0,0 1,0 0,1 0,-1 2,-13 19,2 0,2 2,0 0,2 0,1 1,1 1,2 0,1 0,1 1,2 0,0 15,3-23,1 1,1 0,1-1,1 1,1-1,1 1,2-1,0 0,6 14,-7-25,1-1,0 1,1-1,0 0,1 0,0-1,0 0,2 0,-1-1,1 0,1-1,0 0,0-1,0 0,1-1,1 0,6 2,-8-4,0-1,0-1,1 0,0 0,-1-1,1-1,0 0,0 0,0-1,0-1,0 0,0 0,-1-2,1 1,-1-1,1-1,-1 0,0-1,0 0,-1-1,0 0,0 0,0-1,0 0,-1-1,-1 0,1-1,-1 1,4-8,-3 4,0 0,-2-1,1 0,-2 0,1-1,-2 1,0-1,1-7,-6 23,-13 96,13-94,0 0,0 0,0 0,1 0,0 1,0-1,0 0,0 0,0-1,1 1,0 0,0 0,0-1,0 1,0-1,1 0,0 0,-1 1,1-2,0 1,1 0,-1-1,0 1,1-1,-1 0,2 0,5 0,-1 0,1-1,0 0,-1-1,1 0,0 0,0-1,-1-1,1 0,-1 0,1-1,-1 0,0 0,0-1,0 0,-1-1,1 0,-1 0,0-1,-1 0,1 0,0-1,-3 2,0 0,0 1,0-2,-1 1,0 0,0-1,0 0,0 0,-1 0,0 0,-1-1,1 1,-1-1,0 1,-1-1,1 0,-2 0,1 0,-1 0,0 1,0-1,0 0,-1 0,0 0,-1 0,0 1,0-1,0 0,-1 1,0 0,0 0,0 0,-1 0,0 0,0 1,-1-1,1 1,-1 0,0 1,0-1,-1 1,0 0,1 0,-5-2,4 4,-1 0,1 0,0 0,-1 0,1 1,0 0,-1 1,0-1,1 1,-1 1,1-1,-1 1,1 0,0 0,-1 1,1 0,0 0,0 1,0-1,0 1,0 1,1-1,-1 1,1 0,-3 3,-2 1,1 1,0 1,1-1,0 1,0 0,1 1,1 0,0 0,0 0,1 1,0 0,-2 11,6-18,-1 0,1 0,0 0,1 0,-1 0,1 1,0-1,0 0,1 0,-1 0,1 0,0 1,1-1,-1 0,1-1,0 1,0 0,0 0,1-1,0 0,0 1,0-1,0 0,1 0,0-1,-1 1,1-1,0 0,1 0,-1 0,1 0,4 1,28 12</inkml:trace>
  <inkml:trace contextRef="#ctx0" brushRef="#br1" timeOffset="30535.654">15141 3744,'-16'-7,"-10"-2,-5 2,-1 10,-1 13,6 16,5 13,7 13,5 7,4-6</inkml:trace>
  <inkml:trace contextRef="#ctx0" brushRef="#br1" timeOffset="30805.965">15034 4533,'16'13,"12"8,12-1,12-3,9-7,7-8,-2-8,-12-4</inkml:trace>
  <inkml:trace contextRef="#ctx0" brushRef="#br1" timeOffset="31520.095">11277 5201,'980'-38,"-500"13,1089-11,-145 7,-822 9,-546 12,-48 2</inkml:trace>
  <inkml:trace contextRef="#ctx0" brushRef="#br1" timeOffset="32449.186">13456 5776,'0'20,"0"19,0 16,0 12,-2 8,-3 8,-1 3,-2-2,1-6,2-11,1-18</inkml:trace>
  <inkml:trace contextRef="#ctx0" brushRef="#br1" timeOffset="32802.889">13456 5922,'10'34,"1"0,2-2,2 1,0-2,2 0,1-1,2 0,1-2,1-1,1 0,10 7,-20-19,1-1,0 0,1-1,1 0,-1-1,2-1,0-1,0 0,6 1,-21-10,-1 0,0-1,0 0,1 1,-1-1,0 0,1 0,-1 1,0-1,1 0,-1 0,0-1,1 1,-1 0,0 0,1-1,-1 1,0 0,0-1,1 1,-1-1,0 0,0 0,0 1,0-1,0 0,0 0,0 0,0 0,0 0,0 0,0 0,-1 0,1 0,0 0,-1-1,1 0,9-52,-7-71,-12-109,1 87,4 12,5 136,-1-1,0 0,0 0,0 0,1 0,-1 0,0 1,0-1,1 0,-1 0,0 0,1 0,-1 0,0 0,0 0,1 0,-1 0,0 0,1 0,-1 0,0 0,0 0,1 0,-1-1,0 1,0 0,1 0,-1 0,0 0,0 0,1-1,-1 1,0 0,0 0,0 0,0-1,1 1,-1 0,0 0,0 0,0-1,0 1,0 0,1 0,-1-1,0 1,0 0,0-1,0 1,0 0,0 0,0-1,0 1,0 0,0-1,0 1,0 0,0 0,-1-1,1 1,0 0,0 0,0-1,0 1,9 10</inkml:trace>
  <inkml:trace contextRef="#ctx0" brushRef="#br1" timeOffset="33252.754">14366 5816,'-34'44,"2"1,2 1,2 1,2 2,2 1,3 1,2 0,-6 30,-4 35,32-115,37-97,-34 77,119-527,-99 471,-26 76,0-1,0 1,0-1,0 1,0-1,0 0,0 1,0-1,0 1,0-1,1 0,-1 1,0-1,0 0,0 1,0-1,1 1,-1-1,0 0,0 1,1-1,-1 0,0 0,1 1,-1-1,0 0,1 0,-1 1,0-1,1 0,-1 0,1 0,-1 0,0 0,1 1,-1-1,1 0,-1 0,0 0,1 0,-1 0,1 0,-1 0,0 0,1-1,-1 1,1 0,-1 0,0 0,1 0,-1 0,1-1,-1 1,0 0,1 0,-1-1,0 1,0 0,1-1,-1 1,0 0,1-1,-1 1,0 0,0-1,0 1,1-1,25 149,-2 12,8-1,13 26,-18-89,-23-84</inkml:trace>
  <inkml:trace contextRef="#ctx0" brushRef="#br1" timeOffset="33501.089">14057 6029,'26'0,"25"0,23-2,17-5,9-7,1-2,-7-1,-14 0,-19 2</inkml:trace>
  <inkml:trace contextRef="#ctx0" brushRef="#br1" timeOffset="33918.49">14834 5883,'-29'98,"4"2,4 4,-1 6,16-85,3-19,3-14,4-19,14-101,-6 0,-5-13,-5 114,6 43,1 25,2-1,2 0,2 0,1-2,7 12,-16-36,1-1,1 0,0 0,0-1,1 0,0 0,1-1,1-1,0 1,0-2,1 0,0-1,1 0,-1-1,1 0,1-1,-13-5,0 0,1 0,-1 0,0 0,0 0,1-1,-1 1,0-1,1 0,-1 1,1-1,-1 0,0-1,1 1,-1 0,0-1,1 1,-1-1,0 0,1 0,-1 0,0 0,0 0,0 0,0 0,0-1,0 1,0-1,-1 1,1-1,0 0,-1 0,1 0,-1 0,0 0,0 0,0 0,0 0,0 0,0-1,0 1,-1 0,1-1,-1-1,5-34,-2 1,-1-1,-2 1,-2-1,-2-3,4 38,-21-222,36 187,-2 31</inkml:trace>
  <inkml:trace contextRef="#ctx0" brushRef="#br1" timeOffset="34169.826">15609 5776,'-3'22,"0"20,-2 13,0 10,1 4,0 0,2-3,1-8,0-10,1-16,0-15</inkml:trace>
  <inkml:trace contextRef="#ctx0" brushRef="#br1" timeOffset="34420.524">15555 5575,'19'54,"6"-15,2 0,1-1,2-2,15 13,20 25,-41-46,-1 0,-1 2,-1 1,-1 0,-2 1,-2 1,1 5,-15-32,0 1,0 0,0 0,-1 0,0 0,0 0,-1 0,0 0,0 0,0 0,-1 0,0 0,-1 0,0 0,0-1,0 1,-1 0,0-1,0 0,0 0,-1 0,0 0,0 0,-1-1,0 1,1-1,-2 0,-8 6,1-1,-2 0,1-1,-1-1,0 0,-1-1,0 0,0-2,-1 0,1-1,-1 0,0-1,14-2,0 0,0 0,0-1,0 1,0-1,0 1,0-1,0 0,0 0,0-1,0 1,0 0,0-1,1 0,-1 0,0 0,0 0,0 0,1 0,-1-1,1 1,-1-1,1 0,-1 0,1 0,0 0,0 0,0 0,0-2,-3-16</inkml:trace>
  <inkml:trace contextRef="#ctx0" brushRef="#br1" timeOffset="34601.911">16304 6096,'16'-9,"12"-5,12-3,12 0,7 2,6 4,-2 4,-4 5,-13 3</inkml:trace>
  <inkml:trace contextRef="#ctx0" brushRef="#br1" timeOffset="35232.259">17119 5883,'-10'15,"0"0,0 1,2 0,0 1,1-1,0 2,2-1,-3 15,6-24,0 1,1-1,0 1,0 0,1-1,0 1,1 0,0-1,0 1,1-1,0 1,1-1,0 0,0 0,0 0,1 0,0-1,1 1,2 1,-4-5,1 0,0 0,0-1,0 0,0 1,1-2,-1 1,1 0,0-1,-1 0,1 0,0-1,1 1,-1-1,0 0,0 0,0-1,1 1,-1-1,0 0,1-1,-1 1,0-1,0 0,0-1,0 1,0-1,0 0,0 0,0-1,0 1,-1-1,0 0,1 0,-1-1,0 1,0-1,-1 0,1 0,-1 0,1-1,10-16,-1 1,0-2,-2 0,0 0,-2-1,0 0,5-24,-13 43,5-11,-9 34,2-12,-4 12,1-1,1 1,1 0,1 0,0 1,2-1,0 0,1 0,1 1,-2-16,0 0,1-1,-1 1,1 0,0 0,1-1,-1 1,0-1,1 0,0 0,0 0,0 0,0 0,0-1,1 1,-1-1,1 0,-1 0,1 0,0 0,0-1,0 0,0 1,0-1,0-1,3 1,2 0,0 0,0-1,0 0,0-1,0 0,1-1,-1 0,-1 0,1 0,0-1,6-4,0 0,-1-2,0 0,0 0,-1-2,-1 1,1-2,-2 1,1-2,-2 0,0 0,0 0,-1-2,-1 1,0-1,-1 0,2-8,4-14,-1 1,-2-2,-2 0,-2 0,-1 0,0-25,-2 21,-2 0,-2 0,-2 0,-2 0,-1 1,-2-1,-2 2,-10-27,20 64,-1 1,1-1,-1 0,0 1,0-1,0 1,0-1,0 1,0-1,-1 1,1-1,-1 1,1 0,-1 0,0 0,0 0,0 0,0 1,-1-1,1 0,0 1,-1 0,1-1,-1 1,1 0,-1 0,1 1,-1-1,0 0,0 1,1 0,-1-1,0 1,1 0,-1 1,0-1,-1 0,-2 5,1-1,-1 1,1 0,0 0,0 0,1 1,-1-1,1 1,1 0,-1 1,1-1,-2 4,-8 20,1 0,1 1,1 0,2 1,1 0,2 0,1 0,1 1,2-1,1 1,2-1,3 13,-2-24,1-1,1 0,1 0,0-1,2 0,0 0,2 0,0-1,0-1,2 0,0 0,1-1,1-1,0 0,1 0,1-2,0 0,1-1,0-1,0 0,17 7,56 16,-6-11</inkml:trace>
  <inkml:trace contextRef="#ctx0" brushRef="#br1" timeOffset="44800.062">11572 6070,'18'2,"22"3,24 1,27-1,25-1,18-1,4-4,-21-1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6:10.32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410 116,'-3'-7,"0"0,0 0,-1 0,0 0,0 1,-1 0,0 0,0 0,-1 0,1 1,-1 0,0 0,-1 0,1 1,-1 0,0 0,0 1,0 0,0 0,-1 0,1 1,-1 0,-1 1,-1 0,1 1,0 0,-1 0,1 1,-1 0,1 1,0 0,0 1,0 0,0 0,0 0,1 2,-1-1,1 1,0 0,0 0,1 1,0 0,0 1,0-1,0 2,-2 2,0 1,1 0,0 0,1 0,1 1,-1 0,2 1,0-1,0 1,1 0,1 0,0 0,0 1,1 6,2-12,0 1,1-1,0 0,0 1,1-1,0 0,0 0,1 0,0 0,1-1,-1 1,1-1,1 0,0 0,0 0,0-1,0 1,1-1,0-1,1 1,-1-1,1 0,0 0,0-1,1 0,-1 0,1-1,0 0,0-1,0 1,3-1,20 6,0-2,0-2,0-1,1-1,-1-1,1-2,-1-2,0 0,0-2,0-2,0 0,-1-2,0-2,-1 0,0-2,-1-1,-1-2,0 0,-1-2,-12 9,-2-1,1 0,-1-1,-1 0,0-1,0 0,-1-1,-1 0,0 0,-1-1,0 0,-1-1,4-11,-11 23,1 1,-1 0,1-1,-1 1,0 0,0-1,0 1,0-1,0 1,-1-1,1 1,-1 0,1-1,-1 1,0 0,0 0,0-1,0 1,0 0,-1 0,1 0,-1 0,1 1,-1-1,0 0,1 0,-1 1,0 0,0-1,0 1,0 0,-1 0,1 0,0 0,0 0,-1 0,1 1,0-1,-1 1,1 0,-1-1,1 1,-2 0,-4 0,0-1,0 1,0 0,0 1,0 0,1 0,-1 0,0 1,1 1,-1-1,1 1,-1 0,1 1,0 0,0 0,1 0,-1 1,1 0,0 0,1 1,-1-1,1 1,0 1,0-1,1 1,0-1,0 1,0 1,0 2,4-6,-1 0,1-1,0 1,0 0,1 0,-1-1,1 1,0 0,0-1,0 1,0-1,1 1,0-1,-1 0,1 1,0-1,1 0,-1 0,0 0,1-1,0 1,-1-1,1 1,2 0,83 44,-43-34,0-2,1-2,0-3,0-1,1-2,36-3,-1-2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6:17.67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166 523,'-11'6,"0"0,0 1,1 0,-1 0,2 1,-1 0,1 1,0 0,1 1,0-1,1 2,0-1,0 1,1 0,1 0,0 1,0-1,1 1,1 0,0 1,0-1,1 0,1 1,0-1,1 9,0-18,1 0,-1 0,1 0,0 0,-1-1,1 1,0 0,1 0,-1-1,0 1,1-1,-1 1,1-1,0 0,0 1,0-1,0 0,0 0,1-1,-1 1,0 0,1-1,0 1,-1-1,1 0,0 0,-1 0,1 0,0 0,0-1,0 1,0-1,0 0,0 0,0 0,-1 0,1 0,0-1,0 0,0 1,0-1,0 0,-1 0,1 0,0-1,1 0,11-8,-1-1,0 0,0-1,-1-1,0 0,-1-1,-1 0,0-1,-1 0,-1 0,0-1,-1-1,-1 1,5-15,10-34,-3 0,-2-1,-4-1,-2 0,-3-1,-3 0,-4-50,-1 85,-5 27,0 23,-12 79,3-1,5 2,3 95,5-165,2-1,1 0,1 0,6 24,-8-44,0 0,1 0,0-1,0 1,0 0,1-1,0 0,0 1,0-1,1 0,0-1,0 1,0-1,0 0,1 0,-1 0,1 0,0-1,0 0,1 0,-1 0,1-1,-1 1,3-1,1 0,1-1,-1 0,1 0,0-1,0-1,-1 1,1-2,0 1,-1-1,1-1,-1 1,0-2,0 1,0-1,4-3,7-4,0-1,0-1,-2-1,1 0,15-17,-24 22,0 0,-1 0,0-1,-1 0,0-1,-1 1,0-2,0 1,-1-1,-1 0,0 0,0 0,-2-1,1 1,-2-1,1 0,-2 0,1-10,-2 21,0 1,0 0,0-1,-1 1,1 0,0-1,0 1,-1 0,1 0,-1-1,1 1,-1 0,0 0,1 0,-1 0,0 0,0 0,0 0,0 0,0 0,0 0,0 0,0 0,0 1,0-1,0 0,0 1,-1-1,1 1,0-1,0 1,-1 0,1 0,0-1,-1 1,1 0,0 0,0 0,-1 0,1 1,0-1,-1 0,1 0,0 1,0-1,-1 1,1-1,0 1,0 0,-1 0,-2 2,0 1,-1 0,1 0,1 0,-1 1,1-1,-1 1,1 0,1 0,-1 0,1 0,0 1,0-1,0 1,1-1,0 1,0 0,0-1,1 1,0 0,0-1,0 1,1 0,0 0,0-1,0 1,1-1,0 1,0-1,0 0,1 0,-1 0,1 0,1 0,-1 0,2 1,8 6,1-1,0-1,1 0,-1-1,2-1,-1 0,1-1,1-1,-1 0,1-1,0-1,0-1,0 0,15 0,98 11,-4-9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6:14.01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1 616,'48'111,"-35"-77,1 0,2-1,2-1,5 7,26 7,-47-46,-1 1,1 0,0-1,-1 1,1-1,0 1,0-1,-1 0,1 0,0 0,0 0,0 0,0 0,-1-1,1 1,0 0,0-1,-1 0,1 1,0-1,-1 0,1 0,-1 0,1 0,-1 0,1 0,-1 0,0 0,1-1,-1 1,0 0,0-1,0 1,1-2,4-9,0 0,-1 0,0 0,-1-1,0 0,-1 0,0 0,-1 0,0 0,-2 0,1-13,16-89,-16 112,1-1,0 1,0-1,0 1,1 0,-1-1,1 1,-1 1,1-1,0 0,0 1,1-1,-1 1,0 0,1 0,0 0,-1 1,1-1,0 1,0 0,-1 0,1 0,0 0,0 1,0 0,0 0,0 0,0 0,0 0,0 1,0 0,0 0,0 0,2 1,35 8</inkml:trace>
  <inkml:trace contextRef="#ctx0" brushRef="#br0" timeOffset="1365.738">777 749,'-11'-6,"0"-1,0 1,-1 1,0 0,0 0,0 1,-10-1,18 4,0 0,0 1,0 0,0 0,0 0,0 0,0 1,0-1,0 1,0 0,0 0,0 0,0 1,1 0,-1-1,1 1,-1 0,1 1,0-1,0 1,0-1,0 1,0 0,0 0,1 0,-2 2,1-1,1 0,-1 0,1 0,-1 0,1 1,1-1,-1 1,0-1,1 1,0 0,0-1,1 1,-1 0,1 0,0 0,0 0,1-1,-1 1,1 0,0 0,0-1,1 1,-1 0,1-1,0 0,1 1,-1-1,1 0,-1 0,1 0,0 0,1-1,-1 1,1-1,-1 0,1 0,0 0,0-1,0 1,1-1,-1 0,1 0,-1-1,4 2,-2-2,-1-1,1 0,0 0,-1 0,1-1,0 0,-1 0,1 0,-1 0,1-1,-1 0,0 0,0-1,0 1,0-1,0 0,-1-1,1 1,-1-1,0 0,0 0,1-1,4-5,-1-1,-1 1,1-2,-2 1,1-1,-2 0,0 0,4-11,3 94,-12-67,1 0,0 0,0 0,1-1,-1 1,1 0,0-1,0 0,0 1,0-1,0 0,1 0,0 0,-1 0,1 0,0-1,0 1,0-1,1 0,-1 0,1 0,-1-1,1 1,0-1,-1 0,1 1,0-2,0 1,0 0,0-1,-1 0,1 0,0 0,0 0,0-1,0 1,1-2,7-3,-1-2,0 0,-1 0,1-1,-1 0,-1 0,0-1,0-1,0 0,-1 0,-1 0,0-1,0 0,-1 0,-1-1,0 0,4-11,9-33,-2-1,-2-1,-3 0,-2 0,-4-1,-1-16,-3 66,1-17,0 0,-2 0,-1 0,-1 0,-1 1,-1-1,-5-13,9 37,0 0,0-1,-1 1,1 0,-1 0,0 0,0 0,0 0,0 0,0 0,0 0,0 0,0 0,-1 1,1-1,-1 0,0 1,1-1,-1 1,0 0,0 0,0-1,0 1,0 0,0 1,0-1,0 0,0 0,0 1,0 0,-1-1,1 1,0 0,0 0,0 0,-1 0,1 0,0 1,0-1,0 1,0-1,-1 1,1 0,0 0,0 0,0 0,1 0,-1 0,0 1,0-1,-1 2,-8 8,0 1,0 0,1 1,0 0,2 1,-1 0,2 0,-1 1,2 0,0 0,1 0,0 4,-2 2,0 1,1-1,2 1,0 0,1 0,2 0,0 1,1-1,1 0,1 0,2 0,0 0,1 0,1-1,0 1,2-2,1 1,1-1,0 0,1-1,1 0,1-1,1-1,1 0,0 0,1-2,0 0,5 2,-17-13,-1-1,1-1,-1 1,1 0,0-1,0 1,1-1,-1-1,0 1,0 0,1-1,-1 0,1 0,0 0,-1-1,1 1,-1-1,1 0,0-1,-1 1,1-1,0 0,-1 0,1 0,-1-1,0 1,1-1,-1 0,3-2,-1-3,-1 0,0 0,0 0,0-1,-1 0,0 0,0 0,-1 0,2-8,-3 11,9 58,-10-49,-1-1,1 0,-1 1,1-1,0 0,0 0,0 0,1 1,-1-1,1 0,0-1,0 1,0 0,0 0,0-1,0 1,1-1,-1 0,1 0,0 0,0 0,0 0,0-1,0 1,0-1,0 0,0 0,0 0,1 0,-1 0,0-1,1 1,-1-1,0 0,1 0,-1 0,1-1,-1 1,0-1,1 0,-1 0,0 0,0 0,0-1,1 1,0-4,1 1,-1-1,0 1,0-1,-1-1,1 1,-1 0,0-1,-1 0,1 1,-1-1,0 0,-1 0,1 0,-1-1,0 1,-1 0,0 0,0-1,0 1,0 0,-1 0,0 0,-1 0,1-1,-3-3,2 7,0 0,0 1,0-1,0 1,0-1,-1 1,0 0,1 0,-1 0,0 0,0 0,0 1,0-1,0 1,0 0,0 0,0 0,0 0,-1 1,1-1,0 1,-1 0,1 0,0 0,-1 0,1 1,0-1,-1 1,1 0,0 0,0 0,0 0,0 1,0-1,0 1,0 0,0 0,1 0,-1 0,1 0,-1 0,1 1,0-1,0 1,0 0,0-1,1 1,-1 0,0 1,0 0,-1-1,1 1,0 0,0 1,0-1,0 0,1 0,0 1,0-1,0 1,0-1,1 1,-1-1,1 1,0 0,1-1,-1 1,1-1,0 1,0-1,0 1,1-1,0 0,0 0,0 0,0 0,0 0,1 0,0 0,0-1,0 1,0-1,0 0,1 0,-1 0,2 0,0 1,0 0,0 0,1-1,0 1,-1-1,1-1,1 1,-1-1,0 0,0 0,1-1,-1 0,1 0,-1-1,1 0,-1 0,1 0,-1-1,1 1,-1-2,1 1,-1-1,0 0,1 0,-1-1,0 0,-1 0,1 0,-1-1,1 1,-1-1,0-1,0 1,-1-1,1 0,-1 0,0 0,0-1,2-11,-1 0,-1 0,0-1,-2 1,0-1,0 0,-2 0,0 0,-3-13,3 9,-15-125,32 156,59 45,-66-49,0 0,-1 0,1 1,-1 0,0 1,-1 0,0 0,0 1,0 0,-1 0,0 1,-1 0,0 0,0 1,-1-1,0 1,-1 0,0 1,0-1,1 11,-15 82,9-102,1 0,0-1,0 1,-1 0,1 0,0-1,0 1,0 0,0 0,0-1,0 1,0 0,0 0,0-1,0 1,0 0,0 0,1-1,-1 1,0 0,0-1,1 1,-1 0,0-1,1 1,-1 0,1-1,-1 1,1-1,-1 1,1-1,0 1,-1-1,1 1,-1-1,1 0,0 1,0-1,-1 0,1 0,0 1,-1-1,1 0,0 0,0 0,-1 0,1 0,0 0,0 0,-1 0,1 0,0 0,0-1,-1 1,1 0,0 0,-1-1,1 1,0 0,-1-1,1 0,43-24,-33 15,0-1,-1 0,-1 0,0-1,0 0,-1-1,-1 0,0 0,-1 0,0-1,-1 0,-1 0,3-12,-7 25,1 1,-1 0,0-1,1 1,-1 0,0-1,1 1,-1-1,0 1,1 0,-1-1,0 1,0-1,0 1,1-1,-1 1,0-1,0 1,0-1,0 1,0-1,0 1,0-1,0 0,0 1,0-1,0 1,0-1,0 1,-1-1,1 1,0-1,0 1,-1 0,1-1,0 1,0-1,-1 1,1-1,-1 1,1 0,0-1,-1 1,1 0,-1-1,1 1,0 0,-1 0,1-1,-1 1,1 0,-1 0,1 0,-1 0,1 0,-1 0,0 0,1 0,-1 0,1 0,-1 0,1 0,-25 27,19-17,0 0,1 0,1 1,0-1,0 1,1 0,0 1,1-1,0 0,1 1,0-1,1 1,1-1,-1 1,2-1,-1 0,2 1,0-1,0 0,4 8,-5-15,1-1,0 1,0-1,0 1,0-1,0 0,1-1,-1 1,1 0,0-1,0 0,0 0,0 0,2 1,24 5</inkml:trace>
  <inkml:trace contextRef="#ctx0" brushRef="#br0" timeOffset="1611.918">2100 1,'-14'13,"-4"14,3 10,9 6,9 6,5-5</inkml:trace>
  <inkml:trace contextRef="#ctx0" brushRef="#br0" timeOffset="2378.573">2247 549,'25'-50,"-2"-2,-2 0,-3-1,-2-1,-2-1,-3 0,4-54,-21 75,5 34,0 0,0 0,0-1,0 1,0 0,1 0,-1 0,0 0,0 0,0 0,0 0,0 1,0-1,0 0,0 0,1 1,-1-1,0 0,0 1,0-1,1 1,-1-1,0 1,0 0,1-1,-1 1,0 0,1-1,-1 1,1 0,-1 0,1-1,0 1,-1 0,1 0,-17 23,1 1,2 0,0 0,2 2,1-1,1 2,1-1,-3 24,3-20,1 1,2-1,2 1,1 0,1 0,1 0,2 1,2-1,1 0,1-1,3 10,-5-32,1 0,-1-1,1 1,1-1,-1 0,1 0,1-1,0 1,1 0,-6-6,1-1,-1 1,1 0,0-1,0 0,-1 1,1-1,0 0,0 0,1 0,-1 0,0 0,0 0,0-1,1 1,-1-1,0 1,1-1,-1 0,0 0,1 0,-1 0,0 0,1-1,-1 1,0-1,0 0,1 1,-1-1,0 0,0 0,0 0,0-1,0 1,0 0,0-1,1-1,7-7,0 0,0-1,-1 0,-1-1,0 0,-1 0,4-8,-9 3,-17 31,13-12,0 0,1 0,-1 0,1 1,-1-1,1 1,0-1,0 1,0-1,0 1,1 0,-1-1,1 1,-1 0,1 0,0-1,0 1,0 0,0 0,1-1,-1 1,1 0,0-1,0 1,0 0,0-1,0 1,0-1,1 0,-1 1,1-1,-1 0,1 0,0 0,0 0,0 0,0 0,1-1,-1 1,0-1,2 1,1 1,0-1,0-1,0 1,0-1,1 1,-1-2,0 1,1-1,-1 1,0-1,1-1,-1 1,0-1,1 0,-1 0,0-1,0 1,0-1,0 0,0-1,0 1,0-1,-1 0,1 0,-1 0,0-1,0 1,0-1,-1 0,1 0,-1-1,0 1,0-1,-1 1,1-1,0-1,-1 1,0 0,0-1,-1 1,0 0,0-1,0 1,0-1,-1 1,0-1,0 1,0-1,-1 1,0-1,0 1,0 0,-1-1,0 1,0 0,0 0,0 0,-1 0,0 1,0-1,0 1,-1-1,1 1,-1 0,0 1,0-1,-1 0,1 1,-1 0,-3-2,4 4,0-1,0 1,0 0,0 1,0-1,0 0,-1 1,1 0,0 0,0 0,0 1,-1 0,1-1,0 1,0 1,0-1,0 0,0 1,1 0,-3 1,6-3,-1 0,1 1,-1-1,1 0,0 1,-1-1,1 0,-1 1,1-1,0 1,-1-1,1 1,0-1,-1 1,1-1,0 1,0-1,0 1,-1-1,1 1,0-1,0 1,0-1,0 1,0-1,0 1,0 0,0-1,0 1,0-1,0 1,1-1,-1 1,0-1,0 1,0-1,1 1,-1-1,0 1,1-1,-1 1,0-1,1 0,-1 1,0-1,1 0,-1 1,1-1,-1 0,1 1,-1-1,1 0,-1 0,1 1,31 10,-11-8,0-1,0-1,0-1,0-1,1-1,-1-1,4-1,-23 4,-1-1,1 0,0 1,-1-1,1 1,0-1,-1 1,1 0,0-1,-1 1,1 0,0 0,0 0,-1 1,1-1,0 0,-1 1,1-1,0 1,-1-1,1 1,0 0,-1 0,1-1,-1 1,0 0,1 1,-1-1,0 0,1 0,-1 0,0 1,0-1,0 1,0-1,0 1,28 138,-28-124,-1 0,-1 0,-1 0,0 0,-1 0,-1-1,-1 4,-12 67,16-83,1 1,0-1,0 0,1 0,-1 0,0 0,1 0,0 1,0-1,0 0,0 0,0-1,1 1,-1 0,1 0,0-1,0 1,0-1,0 1,0-1,0 0,1 0,-1 0,1 0,0 0,-1-1,1 1,0-1,2 1,91 21,-94-22,59 5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6:21.34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415 130,'-11'16,"-7"17,1 16,0 13,3 10,5 4,2 1,4-2,2-4,1-10,0-11,1-11,-3-13,0-10</inkml:trace>
  <inkml:trace contextRef="#ctx0" brushRef="#br0" timeOffset="1348.22">1 465,'41'14,"0"-2,1-2,1-1,0-3,25 1,-53-6,173 15,148-9,-316-8,-38 4,0-1,0 1,0 1,0 1,1 0,-1 1,2 1,-1 1,1 0,0 1,0 1,1 0,1 2,0-1,0 2,1-1,-9 13,20-23,1-1,-1 1,1 0,0 0,-1-1,1 1,0 0,0 0,0 0,0 1,1-1,-1 0,1 0,-1 0,1 0,0 1,-1-1,1 0,0 0,1 1,-1-1,0 0,1 0,-1 0,1 1,-1-1,1 0,0 0,0 0,0 0,0 0,1 0,5 2,1-1,-1 0,1-1,-1 0,1 0,0 0,0-1,0 0,0-1,0 0,0 0,0-1,0 0,0 0,-1 0,1-1,0-1,3-1,0 1,-1 0,1-1,-1 0,0-1,0-1,0 1,-1-1,0-1,0 0,0 0,-1-1,0 0,-1 0,1-1,-2 1,1-2,-1 1,-1-1,0 0,3-8,-25 115,16-87,0 0,0-1,1 1,0 0,1 0,0 0,1 0,2 8,-3-15,0 0,0-1,0 1,0 0,1-1,-1 1,1-1,0 0,-1 1,1-1,0 0,0 0,1 0,-1 0,0-1,1 1,-1-1,1 1,-1-1,1 0,-1 0,1 0,0 0,0 0,0-1,-1 1,1-1,0 0,0 0,0 0,0 0,1 0,7-4,0 0,0 0,-1-1,1 0,-1-1,0 0,-1-1,0 1,0-2,0 0,-1 0,0 0,0-1,-1 0,-1-1,1 1,-1-1,-1 0,0-1,-1 0,4-9,14-42,-3-1,-2 0,-3-2,-3 1,-3-2,-3 1,-3-3,0-41,-12 100,-2 28,-3 23,1 2,2 0,2 0,2 1,1 1,0-10,2-1,1 0,1 1,3 0,0-1,2 1,2 0,2-1,3 10,-9-44,0 0,0 0,0 0,0 1,0-1,0 0,0 0,0 0,1 0,-1 0,0 0,1 0,-1 0,1 0,-1 0,1 0,0 0,-1 0,1 0,0 0,0-1,0 1,-1 0,1-1,0 1,0 0,0-1,0 1,0-1,0 1,0-1,0 0,0 1,0-1,1 0,-1 0,0 0,0 0,0 0,0 0,0 0,0 0,0 0,2-1,36-69,-23 33,27-19,-42 55,0 0,1 0,-1-1,1 1,-1 0,1 0,0 1,-1-1,1 0,0 0,0 1,0-1,-1 1,1 0,0 0,0-1,0 1,0 0,0 0,-1 1,1-1,0 0,0 1,0-1,0 1,-1-1,1 1,0 0,-1 0,1 0,0 0,-1 0,1 0,-1 0,1 1,5 7,0 1,-1-1,0 1,0 1,-1-1,0 1,-1 0,0 0,-1 1,-1-1,1 1,-2-1,1 7,-2-15,3 9,-1 0,0 0,-1 1,0-1,-1 0,0 0,-1 0,-1 1,0-1,0 0,-4 8,4-18,1 0,-1 0,0 0,0 0,0 0,0 0,0-1,-1 1,1-1,-1 1,1-1,-1 0,1 0,-1 0,1 0,-1 0,0-1,1 1,-1-1,0 0,0 0,0 0,1 0,-1 0,0-1,0 1,1-1,-1 0,0 0,1 0,-1 0,1 0,-1 0,1-1,0 1,-1-1,1 1,0-1,0 0,0 0,0 0,1 0,-1-1,0 1,1 0,0-1,-1 1,1-1,0 1,0-3,-1 3,0 0,0 0,1 0,-1-1,1 1,-1-1,1 1,0-1,0 0,0 1,1-1,-1 0,0 1,1-1,0 0,0 0,0 0,0 0,0 1,0-1,1 0,-1 0,1 0,0 1,0-1,0 0,0 1,0-1,1 1,-1 0,1-1,0 1,0 0,-1 0,1 0,0 0,1 0,-1 0,0 1,1-1,-1 1,3-2,14-2,0 2,0 0,0 0,1 2,-1 0,0 2,9 1,3-1,-9 0,-17 0,1 1,-1-1,0-1,0 1,1-1,-1 0,0 0,1 0,-1-1,0 0,1 0,-1 0,0 0,0-1,0 0,0 0,0-1,-1 1,1-1,-1 0,1 0,-1-1,0 1,0-1,-1 0,1 0,-1 0,2-4,-2 2,-1-1,-1 0,1 0,-1 0,0 0,-1 0,1 0,-2 0,1 0,-1-1,0 1,-1-3,2 9,0 0,0 1,0-1,0 0,0 1,0-1,-1 0,1 1,0-1,0 0,-1 1,1-1,0 1,-1-1,1 0,0 1,-1-1,1 1,-1-1,1 1,-1-1,1 1,-1 0,0-1,1 1,-1 0,1-1,-1 1,0 0,1 0,-1-1,0 1,1 0,-1 0,0 0,0 0,1 0,-1 0,0 0,1 0,-1 0,0 0,1 1,-1-1,0 0,1 0,-1 1,0-1,-24 27,19-16,0 0,1 1,0 0,1 0,0 0,0 0,2 1,0-1,0 1,1-1,0 1,1 0,1 0,0-1,0 1,2-1,-1 1,2-1,0 0,0 0,1 0,0-1,5 7,-7-14,0 0,0-1,1 1,-1-1,1 0,0 0,0 0,0-1,0 1,0-1,1 0,-1 0,1-1,-1 1,1-1,0 0,0 0,0-1,-1 1,1-1,0 0,0 0,0-1,0 1,-1-1,1 0,0-1,-1 1,1-1,-1 0,1 0,-1 0,0 0,0-1,0 0,0 0,0 0,0 0,16-18,1 0,-2-1,-1-1,-1-1,-1 0,-1-1,-1-1,-2 0,0-1,-2 0,2-9,16-44,-3-1,-4-1,-3-1,-4-3,-10 66,-1 0,-2-1,0 1,-1 0,-1-1,-2-9,3 27,0 1,0 0,-1-1,1 1,-1-1,0 1,0 0,1-1,-2 1,1 0,0 0,0 0,-1-1,1 2,-1-1,1 0,-1 0,0 0,0 1,0-1,0 1,0-1,0 1,0 0,-1 0,1 0,0 0,-1 0,1 1,0-1,-1 1,1 0,-1-1,1 1,-1 0,1 0,-1 1,1-1,-1 0,1 1,-1-1,1 1,0 0,-1 0,1 0,0 0,0 0,0 1,0-1,0 1,0-1,0 1,0 0,-16 14,2 0,0 1,1 0,0 1,2 1,0 0,1 1,1 1,1-1,1 2,0-1,2 1,1 1,0-1,0 13,0-12,2 0,0 1,2-1,0 0,1 1,2 0,0-1,2 0,1 1,0-1,2 0,0-1,2 1,0-1,2-1,0 0,1 0,2-1,0 0,1-1,0-1,15 13,-13-17,1-1,1-1,0-1,0 0,1-2,0 0,1-1,0-1,2 0,71 16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6:11.10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202 662,'-8'0,"-1"1,0-1,0 1,1 1,-1 0,1 0,-1 1,1 0,0 0,0 1,1 0,-1 0,1 1,-1 0,1 0,1 1,-1 0,1 0,0 0,1 1,-1 0,1 0,1 0,-1 1,1 0,1 0,-1 0,1 0,1 0,-3 9,5-12,0 0,0 0,0 0,0-1,1 1,0 0,0 0,0-1,1 1,-1 0,1-1,0 0,1 1,-1-1,1 0,-1 0,1 0,0 0,1-1,-1 0,1 1,0-1,-1 0,1 0,1 0,7 4,0-1,0 0,0-1,1 0,-1 0,1-2,0 0,9 1,6 1,-1-2,1-1,0-2,0 0,0-2,0-1,0-1,-1-2,1 0,-2-2,1-1,-1-1,0-1,7-6,-27 14,-1-1,1 0,-1 0,1-1,-1 1,0-1,-1 0,1 0,-1-1,0 1,0-1,-1 0,0 0,0 0,0-1,-1 1,1-5,2 41,-4-26,1 1,0 0,0 0,0-1,1 0,-1 1,1-1,0 0,1 0,-1 0,1-1,-1 1,1-1,0 0,0 0,1 0,-1-1,1 1,-1-1,1 0,0-1,0 1,-1-1,1 0,0 0,0 0,0-1,1 1,-1-1,0-1,0 1,0-1,0 0,0 0,0 0,-1 0,1-1,0 0,0 0,-1-1,0 1,1-1,0 0,0-2,0 0,-1 0,1 0,-1-1,0 1,0-1,-1 0,1 0,-1-1,-1 1,1-1,-1 1,0-1,-1 0,1 0,-1 0,-1 1,0-1,1 0,-2 0,1 0,-2-3,2 5,-1 0,0 0,0 0,-1 0,0 1,0-1,0 0,0 1,0 0,-1-1,0 1,0 0,0 0,0 1,-1-1,0 1,1 0,-1-1,0 2,-1-1,1 0,0 1,-1 0,1 0,-1 0,0 1,0-1,0 1,0 0,0 1,0-1,0 1,0 0,0 0,0 0,0 0,1 1,-1 0,0 0,1 0,-1 1,0 0,1 0,0 0,-1 0,1 0,0 1,0 0,0 0,1 0,-1 0,1 1,-1-1,1 1,1 0,-1 0,0 0,1 0,0 1,0-1,0 1,0-1,1 1,0 0,0-1,0 5,-1 23</inkml:trace>
  <inkml:trace contextRef="#ctx0" brushRef="#br0" timeOffset="519.611">1138 917,'6'-26,"0"0,-2-1,-2 1,0-1,-1 0,-2 0,-1 1,-1-1,-1 1,-1-1,-5-13,4 22,37 25,-24-3,120 41,-99-38,1 2,-1 2,-1 0,20 12,-42-19,1 0,-1 0,0 0,-1 0,1 1,-1 0,1 0,-2 0,1 1,0-1,-1 1,0 0,-1 0,1 0,-1 0,0 0,0 0,-1 1,0-1,0 1,-1-1,1 1,-2-1,1 4,0 3,-1-8,0 1,0-1,1 1,-1-1,1 0,1 1,-1-1,1 0,0 1,0-1,0 0,1 0,0 0,0 0,0 0,0 0,1 0,0-1,0 1,0-1,1 0,-1 0,1 0,0 0,0-1,1 0,-1 0,4 2,-1-3,-1 0,1 0,-1-1,1 0,0-1,0 0,0 0,-1 0,1-1,0 0,0 0,-1 0,1-1,-1 0,1-1,-1 1,0-1,0 0,0-1,4-3,1-1,0 0,0-1,-1 0,-1 0,0-1,0-1,-1 1,0-2,0 1,-1-1,-2 2,1 0,-1 0,0-1,-1 0,-1 1,0-1,0-1,-1 1,0 0,-1-1,0 1,-1-1,0 1,-1 0,-2-11,3 22,0-1,0 0,0 0,-1 1,1-1,0 1,0-1,-1 0,1 1,0-1,-1 0,1 1,-1-1,1 1,0-1,-1 1,0-1,1 1,-1-1,1 1,-1 0,1-1,-1 1,0 0,1-1,-1 1,0 0,1 0,-1 0,0 0,1 0,-1-1,0 1,1 0,-1 1,0-1,0 0,1 0,-1 0,0 0,1 0,-1 1,0-1,1 0,-1 1,1-1,-1 0,0 1,1-1,-1 1,1-1,-1 1,1-1,-1 1,1 0,-25 34,21-28,1 1,0-1,0 0,1 1,0-1,0 1,0 0,1-1,1 1,-1 0,1 0,0 0,1 0,0 0,0-1,1 1,0 0,0-1,1 1,0-1,0 0,1 0,0 0,0 0,0-1,1 0,0 0,0 0,1 0,5 4,32 9,-1-7</inkml:trace>
  <inkml:trace contextRef="#ctx0" brushRef="#br0" timeOffset="869.189">2382 516,'-23'-1,"0"1,0 1,1 1,-1 1,0 1,1 1,-20 8,39-13,1 0,0 1,-1 0,1 0,0 0,0 0,0 0,0 0,0 0,0 1,0-1,0 1,0-1,1 1,-1 0,1 0,-1-1,1 1,0 0,-1 0,1 1,0-1,0 0,1 0,-1 0,0 1,1-1,-1 0,1 1,0-1,0 1,0-1,0 0,0 1,1-1,-1 0,1 1,-1-1,1 0,0 0,0 1,0-1,7 8,1-1,0-1,0 1,1-1,0-1,1 0,-1 0,1-1,1 0,0-1,17 11,109 73,-136-88,0 0,-1 0,1 0,-1 0,1 1,0-1,-1 0,0 1,1-1,-1 1,0-1,0 1,0 0,0-1,0 1,0 0,0 0,-1 0,1 0,-1-1,1 1,-1 0,0 0,0 0,0 0,0 0,0 0,0 0,0 0,-1 0,1 0,-1 0,1 0,-1 0,0 0,0-1,0 1,0 0,-8 3,0 0,0 0,-1-1,0 0,0-1,0 0,0 0,-1-1,1-1,0 1,-7-2,15 1,-122-2,97-5</inkml:trace>
  <inkml:trace contextRef="#ctx0" brushRef="#br0" timeOffset="1786.205">2715 596,'-10'288,"15"-65,9 0,15 28,-15-102,-20-176,-24-236,11-33,12 185,-10-311,17 418,0 2,-1 0,1 0,0 0,0 1,0-1,0 0,0 0,0 0,0 0,0 0,1 0,-1 0,1 1,-1-1,1 0,0 0,0 1,0-1,0 0,0 1,0-1,0 1,1-1,-1 1,0 0,1 0,-1-1,1 1,-1 0,1 0,0 0,0 0,6 1,1 1,-1-1,0 1,0 1,0-1,0 1,0 1,0-1,6 4,0-1,13 5,6 0,1 2,-2 2,0 1,0 1,18 14,-48-29,0 0,-1 0,1 0,0 0,0 0,-1 1,1-1,0 1,-1-1,0 1,1-1,-1 1,0 0,0-1,0 1,0 0,0 0,0 0,0 0,-1 0,1 0,-1 0,1 0,-1 0,0 0,0 0,0 1,0-1,0 0,-1 0,1 0,0 0,-1 0,0 0,1 0,-2 1,-6 6,-1 0,-1 0,0-1,0 0,0-1,-1 0,0-1,0 0,-1 0,0-2,-9 4,-46 14,61-21,29-10,-17 7,62-25,-2-2,-1-4,-1-2,1-4,-61 35,20-9,-20 32,-6-13,-1-1,1 1,1 0,-1-1,1 1,0 0,0 0,1 0,-1 0,1-1,1 1,-1 0,1 0,0 0,0 0,1-1,0 1,0 0,0-1,1 0,-1 1,1-1,1 0,-1 0,1-1,0 1,0-1,0 0,0 0,1 0,-1 0,1-1,0 0,2 1,-1-2,0 0,0-1,0 1,0-1,1-1,-1 1,0-1,0 0,1 0,-1-1,0 0,0 0,1-1,-1 1,0-1,-1-1,1 1,0-1,-1 0,1 0,-1 0,0-1,0 0,0 0,-1 0,1-1,-1 0,0 0,0 0,-1 0,1 0,0-3,3-5,1 0,-2-1,0-1,-1 1,0-1,-1 1,0-1,-2-1,0 1,0 0,-1-6,-4 84,1-48,0 0,1 0,1 1,0-1,2 0,-1 0,2 0,0 0,0 0,2 0,0-1,3 5,-7-16,1 0,-1-1,1 0,0 1,0-1,0 0,0 0,1 0,-1 0,0-1,1 1,0-1,-1 1,1-1,0 0,-1 0,1 0,0 0,0 0,0-1,0 1,0-1,0 0,0 0,0 0,0 0,0-1,0 1,0-1,-1 0,1 0,0 0,0 0,0 0,20-10</inkml:trace>
  <inkml:trace contextRef="#ctx0" brushRef="#br0" timeOffset="2154.215">3826 569,'-13'204,"29"-127,-15-76,0 1,0 0,0 0,1-1,-1 1,0-1,1 1,-1-1,1 0,-1 1,1-1,0 0,-1 0,1 0,0 0,0-1,0 1,0 0,-1-1,1 1,0-1,0 0,0 1,0-1,0 0,0 0,0-1,0 1,0 0,0-1,0 1,0-1,0 1,0-1,0 0,1-1,12-7,0 0,-1-1,-1-1,1 0,-2-1,0 0,0-1,-1-1,-1 0,0 0,7-15,64-119,-104 246,22-92,1 0,-1 0,1 0,0 0,0 0,1 0,0 0,0 0,0 0,1 0,-1 0,2-1,-1 1,1-1,-1 1,1-1,1 0,-1 0,1 0,0 0,0-1,0 0,1 0,0 0,-1 0,1 0,2 0,9 3,-1-1,1 0,-1-1,2 0,-1-2,0 0,1 0,-1-2,1 0,9-1,38-2</inkml:trace>
  <inkml:trace contextRef="#ctx0" brushRef="#br0" timeOffset="2521.234">4762 556,'-16'-2,"1"1,-1 1,1 0,-1 1,1 0,0 1,-1 1,1 1,0 0,-10 5,18-6,0 0,0 0,0 1,1 0,0 0,0 0,0 1,0 0,1 0,-1 1,1-1,1 1,-1 0,1 1,0-1,1 1,-1 0,1-1,1 2,-1-1,1 0,-1 6,2-8,1 0,0-1,0 1,0 0,0-1,1 1,0 0,0-1,0 1,0-1,1 1,-1-1,1 0,1 0,-1 0,0 0,1 0,0 0,0 0,0-1,0 0,1 1,-1-1,1 0,0-1,0 1,0-1,0 0,0 0,0 0,1 0,-1-1,1 1,-1-1,1 0,0-1,-1 1,1-1,0 0,-1 0,1-1,0 1,-1-1,5-1,-1 0,1-1,-1 1,1-2,-1 1,0-1,0 0,-1-1,1 0,-1 0,0-1,0 0,-1 0,0-1,0 1,0-1,-1 0,0-1,0 0,-1 1,0-1,3-8,3-10,-1 0,-2 0,0-1,-2 0,-1 0,0-17,3-107,-11-121,-6 199,-4 73,-33 73,30-36,2 0,2 1,1 1,2 0,-4 28,11-45,1-1,0 1,2-1,0 1,2 0,0-1,1 1,2-1,0 0,1 0,5 10,32 48,4-14</inkml:trace>
  <inkml:trace contextRef="#ctx0" brushRef="#br0" timeOffset="7509.882">1085 1999,'149'-237,"-135"215,-14 22,0 1,0-1,0 0,0 1,0-1,0 0,0 1,0-1,0 0,0 1,0-1,0 0,0 1,0-1,0 0,1 1,-1-1,0 0,0 1,0-1,0 0,1 0,-1 1,0-1,0 0,1 0,-1 1,0-1,0 0,1 0,-1 0,0 1,1-1,-1 0,0 0,1 0,-1 0,0 0,1 0,-1 0,0 1,1-1,-1 0,0 0,1 0,-1-1,0 1,1 0,-1 0,0 0,1 0,-1 0,0 0,1 0,-1-1,0 1,0 0,1 0,-1 0,0-1,1 1,-1 0,-11 199,2 125,-6-220,14-100,-1 1,1 0,-1 0,0-1,0 1,0-1,0 0,-1 1,0-1,0 0,0 0,0-1,-1 1,0-1,1 0,-1 0,0 0,0 0,-4 1,-39-2,48-3,-1-1,1 1,0 0,-1 0,1 1,0-1,0 0,-1 0,1 0,0 0,0 1,0-1,0 0,0 1,0-1,0 1,0-1,0 1,1-1,-1 1,0 0,0 0,0-1,0 1,1 0,-1 0,1 0,282-30,-206 23,-51 6</inkml:trace>
  <inkml:trace contextRef="#ctx0" brushRef="#br0" timeOffset="9519.44">3170 2173,'-16'0,"-1"0,0 2,1 0,-1 0,1 2,0 0,-6 3,16-5,1 0,-1 1,1 0,-1 0,1 0,0 1,0-1,1 1,-1 0,1 1,0-1,0 1,0 0,1 0,-1 0,1 0,0 1,1-1,-1 1,1 0,0 2,1-6,0 0,0 0,1-1,-1 1,1 0,-1 0,1 0,0 0,0 0,0 0,0 1,0-1,0 0,0 0,1 0,-1 0,1-1,0 1,-1 0,1 0,0 0,0 0,0-1,0 1,0 0,1-1,-1 1,0-1,1 1,-1-1,1 0,0 1,-1-1,1 0,0 0,0 0,-1-1,1 1,0 0,0-1,0 1,0-1,0 1,8-2,0-1,-1 1,1-1,-1-1,0 0,0 0,0-1,0 0,-1-1,1 0,-1 0,0-1,-1 1,1-2,-1 1,0-1,5-7,4-4,-1-1,0 0,-2-1,0-1,-1 0,-1-1,-1 0,-2 0,0-1,-1 0,-1 0,-1-1,-1 0,-1 0,-1 0,-2 0,0 0,-1 0,-5-24,5 43,1 0,0 0,-1 0,1 0,-1 0,-1 0,1 0,-1 0,1 0,-1 0,-1 1,1-1,-1 1,0-1,0 1,0 0,0 0,-4-2,6 5,0 1,-1 0,1 0,0 0,-1 0,1 0,0 1,-1-1,1 0,0 0,0 1,-1-1,1 1,0-1,0 1,0 0,0 0,-1-1,1 1,0 0,0 0,1 0,-1 0,0 0,0 0,0 0,1 0,-1 0,0 0,1 1,-1-1,1 1,-10 19,1 1,1 1,1-1,1 1,1 0,2 1,0-1,0 16,0-19,1 0,1 0,1 0,0 1,2-1,0 0,2 0,0 0,1-1,0 0,2 1,1-2,0 1,1-1,1-1,1 1,9 11,-15-24,0-1,1 1,-1-1,1 0,0 0,0-1,1 0,-1 0,1 0,-1-1,1 0,0 0,0-1,0 0,0 0,0 0,0-1,0 0,0 0,0-1,0 0,0 0,-1-1,1 0,0 0,4-3,4-1,-1-1,-1 0,1-1,-1 0,0-2,-1 1,0-1,-1-1,0 0,0-1,4-8,-4 5,-2 0,0-1,0 0,-2 0,0-1,0 0,2-16,-12 45,-18 96,20-101,1 0,-1 0,1 0,1 1,-1-1,1 0,0-1,1 1,0 0,0 0,0 0,1-1,0 0,0 1,0-1,3 2,12 10</inkml:trace>
  <inkml:trace contextRef="#ctx0" brushRef="#br0" timeOffset="9968.81">3692 1732,'10'14,"0"-2,1 1,1-2,0 1,1-2,0 0,0 0,1-1,0-1,1 0,11 4,33 21,-44-25,-1 0,0 2,0 0,-1 0,0 1,-1 1,0 0,-1 1,0 0,-1 1,-1 0,0 0,-1 1,4 9,21 127,-32-147,-1-1,2 1,-1-1,0 1,1-1,-1 0,1 1,0-1,0 0,0 0,0 0,1-1,0 1,-1 0,1-1,0 0,0 1,0-1,0 0,0-1,1 1,-1 0,1-1,-1 0,1 0,-1 0,1 0,0-1,-1 1,1-1,0 0,-1 0,1 0,0-1,-1 1,1-1,3-1,6-2,0 0,0-1,0 0,-1-1,1-1,-1 0,-1 0,0-1,0-1,0 0,-1 0,0-1,-1 0,0-1,-1 0,0-1,-1 1,0-1,-1-1,0 1,-1-1,0 0,-1 0,0-6,1 1,3 76,-4-48,0-1,0 1,1-1,1 0,-1 0,1-1,1 0,0 0,0 0,0-1,1 0,0-1,0 1,1-1,0-1,0 0,0 0,0-1,2 0,48 22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7:05.55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719 72,'-2'-4,"0"1,0 0,-1-1,0 1,1 0,-1 0,-1 0,1 1,0-1,0 1,-1 0,0-1,1 2,-1-1,0 0,0 1,0 0,0-1,0 2,0-1,0 0,0 1,-3 0,-27-4,0 1,0 2,-1 1,-17 4,35-1,0 0,1 1,-1 1,1 0,1 2,-1 0,1 0,0 1,-5 5,-92 88,101-90,1 1,0 0,1 0,0 1,1 0,0 0,1 1,1 0,0 0,1 1,0-1,1 1,1 0,1 1,0-1,0 12,6 139,-2-160,-1 0,1 0,1 0,-1 0,1-1,0 1,0-1,1 1,-1-1,1 0,0 0,1-1,-1 1,1-1,0 0,0 0,0 0,1-1,-1 0,1 0,0 0,-1-1,1 0,1 0,14 4,0 0,0-2,0 0,1-1,-1-1,13-2,150-2,-180 2,0 0,0-1,0 1,0-1,0 0,0 0,-1-1,1 1,0-1,0 0,-1 0,1 0,-1 0,0-1,0 1,0-1,0 0,0 0,0 0,-1 0,0-1,1 1,-1-1,0 1,-1-1,1 0,-1 0,1-3,1 3,0 0,-1 0,1-1,-1 1,0-1,-1 1,1-1,-1 0,0 0,0 1,-1-1,1 0,-1 0,0 0,0 0,-1 0,1 0,-1 0,0 0,0 1,-1-1,0 0,0 1,0-1,0 1,0 0,-1 0,0-1,0 2,0-2,-13-4,-1 0,1 1,-2 1,1 0,-1 2,1-1,-2 2,1 1,-3 0,-50-13,-12 12,385-10,-601 62,250-37,49-10,0-1,0 0,0 0,0 0,0 0,0 0,0 0,1 0,-1 1,0-1,0 0,0 0,0 0,0 0,0 0,0 0,0 1,0-1,0 0,0 0,0 0,0 0,0 0,21-2,259-67,-278 68,-1 0,1 0,0 1,0-1,-1 1,1-1,0 1,0 0,0 0,0 0,0 0,0 0,0 0,-1 0,1 0,0 1,0-1,0 1,0 0,-1-1,1 1,0 0,-1 0,1 0,0 0,-1 0,1 0,-1 1,0-1,1 1,-1-1,0 1,0-1,0 1,0-1,0 1,0 0,3 14,0-1,-1 1,-1 0,0-1,-1 1,-1 0,0 0,-1 0,-1 0,-1-8,-1-1,0 0,0 0,-1 0,1-1,-1 0,-1 0,1 0,-1 0,0-1,0 0,-1 0,0-1,0 0,0 0,0 0,0-1,-1 0,1-1,-1 1,0-1,0-1,0 0,0 0,0 0,0-1,-4-1,-135 10,33-11,109 1,0-1,0 1,0-1,1 1,-1-1,0-1,1 1,0-1,0 0,-1 0,2 0,-1 0,0-1,1 1,-1-1,1 0,0 0,0 0,1 0,-1-1,0-2,-6-19,2-1,1 0,1 0,1-1,1 0,2 1,1-1,1 0,3-19,-2 30,1 0,0 0,1 0,0 1,2-1,0 1,1 0,0 1,1 0,1 0,1 0,0 1,1 1,0 0,1 0,0 1,1 1,0 0,1 0,0 2,1 0,0 0,7-2,-5 6,-1 1,1 1,0 0,0 1,0 1,0 0,0 2,14 1,9-1,134 0,-236 15,-70 6,81-15,0 1,0 3,1 3,-16 7,53-14,0 1,0 0,1 1,1 0,-1 1,2 0,-1 1,1 0,1 1,0 0,1 1,0-1,1 1,0 1,1-1,1 1,0 1,1-1,0 0,1 1,1 0,0 2,2-3,-1 0,2 0,0 0,1 0,0 0,1 0,1 0,0-1,1 0,0 0,1 0,0 0,1-1,1 0,0-1,0 1,1-2,1 1,3 2,-7-7,1-1,0 1,0-1,0-1,1 1,0-2,0 1,0-1,0 0,1 0,-1-1,1 0,-1 0,1-1,0-1,-1 1,1-1,0-1,0 0,3 0,22-6,-1 0,0-2,0-2,17-8,-39 15,-9 4,1-1,-1 1,0-1,1 0,-1 0,0 0,0 0,0 0,1 0,-1 0,0-1,-1 1,1-1,0 1,0-1,-1 0,1 0,-1 0,1 0,-1 0,0 0,0 0,0 0,0 0,0-1,0 1,0 0,-1-1,0 1,1 0,-1-1,0 1,0-1,0 1,0-1,-1 1,1 0,-1-1,1 1,-1 0,0-1,0 0,-6-7,0 1,-1 0,0 1,-1-1,1 2,-2-1,1 1,-1 0,0 1,0 0,-1 1,1 0,-1 1,-1 0,1 0,0 1,-7 0,-12-2,1 1,-1 2,0 1,0 2,-15 2,262-22,-186 16,-17 1,0 0,0 1,0 1,0 0,0 1,0 1,6 1,-21-4,1 1,0 0,0 0,-1 0,1 0,0 0,0-1,-1 1,1 0,0 0,0 0,-1 0,1 0,0 0,-1 0,1 0,0 0,0 0,-1 0,1 0,0 0,-1 0,1 0,0 0,0 0,-1 0,1 0,0 1,0-1,-1 0,1 0,0 0,0 0,-1 1,1-1,0 0,0 0,0 0,0 1,-1-1,1 0,0 0,0 1,0-1,0 0,0 0,0 1,0-1,-1 0,1 1,0-1,0 0,0 0,0 1,0-1,0 0,0 1,1-1,-1 0,0 0,0 1,-222 24,149-8,73-17,1 0,-1 0,0 0,1 0,-1 0,0 0,1 1,-1-1,0 0,0 0,1 0,-1 0,0 1,0-1,1 0,-1 0,0 1,0-1,0 0,1 1,-1-1,0 0,0 0,0 1,0-1,0 0,0 1,0-1,1 0,-1 1,0-1,0 0,0 1,0-1,0 0,-1 1,1-1,0 0,0 1,0-1,0 0,0 1,0-1,147-15,-90 5,82-4,-139 14,0 0,0 1,0-1,-1 0,1 1,0-1,0 0,0 0,0 1,-1-1,1 0,0 1,0-1,0 0,0 0,0 1,0-1,0 0,0 1,0-1,0 0,0 1,0-1,0 0,0 1,0-1,0 0,1 1,-1-1,0 0,0 0,0 1,0-1,1 0,-1 0,0 1,0-1,1 0,-1 0,0 1,0-1,1 0,-1 0,0 0,0 0,1 0,-1 1,0-1,1 0,-1 0,0 0,1 0,-1 0,0 0,1 0,-1 0,0 0,1 0,-1 0,0 0,0 0,1-1,-5 8,-10 18,7-14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7:10.41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211 158,'-6'-1,"1"0,-1 0,0 1,1 0,-1 0,0 0,1 1,-1-1,0 1,1 1,-1-1,1 1,0 0,-1 0,1 1,0-1,0 1,1 0,-1 1,0-1,1 1,0 0,0 0,0 0,1 1,-1-1,1 1,0 0,-2 4,0-2,1 0,-1 0,2 0,-1 1,1 0,0-1,0 1,1 0,0 1,1-1,0 0,0 0,1 1,0-1,0 1,1-1,0 0,0 0,1 1,0-1,0 0,1 0,1-1,-1 1,5 6,2-4,1 0,0-1,1-1,0 0,0-1,1 0,0-1,0 0,1-1,-1 0,1-1,0-1,0 0,0-1,1-1,-1 0,0-1,7-1,-13 1,-1-1,0 0,0-1,0 1,0-2,0 1,0-1,-1 0,1 0,-1-1,1 1,-1-2,-1 1,1-1,-1 1,1-2,-1 1,-1 0,1-1,-1 0,0 0,0 0,-1-1,0 1,0-1,0 0,-1 0,0 0,0 0,-1 0,0 0,0-1,-1-3,2-6,-1 1,-1-1,0 1,-2-1,0 1,0-1,-2 1,0 0,0 0,-7-14,7 22,0 0,0 0,-1 0,1 0,-2 1,1 0,-1 0,0 1,-1-1,1 1,-1 1,0-1,-1 1,1 0,-1 1,0 0,0 0,-1 1,1 0,-9-2,11 4,0-1,0 2,-1-1,1 1,0 0,0 0,-1 1,1 0,0 0,0 0,0 1,0 0,0 0,1 0,-1 1,0 0,1 0,0 0,0 1,0 0,0 0,1 0,-1 1,1-1,0 1,0 0,1 0,-1 0,1 1,-1 2,-3 6,0 0,1 0,1 1,0 0,1 0,0 0,1 1,1-1,1 1,0 0,1-1,1 1,0 0,1-1,0 1,2-1,4 15,-5-24,1 0,-1 0,1 0,0 0,1-1,-1 1,1-1,0 0,0-1,1 1,0-1,-1 0,1-1,0 1,1-1,-1 0,1-1,-1 1,1-2,0 1,0 0,0-1,6 0,-2 0,0 0,0-1,1-1,-1 1,0-2,0 0,0 0,0-1,0 0,-1-1,1 0,-1 0,0-1,6-5,-8 5,-1-1,0-1,-1 1,0-1,0 0,0 0,-1-1,0 0,0 0,-1 0,0 0,0-1,-1 0,0 1,-1-1,0 0,0 0,-1-1,0 1,-1 0,0 0,0-1,-1 1,0 0,-1 0,0 0,-2-8,0 3,0 0,-1-1,-1 2,0-1,-1 1,0-1,-1 2,0-1,-1 1,-1 1,0 0,0 0,-1 1,-1 0,1 1,-1 0,-1 1,6 4,0 1,-1 0,1 0,0 1,-1 0,1 0,-1 1,0 0,0 0,1 1,-1 0,0 1,0-1,1 1,-1 1,0-1,1 2,-1-1,1 1,0 0,0 0,0 1,0 0,1 0,-1 0,1 1,0 0,1 0,-1 1,1 0,0 0,-5 6,0 1,2 0,-1 1,2 0,0 0,0 1,1 0,1 0,1 0,0 0,1 1,0 0,1 0,1 14,1-20,0 0,0 0,1 0,1 0,0 0,0 0,1 0,0 0,0-1,1 0,1 1,-1-1,2-1,-1 1,1-1,0 0,1 0,0-1,0 0,1 0,-1-1,1 0,7 4,-4-4,-1 0,1-1,0-1,1 0,-1-1,1 0,0 0,-1-1,1-1,0 0,0 0,0-1,0-1,0 0,0-1,0 0,0-1,-1 0,1-1,-1 0,0-1,0 0,-1-1,1 0,-1 0,0-1,-1-1,0 0,3-2,-4 1,-1 0,1-1,-2 0,1 0,-1 0,-1-1,0 0,0 0,-1-1,0 1,-1-1,-1 1,0-1,0 0,-1 0,-1 0,0 0,0 0,-1 0,-1 0,0 0,-1 0,0 1,0-1,-2 1,1 0,-1 0,-1 0,0 1,-1 0,1 0,-2 1,0-1,0 1,0 1,-1 0,0 0,-1 1,0 0,-1 2,1-1,-1 1,0 1,0 0,0 1,-1 0,1 0,-1 1,1 1,-1 0,0 1,0 0,1 0,-1 1,0 1,1 0,-1 1,1 0,0 1,0 0,0 1,0 0,1 0,0 1,0 1,0-1,1 2,0-1,0 1,1 1,0 0,1 0,0 0,0 1,1 0,0 0,1 0,0 1,0 0,2 0,-1 1,3 1,0-1,0 1,2 0,-1 0,2 0,-1 0,2 0,0-1,0 1,2-1,-1 0,1 0,1 0,0-1,1 0,0 0,1 0,0-1,0 0,1-1,0 0,1 0,0-1,1 0,-1-1,1 0,1-1,-1 0,1-1,0 0,0-1,1 0,-1-1,2 0,-5 0,0-1,0 0,-1-1,1 0,0 0,0 0,0-1,1-1,-1 0,-1 0,1-1,0 0,0 0,0-1,-1 0,0 0,1-1,-1 0,-1-1,1 0,-1 0,0 0,0-1,3-4,-2 0,0-1,-2 0,1-1,-1 1,-1-1,0-1,-1 1,0-1,-1 0,0 1,-1-1,0 0,-1-1,-1 1,0 0,-1 0,0 0,-1 0,0 0,-1 0,-1 0,0 1,-1 0,0-1,-1 2,0-1,-1 1,0 0,-1 0,0 1,0 0,-1 0,-1 1,0 0,0 1,0 0,-1 0,-8-3,12 8,0 1,0 0,-1 0,1 0,0 1,-1 0,1 0,-1 1,1 0,-1 0,1 1,-1 0,1 0,-1 1,1 0,0 0,0 1,0 0,0 0,1 1,-1-1,1 2,0-1,0 0,-4 5,-10 10,1 1,1 1,1 0,0 2,2 0,1 0,1 1,0 1,2 0,1 1,2 0,-3 13,-5 20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7:18.49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0 319,'3'1,"1"0,-1-1,0 0,0 0,0 0,0 0,1 0,-1 0,0-1,0 0,0 0,0 0,0 0,0 0,0 0,0-1,0 1,-1-1,3-2,-1 2,51-32,-2-3,-1-2,39-39,-32 28,19-14,-77 64,0 0,-1 0,1 0,0 0,0 0,-1 0,1 0,0 0,0 0,0 0,-1 1,1-1,0 0,0 0,-1 1,1-1,0 0,-1 1,1-1,0 1,-1-1,1 1,-1-1,1 1,-1 0,1-1,-1 1,1 0,-1-1,0 1,1 0,-1-1,0 1,1 0,-1 0,0-1,0 1,0 0,0 0,0-1,0 1,0 0,0 0,0 0,0-1,0 1,0 0,-1 0,1-1,0 1,-1 0,1 0,-1 0,-12 183,8-69,5 0,9 50,-1-123,-2-54,-13-174,3-216,4 393,0 16,0 19,-14 434,2-192,12-455,-2 52,-17-113,8 194,11 54,-1 0,1 0,0 0,0 0,-1-1,1 1,0 0,-1 0,1 0,-1 0,1 0,0 0,-1 0,1 0,0 0,-1 0,1 0,0 0,-1 0,1 0,0 0,-1 0,1 0,0 1,-1-1,1 0,0 0,-1 0,1 0,0 1,0-1,-1 0,1 0,0 1,0-1,-1 0,1 1,0-1,0 0,0 1,0-1,-1 0,1 1,0-1,0 0,0 1,0-1,0 0,0 1,0-1,0 0,0 1,0-1,0 0,0 1,0-1,0 0,0 1,1-1,-1 0,0 1,0-1,0 1,-5 31,2 0,0 1,3 0,1 8,-1-16,1 66,5 0,13 69,-14-137,-5-23,0 0,0 0,0-1,0 1,0 0,0 0,0-1,0 1,0 0,0-1,0 1,0 0,0 0,1-1,-1 1,0 0,0 0,0 0,0-1,1 1,-1 0,0 0,0 0,0 0,1-1,-1 1,0 0,0 0,1 0,-1 0,0 0,0 0,1 0,-1 0,0-1,0 1,1 0,-1 0,0 0,1 0,-1 1,0-1,0 0,1 0,-1 0,0 0,0 0,1 0,-1 0,0 0,13-166,-12 128,-1 17,2-111,-13-111,2 197,3 48,-7 87,12-64,-1 534,2-660,-9-262,0 313,0 62,2 30,3 0,1 1,2-1,4 30,-3-63,19 236,-15-226,7-49,-5-272,-7 201,2 55,0 25,0 1,-2 0,0-1,-2 1,-3-18,-5 65,-8 143,3 121,15-104,8-313,-1 47,-3-1,-4 1,-10-66,-6 91,16 54,1 0,0-1,-1 1,1 0,-1 0,1-1,-1 1,1 0,-1 0,1 0,-1 0,1 0,-1 0,1 0,-1 0,1 0,-1 0,1 0,-1 0,0 0,1 0,-1 0,1 0,0 1,-1-1,1 0,-1 0,1 1,-1-1,1 0,-1 1,1-1,0 0,-1 1,1-1,0 1,-1-1,1 0,0 1,0-1,-1 1,1-1,0 1,0-1,0 1,0-1,0 1,-1-1,1 1,0-1,0 1,-7 20,0 0,2 0,0 1,1 0,1 0,0 12,1-14,-3 31,1 1,2-1,3 1,6 39,3-56,4-49,-5-15,-2-1,-1 0,-1 0,-2-1,0-15,0 4,11-312,-11 332,2 20,13 59,2 49,-4 0,-4 1,-5 13,-5-98,6-32,4-49,-4-1,-2 0,-3 0,-3-38,0 66,-5-68,-1 113,-3 402,2-280,7-474,0 175,0 690,0-716,0 222,-1-11,1 1,0 0,2-1,1 1,4 12,-8-33,1-1,0 1,0-1,0 1,0-1,0 1,0-1,0 1,0-1,0 1,0 0,0-1,0 1,0-1,0 1,0-1,1 1,-1-1,0 1,0-1,1 0,-1 1,0-1,0 1,1-1,-1 1,1-1,-1 0,0 1,1-1,-1 0,1 1,-1-1,1 0,-1 0,1 0,-1 1,1-1,-1 0,1 0,-1 0,1 0,-1 0,1 0,-1 0,1 0,-1 0,1 0,-1 0,1 0,0 0,-1-1,1 1,-1 0,0 0,1 0,-1-1,1 1,-1 0,1-1,-1 1,1 0,-1-1,0 1,1-1,14-32,-14 28,1 0,-1 0,0-1,-1 1,1 0,-1-1,0 1,0 0,-1-1,1 1,-3-5,0 4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7:28.99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799 11,'-45'9,"1"3,0 1,1 2,0 2,2 2,0 2,1 1,1 2,-28 24,53-34,0 0,1 1,1 1,1 0,0 1,1 0,1 1,0 0,1 0,1 1,1 0,1 0,0 1,2-1,0 1,1 0,1 0,1 6,2 18,1 1,2-1,2 0,2-1,2 0,1 0,15 30,-5-20,2 0,2-1,2-1,3-2,2-1,2-2,2-1,38 35,-53-58,1-2,1-1,0 0,2-2,0-1,1-1,0-1,1-2,1-1,0-1,0-1,1-1,0-2,1-1,-1-2,1-1,18-1,-22-4,1 0,-1-2,-1-1,1-1,-1-2,0 0,-1-2,0-1,-1 0,0-2,-1-1,0-1,-1-1,-2 0,1-2,-2 0,0-2,-2 0,0-1,-2 0,0-2,-1 1,-2-2,0 0,-2 0,0-1,-2 0,-1-1,-1 0,-2 0,0 0,-2 0,-1-1,-2-22,-3 16,-1 0,-2 0,-2 0,0 1,-3 0,-1 1,-1 0,-1 1,-2 1,-1 0,-2 1,0 1,-3 0,-13-13,-2 1,-1 1,-2 3,-2 1,-1 2,-2 3,-43-23,59 36,0 2,-1 1,-1 1,0 2,-1 1,0 2,0 1,-1 2,0 1,0 1,0 2,0 1,0 2,0 2,0 1,1 1,0 2,0 1,0 2,-11 6,12-2,1 2,0 1,2 1,0 1,1 2,1 1,1 1,1 1,-21 28,31-34,1 1,0 1,2 0,0 1,1 0,2 1,0 0,1 0,2 1,0 0,2 1,0-1,2 1,0 12,9 59</inkml:trace>
  <inkml:trace contextRef="#ctx0" brushRef="#br0" timeOffset="584.954">2082 11,'-8'-3,"-1"1,0 0,0 1,0 0,0 0,0 1,0 0,0 0,0 1,0 1,0-1,0 1,0 1,1 0,-1 0,1 1,0-1,0 2,0-1,0 1,1 1,-5 4,-9 10,1 1,1 1,1 1,1 1,1 0,1 1,2 1,0 0,2 1,0 0,2 1,1-1,2 2,-1 8,-5 17,3 0,2 0,3 1,2 0,2 0,6 43,-3-73,1 1,1-1,2 0,0-1,1 1,2-1,0-1,2 0,0 0,2-2,0 1,1-2,2 0,0 0,10 7,-6-9,1-1,0-1,1-2,0 0,1-1,1-1,0-2,1 0,0-2,0-1,1-1,0-1,0-1,0-1,0-2,0-1,11-2,-25 1,1-1,-1 0,0-1,0 0,-1-1,1-1,-1 0,0-1,0 0,0-1,-1 0,0-1,-1 0,0 0,0-1,0-1,-1 0,-1 0,0-1,0 1,-1-2,0 1,-1-1,1-5,3-15,-1 1,-2-1,-2-1,-1 1,-1-1,-2 0,-1 0,-1 0,-2 1,-2-1,-1 1,-1 0,-4-8,3 5,-2 0,-2 0,-1 1,-2 1,-1 0,-1 1,-2 1,-1 1,-2 0,0 2,-2 0,-1 2,-2 1,0 0,-1 3,-2 0,-13-7,29 22,0 0,-1 1,1 0,-1 2,0-1,-1 2,1 0,-1 1,0 0,1 1,-1 1,0 0,0 2,1 0,-1 0,1 1,0 1,0 1,0 0,0 1,1 0,-8 6,2 1,1 1,0 1,1 0,1 2,0 0,1 1,1 1,1 0,1 1,0 0,1 1,2 1,0 0,1 0,-3 16,-11 44</inkml:trace>
  <inkml:trace contextRef="#ctx0" brushRef="#br0" timeOffset="1116.941">3245 79,'-11'-3,"-1"2,0-1,0 2,0-1,0 2,1-1,-1 2,0 0,0 0,1 1,-1 0,1 1,0 0,0 1,1 0,-1 1,1 0,0 1,-5 4,-2 3,1 1,0 1,2 0,-1 0,2 2,0 0,1 0,1 1,1 1,-1 5,-2 3,1 1,2 0,1 1,1 0,2 1,1 0,1-1,2 1,1 1,1-1,2 0,1 0,1 0,2-1,1 0,6 16,-5-29,0-1,1 1,1-2,0 1,1-1,1-1,0 0,1-1,0 0,1-1,1 0,0-2,0 1,1-2,0 0,2 0,9 2,0 0,1-1,0-2,0-1,1-2,0 0,0-2,0-1,24-2,-38 1,0-2,-1 0,1 0,0-2,-1 0,0 0,1-1,-1-1,-1-1,1 0,-1 0,0-1,0-1,-1 0,0-1,-1 0,0-1,0 0,-1-1,0 0,-1-1,-1 0,1 0,-2-1,0 0,2-5,0-13,-1-1,-1 0,-2 0,-1 0,-2-1,-1 0,-1 1,-2-1,-1 1,-2-1,-1 1,-1 0,-2 1,-2 0,0 0,-6-6,5 7,-2 1,-1 0,-1 1,-1 1,-2 0,0 2,-2 0,-18-16,25 28,0 1,-1 0,0 1,-1 1,0 0,-1 1,0 1,0 1,0 0,-1 1,0 1,-1 1,1 0,-1 2,-13-1,10 4,0 0,0 1,0 2,1 0,0 1,-1 1,2 2,-1 0,1 0,0 2,1 1,0 0,1 1,-14 13,-14 13,2 2,2 2,1 2,-27 40,-23 37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7:14.68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51 385,'38'-21,"37"-29,-2-3,-3-3,-2-3,44-50,-66 73,-45 36,0 0,-1 1,1-1,0 0,-1 1,1-1,0 1,-1-1,1 1,0-1,-1 1,1 0,-1-1,1 1,-1 0,0-1,1 1,-1 0,0 0,1-1,-1 1,0 0,0 0,0 0,1-1,-1 1,0 0,0 0,0 0,-1 0,1-1,0 1,0 0,0 0,0 0,-1-1,1 1,0 0,-1 0,1 0,-20 127,-4 66,28-139,2 0,2 0,2-1,3 0,16 41,-18-59,-6-24,-2-16,-2-25,-1 26,-8-496,-5 404,13 95,0 0,0-1,-1 1,1 0,0 0,-1 0,1-1,0 1,-1 0,1 0,0 0,-1 0,1 0,0 0,-1 0,1 0,0 0,-1 0,1 0,0 0,-1 0,1 0,0 0,-1 0,1 0,0 1,-1-1,1 0,0 0,-1 0,1 0,0 1,0-1,-1 0,1 0,0 1,0-1,-1 0,1 0,0 1,0-1,0 0,0 1,-1-1,1 0,0 1,0-1,0 0,0 1,0-1,0 0,0 1,0-1,0 0,0 1,0-1,0 0,0 1,0-1,0 0,1 1,-1-1,0 0,0 1,0-1,0 0,1 1,-36 209,28-145,-5 35,4-1,4 39,0-339,-28-201,29 386,3 35,14 537,-14-494,7-94,4-52,-4-1,-4 0,-3 0,-4 0,-8-36,1 86,17 229,3 218,-3-358,0-66,2-68,-4 0,-3 0,-7-48,-20-198,20 310,3 40,3 657,2-626,4-66,-5-31,-1-1,-2 0,-2 1,-9-39,10 61,-47-216,41 210,10 26,-1 0,0 1,1-1,-1 0,0 0,0 0,1 1,-1-1,0 0,0 0,1 1,-1-1,0 0,0 1,0-1,1 0,-1 1,0-1,0 0,0 1,0-1,0 0,0 1,0-1,0 1,0-1,0 0,0 1,0-1,0 0,0 1,0-1,0 1,0-1,0 0,-1 1,1-1,0 0,0 0,0 1,-1-1,1 0,0 1,0-1,-1 0,1 0,0 1,0-1,-1 0,1 0,0 0,-1 1,1-1,0 0,-1 0,1 0,-1 0,1 0,0 0,-1 0,1 0,0 0,-1 0,1 0,0 0,-1 0,1 0,-1 0,1 0,-1 0,4 125,5 1,11 44,-17-156,-1-2,1-1,0 1,1-1,0 0,1 0,0 0,1 0,1 2,-6-13,1 1,-1-1,1 0,-1 0,1 0,-1 0,1 0,-1 1,1-1,-1 0,1 0,0 0,-1 0,1 0,-1-1,1 1,-1 0,1 0,-1 0,1 0,-1-1,1 1,-1 0,1 0,-1-1,0 1,1 0,-1-1,1 1,-1 0,0-1,1 1,-1-1,0 1,1-1,-1 1,0 0,0-1,0 1,1-1,-1 1,0-1,0 0,0 1,0-1,0 1,0-1,0 1,0-1,0 1,0-1,0 1,0-1,0 1,-1-1,1 1,0-1,0 1,0-1,-1 1,1-1,0 1,-1-1,12-276,12-121,-25 346,1 51,1 1,-1-1,0 1,1-1,-1 1,1-1,-1 1,0 0,1-1,-1 1,0 0,1-1,-1 1,0 0,0 0,1 0,-1 0,0 0,0-1,1 1,-1 1,0-1,0 0,1 0,-1 0,0 0,0 0,1 1,-1-1,0 0,1 1,-1-1,0 0,1 1,-1-1,0 1,1-1,-1 1,-139 116,45-34,4 3,-12 22,90-94,14-20,22-27,31-43,4 3,3 2,4 4,18-14,-15 29,-68 53,0-1,0 0,0 1,0-1,0 0,0 0,0 1,0-1,0 0,0 1,1-1,-1 0,0 0,0 1,0-1,0 0,1 0,-1 0,0 1,0-1,0 0,1 0,-1 0,0 0,0 1,1-1,-1 0,0 0,1 0,-1 0,0 0,0 0,1 0,-1 0,0 0,1 0,-1 0,0 0,0 0,1 0,-1 0,0 0,1 0,-1 0,0 0,0 0,1 0,-1-1,0 1,0 0,1 0,-1 0,0 0,1-1,-17 25,-17 14,-2-1,-1-2,-2-2,-1-1,-2-2,-1-2,-31 15,59-34,-70 45,122-93,154-148,-337 319,65-61,180-172,-83 84,28-30,2 2,2 2,1 2,27-15,-74 55,-2-1,0 1,0 0,0-1,0 1,0 0,1 0,-1 0,0 0,1 0,-1 0,0 0,1 0,-1 1,1-1,0 0,-1 1,1-1,-1 1,1 0,0 0,-1 0,1-1,0 1,-1 1,1-1,0 0,-1 0,1 1,0-1,-1 1,1-1,-1 1,1 0,-1-1,1 1,-1 0,1 0,-1 0,0 0,0 0,1 1,-1-1,1 1,-1 12,0 0,0 0,-1 0,-1 0,0 0,-1 0,-3 7,0 15,3-23,-16 137,2 84,17-26,-1-230,2 1,0-1,1 0,2 1,0 0,7-20,-12 40,0 0,0 0,0 0,0 0,0 0,0 1,0-1,0 0,1 0,-1 0,0 0,0 0,1 0,-1 1,1-1,-1 0,0 0,1 1,0-1,-1 0,1 0,-1 1,1-1,0 1,-1-1,1 1,0-1,0 1,0-1,-1 1,1-1,0 1,0 0,0 0,0-1,-1 1,1 0,0 0,0 0,0 0,0 0,0 0,0 0,0 0,0 1,-1-1,1 0,0 0,0 1,0-1,0 0,-1 1,1-1,0 1,0-1,-1 1,1 0,0-1,-1 1,1 0,-1-1,1 1,-1 0,1 0,-1-1,1 1,-1 0,0 0,4 12,-1 1,0-1,-1 1,-1-1,0 1,0 0,-2 9,1-4,-7 46,8-87,51-148,-39 145,-5 42,-9 13,0 0,-2 0,-1 0,-6 21,5-35,1-33,14-49,-7 95,-3 25,-24-67,9 9</inkml:trace>
  <inkml:trace contextRef="#ctx0" brushRef="#br0" timeOffset="5632.836">399 666,'0'1,"0"-1,0 0,0 0,0 0,0 1,1-1,-1 0,0 0,0 0,0 1,0-1,0 0,1 0,-1 0,0 1,0-1,0 0,1 0,-1 0,0 0,0 0,0 0,1 0,-1 1,0-1,0 0,1 0,-1 0,0 0,0 0,1 0,-1 0,0 0,0 0,1 0,-5 30,-5 26,4 1,2 0,3 45,1-237,-24 183,17-41,149-9,-116-1</inkml:trace>
  <inkml:trace contextRef="#ctx0" brushRef="#br0" timeOffset="52087.579">212 1321,'53'-24,"202"-136,-242 152,-20 30,-4 6,1 0,1 0,1 1,2 0,0 1,2 0,2 0,1 28,-4 13,-6 90,0-489,8 124,4 691,6-451,-6-36,0 0,-1 0,1 0,0 0,0-1,-1 1,1 0,0-1,0 1,-1 0,1-1,0 1,-1-1,1 1,0-1,-1 0,1 1,-1-1,1 1,-1-1,1 0,-1 1,0-1,1 0,-1 0,0 1,1-1,-1 0,0 0,0 0,0 1,0-1,0 0,0 0,0 0,0 0,0 1,0-2,7-39,-2 0,-1-1,-3 0,-2-25,1 15,-1-116,10 228,-9-55,9 75,-4 0,-3 1,-3-1,-11 65,1-78,9-93,17-269,8 25,-17 343,24 315,-24-376,-4-42,11-461,-5 972,-3-322,-6-157,1 0,-1 1,0-1,0 0,0 0,0 0,-1 0,1 0,0 0,-1-1,1 1,-1 0,0-1,0 1,1-1,-1 0,0 1,0-1,0 0,-1 0,1 0,0-1,0 1,0 0,-1-1,1 1,0-1,-1 0,1 0,0 0,0 0,-1 0,1-1,0 1,-1-1,1 1,0-1,0 0,0 0,-2-1,-16 1,-128-2,257-15,67-5,-370 24,97-1,407 0,-452-2,127-1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8:10.79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38,'0'0,"0"-1,0 0,0 1,0-1,0 1,0-1,0 1,0-1,0 0,0 1,0-1,1 1,-1-1,0 1,0-1,1 1,-1-1,0 1,0-1,1 1,-1-1,1 1,-1-1,0 1,1 0,-1-1,1 1,-1 0,1-1,-1 1,1 0,-1 0,1-1,0 1,-1 0,1 0,-1 0,1 0,-1 0,1 0,0 0,-1 0,1 0,-1 0,2 0,8-5,1 2,0-1,0 1,0 1,1 0,-1 1,0 0,1 1,-1 0,1 0,-1 1,0 1,0 0,1 1,-1 0,-1 0,1 1,0 1,-1 0,4 3,-9-3,-1 0,0 1,0 0,-1-1,1 1,-1 1,-1-1,1 0,-1 1,0 0,0-1,-1 1,0 0,0 0,-1 0,0 0,0-1,0 1,-1 0,0 0,-1 0,1-1,-1 1,0 0,-1-1,0 0,0 0,0 0,-1 0,0 0,0 0,0-1,-1 0,1 0,-1 0,-1-1,1 1,-1-1,1 0,-1-1,0 0,-1 0,1 0,-6 2,12-6,1 1,-1-1,0 1,0 0,0-1,1 1,-1-1,0 1,0-1,0 1,0-1,0 1,0-1,0 1,0-1,0 1,0-1,0 1,0-1,0 1,0-1,0 1,-1-1,1 1,0 0,0-1,-1 1,1-1,0 1,0 0,-1-1,1 1,0 0,-1-1,1 1,-1 0,1-1,-1 1,13-3,0 1,0 0,0 0,0 1,1 1,-1 0,0 1,0 0,0 1,0 0,0 1,0 1,-1-1,1 2,-1 0,0 0,-1 1,1 0,-1 1,0 0,-1 0,1 1,-2 1,1 0,-1 0,0 0,6 11,-12-17,-1 1,1 0,0 0,-1 0,0 0,0 0,0 0,0 0,-1 0,1 0,-1 0,0 0,-1 0,1 1,-1-1,1 0,-1 0,-1 0,1 0,0 0,-1-1,0 1,0 0,0-1,0 1,-1-1,1 0,-1 1,-1 0,-5 4,0 1,-1-2,0 1,0-1,-1-1,0 0,0 0,-1-1,-3 1,-6 2,-1-2,0 0,0-1,0-1,-1-1,0-1,1-1,-1 0,0-2,-16-3,34 3,0 1,0-1,0 0,0-1,1 1,-1-1,0 0,1 0,-1 0,1-1,0 1,0-1,0 0,0 0,-1-2,5 4,-1 0,1 0,0 0,0-1,0 1,-1 0,1 0,0 0,0 0,1 0,-1-1,0 1,0 0,0 0,1 0,-1 0,1 0,-1 0,1 0,-1 0,1 0,0 0,-1 0,1 0,0 0,0 1,-1-1,1 0,0 0,0 1,0-1,0 1,0-1,0 1,0-1,0 1,0 0,1-1,-1 1,0 0,0 0,0 0,0 0,0 0,1 0,35-12,3 2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8:13.42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303 581,'-18'-5,"0"1,-1 1,1 1,-1 0,1 1,-19 2,29 0,1 0,0 0,0 1,0 0,0 0,0 0,0 1,1 0,-1 1,1-1,0 1,0 0,0 1,1-1,-1 1,1 1,0-1,1 1,-1 0,1 0,0 1,0 0,1 0,0 0,0 0,1 0,-1 0,2 1,-1-1,1 1,0-1,1 1,0 5,0-9,0 0,0-1,1 1,0 0,-1-1,1 1,1-1,-1 1,0-1,1 0,0 1,0-1,0 0,0 0,0 0,0 0,1-1,0 1,-1-1,1 1,0-1,0 0,0 0,0 0,1-1,-1 1,1-1,-1 1,1-1,8 0,-1-1,0 0,0-1,0 0,1 0,-1-1,0-1,-1 0,1 0,0-1,-1-1,0 1,0-2,0 1,-1-1,0-1,0 0,5-5,1 0,-1 0,0-1,-1 0,0-1,-1-1,-1 0,0-1,-2 0,1 0,-2-1,0 0,-1 0,-1-1,0 0,-2-1,0 1,-1-1,-1 0,1-13,-1-1,-2 0,-2 1,-1-1,-1 1,-1 0,-3 0,0 0,-2 1,-12-27,20 52,-1 0,0 1,0-1,0 0,0 1,-1 0,0 0,0 0,0 0,-1 1,0 0,0 0,4 3,0 1,0-1,-1 1,1-1,-1 1,1 0,0 0,-1 0,1 0,-1 0,1 0,0 0,-1 0,1 0,-1 1,1-1,0 1,-1-1,1 1,0-1,0 1,-1 0,1 0,0 0,0-1,0 1,0 0,0 0,0 0,0 1,0-1,1 0,-1 0,0 0,1 1,-1-1,1 0,-1 2,-8 17,1 0,0 0,2 1,0 0,2 1,0-1,0 22,3-36,-5 38,3 0,1 1,3-1,1 1,5 20,-4-47,1 0,0 1,2-2,0 1,1-1,0 0,2 0,0-1,1 0,1 0,0-1,1-1,14 14,-20-23,0 0,1 0,0-1,0 0,0 0,0 0,1-1,0 0,0-1,0 0,0 0,1-1,-1 1,1-2,-1 1,1-2,0 1,-1-1,1 0,0-1,0 0,-1 0,1-1,-1 0,1 0,-1-1,0 0,0-1,0 0,-1 0,1 0,-1-1,5-4,-2-2,0-1,-1 0,0 0,-1-1,0 0,-1 0,0-1,-1 0,-1 0,0 0,-1-1,-1 0,0 0,-1 0,0 0,-2 0,1 0,-2 0,0 0,-1 0,0 0,-5-14,7 28,0-1,0 0,0 0,0 0,-1 0,1 1,0-1,-1 0,0 0,1 0,-1 1,0-1,0 0,0 1,0-1,0 1,0-1,0 1,0 0,-1-1,1 1,-1 0,1 0,-1 0,1 0,-1 0,0 0,1 0,-1 1,0-1,0 1,1-1,-1 1,0-1,0 1,0 0,-1 0,-1 4,0 1,1-1,0 1,0 0,0 0,1 0,-1 0,1 0,0 0,1 1,-1-1,1 1,0-1,1 1,-1 0,1-1,0 3,0 2,-1-1,2 1,-1 0,1 0,1 0,0 0,0-1,1 1,0-1,0 1,1-1,0 0,1-1,0 1,1-1,0 0,0 0,0-1,1 1,0-2,1 1,0 0,51 29,1-10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8:13.99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0 349,'152'-329,"-141"309,-11 20,0 1,0-1,-1 0,1 0,0 0,0 1,0-1,0 0,0 0,0 1,-1-1,1 0,0 0,0 1,0-1,0 0,0 0,0 1,0-1,0 0,0 1,0-1,0 0,0 0,0 1,0-1,0 0,1 0,-1 1,0-1,0 0,0 0,0 1,0-1,1 0,-1 0,0 0,0 1,0-1,1 0,-1 0,0 0,0 0,1 1,-1-1,0 0,0 0,1 0,-1 0,0 0,0 0,1 0,-1 0,0 0,0 0,1 0,-1 0,0 0,0 0,1 0,-1 0,0 0,-17 251,34 138,-16-379,-1 1,0-1,0 0,-1 0,-1 0,1 0,-2 0,0 0,0-1,0 1,-1-1,-1 0,1 0,-2 0,1-1,-1 1,-1-1,5-6,1-1,-1 0,0 0,0 0,0 0,0 0,0-1,0 1,0-1,0 1,0-1,-1 0,1 1,0-1,0 0,0 0,0-1,0 1,-1 0,1-1,0 1,0-1,0 0,0 0,0 0,0 0,1 0,-1 0,0 0,0-1,1 1,-1 0,1-1,-1 0,1 1,0-1,-1-1,-39-72,41 75,0 0,0-1,0 1,0 0,0-1,0 1,0 0,0-1,0 1,0-1,1 1,-1 0,0 0,0-1,0 1,1 0,-1-1,0 1,0 0,1 0,-1-1,0 1,1 0,-1 0,0 0,1-1,-1 1,0 0,1 0,-1 0,0 0,1 0,-1 0,0 0,1 0,-1 0,0 0,1 0,-1 0,1 0,-1 0,0 0,1 0,-1 0,0 0,1 0,-1 1,0-1,1 0,-1 0,0 0,1 1,-1-1,0 0,0 0,1 1,-1-1,0 0,0 1,0-1,1 1,3 0,26 6,1-1,-1-1,1-2,0-1,0-1,-1-2,1-1,10-3,15-2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8:11.17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0 494,'15'41,"1"-1,2 0,2-1,1-1,2-1,2-1,2 0,-22-30,-2-1,0-1,0 0,0 0,0 0,1-1,0 1,0-1,0 0,0 0,0 0,1 0,-1-1,1 1,0-1,4 1,-7-4,0 0,0 0,1 0,-1 0,0-1,0 1,0-1,-1 1,1-1,0 1,-1-1,1 0,0 0,-1 0,0 0,0 0,1 0,-1 0,-1-1,1 1,0 0,0-1,-1 1,1 0,-1-1,0 1,0-1,0-1,0 4,17-250,-16 248,-1-1,1 1,-1-1,1 1,0 0,0-1,0 1,0 0,0 0,0 0,1-1,-1 1,1 0,-1 1,1-1,0 0,0 0,0 1,0-1,0 1,0 0,0-1,0 1,1 0,-1 0,0 1,1-1,-1 0,1 1,-1-1,1 1,-1 0,1 0,-1 0,1 0,1 1,29 3,0 2</inkml:trace>
  <inkml:trace contextRef="#ctx0" brushRef="#br0" timeOffset="889.67">777 587,'-6'-5,"-1"0,1 1,0-1,-1 1,0 1,0-1,0 1,-1 1,1-1,-1 1,1 1,-1-1,0 1,1 0,-1 1,0 0,0 0,0 1,1 0,-1 0,0 1,1 0,-1 0,1 1,0 0,0 0,0 1,0 0,0 0,-4 4,6-4,-1 1,1 0,0 0,1 1,-1-1,1 1,0 0,1 0,-1 0,1 1,0-1,1 1,-1 0,1 0,1 0,-1 0,1 0,1 0,-1 0,1 0,0 0,1 0,0 5,3-8,-1-1,1 0,-1 1,1-1,0 0,0-1,0 1,0-1,1 0,-1 0,1 0,-1 0,1-1,0 0,0 0,-1 0,1-1,0 1,0-1,0 0,0-1,-1 1,1-1,0 0,0 0,-1 0,1-1,0 0,-1 0,4-1,-1-1,0 0,1 0,-1 0,-1-1,1 1,0-2,-1 1,0-1,-1 0,1 0,-1-1,0 1,-1-1,0 0,3-5,0 33,-7-17,2 1,-1 0,0-1,1 1,0-1,0 1,1-1,-1 0,1 0,0 0,0 0,0-1,0 1,1-1,-1 0,1 0,0 0,0 0,0-1,0 1,1-1,-1 0,1 0,-1-1,1 1,-1-1,4 0,1 1,1-1,0-1,-1 1,1-1,-1-1,1 0,-1 0,1-1,-1 0,0-1,0 0,0-1,7-3,-5 1,0-1,0 0,-1-1,0 0,-1 0,1-1,-2-1,1 0,-1 0,-1 0,0-1,0 0,-1 0,0-1,-1 0,-1 0,0 0,0 0,-1-1,1-11,0-12,-1 0,-1 0,-3 0,0 0,-3-1,-6-30,7 53,-2-20,-1 0,-2 1,-1-1,-2 2,-10-22,21 53,0 0,0 1,0-1,-1 0,1 0,0 0,-1 0,1 0,-1 1,1-1,-1 0,0 0,1 1,-1-1,1 0,-1 1,0-1,0 1,1-1,-1 1,0-1,0 1,0 0,0-1,0 1,1 0,-1-1,0 1,0 0,0 0,0 0,0 0,0 0,0 0,0 0,0 0,1 1,-2-1,-20 31,9 11,2 0,1 1,3 0,1 0,0 40,3-55,1 0,1 0,1 1,2-1,1 0,1 0,1 0,1-1,2 0,1 0,1 0,7 11,-13-32,0 0,0-1,1 1,0-1,0 0,0 0,1-1,0 1,0-1,0-1,0 1,0-1,1 0,0 0,-1-1,1 0,0 0,0-1,0 1,0-1,0-1,1 0,-1 0,0 0,0-1,0 0,0 0,0-1,0 0,0 0,6-3,0 0,0-1,-1 0,0-1,0 0,0-1,-1 0,0-1,-1 0,0-1,0 0,-1 0,-1-1,1 0,-2-1,0 0,0 0,0-1,-3-2,-16 33,10-10,0 1,0-1,1 1,0 0,0 0,1-1,1 1,-1 0,1 0,1-1,1 6,-3-11,1 0,0 1,0-1,1 0,-1 0,1 1,0-1,0-1,0 1,0 0,0 0,0-1,1 1,-1-1,1 0,0 0,0 0,-1 0,2 0,-1 0,0-1,0 0,0 1,1-1,-1 0,0-1,1 1,-1-1,1 1,1-1,1-1,0 1,0-1,0-1,0 1,0-1,-1 0,1 0,0-1,-1 1,0-1,0-1,0 1,0-1,0 0,0 0,-1 0,0 0,0-1,0 0,-1 0,1 0,-1 0,0 0,-1-1,1 1,-1-1,0 0,-1 0,1 0,-1 0,0-6,1 7,-1-2,0 1,0 0,-1 0,0 0,0 0,0 0,-1-1,0 1,0 0,0 0,-1 0,0 0,0 1,-1-1,1 0,-1 1,0 0,-1 0,0 0,1 0,-1 0,-1 1,1-1,-1 1,1 0,-1 1,-1-1,1 1,0 0,-3-1,4 3,-1 0,1 0,0 0,-1 1,1 0,-1 0,1 0,-1 0,1 1,-1-1,1 1,-1 0,1 1,0-1,0 1,0 0,0 0,0 0,0 0,0 1,1-1,-1 1,1 0,-1 0,1 1,0-1,1 1,-1-1,1 1,-1 0,1 0,0 0,0 0,1 0,-1 0,1 1,0-1,0 1,1-1,-1 0,1 1,0-1,0 1,0-1,1 1,0-1,-1 1,2-1,-1 0,0 1,1-1,1 3,15 20</inkml:trace>
  <inkml:trace contextRef="#ctx0" brushRef="#br0" timeOffset="1422.246">1805 761,'8'-68,"-4"-1,-2 1,-5-22,3 79,-1 0,0-1,-1 1,0 0,-1 0,0 0,-1 0,0-1,4 12,0 1,0-1,0 0,1 1,-1-1,0 1,0-1,0 0,0 1,0-1,0 1,1-1,-1 0,0 1,0-1,0 1,0-1,-1 0,1 1,0-1,0 1,0-1,0 0,0 1,0-1,-1 1,1-1,0 0,0 1,-1-1,1 0,0 0,0 1,-1-1,1 0,0 1,-1-1,1 0,0 0,-1 0,1 1,-1-1,1 0,0 0,-1 0,1 0,0 0,-1 0,1 0,-1 0,1 0,-1 0,1 0,0 0,-1 0,1 0,-1 0,1 0,0 0,-1-1,1 1,4 9,1 0,0 0,0 0,1-1,0 0,0 0,1-1,0 0,1 0,-1 0,1-1,1 0,-1-1,1 0,0 0,0-1,7 3,-13-6,8 5,-5-4,0 1,-1-1,1 1,-1 1,1-1,-1 1,0 0,0 0,-1 0,1 0,-1 1,0 0,0 0,-1 0,0 1,1-1,-2 1,1 0,8 62,11 30,-20-95,0 0,0 0,0 0,1 0,-1-1,1 1,-1-1,1 1,0-1,0 0,0 0,0 0,0-1,0 1,1-1,-1 1,1-1,-1 0,1-1,-1 1,1 0,-1-1,1 0,0 0,-1 0,2 0,91-27,-84 22,-1-2,0 1,0-1,0-1,-1 0,0 0,0-1,-1 0,-1-1,1 0,-2 0,1-1,-1 0,-1 0,5-11,-6 13,-8 27,1-7,0 2,0 0,1 0,0 1,1-1,1 0,0 1,3 8,-4-18,1-1,0 1,0-1,0 1,1-1,-1 1,1-1,0 0,0 0,0 0,0 0,0 0,1 0,-1 0,1-1,0 1,0-1,0 0,0 0,0 0,0 0,1-1,-1 1,1-1,-1 0,1 0,-1 0,1 0,0-1,0 1,21-3,-1-3</inkml:trace>
  <inkml:trace contextRef="#ctx0" brushRef="#br0" timeOffset="1675.569">2408 226,'-16'-2,"-6"1,4 6,10 6,14 8,7 2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8:19.36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264 505,'-5'-3,"-1"-1,1 2,-1-1,0 0,0 1,0 0,0 1,0-1,0 1,0 1,0-1,0 1,-1 0,1 0,0 0,0 1,-1 0,1 1,0-1,0 1,1 0,-1 1,0-1,1 1,-1 0,0 1,-3 3,0 1,1 1,0-1,0 1,1 1,0-1,0 1,1 0,1 1,0 0,0-1,1 2,0-1,1 0,0 1,1 0,0-1,1 1,0 9,1-18,0 0,1 0,-1 1,1-1,-1 0,1 0,0 0,0 0,0 0,1 0,-1 0,1-1,-1 1,1 0,0-1,0 1,0-1,0 0,1 1,-1-1,1 0,-1 0,1-1,0 1,0-1,-1 1,1-1,0 0,0 0,0 0,1 0,-1-1,0 1,0-1,0 0,0 0,1 0,-1 0,0-1,0 1,0-1,3 0,11-6,-1 0,-1 0,1-2,-1 0,-1 0,0-2,0 0,-1 0,0-1,-1-1,-1 0,0 0,0-1,-2-1,0 0,0 0,4-14,-1 1,-1 0,-2 0,-1-1,-1-1,-2 1,0-1,-3 0,0 0,-2 0,-1 0,-1 0,-2 0,-1 1,-6-23,8 42,0-1,-1 1,0 0,0 0,-1 0,-1 1,1-1,-5-3,9 11,0 1,-1 0,1 0,0 0,-1 0,1 0,-1 0,0 0,1 0,-1 0,0 1,0-1,1 1,-1-1,0 1,0 0,0-1,1 1,-1 0,0 0,0 1,0-1,0 0,1 1,-1-1,0 1,0-1,1 1,-1 0,0-1,1 1,-1 0,1 0,-1 1,1-1,-1 0,1 0,0 1,0-1,0 1,-1-1,1 1,1-1,-1 1,0-1,0 1,1 0,-1 0,0-1,1 1,0 2,-13 25,2 2,2-1,0 1,2 1,2-1,0 1,2 0,2 23,-1-24,2-1,0 0,3 0,0 0,2-1,6 21,-8-39,0-1,1 1,0-1,1 0,0-1,0 1,1-1,0 0,1 0,0-1,0 0,1 0,0-1,0 0,1 0,0-1,0 0,1-1,9 5,-6-5,-1-1,1 0,1 0,-1-2,0 1,1-2,-1 0,1 0,-1-1,1-1,-1 0,1-1,-1-1,0 0,0 0,0-2,0 1,-1-2,1 1,-1-2,-1 0,1 0,-1-1,-1 0,1-1,-1 0,-1-1,0 0,0-1,-1 1,0-2,-1 1,0-1,-1 0,-1 0,5-13,-8 17,1-1,-1-1,0 1,-1 0,0 0,0-1,-1 1,-1 0,1-1,-2 1,1 0,-1 0,0 0,-1 0,0 0,-1 0,1 1,-2-1,0 1,4 6,0 1,0 0,0-1,0 1,0 0,0 0,-1 0,1 0,0 0,-1 0,1 1,-1-1,1 0,-1 1,1-1,-1 1,1 0,-1-1,0 1,1 0,-1 0,1 0,-1 0,0 0,1 0,-1 0,0 1,1-1,-1 1,1-1,-1 1,1 0,-1-1,1 1,0 0,-1 0,1 0,-1 0,-35 53,34-45,0 0,1 0,0 0,1 0,0 0,0 0,1 1,0-1,1 0,0 0,0 1,1-1,0 0,1 0,0-1,0 1,1 0,0-1,0 0,1 0,0 0,1-1,0 0,0 0,0 0,1 0,0-1,0-1,1 1,7 4,2-1,1 0,0-1,1-1,0-1,0 0,0-2,8 1,55 7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8:17.17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0 335,'17'14,"0"2,-2 0,0 1,-1 0,-1 1,6 10,-15-21,0 0,0 1,0-1,-1 1,0 0,0 0,-1 0,0 0,-1 0,0 1,0-1,0 0,-1 1,-1-1,1 1,-1-1,-1 0,0 4,-6 3,6-30,9-2,1-1,0 2,2-1,0 1,1 0,0 1,2 0,-1 1,2 1,0 0,0 1,2 0,-12 8,4-3,-1 0,1 1,0 0,0 1,1 0,0 0,0 1,0 0,0 0,1 1,6-1,-12 4,-1 1,0 0,0 0,0 1,0-1,0 1,0 0,0-1,0 1,-1 0,1 1,-1-1,0 0,1 1,-1 0,0-1,0 1,-1 0,1 0,-1 0,1 0,-1 0,0 0,0 0,0 1,0-1,-1 0,0 0,1 1,-1-1,0 0,0 1,-1-1,1 0,-1 1,0-1,-10 187,10-188,0 1,1 0,-1-1,1 1,0 0,0 0,0-1,0 1,1 0,-1 0,1-1,-1 1,1 0,0-1,0 1,0-1,1 1,-1-1,0 1,1-1,0 0,-1 0,1 0,0 0,0 0,0 0,0 0,1-1,-1 1,0-1,1 0,-1 1,1-1,0 0,-1 0,1-1,0 1,2 0,6-3,1 0,-1 0,0-1,0 0,0-1,0-1,0 0,-1 0,0-1,0 0,-1 0,0-1,0-1,0 0,0 0,51-50,-31 42,-17 11,-2-1,1 0,-1-1,0 0,0 0,-1-1,0 0,0-1,-1 1,0-2,0 1,-1-2,-6 9,0 0,0 0,0 1,0-1,-1 0,1 0,-1 0,1 0,-1 0,0 0,0 0,0 0,0 0,0 0,0 0,0 0,-1 0,1 0,-1 0,1 0,-1 0,0 1,0-1,0 0,0 0,0 1,0-1,-1 1,1-1,0 1,-1-1,1 1,-1 0,1 0,-1-1,0 1,0 0,1 1,-4-3,0 1,0 0,0 0,0 1,0 0,0 0,-1 0,1 0,0 1,0 0,-1 0,1 0,0 1,-2 0,2-1,0 2,-1-1,1 1,0-1,0 2,0-1,0 0,1 1,-1 0,1 0,-1 0,1 1,0 0,0-1,1 1,-1 1,1-1,0 0,0 1,0 0,0-1,1 1,0 0,0 0,1 1,-1-1,1 0,0 1,0-1,1 0,0 1,0-1,0 1,0-1,1 0,0 1,0-1,1 0,-1 0,1 1,1 1,4 1,-1-1,2 0,-1 0,1-1,0 0,0 0,1-1,-1 0,1 0,0-1,1 0,-1-1,1 0,-1-1,1 0,0 0,4 0,33 5</inkml:trace>
  <inkml:trace contextRef="#ctx0" brushRef="#br0" timeOffset="467.775">1097 375,'1'16,"1"-1,1 0,0 0,1 0,0 0,1 0,1-1,1 0,0 0,0 0,1-1,1 0,1-1,-1 0,2 0,0-1,0-1,1 0,0 0,1-1,0-1,3 2,-14-8,1-1,-1 1,1-1,0 1,0-1,-1 0,1 0,0 0,0-1,0 1,0-1,0 1,0-1,0 0,0 0,0 0,0-1,0 1,0-1,0 0,0 0,0 0,0 0,0 0,-1 0,1-1,0 1,-1-1,1 0,-1 0,2-1,4-9,0 0,0-1,-1 0,-1-1,0 1,0-1,-2 0,2-8,2-2,10-34,-10 29,1 0,1 1,2 0,1 1,13-22,14 14,-22 31</inkml:trace>
  <inkml:trace contextRef="#ctx0" brushRef="#br0" timeOffset="848.279">1846 442,'-5'12,"1"-1,1 2,0-1,0 0,1 1,1-1,0 1,1 11,1-18,-1-1,1 0,0 0,0 0,1 0,0 0,0 0,0 0,0 0,1-1,-1 1,1-1,0 1,1-1,-1 0,1-1,0 1,0-1,0 1,0-1,0 0,3 1,-3-2,-1 0,1-1,0 1,0 0,0-1,0 0,0 0,0 0,0-1,0 1,0-1,1 0,-1 0,0-1,0 1,0-1,0 0,0 0,0 0,0 0,0-1,0 0,0 0,-1 0,1 0,-1 0,1-1,-1 0,0 1,3-4,0-1,0 0,0 0,-1-1,0 0,0 0,-1 0,0-1,0 1,-1-1,0 0,0 0,-1 0,0-6,-1 5,-1 0,0 1,0-1,-1 0,0 0,-1 0,0 0,-1 0,0 1,0 0,-1-1,-3-4,5 10,0-1,-1 1,1 0,-1 0,0 1,0-1,0 1,-1-1,1 1,-1 0,0 0,1 0,-2 1,1 0,0-1,0 1,-1 1,1-1,-1 1,1-1,-1 1,0 1,1-1,-1 1,0-1,1 1,-2 1,0 0,0 0,-1 1,1 0,0 0,1 1,-1 0,0 0,1 0,0 1,0-1,0 1,0 0,0 1,1-1,0 1,0 0,0 0,0 0,1 1,0-1,0 1,1 0,-1 0,1 0,0 0,1 0,-1 4,2-7,0 0,1 0,-1-1,1 1,-1 0,1 0,0-1,0 1,1-1,-1 1,0-1,1 1,-1-1,1 0,0 1,0-1,0 0,0 0,0-1,0 1,1 0,-1-1,0 1,1-1,-1 0,1 0,0 0,-1 0,1 0,0 0,0-1,0 0,32 9</inkml:trace>
  <inkml:trace contextRef="#ctx0" brushRef="#br0" timeOffset="1101.601">2314 375,'0'14,"0"11,0 8,0 5,2 3,1 0,2-4,2-5,3-8,0-8</inkml:trace>
  <inkml:trace contextRef="#ctx0" brushRef="#br0" timeOffset="1277.13">2286 0,'-7'2,"3"8,8 11,11 12,2-1</inkml:trace>
  <inkml:trace contextRef="#ctx0" brushRef="#br0" timeOffset="1502.051">2580 508,'13'-1,"0"-1,0 0,-1-1,1-1,-1 0,0 0,0-1,-1-1,1 0,-1-1,-1 0,1 0,-1-1,0-1,-1 0,0 0,0-1,-1 0,-1 0,1-1,-2 0,4-7,-6 13,-1-1,0-1,0 1,0 0,-1-1,0 1,0-1,-1 0,0 0,0 0,0 0,-1 1,0-1,0 0,-1 0,0 0,0 0,-1 0,1 1,-2-1,1 1,-1-1,0 1,0 0,0 0,-1 0,-1-1,4 6,-1 0,1 0,-1 0,1 0,-1 1,0-1,1 0,-1 0,0 1,1 0,-1-1,0 1,0 0,0 0,1-1,-1 1,0 1,0-1,0 0,1 0,-1 1,0-1,0 1,1-1,-1 1,1 0,-1 0,0 0,1 0,-1 0,1 0,-1 0,-39 48,34-38,0 1,1 1,0-1,1 1,1 0,0 0,0 1,2-1,-1 1,2 0,0 0,0-1,1 1,1 0,1 0,0-1,2 9,-1-16,0 0,0 0,0-1,1 1,0-1,0 0,1 0,0 0,-1-1,1 1,1-1,-1 0,1-1,-1 1,1-1,0 0,0-1,1 1,-1-1,4 0,9 3,1-1,1-1,-1 0,0-2,20-1,29-3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8:15.82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281 121,'-1'-5,"0"-1,-1 1,0-1,0 1,-1 0,1 0,-1-1,0 2,-1-1,1 0,-1 1,0 0,0-1,0 2,-1-1,1 0,-1 1,0 0,0 0,0 0,0 1,-1 0,1 0,-1 0,1 0,-1 1,0 0,1 0,-1 1,0 0,0 0,1 0,-1 0,0 1,-4 1,1 4,0 0,0 1,1 0,0 1,0 0,0 0,1 1,1 0,-1 0,1 0,1 1,0 0,0 0,1 0,0 1,1-1,0 1,1 0,0 0,0 0,2 0,-1 0,1 6,0-14,0 1,0-1,1 1,-1-1,0 1,1-1,0 1,0-1,0 0,0 1,1-1,-1 0,1 0,0 0,0 0,0 0,0-1,1 1,-1 0,1-1,-1 0,1 1,0-1,0 0,0-1,0 1,0 0,0-1,0 0,1 0,-1 0,1 0,-1 0,1-1,-1 1,1-1,7-2,0-1,0 0,0-1,0 0,-1 0,0-1,0-1,0 0,-1 0,0-1,0 0,0 0,-1-1,0 0,0-1,-1 0,-1 0,1 0,4-10,-5 10,0-1,-1 1,0-1,0-1,-1 1,-1-1,0 1,0-1,-1 0,0 0,-1 0,0 0,-1-1,0 1,-1 0,-1-6,-8 3,2 33,5 5,0 0,2 1,1-1,1 1,1-1,1 0,1 0,1 0,1 0,1-1,8 17,-13-35,0 0,0 0,0 0,0-1,1 1,0 0,0-1,0 0,0 1,1-1,0-1,0 1,0-1,0 1,0-1,1 0,-1 0,1-1,0 0,0 1,0-2,0 1,0 0,0-1,1 0,-1-1,0 1,6-1,28-10,-2-7</inkml:trace>
  <inkml:trace contextRef="#ctx0" brushRef="#br0" timeOffset="479.904">696 162,'-5'-48,"-2"80,6-15,2 0,0 0,0 1,2-1,0-1,3 10,-5-21,1 0,0 1,0-1,0 0,0 0,1 0,-1-1,1 1,1-1,-1 1,1-1,-1 0,1 0,0 0,1-1,-1 0,1 0,-1 0,1 0,0 0,0-1,2 0,-2-1,-1 0,1 0,0-1,0 0,0 0,0 0,0-1,0 0,0 0,0 0,-1 0,1-1,0 1,-1-1,1-1,-1 1,0 0,0-1,0 0,0 0,0 0,-1-1,4-3,2-3,0 0,-1-1,0 0,-1 0,0-1,0 0,-2 0,2-4,15-70,-21 230,19-39,-20-102,1-1,0 1,0 0,0-1,0 0,0 1,1-1,-1 0,1 1,0-1,-1 0,1 0,0 0,0 0,0-1,1 1,-1-1,0 1,1-1,-1 0,1 1,-1-1,1-1,-1 1,1 0,0-1,-1 1,1-1,0 0,0 0,-1 0,1 0,0 0,-1-1,1 1,2-1,8-6,0 0,0 0,0-1,-1-1,-1 0,0 0,0-1,-1-1,0 1,0-2,-1 0,-1 0,0 0,-1-1,0-1,-1 5,-1 0,0-1,-1 1,0-1,0 0,-1 0,0 0,-1-1,0-1,-2 12,0 0,-1 0,1 1,-1-1,1 0,-1 0,1 0,0 1,-1-1,1 0,-1 0,1 0,-1 0,1 0,-1 0,1 0,-1 0,1 0,-1 0,1 0,-1 0,1 0,-1 0,1-1,-1 1,1 0,0 0,-1-1,1 1,-1 0,1 0,0-1,-1 1,1 0,0-1,-1 1,1 0,0-1,-1 1,1-1,0 1,0-1,0 1,-1-1,1 1,0 0,0-1,0 1,0-1,0 1,0-1,0 1,0-1,0 1,0-1,0 1,0-1,0 1,1-1,-1 1,-3 6,1 1,0 0,1 0,0 0,0 1,0-1,1 0,0 0,1 0,-1 0,1 1,1-1,-1 0,1 0,0-1,1 1,0 0,0-1,0 1,1-1,0 0,0 0,1-1,-1 1,1-1,0 0,1 0,-1-1,1 1,0-1,3 1,32 23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8:35.64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59 134,'-2'4,"0"1,0-1,0 0,0 1,1 0,0-1,0 1,0 0,0 0,1 0,0 0,0-1,0 1,1 5,0-8,-1 1,1-1,0 1,-1-1,1 1,0-1,0 1,1-1,-1 0,0 0,1 0,0 0,-1 0,1 0,0 0,0 0,0-1,0 1,0-1,0 1,1-1,-1 0,0 0,1 0,-1 0,1 0,0 0,72 6,-71-8,1 1,0-1,0 1,0-2,-1 1,1 0,0-1,-1 0,1 0,-1 0,0-1,0 1,0-1,0 0,0 0,-1-1,1 1,-1-1,0 1,0-1,0 0,0 0,-1-1,0 1,0 0,0-1,0 0,-1 1,1-1,-1 0,-4-96,2 97,0 0,-1 0,1 0,-1 1,1-1,-1 1,0-1,-1 1,1 0,-1-1,1 1,-1 0,0 1,0-1,0 0,0 1,0 0,-1 0,1 0,-1 0,0 0,1 1,-4-2,0 2,1 0,-1 0,0 0,1 1,-1 0,0 0,1 0,-1 1,1 0,-1 1,1-1,-1 1,1 0,0 1,0 0,0 0,0 0,0 0,1 1,-1 0,1 0,0 1,1-1,-1 1,1 0,0 1,0-1,0 0,1 1,0 0,0 0,0 0,1 0,0 1,0-1,0 3,-13 81,13-47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8:36.1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1 258,'2'-19,"1"-10,2-7,0-4,2 0,2 2,-1 6,-1 12,-3 17,-1 15,-1 16,-2 13,0 12,0 10,0 6,4 0,1-12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8:36.64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91,'5'-7,"0"0,0 1,1-1,0 1,0 0,0 1,1-1,0 1,0 0,0 1,1 0,-1 0,1 1,0 0,0 0,0 1,1 0,-1 0,0 1,1 0,-1 0,1 1,3 0,-9 1,-1-1,0 1,0-1,0 1,1 0,-1-1,0 1,0 0,0 1,0-1,-1 0,1 0,0 1,0-1,-1 1,1 0,-1-1,0 1,1 0,-1 0,0 0,0 0,0 0,0 0,0 0,-1 0,1 0,-1 1,1-1,-1 0,0 0,0 0,0 1,0-1,0 2,-24 78,3-46,-2-1,-2-2,-1 0,-12 11,-3 4,25-19,16-28,0-1,1 1,-1 0,0-1,0 1,1 0,-1-1,0 1,1 0,-1-1,1 1,-1-1,1 1,-1-1,1 1,-1-1,1 1,-1-1,1 0,0 1,-1-1,1 0,0 1,-1-1,1 0,0 0,-1 0,1 1,0-1,0 0,-1 0,1 0,0 0,-1 0,1-1,0 1,0 0,-1 0,1 0,0-1,-1 1,2 0,172-43,-26 10,-85 22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8:37.19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69,'40'-15,"1"2,0 1,1 2,29-2,-69 11,0 0,0 0,0 1,0-1,1 0,-1 1,0-1,0 1,1 0,-1 0,0 0,1 0,-1 0,0 0,0 1,1-1,-1 1,0-1,0 1,0 0,0 0,0 0,0 0,0 0,0 1,0-1,0 0,0 1,-1 0,1-1,-1 1,1 0,-1 0,0 0,0 0,1 0,-1 0,-1 0,1 0,0 0,0 0,-1 1,1-1,-1 0,0 1,-4 8,-1 0,0-1,-1 1,0-1,-1 0,0 0,-1-1,0 0,0 0,-1-1,0 0,-3 2,-62 42,74-51,0-1,-1 0,1 1,0-1,0 0,0 1,-1-1,1 1,0-1,0 0,0 1,0-1,0 1,0-1,0 1,0-1,0 0,0 1,0-1,0 1,0-1,0 1,1-1,-1 0,0 1,0-1,0 0,1 1,-1-1,0 0,0 1,1-1,-1 0,0 1,1-1,-1 0,0 0,1 1,-1-1,0 0,1 0,-1 0,1 1,-1-1,0 0,1 0,-1 0,1 0,-1 0,1 0,-1 0,0 0,1 0,-1 0,1 0,-1 0,1 0,-1 0,0-1,1 1,-1 0,1 0,-1 0,0-1,1 1,-1 0,0 0,1-1,-1 1,0 0,2 0,24 2,-11-1,1 0,-1 1,0 1,0 0,0 1,0 0,0 2,0 0,-13-5,1 0,-1 0,1 1,-1 0,0-1,0 1,0 0,0 0,0 0,0 0,0 0,-1 1,1-1,-1 0,1 1,-1-1,0 1,0 0,0-1,-1 1,1 0,0 0,-1-1,0 1,0 0,0 0,0 0,0-1,0 1,-1 0,1 0,-2 2,-1 5,-1 0,0-1,-1 1,0-1,0 0,-1 0,0 0,-3 1,-93 93,49-58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8:37.6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40 1,'-9'28,"1"0,1 0,1 1,2 0,1 0,1 22,8 5,-6-55,0 0,1 1,-1-1,1 0,-1 0,1 1,0-1,-1 0,1 0,0 0,0 0,0 0,0 0,0 0,0 0,0 0,0-1,0 1,0 0,1-1,-1 1,0-1,0 1,1-1,-1 1,0-1,1 0,-1 0,0 0,1 0,-1 0,0 0,1 0,-1 0,0 0,1-1,-1 1,1-1,11-4,-1-1,1 0,-2-1,1-1,-1 0,0 0,-1-1,9-10,-7 8,69-68,-67 71,-18 26,-15 51,3 0,3 1,2 16,3-30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8:38.00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1,'2'14,"5"8,7 6,4 5,5 1,0-1,-1-3,-3-3,-4-1,-5 0,-8-1,-10-1,-12-6,-9-5,-7-6,3-3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8:38.25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92,'18'-9,"13"-5,8-3,7-1,1 3,1 4,-8 4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8:38.7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240 25,'-6'-3,"0"0,0 0,0 0,-1 0,1 1,-1 0,1 1,-1-1,0 1,1 0,-1 1,0 0,0 0,0 0,1 1,-1 0,0 0,1 1,-1 0,1 0,-1 1,1-1,0 1,-5 3,3 4,0 0,1 0,0 0,1 1,0 0,1 0,0 1,1 0,0-1,1 1,0 1,0-1,2 0,0 1,0-1,1 1,0-1,1 0,2 7,-2-5,2-1,0 1,0-1,1 0,1 0,0 0,1 0,0-1,1 0,1 1,-5-8,1 1,0-1,0 0,0 0,1 0,0-1,0 0,0 0,0 0,1 0,0-1,-1 0,1 0,0-1,1 1,-1-1,0 0,1-1,-1 0,1 0,5 0,-5-1,-1-1,1 0,-1-1,1 1,-1-1,0-1,0 1,0-1,0 0,0 0,0 0,-1-1,0 0,0 0,0-1,0 1,-1-1,1 0,-1 0,0-1,-1 1,0-1,1 0,-2 0,1 0,-1 0,1-3,-2 7,-1 0,1 1,-1-1,1 0,-1 0,0 0,0 1,0-1,0 0,0 0,0 0,0 1,-1-1,1 0,-1 0,1 0,-1 1,0-1,1 0,-1 1,0-1,0 1,0-1,-1 1,1-1,0 1,0 0,-1 0,1 0,-1-1,1 1,-1 0,1 1,-1-1,0 0,1 0,-1 1,0-1,0 1,1-1,-1 1,0 0,0 0,0 0,1 0,-1 0,0 0,0 1,-6 2,0 0,1 0,-1 1,1 1,0-1,0 1,1 0,0 1,0-1,0 1,0 1,1-1,0 1,0 0,1 0,0 0,0 0,1 1,-3 6,-30 106,26-62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8:50.11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174 62,'-6'-1,"2"1,1 0,-1-1,1 1,-1-1,0 0,1 0,0 0,-1 0,1 0,0-1,-1 0,1 1,0-1,0 0,-2-2,21-12,-4 12,0-1,1 1,-1 1,1 0,-1 1,1 0,0 1,0 1,0 0,0 1,-1 0,12 2,-20-1,0 0,0-1,0 1,0 1,0-1,-1 0,1 1,-1 0,0 0,0 0,0 0,0 0,0 1,-1-1,1 1,-1 0,0 0,0 0,-1 0,1 0,-1 0,0 0,1 2,9 100,-13-51,-3 0,-1 0,-8 23,0-37,7-32</inkml:trace>
  <inkml:trace contextRef="#ctx0" brushRef="#br0" timeOffset="249.849">0 343,'16'-14,"19"-11,24-11,22-5,25-6,19-3,9 0,-18 8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8:24.39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8979 12634,'27'-11,"21"-27,2-7</inkml:trace>
  <inkml:trace contextRef="#ctx0" brushRef="#br0" timeOffset="-1490.569">6091 12086,'0'21,"0"17,2 12,4 7,2 0,0-3,-1-6,-4-11,-3-12</inkml:trace>
  <inkml:trace contextRef="#ctx0" brushRef="#br0" timeOffset="-830.337">5971 11778,'26'20,"2"0,1-2,0-1,1-2,1 0,18 4,116 63,-157-76,0 0,0 0,0 1,-1 0,0 1,-1-1,1 1,-1 0,-1 1,0 0,0 0,0 0,-1 0,-1 0,0 1,0 0,0 0,-2 0,1 0,-1 0,0 0,-1 0,-1 0,0 2,-11 149,12-158,1-1,-1 1,1 0,0-1,0 1,1-1,-1 1,0-1,1 1,-1-1,1 0,0 0,0 0,0 0,0 0,0 0,0 0,0-1,1 1,-1-1,1 0,-1 1,1-1,-1 0,1-1,0 1,-1 0,1-1,0 1,82-4,-75 0,0 0,-1-1,1 0,-1 0,0-1,0 0,-1 0,1-1,-1-1,-1 1,1-1,-1 0,0-1,-1 0,0 0,0 0,0-1,-1 0,-1 0,1 0,-2-1,1 1,-1-1,1-8,1-2,9 55,-11-22,0 1,1-1,1 0,1 0,0 0,0-1,1 0,1 0,0 0,0-1,1-1,1 1,0-1,0-1,1 0,0-1,2 1,-10-7,0 0,1-1,-1 1,1-1,-1 0,1 0,-1 0,1-1,0 1,0-1,-1 0,1 0,0 0,0 0,-1-1,1 1,0-1,-1 0,1 0,-1-1,1 1,-1-1,0 0,1 1,-1-1,0-1,0 1,0 0,-1-1,1 0,-1 1,1-1,-1 0,0 0,1-3,9-17,-2 0,-1-1,-1 0,-1-1,-1 1,-1-1,-1-1,-2 1,0 0,-2-4,10-193,-15-141,3 327,2 4,-2 1,-1 0,-1 0,-1 0,-9-22,14 51,0 1,0-1,0 1,0-1,0 1,-1-1,1 1,-1-1,1 1,-1-1,0 1,1 0,-1-1,0 1,0 0,0 0,0 0,0-1,0 1,0 0,-1 0,1 1,0-1,0 0,-1 0,1 1,-1-1,1 0,0 1,-1-1,1 1,-1 0,1 0,-1-1,1 1,-1 0,0 0,1 0,-1 1,1-1,-1 0,1 1,-1-1,1 1,0-1,-1 1,1-1,-1 1,1 0,0 0,0 0,-1 0,1 0,0 0,0 0,0 0,0 0,0 1,0-1,1 0,-1 0,0 1,0 1,-11 18,2 1,0 1,2-1,0 1,1 1,2 0,0 0,2 0,0 0,2 0,1 8,-1 27,3 0,3 0,2 0,3 0,2-1,3-1,3 0,2-2,2 0,10 15,-27-58,1 0,0 0,1 0,0-1,0 0,1 0,1-1,0 0,0 0,1-1,5 3,-13-11,0 1,-1-1,1 0,0 0,0 0,0 0,0 0,0 0,0-1,0 1,0-1,0 1,0-1,1 0,-1 0,0 0,0 0,0 0,0 0,1 0,-1-1,0 1,0-1,0 0,0 0,0 0,0 0,0 0,-1 0,1 0,0 0,0-1,-1 1,1-1,-1 1,1-1,-1 0,0 0,15-22</inkml:trace>
  <inkml:trace contextRef="#ctx0" brushRef="#br0" timeOffset="-576.999">6813 11618,'30'5,"30"3,27 3,22 6,11 8,-16-2</inkml:trace>
  <inkml:trace contextRef="#ctx0" brushRef="#br0" timeOffset="-251.329">7561 12380,'0'0,"-1"0,1 0,-1 1,0-1,1 0,-1-1,1 1,-1 0,1 0,-1 0,0 0,1 0,-1 0,1-1,-1 1,1 0,-1 0,1-1,-1 1,1 0,0-1,-1 1,1-1,-1 1,1 0,0-1,-1 1,1-1,0 1,-1-1,1 1,0-1,0 0,0 1,0-1,-1 1,1-1,0 1,0-1,0 1,0-1,0 0,0 1,0-1,0 1,1-1,-1 1,0-1,0 1,0-1,1 1,-1-1,0 0,23-276,-21 256,-2 0,0-1,-2 1,0 0,-1 0,-1 0,-1-1,1 14,12 21,9 1,0 0,1-1,1-1,-1-1,2-1,0-1,0 0,0-1,13 2,84 39,-112-47,1 0,-1 0,-1 1,1 0,0 0,-1 0,1 1,-1-1,0 1,0 0,0 0,-1 1,1-1,-1 1,0-1,-1 1,1 0,-1 0,0 0,0 1,0-1,-1 0,0 1,0-1,0 1,-1-1,1 1,-2 0,1-1,-1 3,-4 7,-1 0,0 0,-1 0,-1-1,0 0,-1 0,-1-1,-5 6,-52 91,65-106,1-1,0 1,0-1,1 1,-1-1,1 1,-1 0,1-1,0 1,1-1,-1 1,1-1,-1 1,1 0,0-1,0 0,0 1,1-1,-1 0,1 1,0-1,0 0,0 0,0-1,1 1,-1 0,1-1,0 1,-1-1,1 0,0 0,0 0,1 0,-1-1,0 1,0-1,1 0,-1 0,1 0,-1 0,2 0,140 20,-64-17</inkml:trace>
  <inkml:trace contextRef="#ctx0" brushRef="#br0" timeOffset="-2201.217">3498 12073,'-8'2,"0"0,1 1,0 0,-1 1,1-1,0 1,0 1,1-1,0 1,-1 0,2 1,-1-1,0 1,1 0,0 1,1-1,0 1,0 0,0 0,0 0,1 1,1-1,-1 1,1 0,0 0,1-1,0 1,0 0,1 0,0 0,0 0,1 3,1-6,-1-1,1 1,0-1,0 0,0 1,1-1,-1 0,1 0,0-1,0 1,0-1,1 1,-1-1,1 0,0 0,0-1,0 1,0-1,1 0,-1 0,0 0,1 0,-1-1,1 0,0 0,0 0,0 0,9 0,0 1,0-2,0 0,-1 0,1-1,0-1,0-1,11-2,-9-1,0 1,-1-2,0 0,0-1,-1 0,0-1,0-1,-1 0,0-1,-1-1,0 1,-1-2,0 0,-1 0,0-1,7-14,-6 7,-11 21,0 0,0 1,0-1,0 0,0 0,0 0,0 0,0 1,1-1,-1 0,0 0,0 0,0 1,0-1,0 0,1 0,-1 0,0 0,0 0,0 0,0 1,1-1,-1 0,0 0,0 0,0 0,1 0,-1 0,0 0,0 0,0 0,1 0,-1 0,0 0,0 0,0 0,1 0,-1 0,0 0,0 0,0 0,1 0,-1 0,0 0,0-1,0 1,1 0,-1 0,0 0,0 0,0 0,0 0,0-1,1 1,-1 0,0 0,0 0,0-1,0 1,0 0,0 0,0 0,0 0,0-1,0 1,0 0,4 21,-4-18,2 12,1 0,0-1,1 1,0-1,1 0,1 0,0 0,5 5,-9-15,1 1,0-1,0 1,0-1,0 0,1-1,0 1,0 0,0-1,0 0,0 0,1 0,0-1,-1 1,1-1,0 0,0-1,0 1,0-1,0 0,0 0,1 0,-1-1,0 0,4 0,-2-1,0-1,-1 1,1-1,-1 0,1-1,-1 0,0 0,0 0,0-1,-1 0,1 0,-1 0,0-1,0 1,0-1,-1 0,1-1,-1 1,-1-1,2-1,6-14,0 1,-1-1,-1-1,-1 0,1-6,6-26,-3 105,-9-26,2-1,1 1,0-1,2-1,3 7,-8-23,1-1,-1 1,1-1,0 0,0 0,1 0,-1-1,2 1,-1-1,0 0,1-1,0 1,0-1,0 0,1-1,-1 0,1 0,0 0,0 0,0-1,29 5</inkml:trace>
  <inkml:trace contextRef="#ctx0" brushRef="#br0" timeOffset="-1745.889">4674 11952,'43'1,"-1"2,1 2,-1 1,0 3,25 8,-56-13,0 0,-1 0,0 0,0 2,0-1,0 1,-1 0,0 1,6 6,-12-10,0 0,0 0,-1 0,1 0,-1 0,0 1,0-1,0 1,-1-1,1 1,-1 0,0 0,0 0,0-1,0 1,-1 0,1 0,-1 0,0 0,0 0,-1 0,1 0,-1 0,0 0,0 0,0 0,0-1,-2 3,-3 5,0-1,-1 0,0 0,-1-1,0 0,0 0,-1-1,-9 7,-2 2,21-17,0 0,0 1,-1-1,1 0,0 0,-1 0,1 0,0 0,-1 1,1-1,0 0,-1 1,1-1,-1 0,1 1,-1-1,1 1,-1-1,1 1,-1-1,1 1,-1-1,1 1,-1 0,0-1,1 1,-1-1,0 1,0 0,1-1,-1 1,0 0,0-1,0 1,0 0,0 0,0-1,0 1,0 0,0-1,0 1,0 0,-1-1,1 1,0 0,0-1,-1 1,1 0,0-1,-1 1,1-1,-1 1,1-1,-1 1,1-1,-1 1,1-1,-1 1,1-1,-1 0,0 1,1-1,-1 0,1 1,-1-1,0 0,0 0,1 0,-1 0,0 1,182-7,-172 5,0 1,0-1,-1 1,1 1,0 0,0 0,-1 0,1 1,0 1,-1 0,0 0,0 0,0 1,0 0,0 1,-1-1,0 1,0 1,0 0,-1 0,1 0,-1 1,-5-5,0 0,-1 1,1-1,-1 0,1 1,-1-1,0 1,0-1,0 0,0 1,0-1,0 0,-1 1,1-1,-1 0,1 1,-1-1,0 0,0 0,0 1,-1-1,1 0,0 0,-1-1,1 1,-1 0,-1 1,-53 40,-118 38,144-70</inkml:trace>
  <inkml:trace contextRef="#ctx0" brushRef="#br0" timeOffset="-4415.748">62 11859,'7'76,"-3"1,-4 0,-3 0,-3 0,-4-1,-4 7,-5-16,19-68,1 1,-1 0,0 0,0-1,0 1,1 0,-1-1,0 1,0 0,0-1,0 1,0 0,0-1,0 1,1 0,-1-1,0 1,0-1,0 1,-1 0,1-1,0 1,0 0,0-1,0 1,0 0,0-1,0 1,-1 0,1-1,0 1,0 0,0 0,-1-1,1 1,0 0,0 0,-1-1,1 1,0 0,0 0,-1 0,1-1,0 1,-1 0,1 0,0 0,-1 0,1 0,0 0,-1 0,1 0,-1 0,1 0,0 0,-1 0,1 0,0 0,-1 0,1 0,0 0,-1 0,1 0,0 0,-1 1,1-1,0 0,-1 0,-2-229,4 163,-9-146,12 253,2-17,1 0,1-1,1 1,1-2,1 0,1 0,1-1,0 0,2-1,1-1,0 0,1-1,1-1,0-1,2 0,0-1,19 10,28 1,-65-25,0-1,0 1,0-1,1 0,-1 0,0 0,0 0,0-1,0 1,0 0,0-1,0 1,0-1,0 0,0 0,0 0,-1 0,1 0,0 0,0 0,-1 0,1-1,-1 1,1-1,-1 1,0-1,1 0,-1 1,0-1,0 0,0 0,0-1,5-17,0 0,-2 0,0 0,-2-1,0 1,-1-20,-1 24,11-269,-11 282,0-1,1 0,-1 1,1-1,0 0,-1 1,2-1,-1 1,0 0,1-1,0 1,-1 0,1 0,1 0,-1 0,0 0,1 0,-1 1,1-1,0 1,0 0,0-1,0 1,0 1,0-1,1 0,-1 1,1 0,16-3</inkml:trace>
  <inkml:trace contextRef="#ctx0" brushRef="#br0" timeOffset="-3979.516">744 11939,'-75'413,"71"-395,11-60,77-338,-56 282,-13 72,-15 26,1 0,0 0,-1 0,1 0,-1 0,1 0,0 0,-1 0,1 0,-1 0,1 0,-1 0,1 0,0 0,-1 0,1 1,-1-1,1 0,-1 0,1 1,-1-1,1 0,-1 1,1-1,-1 1,0-1,1 0,-1 1,1-1,-1 1,0-1,1 1,-1-1,0 1,0-1,0 1,1 0,-1-1,0 1,0-1,0 1,0-1,0 1,0 0,61 188,125 307,-175-454,-13-40,-3-7</inkml:trace>
  <inkml:trace contextRef="#ctx0" brushRef="#br0" timeOffset="-3349.683">676 12140,'121'-6,"-1"-6,-1-4,31-13,-78 16,3 9,-73 5,0 0,-1 1,1-1,-1 1,0 0,1-1,-1 1,0 0,0 0,0 0,0 0,0 0,-1 0,1 0,0 0,-1 0,0 0,1 0,-1 1,0-1,0 0,0 0,-1 0,1 0,0 0,-1 0,0 1,1-1,-1 0,0 0,0 0,0 0,-1 6,-12 60,3 0,2 0,2 67,36-343,-21 162,2 0,1 0,3 1,6-10,-4 27,-15 28,-1-1,0 1,1 0,-1-1,0 1,1 0,-1-1,0 1,1 0,-1-1,1 1,-1 0,1 0,-1 0,0-1,1 1,-1 0,1 0,-1 0,1 0,-1 0,1 0,-1 0,1 0,-1 0,1 0,-1 0,1 0,-1 0,0 1,1-1,-1 0,1 0,-1 0,1 1,-1-1,0 0,1 0,-1 1,0-1,1 0,-1 1,0-1,1 1,-1-1,0 0,0 1,1-1,-1 1,0-1,0 1,0-1,0 0,1 1,-1-1,0 1,0-1,0 1,0 0,39 175,-34-156,0 0,1 0,1-1,1 0,1 0,0-1,1 0,1 0,1-1,6 6,-17-22,-1 0,1 0,0 0,0 1,0-1,0 0,0 0,0 0,0 0,0-1,1 1,-1 0,0 0,0-1,1 1,-1-1,1 1,-1-1,0 1,1-1,-1 0,1 0,-1 0,1 0,-1 0,0 0,1 0,-1 0,1-1,-1 1,1 0,-1-1,0 1,1-1,-1 0,0 1,0-1,1 0,-1 0,0 0,0 0,0 0,0 0,0 0,7-13,-2 0,1 0,-2-1,0 1,0-1,-1 0,-1-1,-1 1,0-1,-1 1,1-4,29-334,-31 350,0 2,0-1,-1 1,1 0,0 0,0 0,0 0,0-1,0 1,0 0,0 0,0 0,0-1,1 1,-1 0,0 0,1 0,-1 0,1 0,-1-1,1 1,0 0,-1 0,1 1,0-1,0 0,-1 0,1 0,0 0,0 1,0-1,0 0,0 1,0-1,0 1,1-1,-1 1,0-1,0 1,1 0,13 8,0 3</inkml:trace>
  <inkml:trace contextRef="#ctx0" brushRef="#br0" timeOffset="-2876.938">1987 11899,'1'98,"-1"63,-13 83,67-954,-54 707,0-8,3 21,3 20,1 1,2-2,1 1,1-2,2 1,1-2,1 0,1 0,1-1,2-1,6 5,240 260,-260-284,-2-4,-1 1,1-1,-1 0,1 1,-1 0,0-1,0 1,0 0,-1 0,1 0,0 0,-1 1,0-1,0 0,0 1,0-1,-1 0,1 1,-1-1,0 1,0-1,0 1,0-1,-1 0,1 1,-1-1,-1 2,-1-1,-1-1,0 0,0 0,-1 0,1 0,-1-1,1 0,-1 0,0 0,0 0,0-1,0 1,-4-1,-33 7,-1-2,1-2,-1-2,-9-2,10 0</inkml:trace>
  <inkml:trace contextRef="#ctx0" brushRef="#br0" timeOffset="-60301.071">3698 549,'-11'156,"8"96,4-147,-4 1112,-17-816,-18-1,-19 13,52-380,-72 467,0 302,68-134,-9 164,-110 221,95-838,2 45,10 1,12 83,18 276,-6-563</inkml:trace>
  <inkml:trace contextRef="#ctx0" brushRef="#br0" timeOffset="-58095.016">3792 763,'-8'-23,"2"-1,0 0,2 0,0-1,1-17,-10-59,8 78,-1 0,-1 0,0 0,-2 1,-1 0,-1 1,0 0,-2 1,0 0,-1 1,-1 0,-15-13,-21-18,51 50,0 0,0-1,-1 1,1 0,0 0,0-1,0 1,0 0,-1 0,1-1,0 1,0 0,0-1,0 1,0 0,0-1,0 1,0 0,0 0,0-1,0 1,0 0,0-1,0 1,0 0,0-1,0 1,0 0,0-1,0 1,1 0,-1 0,0-1,0 1,0 0,0 0,1-1,-1 1,0 0,0 0,1-1,-1 1,0 0,0 0,1 0,-1 0,0 0,1-1,-1 1,0 0,0 0,1 0,-1 0,0 0,1 0,-1 0,0 0,1 0,-1 0,0 0,1 0,-1 0,0 0,1 1,-1-1,0 0,0 0,1 0,25 4,57 15,2-3,64 3,483-10,-417-11,21 1,1079 10,-998 1,-1 15,200 46,-512-71,-2 0,0-1,0 1,0 0,0 0,0 0,0 0,0 0,0 1,0-1,0 0,0 1,0 0,0-1,0 1,0 0,-1 0,1 0,0 0,0 0,-1 0,1 1,-1-1,1 0,-1 1,0-1,0 1,1 0,-1-1,0 1,0 0,-1 0,1 0,0 0,-1 0,1-1,-1 1,1 0,-1 0,0 0,0 1,0-1,0 0,0 1,-51 127,39-62,3 0,1 60,4-54,0-15,-79 976,72-940,-62 700,59-576,-42 559,19-371,17 1,22 158,50 448,-23-638,31 91,-42-341,-6 1,-6 1,-8 102,-19 226,18-247,-16 66,12-209,-6 51,5 0,5 28,11-97,-8-48,0 1,0-1,0 0,0 1,1-1,-1 0,0 0,0 1,0-1,1 0,-1 1,0-1,0 0,1 0,-1 0,0 1,0-1,1 0,-1 0,0 0,1 1,-1-1,0 0,1 0,-1 0,0 0,1 0,-1 0,0 0,1 0,-1 0,1 0,-1 0,0 0,1 0,-1 0,0 0,1 0,-1-1,0 1,1 0,-1 0,0 0,0 0,1-1,-1 1,0 0,1 0,-1-1,0 1,0 0,0 0,1-1,-1 1,0 0,0-1,0 1,0 0,0-1,1 1,-1 0,0-1,7-12</inkml:trace>
  <inkml:trace contextRef="#ctx0" brushRef="#br0" timeOffset="-56830.311">3190 8837,'0'48,"-2"14,3 1,2-1,4 0,2 0,8 22,-9-52,1 0,2 0,2-1,1-1,1 0,1-1,2 0,0-1,2-2,1 0,23 21,-36-39,1-1,0-1,0 0,0 0,1-1,-1 0,1 0,1-1,-1-1,0 0,1 0,0-1,-1 0,1-1,0 0,0-1,0 0,0 0,10-3,265-54,-21 28,2 11,0 11,3 12,-250-4,914 47,-39 4,-446-44,-447-7,-1-1,1 1,0-1,0 0,0 0,0 0,-1 0,1 0,0-1,0 1,0 0,0-1,-1 0,1 1,0-1,0 0,-1 0,1 0,-1 0,1 0,-1 0,1 0,-1 0,0-1,1 1,-1-1,0 1,0-1,0 1,0-1,0 0,-1 1,1-1,0 0,-1 1,1-1,-1 0,0 0,1 0,-1 0,0-1,-3-219,-1 146,2 30,0-27,-4 0,-2 0,-10-31,4 52</inkml:trace>
  <inkml:trace contextRef="#ctx0" brushRef="#br0" timeOffset="-52549.809">4340 950,'-29'1,"1"2,-1 0,1 2,1 1,-1 2,1 0,0 2,1 1,0 1,-17 11,34-17,0-1,1 1,0 1,0-1,0 1,1 1,0-1,-3 6,8-11,0 1,1 0,-1-1,1 1,-1 0,1 0,0 0,0 0,0 0,0 0,1 1,-1-1,1 0,0 0,0 0,0 1,0-1,1 0,-1 0,1 0,0 0,0 0,0 0,0 0,0 0,1 0,-1 0,1 0,0 0,10 8,0 0,1 0,0-1,0-1,1-1,0 0,1 0,0-1,0-1,0-1,1 0,9 1,-18-4,55 16,-35-11,-1 1,0 0,-1 2,0 1,13 9,-35-19,0 0,-1 0,1 1,-1-1,1 1,-1 0,0-1,0 1,0 0,0 1,0-1,0 0,0 0,-1 1,1-1,-1 1,0-1,1 1,-1 0,0-1,-1 1,1 0,0 0,-1 0,0-1,0 1,1 0,-2 0,1 0,0 0,-1 0,1 0,-1-1,0 1,0 0,0 0,0-1,0 1,0-1,-1 1,0-1,-8 8,0-1,-1 0,0-1,-1 0,0-1,0 0,0-1,-1 0,0-1,0-1,0 0,-1 0,0-2,1 1,-1-2,-11 0,17 1,-1-2,0 1,0-1,0-1,0 0,1 0,-1 0,0-1,1-1,-1 1,1-2,0 1,0-1,0 0,1 0,-7-5,14 9,0-1,-1 1,1 0,-1-1,1 1,0 0,-1-1,1 1,0-1,-1 1,1-1,0 1,-1 0,1-1,0 1,0-1,0 1,0-1,0 0,-1 1,1-1,0 1,0-1,0 1,0-1,0 1,1-1,-1 1,0-1,0 1,0-1,0 1,0-1,1 1,-1-1,0 1,1-1,-1 1,0 0,1-1,-1 1,0-1,1 1,-1 0,1-1,10-6</inkml:trace>
  <inkml:trace contextRef="#ctx0" brushRef="#br0" timeOffset="-52213.178">4500 1431,'5'-3,"-1"0,1 0,0 1,0 0,0 0,0 0,0 1,0-1,1 1,-1 0,0 1,1-1,-1 1,0 0,1 0,-1 1,0 0,1 0,-1 0,0 1,0-1,0 1,0 0,0 1,0-1,-1 1,1 0,-1 0,1 0,-1 1,-1 0,1-1,3 6,-4-5,0 0,0 1,0 0,-1 0,0 0,0-1,-1 2,1-1,-1 0,0 0,0 0,-1 1,1-1,-1 0,0 1,-1-1,1 0,-1 1,0-1,-1 0,1 0,-1 0,0 0,0 0,-1 0,1-1,-3 4,-5 7,0 0,-1-1,0 0,-2-1,1 0,-1-1,-11 7,-44 39,68-57,0 0,0 1,1-1,-1 0,0 1,1-1,-1 0,1 1,-1-1,1 0,0 0,-1 1,1-1,0 0,0 0,0 0,0 0,0 0,0 0,0 0,0-1,0 1,0 0,1 0,-1-1,0 1,0-1,1 1,-1-1,0 0,1 1,-1-1,1 0,-1 0,0 0,1 0,-1 0,1 0,-1-1,0 1,1 0,-1 0,222 14,-169-9</inkml:trace>
  <inkml:trace contextRef="#ctx0" brushRef="#br0" timeOffset="-51733.461">4179 2193,'-12'-4,"0"0,-1 1,0 0,1 1,-1 0,0 1,0 1,0 0,1 0,-1 2,0-1,0 2,1 0,-1 0,1 1,-1 1,10-4,1 0,0 1,0-1,0 1,0 0,0-1,0 1,1 0,-1 0,0 0,1 0,0 0,-1 1,1-1,0 0,0 1,0-1,0 1,1-1,-1 1,1-1,0 1,-1-1,1 1,0-1,0 1,1-1,-1 1,1 0,-1-1,1 0,0 1,0-1,0 1,0-1,0 0,0 0,1 1,0 0,71 77,148 83,-217-160,-1-1,1 1,-1 0,0 0,0 0,0 0,0 1,-1-1,1 1,-1 0,0 0,0 0,0 0,-1 0,0 0,1 0,-1 0,-1 1,1-1,0 0,-1 1,0-1,0 1,-1-1,1 0,-1 1,0-1,0 0,0 0,-1 0,1 1,-1-1,0-1,-2 5,-6-1,0 0,-1 0,1-1,-1 0,0-1,-1 0,1-1,-1 0,0-1,0-1,0 0,0 0,0-1,-1 0,1-1,0-1,0 0,-10-2,-89-28,111 31,1 0,-1 0,1-1,-1 1,1 0,-1-1,1 1,-1 0,1-1,-1 1,1-1,-1 1,0-1,1 1,-1-1,0 1,1-1,-1 1,0-1,0 1,1-1,-1 0,0 1,0-1,0 1,0-1,0 0,0 1,0-1,0 1,0-1,0 0,0 1,0-1,-1 1,1-1,0 1,0-1,0 0,-1 1,1-1,0 1,-1-1,1 1,-1-1,1 1,0 0,-1-1,1 1,-1 0,1-1,-1 1,1 0,-1-1,0 1,1 0,-1 0,1 0,-1-1,1 1,-1 0,0 0,0 0,23-4</inkml:trace>
  <inkml:trace contextRef="#ctx0" brushRef="#br0" timeOffset="-51477.633">4434 2581,'0'-21,"0"-10,0-4,0 12,0 17,0 20,0 20,0 14,-3 12,0 8,1 5,-1 1,2-4,0-3,0-14</inkml:trace>
  <inkml:trace contextRef="#ctx0" brushRef="#br0" timeOffset="-50947.296">4099 3369,'-13'-5,"0"-1,0 2,0 0,-1 1,1 0,-1 1,0 0,0 1,0 1,0 0,0 1,0 1,-3 0,13 0,0 1,0-1,0 0,1 1,-1 0,1 0,0 0,-1 0,2 1,-1-1,0 1,1 0,-1-1,1 1,0 1,0-1,1 0,-1 0,1 0,0 1,0-1,0 1,1-1,-1 1,1-1,0 1,1-1,-1 1,1-1,0 1,0-1,0 0,1 1,-1-1,1 0,0 0,0 0,1 0,-1 0,1-1,2 3,9 11,1 0,1-2,0 0,1 0,1-2,0 0,1-1,19 8,27 21,-48-32,-1 2,-1 0,0 1,0 1,-1 0,-1 0,0 2,-1 0,7 11,-17-24,-1 0,0 0,0 0,0 0,-1 1,1-1,0 0,-1 0,1 1,-1-1,0 0,0 1,0-1,0 1,0-1,-1 0,1 1,-1-1,1 0,-1 0,0 1,0-1,0 0,0 0,0 0,-1 0,1 0,0 0,-1 0,0-1,1 1,-1-1,0 1,0-1,0 1,-1 0,-83 30,58-28,0 0,-1-2,1-1,-1-1,1-2,0-1,-1-1,1-1,0-1,1-2,-10-4,-5-14,39 14</inkml:trace>
  <inkml:trace contextRef="#ctx0" brushRef="#br0" timeOffset="-50616.172">4434 3744,'-4'-1,"-1"0,1 0,0 1,0 0,0-1,-1 1,1 1,0-1,0 1,-1-1,1 1,0 0,0 1,0-1,0 1,1 0,-1 0,0 0,1 0,-1 1,1-1,0 1,-1 0,2 0,-1 0,0 0,0 1,1-1,0 1,0-1,0 1,0 0,0 0,1 0,0 0,0 0,0 0,0 1,1-1,-1 0,1 0,0 0,1 5,1-4,0 0,0 0,1 0,0 0,-1 0,2-1,-1 1,1-1,-1 0,1 0,0 0,1-1,-1 1,1-1,-1 0,1 0,0-1,4 2,98 30,-98-31,1-1,0 0,-1-1,1 0,0-1,0 0,0 0,-1-1,1 0,0-1,0 0,-1 0,0-1,1 0,-1-1,0 0,0 0,-1-1,0-1,1 1,-2-1,1 0,-1-1,0 0,0 0,-1 0,3-5,-5 6,-1 0,0 0,0 0,-1 0,1 0,-1 0,-1-1,1 1,-1-1,-1 1,1-1,-1 0,0 1,0-1,-1 1,0-1,0 0,-1 1,1 0,-1-1,-1 1,1 0,-1 0,0 0,-1 0,1 1,-1 0,0-1,-1 1,1 0,-1 1,0-1,-2 0,-3-1,0 0,-1 1,1 0,-1 1,-1 0,1 1,0 0,-1 1,0 0,1 1,-1 0,0 1,-2 1,-154 20,156-19,-56 11</inkml:trace>
  <inkml:trace contextRef="#ctx0" brushRef="#br0" timeOffset="-49549.032">369 1338,'1190'-25,"-680"42,-148-1,185-23,-215-9,-251 30,27 1,-98-10,-29-1,-9-4,-3-2</inkml:trace>
  <inkml:trace contextRef="#ctx0" brushRef="#br0" timeOffset="-48994.506">88 442,'-11'-10,"1"3,4 6,10 10,13 14,13 10,13 10,8 4,5 3,1 0,-2-1,-3-6,-6-4,-9-7,-8-7,-9-8</inkml:trace>
  <inkml:trace contextRef="#ctx0" brushRef="#br0" timeOffset="-48748.649">490 401,'-12'18,"-10"18,-10 16,-12 15,-9 10,-5 5,-2 1,7-5,13-17</inkml:trace>
  <inkml:trace contextRef="#ctx0" brushRef="#br0" timeOffset="-48448.091">597 602,'20'-12,"1"0,1 1,0 1,0 1,1 1,0 1,21-3,-41 8,0 1,0 0,1 0,-1 0,0 0,0 1,1-1,-1 1,0 0,0 0,1 0,-1 1,0-1,0 1,1-1,-1 1,0 0,0 0,0 1,0-1,0 1,0-1,0 1,-1 0,1 0,-1 0,1 0,-1 1,0-1,0 1,0-1,0 1,0 0,0 0,-1 0,1 0,-1 0,0 0,0 0,0 1,-3 10,0 0,0 0,-2 0,0-1,0 1,-1-1,-1 0,0-1,-1 1,0-1,-1 0,0-1,-1 0,-3 3,12-13,-104 132,101-130,1-2,1 0,0 0,-1 0,1 1,0-1,-1 0,1 1,0-1,0 1,0-1,0 1,0-1,1 1,-1 0,0-1,1 1,-1 0,1 0,-1-1,1 1,0 0,0 0,0 0,0-1,0 1,0 0,1 0,-1-1,1 1,-1 0,1 0,0-1,-1 1,1 0,0-1,0 1,0-1,0 1,0-1,1 1,7 2,0-1,1 0,-1-1,1 1,0-2,-1 1,1-2,0 1,5-1,96-2,0-4,52-12,-107 12,55-7</inkml:trace>
  <inkml:trace contextRef="#ctx0" brushRef="#br0" timeOffset="-47763.92">116 1792,'6'16,"10"16,11 13,12 9,11 5,8 1,4-2,-3-2,-6-7,-7-4,-13-7,-11-9,-9-8</inkml:trace>
  <inkml:trace contextRef="#ctx0" brushRef="#br0" timeOffset="-47510.593">597 1779,'-16'13,"-15"19,-10 17,-8 16,-4 13,-1 8,5 1,9-2,10-8,11-18</inkml:trace>
  <inkml:trace contextRef="#ctx0" brushRef="#br0" timeOffset="-47330.08">1051 2006,'0'-18,"0"-9,0 8,0 18,0 23,0 26,0 23,0 17,0 10,0 4,0-15</inkml:trace>
  <inkml:trace contextRef="#ctx0" brushRef="#br0" timeOffset="-46617.96">1800 2246,'0'1,"-1"-1,1 1,-1-1,0 0,1 1,0-1,-1 1,1-1,-1 1,1-1,0 1,-1 0,1-1,0 1,-1-1,1 1,0 0,0-1,0 1,0 0,0-1,0 1,0 0,0-1,0 1,0 0,0-1,0 1,0 0,0-1,0 1,1-1,-1 1,0 0,1-1,-1 1,0-1,1 1,-1-1,1 1,-1-1,0 1,1-1,-1 1,1-1,0 0,-1 1,1-1,35 13,4-8,-1-2,1-2,0-1,25-4,-14 1,564-23,19 28,-598-1,132 16,-151-11,-14 0</inkml:trace>
  <inkml:trace contextRef="#ctx0" brushRef="#br0" timeOffset="-45795.159">262 3276,'0'-2,"7"3,9 9,11 12,10 11,8 11,7 7,4 5,2 1,-2-2,-7-4,-8-7,-10-13,-10-10</inkml:trace>
  <inkml:trace contextRef="#ctx0" brushRef="#br0" timeOffset="-45543.586">757 3195,'-18'5,"-15"10,-14 17,-12 20,-7 18,-4 13,0 8,9 0,13-8,19-13,22-17,12-18</inkml:trace>
  <inkml:trace contextRef="#ctx0" brushRef="#br0" timeOffset="-45298.385">998 3798,'10'7,"1"-1,0 0,1 0,-1-1,1-1,0 0,0 0,1-2,-1 1,0-1,1-1,0 0,-1-1,1 0,0-1,-1-1,1 0,-1 0,8-4,-8 3,-1-1,0 0,0-1,0 0,-1 0,0-2,0 1,4-4,-11 8,0-1,0 1,-1-1,1 1,-1-1,1 0,-1 0,0 0,0 0,0 0,-1 0,1-1,-1 1,0-1,0 1,0-1,0 1,0-1,-1 1,0-1,0 0,0 1,0-1,0 0,-1 1,1-1,-1 0,-1-2,-5-4,1 0,-1 1,0 0,-1 0,0 1,-1 0,1 0,-2 1,1 0,-1 1,0 0,0 1,0 0,-1 0,0 1,0 0,0 1,0 0,-1 1,1 1,-1-1,-3 2,9-2,-1 0,1 1,-1 0,0 1,1-1,-1 1,0 1,1-1,-1 1,0 0,1 1,-1-1,1 1,-1 1,1-1,0 1,0 0,0 0,0 1,1 0,0 0,-1 0,1 1,-1 2,1 18,10 0</inkml:trace>
  <inkml:trace contextRef="#ctx0" brushRef="#br0" timeOffset="-44533.429">1800 3583,'23'5,"25"1,28-1,25 0,22-4,16-2,12-3,3-1,-4 1,-12 0,-20 4,-24 2,-22 0,-22 0,-22-3,-20-3,-11-1</inkml:trace>
  <inkml:trace contextRef="#ctx0" brushRef="#br0" timeOffset="-44248.192">2415 3316,'2'4,"5"7,9 5,11 8,9 3,10 5,9 3,4 0,-1 2,-6 0,-12-1,-17 1,-24 2,-28 2,-27-2,-22-3,2-7</inkml:trace>
  <inkml:trace contextRef="#ctx0" brushRef="#br0" timeOffset="-43564.327">2509 1965,'11'19,"13"10,9 4,9 5,5-1,2 1,-3-2,-6 0,-14 2,-16 3,-23 3,-22 0,-21 0,-17-3,-10-6,10-9</inkml:trace>
  <inkml:trace contextRef="#ctx0" brushRef="#br0" timeOffset="-43047.165">2442 1164,'13'5,"15"3,10 3,11 4,8 4,4 3,-2 5,-7 5,-11 3,-16 5,-23 3,-28 3,-32 0,-29-3,0-8</inkml:trace>
  <inkml:trace contextRef="#ctx0" brushRef="#br0" timeOffset="-42131.367">6479 1003,'-6'22,"2"0,0-1,1 1,1 0,2 1,0 9,0-25,1 0,0 0,0 0,0-1,1 1,0 0,1-1,-1 1,1-1,0 0,1 0,0 0,0 0,0-1,0 1,1-1,0 0,0-1,0 1,1-1,-1 0,3 1,1-1,-1 0,1 0,0-1,0 0,0-1,1 0,-1 0,0-1,1 0,-1-1,1 0,-1-1,0 0,8-1,-12 1,1 0,-1-1,0 1,0-1,0 0,0 0,0-1,-1 0,1 1,-1-2,0 1,0 0,0-1,0 0,0 0,-1 0,0 0,1 0,-2-1,1 1,0-1,-1 0,0 0,0 0,-1 0,1-3,-1-2,0 0,-1 0,-1 0,1 0,-2 0,1 0,-2 1,1-1,-1 0,0 1,-1 0,0 0,-1 0,0 0,0 1,-1-1,0 2,-1-1,1 0,-1 1,-1 1,1-1,-1 1,0 0,-1 1,1 0,-1 0,0 1,-1 0,-4-1,8 5,0 0,0 0,-1 0,1 1,0-1,0 2,0-1,0 1,0 0,0 0,1 0,-1 1,1 0,-1 0,1 1,0-1,0 1,0 0,1 0,-1 1,1-1,0 1,1 0,-1 0,1 1,0-1,0 1,1-1,-1 1,1 0,0 0,1 0,0 0,-1 6,-6 21</inkml:trace>
  <inkml:trace contextRef="#ctx0" brushRef="#br0" timeOffset="-41880.04">6479 696,'-5'0,"6"2,16 4,21 2,24 0,25-1,18-3,9 0,-15-3</inkml:trace>
  <inkml:trace contextRef="#ctx0" brushRef="#br0" timeOffset="-41149.905">6505 2554,'30'-126,"20"-56,-50 182,12-25,-12 25,0 1,0-1,0 0,0 0,0 1,0-1,0 0,1 0,-1 1,0-1,0 0,0 0,0 1,1-1,-1 0,0 0,0 0,1 0,-1 1,0-1,0 0,1 0,-1 0,0 0,0 0,1 0,-1 0,0 0,1 0,-1 1,0-1,1 0,-1-1,0 1,0 0,1 0,-1 0,0 0,1 0,-1 0,0 0,0 0,1 0,-1 0,0-1,0 1,1 0,-1 0,0 0,0-1,0 1,1 0,-1 0,0-1,0 1,0 0,0 0,0-1,1 1,-1 0,0 0,0-1,0 1,0 0,0-1,0 1,13 169,6 126,-18-277</inkml:trace>
  <inkml:trace contextRef="#ctx0" brushRef="#br0" timeOffset="-40947.445">6372 1993,'20'0,"26"0,22 0,18 0,11 0,-3 0,-16 0</inkml:trace>
  <inkml:trace contextRef="#ctx0" brushRef="#br0" timeOffset="-40309.057">6372 3476,'13'-4,"0"0,1 1,-1 1,1 0,0 1,0 0,9 1,-19 0,0 0,0 1,0-1,-1 1,1 0,0 0,-1 0,1 0,-1 0,1 1,-1 0,1 0,-1 0,0 0,0 0,0 1,0-1,-1 1,1 0,0-1,-1 1,0 1,0-1,0 0,0 0,-1 1,1-1,-1 1,1 2,-2 5,0 0,-1 0,0 0,-1-1,0 1,0 0,-2-1,1 0,-1 1,-1-2,1 1,-2 0,1-1,-1 0,-1 0,0-1,-1 1,-127 181,134-189,-1 1,0 0,1 0,-1 0,1 0,-1 0,1 0,0 0,-1 0,1 1,0-1,1 0,-1 1,0-1,1 1,-1-1,1 0,0 1,0-1,0 1,0-1,0 1,1-1,-1 1,1-1,-1 1,1-1,0 0,0 1,0-1,0 0,0 0,1 0,1 2,3 0,1-1,0 0,0 0,0-1,1 0,-1 0,0 0,1-1,-1-1,4 1,22 2,0-2,0-1,1-2,-1-1,-1-1,1-2,-1-1,0-2,3-2,4-5</inkml:trace>
  <inkml:trace contextRef="#ctx0" brushRef="#br0" timeOffset="-40106.567">6252 3075,'20'-4,"25"-2,26 0,23 1,14 2,2 1,-18 1</inkml:trace>
  <inkml:trace contextRef="#ctx0" brushRef="#br0" timeOffset="-39363.045">6305 4639,'21'-2,"0"0,0 2,0 0,0 1,0 1,-1 1,6 2,-24-5,0 1,0-1,0 0,1 1,-1 0,0-1,0 1,0 0,0 0,0 0,0 0,-1 0,1 1,0-1,0 1,-1-1,1 1,-1-1,1 1,-1 0,0 0,0 0,0-1,0 1,0 0,0 1,0-1,-1 0,1 0,-1 0,0 0,1 2,-5 5,0-1,0 0,-1 1,0-2,0 1,-1-1,0 0,0 0,-1 0,0-1,0 0,0 0,-1-1,-4 2,6-2,-78 57,83-62,0 0,0 0,1 1,-1-1,0 0,1 1,-1-1,0 1,1-1,-1 1,1-1,-1 1,1-1,-1 1,1 0,-1-1,1 1,-1-1,1 1,0 0,0 0,-1-1,1 1,0 0,0 0,0-1,-1 1,1 0,0 0,0-1,0 1,1 0,-1 0,0-1,0 1,0 0,0 0,1-1,-1 1,0 0,1-1,-1 1,1 0,-1-1,0 1,1-1,-1 1,1 0,0-1,-1 1,1-1,-1 0,1 1,0-1,-1 1,1-1,0 0,0 0,-1 1,1-1,0 0,165 36,-162-35,8 0,-1 1,0 1,0 0,-1 0,1 1,0 1,-1-1,0 2,0-1,-1 1,0 1,0 0,4 4,-12-10,0 1,0 0,1 0,-1 0,-1 0,1 0,0 1,0-1,-1 0,1 0,-1 0,0 1,0-1,0 0,0 0,0 1,0-1,0 0,-1 0,1 1,-1-1,0 0,0 0,0 0,0 0,0 0,0 0,0 0,-1 0,-49 48,11-24,-1-2,0-2,-2-2,0-1,-9-1,-10-3,44-17</inkml:trace>
  <inkml:trace contextRef="#ctx0" brushRef="#br0" timeOffset="-39064.295">6172 4305,'18'0,"20"0,21 0,21 0,16 0,5 2,-9 6,-19 1</inkml:trace>
  <inkml:trace contextRef="#ctx0" brushRef="#br0" timeOffset="-38351.74">6546 5897,'-35'392,"33"-382,2 44,0-53,0 0,0 0,0 1,1-1,-1 0,0 0,1 0,-1 1,1-1,-1 0,1 0,0 0,0 0,-1 0,1 0,0 0,0 0,0-1,0 1,0 0,0 0,0-1,0 1,0 0,0-1,1 1,-1-1,0 0,0 1,0-1,1 0,-1 0,0 0,0 0,1 0,-1 0,1 0,7-3,0 1,0-2,0 1,0-2,0 1,-1-1,0 0,0-1,0 0,-1 0,4-4,5-2,70-54,-85 65,0 1,-1 0,1 0,0-1,0 1,0 0,0 0,0 0,0 0,-1 0,1 1,0-1,0 0,0 0,0 0,-1 1,1-1,0 1,0-1,0 0,-1 1,1-1,0 1,-1 0,1-1,0 1,-1-1,1 1,-1 0,1 0,-1-1,1 1,-1 0,0 0,1-1,-1 1,0 0,1 0,-1 0,0 0,0 0,0-1,0 1,0 0,0 0,0 0,0 0,0 0,-1 0,1-1,0 1,0 0,-1 0,1 0,-1-1,1 1,0 0,-1 0,0-1,1 1,-36 290,38-214,1-51</inkml:trace>
  <inkml:trace contextRef="#ctx0" brushRef="#br0" timeOffset="-38097.906">6359 5695,'18'0,"24"3,26 0,23-1,18 1,5 1,-16 0</inkml:trace>
  <inkml:trace contextRef="#ctx0" brushRef="#br0" timeOffset="-37580.289">6572 7206,'2'18,"6"13,6 8,4 5,7-2,4 0,-2-4,-5-2,-6-7,-8-2,-14-4,-19-4,-17-5,-16-5,2-4</inkml:trace>
  <inkml:trace contextRef="#ctx0" brushRef="#br0" timeOffset="-37313.489">6559 7139,'18'-4,"13"-2,10-2,8 0,4 2,2-1,-1 1,-8 2,-12 1</inkml:trace>
  <inkml:trace contextRef="#ctx0" brushRef="#br0" timeOffset="-37064.157">6372 6872,'20'0,"26"-3,24-2,27-1,18-1,9 0,-6 2,-23 1</inkml:trace>
  <inkml:trace contextRef="#ctx0" brushRef="#br0" timeOffset="-36417.86">6813 8088,'-17'19,"1"1,0 1,2 0,0 1,2 0,0 1,1 0,2 1,0 0,2 1,0 0,2 0,1 0,-1 25,4-42,1-1,1 1,0 0,0 0,0 0,1 0,0-1,0 1,1-1,0 1,1-1,-1 0,2 0,-1 0,0-1,1 0,1 0,-1 0,1 0,0-1,0 0,0 0,1-1,-1 1,1-1,0-1,1 1,-1-2,0 1,1-1,0 0,0 0,-1-1,1 0,0 0,0-1,0 0,0 0,0-1,3 0,-8 0,1 0,0 0,-1 0,1 0,-1-1,1 1,-1-1,1 0,-1 0,0 0,0 0,0 0,0-1,-1 0,1 1,-1-1,1 0,-1 0,0-1,0 1,0 0,-1-1,1 1,-1-1,0 1,0-1,0 1,0-1,-1 0,1 0,-1 1,0-1,0 0,0 0,-1 0,1 1,-1-1,0 0,0 1,-1-1,1 1,0-1,-1 1,0 0,0-1,0 1,-4-3,0 1,-1-1,0 1,1 0,-2 1,1 0,0 0,-1 0,0 1,0 0,0 1,0 0,0 0,0 1,0 0,-1 0,1 0,-1 2,1-1,0 1,-1 0,1 0,0 1,0 0,0 1,0 0,0 0,1 1,-1 0,1 0,-4 3,9-6,0 0,0 0,0 0,0 1,0-1,1 1,-1-1,0 1,1-1,-1 1,1 0,0 0,0 0,-1 0,1 0,0 0,1 0,-1 0,0 0,1 0,-1 1,1-1,-1 0,1 0,0 1,0-1,0 0,0 0,1 1,-1-1,1 0,-1 0,1 0,0 0,-1 1,1-1,0 0,1 0,-1-1,1 3,15 7</inkml:trace>
  <inkml:trace contextRef="#ctx0" brushRef="#br0" timeOffset="-36165.535">6625 7901,'19'5,"23"1,28 0,29-2,23-5,9-8,-18-1</inkml:trace>
  <inkml:trace contextRef="#ctx0" brushRef="#br0" timeOffset="-33427.305">6359 9144,'42'-1,"-28"0,0 0,-1 1,1 0,0 1,-1 1,1 0,-1 1,1 0,-1 1,1 1,-9-2,-1 0,1 0,-1 0,0 0,0 1,-1 0,1 0,-1 0,1 0,-1 0,-1 1,1-1,-1 1,1 0,-1 0,-1 0,1 0,-1 0,0 0,0 0,0 1,-3 112,-21-26,-3 33,26-112</inkml:trace>
  <inkml:trace contextRef="#ctx0" brushRef="#br0" timeOffset="-33158.997">6385 9438,'16'-4,"19"-4,17-3,15-4,9-2,-1 2,-5 2,-16 2</inkml:trace>
  <inkml:trace contextRef="#ctx0" brushRef="#br0" timeOffset="-32911.616">6265 9011,'16'-4,"23"-5,24-2,18-2,13 2,-4 2,-17 3</inkml:trace>
  <inkml:trace contextRef="#ctx0" brushRef="#br0" timeOffset="-31544.479">7535 1003,'-1'0,"0"0,1 0,-1-1,0 1,0 0,0 0,0 0,1 0,-1 0,0 0,0 0,0 0,0 0,1 1,-1-1,0 0,0 0,0 1,1-1,-1 0,0 1,1-1,-1 1,0-1,1 1,-1 0,0-1,1 1,-1-1,1 1,-1 0,1-1,-1 1,1 0,0 0,-1 0,1-1,0 1,0 0,0 0,-6 8,1 0,0 1,1-1,0 1,1 0,0 0,0 0,1 1,1-1,0 0,0 1,1-1,0 1,1 3,-1-9,1 1,0 0,0-1,1 1,-1-1,1 1,1-1,-1 1,1-1,-1 0,2 0,-1-1,0 1,1-1,0 1,0-1,0 0,0-1,1 1,0-1,0 0,0 0,0 0,0 0,0-1,3 1,0-1,-1 1,0-1,1-1,0 1,-1-1,1-1,0 1,0-1,-1-1,1 1,0-1,-1-1,1 1,-1-2,1 1,-1-1,0 1,0-2,0 1,0-1,-1 0,1-1,-1 0,0 0,-1 0,1 0,-1-1,0 0,0 0,-1-1,0 1,0-1,0 0,-1 0,0 0,0 0,-1-1,0 1,0-1,-1 1,0-1,0 0,-2-1,0-1,-1 1,0 0,-1 0,0 0,0 0,-1 1,0-1,0 1,-1 0,0 0,0 1,-1-1,0 1,-1 0,1 1,-1 0,0 0,-1 0,0 1,0 0,-6-3,11 7,-1-1,0 1,0 0,0 0,-1 1,1-1,0 1,0 0,0 0,0 0,0 1,-1 0,1-1,0 1,0 1,0-1,0 0,1 1,-1 0,0 0,1 0,-1 0,1 1,0 0,0-1,0 1,0 0,-2 3,-1 1,1 0,-1 1,1 0,1 0,0 0,0 0,0 1,1-1,0 1,1 0,0 0,0 4,0 20</inkml:trace>
  <inkml:trace contextRef="#ctx0" brushRef="#br0" timeOffset="-31294.117">7909 1111,'18'2,"20"3,24 1,24-1,22 1,16 0,9-2,3 1,-6 3,-14 1,-19 2,-25 1,-24-2</inkml:trace>
  <inkml:trace contextRef="#ctx0" brushRef="#br0" timeOffset="-30448.374">7335 2246,'-8'10,"1"0,1 0,0 1,0-1,1 1,0 1,1-1,0 0,1 1,0 0,1 0,0 0,1 0,0 1,0-8,1-1,-1 1,1-1,0 1,0 0,1-1,-1 1,1-1,0 1,1-1,-1 1,1-1,-1 0,1 0,0 0,1 0,-1 0,1 0,0 0,0-1,0 1,0-1,1 0,-1 0,1 0,0-1,-1 1,1-1,1 0,-1 0,0 0,0-1,1 1,-1-1,1 0,6 0,-1 0,1-1,-1 0,0-1,1 0,-1 0,0-1,0-1,0 0,0 0,0-1,-1 0,1-1,-1 0,0 0,6-6,-10 8,0 0,0-1,0 0,-1 0,0 0,1-1,-2 0,1 1,0-1,-1 0,0-1,0 1,-1-1,0 1,1-1,-2 0,1 0,-1 0,0 0,0 0,0 0,-1 0,0 0,-1 0,1 0,-1 0,0 0,0 0,-1-1,-2-1,1 1,-1 0,0-1,-1 1,0 1,0-1,0 1,-1 0,0 0,0 0,-1 1,0 0,1 0,-2 1,1 0,0 0,-1 1,0-1,0 2,0-1,-8 0,10 1,-1 0,1 1,-1 0,0 1,0-1,1 1,-1 1,0-1,1 1,-1 0,1 1,-1 0,1 0,-1 0,1 1,0-1,0 2,0-1,1 1,-1-1,1 2,0-1,0 0,0 1,0 0,1 0,-1 3,2-4,0 0,1 0,0 1,0-1,0 1,1-1,0 1,-1 0,2-1,-1 1,0 0,1 0,0 0,0 0,1-1,-1 1,1 0,0 0,0 0,0-1,1 1,0-1,1 3,16 25</inkml:trace>
  <inkml:trace contextRef="#ctx0" brushRef="#br0" timeOffset="-30244.929">7696 2474,'27'-2,"29"-1,33 0,33 0,25 0,20-1,8 0,0 2,-12 2,-22 5,-35 0</inkml:trace>
  <inkml:trace contextRef="#ctx0" brushRef="#br0" timeOffset="-29166.569">7374 3557,'-4'-4,"0"1,0 0,0 0,-1 0,1 0,-1 1,0-1,0 1,0 0,0 1,0-1,0 1,-1 0,1 1,0-1,-1 1,1 0,0 0,-1 1,1-1,0 1,0 0,-1 1,1-1,0 1,0 0,1 0,-1 1,0-1,1 1,-1 0,1 1,0-1,-1 2,-1 0,1 1,0 0,0 0,0 1,1-1,0 1,0 0,1 0,0 0,0 1,1-1,0 1,0-1,1 1,0 0,0 0,0-1,1 1,1 0,-1 0,1 0,1-1,-1 1,1 0,1-1,-1 0,1 1,0-1,1 0,0 0,0-1,1 1,-1-1,1 0,1 0,-1-1,1 1,0-1,0 0,0-1,1 1,6 1,-1 0,1-1,0-1,1 0,-1 0,0-1,1-1,0 0,0-1,0-1,-1 0,1 0,0-2,0 0,-1 0,1-1,-1-1,0 0,0-1,0-1,0 0,-1 0,0-1,-1-1,8-5,-14 8,0 0,-1-1,1 1,-1-1,-1 0,1 1,-1-2,0 1,0 0,-1-1,0 1,0-1,0 0,-1 1,0-1,-1 0,1 0,-1 0,0 0,-1 0,0 0,0 1,0-1,-1 0,0 0,0 1,-4-6,2 2,-1 0,-1 0,0 0,0 1,-1 0,0 1,-1-1,0 1,0 1,0-1,-1 1,0 1,-1 0,0 0,0 1,-9-4,-72-5,88 14,0 0,-1 0,1 1,0-1,-1 1,1 0,0 0,0 0,-1 0,1 1,0-1,0 1,1 0,-1 0,0 0,1 0,-1 0,1 1,0-1,-1 1,1-1,0 1,1 0,-1 0,-1 3,2-4,1 1,-1-1,1 1,0 0,-1-1,1 1,0 0,1 0,-1-1,0 1,1 0,0-1,-1 1,1-1,0 1,0-1,1 1,-1-1,0 0,1 0,0 1,18 23</inkml:trace>
  <inkml:trace contextRef="#ctx0" brushRef="#br0" timeOffset="-28954.137">7829 3690,'32'-9,"31"-5,31-3,31 2,24 3,20 4,13 7,4 9,-1 10,-13 7,-34-2</inkml:trace>
  <inkml:trace contextRef="#ctx0" brushRef="#br0" timeOffset="-28061.524">7361 4706,'-9'0,"-1"1,1 0,0 0,0 1,0 0,0 0,0 1,0 1,0-1,1 1,-3 2,8-4,0 0,0 0,0 1,0-1,0 0,1 1,-1 0,1-1,0 1,-1 0,1 0,1 1,-1-1,0 0,1 1,0-1,0 1,0-1,0 1,0-1,1 1,-1 0,1-1,0 1,0 0,1-1,-1 1,1-1,0 4,4 2,0 0,0 0,1 0,0 0,1-1,0 0,0-1,1 1,0-1,0-1,0 1,1-2,0 1,0-1,0 0,1-1,0 0,0-1,0 0,0 0,0-1,1-1,-1 0,7 0,-5 1,0-1,0-1,0 0,0-1,0-1,0 1,0-2,0 0,0 0,-1-1,0 0,2-2,-7 3,0 0,-1 0,1-1,-1 1,0-1,0-1,0 1,-1-1,1 0,-1 0,0 0,-1 0,1-1,-1 1,0-1,-1 0,1 0,-1 0,0-1,0 1,-1 0,0-1,0-1,-2-4,0 1,0-1,-1 0,-1 1,0-1,0 1,-1 0,-1 0,0 1,0-1,-1 1,0 0,-1 0,0 1,0 0,-1 0,-1 1,1 0,-1 0,-1 1,1 0,-1 1,0 0,-1 1,1 0,-1 0,0 1,0 1,-1-1,1 2,-1 0,0 0,-1 1,6 1,0 0,0 1,0-1,0 2,0-1,0 1,0 0,0 0,0 1,1-1,-5 4,8-5,1 1,-1 0,1-1,0 1,-1 0,1 0,0 0,0 0,0 1,0-1,1 0,-1 1,1 0,-1-1,1 1,0 0,0-1,0 1,0 0,1 0,-1 0,1 0,0 0,0 0,0 0,0 0,0 0,1 0,-1 0,2 2,0 0,0 0,0 0,0-1,1 1,0-1,0 0,0 0,0 0,0 0,1 0,0-1,0 1,0-1,0 0,1-1,-1 1,4 1,88 34,-36-21</inkml:trace>
  <inkml:trace contextRef="#ctx0" brushRef="#br0" timeOffset="-27810.652">7896 4854,'13'0,"15"0,17-3,20-2,23-3,25-1,22 3,16 0,11 5,4 7,-7 7,-16 6,-33-1</inkml:trace>
  <inkml:trace contextRef="#ctx0" brushRef="#br0" timeOffset="-27117.989">7321 5936,'-6'4,"1"1,0-1,0 1,1 0,-1 0,1 1,0 0,0-1,1 1,0 0,0 1,0-1,1 1,0-1,0 1,1-1,0 1,0 0,0 0,1 0,0 0,0-1,1 1,0 0,0 0,1 0,0-1,0 1,0-1,3 5,5 1,0-1,1 0,1 0,0-1,0 0,1-1,0-1,0 0,1-1,0 0,1-1,0-1,-1 0,2-1,-1 0,14 0,-15-1,0-2,0 1,0-2,0 0,0-1,0 0,0-1,6-1,-15 2,-1-1,1 1,0-1,0 0,-1 0,1 0,-1-1,0 1,0-1,0 0,0 0,0-1,-1 1,1-1,-1 0,0 1,0-2,0 1,-1 0,1 0,-1-1,0 0,0 1,-1-1,1 0,-2-6,0 0,0 1,-1-1,0 0,-1 0,0 1,-1-1,0 1,0 0,-1 0,-1 0,0 0,0 1,-1 0,0 0,0 0,-1 1,0 0,-1 0,-4-3,5 3,0 0,-1 1,1 0,-2 1,1-1,-1 2,1-1,-1 1,-1 1,1-1,-1 2,0-1,0 1,0 1,0 0,0 0,-1 1,1 0,0 1,-1 0,1 1,-1 0,1 0,-6 3,13-3,0 0,1 1,-1 0,1-1,-1 1,1 0,0 0,-1 0,1 1,1-1,-1 1,0-1,0 1,1-1,0 1,-1 0,1 0,0-1,0 1,0 0,1 0,-1 0,1 0,0 0,0 0,0 0,0 1,4 23</inkml:trace>
  <inkml:trace contextRef="#ctx0" brushRef="#br0" timeOffset="-26864.664">7949 6110,'21'0,"15"0,16-2,16-6,21-3,17-5,15-1,11 2,5 3,0 4,-8 3,-14 5,-27 3</inkml:trace>
  <inkml:trace contextRef="#ctx0" brushRef="#br0" timeOffset="-26135.465">7589 7099,'-7'-1,"0"1,1 0,-1 0,0 0,1 1,-1 0,0 0,1 1,-1 0,1 0,0 0,0 1,0 0,0 0,0 1,1-1,-1 1,1 1,0-1,0 1,1-1,-1 2,1-1,0 0,0 1,1-1,0 1,0 0,0 0,0 1,1-1,0 0,1 1,0-1,0 1,0 3,1-4,1 0,0 1,1-1,0 0,0 0,0 0,0 0,1 0,0-1,0 1,1-1,0 0,0 0,0 0,0 0,1-1,-1 0,1 0,0 0,1 0,-1-1,1 0,-1 0,1 0,0-1,0 0,0 0,0-1,4 1,-3 0,0 0,0-1,0 0,1 0,-1-1,0 0,1 0,-1 0,0-1,0-1,1 1,-1-1,0 0,0-1,-1 1,1-1,0-1,-1 1,0-1,0 0,0-1,0 1,-1-1,1 0,2-4,-3 0,-1-1,1 1,-1-1,-1 1,0-1,0 0,-1-1,-1 1,1 0,-2 0,1-1,-1 1,-1-1,0 1,0 0,-1 0,-1 0,1 0,-2 0,1 0,-1 1,-1-1,0 1,0 0,-1 0,0 1,0 0,-1 0,0 0,0 1,-1 0,0 1,0-1,-1 1,-4-2,3 4,1 0,-1 1,0-1,0 2,-1 0,1 0,0 1,-1 0,1 0,0 1,-1 1,1 0,-1 0,1 1,-4 2,8-3,1 1,-1-1,1 1,0 1,-1-1,1 1,0 0,1 0,-1 0,0 1,1-1,0 1,0 0,0 1,0-1,1 1,0-1,0 1,0 0,0 0,1 1,0-1,0 0,0 1,1-1,0 1,0 0,0 2,1-3,0 1,0-1,1 0,0 0,0 1,0-1,0 0,1 0,0 0,0-1,0 1,1 0,0-1,-1 1,3 1,23 27</inkml:trace>
  <inkml:trace contextRef="#ctx0" brushRef="#br0" timeOffset="-25925.51">7962 7219,'14'-4,"20"-4,28-3,29-2,30-1,26 2,19 3,12 3,5 5,-4 7,-14 5,-22 5,-35-1</inkml:trace>
  <inkml:trace contextRef="#ctx0" brushRef="#br0" timeOffset="-25198.455">7589 8102,'-11'1,"0"2,1 0,0 0,-1 0,1 2,1-1,-1 1,1 0,0 1,0 0,-2 3,7-6,0 0,0 1,1-1,0 1,-1 0,1 0,0 0,1 1,-1-1,1 0,0 1,0 0,0 0,1-1,0 1,0 0,0 0,0 0,1 0,0 1,0-1,0 0,1 0,0 4,1-2,1 0,-1-1,1 1,0-1,1 0,0 0,0 0,0 0,1-1,-1 0,1 1,1-2,-1 1,1-1,-1 0,1 0,1 0,3 1,4 2,1 0,0-1,0-1,0 0,0-1,1-1,14 1,-17-3,0 0,0-1,0-1,0 0,0-1,0 0,-1-1,1 0,5-3,-12 4,-1 0,0-1,0 1,0-1,0 0,0-1,0 1,-1-1,0 0,0 0,0 0,0 0,-1-1,1 1,-1-1,0 0,0 0,-1-1,0 1,0 0,0-1,0-2,-1 2,0 0,-1 0,0-1,0 1,-1 0,0 0,0 0,0 0,-1 0,1 0,-1 0,-1 0,1 1,-1-1,0 1,-1-1,1 1,-1 0,0 1,-4-5,-3-3,-1 1,-1 0,1 1,-2 1,1 0,-1 0,-7-2,-68-17,86 27,0 1,-1-1,1 1,-1 0,1 0,0 0,-1 0,1 1,-1-1,1 1,0 0,0 0,-1 0,1 1,0-1,0 1,0-1,0 1,0 0,1 0,-1 1,1-1,-1 0,1 1,-2 1,3-2,0 0,0 0,1 1,-1-1,0 0,1 0,-1 0,1 0,0 1,0-1,0 0,0 0,0 1,0-1,0 0,1 0,-1 1,1-1,0 0,0 0,0 1,11 21</inkml:trace>
  <inkml:trace contextRef="#ctx0" brushRef="#br0" timeOffset="-24946.094">8203 8196,'20'-7,"21"-5,19-2,16 2,12-1,10 3,9 3,6 3,3 3,-1 6,-4 3,-9 3,-22-1</inkml:trace>
  <inkml:trace contextRef="#ctx0" brushRef="#br0" timeOffset="-24201.997">7775 9065,'-12'-3,"0"0,-1 1,1 1,-1 0,1 1,-1 0,0 1,1 0,-1 1,1 1,0 0,0 0,0 1,0 1,0 0,-10 7,14-6,-1 1,1 1,1-1,-1 1,1 1,1-1,0 1,0 1,0-1,1 1,1 0,-3 6,5-10,0 0,1-1,-1 1,1 0,0 0,1 0,0 0,0 0,0 0,0 0,1 0,0 0,0 0,1-1,0 1,0 0,0-1,1 1,-1-1,1 0,1 0,-1 0,3 3,5 1,1 0,0-1,1 0,-1-1,1-1,1 0,-1 0,1-1,0-1,0 0,1-1,-1-1,0 0,1-1,0-1,-1 0,1-1,-1 0,1-1,-1-1,12-4,-13 4,0-1,0 0,0-1,0 0,-1-1,0-1,0 0,-1 0,1-2,-8 6,0 0,0-1,0 0,0 0,-1 0,1 0,-1 0,0-1,-1 0,1 1,-1-1,0 0,0 0,0 0,-1-1,0 1,0 0,0-1,0 1,-1 0,0-1,0 1,-1-1,1 1,-4-5,1 0,-2 1,1-1,-1 1,-1 0,0 1,0-1,0 1,-1 1,0-1,-1 1,0 0,0 1,0-1,-1 2,0-1,0 1,0 1,-1 0,0 0,1 0,-1 2,-5-2,7 1,0 1,0 0,-1 0,0 1,1 0,-1 0,1 1,-1 0,0 0,1 1,-1 1,0-1,1 1,0 1,-1-1,1 1,0 1,0 0,1 0,-1 0,1 1,0 0,0 0,1 1,-6 5,10-7,0-1,1 0,-1 1,1-1,0 1,0 0,0-1,0 1,0 0,1 0,0-1,0 1,0 0,0 0,1 0,-1-1,1 1,0 0,0-1,0 1,1 0,-1-1,1 0,0 1,0-1,0 0,0 0,0 0,1 0,0 0,-1-1,1 1,0-1,0 0,1 0,-1 0,2 1,31 19</inkml:trace>
  <inkml:trace contextRef="#ctx0" brushRef="#br0" timeOffset="-23939.693">8110 9265,'23'-3,"29"0,35 1,35-1,34 2,25 0,17 0,10 3,-2 6,-12 5,-40 2</inkml:trace>
  <inkml:trace contextRef="#ctx0" brushRef="#br0" timeOffset="41904.389">13524 5361,'-16'132,"6"2,6-1,8 71,33 351,-25-424,0 43,-7 1,-8-1,-19 126,13-232,-1 6,3 0,3 68,4-136,0-5</inkml:trace>
  <inkml:trace contextRef="#ctx0" brushRef="#br0" timeOffset="43148.107">13604 5348,'91'-9,"0"5,30 4,-78 0,19-1,0 3,0 2,0 3,-1 3,0 2,-1 3,-1 3,0 2,-1 3,-1 2,-2 3,45 29,-35-8,-3 2,-1 4,-3 1,44 57,-71-75,-1 1,-2 1,-1 2,-3 0,-1 2,2 9,-15-26,0 1,-2 0,0 0,-2 1,-2 0,0 0,-2 0,-1 0,-1 0,-2 0,-1 2,-12 36,-2-1,-3-1,-3-1,-3-1,-3-1,-24 38,47-88,-23 44,-36 75,-6-3,-69 92,128-202,0-1,-1 0,-1-1,0-1,-1 0,-1-1,0 0,-1-1,0-1,-1-1,0-1,-1 0,0-1,-1-1,0-1,0-1,0-1,-22 3,-371 34,321-26,-1-5,0-3,-22-4,-32-5,147 1,0 0,1 0,-1 0,0-1,0 1,0 0,1 0,-1 0,0 0,0-1,0 1,1 0,-1 0,0 0,0-1,0 1,0 0,0 0,0-1,0 1,0 0,1 0,-1-1,0 1,0 0,0 0,0-1,0 1,0 0,0 0,-1-1,1 1,0 0,0 0,0-1,0 1,0 0,0 0,0-1,0 1,-1 0,1 0,0 0,0-1,0 1,0 0,-1 0,1 0,0 0,0-1,-1 1,1 0,0 0,0 0,1-1,13-11</inkml:trace>
  <inkml:trace contextRef="#ctx0" brushRef="#br0" timeOffset="43965.969">15503 6364,'-4'1,"-1"-1,1 1,0 0,-1 0,1 0,0 1,0-1,0 1,0 0,0 0,1 1,-1-1,1 1,-1 0,1 0,0 0,0 0,0 0,0 1,1-1,0 1,-1 0,-34 90,36-83,0 1,0-1,1 0,1 1,0-1,0 0,1 1,1-1,0 0,0 0,1-1,0 1,1-1,1 0,-1 0,1 0,1-1,0 0,0 0,1-1,0 0,0 0,1-1,0 0,1-1,-1 1,1-2,0 0,1 0,-1 0,1-2,3 2,2 0,1-1,0 0,0-1,0 0,0-2,1 0,-1-1,0-1,8-1,-17 1,0 0,-1-1,1 0,0 0,0 0,-1-1,0-1,1 1,-1-1,-1 0,1-1,0 1,-1-1,0-1,0 1,-1-1,0 0,0 0,0-1,0 0,0-2,1-7,-1 0,0-1,-1 0,-1 0,0 0,-2 0,0 0,-1-1,0 1,-2 0,0 0,-1 0,0 0,-1 0,-2 1,1-1,-2 1,0 1,-5-9,8 15,-1-1,0 1,-1 0,0 0,0 0,-1 1,0 0,-1 0,0 1,0 0,0 0,-1 1,0 0,0 1,0 0,-1 0,0 1,0 0,0 1,0 0,-1 0,1 1,-1 1,1 0,-1 0,-7 1,6 2,0 1,0 0,1 1,-1 0,1 1,0 0,0 1,0 0,1 1,0 0,0 1,1 0,0 0,1 1,-1 0,2 0,-1 1,1 0,1 1,0-1,0 1,1 0,1 1,0-1,0 1,1 0,0 0,1 0,1 0,0 0,0 8,2-13,0 0,1 1,-1-1,1 0,1 0,-1-1,1 1,0 0,1-1,0 0,0 0,0 0,0 0,1 0,0-1,36 32</inkml:trace>
  <inkml:trace contextRef="#ctx0" brushRef="#br0" timeOffset="44370.887">16010 6524,'146'-6,"-1"5,25 9,-81-4,1419 19,-1447-25,111-5,103-19,-255 22,-40 3,2 4,1 0</inkml:trace>
  <inkml:trace contextRef="#ctx0" brushRef="#br0" timeOffset="48950.894">8952 5989,'199'13,"-93"-2,0-5,58-7,153 10,-42 7,147-14,-200-4,586 2,-251-36,-125 18,-120 18,-190 14,-5 0,15-1,-132-13,0 0,0 0,0 0,0 0,0 0,0 0,0-1,0 1,0 0,0 0,0 0,0 0,0 0,0 0,0-1,0 1,0 0,0 0,0 0,-12-3</inkml:trace>
  <inkml:trace contextRef="#ctx0" brushRef="#br0" timeOffset="55371.789">9473 7099,'40'-17,"209"-35,-231 47,225-55,81-2,54-2,-97 15,118 0,-105 30,426-42,-579 45,1 6,5 6,175 14,-58-7,-280-3,-6 0</inkml:trace>
  <inkml:trace contextRef="#ctx0" brushRef="#br0" timeOffset="60369.466">9527 9211,'114'11,"372"-14,2 0,-25 26,-156-5,-252-8,66 2,-115-14,0-1,0 0,0 0,-1 0,1-1,-1 0,0 0,0 0,-1-1,1 0,-1 0,0 0,0 0,0-1,-1 1,0-1,0 0,-1 0,1 0,-1 0,-1 0,1-2,11-22,5-19,-2-1,-2 0,-2-2,-3 1,-2-1,-2-1,-2 1,-3-1,-2 1,-3-3,-28-401,28 359,5-1,9-63,-8 154,-1 0,1 1,-1-1,0 1,-1-1,0 0,0 1,0-1,-1 1,0 0,0-1,-1 1,0 0,0 0,-2-3,4 8,-1-1,1 1,0-1,-1 0,1 0,0 0,0 1,0-1,1 0,-1 0,0 0,1-1,-1 1,1 0,0 0,-1 0,1 0,0 0,1-1,-1 1,0 0,0 0,1 0,-1 0,1 0,0 0,0 0,0 0,0 0,0 0,0 0,0 1,1-1,-1 0,0 1,1-1,0 1,-1-1,1 1,0 0,0 0,-1 0,1 0,0 0,0 0,0 0,1 1,14-6,1 2,0 0,0 1,1 1,-1 0,1 2,10 1,44-4,294-35,359 27,-472 13,-65-2,-160-13,-22 5</inkml:trace>
  <inkml:trace contextRef="#ctx0" brushRef="#br0" timeOffset="61282.487">12909 5950,'2'0,"4"0,2 0,5 0,6 0,8 0,8 0,9 0,7 0,5 0,1 0,-1 0,-5 2,-10 1,-8 0,-11-1</inkml:trace>
  <inkml:trace contextRef="#ctx0" brushRef="#br0" timeOffset="62588.566">19179 7046,'-28'-7,"-1"2,-1 1,1 2,-26 0,29 1,-42-2,-1 4,0 2,0 3,1 3,0 3,-32 11,89-20,0 0,0 1,0 0,0 1,0 1,1-1,0 2,0-1,1 1,-1 1,2 0,-1 0,1 1,0 0,1 0,0 0,1 1,-3 5,4-2,0 0,1 1,1-1,0 1,1-1,0 1,1 0,0 0,1 0,1 0,0 0,1 0,1-1,0 1,1-1,0 1,1-1,2 3,5 10,1 0,1-1,2 0,0-2,2 1,0-2,1-1,10 8,-2-4,1-2,1 0,1-3,0 0,2-2,0-1,12 3,-26-12,0-1,1-1,0-1,1 0,-1-2,1 0,0-1,-1-1,1-1,0 0,0-2,0 0,-1-1,2-2,31-12</inkml:trace>
  <inkml:trace contextRef="#ctx0" brushRef="#br0" timeOffset="62887.768">18804 7474,'-102'-13,"156"14,269 18,-317-18,1 0,0-1,1 1,-1 0,0 1,0 0,0 0,0 0,0 1,0 0,-1 0,0 1,1 0,-1 0,0 0,-5 1,1-1,-1 0,0 0,0 0,-1 0,1 1,-1-1,0 0,0 1,0-1,-1 0,0 1,1-1,-1 0,-1 0,1 0,-1 0,1 0,-1 0,-1 0,1-1,0 1,-1-1,1 1,-1-1,0 0,0 0,-1 0,-6 11,9-12,-5 4,0 0,1 1,-1 0,1 1,1-1,0 1,0-1,0 1,1 1,0-1,1 0,0 1,0-1,1 1,0 0,0-1,1 1,0 0,0 0,1-1,1 1,-1 0,4 7,16 16,3-4</inkml:trace>
  <inkml:trace contextRef="#ctx0" brushRef="#br0" timeOffset="63133.113">19566 8049,'0'0</inkml:trace>
  <inkml:trace contextRef="#ctx0" brushRef="#br1" timeOffset="80349.976">14046 241,'-20'233,"10"0,11 34,-1-47,-1-71,-7 0,-7-1,-6-1,-8 8,-43 120,63-240</inkml:trace>
  <inkml:trace contextRef="#ctx0" brushRef="#br1" timeOffset="81082.017">14059 214,'12'-6,"1"-1,0 2,1 0,-1 1,1 0,0 1,-1 0,1 1,15 0,-24 2,60-5,0 2,-1 4,1 3,0 2,-1 3,0 3,-1 3,0 2,-2 3,24 13,-48-17,0 1,-1 3,0 0,-2 3,-1 0,0 3,-2 0,-1 2,-2 1,0 2,-2 0,16 27,-11-10,-3 1,-2 1,-2 1,-3 1,-1 1,-3 1,-3 1,-1 0,-4 1,-1 0,-3 0,-3 0,-3 43,-3-66,0 0,-3 0,0 0,-2-1,-2 0,-1 0,-1-1,-1-1,-2-1,-1 0,-1-1,-2 0,-1-2,-1 0,-1-2,-1-1,-1 0,-9 5,-15 6,0-2,-2-2,-2-2,0-3,-53 17,-48 9,-85 13,128-36,0-5,-1-4,-92 2,203-21,-6 1,-1 0,1 0,0-1,-1 1,1-2,0 1,-1-1,1 0,0-1,0 0,0 0,0 0,0-1,0 0,1 0,-1-1,1 0,0 0,0 0,-5-6,6-5,3 1</inkml:trace>
  <inkml:trace contextRef="#ctx0" brushRef="#br1" timeOffset="81734.825">15703 1270,'-4'17,"1"1,1-1,0 0,1 1,1 0,0-1,2 1,0-1,1 0,1 0,0 0,1 0,1 0,1-1,0 0,9 14,-10-24,-1-1,1 1,1-1,-1-1,1 1,0-1,0 0,0-1,0 1,0-2,1 1,0-1,-1 0,1 0,0-1,0 0,0-1,3 0,5 0,0 0,0-2,0 0,0-1,0 0,-1-2,1 0,9-4,-15 5,-1 1,1-2,-1 1,1-2,-1 1,-1-1,1 0,-1-1,0 0,0 0,-1-1,0 0,-1 0,1-1,-2 0,1 0,-1 0,0 0,-1-1,-1 0,1 0,-1 0,-1-1,0 1,0 0,-1-1,-1 1,1-1,-2-10,-2 12,1-1,-1 1,-1 0,0 0,0 0,0 0,-1 1,-1 0,1 0,-1 0,-1 1,1-1,-1 2,-1-1,1 1,-1 0,0 1,0-1,-1 2,0-1,1 1,-9-2,4 1,-1 0,1 2,-1 0,0 0,1 1,-1 1,0 0,0 1,0 0,0 2,0-1,0 2,0-1,1 2,-11 4,19-7,1 1,-1-1,0 1,1 1,-1-1,1 0,0 1,0 0,0 0,0 0,1 1,-1-1,1 1,0 0,0 0,0 0,0 0,1 1,0-1,0 1,0-1,0 1,1 0,-1-1,1 1,1 0,-1 0,1 0,-1 0,2 0,-1 0,0 0,1 2,13 26</inkml:trace>
  <inkml:trace contextRef="#ctx0" brushRef="#br1" timeOffset="82237.481">16371 1351,'62'24,"9"-12,1-2,0-4,0-3,29-3,-44 0,262 1,117-2,423 57,-319 36,243 85,-413-89,-307-72,-74-13,-7-4</inkml:trace>
  <inkml:trace contextRef="#ctx0" brushRef="#br1" timeOffset="83036.87">18617 1,'3'11,"0"18,0 22,-1 20,-1 21,-4 15,-9 10,-10 2,-5-7,-2-13,-2-14,6-18,6-16,6-19</inkml:trace>
  <inkml:trace contextRef="#ctx0" brushRef="#br1" timeOffset="83354.094">19152 27,'2'-9,"1"4,0 16,-5 23,-7 25,-6 23,-6 19,-3 12,0 5,2-1,5-8,4-10,6-13,3-14,3-13,1-14,1-15</inkml:trace>
  <inkml:trace contextRef="#ctx0" brushRef="#br1" timeOffset="83533.616">18484 415,'-14'-4,"3"0,16 3,28 7,36 7,38 5,32 2,23 3,-17-4</inkml:trace>
  <inkml:trace contextRef="#ctx0" brushRef="#br1" timeOffset="83706.154">20208 696,'-4'0,"-5"0,1 0</inkml:trace>
  <inkml:trace contextRef="#ctx0" brushRef="#br1" timeOffset="85800.201">8965 2420,'126'10,"118"-6,-148-4,1145-1,-1196 2,-9 0,1-1,-1-2,1-2,32-7,-67 10,0 0,0 1,0-1,0 0,0 0,0 0,0-1,0 1,-1 0,1-1,0 1,-1-1,1 1,-1-1,0 0,0 0,0 1,1-1,-2 0,1 0,0 0,0 0,-1 0,1 0,-1-1,1 1,-1 0,0 0,0 0,0 0,0-1,0 1,-1 0,1 0,0 0,-1 0,0 0,0-2,0-8,0-41,2 0,2 0,3 0,7-24,4-44,-5 3,-6-1,-5 0,-5 0,-5 1,-5 0,-5 1,-28-87,11 66,36 136,-1 0,1 0,0 1,0-1,0 0,0 0,0 0,1 1,-1-1,1 0,-1 0,1 1,-1-1,1 0,0 1,0-1,0 1,0-1,0 1,0-1,0 1,0 0,1 0,-1-1,0 1,1 0,-1 0,1 0,-1 1,1-1,0 0,-1 0,1 1,0-1,0 1,-1 0,1-1,0 1,0 0,-1 0,1 0,0 0,0 0,0 1,1-1,142 0,79 12,-8-1,859-6,-1011-5,994-27,-987 29,-72-2,1 1,-1-1,1 0,-1 1,1-1,0 0,-1 1,1-1,0 0,-1 1,1-1,0 1,-1-1,1 0,0 1,0-1,0 1,-1-1,1 1,0-1,0 1,0-1,0 1,0-1,0 1,0-1,0 1,0-1,0 1,0-1,0 1,1-1,-1 1,0-1,0 1,0-1,1 1,-1-1,0 1,0-1,1 0,-1 1,0-1,1 0,-1 1,1-1,-1 0,0 1,1-1,-1 0,1 0,-1 1,1-1,-1 0,1 0,-1 0,1 0,-1 0,1 0,-1 0,1 0,-1 0,1 0,-1 0,1 0,-1 0,1 0,-1 0,1 0,-1-1,-13 8</inkml:trace>
  <inkml:trace contextRef="#ctx0" brushRef="#br1" timeOffset="87788.071">8818 4800,'359'10,"559"36,148 88,-350-35,-685-95,34 5,1-4,0-2,20-4,-84 1,0-1,0 0,0 0,0 0,0-1,0 1,0 0,0-1,-1 1,1-1,0 0,-1 1,0-1,1 0,-1 0,0 0,0 0,0 0,0 0,0 0,0 0,-1 0,1-1,-1 1,0 0,1 0,-1-1,0 1,0 0,-1 0,1-1,0 1,-1 0,1 0,-1 0,0-1,0 1,0-1,-1-14,8-331,10-584,-30-33,35 472,-20 463,-1 0,-2-1,-1 1,-2 0,0 1,-2-1,-2-1,4 12,0-1,2 0,0 0,1 0,2-1,0 1,0 0,2 0,1 0,0 0,13-132,14 66,-28 84,0 0,0 0,0 0,0 0,1 1,-1-1,0 1,1-1,-1 1,1 0,0 0,-1 0,1 1,0-1,-1 1,1-1,0 1,0 0,-1 0,1 0,0 0,0 0,0 1,6-1,497 17,-296-5,765 28,-925-38,-35-1</inkml:trace>
  <inkml:trace contextRef="#ctx0" brushRef="#br1" timeOffset="89416.523">12976 9453,'-40'144,"6"2,-3 61,-10 129,-1 326,37 344,12-893,6 552,90 634,-62-1053,-12 2,-10 0,-11 27,-12-167,4-76</inkml:trace>
  <inkml:trace contextRef="#ctx0" brushRef="#br1" timeOffset="90233.088">12762 9492,'737'-30,"-221"3,725 38,-653 3,180-6,1153 35,-70 71,-1452-87,-45-3,-262-11,-90-7,-15-1</inkml:trace>
  <inkml:trace contextRef="#ctx0" brushRef="#br1" timeOffset="91022.972">14005 10322,'-3'14,"0"0,0 1,1 0,1-1,1 1,0 0,1 0,0 0,1-1,1 1,0-1,1 0,1 0,0 0,1 0,0-1,1 0,1 0,0-1,0 0,1 0,8 6,-14-14,0 0,0 0,0-1,0 0,1 1,0-1,0-1,0 1,0 0,0-1,0 0,0 0,1 0,-1-1,1 1,0-1,-1 0,1-1,0 1,0-1,-1 0,1 0,0 0,0-1,-1 1,1-1,0 0,-1-1,1 1,-1-1,1 0,-1 0,0 0,0-1,4-2,2-6,-1-1,0 0,0 0,-1-1,-1 0,0-1,-1 1,0-1,-1 0,-1-1,0 1,-1-1,0 0,-2 0,1 0,-2 0,-1-14,1 11,-1 0,0 0,-1 0,-2 0,1 1,-2-1,0 1,-2 0,1 1,-2-1,0 1,-1 1,-1 0,0 0,-1 1,-1 0,-2-2,9 11,0 1,-1 1,1-1,-1 1,1 0,-1 0,0 0,0 1,0 0,0 0,-1 0,1 1,0 0,-1 0,1 1,-1 0,1 0,-1 0,1 1,-1 0,1 0,0 1,0 0,-1 0,1 0,0 1,1 0,-1 0,0 0,1 1,-3 2,-2 2,0 2,1-1,0 1,1 0,0 1,0 0,1 0,1 1,0-1,0 1,1 1,1-1,0 1,1 0,0 0,1 0,0 0,1 0,1 1,0-1,1 0,0 0,3 13,12 25</inkml:trace>
  <inkml:trace contextRef="#ctx0" brushRef="#br1" timeOffset="91486.261">14594 9947,'-1'69,"0"39,4 0,5-1,8 25,0-72,-16-59,0-1,1 0,-1 1,0-1,0 0,0 0,0 1,0-1,0 0,0 0,1 1,-1-1,0 0,0 0,0 1,1-1,-1 0,0 0,0 0,1 1,-1-1,0 0,0 0,1 0,-1 0,0 0,0 0,1 0,-1 0,0 1,1-1,-1 0,0 0,0 0,1 0,-1-1,0 1,1 0,-1 0,0 0,0 0,1 0,-1 0,0 0,1 0,-1-1,0 1,0 0,0 0,1 0,-1 0,0-1,0 1,1 0,-1 0,0-1,0 1,0 0,0 0,0-1,0 1,1 0,-1-1,0 1,0 0,0 0,0-1,0 1,8-25,-7 22,6-24,32-87,-37 110,0-1,1 1,-1 0,1 0,0 0,0 1,1-1,-1 1,1 0,0 0,0 0,0 0,0 1,0-1,0 1,1 0,-1 1,1-1,-1 1,1-1,0 1,0 1,0-1,4 2,-1 0,1 1,0 0,-1 0,0 1,1 0,-1 1,0 0,-1 0,1 0,-1 1,0 0,0 1,0 0,-1 0,0 0,0 1,0-1,-1 2,0-1,0 0,-1 1,0 0,-1 0,1 0,-2 0,1 1,0 5,-2-9,0 0,0 0,-1 1,0-1,0 0,0 0,-1 0,0 0,0 0,0 0,0 0,-1 0,0 0,0 0,0 0,-1-1,1 1,-1-1,0 0,0 0,-1 0,1 0,-1-1,0 1,0-1,0 0,0 0,-1 0,1-1,-4 2,-8 3,0-1,-1-1,0 0,0-1,0-1,0-1,0 0,-1-1,1-1,-1 0,1-2,0 0,-11-3,-23-13,49 8,10 2</inkml:trace>
  <inkml:trace contextRef="#ctx0" brushRef="#br1" timeOffset="91837.326">15650 10187,'-5'-7,"-1"0,1 0,-1 1,0 0,-1 0,1 0,-1 1,-1 0,1 0,0 1,-1 0,0 0,0 1,0-1,-1 2,1 0,-1 0,1 0,-1 1,0 0,1 1,-9 0,10 0,0 0,0 0,0 1,0 0,0 0,0 1,1 0,-1 0,1 1,-1 0,1 0,0 0,0 1,0-1,0 2,1-1,0 0,0 1,0 0,0 1,1-1,-1 1,2-1,-1 1,1 1,-1-1,2 0,-2 4,2-5,1 0,1 0,-1-1,1 1,-1 0,1 0,1 0,-1 0,1-1,0 1,0 0,0 0,0-1,1 1,0-1,0 1,0-1,1 0,-1 0,1 0,0 0,0 0,1-1,0 2,8 5,0 1,0-2,1 0,0 0,0-1,1-1,1 0,144 56,-109-46,-1 2,-1 3,13 9,-59-31,0 1,0-1,1 1,-1 0,0 0,0 0,0 0,0 0,0 0,-1 0,1 1,0-1,0 1,-1 0,1-1,-1 1,0 0,1 0,-1 0,0 0,0 0,0 0,0 0,-1 0,1 0,0 0,-1 1,0-1,1 0,-1 0,0 1,0-1,0 0,0 0,-1 1,1-1,-1 0,1 0,-1 0,0 1,0-1,0 0,0 0,0 0,-1 1,-7 4,-1 0,0-1,0 0,0 0,-1-1,0 0,0-1,0-1,0 1,-5-1,4 0,-235 47,161-39</inkml:trace>
  <inkml:trace contextRef="#ctx0" brushRef="#br1" timeOffset="92237.256">13832 11070,'28'-14,"190"2,1535-2,-1700 13,-29-1,0 2,0 0,0 2,-1 0,1 2,-1 0,0 2,7 2,-15-1</inkml:trace>
  <inkml:trace contextRef="#ctx0" brushRef="#br1" timeOffset="92633.226">16652 10174,'-6'6,"-1"0,1 0,1 0,-1 1,1 0,1 0,-1 0,1 1,0-1,1 1,0 0,0 0,0 1,1-1,1 0,-1 1,1 6,2-14,-1 1,1 0,0 0,0-1,0 1,0 0,0-1,0 1,0-1,1 1,-1-1,0 1,1-1,-1 0,1 0,0 0,-1 0,1 0,0 0,0 0,-1-1,1 1,0-1,0 1,0-1,0 0,0 0,0 1,0-1,0-1,0 1,0 0,-1 0,1-1,0 1,0-1,0 1,0-1,0 0,-1 0,1 0,0 0,-1 0,1 0,-1 0,1-1,-1 1,0-1,1 0,1-1,0 0,0-1,-1 0,1 1,-1-1,0 0,0 0,0 0,-1 0,1-1,-1 1,0 0,0-1,-1 1,1 0,-1-1,0 1,0-1,0 1,-1-1,0 1,0 0,0-1,0 1,-1 0,1 0,-1 0,0 0,0 0,-1 0,1 0,-1 1,0-1,0 1,0 0,0 0,0 0,-1 0,1 1,-3-2,4 3,0 1,0-1,0 1,0 0,0-1,0 1,0 0,0 0,0 0,0 0,0 1,0-1,0 0,1 1,-1-1,0 1,0 0,0 0,0 0,1 0,-1 0,0 0,1 0,-1 0,1 1,-1-1,1 1,0-1,-1 1,1-1,0 1,0 0,0 0,0-1,1 1,-1 0,0 0,1 0,0 0,-1 0,1 0,0 2,-6 23</inkml:trace>
  <inkml:trace contextRef="#ctx0" brushRef="#br1" timeOffset="92894.169">16706 10803,'9'-9,"5"-10,5-9,-1-6,-3-2,-4 1,-5 4,-7 7,-8 8,-10 13,-8 14,-4 15,1 11,6 0</inkml:trace>
  <inkml:trace contextRef="#ctx0" brushRef="#br1" timeOffset="93435.256">14286 11685,'-9'23,"-5"18,-1 17,3 11,3 8,4 3,4-7,7-8,4-15,2-16</inkml:trace>
  <inkml:trace contextRef="#ctx0" brushRef="#br1" timeOffset="93741.435">13978 11471,'5'-4,"0"1,0 0,0 0,0 0,0 1,0 0,1 0,0 0,-1 0,1 1,0 0,-1 0,1 1,1 0,0-1,43-4,-1 2,1 2,0 3,-1 2,0 1,0 3,0 2,-1 3,18 7,-58-17,1 0,-1 0,1 1,-1 0,0 0,-1 1,1 0,-1 1,0 0,0 0,0 1,-5-3,-1-1,0 1,0 0,0-1,-1 1,1 0,-1 0,0 0,0 0,0 0,-1 0,1-1,-1 1,0 0,0 0,0-1,-1 1,1 0,-1-1,0 0,0 1,0-1,0 0,-1 0,1 0,-1 0,0 0,0-1,0 1,0-1,0 0,0 0,-1 0,0 0,-40 30,0-2,-2-2,-1-2,-2-2,-17 5,-65 33,103-45,16-5</inkml:trace>
  <inkml:trace contextRef="#ctx0" brushRef="#br1" timeOffset="94539.408">14861 11899,'-3'8,"0"0,1 0,0 0,0 1,1-1,0 1,0-1,1 0,0 1,0-1,1 1,0-1,1 1,0-1,0 0,1 0,0 0,0 0,1-1,0 1,0-1,1 0,0 0,0 0,1-1,-1 0,2 0,-1 0,0-1,8 5,-12-9,1 1,-1-1,0 0,1-1,-1 1,1 0,-1-1,1 1,-1-1,1 0,0 0,-1 0,1 0,-1 0,1-1,-1 1,1-1,-1 1,1-1,-1 0,0 0,1 0,-1 0,0-1,0 1,0-1,1 1,-2-1,1 0,0 0,0 0,-1 0,1 0,-1 0,1-1,42-87,-39 78,4-13,34-63,-43 87,0 1,1 0,-1-1,0 1,0-1,1 1,-1 0,0-1,0 1,1-1,-1 1,1 0,-1 0,0-1,1 1,-1 0,1 0,-1-1,0 1,1 0,-1 0,1 0,-1 0,1 0,-1 0,1 0,-1 0,1 0,-1 0,1 0,-1 0,0 0,1 0,-1 0,1 0,-1 0,1 1,-1-1,1 0,-1 0,0 0,1 1,-1-1,0 0,1 1,-1-1,0 0,1 1,-1-1,0 0,1 1,-1-1,0 1,0-1,0 1,1-1,-1 0,0 1,0-1,0 1,0-1,0 1,0-1,5 35,-5-34,2 26,10 79,-11-102,0 0,0 0,1 0,-1 0,1 0,0-1,0 1,0 0,1-1,-1 1,1-1,0 0,0 0,0 0,0 0,0-1,1 1,-1-1,1 0,0 0,0 0,2 0,2-1,1-1,-1-1,1 1,-1-1,1-1,-1 0,0 0,1-1,-1 0,-1 0,1 0,0-1,-1-1,1 1,-1-1,-1 0,1-1,-1 0,0 0,0 0,0-1,-1 1,0-1,0-2,10-15,-2 0,-1-2,-1 1,-1-1,-1-1,-1 0,-1 0,-2-1,-1 1,-1-1,-1 0,-2 0,0 0,-5-22,4 4,-2 1,-2 0,-3 0,-10-34,7 54,11 25,-1-1,1 1,0 0,-1 0,1-1,-1 1,1 0,-1 0,1 0,-1 0,1 0,-1 0,0 0,1 0,-1 0,1 0,-1 0,1 0,-1 0,1 0,-1 0,1 0,-1 1,1-1,-1 0,1 0,0 1,-1-1,1 0,-1 1,1-1,0 0,-1 1,1-1,0 1,-1-1,1 0,0 1,-1-1,1 1,0-1,0 1,0-1,0 1,-1-1,1 1,0-1,0 1,0-1,0 1,0-1,0 1,0 0,0-1,1 1,-1-1,0 1,0-1,0 1,1-1,-9 43,2 1,2 0,2-1,2 8,-1-18,1 0,2 0,1 0,1 0,2-1,1 0,2 0,1 0,2-1,0-1,2 0,2-1,6 8,-19-31,1 0,0 0,1 0,-1 0,1-1,0 1,1-1,-1-1,1 1,0-1,0 0,1 0,-1-1,1 0,0 0,-1 0,1-1,0 0,1-1,-1 1,0-1,0-1,1 1,-1-1,0-1,1 1,-1-1,0 0,0-1,0 0,0 0,5-2,0-5,0 0,0-1,-1 0,-1-1,1 0,-2-1,0 0,0 0,-1-1,-1 0,0 0,0-1,-2 0,0 0,0 0,-1-1,0-8,-2-22,-3 45,-1 0,1 0,0 1,0-1,0 0,0 1,0-1,0 1,0-1,0 1,0-1,0 1,0 0,0 0,1-1,-1 1,0 0,0 0,1 0,-1 0,0 0,1 0,-1 0,1 0,0 0,-1 0,1 0,0 0,-6 12,0 0,1 1,1-1,0 1,1 0,0 0,1 0,1 0,0 0,1 0,1 1,0-1,1 0,0 0,2 3,-2-10,1 0,0-1,0 1,0 0,1-1,0 0,0 0,1 0,0-1,0 1,0-1,0 0,1-1,0 1,0-1,0 0,1-1,-1 1,1-1,0 0,0-1,0 0,0 0,0-1,1 1,36 2</inkml:trace>
  <inkml:trace contextRef="#ctx0" brushRef="#br1" timeOffset="95167.754">15449 11552,'14'6,"0"1,1-2,-1 0,1 0,0-2,13 2,-11-1,200 31,-132-24,0 4,-1 3,70 26,-146-42,0 0,0 1,0 0,-1 0,1 1,-1-1,0 2,0-1,-1 1,1 0,-1 1,0-1,0 1,-1 0,1 1,-1 0,-1-1,1 1,-1 1,-1-1,1 1,-1-1,1 6,-8 117,4-128,0 0,0 0,0 0,0 1,1-1,-1 0,1 0,-1 0,1 0,0 0,0 0,0 0,0 0,0-1,0 1,0 0,1 0,-1-1,1 1,-1-1,1 1,-1-1,1 0,0 0,0 0,0 1,0-2,0 1,0 0,0 0,0-1,0 1,0-1,0 1,2-1,2 0,0 0,0 0,0-1,0 0,0 0,-1 0,1-1,0 0,-1 0,1 0,-1-1,3-1,4-4,-1-1,-1 0,1-1,-2 0,1-1,-1 0,-1 0,0-1,-1 0,0 0,-1 0,0-1,-1 0,0-1,-1 1,2-14,-6 88,-1-52,0 1,0-1,2 1,-1-1,1 1,0-1,1 0,0 1,1-1,0 0,0 0,1 0,0-1,0 1,1-1,0 0,1-1,2 4,-6-10,1 1,0-1,-1 0,1 0,0 0,0 0,-1 0,1 0,0-1,0 0,0 1,0-1,0 0,0-1,0 1,0 0,-1-1,1 1,0-1,0 0,0 0,-1 0,1-1,-1 1,1-1,-1 1,1-1,-1 0,1 0,59-65,-53 53,0 0,-1-1,0 0,-1-1,-1 0,0 0,-1 0,-1-1,-1 1,1-11,-11 14,-6 28,10-10,0 0,0 0,0 1,1-1,0 1,0-1,0 1,1 0,0-1,0 1,0 0,1 0,0 0,0 0,1 0,-1-1,1 1,0 0,1 0,-1-1,1 1,1-1,-1 1,1-1,-1 0,1 0,1 0,-1 0,1-1,0 1,0-1,0 0,5 3,7 0,0 0,0-1,1-1,0-1,0 0,0-1,0-1,0-1,7 0,-20-1,64 4</inkml:trace>
  <inkml:trace contextRef="#ctx0" brushRef="#br1" timeOffset="96128.72">18096 11698,'-12'-1,"0"1,0 1,0-1,0 2,0 0,0 0,0 1,0 1,1 0,0 0,0 1,0 1,0-1,1 2,-9 6,17-11,0 0,0 0,0 0,1 0,-1 0,0 1,1-1,0 1,-1-1,1 1,0-1,0 1,1 0,-1-1,0 1,1 0,0 0,0 0,0-1,0 1,0 0,0 0,1-1,-1 1,1 0,0 0,0-1,0 1,0-1,0 1,0-1,1 1,-1-1,1 0,0 0,0 1,0-1,0-1,0 1,0 0,0 0,1-1,-1 1,0-1,1 0,0 0,0 1,28 12,0-1,1-1,1-2,-1-1,2-2,-1-1,1-1,0-2,8-1,52 5,0-3,0-4,0-5,34-8,-124 13,8-1,0-1,0 0,0 0,0-2,0 1,-1-1,0-1,0 0,0 0,0-1,3-4,-12 9,-1-1,0 0,0 1,0-1,0 0,0 0,0 0,0 0,0 0,-1 0,1 0,-1 0,0 0,0-1,1 1,-1 0,0 0,-1 0,1 0,0 0,-1 0,1 0,-1 0,0-1,1 2,-1-1,0 0,0 0,-1 0,1 0,0 1,0-1,-1 0,1 1,-1-1,0 1,1 0,-1-1,0 1,0 0,1 0,-1 0,0 0,0 1,0-1,0 1,-1-1,1 1,0-1,0 1,-21-8,-1 1,0 1,0 1,0 1,0 1,-1 1,1 2,-1 0,-20 3,38-3,0 0,-1 1,1 0,0 0,0 0,0 1,0 0,0 0,0 1,1 0,-1 0,1 1,0-1,0 1,0 1,0-1,1 1,0 0,0 0,-4 6,8-8,0-1,0 1,0-1,1 1,-1-1,1 1,0 0,0-1,0 1,0 0,0-1,0 1,1 0,-1-1,1 1,0-1,0 1,0-1,0 1,0-1,0 0,1 0,-1 1,1-1,0 0,-1 0,1 0,0-1,0 1,0 0,2 0,74 40,-70-39,-1 0,1 0,0-1,0 0,0 0,0-1,1 0,-1-1,0 0,0 0,1 0,-1-1,0-1,0 1,0-1,0 0,0-1,0 0,-1-1,1 1,-1-1,0 0,0-1,-1 0,1 0,-1-1,0 1,0-1,-1-1,0 1,0-1,0 0,-1 0,0 0,0-2,1-17,-3 15,2 27,-2-10,0 1,0 0,0-1,1 1,0-1,0 0,1 0,-1 0,1 0,1-1,-1 1,1-1,0 0,0 0,1-1,-1 0,1 0,0 0,0-1,0 1,0-2,1 1,-1-1,1 1,0-2,0 1,0-1,0 0,-1-1,1 1,7-2,-3 1,0-2,0 1,0-2,0 1,-1-1,0-1,1 0,-1-1,0 1,-1-2,1 0,-1 0,0 0,-1-1,0 0,0-1,0 0,3-5,2-4,-1-1,0 0,-1 0,-2-1,0-1,0 0,-2 0,-1 0,1-5,5-27,-3 0,-1-1,-4 0,-1-1,-5-51,3 91,-2-1,0 1,0 0,-2 0,0 0,0 0,-1 1,-1-1,0 1,-1 0,0 0,-1 1,-4-6,9 16,0 0,-1-1,1 1,0 0,-1 0,1 0,-1 1,1-1,-1 1,0-1,0 1,0 0,0 0,0 0,0 0,0 1,0-1,0 1,0 0,0 0,0 0,0 0,0 1,0-1,0 1,0-1,0 1,0 0,0 1,-4 1,0 0,0 1,1 0,-1 0,1 1,0 0,1 0,-1 0,1 1,0 0,-2 2,-5 12,0 0,1 1,2 1,0-1,1 1,1 1,1-1,1 1,1 0,2 1,0-1,1 0,1 1,1-1,1 1,5 20,-2-20,1 0,0-1,2 1,0-2,2 1,1-1,0 0,2-1,0-1,1 0,1-1,1 0,1-1,1-1,0-1,1-1,0 0,1-1,5 1,28 10</inkml:trace>
  <inkml:trace contextRef="#ctx0" brushRef="#br1" timeOffset="97268.673">19807 11672,'-7'-3,"0"0,0 1,0 0,0 1,0-1,-1 1,1 1,0-1,-1 1,1 1,0-1,-1 1,1 0,0 1,0 0,0 0,0 1,0-1,0 1,1 1,0-1,-1 1,1 1,0-1,1 1,-1 0,1 0,0 0,0 1,1 0,0 0,-1 2,3-2,0 1,1-1,-1 1,2 0,-1-1,1 1,0 0,0 0,1 0,0-1,0 1,0 0,1-1,0 1,0-1,1 0,0 0,0 0,1 0,-1 0,1-1,0 1,1-1,-1 0,1 0,0-1,0 1,1-1,-1 0,1-1,0 1,0-1,0-1,0 1,1-1,-1 0,1 0,1 0,3 1,-1 1,1-2,0 1,0-2,1 1,-1-2,0 1,0-2,0 1,1-1,-1-1,0 0,0-1,-1 0,1 0,0-2,-1 1,0-1,0 0,0-1,-1 0,0-1,0 0,-1 0,0-1,0 0,0-1,-1 1,1-4,-1 0,-1-1,-1 0,0 0,-1 0,0-1,-1 1,-1-1,0 0,0-4,-3 29,-2 9,2-1,0 1,1 0,1-1,1 1,1-1,0 0,2 1,2 6,-6-24,1 1,-1 0,1-1,-1 1,1-1,0 0,0 1,0-1,0 0,0 0,0 0,1 0,-1-1,1 1,-1-1,1 1,-1-1,1 0,0 0,0 0,0 0,0-1,0 1,-1-1,1 1,0-1,0 0,0-1,0 1,0 0,5-2,-1 1,0-2,0 1,0-1,0 0,0 0,0-1,-1 0,0 0,0 0,3-4,13-13,-1-1,0-2,-2 0,-1-1,-1 0,5-13,-2 12,-20 26,1 0,-1 0,1 0,-1 0,1 0,-1 0,1 1,-1-1,1 0,-1 0,1 0,-1 1,0-1,1 0,-1 1,1-1,-1 0,0 1,1-1,-1 0,0 1,0-1,1 1,-1-1,0 1,0-1,1 0,-1 1,0-1,0 1,0-1,0 1,0-1,0 1,0-1,0 1,0-1,0 1,0-1,0 1,0-1,0 1,0-1,-1 1,1-1,0 1,0-1,-1 1,1-1,0 0,-1 1,1-1,0 1,-1-1,0 7,-1-1,1 1,1 0,-1-1,1 1,0 0,1-1,0 1,0 0,0-1,1 1,0-1,0 0,0 1,1-1,0 0,0 0,1-1,0 1,0-1,0 1,0-1,1-1,0 1,0-1,0 0,1 0,2 2,2-3,1-1,0 1,-1-2,1 1,0-1,0-1,0 0,0-1,0 0,0 0,0-1,-1-1,1 0,-1 0,1-1,-1 0,0-1,-1 0,1-1,-1 0,0 0,-1-1,1 0,-1-1,-1 0,1 0,-1 0,0-3,6-7,-2 0,0-1,-1-1,-1 0,-1 0,-1-1,-1 0,0 0,-2 0,0-2,15-219,-18 160,-3-1,-3 1,-7-18,10 86,0 0,-1 0,0 1,-1-1,-1 1,0 0,0 0,-2 1,-4-8,10 18,-1 0,1 0,-1 1,1-1,-1 1,1-1,-1 1,0-1,0 1,1 0,-1 0,0 0,0 0,0 0,0 1,-1-1,1 0,0 1,0 0,0-1,0 1,-1 0,1 0,0 0,0 0,0 1,0-1,-1 1,1-1,0 1,0 0,-2 0,-55 49,39-21,1 0,1 1,2 1,1 1,2 0,1 1,1 0,2 1,1 0,2 0,1 1,2-1,1 34,3-36,0-1,2 0,1 1,2-2,1 1,2-1,0 0,13 26,-14-38,2 0,0 0,0-1,2 0,0-1,1 0,0-1,1 0,1-1,0-1,1 0,1-1,0-1,5 2,-14-9,1 0,0 0,0-1,0 0,0-1,0 0,1 0,-1-1,1 0,-1-1,1 0,-1 0,1-1,-1 0,1-1,-1 0,0 0,0-1,0-1,0 1,0-1,-1-1,0 0,0 0,0 0,0-1,6-6,-6 3,1 0,-1 0,0-1,-1 0,0-1,-1 1,0-1,0 0,-1-1,-1 1,0-1,0 0,-2 0,1-1,-1 1,-1 0,0-1,-1 1,-1-7,1 15,0 0,-1 1,1 0,-1-1,0 1,0-1,0 1,-1 0,1 0,-1-1,0 1,1 0,-2 1,1-1,0 0,0 0,-1 1,1 0,-1-1,0 1,0 0,0 0,0 0,0 1,0-1,0 1,-1 0,1 0,0 0,-1 0,1 0,-1 1,1 0,-1-1,1 1,-1 1,1-1,-1 0,1 1,-1 0,1 0,-1 0,0 0,-5 3,1 0,1 1,-1 0,1 0,0 0,0 1,0 0,1 1,0-1,0 1,1 0,0 1,0-1,0 1,1 0,1 0,-1 0,1 1,0-1,1 1,0 0,1-1,-1 1,2 0,-1-1,0 0,0 0,1-1,0 1,1 0,0 0,0-1,1 1,-1-1,2 1,-1-1,1 0,0 0,1 0,-1 0,2 0,-1-1,0 1,1-1,1-1,-1 1,1-1,-1 0,2 0,-1 0,0-1,6 3,-7-4,1-1,-1 1,1-1,-1 0,1-1,0 1,0-1,0 0,0-1,0 1,-1-1,1 0,0-1,0 1,0-1,0-1,0 1,0-1,-1 0,1 0,-1 0,1-1,-1 0,0 0,0 0,0-1,-1 0,1 0,-1 0,1-1,2-4,-1 0,-1-1,1 0,-2 0,1 0,-1 0,-1 0,0-1,0 0,-1 0,-1 0,0 0,0 0,-1 0,0-6,0 17,0-1,0 0,1 0,-1 1,0-1,0 0,0 0,0 1,0-1,0 0,0 0,0 1,0-1,0 0,0 0,0 1,-1-1,1 0,0 0,0 1,-1-1,1 0,-1 1,1-1,-1 0,1 1,-1-1,1 1,-1-1,1 1,-1-1,1 1,-1-1,0 1,1 0,-1-1,0 1,0 0,1-1,-1 1,0 0,0 0,1 0,-1 0,0 0,0 0,1 0,-1 0,0 0,0 0,1 0,-1 0,0 1,0-1,1 0,-1 1,0-1,1 0,-4 7,0 0,1-1,0 1,0 1,1-1,-1 0,2 1,-1-1,1 1,0-1,1 1,0-1,0 1,1 0,0 5,1-5,-1 0,1 1,1-1,0 0,0 0,0-1,1 1,0-1,0 1,1-1,0 0,1-1,-1 1,1-1,0 0,1-1,-1 0,1 0,0 0,1-1,4 3,10 4,1-1,0-2,0 0,1-1,0-1,21 1,7 1</inkml:trace>
  <inkml:trace contextRef="#ctx0" brushRef="#br1" timeOffset="98400.241">14046 13075,'0'-8,"1"0,0 0,0 0,1 1,0-1,1 0,-1 0,1 1,1 0,0-1,0 2,0-1,2-2,-4 6,1 0,-1 0,0 1,1-1,-1 1,1-1,0 1,0 0,0 0,0 0,0 1,0-1,1 1,-1 0,0-1,1 2,-1-1,1 0,-1 1,1-1,-1 1,1 0,-1 0,1 0,0 1,-1 0,1-1,-1 1,0 0,1 0,-1 1,8 5,-1 1,-1 0,1 1,-1-1,-1 2,1 0,-2 0,1 0,-2 1,1 0,-1 0,-1 1,0-1,-1 1,0 0,0 5,2-2,5 13,-7-14,0-1,2 0,-1 0,2 0,0-1,0 0,1 0,4 3,-12-14,1 0,0 0,0 1,0-1,0 0,0 0,0 0,0 0,0-1,1 1,-1 0,0 0,1-1,-1 1,0-1,1 1,-1-1,1 0,-1 1,0-1,1 0,-1 0,1 0,-1 0,1 0,-1 0,1 0,-1-1,0 1,1-1,-1 1,0-1,1 1,-1-1,0 0,1 1,-1-1,0 0,0 0,0 0,0 0,0 0,0 0,0 0,0 0,0-1,0 0,4-10,-1-1,0 0,-1 1,-1-1,0 0,0-1,-1 1,-1 0,0 0,-1-2,1-5,2-43,-2 62,-1 1,1-1,0 1,0 0,0-1,0 1,0-1,0 1,-1-1,1 1,0-1,0 1,0 0,1-1,-1 1,0-1,0 1,0-1,0 1,0-1,0 1,1 0,-1-1,0 1,0 0,1-1,-1 1,0-1,1 1,-1 0,0 0,1-1,-1 1,0 0,1-1,-1 1,1 0,-1 0,0 0,1 0,-1-1,1 1,-1 0,1 0,-1 0,1 0,-1 0,0 0,1 0,-1 0,1 0,-1 0,1 1,-1-1,1 0,-1 0,0 0,1 0,-1 1,1-1,-1 0,0 0,1 1,-1-1,0 0,1 1,-1-1,0 1,21 28,-20-28,20 36,-14-22,0-1,1-1,1 1,0-1,1-1,0 0,0 0,2-1,11 9,-21-18,0-1,1 0,-1 1,0-1,1 0,-1-1,1 1,-1 0,1-1,-1 1,1-1,-1 0,1 0,-1 0,1 0,-1 0,1 0,0-1,-1 1,1-1,-1 0,0 0,1 0,-1 0,0 0,1 0,-1-1,0 1,0-1,0 1,0-1,1-2,48-70,-46 64,84-154,-71 152,-11 38,-6-18,1-1,0 0,0-1,0 1,1-1,0 0,0 1,0-1,1 0,0-1,0 1,0-1,1 0,0 0,0 0,0-1,1 0,0 0,-1 0,1 0,1-1,-1 0,0-1,4 2,17 5,0-1,0-2,0 0,1-2,6 0,239 7,-216-12</inkml:trace>
  <inkml:trace contextRef="#ctx0" brushRef="#br1" timeOffset="98969.803">15663 13129,'1'-4,"0"-1,0 1,-1-1,0 1,1-1,-1 1,-1-1,1 1,-1-1,1 1,-1-1,-1 1,1 0,-1-1,1 1,-1 0,0 0,-1 0,1 1,-1-1,0 0,1 1,-2 0,1-1,0 1,-1 0,1 1,-1-1,0 1,0 0,-2-2,-2 1,0 1,0 0,-1 0,1 0,0 1,-1 0,1 1,0 0,-1 0,1 1,-1 0,1 0,0 1,0 0,0 1,0-1,0 2,0-1,1 1,-1 0,1 1,0-1,0 2,1-1,0 1,0 0,0 0,0 0,1 1,4-4,-1-1,1 1,0 0,0 0,0 0,1 0,-1-1,1 1,-1 0,1 0,0 0,0 0,1 0,-1 0,0 0,1 0,0 0,0 0,0 0,0-1,0 1,0 0,1-1,-1 1,1-1,0 1,0-1,0 0,0 0,0 0,0 0,0 0,2 1,4 2,1 1,-1-2,1 1,0-1,0 0,0-1,0 0,1-1,6 2,-6-2,0 0,-1 0,1-1,0-1,0 1,0-1,0-1,-1 0,1-1,0 1,-1-2,1 1,-1-2,0 1,0-1,0 0,0-1,-1 0,1-1,-2 1,1-1,0-1,-1 0,0 0,-1 0,0-1,5-7,18-78,-28 93,0 0,0 0,0 0,0 0,-1 0,1 0,0 0,0 0,0 0,0 0,-1 1,1-1,0 0,0 1,0-1,-1 0,1 1,0-1,0 1,-1-1,1 1,0-1,-1 1,1 0,-1-1,1 1,-1 0,1 0,-1-1,1 1,-1 0,0 0,1-1,-1 1,0 0,0 0,0 0,0 0,1 0,-1-1,0 1,-1 0,1 0,0 0,3 5,2 4,0 0,1 0,0-1,1 0,0 0,0 0,1-1,0 0,0-1,1 0,0 0,0-1,1 0,0 0,0-1,0-1,1 0,-1 0,1-1,0 0,0-1,0 0,11 0,-10-3,-1-1,0 0,1-1,-1-1,0 1,0-2,-1 0,1 0,-1 0,0-2,0 1,-1-1,0 0,0-1,-1 0,0-1,0 0,-1 0,0 0,-1-1,0 0,0 0,-1-1,-1 1,1-1,-3 6,-3 4,1 1,0-1,0 1,0-1,0 1,0-1,0 1,0-1,-1 1,2-1,-1 1,0-1,0 1,0-1,0 0,0 1,0-1,0 1,1-1,-1 1,0 0,1-1,-1 1,0-1,0 1,1-1,-1 1,1 0,-1-1,0 1,1 0,-1-1,1 1,-1 0,1 0,-1-1,1 1,-1 0,1 0,-1 0,1 0,-1 0,1 0,-1 0,1 0,-1 0,1 0,-1 0,1 0,0 0,-1 0,1 0,-1 0,1 1,3 15,0 0,1-1,1 1,0-1,1 0,1 0,1-1,-1 0,2-1,0 0,1 0,0-1,1 0,0-1,1-1,0 0,1-1,0 0,3 1,13 0</inkml:trace>
  <inkml:trace contextRef="#ctx0" brushRef="#br1" timeOffset="99217.138">16371 12634,'-2'18,"-1"6</inkml:trace>
  <inkml:trace contextRef="#ctx0" brushRef="#br1" timeOffset="100756.033">17307 12821,'22'30,"0"0,-2 2,-2 0,0 1,-2 3,39 70,-55-103,1-1,0 0,-1 0,1 1,0-1,0 0,0 0,1 0,-1 0,0 0,1-1,-1 1,1 0,-1-1,1 1,0-1,0 1,0-1,0 0,0 0,0 0,0 0,0 0,0 0,1-1,-1 1,0-1,0 1,1-1,-1 0,0 0,1 0,-1 0,0 0,1-1,-1 1,1-1,5-6,-1-1,1-1,-1 1,-1-1,0 0,0-1,-1 0,0 0,0 0,-1 0,0 0,0-7,4-3,-2 0,0-1,-1 0,-2-1,2-15,-13 100,8-56,-1-1,1 1,0 0,1-1,0 1,0 0,0-1,1 1,0-1,0 0,0 0,1 1,0-2,0 1,1 0,0-1,0 1,0-1,0 0,1 0,0-1,0 1,0-1,1 0,-1-1,1 1,0-1,0 0,0-1,0 1,1-1,-1 0,0-1,0-1,0 1,0-1,0 0,0 0,-1-1,1 1,0-1,0-1,0 1,-1-1,1 0,-1 0,1-1,-1 1,0-1,0-1,0 1,0-1,-1 1,1-1,-1-1,0 1,0-1,-1 1,1-1,-1-1,3-2,-1 0,-1-1,0 0,0 0,0 0,-1 0,-1 0,0-1,0 1,-1-1,0 0,0 1,-1-1,0 0,-1 0,-1-2,-1 3,6 23,2-1,0 0,1-1,1 0,0 0,1 0,0-1,1 0,0 0,0-1,1 0,1-1,0 0,0-1,1 0,-1 0,2-2,-1 1,1-2,0 1,0-2,1 0,-1 0,1-2,7 2,-16-4,1 0,-1 0,1 0,-1 0,1-1,-1 0,1 0,-1 0,0-1,1 0,-1 0,0 0,0-1,-1 0,1 0,0 0,-1 0,0-1,1 1,0-3,58-92,-13 15,-50 82,0 0,1 1,-1-1,0 0,1 1,-1-1,1 0,-1 1,0-1,1 1,-1-1,1 1,0-1,-1 1,1-1,-1 1,1 0,0-1,-1 1,1 0,0 0,-1-1,1 1,0 0,-1 0,1 0,0 0,0 0,-1 0,1 0,0 0,-1 0,1 0,0 0,0 0,-1 1,1-1,0 0,-1 0,1 1,0-1,-1 0,1 1,-1-1,1 1,-1-1,1 1,-1-1,1 1,-1-1,1 1,-1 0,1-1,-1 1,0 0,14 42,-13-39,1 6,37 115,-37-120,0-1,1 0,0 0,0 0,0 0,0 0,0 0,1-1,-1 0,1 0,0 0,0 0,0 0,1-1,-1 0,1 0,-1 0,1 0,-1-1,1 0,0 0,0 0,0 0,0-1,1 0,2 0,0-1,0 0,0-1,0 0,0 0,0-1,-1 0,1 0,-1-1,0 0,0 0,0-1,-1 1,0-1,0-1,0 1,0-1,2-4,7-8,-2 0,0-1,-1-1,0 0,7-20,-1 5,-4 64,-13-21,-1 1,2 0,-1-1,1 1,1-1,-1 1,1-1,1 0,0 0,0-1,0 1,1-1,0 0,0 0,1 0,0-1,0 0,1 0,0 0,-1-1,2 0,-1 0,1-1,15 2,0 0,1-2,-1-1,1-1,0-1,-1-1,16-2,-3 1,11 1,-21 1,1-1,0-1,-1-1,1-2,-1-1,24-7,-45 10,-1 0,1 0,0-1,-1 0,1 0,-1 0,0-1,0 1,0-1,-1 0,1 0,-1 0,0 0,0-1,-1 1,1-1,-1 0,0 0,0 0,0 0,-1 0,0 0,0 0,0-1,-1 1,1-5,1-20,-2 0,0 0,-2 1,-1-1,-1 0,-2 1,-1 0,-1 1,-9-20,13 38,-1 0,0 0,0 0,-1 0,0 1,-1 0,0 0,-1 1,-5-5,10 10,0 1,0-1,0 1,0 0,0 0,0 0,-1 1,1-1,-1 1,1 0,-1 0,0 0,1 0,-1 0,0 1,1 0,-1 0,0 0,0 0,1 1,-1-1,0 1,1 0,-1 0,0 0,1 1,-1-1,1 1,0 0,-1 0,-6 7,0 0,0 1,1 1,1-1,0 1,0 0,1 1,1 0,0 0,0 1,1-1,1 1,0 0,1 1,0-1,1 0,0 13,-1-10,2 0,0 0,1 0,1 0,0 1,1-1,1 0,1-1,0 1,1-1,0 1,1-1,1-1,1 1,0-1,0-1,2 1,-1-2,2 1,0-1,0-1,1 0,6 4,-1-2,0-1,1-1,0 0,1-2,0 0,1-1,0-1,0 0,0-2,1 0,-1-2,12 1,-21-3,1-1,0 1,0-2,-1 0,1-1,0 0,-1 0,0-1,1-1,-1 0,-1 0,1-1,0 0,-1-1,0-1,-1 1,1-1,-1-1,-1 0,1 0,-1-1,6-9,3-12,-1 0,-2-2,0 1,-3-2,-1 0,-1 0,-1-1,-3 1,1-10,17-113,4-144,-27 258,-1 42,1 0,0 1,-1-1,1 0,0 0,-1 0,1 1,-1-1,1 0,0 0,-1 0,1 0,-1 0,1 0,-1 0,1 0,0 0,-1 0,1 0,-1 0,1 0,0 0,-1 0,1-1,-1 1,1 0,0 0,-1 0,1-1,-1 1,1 0,0 0,0-1,-1 1,1 0,0-1,-1 1,1 0,0-1,0 1,0-1,-1 1,1 0,0-1,0 1,0-1,0 1,0 0,0-1,0 1,0-1,0 1,0-1,0 1,-13 23,2 0,1 1,0 0,2 0,1 1,0 6,-7 21,3 1,2 0,3 1,1 3,4-35,1-1,1 1,1-1,1 1,0-1,2 0,0 0,2 0,0-1,1 0,8 12,-9-20,1 0,1 0,0-1,1-1,0 0,0 0,1-1,0 0,1 0,0-2,0 1,1-2,0 1,0-2,10 3,-14-4,1-2,-1 0,1 0,-1 0,1-1,-1-1,1 0,0 0,0 0,-1-2,1 1,-1-1,1 0,-1-1,0 0,0-1,0 0,0 0,-1-1,1 0,-1 0,-1-1,3-3,0-1,0 0,-1-1,-1 0,0 0,-1-1,0 0,0-1,-2 1,1-1,-2 0,0-1,0 1,-1-1,-1 0,1-12,-4 7,-4 17,-12 51,14-33,1-1,0 1,2 0,-1 0,2 0,0-1,1 1,1 0,0-1,1 1,1-1,2 4,-4-11,1 0,-1-1,1 1,1-1,-1 0,1 0,1-1,-1 1,1-1,0 0,0-1,1 0,0 0,0 0,0 0,0-1,1-1,-1 1,1-1,0 0,0-1,0 0,0 0,1-1,-5 0,0-1,0 0,0 1,0-1,0-1,0 1,0-1,-1 1,1-1,0 0,0 0,-1-1,1 1,0-1,-1 0,1 0,-1 0,0 0,0-1,0 1,0-1,2-2,9-16</inkml:trace>
  <inkml:trace contextRef="#ctx0" brushRef="#br1" timeOffset="100934.555">19794 12527,'16'-5,"23"-1,26 1,24 0,23 4,14 4,6 4,-3 4,-23-2</inkml:trace>
  <inkml:trace contextRef="#ctx0" brushRef="#br1" timeOffset="101733.449">14046 14078,'17'0,"0"0,0-2,0 0,0-1,-1 0,1-1,-1-1,0-1,16-7,-24 10,43-17,-1-2,-1-3,0-1,-2-2,-2-3,0-1,26-28,-69 59,5-5,0 0,0 0,0 0,-1-1,0 1,-1-1,0-1,0 1,0-1,-1 0,0 0,0-1,-1 1,0-1,1-6,-5 12,0 0,0 1,0-1,0 1,0-1,0 1,-1 0,1-1,-1 1,0 0,0 0,0 0,0 0,0 0,0 1,0-1,-1 1,1-1,0 1,-1 0,1 0,-1 0,0 0,1 0,-1 1,0-1,1 1,-1 0,0-1,1 1,-1 1,0-1,0 0,1 1,-1-1,0 1,1 0,-1 0,1 0,-1 0,1 0,-2 1,-2 0,0 1,0 1,0-1,1 1,-1 0,1 0,-1 0,1 1,1 0,-1 0,1 0,0 0,0 1,0 0,1 0,0 0,0 0,0 0,1 0,0 1,-3 11,0 0,1-1,1 2,1-1,1 0,0 18,6 25,2 0,3 0,14 43,-2-3,-11-56,-3-1,-1 2,-2-1,-2 1,-3-1,-1 1,-2 0,-3-1,-4 18,-9-1</inkml:trace>
  <inkml:trace contextRef="#ctx0" brushRef="#br1" timeOffset="102616.09">14299 14252,'-4'-14,"1"5,0 0,0 0,1 0,0-1,1 1,0-1,1 1,-1 0,2-1,0-5,2 11,1-1,-1 1,1-1,0 1,0 0,1 1,-1-1,1 1,0 0,0 0,0 0,0 0,0 1,1 0,-1 0,1 1,-1 0,1 0,0 0,-1 0,1 1,5 0,-1-2,102-10,0 4,90 7,-175 1,-2 0,-17-1,-1 0,1 0,0 1,0 0,-1 1,1 0,-1 0,1 0,0 1,-1 0,0 1,0 0,0 0,0 0,0 1,2 2,-6-3,-1 1,0 0,-1 0,1 0,-1 0,1 0,-1 0,-1 0,1 0,0 0,-1 1,0-1,0 0,0 0,-1 1,1-1,-1 0,0 0,0 0,-1 0,1 1,-5 43,6-47,0 0,0 0,0-1,0 1,0 0,0 0,0 0,0 0,0 0,0 0,1-1,-1 1,0 0,1 0,-1 0,1-1,-1 1,1 0,-1 0,1-1,0 1,-1 0,1-1,0 1,-1-1,1 1,0-1,0 1,-1-1,1 0,0 1,0-1,0 0,0 0,0 1,-1-1,1 0,0 0,0 0,0 0,0 0,0 0,0 0,-1-1,1 1,0 0,0 0,0-1,0 1,0-1,38-24,-26 10,0 0,-2-1,0 0,0-1,-2 0,0-1,-1 0,1-6,-8 21,-1 3,0-1,0 0,0 1,0-1,0 0,0 0,0 1,0-1,0 0,0 1,0-1,0 0,0 1,1-1,-1 0,0 1,1-1,-1 0,0 1,1-1,-1 1,1-1,-1 1,0-1,1 1,0-1,-1 1,1-1,-1 1,1 0,-1-1,1 1,0 0,-1-1,1 1,0 0,-1 0,1 0,0 0,-1 0,1 0,0 0,0 0,-1 0,1 0,0 0,-1 0,1 0,0 0,-1 1,1-1,24 107,-22-94,-2-6,0 0,1-1,0 1,0-1,0 1,0-1,1 0,0 0,1 0,-1 0,5 4,-6-9,1 0,-1 0,0 0,1-1,-1 1,0-1,1 0,-1 0,1 0,-1 0,1 0,-1 0,0 0,1-1,-1 1,1-1,-1 0,0 0,0 0,1 0,-1 0,0 0,0-1,0 1,0-1,0 1,-1-1,1 0,0 0,-1 1,1-3,1 2,18-14,0-1,-1-2,-1 0,-1-1,-1 0,0-2,-2 0,2-5,-17 27,1-1,-1 0,0 1,0-1,0 1,0-1,0 1,0-1,1 1,-1-1,0 1,0 0,1-1,-1 1,0-1,1 1,-1 0,0-1,1 1,-1-1,1 1,-1 0,0 0,1-1,-1 1,1 0,-1 0,1 0,-1-1,1 1,-1 0,1 0,-1 0,1 0,0 0,-1 0,1 0,-1 0,1 0,-1 0,1 0,-1 0,1 1,-1-1,1 0,-1 0,1 1,-1-1,0 0,1 0,-1 1,1-1,-1 0,0 1,1-1,-1 1,0-1,18 33,-13-22,18 38,44 74,-67-122,1 1,0-1,-1 0,1 1,0-1,0 0,0 0,0 1,0-1,0 0,0 0,0 0,0 0,1 0,-1-1,0 1,1 0,-1 0,0-1,1 1,-1-1,1 0,-1 1,1-1,-1 0,1 0,-1 0,1 0,-1 0,1 0,-1 0,1 0,-1-1,1 1,-1 0,1-1,-1 0,1 1,-1-1,0 0,1 0,-1 1,0-1,0 0,9-13,-1 1,0-1,-1 0,-1-1,-1 1,0-2,0 1,-2 0,2-9,0 3,27-83,-33 104,1-1,-1 1,0-1,0 0,0 1,1-1,-1 1,0-1,0 0,1 1,-1-1,0 1,1-1,-1 1,1 0,-1-1,1 1,-1-1,1 1,-1 0,1-1,-1 1,1 0,-1-1,1 1,0 0,-1 0,1 0,-1 0,1 0,0-1,-1 1,1 0,-1 0,1 1,0-1,-1 0,1 0,0 0,-1 0,1 0,-1 1,1-1,-1 0,1 0,0 1,-1-1,1 0,-1 1,0-1,1 1,-1-1,1 1,19 31,-18-26,4 5,0-1,0 1,1-1,0 0,1 0,0-1,0 0,1 0,0-1,1-1,0 1,0-1,0-1,1 0,0 0,0-1,1-1,0 0,-1 0,12 1,100 4,-66-13</inkml:trace>
  <inkml:trace contextRef="#ctx0" brushRef="#br1" timeOffset="103238.714">16585 13945,'-9'-2,"-1"1,0 0,1 1,-1 0,0 0,0 1,1 0,-1 1,0 0,1 1,0 0,0 0,0 1,0 0,0 1,1 0,0 0,0 1,0 0,0 0,1 1,0 0,1 0,0 1,0-1,0 1,1 1,0-1,-1 4,6-9,-1 1,0 0,1-1,0 1,-1 0,1 0,1-1,-1 1,1 0,-1-1,1 1,0 0,0-1,1 1,-1-1,1 0,0 1,0-1,0 0,0 0,0 0,1 0,-1-1,1 1,0 0,0-1,0 0,0 0,0 0,0 0,0 0,1-1,-1 1,1-1,10 5,1-1,-1 0,1-1,0 0,0-2,1 0,11 1,-5-3,0 0,0-2,0 0,0-1,0-1,0-1,-1-1,0-1,0-1,-1-1,12-7,-19 9,-1-1,0 0,0-1,0 0,-1-1,-1 0,0-1,0 0,-1-1,0 0,-1 0,-1-1,0 0,0 0,-2-1,1 1,2-15,-1-7,-1 0,-2-1,-2 0,-1 0,-2 1,-1-1,-2 0,-1 1,-2 0,-2-2,-29-61,37 97,1 0,-1 0,0 0,1 0,-1 0,0 0,0 0,0 0,0 0,0 0,0 1,0-1,0 0,0 1,0-1,-1 1,1-1,0 1,0 0,0-1,-1 1,1 0,0 0,-1 0,1 0,0 0,0 0,-1 0,1 0,0 1,0-1,-1 0,1 1,0-1,0 1,0-1,0 1,0 0,0-1,0 1,0 0,0 0,0 0,0 0,0 0,0 0,1 0,-1 0,0 0,1 0,-1 0,1 0,-1 1,1-1,-1 0,1 0,0 1,0-1,0 0,0 0,0 1,0-1,0 0,-10 31,2 0,1 1,2-1,1 1,1 0,2 26,-1-34,1-1,1 1,1-1,1 1,2-1,0 0,1 0,2 0,0-1,2 0,0 0,2-1,0 0,1-1,2 0,0-1,6 6,-16-21,1-1,-1 0,1 1,0-1,0-1,1 1,-1-1,1 0,-1 0,1-1,0 0,0 0,0 0,0 0,0-1,1 0,-1-1,0 1,1-1,-1 0,0-1,1 0,-1 0,0 0,0-1,0 1,0-1,0-1,0 1,1-2,9-6,-1-1,1-1,-2-1,0 0,0-1,-1 0,4-7,28-29,-45 49,0 1,1-1,-1 1,0-1,1 1,-1-1,1 1,-1-1,0 1,1-1,-1 1,1-1,-1 1,1 0,0-1,-1 1,1 0,-1-1,1 1,-1 0,1 0,0 0,-1-1,1 1,0 0,-1 0,1 0,0 0,-1 0,1 0,0 0,-1 1,1-1,-1 0,1 0,0 0,-1 1,1-1,-1 0,1 0,0 1,-1-1,1 1,-1-1,1 1,-1-1,0 0,1 1,9 34,-7-22,-2-4,1 0,1 0,-1 0,1-1,0 1,1-1,0 0,1 0,-1 0,2 0,-1-1,1 0,0 0,0-1,1 1,0-2,0 1,0-1,1 0,0 0,0-1,0 0,0 0,1-1,-1 0,3 0,13-2</inkml:trace>
  <inkml:trace contextRef="#ctx0" brushRef="#br1" timeOffset="103483.06">17388 13851,'-21'-5,"-11"-3,-6-3,2 0</inkml:trace>
  <inkml:trace contextRef="#ctx0" brushRef="#br1" timeOffset="103733.392">16652 13690,'27'-2,"23"-1,21-2,19-3,14 1,9 1,2 1,-4 7,-22 2</inkml:trace>
  <inkml:trace contextRef="#ctx0" brushRef="#br1" timeOffset="103903.935">17856 13891,'11'16,"4"9,2 6,-3 4,-3 0,-3 2,-4-1,-2-5,-1-5,1-7,0-11,2-12,1-5</inkml:trace>
  <inkml:trace contextRef="#ctx0" brushRef="#br1" timeOffset="104068.491">17856 13610,'6'11,"15"7,3-1</inkml:trace>
  <inkml:trace contextRef="#ctx0" brushRef="#br1" timeOffset="104551.737">19085 13904,'-155'5,"153"-5,0 0,1 0,-1 0,0 0,0 1,0-1,0 0,0 1,1 0,-1-1,0 1,0 0,1 0,-1 0,1 0,-1 0,1 0,-1 0,1 1,-1-1,1 0,0 1,0-1,0 1,0 0,0-1,0 1,0 0,1-1,-1 1,0 0,1 0,0 0,-1 0,1-1,0 1,0 0,0 0,0 0,0 0,0 0,1 0,-1-1,1 1,-1 0,1 0,0 0,0-1,0 1,-1 0,2-1,-1 1,1 0,10 10,1-1,1 0,0-1,0-1,1 0,0-1,1 0,0-1,0-1,0-1,1 0,0-1,16 1,12 5,1-2,-1-2,1-2,0-2,0-3,0-1,0-2,0-2,2-3,-37 6,-1 0,0-1,0 0,0 0,0-1,-1-1,0 0,0 0,0 0,-1-1,0-1,-5 6,-1-1,1 0,-1 1,0-1,0 0,0 0,0-1,0 1,-1 0,1-1,-1 1,0-1,0 1,-1-1,1 1,0-1,-1 0,0 1,0-1,0 0,-1 1,1-1,-1 0,0 1,0-1,0 1,0-1,0 1,-1 0,0-1,0 1,0 0,0 0,-41-37,41 39,1 0,0 0,0 0,-1 1,1-1,-1 0,1 1,-1-1,1 1,-1 0,1-1,-1 1,1 0,-1 0,1 0,-1 0,1 0,-1 0,0 1,1-1,-1 0,1 1,-1-1,1 1,0 0,-1-1,1 1,0 0,-1 0,1 0,0 0,0 0,0 0,0 0,-1 1,-2 5,1 0,1 0,-1 1,1-1,1 0,-1 1,1 0,0-1,1 1,0-1,0 1,0 0,1-1,1 1,-1-1,1 1,0-1,1 1,1 0,-1 0,1 0,1-1,-1 0,1 0,0 0,1-1,0 0,0 0,0 0,1-1,0 0,0 0,0 0,0-1,1 0,5 2,9 2,0 0,0-2,1 0,0-2,21 2,-14-3,0-1,-1-2,1-1,0-1,0-1,-1-2,6-2,25-11</inkml:trace>
  <inkml:trace contextRef="#ctx0" brushRef="#br1" timeOffset="105832.347">13832 15187,'-80'-16,"62"10,0 2,-1 0,0 2,1 0,-1 1,-7 0,22 2,-1 0,1 0,0 0,0 1,0-1,0 1,1 0,-1 0,0 1,1-1,-1 1,1-1,0 1,0 0,0 0,0 1,0-1,1 0,0 1,0 0,0-1,0 1,0 0,1 0,-1 0,1 0,0 1,0-1,1 0,-1 0,1 1,0-1,0 0,1 0,-1 1,1-1,0 0,0 0,1 3,-1-3,0 0,0 0,0 0,1 0,-1 0,1 0,0 0,0-1,0 1,1 0,0-1,-1 0,1 0,0 0,0 0,1 0,-1-1,0 1,1-1,0 0,0 0,-1 0,1 0,0-1,0 0,1 0,-1 0,0 0,0 0,0-1,1 0,-1 0,0 0,0 0,1-1,2 0,6-6,1-1,-1 0,0 0,-1-1,0-1,-1 0,0-1,0 0,-1 0,0-1,-1-1,-1 0,0 0,-1 0,0-1,-1 0,3-9,3-8,-1 0,-1 0,-1-1,-2-1,-2 1,0-1,-3 0,0 0,-3 0,0 0,-4-15,4 41,0 1,0-1,0 1,-1 0,0 0,-1-1,1 1,-1 1,0-1,-4-5,6 10,-1 1,1-1,-1 1,0-1,1 1,-1-1,1 1,-1 0,0 0,1 0,-1 0,0 0,1 0,-1 0,0 0,1 1,-1-1,0 1,1-1,-1 1,1-1,-1 1,1 0,0 0,-1 0,1 0,0 0,-1 0,1 0,0 0,0 1,0-1,0 0,0 1,0-1,0 1,1-1,-1 1,1-1,-1 1,1 0,-1-1,1 1,0 0,0-1,-1 2,-8 21,1 2,0-1,2 1,1 1,1-1,1 1,2-1,0 1,2 0,1-1,3 16,-2-26,1 1,1-1,0 0,1 0,1 0,0-1,1 0,1 0,0-1,1 0,0-1,6 6,-10-13,1 0,-1 0,1 0,0-1,0 0,1 0,-1-1,1 0,0-1,0 1,0-1,1-1,-1 0,1 0,0 0,-1-1,1-1,0 1,-1-1,1-1,0 0,0 0,-1 0,6-3,-5 2,-1-1,1 0,-1-1,0 0,0 0,-1-1,1 0,-1 0,0-1,-1 0,1 0,-1 0,0-1,-1 0,1 0,-1 0,-1-1,1 0,-1 0,-1 0,0 0,0-1,0 1,-1-1,0 0,-1 0,0 1,-1-1,1 0,-2 0,1 0,-1 0,0 0,-1 1,-2-6,4 12,0 1,-1-1,1 0,-1 0,1 0,-1 1,0-1,1 0,-1 1,0-1,0 0,-1 1,1-1,0 1,0 0,-1-1,1 1,-1 0,1 0,-1 0,1 0,-1 0,0 0,1 0,-1 1,0-1,0 1,0-1,1 1,-1 0,0-1,0 1,0 0,0 0,0 0,0 1,1-1,-1 0,0 1,0-1,0 1,1 0,-1-1,-1 2,-1 4,1 1,0-1,0 1,0 0,1 0,0 0,0 0,1 0,0 0,0 0,0 1,1-1,0 0,1 0,0 1,0-1,0 0,1 0,0 0,0 0,1 0,0 0,0-1,1 0,0 1,4 4,2 2,1-1,0 0,1-1,0 0,1-1,0 0,1-1,0-1,0 0,1-1,0 0,0-1,0-1,1-1,0 0,0-1,0 0,14-1,28 4</inkml:trace>
  <inkml:trace contextRef="#ctx0" brushRef="#br1" timeOffset="106461.239">14794 15040,'-10'34,"2"1,2 0,1 0,1 1,3-1,0 1,3 0,2 12,37 352,-41-387,-2-21,-33-196,5-60,27 234,0 8,1-1,1 1,1-1,0 1,5-20,-5 39,1 1,-1-1,1 1,0-1,-1 1,1 0,0-1,1 1,-1 0,0 0,1 0,-1 0,1 0,0 0,-1 0,1 0,0 1,0-1,0 1,0-1,1 1,-1 0,0 0,1 0,-1 0,0 0,1 1,-1-1,1 1,-1-1,1 1,-1 0,3 0,81 23,-68-13,0 0,0 2,-2-1,1 2,-1 0,-1 1,-1 1,11 14,-22-27,-1-1,0 1,0 0,0 1,0-1,0 0,-1 0,1 1,-1-1,1 1,-1 0,0-1,0 1,0 0,-1-1,1 1,0 0,-1 0,0 0,0 0,0 0,0-1,0 1,0 0,-1 0,0 0,1 0,-1-1,0 1,0 0,0-1,-1 1,1-1,-1 1,1-1,-1 0,0 1,0-1,0 0,0 0,-2 1,-6 2,0-1,-1-1,1 0,-1 0,0-1,1 0,-1-1,0 0,0-1,0 0,0 0,0-2,1 1,-1-1,0-1,1 0,-1 0,1-1,0 0,8 3,-1 0,1 0,0 0,-1-1,1 1,0-1,0 1,0-1,0 0,0 1,0-1,1 0,-1 0,1-1,-1 1,1 0,0 0,-1-1,1 1,1 0,-1-1,0 1,0-1,1 0,0 1,-1-1,1 1,0-1,0 1,1-1,-1 0,0 1,1-1,0 1,-1-1,1 1,1-3,7-6,1 1,-1 0,2 0,0 1,0 0,0 1,1 1,0-1,1 2,-1 0,1 0,0 1,1 1,-1 0,6 0,17-6,0 1,1 2,0 1,0 2,30 1,-64 2,0 1,0-1,1 1,-1 0,0 0,0 1,1-1,-1 1,0-1,0 1,0 0,0 0,0 0,0 1,0-1,0 1,0 0,0-1,-1 1,1 1,-1-1,0 0,1 0,-1 1,0 0,0-1,-1 1,1 0,0 0,-1 0,0 0,0 0,1 3,-2 2,0 0,0 0,-1 0,0-1,0 1,-1 0,0 0,-1-1,1 1,-2-1,1 1,-16 56,19-63,0 0,0 0,0 0,0 0,1 0,-1 0,0 0,1 0,-1 0,1-1,-1 1,1 0,-1 0,1 0,-1-1,1 1,0 0,-1-1,1 1,0-1,0 1,-1-1,1 1,0-1,0 1,0-1,0 0,0 1,0-1,0 0,0 0,0 0,-1 1,1-1,0 0,0-1,0 1,0 0,0 0,0 0,0 0,0-1,0 1,0 0,0-1,-1 1,1-1,0 1,0-1,0 1,-1-1,1 0,0 1,-1-1,1 0,0 0,15-11</inkml:trace>
  <inkml:trace contextRef="#ctx0" brushRef="#br1" timeOffset="106869.153">15209 14799,'149'96,"-113"-76,-1 1,-1 2,-1 1,-1 2,8 9,-29-23,-1 1,0 0,-1 0,-1 1,0 0,-1 0,0 1,-1 0,-1 0,0 0,-1 1,-1 0,0 2,-4-15,1 0,0 0,0-1,0 1,0 0,1 0,-1 0,1-1,-1 1,1 0,0-1,0 1,0-1,1 1,-1-1,0 1,1-1,0 0,0 0,-1 1,1-1,0-1,1 1,-1 0,0 0,0-1,1 1,-1-1,1 0,-1 0,1 0,0 0,-1 0,1-1,0 1,0-1,0 0,-1 1,4-2,5-3,1-2,-1 1,-1-2,1 1,-1-1,0-1,-1 0,1 0,-2-1,1 0,-1-1,-1 0,1 0,-1-2,51-77,-58 88,1 1,-1 0,0-1,1 1,-1 0,1-1,-1 1,1 0,0 0,-1-1,1 1,-1 0,1 0,-1 0,1 0,0 0,-1 0,1 0,-1 0,1 0,-1 0,1 0,0 0,-1 0,1 0,-1 1,1-1,-1 0,1 0,-1 1,1-1,-1 0,1 1,-1-1,1 1,-1-1,0 0,1 1,-1-1,0 1,1-1,-1 1,0-1,1 1,-1-1,0 1,0-1,0 1,0 0,0-1,1 1,-1-1,0 1,0 0,0-1,-1 1,1-1,0 1,0-1,0 1,0-1,0 1,-1 0,3 5,3 6,1 0,1 0,-1-1,2-1,0 1,0-1,0 0,2-1,-1 0,1 0,0-1,1 0,0-1,0 0,0-1,1 0,0-1,0-1,1 1,-1-2,1 0,7 1,50 9,-6-4</inkml:trace>
  <inkml:trace contextRef="#ctx0" brushRef="#br1" timeOffset="107236.164">16626 15160,'-8'-3,"1"0,0 0,-1 1,0 0,1 1,-1-1,0 1,0 1,0 0,0 0,0 0,0 1,0 0,1 1,-1 0,0 0,1 0,-1 1,1 0,0 1,0 0,0 0,0 0,1 1,0 0,0 0,0 0,0 1,1 0,0 0,-1 2,4-5,0-1,0 1,0 0,0 0,0-1,0 2,1-1,-1 0,1 0,0 0,0 1,0-1,1 0,-1 1,1-1,0 1,0-1,0 1,0-1,0 0,1 1,0-1,-1 1,1-1,0 0,1 0,-1 1,1-1,-1 0,1 0,0 0,0-1,0 1,1 0,-1-1,1 0,-1 1,1-1,0 0,0 0,0 0,0-1,0 1,0-1,3 1,1 0,0-1,-1 0,1-1,0 0,0 0,0 0,0-1,-1 0,1 0,0-1,-1 0,1 0,-1 0,0-1,1 0,-1 0,-1-1,1 1,0-1,3-3,1-2,0 0,-1-1,0 0,0 0,-1-1,0 0,-1 0,0-1,-1 0,1-3,6-25,-2-1,-2 0,-2 0,-2 0,-1-1,-2 0,-2 0,-2 1,-2-1,-6-26,-17-47,26 113,1 1,0 0,-1 0,1 0,-1 0,0-1,1 1,-1 0,0 0,1 0,-1 0,0 0,0 0,0 0,0 1,0-1,0 0,0 0,0 1,0-1,0 1,-1-1,1 1,0-1,0 1,0 0,-1 0,1-1,0 1,0 0,-1 0,1 0,0 0,-1 1,-32 31,22-7,0-1,2 2,1-1,1 1,1 1,1-1,2 1,0 0,1 16,2-29,0 0,1 0,0 0,1 0,0 0,1 0,1 0,1 0,0-1,0 0,1 1,1-2,0 1,1-1,0 0,1 0,0-1,1 0,0 0,7 5,48 27,0-11</inkml:trace>
  <inkml:trace contextRef="#ctx0" brushRef="#br1" timeOffset="107919.015">18016 15014,'-18'-4,"-1"1,1 0,-1 2,1 0,-1 1,0 1,0 1,1 1,0 0,-1 1,1 1,-2 2,17-6,1-1,-1 1,1 0,0 0,0 0,0 0,-1 0,1 1,0-1,0 1,1-1,-1 1,0 0,0 0,1-1,-1 1,1 1,0-1,0 0,-1 0,1 0,1 0,-1 1,0-1,0 1,1-1,0 0,-1 1,1-1,0 1,0-1,0 1,0-1,1 1,-1-1,1 0,0 1,-1-1,1 0,0 1,0-1,0 0,1 0,-1 0,0 0,1 0,0 0,-1 0,1-1,1 2,7 0,1 0,0 0,-1-1,1-1,0 0,0 0,0-1,0 0,0-1,0 0,0-1,0-1,-1 1,1-1,-1-1,0 0,1-1,-2 0,1 0,5-5,-1 2,0-1,-1 0,0-1,0 0,-1-2,0 1,-1-1,0-1,-1 0,-1 0,0-1,0-1,-2 1,0-1,0 0,-2-1,0 1,0-1,0-11,1 2,-2-1,0 1,-2-1,-1 1,-1-1,-1 0,-1 1,-1-1,-2-4,5 28,0 0,0 0,0-1,-1 1,1 0,-1 0,1 0,-1 0,1-1,-1 1,0 0,0 0,0 0,0 1,-1-1,1 0,0 0,-1 1,1-1,-1 0,0 1,1 0,-1-1,0 1,0 0,0 0,0 0,0 0,0 0,0 1,0-1,-1 0,1 1,0 0,0-1,0 1,-1 0,1 0,0 0,0 1,0-1,-1 1,1-1,0 1,0-1,0 1,0 0,0 0,0 0,0 0,0 1,-6 9,0 0,1 1,0-1,0 2,2-1,-1 1,2 0,0 0,0 0,1 0,1 1,0 0,0 11,0-9,1 1,1 0,0-1,1 1,0-1,2 1,0-1,1 0,0 0,1 0,1 0,1-1,0 0,1 0,0-1,2 0,-1-1,2 0,-1 0,2-1,0 0,0-1,1-1,0 0,1 0,0-2,1 0,8 4,-14-9,-1-1,1 0,-1 0,1-1,0 0,-1-1,1 0,0 0,0-1,-1 0,1-1,0 1,-1-2,0 1,1-1,-1 0,0-1,0 0,-1 0,1-1,-1 0,0 0,0-1,-1 0,0 0,0 0,0-1,-1 0,0 0,1-2,2-3,-1-1,0 1,-1-2,0 1,-1-1,0 1,-2-2,1 1,-2 0,0 0,0-13,-1 25,0 0,-1 0,1 0,-1 0,0-1,0 1,1 0,-1 0,-1 0,1 0,0 0,0 0,-1 0,0 0,1 0,-1 0,0 0,0 0,0 0,0 0,0 0,0 1,0-1,-1 0,1 1,-1-1,1 1,-1 0,0-1,1 1,-1 0,0 0,0 0,0 0,0 0,0 1,0-1,0 0,0 1,0 0,0-1,0 1,0 0,-1 0,1 0,-1 1,-3 3,1 0,0 0,0 1,1-1,-1 1,1 0,0 1,1-1,-1 1,1 0,0 0,0 0,1 0,0 0,0 0,0 1,1-1,0 1,0-1,1 1,0-1,0 1,0-1,1 1,0 0,0-1,2 6,2-2,1 0,0 0,0-1,1 0,0 0,0-1,1 1,0-2,1 1,0-1,0-1,0 1,1-2,0 1,0-1,1-1,-1 0,1 0,0-1,0 0,7 0,163 28,-96-23</inkml:trace>
  <inkml:trace contextRef="#ctx0" brushRef="#br1" timeOffset="109899.318">19927 14920,'-1'-2,"-6"-6,0 0,-1 1,1-1,-2 1,1 1,-1 0,0 0,0 1,0 0,-1 0,0 1,0 0,0 1,-1 0,7 3,1 0,0 0,0 1,0 0,0-1,0 1,0 0,0 1,0-1,0 0,0 1,0 0,1 0,-1-1,1 2,-1-1,1 0,0 0,0 1,0-1,0 1,0 0,1-1,-1 1,1 0,-1 0,-22 82,23-82,0 1,0 0,1-1,-1 1,1 0,0 0,0-1,0 1,1 0,-1 0,1-1,0 1,0 0,0-1,0 1,0-1,1 0,0 1,0-1,0 0,0 0,0 0,1 0,-1 0,1-1,0 1,0-1,0 1,0-1,0 0,0 0,0-1,1 1,-1-1,1 1,-1-1,1 0,0-1,-1 1,1-1,0 1,0-1,2-1,0-1,0 1,-1-1,1 0,-1-1,1 0,-1 1,0-2,0 1,0 0,-1-1,1 0,-1 0,0 0,0-1,0 0,0 1,-1-1,0-1,0 1,0-1,2-5,1-1,-1 1,-1-1,0 0,-1-1,-1 1,1 0,-2-1,1-6,-9-8,-8 42,13-10,0 1,1 0,0-1,0 1,0 0,1 0,-1 0,2-1,-1 1,1 0,-1 0,2 0,-1-1,1 1,-1-1,2 1,-1-1,1 0,-1 1,1-1,1-1,-1 1,1 0,0-1,0 0,0 0,3 3,21 15</inkml:trace>
  <inkml:trace contextRef="#ctx0" brushRef="#br1" timeOffset="110799.431">20369 14840,'-5'-2,"1"0,-1 0,0 0,0 1,0-1,0 1,0 0,0 1,0-1,0 1,0 0,0 1,0-1,0 1,0 0,0 0,0 0,0 1,1 0,-1 0,0 0,1 0,0 1,-1 0,1 0,0 0,1 0,-1 1,0-1,1 1,0 0,0 0,0 0,0 1,1-1,-1 1,1-1,-1 4,2-5,0 0,0 1,0-1,1 0,-1 1,1-1,-1 1,1-1,0 0,0 1,1-1,-1 1,1-1,0 1,0-1,0 0,0 0,0 1,1-1,0 0,-1 0,1 0,0-1,0 1,1 0,-1-1,0 1,1-1,0 0,2 2,4 1,0 0,0 0,0-1,0 0,1 0,0-1,0-1,0 0,0 0,0-1,11 1,0-1,0 0,-1-2,1-1,0 0,-1-2,1 0,-1-1,10-5,-18 6,-1 0,0-1,0 0,0-1,-1 0,1-1,-2 0,1-1,-1 0,0 0,0-1,-1 0,-1-1,1 1,-2-1,6-10,-11 19,0 0,0 0,-1-1,1 1,0 0,-1 0,1 0,-1-1,1 1,-1 0,1-1,-1 1,0 0,0-1,0 1,0 0,0-1,0 1,0 0,0-1,0 1,-1 0,1-1,0 1,-1 0,1-1,-1 1,0 0,1 0,-1 0,0 0,0 0,0-1,1 1,-1 1,0-1,-1 0,1 0,0 0,0 0,0 1,0-1,-1 1,1-1,0 1,0-1,-1 1,1 0,0-1,-1 1,1 0,0 0,-1 0,0 0,-1 0,-1 1,0-1,0 1,1-1,-1 1,0 0,1 1,-1-1,1 1,-1-1,1 1,0 0,0 0,0 1,0-1,0 0,0 1,1 0,-1 0,1 0,0 0,0 0,0 0,0 0,0 1,1-1,-1 1,1-1,0 1,0 0,1 0,-1-1,1 1,-1 0,1 0,0-1,1 1,-1 0,1 0,0-1,-1 1,2 0,-1-1,0 1,1-1,-1 1,1-1,0 0,0 0,2 2,9 6,0-1,1-1,0 0,0-1,1 0,0-1,0-1,1 0,-1-1,1-1,1 0,-1-1,15 0,-21-1,0 0,1 0,-1-1,1-1,-1 0,1-1,-1 1,1-2,-1 0,0 0,0-1,1 0,-2 0,1-2,0 1,-1-1,0 0,0-1,0 0,-1 0,0-1,0 0,-1-1,0 1,4-7,-1-10,0-1,-2 0,-1-1,-1 1,-1-1,-1-1,-1-6,-1 14,5-15,-2-1,-2 0,-1 0,-2 0,-2 0,0 0,-3 1,-1-1,-5-17,-9 12,20 39,-1 0,1 0,-1 0,1 0,-1 1,1-1,-1 0,0 0,1 1,-1-1,0 0,1 1,-1-1,0 0,0 1,0-1,0 1,1 0,-1-1,0 1,0 0,0-1,0 1,0 0,0 0,0 0,0 0,0 0,0 0,0 0,0 0,0 0,0 0,0 1,0-1,1 0,-1 1,0-1,0 1,0-1,0 1,-4 5,1 0,0 0,0 0,1 0,0 1,0 0,0 0,1-1,0 1,1 1,-1-1,1 0,0 6,0-3,-8 46,4 0,1 0,4 0,1 0,8 44,-7-81,1 0,1 0,0-1,1 1,1-1,1-1,1 1,0-1,1 0,1-1,1 0,0-1,1 0,7 7,-16-19,0 0,0 0,0 0,1-1,-1 0,0 1,1-1,0-1,-1 1,1 0,0-1,0 0,0 0,0 0,0 0,0 0,0-1,0 0,0 0,0 0,1-1,-1 1,0-1,0 0,0 0,0 0,-1-1,1 1,0-1,0 0,-1 0,1 0,-1 0,0-1,0 0,0 1,0-1,0 0,0-1,-1 1,2-2,5-14,0 0,-1 0,-1 0,-1-1,-1 0,-1-1,0 1,-2-1,0 1,-1-18,-1 37,0 0,1-1,-1 0,1 1,-1-1,0 0,0 1,0-1,0 0,0 0,0 1,0-1,0 0,-1 1,1-1,-1 0,1 1,-1-1,0 1,1-1,-1 0,0 1,0 0,0-1,0 1,0 0,0-1,-1 1,1 0,0 0,-1 0,1 0,-1 0,1 0,-1 1,0-1,-3 3,0 1,0 0,1 0,-1 0,0 1,1-1,0 1,0 0,0 1,1-1,-1 1,1-1,0 1,0 0,0 1,3-5,-37 79,36-78,0 1,1 0,-1 0,0 0,1 0,0 0,0 0,0 0,0 0,0 0,1 0,-1 0,1 0,0 0,0 0,0 0,0-1,0 1,0 0,1-1,0 1,-1-1,1 1,0-1,0 0,0 0,2 2,5 0,1 1,-1-1,1-1,0 0,0 0,0-1,0 0,1-1,-1 0,0 0,6-1,-8 0,42 2</inkml:trace>
  <inkml:trace contextRef="#ctx0" brushRef="#br1" timeOffset="111551.459">21706 14853,'-98'-21,"94"20,1 1,-1 0,1 1,-1-1,1 1,0-1,-1 1,1 0,0 0,-1 0,1 1,0-1,0 1,0 0,0 0,0 0,1 0,-1 0,0 0,1 1,0 0,-1-1,1 1,0 0,1 0,-1 0,0 1,1 1,0 1,0 0,1 0,-1 0,2-1,-1 1,0 0,1 0,0-1,1 1,-1 0,1-1,0 0,0 1,1-1,-1 0,1 0,0 0,1 0,-1-1,1 1,0-1,0 0,1 0,-1 0,1-1,-1 0,1 0,0 0,1 0,-1-1,0 1,1-2,-1 1,1 0,-1-1,1 0,0-1,0 1,0-1,-1 0,3 0,-5-1,-1 0,1 0,0 0,0 0,0 0,-1 0,1-1,0 1,-1-1,0 0,1 0,-1 0,0 0,0 0,0 0,0-1,0 1,-1-1,1 1,-1-1,1-2,0 47,-3-40,1-1,-1 1,1 0,0-1,-1 1,1 0,0 0,0-1,0 1,0 0,1 0,-1-1,0 1,1 0,-1-1,1 1,-1 0,1-1,0 1,0-1,0 1,0-1,0 1,0-1,0 0,0 1,1-1,-1 0,0 0,1 0,-1 0,1 0,-1 0,1-1,-1 1,1 0,0-1,-1 1,1-1,0 0,0 1,-1-1,1 0,0 0,0 0,-1 0,1-1,0 1,-1 0,3-1,4-4,0 0,-1-1,1 0,-1 0,-1-1,1 0,-1 0,0 0,0-1,-1 0,0 0,-1 0,0 0,0-1,-1 0,0 0,0 0,-1 0,0 0,-1-1,0 1,0-6,11-54,-10 69,0-1,-1 1,1 0,-1 0,1 1,-1-1,1 0,-1 0,1 1,-1-1,1 1,-1-1,0 1,1 0,-1-1,0 1,1 0,-1 0,0 0,0 0,0 0,0 0,0 0,0 1,1 0,2 1,8 6,0 1,0 0,-1 1,-1 0,0 1,0 0,-1 0,-1 1,0 0,0 1,0 3,-7-15,-1 0,0 0,1 0,-1 0,0 0,0 0,0 0,-1-1,1 1,0 0,-1 0,1 0,-1 0,0 0,1-1,-1 1,0 0,0-1,0 1,0 0,-1-1,1 0,0 1,-1-1,1 0,-1 1,1-1,-1 0,1 0,-1 0,0 0,0-1,1 1,-1 0,0-1,0 1,0-1,0 0,0 0,1 1,-1-1,0 0,0-1,0 1,0 0,0 0,0-1,0 1,1-1,-1 0,-1 0,2 1,0-1,0 0,-1 1,1-1,0 0,0 1,0-1,0 0,0 0,0 0,0 0,1 0,-1 0,0 0,0 0,1 0,-1-1,1 1,-1 0,1 0,-1-1,1 1,0 0,0 0,-1-1,1 1,0 0,0-1,0 1,1 0,-1-1,0 1,0 0,1 0,-1-1,1 1,0-1,22-46,-18 39,0 1,1-1,0 2,0-1,1 1,0 0,0 0,1 1,0 0,3-2,-10 8,1 0,-1 0,0 0,0 0,1 1,-1-1,0 1,1-1,-1 1,0-1,0 1,0-1,0 1,1 0,-1 0,0 0,0 0,0-1,-1 1,1 1,0-1,0 0,0 0,-1 0,1 0,-1 0,1 1,-1-1,1 0,-1 0,0 1,1-1,-1 0,0 1,0-1,0 0,0 1,0-1,-1 0,1 1,0-1,0 0,-1 1,0 0,1-1,13 81,-12-78,0-1,0 0,0 0,1 0,-1 0,1 0,0-1,-1 1,1 0,0-1,1 0,-1 1,0-1,1 0,-1 0,1 0,0 0,0-1,-1 1,1-1,0 1,0-1,1 0,0 0,10 0</inkml:trace>
  <inkml:trace contextRef="#ctx0" brushRef="#br1" timeOffset="111722.531">22120 14452,'-7'-2,"-2"3,-4 9,0 3</inkml:trace>
  <inkml:trace contextRef="#ctx0" brushRef="#br1" timeOffset="112598.191">15903 15709,'-12'-68,"13"68,0 0,1 0,-1 0,0 1,1-1,-1 0,0 1,1-1,-1 0,0 1,0 0,1-1,-1 1,0 0,0-1,0 1,0 0,0 0,0 0,0 0,0 0,0 0,-1 0,1 0,0 0,-1 1,1-1,-1 0,1 1,0-1,27 36,-20-25,0 0,1 0,0-1,0 0,1-1,1 0,0-1,0 0,1 0,0-1,1-1,-1 0,6 1,-13-7,-1 0,0 0,1 0,-1-1,1 0,-1 0,1 0,-1-1,1 0,-1 1,0-1,1-1,-1 1,0-1,0 0,0 0,0 0,0 0,0 0,-1-1,1 0,-1 0,0 0,0 0,0-1,0 1,0-1,-1 1,1-2,57-120,-17 25,-42 99,0-1,0 1,0 0,0 0,0 0,0 0,1-1,-1 1,0 1,0-1,1 0,-1 0,1 0,-1 1,1-1,-1 1,1-1,-1 1,1 0,0-1,-1 1,1 0,0 0,-1 0,1 0,-1 1,1-1,0 0,-1 1,1-1,-1 1,1-1,-1 1,1 0,-1 0,0-1,1 2,17 10</inkml:trace>
  <inkml:trace contextRef="#ctx0" brushRef="#br1" timeOffset="113415.521">16826 15735,'-1'-4,"0"0,0 0,0 1,0-1,-1 0,1 0,-1 1,0-1,0 1,-1 0,1-1,-1 1,1 0,-1 0,0 1,0-1,0 1,0-1,-1 1,1 0,-1 0,1 0,-1 1,0-1,0 1,-2 0,-4-2,0 1,0 0,0 1,0 1,0-1,-1 2,1-1,0 1,0 1,0 0,-1 0,1 0,0 1,0 1,0 0,0 0,0 1,1 0,0 0,0 1,0 0,1 1,0 0,0 0,-5 8,11-14,1 1,0-1,0 1,0-1,0 1,0 0,0-1,0 1,0 0,1 0,-1 0,0 0,1 0,0-1,-1 1,1 0,0 0,0 0,0 0,1 0,-1 0,0 0,1 0,-1 0,1 0,-1 0,1-1,0 1,0 0,0 0,0-1,0 1,0-1,1 1,-1-1,0 1,1-1,-1 0,1 0,-1 0,1 0,0 0,-1 0,1 0,0 0,0 0,0-1,0 1,0-1,0 0,17 4,0 0,1-2,-1-1,1 0,0-1,-1-1,1-1,-1-1,1-1,-1 0,0-1,-1-1,1-1,15-9,-28 14,-1 0,0 0,1 0,-1-1,0 1,-1-1,1 0,0-1,-1 1,0-1,0 0,0 0,0-1,0 1,-1-1,0 1,2-6,-5 11,0-1,0 0,0 1,0-1,0 0,0 1,0-1,0 0,0 1,0-1,0 0,0 1,0-1,-1 0,1 1,0-1,0 0,0 0,-1 1,1-1,0 0,0 0,0 1,-1-1,1 0,0 0,-1 0,1 0,0 1,0-1,-1 0,1 0,0 0,-1 0,1 0,0 0,-1 0,1 0,0 0,-1 0,1 0,0 0,-1 0,1 0,0 0,-1 0,1 0,0 0,-1 0,1-1,0 1,0 0,-1 0,1 0,0 0,-1-1,1 1,0 0,0 0,0-1,-1 1,1 0,0-1,0 1,0 0,0 0,-1-1,1 1,0-1,-1 3,0 0,0-1,0 1,0 0,0 0,1 0,-1 0,1 0,-1 0,1 0,-1 0,1 0,0 0,0 0,0 0,0 0,1 0,-1 0,0 0,1 0,0 0,-1-1,1 1,0 0,0 0,0 0,0-1,0 1,0 0,1-1,-1 1,0-1,1 0,-1 1,1-1,0 0,-1 0,1 0,1 1,1 0,0 0,1 0,-1-1,1 1,-1-1,1 0,-1 0,1 0,0-1,-1 0,1 0,0 0,0 0,-1-1,1 0,0 0,0 0,0-1,0 0,0 0,0-1,0 1,0-1,0-1,-1 1,1-1,-1 1,0-1,0-1,0 1,-1 0,1-1,-1 0,0 0,-1 0,1 0,-1 0,0 0,0-1,17-118,-19 109,0 14,0-1,0 1,0 0,0-1,0 1,0 0,0-1,0 1,1-1,-1 1,0 0,1-1,-1 1,1 0,0 0,-1 0,1-1,0 1,0 0,0 0,0 0,0 0,0 0,0 0,0 0,0 1,0-1,0 0,0 0,1 1,-1-1,0 1,1-1,-1 1,0 0,1 0,-1-1,0 1,1 0,-1 0,0 0,1 0,-1 0,1 1,-1-1,0 0,1 1,-1-1,0 1,0-1,1 1,-1 0,0-1,0 1,0 0,221 89,-213-87,-3-2,0 1,-1-1,1 1,-1 0,0 1,1-1,-1 1,0 0,0 0,-1 1,1-1,-1 1,0 0,0 0,0 0,0 1,-1 0,0-1,0 1,0 0,0 1,-1-1,0 0,1 5,-1 7,-2-13,0 0,-1 0,2 1,-1-1,1 0,-1 0,1 1,0-1,0 0,1 0,0 0,-1 0,1-1,0 1,1 0,-1-1,1 1,-1-1,1 0,0 0,0 0,1 0,-1-1,0 1,1-1,0 0,0 1,6 0,0 0,0 0,1 0,-1-2,1 1,0-1,-1-1,1 0,0 0,-1-1,1-1,0 1,-1-2,0 0,0 0,1 0,-2-1,1-1,0 0,-1 0,0-1,0 0,-1-1,0 1,0-2,0 1,-1-1,0 0,2-5,13-22,-22 36,1-1,0 0,-1 1,1-1,-1 1,1-1,0 1,-1-1,1 1,-1-1,1 1,-1-1,1 1,-1 0,0-1,1 1,-1 0,0 0,0-1,1 1,-1 0,0 0,0-1,0 1,0 0,0 0,0-1,0 1,0 0,0 0,0-1,0 1,-1 0,1 0,0-1,0 1,-1 0,1-1,-1 1,1 0,0 4,-1-1,2 0,-1 0,0-1,1 1,0 0,-1 0,1 0,1-1,-1 1,1-1,-1 1,1-1,0 1,0-1,1 0,-1 0,1 0,-1 0,1-1,0 1,0-1,0 1,0-1,1 0,-1 0,1-1,3 2,11 3</inkml:trace>
  <inkml:trace contextRef="#ctx0" brushRef="#br1" timeOffset="113666.85">17856 15455,'4'18,"9"11,2 0</inkml:trace>
  <inkml:trace contextRef="#ctx0" brushRef="#br1" timeOffset="114556.981">18510 15709,'-8'-9,"-2"0,1 1,-1 0,0 1,-1 0,0 0,0 1,0 1,-6-2,12 5,0 1,0 0,0-1,0 2,-1-1,1 0,0 1,-1 0,1 1,0-1,0 1,-1 0,1 0,0 0,0 1,0 0,0 0,0 0,1 1,-1-1,1 1,-1 0,0 1,-1 1,1-1,0 0,0 1,1 0,-1 0,1 1,0-1,0 1,1 0,0 0,0 0,0 0,1 1,-1-1,2 1,-1 2,2-8,0 0,0 1,0-1,0 1,1-1,-1 1,0-1,1 0,-1 1,1-1,0 0,-1 0,1 1,0-1,0 0,0 0,0 0,0 0,0 0,0 0,0 0,0 0,0-1,0 1,1 0,-1-1,0 1,1 0,-1-1,0 0,1 1,-1-1,1 0,-1 0,0 0,1 0,-1 0,1 0,-1 0,2-1,58-10,-41 4,0-1,0-1,-1-1,0-1,-1 0,4-5,-24 36,0-16,0-1,0 0,0 0,1 1,-1-1,1 1,0 0,0-1,0 1,0 0,1-1,-1 1,1 0,0 0,0 0,1-1,-1 1,1 0,0 0,0-1,0 1,0-1,1 1,-1-1,1 1,0-1,0 0,0 0,0 0,1 0,-1 0,1 0,0-1,0 1,0-1,4 0,1-1,-1 0,1 0,-1-1,1 0,-1 0,0-1,1 0,-1 0,1-1,-1 0,0 0,0-1,0 0,0 0,-1 0,1-1,-1 0,0 0,0-1,0 0,0 0,-1 0,0-1,0 1,-1-1,1-1,-1 1,-1 0,1-1,1-3,2-12,-1-1,0 1,-2-1,-1 0,0 0,-2 0,-1 0,-1 0,-1-7,1-24,14 80,-1 30,-2 1,-3 1,0 53,-4-74,-4-36,1 0,0 0,0-1,0 1,0 0,0 0,0 0,0-1,0 1,0 0,0 0,0 0,0-1,1 1,-1 0,0 0,0-1,1 1,-1 0,1-1,-1 1,1 0,-1-1,1 1,-1-1,1 1,-1-1,1 1,0-1,-1 1,1-1,0 1,-1-1,1 0,0 0,0 1,-1-1,1 0,0 0,0 0,0 0,-1 0,1 0,0 0,0 0,0 0,-1 0,1 0,0 0,0-1,-1 1,1 0,0 0,-1-1,1 1,0-1,-1 1,1-1,0 1,-1-1,1 1,0-1,39-36,-39 35,4-3,66-59,-69 62,1 0,0 1,-1-1,1 1,0 0,0 0,0 0,0 0,0 0,0 1,0-1,0 1,0 0,1 0,-1 0,0 0,0 0,0 1,0-1,0 1,0 0,0 0,0 0,0 1,0-1,-1 0,1 1,1 1,4 4,-2 0,1 1,-1 0,0 0,-1 0,0 0,0 1,-1 0,0 0,0 0,-1 1,-2-9,-1 0,1 0,-1 0,1 0,-1 0,1 1,-1-1,1 0,-1 0,0 1,0-1,0 0,0 0,0 1,0-1,0 0,0 0,0 1,-1-1,1 0,0 0,-1 0,1 1,-1-1,0 0,1 0,-1 0,0 0,1 0,-1 0,0 0,0 0,0-1,0 1,0 0,0 0,0-1,0 1,0 0,0-1,-1 1,1-1,0 0,0 1,0-1,-1 0,1 0,-5 1,1 0,0 0,-1-1,0 1,1-1,-1-1,1 1,0-1,-1 0,1 0,-1 0,1-1,0 0,0 0,0-1,0 1,0-1,1 0,-1 0,1 0,-1-1,1 0,1 0,-1 0,-2-3,5 3,1 1,0-1,0 1,0-1,0 1,0 0,1-1,0 1,0 0,0-1,0 1,0 0,1 0,-1 0,1 0,0 0,0 0,0 0,0 1,0-1,1 1,-1-1,1 1,-1 0,1 0,0 0,0 0,0 1,0-1,0 1,1 0,-1 0,1 0,17-9,0 2,0 0,1 1,0 2,0 0,0 1,22 0,-42 3,0 1,-1 0,1 0,-1 0,1 0,0 0,-1 0,1 0,0 0,-1 1,1-1,0 1,-1-1,1 1,-1 0,1-1,-1 1,1 0,-1 0,0 0,0 0,1 0,-1 1,0-1,0 0,0 0,0 1,0-1,0 1,-1-1,1 1,0-1,-1 1,1-1,-1 1,1 0,-1-1,0 1,0 0,0-1,0 1,0 1,-11 121,12-122,0 0,0 0,0 1,0-1,0 0,1 0,-1 0,1-1,0 1,-1 0,1 0,0-1,0 1,0-1,0 0,0 0,0 1,0-1,1-1,-1 1,0 0,1 0,-1-1,0 0,1 1,-1-1,1 0,-1 0,0 0,1 0,-1-1,1 1,-1-1,21-3</inkml:trace>
  <inkml:trace contextRef="#ctx0" brushRef="#br1" timeOffset="115254.719">19165 15361,'0'5,"1"0,-1 0,1 0,0 0,0 0,1 0,-1-1,1 1,0-1,1 1,-1-1,1 0,-1 1,1-1,1-1,-1 1,0 0,1-1,0 0,0 0,0 0,0 0,0 0,0-1,1 0,4 2,8 2,-1 0,1-2,1 1,-1-2,1-1,17 1,-27-2,15 1,-1 0,0-1,1-1,-1-2,1 0,-1-1,0-1,0-1,2-2,-21 6,0 0,0-1,-1 1,1 0,0-1,0 0,-1 0,1 0,-1 0,0 0,0 0,0-1,0 1,0-1,0 1,0-1,-1 0,1 0,-1 0,0 0,0 0,0 0,0 0,-1 0,1 0,-1 0,0 0,0 0,0-1,0 1,0 0,-1 0,0 0,1 0,-1 0,0 0,0 0,-1 0,1 0,-1 0,1 1,-1-1,0 1,0-1,0 1,-1-1,-3-1,-1 1,1 0,-1 0,0 1,0-1,0 2,-1-1,1 1,0 0,-1 0,1 1,0 0,-1 0,1 1,0 0,-1 0,1 1,0 0,0 0,0 1,0 0,1 0,-2 1,1 0,-1-1,2 1,-1 1,0 0,1-1,0 2,0-1,0 1,1 0,0 0,0 0,1 1,-1 0,1 0,1 0,-1 0,1 1,1-1,-1 1,1 0,1 0,-1-1,1 1,1 0,0 0,0 0,0 0,1 0,0 0,0 0,1 0,0 0,3 4,2 1,1 0,1-1,0 0,1 0,0-1,1 0,0-1,1-1,0 1,0-2,1 0,0 0,0-1,1-1,0 0,0-1,1-1,-1 0,1-1,0 0,0-1,0-1,0 0,0-1,1-1,-7 1,1-1,-1 1,1-2,-1 1,0-1,1-1,-1 0,0 0,-1-1,1 0,0 0,-1-1,0 0,0-1,-1 0,1 0,-1 0,-1-1,1 0,-1-1,0 1,-1-1,0 0,0 0,-1-1,0 0,0 1,-1-1,2-6,-5 13,0 1,0-1,1 0,-1 1,0-1,0 1,-1-1,1 1,0-1,0 0,-1 1,1-1,-1 1,1-1,-1 1,0 0,0-1,1 1,-1 0,0-1,0 1,0 0,-1 0,1 0,0 0,0 0,0 0,-1 0,1 0,-1 0,1 1,-1-1,1 1,-1-1,1 1,-1-1,1 1,-1 0,1 0,-1 0,1 0,-1 0,0 0,0 0,-1 0,0-1,-1 1,1-1,0 1,-1 0,1 0,0 0,-1 1,1-1,0 1,0 0,-1 0,1 0,0 0,0 1,0-1,0 1,0 0,1 0,-1 0,0 0,1 0,0 1,-1-1,1 1,0-1,0 1,0 0,1 0,-1 0,1 0,-1 0,1 0,0 0,0 1,0 3,0 0,1-1,0 1,0 0,0-1,1 1,0 0,0-1,1 1,-1-1,2 1,-1-1,1 0,-1 0,2 0,-1 0,1 0,0-1,0 0,0 0,1 0,0 0,0 0,0-1,0 0,1 0,0-1,-1 0,1 0,1 0,-1 0,0-1,1 0,-1 0,1-1,3 0,12 3,1-1,-1-1,1-1,0-1,19-3,-10-1</inkml:trace>
  <inkml:trace contextRef="#ctx0" brushRef="#br1" timeOffset="115499.065">20342 15735,'-9'-4,"-3"-2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31:05.34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204 197,'-24'346,"7"-105,12-272,-3-110,8 126</inkml:trace>
  <inkml:trace contextRef="#ctx0" brushRef="#br0" timeOffset="382.995">191 77,'82'87,"-35"-34,-3 3,-2 1,-3 2,-2 1,-3 3,6 18,-36-75,-1 0,0 0,0 1,0-1,-1 1,0-1,0 1,-1 0,1 0,-2 0,1 0,-1 0,0 0,0-1,-1 1,0 0,0 0,0 0,-1 0,0-1,-1 1,0-1,0 0,0 1,0-1,-4 4,-9 0,0 0,0-2,-1 1,-1-2,1 0,-1-1,0-1,0-1,-1-1,1 0,-1-1,0-1,-3-1,-12 4,0-2,-1-1,1-2,0-1,-1-2,-22-6,56 11,0-1,-1 0,1 0,0 0,0 0,-1 0,1 0,0 0,0 0,-1 0,1 0,0-1,0 1,-1-1,1 1,0-1,0 1,0-1,0 0,0 1,0-1,0 0,0 0,0 0,0 0,0 0,0 0,1 0,-1 0,0 0,1 0,-1 0,1 0,-1-1,1 1,0 0,-1 0,1-1,0 1,0 0,0 0,0-1,0 1,0 0,0-1,0 1,1 0,-1 0,0-1,1 1,0-1,16-13</inkml:trace>
  <inkml:trace contextRef="#ctx0" brushRef="#br0" timeOffset="717.106">1193 317,'-11'-14,"0"0,-1 0,-1 1,0 1,-1 0,-1 1,1 0,-7-2,15 10,-1-1,0 1,0 0,0 0,0 1,0 0,0 0,-1 1,1 0,-1 0,1 1,-1 0,1 0,-1 1,1-1,-1 2,1-1,0 1,0 0,0 1,-2 0,-5 7,1-1,1 1,0 1,0 0,1 1,1 0,0 1,0 0,1 0,1 1,0 0,1 1,1 0,0 0,1 0,0 0,2 1,0 0,0 0,2 1,-3 5,1 1,1 0,1 0,1 0,1 0,1-1,1 1,5 20,-5-32,0 0,1 0,0-1,1 0,0 0,0 0,1 0,1-1,-1 0,2 0,-1-1,1 0,0 0,1-1,0 0,0-1,0 1,1-2,1 1,13 2,1 0,0-2,1-1,-1-1,1-1,0-1,0-1,0-2,0 0,0-2,-1-1,1-1,-1-1,0-1,0-2,-1 0,0-1,-1-2,0 0,46-26</inkml:trace>
  <inkml:trace contextRef="#ctx0" brushRef="#br0" timeOffset="979.405">1715 197,'-3'0,"0"9,-2 17,0 17,-2 18,-2 16,1 11,-1 2,0-5,0-8,2-13,2-14,5-17,4-15,2-12</inkml:trace>
  <inkml:trace contextRef="#ctx0" brushRef="#br0" timeOffset="1252.67">1674 90,'-33'-85,"33"85,0 0,0 0,1 0,-1 1,0-1,0 0,1 0,-1 0,0 0,0 0,1 0,-1 1,0-1,1 0,-1 0,0 0,0 0,1 0,-1 0,0 0,1 0,-1 0,0 0,0 0,1-1,-1 1,0 0,1 0,-1 0,0 0,0 0,1 0,-1-1,0 1,0 0,0 0,1 0,-1-1,0 1,0 0,0 0,0-1,1 1,-1 0,0 0,0-1,0 1,0 0,0 0,0-1,0 1,0-1,118 122,-53-51,-3 4,18 33,-59-77,-2 1,-1 0,-2 2,-1 0,-2 1,-1 0,8 35,-18-61,0 0,0 0,-1 0,0 0,-1 0,1 0,-1 0,-1 0,0 0,0 0,0 0,-1 0,0 0,-1-1,0 1,0-1,0 1,-1-1,0 0,-1-1,1 1,-1-1,-1 0,-3 4,-7 0,-1-1,0-1,0-1,0 0,-1-1,0-1,0-1,-1 0,1-1,-1-2,1 1,-1-2,-7-1,25 1,-96 2,3-2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27.80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12,'12'-5,"3"-1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47.19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0,'5'0,"8"0,11 0,12 0,17 2,15 1,16 3,13-1,4 2,0-1,-6 0,-13-3,-17-1,-19-1,-18 0,-19-1,-15 0,-7-1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47.86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42 1,'7'14,"4"10,3 10,-1 7,-2 5,-11 5,-12 2,-12-1,-8-6,3-12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49.0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1,'9'0,"14"2,22 3,24 3,19 0,15-1,7-2,-2-2,-9-3,-23-3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46.37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33,'4'-3,"0"0,0 0,0 0,0 1,0-1,1 1,-1 0,1 0,-1 1,1-1,0 1,0 0,-1 0,1 1,0-1,0 1,0 0,0 1,0-1,0 1,0 0,-1 0,1 0,0 1,-1-1,1 1,-1 1,1-1,-1 0,0 1,0 0,0 0,0 0,1 3,2 5,0 1,-1 0,-1 0,0 0,-1 1,0-1,-1 1,0 0,-1 0,-1 1,0-1,0 0,-2 1,0 7,4 59,-3-80,0 1,0-1,0 1,0 0,0-1,0 1,0-1,0 1,0 0,0-1,0 1,0-1,0 1,0-1,0 1,1 0,-1-1,0 1,0-1,1 1,-1-1,0 1,1-1,-1 1,1-1,-1 0,0 1,1-1,-1 0,1 1,-1-1,1 0,-1 1,1-1,0 0,-1 0,1 0,-1 1,1-1,-1 0,1 0,0 0,-1 0,1 0,-1 0,1 0,0 0,-1-1,1 1,-1 0,1 0,-1 0,1 0,0-1,-1 1,1 0,26-26,-6-3,-2-1,-1 0,-2-2,-1 0,10-30,11-24,-36 86,1 0,-1 1,0-1,0 0,0 0,1 0,-1 0,0 0,0 0,1 1,-1-1,0 0,0 0,1 0,-1 0,0 0,1 0,-1 0,0 0,0 0,1 0,-1 0,0 0,0-1,1 1,-1 0,0 0,0 0,1 0,-1 0,0 0,0-1,0 1,1 0,-1 0,0 0,0-1,0 1,1 0,-1 0,0 0,0-1,0 1,0 0,0 0,0-1,0 1,0 0,0 0,1-1,-1 1,0 0,0 27,0-23,0 3,11 116,-9-118,-1 0,0-1,1 0,0 1,0-1,0 0,0 0,1 0,0 0,0-1,0 1,0-1,0 1,1-1,-1 0,1 0,0-1,0 1,0-1,0 0,1 0,-1 0,0-1,1 1,1-1,-3 0,0 0,0-1,1 0,-1 1,0-1,0 0,0-1,0 1,1-1,-1 1,0-1,0 0,0 0,0 0,0 0,0-1,-1 1,1-1,0 0,-1 0,1 0,-1 0,0 0,1 0,-1-1,0 1,0-1,-1 1,1-1,0 0,-1 0,0 0,0 0,1-1,2-8,0-1,-1 0,0-1,-1 1,0-1,-1 1,-1-7,-1-20,1 138,3-86,0 0,0 0,1-1,0 0,1 0,0 0,1 0,0-1,6 8,4 3</inkml:trace>
  <inkml:trace contextRef="#ctx0" brushRef="#br0" timeOffset="380.494">856 314,'0'9,"1"0,0 0,1 0,0 0,0-1,0 1,1-1,1 1,0-1,0 0,0 0,1-1,0 0,3 4,-5-8,0 1,0-1,0 0,0 0,1 0,0 0,-1-1,1 1,0-1,0 0,0 0,0 0,1-1,-1 0,0 1,1-2,-1 1,1 0,-1-1,1 0,-1 0,1 0,-1-1,1 1,-1-1,1 0,-1 0,0-1,1 1,1-1,-1-1,0 1,1-1,-1 0,0 0,0-1,-1 1,1-1,-1 0,1 0,-1-1,-1 1,1-1,-1 0,1 0,-1 0,-1 0,1 0,-1-1,0 0,0 1,-1-1,1 0,-1 0,0 1,-1-1,0 0,0 0,0 0,0 0,-1 0,0 0,-1 0,1 1,-1-1,0 0,0 1,-1-1,1 1,-1 0,-1 0,1 0,-1 0,1 1,-2 0,1 1,-1-1,1 1,-1 0,0 0,0 1,-1-1,1 1,0 0,-1 1,1-1,-1 1,0 0,1 1,-1-1,0 1,1 0,-1 1,0-1,1 1,-1 0,1 0,-1 1,1 0,-1 0,1 0,0 1,0-1,0 1,0 0,1 1,-1-1,1 1,-3 3,-5 7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41.64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303 855,'-16'-7,"-1"-1,1 2,-2 0,1 1,-1 1,0 1,-5-1,16 4,-1-1,1 1,0 0,-1 0,1 1,0-1,-1 2,1-1,0 1,0 0,0 1,0 0,1 0,-1 0,1 1,0 0,0 0,0 1,0 0,4-4,0 1,0-1,1 1,-1 0,0 0,1 0,0 0,-1 0,1 0,0 0,0 0,0 0,0 1,1-1,-1 0,1 0,-1 1,1-1,0 1,0-1,0 0,0 1,0-1,0 1,1-1,-1 0,1 1,0-1,0 0,0 0,0 0,0 1,0-1,0 0,1 0,-1-1,1 1,-1 0,1 0,0-1,0 1,0-1,0 1,0-1,1 1,8 2,0-1,1 1,-1-2,1 0,0 0,-1-1,1 0,0-1,0-1,-1 0,1 0,0-1,-1-1,1 0,-1 0,0-1,0-1,0 0,-1 0,1-1,0-1,-1 0,-1 1,0-1,0-1,-1 0,0 0,-1 0,0-1,0 0,0-1,-2 1,1-1,-1-1,0 1,-1 0,0-1,-1 0,0 0,-1 0,0-1,-1 1,0 0,-1-10,-1-12,-1 0,-1 0,-2 0,-2 0,0 1,-3 0,-3-7,-21-34,34 73,0-1,0 1,0-1,0 1,-1-1,1 1,0-1,0 1,-1-1,1 1,0-1,-1 1,1-1,0 1,-1 0,1-1,0 1,-1 0,1-1,-1 1,1 0,-1 0,1-1,-1 1,1 0,-1 0,1 0,-1 0,1 0,-1 0,0 0,1 0,-1 0,1 0,-1 0,1 0,-1 0,1 0,-1 0,1 0,-1 1,1-1,-1 0,1 0,-1 1,1-1,-1 0,1 1,-9 26,7 14,3-1,0 1,3-1,2 1,1-1,2-1,12 35,-17-62,-1 0,13 52,4 0,20 44,-39-106,-1-1,0 1,1-1,-1 1,1 0,0-1,0 1,-1-1,1 1,0-1,0 0,0 1,0-1,1 0,-1 0,0 1,1-1,-1 0,0 0,1-1,-1 1,1 0,0 0,-1-1,1 1,-1-1,1 1,0-1,-1 0,1 0,0 0,0 0,-1 0,1 0,0 0,-1 0,1-1,0 1,-1-1,1 1,0-1,-1 1,1-1,12-9,0-1,-1-1,0 0,-1 0,0-1,-1-1,0 0,-2 0,3-2,0 1,-2-2,0 1,-1-2,-1 1,0-1,-1 0,-1-1,-1 1,0-8,-18 66,2 78,11-114,0 0,1 0,-1 0,1 0,0 0,0 0,1 0,-1-1,1 1,0 0,0-1,0 1,0-1,0 0,1 0,0 0,-1 0,1 0,0-1,1 1,-1-1,0 0,1 0,-1 0,1 0,-1 0,5 0,19 4</inkml:trace>
  <inkml:trace contextRef="#ctx0" brushRef="#br0" timeOffset="250.843">690 428,'12'14,"3"4</inkml:trace>
  <inkml:trace contextRef="#ctx0" brushRef="#br0" timeOffset="517.689">1132 668,'-8'-5,"0"0,-1 0,1 0,-1 1,0 1,-1 0,1 0,0 0,-1 1,0 1,1-1,-1 2,0-1,0 1,1 1,-1 0,0 0,1 1,-1 0,1 1,-1 0,1 0,0 1,0 0,1 1,-4 2,10-6,0 1,-1-1,1 1,0 0,0 0,1-1,-1 1,0 1,1-1,-1 0,1 0,-1 1,1-1,0 0,0 1,0-1,1 1,-1 0,0-1,1 1,0-1,-1 1,1 0,0-1,1 1,-1 0,0-1,1 1,-1 0,1-1,0 1,0-1,0 1,0-1,1 0,-1 1,0-1,2 2,8 5,0 1,1-2,-1 0,1 0,1-1,0 0,0-2,0 1,1-1,2 1,-1 0,-1 1,1 0,-1 2,-1-1,13 12,-24-20,-1 1,0 0,0 0,0 0,0 0,0 1,0-1,0 0,-1 0,1 0,0 1,-1-1,1 0,-1 1,1-1,-1 1,1-1,-1 1,0-1,0 0,0 1,0-1,0 1,0-1,0 1,-1-1,1 1,0-1,-1 1,1-1,-1 0,1 1,-1-1,0 0,0 0,1 1,-1-1,0 0,0 0,0 0,0 0,-1 0,1 0,0 0,0-1,0 1,-1 0,1-1,0 1,-1-1,1 1,-1-1,-17 9,-1-1,0 0,0-2,-1-1,0 0,0-1,-13 0,28-3,4-1,-1 1,1 0,0-1,-1 1,1-1,-1 0,1 0,0 0,-1 0,1 0,-1 0,1-1,0 1,-1-1,1 0,0 1,-1-1,1 0,0-1,0 1,0 0,0 0,0-1,0 0,-2-9</inkml:trace>
  <inkml:trace contextRef="#ctx0" brushRef="#br0" timeOffset="767.935">1265 695,'-2'23,"-1"18,0 17,1 11,1 11,0 4,0 5,1 0,-2-3,-4-7,-2-11,-2-14,-2-17,-1-20,1-24,4-9</inkml:trace>
  <inkml:trace contextRef="#ctx0" brushRef="#br0" timeOffset="1050.736">1212 1096,'0'-370,"0"363,0 5,-1 0,1 0,-1 0,1 0,0 0,0-1,-1 1,2 0,-1 0,0 0,0 0,1 0,-1 0,1 0,-1 0,1 0,0 0,0 0,0 0,0 0,0 0,0 1,1-1,-1 0,1 1,-1-1,1 1,-1 0,1-1,0 1,0 0,0 0,0 0,-1 0,1 0,0 1,2-1,6 3,0 0,0 1,0 1,-1 0,1 0,-1 1,0 0,0 0,-1 1,0 0,5 2,-12-7,16 9,0 1,-1 0,-1 1,0 1,-1 0,0 1,9 12,-22-25,0 0,0 0,0 0,-1 0,1 1,0-1,-1 0,1 1,-1-1,1 0,-1 1,0-1,0 1,1-1,-1 0,0 1,0-1,0 1,-1-1,1 0,0 1,0-1,-1 1,1-1,-1 0,1 1,-1-1,0 0,1 0,-1 0,0 1,0-1,0 0,0 0,0 0,0 0,0 0,0-1,0 1,-1 0,1 0,0-1,-1 1,0 0,-62 17,47-15,-1 0,1-2,-1 0,1-1,-1-1,-5-1,18-4,23 2,6 1</inkml:trace>
  <inkml:trace contextRef="#ctx0" brushRef="#br0" timeOffset="1349.935">1626 896,'1'2,"0"0,0 0,0 0,0 0,1 0,-1 0,0-1,1 1,-1 0,1-1,0 1,0-1,-1 0,1 1,0-1,0 0,0 0,0 0,0 0,1-1,1 1,82 19,-84-20,1 0,0 0,0 0,0 0,0 0,-1-1,1 1,0-1,0 0,0 1,-1-1,1-1,-1 1,1 0,-1-1,1 1,-1-1,0 0,0 1,1-1,-1 0,-1 0,1-1,0 1,0 0,-1-1,1 1,-1-1,0 0,0-3,-1 0,-1 0,1 0,-1 0,0 0,-1 0,1 0,-1 0,0 1,-1-1,1 1,-1-1,0 1,0 0,-1 0,0 0,0 1,0-1,0 1,0 0,-1 0,0 1,-3-3,-67-28,72 34,1-1,0 0,-1 1,1 0,-1 0,1-1,-1 2,0-1,1 0,-1 0,1 1,0-1,-1 1,1 0,-1 0,1 0,0 0,0 0,-1 0,1 1,0-1,0 1,0 0,0-1,1 1,-1 0,0 0,1 0,0 0,-2 2,3-2,-1 0,1 0,0 0,-1 0,1 0,0 0,0 0,0 0,0 0,1 0,-1 0,0 0,1 0,0 0,-1 0,1 0,0 0,0 0,0-1,0 1,0 0,1-1,-1 1,0 0,1-1,-1 0,1 1,0-1,-1 0,1 0,0 0,1 1,22 14</inkml:trace>
  <inkml:trace contextRef="#ctx0" brushRef="#br0" timeOffset="1912.453">1961 761,'3'22,"1"-1,0 1,2-1,1-1,0 1,2-1,0-1,1 1,1-2,6 7,-16-23,1 1,-1-1,1 0,0-1,0 1,0 0,0 0,0-1,0 0,1 1,-1-1,0 0,1 0,-1 0,1 0,-1 0,1-1,0 1,-1-1,1 0,0 0,-1 0,1 0,-1 0,1 0,0-1,-1 1,1-1,-1 0,1 0,-1 0,1 0,-1 0,0 0,0-1,1 1,-1-1,1-1,8-7,0-1,0 0,-1 0,-1-1,0-1,0 1,-1-1,-1-1,0 0,-1 0,-1 0,0 0,-1-1,0 0,-1 0,-5 22,1 0,1-1,-1 1,1 0,0 0,0 0,1 0,0-1,0 1,1 0,0 0,0-1,0 0,1 1,0-1,0 0,1 0,0 0,0-1,0 1,3 2,-2-5,0 0,0 0,0 0,0-1,0 0,0 0,1 0,-1-1,1 1,-1-1,1-1,-1 1,1-1,0 0,-1 0,1-1,0 1,-1-1,1 0,-1-1,1 0,-1 1,0-2,0 1,4-3,1 0,-1-1,-1 0,1 0,-1-1,0 0,0 0,-1-1,0 0,-1 0,0-1,0 1,0-1,1-5,6-9,-12 48,-3-11,0-7,0 1,1 0,0-1,0 1,1 0,0 0,0 0,1 0,0 0,0-1,1 1,0-1,0 1,1-1,0 1,0-1,5 6,31 4,-19-19</inkml:trace>
  <inkml:trace contextRef="#ctx0" brushRef="#br0" timeOffset="2161.3">2616 521,'0'0</inkml:trace>
  <inkml:trace contextRef="#ctx0" brushRef="#br0" timeOffset="2729.348">2924 173,'-10'67,"2"0,4 0,2 5,1-35,11 441,-9-464,-1-30,-1 0,0 1,1-1,1 1,0-1,1 1,1 0,0 0,1 0,1 0,0 0,1 1,0 0,1 0,1 1,0 0,1 0,3-2,-10 13,0 0,0 1,0-1,0 0,0 1,0 0,1 0,-1 0,0 0,1 0,-1 0,1 0,-1 1,1-1,-1 1,1 0,-1 0,1 0,-1 0,1 0,0 0,-1 1,1-1,-1 1,1 0,-1 0,0-1,1 2,-1-1,0 0,0 0,0 1,0-1,2 3,2 2,0 0,0 0,-1 1,0-1,-1 1,1 1,-1-1,-1 0,1 1,-1 2,24 87,-26-93,0 1,0-1,-1 1,0 0,0-1,0 1,-1 0,1-1,-1 1,0-1,-1 1,1-1,-1 0,1 1,-1-1,-1 0,1 0,-1 0,1-1,-2 2,3-4,0 1,0-1,1 0,-1 0,0 0,0-1,0 1,0 0,0 0,-1 0,1-1,0 1,0 0,0-1,-1 0,1 1,0-1,0 1,-1-1,1 0,0 0,-1 0,1 0,0 0,-1 0,1 0,0 0,-1-1,1 1,0 0,-1-1,1 1,0-1,0 0,0 1,-1-1,1 0,0 0,0 1,0-1,0 0,0 0,1 0,-1 0,0 0,0-1,1 1,-1 0,0 0,1 0,-1-1,1 1,0 0,-1-1,1 1,0 0,0-1,0 1,0 0,0-1,0 1,0-1,0-6,1 0,0 0,0 1,1-1,-1 1,2-1,-1 1,1 0,0 0,0 0,1 0,0 0,0 1,1 0,0 0,1-1,93-83,-97 89,50-30,-50 31,-1 0,0-1,0 1,0-1,1 1,-1 0,0 0,0 0,1 0,-1 0,0 0,0 0,1 0,-1 1,0-1,0 0,1 1,-1-1,0 1,0-1,0 1,0-1,0 1,0 0,0 0,0 0,0-1,0 1,0 0,0 0,-1 0,1 0,0 0,-1 1,1-1,-1 0,1 0,-1 0,1 0,-1 1,0-1,0 0,0 2,3 128,-6-56,3-74,0 0,-1 0,1 0,0 0,0 0,0 0,0 0,0 0,0 1,1-1,-1 0,0 0,0 0,1 0,-1 0,1 0,-1 0,1 0,-1 0,1-1,-1 1,1 0,0 0,0 0,-1-1,1 1,0 0,0-1,0 1,0-1,0 1,0-1,0 1,0-1,0 1,0-1,1 0,9-2</inkml:trace>
  <inkml:trace contextRef="#ctx0" brushRef="#br0" timeOffset="2981.673">3364 334,'-11'16,"1"12,8 6,10-1,3-6</inkml:trace>
  <inkml:trace contextRef="#ctx0" brushRef="#br0" timeOffset="3398.076">3619 454,'17'-76,"-3"-1,-3-1,-4 0,-3-4,-4 78,1 2,-1 0,1 0,-1 0,1 0,-1 0,0 0,0 0,0 0,0 0,0 0,0 0,-1 0,1 0,-1 0,1 0,-1 0,0 1,0-1,0 0,0 0,0 1,0-1,0 0,0 1,-1-1,1 1,-1 0,1-1,-1 1,0 0,1 0,-1 0,0 0,0 0,-2 2,0 0,0 0,0 1,0 0,0-1,0 1,0 0,1 1,-1-1,1 1,0-1,-1 1,1 0,-2 4,-14 16,2 0,1 2,0 0,2 1,1 1,1 0,1 0,2 1,1 0,1 1,1 0,1 0,2 0,1 18,-1-13,2-1,1 0,1 1,2-1,2 0,1 0,1-1,2 0,1 0,1-1,3 1,27 30,-39-60,0-1,-1 1,1-1,0 0,0 1,0-1,0 0,0 0,0 0,0 0,0-1,1 1,-1 0,0-1,0 0,1 1,-1-1,0 0,0 0,1 0,-1-1,0 1,1 0,-1-1,0 0,0 1,0-1,0 0,0 0,2-1,8-7,-1 0,0-1,0-1,-1 0,0 0,-1-1,0 0,-1-1,1-2,1-1,36-57,-46 73,0 0,0 1,0-1,0 0,0 0,0 1,0-1,0 0,0 0,0 1,0-1,0 0,0 0,0 1,0-1,0 0,0 0,1 1,-1-1,0 0,0 0,0 1,0-1,0 0,1 0,-1 0,0 1,0-1,0 0,1 0,-1 0,0 0,0 0,0 1,1-1,-1 0,0 0,0 0,1 0,-1 0,0 0,1 0,-1 0,0 0,0 0,1 0,-1 0,0 0,0 0,1 0,-1 0,0 0,0 0,1 0,-1-1,0 1,0 0,1 0,-1 0,0 0,0 0,0-1,1 1,-1 0,0 0,1 28,-1-26,-2 32,0-25,1 0,0 0,1 0,0 0,0 0,1 0,0 0,0 0,1 0,1 0,-1-1,1 1,1-1,0 0,3 7,-5-14,0 1,0 0,0 0,1-1,-1 1,1-1,-1 0,0 0,1 0,0 0,-1 0,1-1,0 1,-1-1,1 1,0-1,-1 0,1 0,0 0,0-1,-1 1,1-1,0 1,2-2,12-4</inkml:trace>
  <inkml:trace contextRef="#ctx0" brushRef="#br0" timeOffset="3649.905">3913 454,'-5'0,"-1"7,-2 9,-2 6,1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39.1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207 176,'-8'34,"-1"0,-2 0,-1-1,-3 5,0 0,-110 272,116-280,7-17,9-19,13-30,-1 0,-2-1,-1-1,-3-1,6-22,91-342,-83 328,-26 74,0 0,-1 1,1-1,0 0,0 1,0-1,-1 1,1-1,0 1,0-1,0 1,0 0,0-1,0 1,0 0,0 0,0 0,0 0,0-1,0 2,0-1,0 0,0 0,0 0,0 0,-1 0,1 1,0-1,0 1,0-1,0 0,0 1,0-1,-1 1,1 0,0-1,0 1,-1 0,1-1,0 1,-1 0,1 0,-1 0,1-1,-1 1,1 0,-1 0,0 0,1 0,-1 0,0 0,0 0,0 0,0 0,1 0,-1 0,-1 0,1 0,0 1,17 45,-3 2,-1 0,-3 0,-1 1,-3 0,-1 38,0 31,12 105,-11-200,0-9</inkml:trace>
  <inkml:trace contextRef="#ctx0" brushRef="#br0" timeOffset="254.321">33 443,'18'0,"18"0,16 0,15-2,12-3,4-1,-5-1,-16 0</inkml:trace>
  <inkml:trace contextRef="#ctx0" brushRef="#br0" timeOffset="600.396">728 417,'1'15,"0"1,0-1,2 0,0 0,0-1,2 1,-1-1,2 1,0-2,1 1,0-1,1 0,0 0,1-1,1 0,0 0,1-1,-1-1,2 0,1 0,-12-8,0-1,1 0,-1 1,1-1,0 0,-1 0,1 0,0 0,0 0,-1-1,1 1,0 0,0-1,0 0,0 1,0-1,0 0,0 0,0 0,0 0,0 0,0-1,0 1,0 0,0-1,0 0,-1 1,1-1,0 0,0 0,-1 0,1 0,0 0,-1 0,1-1,-1 1,1 0,-1-1,5-8,-1 1,0-1,-1 0,0 0,-1-1,0 1,0-1,-1 0,-1 1,1-1,-2 0,0 0,0-4,10-74,-10 87,0 0,1 0,-1 1,1-1,-1 0,1 0,0 0,0 1,0-1,0 0,0 1,0-1,0 1,0-1,1 1,-1 0,0-1,1 1,-1 0,1 0,0 0,-1 0,1 0,0 0,0 1,-1-1,1 1,0-1,0 1,0 0,0-1,0 1,1 0,11 2</inkml:trace>
  <inkml:trace contextRef="#ctx0" brushRef="#br0" timeOffset="1485.568">1209 671,'27'-12,"-2"0,0-2,0-1,-1-1,-1-1,15-14,9-37,-46 66,0 0,0 0,0 0,-1 0,1 0,-1 0,0-1,1 1,-1 0,0 0,0-1,-1 1,1 0,0 0,-1 0,1-1,-1 1,0 0,1 0,-1 0,0 0,0 0,-1 0,1 1,0-1,-1 0,1 0,-1 1,1-1,-1 1,0 0,0-1,1 1,-1 0,-1 0,-2-1,1 0,-1 0,0 1,0 0,0 0,0 1,0-1,0 1,-1 0,1 0,0 1,0-1,0 1,0 0,0 1,0-1,1 1,-1 0,0 0,1 1,-1-1,1 1,0 0,0 0,0 0,0 1,1-1,-1 1,1 0,0 0,0 0,0 1,1-1,-1 1,1-1,0 1,1 0,-1 0,1-1,0 1,0 0,0 1,1-1,0 0,0 0,0 0,0 0,1 0,0 0,0 0,0 0,1 0,0 0,0-1,0 1,0-1,1 1,0-1,1 3,7 1,0 0,0-1,0 0,1-1,0 0,0-1,1 0,0-1,-1 0,1-1,1 0,-1-1,0-1,0 0,1-1,-1-1,0 0,1 0,-1-1,12-4,-16 4,-1 0,1 0,-1-1,0 0,0 0,0-1,0 0,-1 0,1-1,-1 0,0-1,-1 1,1-1,-1-1,-1 1,1-1,-1 0,0 0,0 0,-1-1,0 0,0 0,-1 0,0 0,1-8,-1-59,-4 75,0 1,1-1,-1 0,0 0,1 0,-1 1,0-1,1 0,-1 1,1-1,-1 0,1 1,-1-1,1 1,-1-1,1 1,-1-1,1 1,-1-1,1 1,0 0,-1-1,1 1,0-1,0 1,-1 0,1-1,0 1,0 0,0-1,0 1,0 0,0-1,0 1,0 0,0-1,0 1,0 0,1-1,-1 1,0 0,1 0,-3 4,0 1,1 0,0 0,0 0,0 0,1 1,0-1,0 0,1 0,0 0,0 0,0 0,1 0,0 0,0-1,0 1,1-1,-1 1,2-1,-1 0,0 0,1 0,0 0,0-1,0 1,1-1,0 0,-1-1,1 1,4 1,0-2,1 1,0-2,-1 0,1 0,0 0,0-1,0-1,0 0,0 0,0-1,0 0,0-1,0 0,0 0,0-1,5-3,-9 4,0-1,0 0,0 0,-1 0,1-1,-1 0,0 0,0 0,0-1,-1 0,1 0,-1 0,0 0,-1 0,1-1,-1 0,0 0,-1 0,1 0,-1 0,0 0,-1-1,0 1,0 0,0-4,-7-14,-8 35,12-6,0 1,1-1,0 0,0 1,0-1,1 1,0-1,0 1,0-1,1 0,0 1,0-1,0 1,0-1,1 0,0 0,0 0,1 0,-1 0,1 0,0-1,0 1,1-1,-1 0,1 0,0 0,0 0,1-1,-1 0,0 0,1 0,0 0,0-1,0 1,0-1,0-1,0 1,1-1,-1 0,1 0,-1 0,0-1,1 0,-1 0,5-1,-4 1,-1 0,1-1,-1 0,1 0,-1-1,0 1,0-1,1 0,-1-1,-1 1,1-1,0 0,0 0,-1 0,0-1,0 0,0 0,0 0,-1 0,1 0,-1-1,0 1,0-1,-1 0,1 0,-1 0,0 0,-1-1,1 1,-1 0,0-1,0-5,1 5,-1-1,0 1,0-1,-1 1,0-1,0 1,-1-1,0 0,0 1,0-1,-1 1,0 0,-1-3,3 9,0-1,0 1,0-1,0 1,-1 0,1-1,0 1,0-1,-1 1,1 0,0-1,0 1,-1 0,1-1,0 1,-1 0,1 0,-1-1,1 1,0 0,-1 0,1-1,-1 1,1 0,-1 0,1 0,0 0,-1 0,1 0,-1 0,1 0,-1 0,1 0,-1 0,1 0,-1 0,1 0,0 0,-1 1,1-1,-1 0,1 0,-1 0,1 1,0-1,-1 0,1 0,0 1,-1-1,1 0,0 1,-1-1,1 0,0 1,0-1,0 1,-1-1,1 1,0-1,-10 30,10-24,0 0,0-1,0 1,0 0,1 0,0 0,1 0,-1-1,1 1,0 0,0-1,1 1,0-1,0 0,0 0,0 0,1-1,0 1,0-1,0 1,0-2,1 1,0 0,-1-1,1 0,1 0,-1 0,0 0,15 6,-1 0,1-2,1 0,-1-1,1-1,0 0,5-2,41 3,-8-4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50.74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 1,'16'18,"10"13,2 8,-3 2,-6 3,-10-2,-15 0,-14-4,-11-5,-5-9,4-8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50.97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1,'0'2,"5"1,5 0,2-1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52.96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 11,'-7'-2,"1"-1,7 0,15 1,21 2,22 2,22 0,18 0,9 0,1-1,-7 0,-15-1,-16 0,-28 0,-30 0,-18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51.99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0,'12'89,"3"0,8 16,-22-101,-1-3,0 0,0 0,-1 1,1-1,0 0,0 0,0 0,0 0,1 0,-1 0,0 0,0 1,1-1,-1 0,0 0,1 0,-1 0,1 0,0 0,-1 0,1-1,0 1,-1 0,1 0,0 0,0-1,0 1,0 0,0-1,0 1,0-1,0 1,0-1,0 1,0-1,0 0,0 1,0-1,0 0,0 0,0 0,0 0,1 0,-1 0,0 0,0 0,0-1,0 1,0 0,0-1,7-7,-1-1,0 0,0 0,-1-1,-1 0,1 0,-1 0,2-9,0 2,53-148,-54 192,-7 18,-1-27,2-1,0 0,1 1,1-1,0 0,5 15,-7-30,1-1,-1 1,1-1,-1 1,1-1,0 1,-1-1,1 0,0 1,0-1,0 0,0 0,0 0,0 0,1 0,-1 0,0 0,0 0,1 0,-1 0,1-1,-1 1,1 0,-1-1,1 0,-1 1,1-1,-1 0,1 0,-1 0,1 0,0 0,-1 0,1 0,-1 0,1-1,-1 1,1 0,-1-1,1 0,-1 1,1-1,-1 0,0 0,1 0,-1 0,0 0,0 0,0 0,1 0,10-11,-1-1,0 0,-1-1,0 0,-1 0,-1-1,0 0,-1-1,0 1,-2-1,0-1,1-6,10-24,-12 80,-8 22,2 79,3-127,0 0,1 1,-1-2,2 1,-1 0,1 0,0-1,0 1,1-1,-1 0,2 0,-1 0,1-1,-1 1,2-1,-1 0,1 0,21 14</inkml:trace>
  <inkml:trace contextRef="#ctx0" brushRef="#br0" timeOffset="301.202">708 213,'13'-4,"0"1,0 0,0 0,0 1,0 1,0 0,0 1,9 1,-18-1,1 1,-1-1,1 1,-1 1,1-1,-1 0,0 1,0 0,0 0,0 0,0 1,0-1,0 1,-1 0,1 0,-1 0,0 0,0 1,0-1,-1 1,1 0,-1 0,0 0,0 0,0 0,0 1,1 11,0 1,-1-1,-1 1,-1-1,0 1,-1-1,-1 1,0-1,-1 0,-1 1,-1-1,-1 1,-10 54,14-62,-2 11,0 1,2 0,0 0,1 0,2 16,-1-37,-1 1,1 0,0 0,0 0,-1 0,1-1,0 1,0 0,0 0,0 0,0 0,0 0,0-1,0 1,1 0,-1 0,0 0,0-1,1 1,-1 0,0 0,1 0,-1-1,1 1,-1 0,1-1,-1 1,1 0,0-1,-1 1,1-1,0 1,-1-1,1 1,0-1,0 0,0 1,-1-1,1 0,0 0,0 1,0-1,-1 0,1 0,0 0,0 0,0 0,0 0,0 0,-1 0,1-1,0 1,0 0,0 0,0-1,-1 1,1 0,0-1,0 0,5-10</inkml:trace>
  <inkml:trace contextRef="#ctx0" brushRef="#br0" timeOffset="546.545">735 468,'16'-5,"16"-3,17-3,12-2,6 2,3-1,-5 1,-12-1,-15 2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51.1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19,'13'-2,"13"-3,5-1,-3 1</inkml:trace>
  <inkml:trace contextRef="#ctx0" brushRef="#br0" timeOffset="249.333">296 32,'2'0,"3"0,6 0,4-2,1-1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21:48.7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8,'4'-1,"-1"-1,1 1,0 0,0 0,0 1,0-1,0 1,0-1,0 1,0 1,0-1,0 1,0-1,0 1,0 0,0 0,0 1,0-1,-1 1,1 0,-1 0,1 0,-1 1,0-1,0 1,0-1,0 1,0 0,0 0,0 3,6 12,-1 0,0 1,-2 0,0 0,-1 1,-1 0,-1-1,-1 2,-1-1,0 0,-2 0,0 4,1 10,0-34,-1 1,1-1,-1 1,1 0,0-1,0 1,0 0,-1-1,1 1,0 0,0-1,0 1,0 0,0-1,0 1,0 0,0 0,0-1,0 1,1 0,-1-1,0 1,0 0,1-1,-1 1,0-1,1 1,-1 0,1-1,-1 1,0-1,1 1,0-1,-1 1,1-1,-1 0,1 1,-1-1,1 0,0 1,-1-1,1 0,0 0,-1 1,1-1,0 0,-1 0,1 0,0 0,31-88,-28 71,22-103,-23 155,-3-26,-1 2,0 0,1-1,1 1,-1 0,2-1,-1 1,1-1,1 1,0-1,0 0,1 0,1 0,-1-1,7 10,-9-18,-1 1,1-1,-1 0,1 1,-1-1,1 0,0 0,0 0,0 0,-1-1,1 1,0 0,0-1,0 1,0-1,0 0,0 0,0 0,0 0,0 0,0 0,0 0,0-1,0 1,0-1,0 1,0-1,0 0,0 0,0 1,0-2,-1 1,1 0,-1 0,1 0,0-1,-1 1,0-1,1 0,47-68,-42 50,-1-1,-1 0,-1 0,0 0,-2 0,0-16,-2 37,-2 15,1 1,1-1,0 1,1-1,1 1,0-1,1 0,1 0,0 0,1 0,0-1,2 1,-1-1,2-1,0 1,0-2,2 1,-1-1,2 0,-1-1,9 7,-10-11,-1-1,1 0,0 0,0 0,1-2,-1 1,1-1,0 0,1-1,-1 0,0-1,1 0,0-1,-1 0,6-1,-13-1,1-1,0-1,0 1,-1-1,1 1,-1-1,0 0,0 0,0 0,0-1,-1 1,1-1,-1 1,0-1,0 0,0 0,-1 0,1 0,-1 0,0 0,0 0,0-1,-1 1,0 0,1-1,2-8,37-153,-39 166,-1 0,0 0,0 0,0 0,1 0,-1 0,0 0,0 0,0 0,1 0,-1 0,0 0,0 0,0 0,1 0,-1 0,0 0,0 0,0 0,1 0,-1 0,0-1,0 1,0 0,0 0,1 0,-1 0,0 0,0 0,0-1,0 1,0 0,0 0,1 0,-1 0,0-1,0 1,0 0,0 0,0 0,0-1,0 1,0 0,0 0,4 21,18 183,-18-171</inkml:trace>
  <inkml:trace contextRef="#ctx0" brushRef="#br0" timeOffset="1311.567">870 436,'0'2,"0"6,0 5,0 8,0 7,0 6,0 3,0 3,0-1,0-3,0-5,2-8,1-10,0-9,2-13,-1-4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4T07:40:02.43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25 11,'-2'-2,"-4"-1,-2 0,0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644C-1960-4D37-93F6-E461BDC070E2}" type="datetimeFigureOut">
              <a:rPr lang="ro-RO" smtClean="0"/>
              <a:t>24.10.2024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E7765-3615-4616-AA7E-8A391D8DB9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45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1ED4770-19B2-467E-A820-4D252C5F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9EAB633-709C-4215-A83B-C70829A7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B80A60A-C062-4A61-89EF-C8229597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5DAC12-4BB4-4FB3-ADBA-6607EC1C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C308DA7-86E3-4F2D-9B4F-316D4B49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62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4A3EC2-79AE-41E8-A92A-BEE7F74B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8520C22-FB2B-4035-A1DE-07728BB7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D13D92D-4D72-47D8-A0E2-2E9ED245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8EA7473-B08B-4D14-9003-0671988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19E0BC-7CCD-40FC-B257-81CF53AB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6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D1A535-10A7-4DD9-BCE9-2641197B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F637BA4-7257-4270-8DF3-1C906899D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AB487B0-1099-48CD-9680-5785576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AF0A5DC-7B12-4247-9F76-821534F3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C0A7B7-CE57-44FD-BF2E-A71F182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306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587257-FE4B-4BA8-8DBA-E352AAA8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83CC3E4-EA2D-43AE-B7B1-D3297EB8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02512AF-6977-4C7A-8732-5A3D4ECAD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7169090-FB27-485B-8C27-95AC952E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24.10.2024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B17E1E-7CF9-4F87-852F-DB6FB23C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79A5AB8-2E23-4BB6-9BF8-06CA2A6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635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225706-9157-4618-A97E-DEB030C8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D618A8D-1947-403B-B7AD-F54B2CD5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1BF42C8-F81B-4BE1-9B8F-68B21591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80A1361D-98BC-47A1-BA7C-BAE80FA01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2032982-A9C9-429E-948E-0F1DB04E4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FFC008B6-CE0F-4BE4-ABA6-0FC5EF0D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24.10.2024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380FC15-7219-40D1-9AD0-8E3D9ABF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0E67A9F-114C-4374-A10E-8E411024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469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4E8672-328F-46F5-8F33-CAA69236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50E7DFD8-6BF1-4F57-A0B0-E1176672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24.10.2024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3F7D0E0-D38C-43A1-9F3D-92DE1129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3262CE-D94A-4480-ABED-74902A16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424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1F2B153-6FF7-4407-9DA8-728332E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24.10.2024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C2D4B50-25D4-44CC-9C17-720F3974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B1DF0DC-94B8-4D88-BD39-E42A00B3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13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06A31A-5FB6-4F9C-A411-418F2475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13DA19-875D-490E-B87E-DBEB5D99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CE431BE-ED4A-4CD8-9344-B1C946F1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56F4DDD-6B9F-4633-B667-D2C69F0F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24.10.2024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1459D24-23EC-41CD-9287-124D0C2F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0C83946-98A2-4E98-95DF-F7C6FC1F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5234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4683FC-1DCE-43B5-8D93-44B4DC62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D96C83C8-E8AE-4620-BF96-8922237E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B7FFD63-0F30-49D7-B490-D0C73C37B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D5E5649-6B0A-43C4-BB7E-0F59CF5D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24.10.2024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2D2AC23-82AA-4055-A673-9B577E3C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D866400-6F8F-4111-AFCA-C8579603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859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2CB809-B633-455A-95F7-E832C33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290D47F-C0E1-4C94-8473-5DC64230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517D53-86C8-48DF-AC25-A958CDEC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1120475-F473-42EE-8D79-2E4A3366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01D6381-EED8-487B-AD15-9C46332B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968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0FBDDED8-45D2-469D-AE8E-7BCAE64F1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8F55C66-06F2-46F9-9FF0-5AD08240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A9260EA-BCED-4401-8284-2DB0D9AC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24.10.2024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5860957-C43E-493D-9739-5C5F3F0A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9412FF-50B1-43AD-80B5-F3316BCF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819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4F5EB4E9-E70E-4B6C-AA38-D77617C8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593F9A6-FB02-4209-83AA-F3B74B61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88AD35E-BB51-437C-9835-CA75CDF8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8A049-8667-49AC-8762-F4AFF392D404}" type="datetimeFigureOut">
              <a:rPr lang="ro-RO" smtClean="0"/>
              <a:t>24.10.2024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A56834E-943C-4A6C-ABFA-1ADD132AC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AD2AFDC-A203-4AB7-8908-78AF98360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964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6.png"/><Relationship Id="rId21" Type="http://schemas.openxmlformats.org/officeDocument/2006/relationships/image" Target="../media/image68.png"/><Relationship Id="rId42" Type="http://schemas.openxmlformats.org/officeDocument/2006/relationships/customXml" Target="../ink/ink27.xml"/><Relationship Id="rId63" Type="http://schemas.openxmlformats.org/officeDocument/2006/relationships/image" Target="../media/image89.png"/><Relationship Id="rId84" Type="http://schemas.openxmlformats.org/officeDocument/2006/relationships/customXml" Target="../ink/ink48.xml"/><Relationship Id="rId16" Type="http://schemas.openxmlformats.org/officeDocument/2006/relationships/customXml" Target="../ink/ink14.xml"/><Relationship Id="rId107" Type="http://schemas.openxmlformats.org/officeDocument/2006/relationships/image" Target="../media/image111.png"/><Relationship Id="rId11" Type="http://schemas.openxmlformats.org/officeDocument/2006/relationships/image" Target="../media/image63.png"/><Relationship Id="rId32" Type="http://schemas.openxmlformats.org/officeDocument/2006/relationships/customXml" Target="../ink/ink22.xml"/><Relationship Id="rId37" Type="http://schemas.openxmlformats.org/officeDocument/2006/relationships/image" Target="../media/image76.png"/><Relationship Id="rId53" Type="http://schemas.openxmlformats.org/officeDocument/2006/relationships/image" Target="../media/image84.png"/><Relationship Id="rId58" Type="http://schemas.openxmlformats.org/officeDocument/2006/relationships/customXml" Target="../ink/ink35.xml"/><Relationship Id="rId74" Type="http://schemas.openxmlformats.org/officeDocument/2006/relationships/customXml" Target="../ink/ink43.xml"/><Relationship Id="rId79" Type="http://schemas.openxmlformats.org/officeDocument/2006/relationships/image" Target="../media/image97.png"/><Relationship Id="rId102" Type="http://schemas.openxmlformats.org/officeDocument/2006/relationships/customXml" Target="../ink/ink57.xml"/><Relationship Id="rId123" Type="http://schemas.openxmlformats.org/officeDocument/2006/relationships/image" Target="../media/image119.png"/><Relationship Id="rId128" Type="http://schemas.openxmlformats.org/officeDocument/2006/relationships/customXml" Target="../ink/ink70.xml"/><Relationship Id="rId5" Type="http://schemas.openxmlformats.org/officeDocument/2006/relationships/image" Target="../media/image60.png"/><Relationship Id="rId90" Type="http://schemas.openxmlformats.org/officeDocument/2006/relationships/customXml" Target="../ink/ink51.xml"/><Relationship Id="rId95" Type="http://schemas.openxmlformats.org/officeDocument/2006/relationships/image" Target="../media/image105.png"/><Relationship Id="rId22" Type="http://schemas.openxmlformats.org/officeDocument/2006/relationships/customXml" Target="../ink/ink17.xml"/><Relationship Id="rId27" Type="http://schemas.openxmlformats.org/officeDocument/2006/relationships/image" Target="../media/image71.png"/><Relationship Id="rId43" Type="http://schemas.openxmlformats.org/officeDocument/2006/relationships/image" Target="../media/image79.png"/><Relationship Id="rId48" Type="http://schemas.openxmlformats.org/officeDocument/2006/relationships/customXml" Target="../ink/ink30.xml"/><Relationship Id="rId64" Type="http://schemas.openxmlformats.org/officeDocument/2006/relationships/customXml" Target="../ink/ink38.xml"/><Relationship Id="rId69" Type="http://schemas.openxmlformats.org/officeDocument/2006/relationships/image" Target="../media/image92.png"/><Relationship Id="rId113" Type="http://schemas.openxmlformats.org/officeDocument/2006/relationships/image" Target="../media/image114.png"/><Relationship Id="rId118" Type="http://schemas.openxmlformats.org/officeDocument/2006/relationships/customXml" Target="../ink/ink65.xml"/><Relationship Id="rId134" Type="http://schemas.openxmlformats.org/officeDocument/2006/relationships/customXml" Target="../ink/ink73.xml"/><Relationship Id="rId80" Type="http://schemas.openxmlformats.org/officeDocument/2006/relationships/customXml" Target="../ink/ink46.xml"/><Relationship Id="rId85" Type="http://schemas.openxmlformats.org/officeDocument/2006/relationships/image" Target="../media/image100.png"/><Relationship Id="rId12" Type="http://schemas.openxmlformats.org/officeDocument/2006/relationships/customXml" Target="../ink/ink12.xml"/><Relationship Id="rId17" Type="http://schemas.openxmlformats.org/officeDocument/2006/relationships/image" Target="../media/image66.png"/><Relationship Id="rId33" Type="http://schemas.openxmlformats.org/officeDocument/2006/relationships/image" Target="../media/image74.png"/><Relationship Id="rId38" Type="http://schemas.openxmlformats.org/officeDocument/2006/relationships/customXml" Target="../ink/ink25.xml"/><Relationship Id="rId59" Type="http://schemas.openxmlformats.org/officeDocument/2006/relationships/image" Target="../media/image87.png"/><Relationship Id="rId103" Type="http://schemas.openxmlformats.org/officeDocument/2006/relationships/image" Target="../media/image109.png"/><Relationship Id="rId108" Type="http://schemas.openxmlformats.org/officeDocument/2006/relationships/customXml" Target="../ink/ink60.xml"/><Relationship Id="rId124" Type="http://schemas.openxmlformats.org/officeDocument/2006/relationships/customXml" Target="../ink/ink68.xml"/><Relationship Id="rId129" Type="http://schemas.openxmlformats.org/officeDocument/2006/relationships/image" Target="../media/image19.png"/><Relationship Id="rId54" Type="http://schemas.openxmlformats.org/officeDocument/2006/relationships/customXml" Target="../ink/ink33.xml"/><Relationship Id="rId70" Type="http://schemas.openxmlformats.org/officeDocument/2006/relationships/customXml" Target="../ink/ink41.xml"/><Relationship Id="rId75" Type="http://schemas.openxmlformats.org/officeDocument/2006/relationships/image" Target="../media/image95.png"/><Relationship Id="rId91" Type="http://schemas.openxmlformats.org/officeDocument/2006/relationships/image" Target="../media/image103.png"/><Relationship Id="rId96" Type="http://schemas.openxmlformats.org/officeDocument/2006/relationships/customXml" Target="../ink/ink5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.xml"/><Relationship Id="rId23" Type="http://schemas.openxmlformats.org/officeDocument/2006/relationships/image" Target="../media/image69.png"/><Relationship Id="rId28" Type="http://schemas.openxmlformats.org/officeDocument/2006/relationships/customXml" Target="../ink/ink20.xml"/><Relationship Id="rId49" Type="http://schemas.openxmlformats.org/officeDocument/2006/relationships/image" Target="../media/image82.png"/><Relationship Id="rId114" Type="http://schemas.openxmlformats.org/officeDocument/2006/relationships/customXml" Target="../ink/ink63.xml"/><Relationship Id="rId119" Type="http://schemas.openxmlformats.org/officeDocument/2006/relationships/image" Target="../media/image117.png"/><Relationship Id="rId44" Type="http://schemas.openxmlformats.org/officeDocument/2006/relationships/customXml" Target="../ink/ink28.xml"/><Relationship Id="rId60" Type="http://schemas.openxmlformats.org/officeDocument/2006/relationships/customXml" Target="../ink/ink36.xml"/><Relationship Id="rId65" Type="http://schemas.openxmlformats.org/officeDocument/2006/relationships/image" Target="../media/image90.png"/><Relationship Id="rId81" Type="http://schemas.openxmlformats.org/officeDocument/2006/relationships/image" Target="../media/image98.png"/><Relationship Id="rId86" Type="http://schemas.openxmlformats.org/officeDocument/2006/relationships/customXml" Target="../ink/ink49.xml"/><Relationship Id="rId130" Type="http://schemas.openxmlformats.org/officeDocument/2006/relationships/customXml" Target="../ink/ink71.xml"/><Relationship Id="rId135" Type="http://schemas.openxmlformats.org/officeDocument/2006/relationships/image" Target="../media/image22.png"/><Relationship Id="rId13" Type="http://schemas.openxmlformats.org/officeDocument/2006/relationships/image" Target="../media/image64.png"/><Relationship Id="rId18" Type="http://schemas.openxmlformats.org/officeDocument/2006/relationships/customXml" Target="../ink/ink15.xml"/><Relationship Id="rId39" Type="http://schemas.openxmlformats.org/officeDocument/2006/relationships/image" Target="../media/image77.png"/><Relationship Id="rId109" Type="http://schemas.openxmlformats.org/officeDocument/2006/relationships/image" Target="../media/image112.png"/><Relationship Id="rId34" Type="http://schemas.openxmlformats.org/officeDocument/2006/relationships/customXml" Target="../ink/ink23.xml"/><Relationship Id="rId50" Type="http://schemas.openxmlformats.org/officeDocument/2006/relationships/customXml" Target="../ink/ink31.xml"/><Relationship Id="rId55" Type="http://schemas.openxmlformats.org/officeDocument/2006/relationships/image" Target="../media/image85.png"/><Relationship Id="rId76" Type="http://schemas.openxmlformats.org/officeDocument/2006/relationships/customXml" Target="../ink/ink44.xml"/><Relationship Id="rId97" Type="http://schemas.openxmlformats.org/officeDocument/2006/relationships/image" Target="../media/image106.png"/><Relationship Id="rId104" Type="http://schemas.openxmlformats.org/officeDocument/2006/relationships/customXml" Target="../ink/ink58.xml"/><Relationship Id="rId120" Type="http://schemas.openxmlformats.org/officeDocument/2006/relationships/customXml" Target="../ink/ink66.xml"/><Relationship Id="rId125" Type="http://schemas.openxmlformats.org/officeDocument/2006/relationships/image" Target="../media/image120.png"/><Relationship Id="rId7" Type="http://schemas.openxmlformats.org/officeDocument/2006/relationships/image" Target="../media/image61.png"/><Relationship Id="rId71" Type="http://schemas.openxmlformats.org/officeDocument/2006/relationships/image" Target="../media/image93.png"/><Relationship Id="rId92" Type="http://schemas.openxmlformats.org/officeDocument/2006/relationships/customXml" Target="../ink/ink52.xml"/><Relationship Id="rId2" Type="http://schemas.openxmlformats.org/officeDocument/2006/relationships/customXml" Target="../ink/ink7.xml"/><Relationship Id="rId29" Type="http://schemas.openxmlformats.org/officeDocument/2006/relationships/image" Target="../media/image72.png"/><Relationship Id="rId24" Type="http://schemas.openxmlformats.org/officeDocument/2006/relationships/customXml" Target="../ink/ink18.xml"/><Relationship Id="rId40" Type="http://schemas.openxmlformats.org/officeDocument/2006/relationships/customXml" Target="../ink/ink26.xml"/><Relationship Id="rId45" Type="http://schemas.openxmlformats.org/officeDocument/2006/relationships/image" Target="../media/image80.png"/><Relationship Id="rId66" Type="http://schemas.openxmlformats.org/officeDocument/2006/relationships/customXml" Target="../ink/ink39.xml"/><Relationship Id="rId87" Type="http://schemas.openxmlformats.org/officeDocument/2006/relationships/image" Target="../media/image101.png"/><Relationship Id="rId110" Type="http://schemas.openxmlformats.org/officeDocument/2006/relationships/customXml" Target="../ink/ink61.xml"/><Relationship Id="rId115" Type="http://schemas.openxmlformats.org/officeDocument/2006/relationships/image" Target="../media/image115.png"/><Relationship Id="rId131" Type="http://schemas.openxmlformats.org/officeDocument/2006/relationships/image" Target="../media/image20.png"/><Relationship Id="rId61" Type="http://schemas.openxmlformats.org/officeDocument/2006/relationships/image" Target="../media/image88.png"/><Relationship Id="rId82" Type="http://schemas.openxmlformats.org/officeDocument/2006/relationships/customXml" Target="../ink/ink47.xml"/><Relationship Id="rId19" Type="http://schemas.openxmlformats.org/officeDocument/2006/relationships/image" Target="../media/image67.png"/><Relationship Id="rId14" Type="http://schemas.openxmlformats.org/officeDocument/2006/relationships/customXml" Target="../ink/ink13.xml"/><Relationship Id="rId30" Type="http://schemas.openxmlformats.org/officeDocument/2006/relationships/customXml" Target="../ink/ink21.xml"/><Relationship Id="rId35" Type="http://schemas.openxmlformats.org/officeDocument/2006/relationships/image" Target="../media/image75.png"/><Relationship Id="rId56" Type="http://schemas.openxmlformats.org/officeDocument/2006/relationships/customXml" Target="../ink/ink34.xml"/><Relationship Id="rId77" Type="http://schemas.openxmlformats.org/officeDocument/2006/relationships/image" Target="../media/image96.png"/><Relationship Id="rId100" Type="http://schemas.openxmlformats.org/officeDocument/2006/relationships/customXml" Target="../ink/ink56.xml"/><Relationship Id="rId105" Type="http://schemas.openxmlformats.org/officeDocument/2006/relationships/image" Target="../media/image110.png"/><Relationship Id="rId126" Type="http://schemas.openxmlformats.org/officeDocument/2006/relationships/customXml" Target="../ink/ink69.xml"/><Relationship Id="rId8" Type="http://schemas.openxmlformats.org/officeDocument/2006/relationships/customXml" Target="../ink/ink10.xml"/><Relationship Id="rId51" Type="http://schemas.openxmlformats.org/officeDocument/2006/relationships/image" Target="../media/image83.png"/><Relationship Id="rId72" Type="http://schemas.openxmlformats.org/officeDocument/2006/relationships/customXml" Target="../ink/ink42.xml"/><Relationship Id="rId93" Type="http://schemas.openxmlformats.org/officeDocument/2006/relationships/image" Target="../media/image104.png"/><Relationship Id="rId98" Type="http://schemas.openxmlformats.org/officeDocument/2006/relationships/customXml" Target="../ink/ink55.xml"/><Relationship Id="rId121" Type="http://schemas.openxmlformats.org/officeDocument/2006/relationships/image" Target="../media/image118.png"/><Relationship Id="rId3" Type="http://schemas.openxmlformats.org/officeDocument/2006/relationships/image" Target="../media/image59.png"/><Relationship Id="rId25" Type="http://schemas.openxmlformats.org/officeDocument/2006/relationships/image" Target="../media/image70.png"/><Relationship Id="rId46" Type="http://schemas.openxmlformats.org/officeDocument/2006/relationships/customXml" Target="../ink/ink29.xml"/><Relationship Id="rId67" Type="http://schemas.openxmlformats.org/officeDocument/2006/relationships/image" Target="../media/image91.png"/><Relationship Id="rId116" Type="http://schemas.openxmlformats.org/officeDocument/2006/relationships/customXml" Target="../ink/ink64.xml"/><Relationship Id="rId20" Type="http://schemas.openxmlformats.org/officeDocument/2006/relationships/customXml" Target="../ink/ink16.xml"/><Relationship Id="rId41" Type="http://schemas.openxmlformats.org/officeDocument/2006/relationships/image" Target="../media/image78.png"/><Relationship Id="rId62" Type="http://schemas.openxmlformats.org/officeDocument/2006/relationships/customXml" Target="../ink/ink37.xml"/><Relationship Id="rId83" Type="http://schemas.openxmlformats.org/officeDocument/2006/relationships/image" Target="../media/image99.png"/><Relationship Id="rId88" Type="http://schemas.openxmlformats.org/officeDocument/2006/relationships/customXml" Target="../ink/ink50.xml"/><Relationship Id="rId111" Type="http://schemas.openxmlformats.org/officeDocument/2006/relationships/image" Target="../media/image113.png"/><Relationship Id="rId132" Type="http://schemas.openxmlformats.org/officeDocument/2006/relationships/customXml" Target="../ink/ink72.xml"/><Relationship Id="rId15" Type="http://schemas.openxmlformats.org/officeDocument/2006/relationships/image" Target="../media/image65.png"/><Relationship Id="rId36" Type="http://schemas.openxmlformats.org/officeDocument/2006/relationships/customXml" Target="../ink/ink24.xml"/><Relationship Id="rId57" Type="http://schemas.openxmlformats.org/officeDocument/2006/relationships/image" Target="../media/image86.png"/><Relationship Id="rId106" Type="http://schemas.openxmlformats.org/officeDocument/2006/relationships/customXml" Target="../ink/ink59.xml"/><Relationship Id="rId127" Type="http://schemas.openxmlformats.org/officeDocument/2006/relationships/image" Target="../media/image121.png"/><Relationship Id="rId10" Type="http://schemas.openxmlformats.org/officeDocument/2006/relationships/customXml" Target="../ink/ink11.xml"/><Relationship Id="rId31" Type="http://schemas.openxmlformats.org/officeDocument/2006/relationships/image" Target="../media/image73.png"/><Relationship Id="rId52" Type="http://schemas.openxmlformats.org/officeDocument/2006/relationships/customXml" Target="../ink/ink32.xml"/><Relationship Id="rId73" Type="http://schemas.openxmlformats.org/officeDocument/2006/relationships/image" Target="../media/image94.png"/><Relationship Id="rId78" Type="http://schemas.openxmlformats.org/officeDocument/2006/relationships/customXml" Target="../ink/ink45.xml"/><Relationship Id="rId94" Type="http://schemas.openxmlformats.org/officeDocument/2006/relationships/customXml" Target="../ink/ink53.xml"/><Relationship Id="rId99" Type="http://schemas.openxmlformats.org/officeDocument/2006/relationships/image" Target="../media/image107.png"/><Relationship Id="rId101" Type="http://schemas.openxmlformats.org/officeDocument/2006/relationships/image" Target="../media/image108.png"/><Relationship Id="rId122" Type="http://schemas.openxmlformats.org/officeDocument/2006/relationships/customXml" Target="../ink/ink67.xml"/><Relationship Id="rId4" Type="http://schemas.openxmlformats.org/officeDocument/2006/relationships/customXml" Target="../ink/ink8.xml"/><Relationship Id="rId9" Type="http://schemas.openxmlformats.org/officeDocument/2006/relationships/image" Target="../media/image62.png"/><Relationship Id="rId26" Type="http://schemas.openxmlformats.org/officeDocument/2006/relationships/customXml" Target="../ink/ink19.xml"/><Relationship Id="rId47" Type="http://schemas.openxmlformats.org/officeDocument/2006/relationships/image" Target="../media/image81.png"/><Relationship Id="rId68" Type="http://schemas.openxmlformats.org/officeDocument/2006/relationships/customXml" Target="../ink/ink40.xml"/><Relationship Id="rId89" Type="http://schemas.openxmlformats.org/officeDocument/2006/relationships/image" Target="../media/image102.png"/><Relationship Id="rId112" Type="http://schemas.openxmlformats.org/officeDocument/2006/relationships/customXml" Target="../ink/ink62.xml"/><Relationship Id="rId133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6.xml"/><Relationship Id="rId21" Type="http://schemas.openxmlformats.org/officeDocument/2006/relationships/image" Target="../media/image32.png"/><Relationship Id="rId42" Type="http://schemas.openxmlformats.org/officeDocument/2006/relationships/customXml" Target="../ink/ink94.xml"/><Relationship Id="rId47" Type="http://schemas.openxmlformats.org/officeDocument/2006/relationships/image" Target="../media/image45.png"/><Relationship Id="rId63" Type="http://schemas.openxmlformats.org/officeDocument/2006/relationships/image" Target="../media/image53.png"/><Relationship Id="rId68" Type="http://schemas.openxmlformats.org/officeDocument/2006/relationships/customXml" Target="../ink/ink107.xml"/><Relationship Id="rId16" Type="http://schemas.openxmlformats.org/officeDocument/2006/relationships/customXml" Target="../ink/ink81.xml"/><Relationship Id="rId11" Type="http://schemas.openxmlformats.org/officeDocument/2006/relationships/image" Target="../media/image27.png"/><Relationship Id="rId32" Type="http://schemas.openxmlformats.org/officeDocument/2006/relationships/customXml" Target="../ink/ink89.xml"/><Relationship Id="rId37" Type="http://schemas.openxmlformats.org/officeDocument/2006/relationships/image" Target="../media/image40.png"/><Relationship Id="rId53" Type="http://schemas.openxmlformats.org/officeDocument/2006/relationships/image" Target="../media/image48.png"/><Relationship Id="rId58" Type="http://schemas.openxmlformats.org/officeDocument/2006/relationships/customXml" Target="../ink/ink102.xml"/><Relationship Id="rId74" Type="http://schemas.openxmlformats.org/officeDocument/2006/relationships/customXml" Target="../ink/ink110.xml"/><Relationship Id="rId79" Type="http://schemas.openxmlformats.org/officeDocument/2006/relationships/image" Target="../media/image124.png"/><Relationship Id="rId5" Type="http://schemas.openxmlformats.org/officeDocument/2006/relationships/image" Target="../media/image24.png"/><Relationship Id="rId61" Type="http://schemas.openxmlformats.org/officeDocument/2006/relationships/image" Target="../media/image52.png"/><Relationship Id="rId19" Type="http://schemas.openxmlformats.org/officeDocument/2006/relationships/image" Target="../media/image31.png"/><Relationship Id="rId14" Type="http://schemas.openxmlformats.org/officeDocument/2006/relationships/customXml" Target="../ink/ink80.xml"/><Relationship Id="rId22" Type="http://schemas.openxmlformats.org/officeDocument/2006/relationships/customXml" Target="../ink/ink84.xml"/><Relationship Id="rId27" Type="http://schemas.openxmlformats.org/officeDocument/2006/relationships/image" Target="../media/image35.png"/><Relationship Id="rId30" Type="http://schemas.openxmlformats.org/officeDocument/2006/relationships/customXml" Target="../ink/ink88.xml"/><Relationship Id="rId35" Type="http://schemas.openxmlformats.org/officeDocument/2006/relationships/image" Target="../media/image39.png"/><Relationship Id="rId43" Type="http://schemas.openxmlformats.org/officeDocument/2006/relationships/image" Target="../media/image43.png"/><Relationship Id="rId48" Type="http://schemas.openxmlformats.org/officeDocument/2006/relationships/customXml" Target="../ink/ink97.xml"/><Relationship Id="rId56" Type="http://schemas.openxmlformats.org/officeDocument/2006/relationships/customXml" Target="../ink/ink101.xml"/><Relationship Id="rId64" Type="http://schemas.openxmlformats.org/officeDocument/2006/relationships/customXml" Target="../ink/ink105.xml"/><Relationship Id="rId69" Type="http://schemas.openxmlformats.org/officeDocument/2006/relationships/image" Target="../media/image56.png"/><Relationship Id="rId77" Type="http://schemas.openxmlformats.org/officeDocument/2006/relationships/image" Target="../media/image123.png"/><Relationship Id="rId8" Type="http://schemas.openxmlformats.org/officeDocument/2006/relationships/customXml" Target="../ink/ink77.xml"/><Relationship Id="rId51" Type="http://schemas.openxmlformats.org/officeDocument/2006/relationships/image" Target="../media/image47.png"/><Relationship Id="rId72" Type="http://schemas.openxmlformats.org/officeDocument/2006/relationships/customXml" Target="../ink/ink109.xml"/><Relationship Id="rId80" Type="http://schemas.openxmlformats.org/officeDocument/2006/relationships/customXml" Target="../ink/ink113.xml"/><Relationship Id="rId3" Type="http://schemas.openxmlformats.org/officeDocument/2006/relationships/image" Target="../media/image23.png"/><Relationship Id="rId12" Type="http://schemas.openxmlformats.org/officeDocument/2006/relationships/customXml" Target="../ink/ink79.xml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33" Type="http://schemas.openxmlformats.org/officeDocument/2006/relationships/image" Target="../media/image38.png"/><Relationship Id="rId38" Type="http://schemas.openxmlformats.org/officeDocument/2006/relationships/customXml" Target="../ink/ink92.xml"/><Relationship Id="rId46" Type="http://schemas.openxmlformats.org/officeDocument/2006/relationships/customXml" Target="../ink/ink96.xml"/><Relationship Id="rId59" Type="http://schemas.openxmlformats.org/officeDocument/2006/relationships/image" Target="../media/image51.png"/><Relationship Id="rId67" Type="http://schemas.openxmlformats.org/officeDocument/2006/relationships/image" Target="../media/image55.png"/><Relationship Id="rId20" Type="http://schemas.openxmlformats.org/officeDocument/2006/relationships/customXml" Target="../ink/ink83.xml"/><Relationship Id="rId41" Type="http://schemas.openxmlformats.org/officeDocument/2006/relationships/image" Target="../media/image42.png"/><Relationship Id="rId54" Type="http://schemas.openxmlformats.org/officeDocument/2006/relationships/customXml" Target="../ink/ink100.xml"/><Relationship Id="rId62" Type="http://schemas.openxmlformats.org/officeDocument/2006/relationships/customXml" Target="../ink/ink104.xml"/><Relationship Id="rId70" Type="http://schemas.openxmlformats.org/officeDocument/2006/relationships/customXml" Target="../ink/ink108.xml"/><Relationship Id="rId75" Type="http://schemas.openxmlformats.org/officeDocument/2006/relationships/image" Target="../media/image12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6.xml"/><Relationship Id="rId15" Type="http://schemas.openxmlformats.org/officeDocument/2006/relationships/image" Target="../media/image29.png"/><Relationship Id="rId23" Type="http://schemas.openxmlformats.org/officeDocument/2006/relationships/image" Target="../media/image33.png"/><Relationship Id="rId28" Type="http://schemas.openxmlformats.org/officeDocument/2006/relationships/customXml" Target="../ink/ink87.xml"/><Relationship Id="rId36" Type="http://schemas.openxmlformats.org/officeDocument/2006/relationships/customXml" Target="../ink/ink91.xml"/><Relationship Id="rId49" Type="http://schemas.openxmlformats.org/officeDocument/2006/relationships/image" Target="../media/image46.png"/><Relationship Id="rId57" Type="http://schemas.openxmlformats.org/officeDocument/2006/relationships/image" Target="../media/image50.png"/><Relationship Id="rId10" Type="http://schemas.openxmlformats.org/officeDocument/2006/relationships/customXml" Target="../ink/ink78.xml"/><Relationship Id="rId31" Type="http://schemas.openxmlformats.org/officeDocument/2006/relationships/image" Target="../media/image37.png"/><Relationship Id="rId44" Type="http://schemas.openxmlformats.org/officeDocument/2006/relationships/customXml" Target="../ink/ink95.xml"/><Relationship Id="rId52" Type="http://schemas.openxmlformats.org/officeDocument/2006/relationships/customXml" Target="../ink/ink99.xml"/><Relationship Id="rId60" Type="http://schemas.openxmlformats.org/officeDocument/2006/relationships/customXml" Target="../ink/ink103.xml"/><Relationship Id="rId65" Type="http://schemas.openxmlformats.org/officeDocument/2006/relationships/image" Target="../media/image54.png"/><Relationship Id="rId73" Type="http://schemas.openxmlformats.org/officeDocument/2006/relationships/image" Target="../media/image58.png"/><Relationship Id="rId78" Type="http://schemas.openxmlformats.org/officeDocument/2006/relationships/customXml" Target="../ink/ink112.xml"/><Relationship Id="rId81" Type="http://schemas.openxmlformats.org/officeDocument/2006/relationships/image" Target="../media/image125.png"/><Relationship Id="rId4" Type="http://schemas.openxmlformats.org/officeDocument/2006/relationships/customXml" Target="../ink/ink75.xml"/><Relationship Id="rId9" Type="http://schemas.openxmlformats.org/officeDocument/2006/relationships/image" Target="../media/image26.png"/><Relationship Id="rId13" Type="http://schemas.openxmlformats.org/officeDocument/2006/relationships/image" Target="../media/image28.png"/><Relationship Id="rId18" Type="http://schemas.openxmlformats.org/officeDocument/2006/relationships/customXml" Target="../ink/ink82.xml"/><Relationship Id="rId39" Type="http://schemas.openxmlformats.org/officeDocument/2006/relationships/image" Target="../media/image41.png"/><Relationship Id="rId34" Type="http://schemas.openxmlformats.org/officeDocument/2006/relationships/customXml" Target="../ink/ink90.xml"/><Relationship Id="rId50" Type="http://schemas.openxmlformats.org/officeDocument/2006/relationships/customXml" Target="../ink/ink98.xml"/><Relationship Id="rId55" Type="http://schemas.openxmlformats.org/officeDocument/2006/relationships/image" Target="../media/image49.png"/><Relationship Id="rId76" Type="http://schemas.openxmlformats.org/officeDocument/2006/relationships/customXml" Target="../ink/ink111.xml"/><Relationship Id="rId7" Type="http://schemas.openxmlformats.org/officeDocument/2006/relationships/image" Target="../media/image25.png"/><Relationship Id="rId71" Type="http://schemas.openxmlformats.org/officeDocument/2006/relationships/image" Target="../media/image57.png"/><Relationship Id="rId2" Type="http://schemas.openxmlformats.org/officeDocument/2006/relationships/customXml" Target="../ink/ink74.xml"/><Relationship Id="rId29" Type="http://schemas.openxmlformats.org/officeDocument/2006/relationships/image" Target="../media/image36.png"/><Relationship Id="rId24" Type="http://schemas.openxmlformats.org/officeDocument/2006/relationships/customXml" Target="../ink/ink85.xml"/><Relationship Id="rId40" Type="http://schemas.openxmlformats.org/officeDocument/2006/relationships/customXml" Target="../ink/ink93.xml"/><Relationship Id="rId45" Type="http://schemas.openxmlformats.org/officeDocument/2006/relationships/image" Target="../media/image44.png"/><Relationship Id="rId66" Type="http://schemas.openxmlformats.org/officeDocument/2006/relationships/customXml" Target="../ink/ink106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19.xml"/><Relationship Id="rId18" Type="http://schemas.openxmlformats.org/officeDocument/2006/relationships/image" Target="../media/image134.png"/><Relationship Id="rId26" Type="http://schemas.openxmlformats.org/officeDocument/2006/relationships/image" Target="../media/image138.png"/><Relationship Id="rId3" Type="http://schemas.openxmlformats.org/officeDocument/2006/relationships/customXml" Target="../ink/ink114.xml"/><Relationship Id="rId21" Type="http://schemas.openxmlformats.org/officeDocument/2006/relationships/customXml" Target="../ink/ink123.xml"/><Relationship Id="rId34" Type="http://schemas.openxmlformats.org/officeDocument/2006/relationships/image" Target="../media/image142.png"/><Relationship Id="rId7" Type="http://schemas.openxmlformats.org/officeDocument/2006/relationships/customXml" Target="../ink/ink116.xml"/><Relationship Id="rId12" Type="http://schemas.openxmlformats.org/officeDocument/2006/relationships/image" Target="../media/image131.png"/><Relationship Id="rId17" Type="http://schemas.openxmlformats.org/officeDocument/2006/relationships/customXml" Target="../ink/ink121.xml"/><Relationship Id="rId25" Type="http://schemas.openxmlformats.org/officeDocument/2006/relationships/customXml" Target="../ink/ink125.xml"/><Relationship Id="rId33" Type="http://schemas.openxmlformats.org/officeDocument/2006/relationships/customXml" Target="../ink/ink129.xml"/><Relationship Id="rId2" Type="http://schemas.openxmlformats.org/officeDocument/2006/relationships/image" Target="../media/image9.png"/><Relationship Id="rId16" Type="http://schemas.openxmlformats.org/officeDocument/2006/relationships/image" Target="../media/image133.png"/><Relationship Id="rId20" Type="http://schemas.openxmlformats.org/officeDocument/2006/relationships/image" Target="../media/image135.png"/><Relationship Id="rId29" Type="http://schemas.openxmlformats.org/officeDocument/2006/relationships/customXml" Target="../ink/ink1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8.png"/><Relationship Id="rId11" Type="http://schemas.openxmlformats.org/officeDocument/2006/relationships/customXml" Target="../ink/ink118.xml"/><Relationship Id="rId24" Type="http://schemas.openxmlformats.org/officeDocument/2006/relationships/image" Target="../media/image137.png"/><Relationship Id="rId32" Type="http://schemas.openxmlformats.org/officeDocument/2006/relationships/image" Target="../media/image141.png"/><Relationship Id="rId5" Type="http://schemas.openxmlformats.org/officeDocument/2006/relationships/customXml" Target="../ink/ink115.xml"/><Relationship Id="rId15" Type="http://schemas.openxmlformats.org/officeDocument/2006/relationships/customXml" Target="../ink/ink120.xml"/><Relationship Id="rId23" Type="http://schemas.openxmlformats.org/officeDocument/2006/relationships/customXml" Target="../ink/ink124.xml"/><Relationship Id="rId28" Type="http://schemas.openxmlformats.org/officeDocument/2006/relationships/image" Target="../media/image139.png"/><Relationship Id="rId36" Type="http://schemas.openxmlformats.org/officeDocument/2006/relationships/image" Target="../media/image143.png"/><Relationship Id="rId10" Type="http://schemas.openxmlformats.org/officeDocument/2006/relationships/image" Target="../media/image130.png"/><Relationship Id="rId19" Type="http://schemas.openxmlformats.org/officeDocument/2006/relationships/customXml" Target="../ink/ink122.xml"/><Relationship Id="rId31" Type="http://schemas.openxmlformats.org/officeDocument/2006/relationships/customXml" Target="../ink/ink128.xml"/><Relationship Id="rId4" Type="http://schemas.openxmlformats.org/officeDocument/2006/relationships/image" Target="../media/image127.png"/><Relationship Id="rId9" Type="http://schemas.openxmlformats.org/officeDocument/2006/relationships/customXml" Target="../ink/ink117.xml"/><Relationship Id="rId14" Type="http://schemas.openxmlformats.org/officeDocument/2006/relationships/image" Target="../media/image132.png"/><Relationship Id="rId22" Type="http://schemas.openxmlformats.org/officeDocument/2006/relationships/image" Target="../media/image136.png"/><Relationship Id="rId27" Type="http://schemas.openxmlformats.org/officeDocument/2006/relationships/customXml" Target="../ink/ink126.xml"/><Relationship Id="rId30" Type="http://schemas.openxmlformats.org/officeDocument/2006/relationships/image" Target="../media/image140.png"/><Relationship Id="rId35" Type="http://schemas.openxmlformats.org/officeDocument/2006/relationships/customXml" Target="../ink/ink130.xml"/><Relationship Id="rId8" Type="http://schemas.openxmlformats.org/officeDocument/2006/relationships/image" Target="../media/image129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43.xml"/><Relationship Id="rId21" Type="http://schemas.openxmlformats.org/officeDocument/2006/relationships/image" Target="../media/image1310.png"/><Relationship Id="rId34" Type="http://schemas.openxmlformats.org/officeDocument/2006/relationships/customXml" Target="../ink/ink147.xml"/><Relationship Id="rId42" Type="http://schemas.openxmlformats.org/officeDocument/2006/relationships/customXml" Target="../ink/ink151.xml"/><Relationship Id="rId47" Type="http://schemas.openxmlformats.org/officeDocument/2006/relationships/image" Target="../media/image144.png"/><Relationship Id="rId50" Type="http://schemas.openxmlformats.org/officeDocument/2006/relationships/customXml" Target="../ink/ink155.xml"/><Relationship Id="rId55" Type="http://schemas.openxmlformats.org/officeDocument/2006/relationships/image" Target="../media/image148.png"/><Relationship Id="rId63" Type="http://schemas.openxmlformats.org/officeDocument/2006/relationships/image" Target="../media/image152.png"/><Relationship Id="rId7" Type="http://schemas.openxmlformats.org/officeDocument/2006/relationships/image" Target="../media/image1240.png"/><Relationship Id="rId2" Type="http://schemas.openxmlformats.org/officeDocument/2006/relationships/customXml" Target="../ink/ink131.xml"/><Relationship Id="rId16" Type="http://schemas.openxmlformats.org/officeDocument/2006/relationships/customXml" Target="../ink/ink138.xml"/><Relationship Id="rId29" Type="http://schemas.openxmlformats.org/officeDocument/2006/relationships/image" Target="../media/image1350.png"/><Relationship Id="rId11" Type="http://schemas.openxmlformats.org/officeDocument/2006/relationships/image" Target="../media/image1260.png"/><Relationship Id="rId24" Type="http://schemas.openxmlformats.org/officeDocument/2006/relationships/customXml" Target="../ink/ink142.xml"/><Relationship Id="rId32" Type="http://schemas.openxmlformats.org/officeDocument/2006/relationships/customXml" Target="../ink/ink146.xml"/><Relationship Id="rId37" Type="http://schemas.openxmlformats.org/officeDocument/2006/relationships/image" Target="../media/image1390.png"/><Relationship Id="rId40" Type="http://schemas.openxmlformats.org/officeDocument/2006/relationships/customXml" Target="../ink/ink150.xml"/><Relationship Id="rId45" Type="http://schemas.openxmlformats.org/officeDocument/2006/relationships/image" Target="../media/image1430.png"/><Relationship Id="rId53" Type="http://schemas.openxmlformats.org/officeDocument/2006/relationships/image" Target="../media/image147.png"/><Relationship Id="rId58" Type="http://schemas.openxmlformats.org/officeDocument/2006/relationships/customXml" Target="../ink/ink159.xml"/><Relationship Id="rId5" Type="http://schemas.openxmlformats.org/officeDocument/2006/relationships/image" Target="../media/image1230.png"/><Relationship Id="rId61" Type="http://schemas.openxmlformats.org/officeDocument/2006/relationships/image" Target="../media/image151.png"/><Relationship Id="rId19" Type="http://schemas.openxmlformats.org/officeDocument/2006/relationships/image" Target="../media/image1300.png"/><Relationship Id="rId14" Type="http://schemas.openxmlformats.org/officeDocument/2006/relationships/customXml" Target="../ink/ink137.xml"/><Relationship Id="rId22" Type="http://schemas.openxmlformats.org/officeDocument/2006/relationships/customXml" Target="../ink/ink141.xml"/><Relationship Id="rId27" Type="http://schemas.openxmlformats.org/officeDocument/2006/relationships/image" Target="../media/image1340.png"/><Relationship Id="rId30" Type="http://schemas.openxmlformats.org/officeDocument/2006/relationships/customXml" Target="../ink/ink145.xml"/><Relationship Id="rId35" Type="http://schemas.openxmlformats.org/officeDocument/2006/relationships/image" Target="../media/image1380.png"/><Relationship Id="rId43" Type="http://schemas.openxmlformats.org/officeDocument/2006/relationships/image" Target="../media/image1420.png"/><Relationship Id="rId48" Type="http://schemas.openxmlformats.org/officeDocument/2006/relationships/customXml" Target="../ink/ink154.xml"/><Relationship Id="rId56" Type="http://schemas.openxmlformats.org/officeDocument/2006/relationships/customXml" Target="../ink/ink158.xml"/><Relationship Id="rId64" Type="http://schemas.openxmlformats.org/officeDocument/2006/relationships/customXml" Target="../ink/ink162.xml"/><Relationship Id="rId8" Type="http://schemas.openxmlformats.org/officeDocument/2006/relationships/customXml" Target="../ink/ink134.xml"/><Relationship Id="rId51" Type="http://schemas.openxmlformats.org/officeDocument/2006/relationships/image" Target="../media/image146.png"/><Relationship Id="rId3" Type="http://schemas.openxmlformats.org/officeDocument/2006/relationships/image" Target="../media/image1220.png"/><Relationship Id="rId12" Type="http://schemas.openxmlformats.org/officeDocument/2006/relationships/customXml" Target="../ink/ink136.xml"/><Relationship Id="rId17" Type="http://schemas.openxmlformats.org/officeDocument/2006/relationships/image" Target="../media/image1290.png"/><Relationship Id="rId25" Type="http://schemas.openxmlformats.org/officeDocument/2006/relationships/image" Target="../media/image1330.png"/><Relationship Id="rId33" Type="http://schemas.openxmlformats.org/officeDocument/2006/relationships/image" Target="../media/image1370.png"/><Relationship Id="rId38" Type="http://schemas.openxmlformats.org/officeDocument/2006/relationships/customXml" Target="../ink/ink149.xml"/><Relationship Id="rId46" Type="http://schemas.openxmlformats.org/officeDocument/2006/relationships/customXml" Target="../ink/ink153.xml"/><Relationship Id="rId59" Type="http://schemas.openxmlformats.org/officeDocument/2006/relationships/image" Target="../media/image150.png"/><Relationship Id="rId20" Type="http://schemas.openxmlformats.org/officeDocument/2006/relationships/customXml" Target="../ink/ink140.xml"/><Relationship Id="rId41" Type="http://schemas.openxmlformats.org/officeDocument/2006/relationships/image" Target="../media/image1410.png"/><Relationship Id="rId54" Type="http://schemas.openxmlformats.org/officeDocument/2006/relationships/customXml" Target="../ink/ink157.xml"/><Relationship Id="rId62" Type="http://schemas.openxmlformats.org/officeDocument/2006/relationships/customXml" Target="../ink/ink16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3.xml"/><Relationship Id="rId15" Type="http://schemas.openxmlformats.org/officeDocument/2006/relationships/image" Target="../media/image1280.png"/><Relationship Id="rId23" Type="http://schemas.openxmlformats.org/officeDocument/2006/relationships/image" Target="../media/image1320.png"/><Relationship Id="rId28" Type="http://schemas.openxmlformats.org/officeDocument/2006/relationships/customXml" Target="../ink/ink144.xml"/><Relationship Id="rId36" Type="http://schemas.openxmlformats.org/officeDocument/2006/relationships/customXml" Target="../ink/ink148.xml"/><Relationship Id="rId49" Type="http://schemas.openxmlformats.org/officeDocument/2006/relationships/image" Target="../media/image145.png"/><Relationship Id="rId57" Type="http://schemas.openxmlformats.org/officeDocument/2006/relationships/image" Target="../media/image149.png"/><Relationship Id="rId10" Type="http://schemas.openxmlformats.org/officeDocument/2006/relationships/customXml" Target="../ink/ink135.xml"/><Relationship Id="rId31" Type="http://schemas.openxmlformats.org/officeDocument/2006/relationships/image" Target="../media/image1360.png"/><Relationship Id="rId44" Type="http://schemas.openxmlformats.org/officeDocument/2006/relationships/customXml" Target="../ink/ink152.xml"/><Relationship Id="rId52" Type="http://schemas.openxmlformats.org/officeDocument/2006/relationships/customXml" Target="../ink/ink156.xml"/><Relationship Id="rId60" Type="http://schemas.openxmlformats.org/officeDocument/2006/relationships/customXml" Target="../ink/ink160.xml"/><Relationship Id="rId65" Type="http://schemas.openxmlformats.org/officeDocument/2006/relationships/image" Target="../media/image153.png"/><Relationship Id="rId4" Type="http://schemas.openxmlformats.org/officeDocument/2006/relationships/customXml" Target="../ink/ink132.xml"/><Relationship Id="rId9" Type="http://schemas.openxmlformats.org/officeDocument/2006/relationships/image" Target="../media/image1250.png"/><Relationship Id="rId13" Type="http://schemas.openxmlformats.org/officeDocument/2006/relationships/image" Target="../media/image1270.png"/><Relationship Id="rId18" Type="http://schemas.openxmlformats.org/officeDocument/2006/relationships/customXml" Target="../ink/ink139.xml"/><Relationship Id="rId39" Type="http://schemas.openxmlformats.org/officeDocument/2006/relationships/image" Target="../media/image140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3" Type="http://schemas.openxmlformats.org/officeDocument/2006/relationships/oleObject" Target="../embeddings/oleObject1.bin"/><Relationship Id="rId7" Type="http://schemas.openxmlformats.org/officeDocument/2006/relationships/customXml" Target="../ink/ink16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100.png"/><Relationship Id="rId5" Type="http://schemas.openxmlformats.org/officeDocument/2006/relationships/customXml" Target="../ink/ink163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6.png"/><Relationship Id="rId18" Type="http://schemas.openxmlformats.org/officeDocument/2006/relationships/customXml" Target="../ink/ink173.xml"/><Relationship Id="rId26" Type="http://schemas.openxmlformats.org/officeDocument/2006/relationships/customXml" Target="../ink/ink177.xml"/><Relationship Id="rId39" Type="http://schemas.openxmlformats.org/officeDocument/2006/relationships/image" Target="../media/image189.png"/><Relationship Id="rId21" Type="http://schemas.openxmlformats.org/officeDocument/2006/relationships/image" Target="../media/image180.png"/><Relationship Id="rId34" Type="http://schemas.openxmlformats.org/officeDocument/2006/relationships/customXml" Target="../ink/ink181.xml"/><Relationship Id="rId42" Type="http://schemas.openxmlformats.org/officeDocument/2006/relationships/customXml" Target="../ink/ink185.xml"/><Relationship Id="rId47" Type="http://schemas.openxmlformats.org/officeDocument/2006/relationships/image" Target="../media/image193.png"/><Relationship Id="rId50" Type="http://schemas.openxmlformats.org/officeDocument/2006/relationships/customXml" Target="../ink/ink189.xml"/><Relationship Id="rId55" Type="http://schemas.openxmlformats.org/officeDocument/2006/relationships/image" Target="../media/image197.png"/><Relationship Id="rId7" Type="http://schemas.openxmlformats.org/officeDocument/2006/relationships/image" Target="../media/image174.png"/><Relationship Id="rId2" Type="http://schemas.openxmlformats.org/officeDocument/2006/relationships/customXml" Target="../ink/ink165.xml"/><Relationship Id="rId16" Type="http://schemas.openxmlformats.org/officeDocument/2006/relationships/customXml" Target="../ink/ink172.xml"/><Relationship Id="rId29" Type="http://schemas.openxmlformats.org/officeDocument/2006/relationships/image" Target="../media/image184.png"/><Relationship Id="rId11" Type="http://schemas.openxmlformats.org/officeDocument/2006/relationships/image" Target="../media/image517.png"/><Relationship Id="rId24" Type="http://schemas.openxmlformats.org/officeDocument/2006/relationships/customXml" Target="../ink/ink176.xml"/><Relationship Id="rId32" Type="http://schemas.openxmlformats.org/officeDocument/2006/relationships/customXml" Target="../ink/ink180.xml"/><Relationship Id="rId37" Type="http://schemas.openxmlformats.org/officeDocument/2006/relationships/image" Target="../media/image188.png"/><Relationship Id="rId40" Type="http://schemas.openxmlformats.org/officeDocument/2006/relationships/customXml" Target="../ink/ink184.xml"/><Relationship Id="rId45" Type="http://schemas.openxmlformats.org/officeDocument/2006/relationships/image" Target="../media/image192.png"/><Relationship Id="rId53" Type="http://schemas.openxmlformats.org/officeDocument/2006/relationships/image" Target="../media/image196.png"/><Relationship Id="rId58" Type="http://schemas.openxmlformats.org/officeDocument/2006/relationships/customXml" Target="../ink/ink193.xml"/><Relationship Id="rId5" Type="http://schemas.openxmlformats.org/officeDocument/2006/relationships/image" Target="../media/image173.png"/><Relationship Id="rId61" Type="http://schemas.openxmlformats.org/officeDocument/2006/relationships/image" Target="../media/image200.png"/><Relationship Id="rId19" Type="http://schemas.openxmlformats.org/officeDocument/2006/relationships/image" Target="../media/image179.png"/><Relationship Id="rId14" Type="http://schemas.openxmlformats.org/officeDocument/2006/relationships/customXml" Target="../ink/ink171.xml"/><Relationship Id="rId22" Type="http://schemas.openxmlformats.org/officeDocument/2006/relationships/customXml" Target="../ink/ink175.xml"/><Relationship Id="rId27" Type="http://schemas.openxmlformats.org/officeDocument/2006/relationships/image" Target="../media/image183.png"/><Relationship Id="rId30" Type="http://schemas.openxmlformats.org/officeDocument/2006/relationships/customXml" Target="../ink/ink179.xml"/><Relationship Id="rId35" Type="http://schemas.openxmlformats.org/officeDocument/2006/relationships/image" Target="../media/image187.png"/><Relationship Id="rId43" Type="http://schemas.openxmlformats.org/officeDocument/2006/relationships/image" Target="../media/image191.png"/><Relationship Id="rId48" Type="http://schemas.openxmlformats.org/officeDocument/2006/relationships/customXml" Target="../ink/ink188.xml"/><Relationship Id="rId56" Type="http://schemas.openxmlformats.org/officeDocument/2006/relationships/customXml" Target="../ink/ink192.xml"/><Relationship Id="rId8" Type="http://schemas.openxmlformats.org/officeDocument/2006/relationships/customXml" Target="../ink/ink168.xml"/><Relationship Id="rId51" Type="http://schemas.openxmlformats.org/officeDocument/2006/relationships/image" Target="../media/image195.png"/><Relationship Id="rId3" Type="http://schemas.openxmlformats.org/officeDocument/2006/relationships/image" Target="../media/image172.png"/><Relationship Id="rId12" Type="http://schemas.openxmlformats.org/officeDocument/2006/relationships/customXml" Target="../ink/ink170.xml"/><Relationship Id="rId17" Type="http://schemas.openxmlformats.org/officeDocument/2006/relationships/image" Target="../media/image178.png"/><Relationship Id="rId25" Type="http://schemas.openxmlformats.org/officeDocument/2006/relationships/image" Target="../media/image182.png"/><Relationship Id="rId33" Type="http://schemas.openxmlformats.org/officeDocument/2006/relationships/image" Target="../media/image186.png"/><Relationship Id="rId38" Type="http://schemas.openxmlformats.org/officeDocument/2006/relationships/customXml" Target="../ink/ink183.xml"/><Relationship Id="rId46" Type="http://schemas.openxmlformats.org/officeDocument/2006/relationships/customXml" Target="../ink/ink187.xml"/><Relationship Id="rId59" Type="http://schemas.openxmlformats.org/officeDocument/2006/relationships/image" Target="../media/image199.png"/><Relationship Id="rId20" Type="http://schemas.openxmlformats.org/officeDocument/2006/relationships/customXml" Target="../ink/ink174.xml"/><Relationship Id="rId41" Type="http://schemas.openxmlformats.org/officeDocument/2006/relationships/image" Target="../media/image190.png"/><Relationship Id="rId54" Type="http://schemas.openxmlformats.org/officeDocument/2006/relationships/customXml" Target="../ink/ink19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67.xml"/><Relationship Id="rId15" Type="http://schemas.openxmlformats.org/officeDocument/2006/relationships/image" Target="../media/image177.png"/><Relationship Id="rId23" Type="http://schemas.openxmlformats.org/officeDocument/2006/relationships/image" Target="../media/image181.png"/><Relationship Id="rId28" Type="http://schemas.openxmlformats.org/officeDocument/2006/relationships/customXml" Target="../ink/ink178.xml"/><Relationship Id="rId36" Type="http://schemas.openxmlformats.org/officeDocument/2006/relationships/customXml" Target="../ink/ink182.xml"/><Relationship Id="rId49" Type="http://schemas.openxmlformats.org/officeDocument/2006/relationships/image" Target="../media/image194.png"/><Relationship Id="rId57" Type="http://schemas.openxmlformats.org/officeDocument/2006/relationships/image" Target="../media/image198.png"/><Relationship Id="rId10" Type="http://schemas.openxmlformats.org/officeDocument/2006/relationships/customXml" Target="../ink/ink169.xml"/><Relationship Id="rId31" Type="http://schemas.openxmlformats.org/officeDocument/2006/relationships/image" Target="../media/image185.png"/><Relationship Id="rId44" Type="http://schemas.openxmlformats.org/officeDocument/2006/relationships/customXml" Target="../ink/ink186.xml"/><Relationship Id="rId52" Type="http://schemas.openxmlformats.org/officeDocument/2006/relationships/customXml" Target="../ink/ink190.xml"/><Relationship Id="rId60" Type="http://schemas.openxmlformats.org/officeDocument/2006/relationships/customXml" Target="../ink/ink194.xml"/><Relationship Id="rId4" Type="http://schemas.openxmlformats.org/officeDocument/2006/relationships/customXml" Target="../ink/ink166.xml"/><Relationship Id="rId9" Type="http://schemas.openxmlformats.org/officeDocument/2006/relationships/image" Target="../media/image175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6.png"/><Relationship Id="rId18" Type="http://schemas.openxmlformats.org/officeDocument/2006/relationships/customXml" Target="../ink/ink203.xml"/><Relationship Id="rId26" Type="http://schemas.openxmlformats.org/officeDocument/2006/relationships/customXml" Target="../ink/ink207.xml"/><Relationship Id="rId39" Type="http://schemas.openxmlformats.org/officeDocument/2006/relationships/image" Target="../media/image219.png"/><Relationship Id="rId21" Type="http://schemas.openxmlformats.org/officeDocument/2006/relationships/image" Target="../media/image210.png"/><Relationship Id="rId34" Type="http://schemas.openxmlformats.org/officeDocument/2006/relationships/customXml" Target="../ink/ink211.xml"/><Relationship Id="rId7" Type="http://schemas.openxmlformats.org/officeDocument/2006/relationships/image" Target="../media/image203.png"/><Relationship Id="rId12" Type="http://schemas.openxmlformats.org/officeDocument/2006/relationships/customXml" Target="../ink/ink200.xml"/><Relationship Id="rId17" Type="http://schemas.openxmlformats.org/officeDocument/2006/relationships/image" Target="../media/image208.png"/><Relationship Id="rId25" Type="http://schemas.openxmlformats.org/officeDocument/2006/relationships/image" Target="../media/image212.png"/><Relationship Id="rId33" Type="http://schemas.openxmlformats.org/officeDocument/2006/relationships/image" Target="../media/image216.png"/><Relationship Id="rId38" Type="http://schemas.openxmlformats.org/officeDocument/2006/relationships/customXml" Target="../ink/ink213.xml"/><Relationship Id="rId2" Type="http://schemas.openxmlformats.org/officeDocument/2006/relationships/customXml" Target="../ink/ink195.xml"/><Relationship Id="rId16" Type="http://schemas.openxmlformats.org/officeDocument/2006/relationships/customXml" Target="../ink/ink202.xml"/><Relationship Id="rId20" Type="http://schemas.openxmlformats.org/officeDocument/2006/relationships/customXml" Target="../ink/ink204.xml"/><Relationship Id="rId29" Type="http://schemas.openxmlformats.org/officeDocument/2006/relationships/image" Target="../media/image21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97.xml"/><Relationship Id="rId11" Type="http://schemas.openxmlformats.org/officeDocument/2006/relationships/image" Target="../media/image205.png"/><Relationship Id="rId24" Type="http://schemas.openxmlformats.org/officeDocument/2006/relationships/customXml" Target="../ink/ink206.xml"/><Relationship Id="rId32" Type="http://schemas.openxmlformats.org/officeDocument/2006/relationships/customXml" Target="../ink/ink210.xml"/><Relationship Id="rId37" Type="http://schemas.openxmlformats.org/officeDocument/2006/relationships/image" Target="../media/image218.png"/><Relationship Id="rId5" Type="http://schemas.openxmlformats.org/officeDocument/2006/relationships/image" Target="../media/image202.png"/><Relationship Id="rId15" Type="http://schemas.openxmlformats.org/officeDocument/2006/relationships/image" Target="../media/image207.png"/><Relationship Id="rId23" Type="http://schemas.openxmlformats.org/officeDocument/2006/relationships/image" Target="../media/image211.png"/><Relationship Id="rId28" Type="http://schemas.openxmlformats.org/officeDocument/2006/relationships/customXml" Target="../ink/ink208.xml"/><Relationship Id="rId36" Type="http://schemas.openxmlformats.org/officeDocument/2006/relationships/customXml" Target="../ink/ink212.xml"/><Relationship Id="rId10" Type="http://schemas.openxmlformats.org/officeDocument/2006/relationships/customXml" Target="../ink/ink199.xml"/><Relationship Id="rId19" Type="http://schemas.openxmlformats.org/officeDocument/2006/relationships/image" Target="../media/image209.png"/><Relationship Id="rId31" Type="http://schemas.openxmlformats.org/officeDocument/2006/relationships/image" Target="../media/image215.png"/><Relationship Id="rId4" Type="http://schemas.openxmlformats.org/officeDocument/2006/relationships/customXml" Target="../ink/ink196.xml"/><Relationship Id="rId9" Type="http://schemas.openxmlformats.org/officeDocument/2006/relationships/image" Target="../media/image204.png"/><Relationship Id="rId14" Type="http://schemas.openxmlformats.org/officeDocument/2006/relationships/customXml" Target="../ink/ink201.xml"/><Relationship Id="rId22" Type="http://schemas.openxmlformats.org/officeDocument/2006/relationships/customXml" Target="../ink/ink205.xml"/><Relationship Id="rId27" Type="http://schemas.openxmlformats.org/officeDocument/2006/relationships/image" Target="../media/image213.png"/><Relationship Id="rId30" Type="http://schemas.openxmlformats.org/officeDocument/2006/relationships/customXml" Target="../ink/ink209.xml"/><Relationship Id="rId35" Type="http://schemas.openxmlformats.org/officeDocument/2006/relationships/image" Target="../media/image217.png"/><Relationship Id="rId8" Type="http://schemas.openxmlformats.org/officeDocument/2006/relationships/customXml" Target="../ink/ink198.xml"/><Relationship Id="rId3" Type="http://schemas.openxmlformats.org/officeDocument/2006/relationships/image" Target="../media/image201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18.xml"/><Relationship Id="rId18" Type="http://schemas.openxmlformats.org/officeDocument/2006/relationships/image" Target="../media/image2080.png"/><Relationship Id="rId26" Type="http://schemas.openxmlformats.org/officeDocument/2006/relationships/image" Target="../media/image2120.png"/><Relationship Id="rId39" Type="http://schemas.openxmlformats.org/officeDocument/2006/relationships/customXml" Target="../ink/ink231.xml"/><Relationship Id="rId21" Type="http://schemas.openxmlformats.org/officeDocument/2006/relationships/customXml" Target="../ink/ink222.xml"/><Relationship Id="rId34" Type="http://schemas.openxmlformats.org/officeDocument/2006/relationships/image" Target="../media/image2160.png"/><Relationship Id="rId42" Type="http://schemas.openxmlformats.org/officeDocument/2006/relationships/image" Target="../media/image2200.png"/><Relationship Id="rId47" Type="http://schemas.openxmlformats.org/officeDocument/2006/relationships/customXml" Target="../ink/ink235.xml"/><Relationship Id="rId7" Type="http://schemas.openxmlformats.org/officeDocument/2006/relationships/customXml" Target="../ink/ink215.xml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70.png"/><Relationship Id="rId29" Type="http://schemas.openxmlformats.org/officeDocument/2006/relationships/customXml" Target="../ink/ink22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020.png"/><Relationship Id="rId11" Type="http://schemas.openxmlformats.org/officeDocument/2006/relationships/customXml" Target="../ink/ink217.xml"/><Relationship Id="rId24" Type="http://schemas.openxmlformats.org/officeDocument/2006/relationships/image" Target="../media/image2110.png"/><Relationship Id="rId32" Type="http://schemas.openxmlformats.org/officeDocument/2006/relationships/image" Target="../media/image2150.png"/><Relationship Id="rId37" Type="http://schemas.openxmlformats.org/officeDocument/2006/relationships/customXml" Target="../ink/ink230.xml"/><Relationship Id="rId40" Type="http://schemas.openxmlformats.org/officeDocument/2006/relationships/image" Target="../media/image2190.png"/><Relationship Id="rId45" Type="http://schemas.openxmlformats.org/officeDocument/2006/relationships/customXml" Target="../ink/ink234.xml"/><Relationship Id="rId5" Type="http://schemas.openxmlformats.org/officeDocument/2006/relationships/customXml" Target="../ink/ink214.xml"/><Relationship Id="rId15" Type="http://schemas.openxmlformats.org/officeDocument/2006/relationships/customXml" Target="../ink/ink219.xml"/><Relationship Id="rId23" Type="http://schemas.openxmlformats.org/officeDocument/2006/relationships/customXml" Target="../ink/ink223.xml"/><Relationship Id="rId28" Type="http://schemas.openxmlformats.org/officeDocument/2006/relationships/image" Target="../media/image2130.png"/><Relationship Id="rId36" Type="http://schemas.openxmlformats.org/officeDocument/2006/relationships/image" Target="../media/image2170.png"/><Relationship Id="rId10" Type="http://schemas.openxmlformats.org/officeDocument/2006/relationships/image" Target="../media/image2040.png"/><Relationship Id="rId19" Type="http://schemas.openxmlformats.org/officeDocument/2006/relationships/customXml" Target="../ink/ink221.xml"/><Relationship Id="rId31" Type="http://schemas.openxmlformats.org/officeDocument/2006/relationships/customXml" Target="../ink/ink227.xml"/><Relationship Id="rId44" Type="http://schemas.openxmlformats.org/officeDocument/2006/relationships/image" Target="../media/image221.png"/><Relationship Id="rId4" Type="http://schemas.openxmlformats.org/officeDocument/2006/relationships/image" Target="../media/image12.png"/><Relationship Id="rId9" Type="http://schemas.openxmlformats.org/officeDocument/2006/relationships/customXml" Target="../ink/ink216.xml"/><Relationship Id="rId14" Type="http://schemas.openxmlformats.org/officeDocument/2006/relationships/image" Target="../media/image2060.png"/><Relationship Id="rId22" Type="http://schemas.openxmlformats.org/officeDocument/2006/relationships/image" Target="../media/image2100.png"/><Relationship Id="rId27" Type="http://schemas.openxmlformats.org/officeDocument/2006/relationships/customXml" Target="../ink/ink225.xml"/><Relationship Id="rId30" Type="http://schemas.openxmlformats.org/officeDocument/2006/relationships/image" Target="../media/image2140.png"/><Relationship Id="rId35" Type="http://schemas.openxmlformats.org/officeDocument/2006/relationships/customXml" Target="../ink/ink229.xml"/><Relationship Id="rId43" Type="http://schemas.openxmlformats.org/officeDocument/2006/relationships/customXml" Target="../ink/ink233.xml"/><Relationship Id="rId48" Type="http://schemas.openxmlformats.org/officeDocument/2006/relationships/image" Target="../media/image223.png"/><Relationship Id="rId8" Type="http://schemas.openxmlformats.org/officeDocument/2006/relationships/image" Target="../media/image2030.png"/><Relationship Id="rId3" Type="http://schemas.openxmlformats.org/officeDocument/2006/relationships/oleObject" Target="../embeddings/oleObject2.bin"/><Relationship Id="rId12" Type="http://schemas.openxmlformats.org/officeDocument/2006/relationships/image" Target="../media/image2050.png"/><Relationship Id="rId17" Type="http://schemas.openxmlformats.org/officeDocument/2006/relationships/customXml" Target="../ink/ink220.xml"/><Relationship Id="rId25" Type="http://schemas.openxmlformats.org/officeDocument/2006/relationships/customXml" Target="../ink/ink224.xml"/><Relationship Id="rId33" Type="http://schemas.openxmlformats.org/officeDocument/2006/relationships/customXml" Target="../ink/ink228.xml"/><Relationship Id="rId38" Type="http://schemas.openxmlformats.org/officeDocument/2006/relationships/image" Target="../media/image2180.png"/><Relationship Id="rId46" Type="http://schemas.openxmlformats.org/officeDocument/2006/relationships/image" Target="../media/image222.png"/><Relationship Id="rId20" Type="http://schemas.openxmlformats.org/officeDocument/2006/relationships/image" Target="../media/image2090.png"/><Relationship Id="rId41" Type="http://schemas.openxmlformats.org/officeDocument/2006/relationships/customXml" Target="../ink/ink232.xml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36.png"/><Relationship Id="rId21" Type="http://schemas.openxmlformats.org/officeDocument/2006/relationships/customXml" Target="../ink/ink245.xml"/><Relationship Id="rId42" Type="http://schemas.openxmlformats.org/officeDocument/2006/relationships/image" Target="../media/image244.png"/><Relationship Id="rId47" Type="http://schemas.openxmlformats.org/officeDocument/2006/relationships/customXml" Target="../ink/ink258.xml"/><Relationship Id="rId63" Type="http://schemas.openxmlformats.org/officeDocument/2006/relationships/customXml" Target="../ink/ink266.xml"/><Relationship Id="rId68" Type="http://schemas.openxmlformats.org/officeDocument/2006/relationships/image" Target="../media/image257.png"/><Relationship Id="rId84" Type="http://schemas.openxmlformats.org/officeDocument/2006/relationships/image" Target="../media/image265.png"/><Relationship Id="rId89" Type="http://schemas.openxmlformats.org/officeDocument/2006/relationships/customXml" Target="../ink/ink279.xml"/><Relationship Id="rId112" Type="http://schemas.openxmlformats.org/officeDocument/2006/relationships/image" Target="../media/image279.png"/><Relationship Id="rId16" Type="http://schemas.openxmlformats.org/officeDocument/2006/relationships/image" Target="../media/image231.png"/><Relationship Id="rId107" Type="http://schemas.openxmlformats.org/officeDocument/2006/relationships/customXml" Target="../ink/ink288.xml"/><Relationship Id="rId11" Type="http://schemas.openxmlformats.org/officeDocument/2006/relationships/customXml" Target="../ink/ink240.xml"/><Relationship Id="rId32" Type="http://schemas.openxmlformats.org/officeDocument/2006/relationships/image" Target="../media/image239.png"/><Relationship Id="rId37" Type="http://schemas.openxmlformats.org/officeDocument/2006/relationships/customXml" Target="../ink/ink253.xml"/><Relationship Id="rId53" Type="http://schemas.openxmlformats.org/officeDocument/2006/relationships/customXml" Target="../ink/ink261.xml"/><Relationship Id="rId58" Type="http://schemas.openxmlformats.org/officeDocument/2006/relationships/image" Target="../media/image252.png"/><Relationship Id="rId74" Type="http://schemas.openxmlformats.org/officeDocument/2006/relationships/image" Target="../media/image260.png"/><Relationship Id="rId79" Type="http://schemas.openxmlformats.org/officeDocument/2006/relationships/customXml" Target="../ink/ink274.xml"/><Relationship Id="rId102" Type="http://schemas.openxmlformats.org/officeDocument/2006/relationships/image" Target="../media/image274.png"/><Relationship Id="rId5" Type="http://schemas.openxmlformats.org/officeDocument/2006/relationships/customXml" Target="../ink/ink237.xml"/><Relationship Id="rId90" Type="http://schemas.openxmlformats.org/officeDocument/2006/relationships/image" Target="../media/image268.png"/><Relationship Id="rId95" Type="http://schemas.openxmlformats.org/officeDocument/2006/relationships/customXml" Target="../ink/ink282.xml"/><Relationship Id="rId22" Type="http://schemas.openxmlformats.org/officeDocument/2006/relationships/image" Target="../media/image234.png"/><Relationship Id="rId27" Type="http://schemas.openxmlformats.org/officeDocument/2006/relationships/customXml" Target="../ink/ink248.xml"/><Relationship Id="rId43" Type="http://schemas.openxmlformats.org/officeDocument/2006/relationships/customXml" Target="../ink/ink256.xml"/><Relationship Id="rId48" Type="http://schemas.openxmlformats.org/officeDocument/2006/relationships/image" Target="../media/image247.png"/><Relationship Id="rId64" Type="http://schemas.openxmlformats.org/officeDocument/2006/relationships/image" Target="../media/image255.png"/><Relationship Id="rId69" Type="http://schemas.openxmlformats.org/officeDocument/2006/relationships/customXml" Target="../ink/ink269.xml"/><Relationship Id="rId113" Type="http://schemas.openxmlformats.org/officeDocument/2006/relationships/customXml" Target="../ink/ink291.xml"/><Relationship Id="rId80" Type="http://schemas.openxmlformats.org/officeDocument/2006/relationships/image" Target="../media/image263.png"/><Relationship Id="rId85" Type="http://schemas.openxmlformats.org/officeDocument/2006/relationships/customXml" Target="../ink/ink277.xml"/><Relationship Id="rId12" Type="http://schemas.openxmlformats.org/officeDocument/2006/relationships/image" Target="../media/image229.png"/><Relationship Id="rId17" Type="http://schemas.openxmlformats.org/officeDocument/2006/relationships/customXml" Target="../ink/ink243.xml"/><Relationship Id="rId33" Type="http://schemas.openxmlformats.org/officeDocument/2006/relationships/customXml" Target="../ink/ink251.xml"/><Relationship Id="rId38" Type="http://schemas.openxmlformats.org/officeDocument/2006/relationships/image" Target="../media/image242.png"/><Relationship Id="rId59" Type="http://schemas.openxmlformats.org/officeDocument/2006/relationships/customXml" Target="../ink/ink264.xml"/><Relationship Id="rId103" Type="http://schemas.openxmlformats.org/officeDocument/2006/relationships/customXml" Target="../ink/ink286.xml"/><Relationship Id="rId108" Type="http://schemas.openxmlformats.org/officeDocument/2006/relationships/image" Target="../media/image277.png"/><Relationship Id="rId54" Type="http://schemas.openxmlformats.org/officeDocument/2006/relationships/image" Target="../media/image250.png"/><Relationship Id="rId70" Type="http://schemas.openxmlformats.org/officeDocument/2006/relationships/image" Target="../media/image258.png"/><Relationship Id="rId75" Type="http://schemas.openxmlformats.org/officeDocument/2006/relationships/customXml" Target="../ink/ink272.xml"/><Relationship Id="rId91" Type="http://schemas.openxmlformats.org/officeDocument/2006/relationships/customXml" Target="../ink/ink280.xml"/><Relationship Id="rId96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6.png"/><Relationship Id="rId15" Type="http://schemas.openxmlformats.org/officeDocument/2006/relationships/customXml" Target="../ink/ink242.xml"/><Relationship Id="rId23" Type="http://schemas.openxmlformats.org/officeDocument/2006/relationships/customXml" Target="../ink/ink246.xml"/><Relationship Id="rId28" Type="http://schemas.openxmlformats.org/officeDocument/2006/relationships/image" Target="../media/image237.png"/><Relationship Id="rId36" Type="http://schemas.openxmlformats.org/officeDocument/2006/relationships/image" Target="../media/image241.png"/><Relationship Id="rId49" Type="http://schemas.openxmlformats.org/officeDocument/2006/relationships/customXml" Target="../ink/ink259.xml"/><Relationship Id="rId57" Type="http://schemas.openxmlformats.org/officeDocument/2006/relationships/customXml" Target="../ink/ink263.xml"/><Relationship Id="rId106" Type="http://schemas.openxmlformats.org/officeDocument/2006/relationships/image" Target="../media/image276.png"/><Relationship Id="rId114" Type="http://schemas.openxmlformats.org/officeDocument/2006/relationships/customXml" Target="../ink/ink292.xml"/><Relationship Id="rId10" Type="http://schemas.openxmlformats.org/officeDocument/2006/relationships/image" Target="../media/image228.png"/><Relationship Id="rId31" Type="http://schemas.openxmlformats.org/officeDocument/2006/relationships/customXml" Target="../ink/ink250.xml"/><Relationship Id="rId44" Type="http://schemas.openxmlformats.org/officeDocument/2006/relationships/image" Target="../media/image245.png"/><Relationship Id="rId52" Type="http://schemas.openxmlformats.org/officeDocument/2006/relationships/image" Target="../media/image249.png"/><Relationship Id="rId60" Type="http://schemas.openxmlformats.org/officeDocument/2006/relationships/image" Target="../media/image253.png"/><Relationship Id="rId65" Type="http://schemas.openxmlformats.org/officeDocument/2006/relationships/customXml" Target="../ink/ink267.xml"/><Relationship Id="rId73" Type="http://schemas.openxmlformats.org/officeDocument/2006/relationships/customXml" Target="../ink/ink271.xml"/><Relationship Id="rId78" Type="http://schemas.openxmlformats.org/officeDocument/2006/relationships/image" Target="../media/image262.png"/><Relationship Id="rId81" Type="http://schemas.openxmlformats.org/officeDocument/2006/relationships/customXml" Target="../ink/ink275.xml"/><Relationship Id="rId86" Type="http://schemas.openxmlformats.org/officeDocument/2006/relationships/image" Target="../media/image266.png"/><Relationship Id="rId94" Type="http://schemas.openxmlformats.org/officeDocument/2006/relationships/image" Target="../media/image270.png"/><Relationship Id="rId99" Type="http://schemas.openxmlformats.org/officeDocument/2006/relationships/customXml" Target="../ink/ink284.xml"/><Relationship Id="rId101" Type="http://schemas.openxmlformats.org/officeDocument/2006/relationships/customXml" Target="../ink/ink285.xml"/><Relationship Id="rId4" Type="http://schemas.openxmlformats.org/officeDocument/2006/relationships/image" Target="../media/image225.png"/><Relationship Id="rId9" Type="http://schemas.openxmlformats.org/officeDocument/2006/relationships/customXml" Target="../ink/ink239.xml"/><Relationship Id="rId13" Type="http://schemas.openxmlformats.org/officeDocument/2006/relationships/customXml" Target="../ink/ink241.xml"/><Relationship Id="rId18" Type="http://schemas.openxmlformats.org/officeDocument/2006/relationships/image" Target="../media/image232.png"/><Relationship Id="rId39" Type="http://schemas.openxmlformats.org/officeDocument/2006/relationships/customXml" Target="../ink/ink254.xml"/><Relationship Id="rId109" Type="http://schemas.openxmlformats.org/officeDocument/2006/relationships/customXml" Target="../ink/ink289.xml"/><Relationship Id="rId34" Type="http://schemas.openxmlformats.org/officeDocument/2006/relationships/image" Target="../media/image240.png"/><Relationship Id="rId50" Type="http://schemas.openxmlformats.org/officeDocument/2006/relationships/image" Target="../media/image248.png"/><Relationship Id="rId55" Type="http://schemas.openxmlformats.org/officeDocument/2006/relationships/customXml" Target="../ink/ink262.xml"/><Relationship Id="rId76" Type="http://schemas.openxmlformats.org/officeDocument/2006/relationships/image" Target="../media/image261.png"/><Relationship Id="rId97" Type="http://schemas.openxmlformats.org/officeDocument/2006/relationships/customXml" Target="../ink/ink283.xml"/><Relationship Id="rId104" Type="http://schemas.openxmlformats.org/officeDocument/2006/relationships/image" Target="../media/image275.png"/><Relationship Id="rId7" Type="http://schemas.openxmlformats.org/officeDocument/2006/relationships/customXml" Target="../ink/ink238.xml"/><Relationship Id="rId71" Type="http://schemas.openxmlformats.org/officeDocument/2006/relationships/customXml" Target="../ink/ink270.xml"/><Relationship Id="rId92" Type="http://schemas.openxmlformats.org/officeDocument/2006/relationships/image" Target="../media/image269.png"/><Relationship Id="rId2" Type="http://schemas.openxmlformats.org/officeDocument/2006/relationships/image" Target="../media/image13.png"/><Relationship Id="rId29" Type="http://schemas.openxmlformats.org/officeDocument/2006/relationships/customXml" Target="../ink/ink249.xml"/><Relationship Id="rId24" Type="http://schemas.openxmlformats.org/officeDocument/2006/relationships/image" Target="../media/image235.png"/><Relationship Id="rId40" Type="http://schemas.openxmlformats.org/officeDocument/2006/relationships/image" Target="../media/image243.png"/><Relationship Id="rId45" Type="http://schemas.openxmlformats.org/officeDocument/2006/relationships/customXml" Target="../ink/ink257.xml"/><Relationship Id="rId66" Type="http://schemas.openxmlformats.org/officeDocument/2006/relationships/image" Target="../media/image256.png"/><Relationship Id="rId87" Type="http://schemas.openxmlformats.org/officeDocument/2006/relationships/customXml" Target="../ink/ink278.xml"/><Relationship Id="rId110" Type="http://schemas.openxmlformats.org/officeDocument/2006/relationships/image" Target="../media/image278.png"/><Relationship Id="rId115" Type="http://schemas.openxmlformats.org/officeDocument/2006/relationships/image" Target="../media/image280.png"/><Relationship Id="rId61" Type="http://schemas.openxmlformats.org/officeDocument/2006/relationships/customXml" Target="../ink/ink265.xml"/><Relationship Id="rId82" Type="http://schemas.openxmlformats.org/officeDocument/2006/relationships/image" Target="../media/image264.png"/><Relationship Id="rId19" Type="http://schemas.openxmlformats.org/officeDocument/2006/relationships/customXml" Target="../ink/ink244.xml"/><Relationship Id="rId14" Type="http://schemas.openxmlformats.org/officeDocument/2006/relationships/image" Target="../media/image230.png"/><Relationship Id="rId30" Type="http://schemas.openxmlformats.org/officeDocument/2006/relationships/image" Target="../media/image238.png"/><Relationship Id="rId35" Type="http://schemas.openxmlformats.org/officeDocument/2006/relationships/customXml" Target="../ink/ink252.xml"/><Relationship Id="rId56" Type="http://schemas.openxmlformats.org/officeDocument/2006/relationships/image" Target="../media/image251.png"/><Relationship Id="rId77" Type="http://schemas.openxmlformats.org/officeDocument/2006/relationships/customXml" Target="../ink/ink273.xml"/><Relationship Id="rId100" Type="http://schemas.openxmlformats.org/officeDocument/2006/relationships/image" Target="../media/image273.png"/><Relationship Id="rId105" Type="http://schemas.openxmlformats.org/officeDocument/2006/relationships/customXml" Target="../ink/ink287.xml"/><Relationship Id="rId8" Type="http://schemas.openxmlformats.org/officeDocument/2006/relationships/image" Target="../media/image227.png"/><Relationship Id="rId51" Type="http://schemas.openxmlformats.org/officeDocument/2006/relationships/customXml" Target="../ink/ink260.xml"/><Relationship Id="rId72" Type="http://schemas.openxmlformats.org/officeDocument/2006/relationships/image" Target="../media/image259.png"/><Relationship Id="rId93" Type="http://schemas.openxmlformats.org/officeDocument/2006/relationships/customXml" Target="../ink/ink281.xml"/><Relationship Id="rId98" Type="http://schemas.openxmlformats.org/officeDocument/2006/relationships/image" Target="../media/image272.png"/><Relationship Id="rId3" Type="http://schemas.openxmlformats.org/officeDocument/2006/relationships/customXml" Target="../ink/ink236.xml"/><Relationship Id="rId25" Type="http://schemas.openxmlformats.org/officeDocument/2006/relationships/customXml" Target="../ink/ink247.xml"/><Relationship Id="rId46" Type="http://schemas.openxmlformats.org/officeDocument/2006/relationships/image" Target="../media/image246.png"/><Relationship Id="rId67" Type="http://schemas.openxmlformats.org/officeDocument/2006/relationships/customXml" Target="../ink/ink268.xml"/><Relationship Id="rId20" Type="http://schemas.openxmlformats.org/officeDocument/2006/relationships/image" Target="../media/image233.png"/><Relationship Id="rId41" Type="http://schemas.openxmlformats.org/officeDocument/2006/relationships/customXml" Target="../ink/ink255.xml"/><Relationship Id="rId62" Type="http://schemas.openxmlformats.org/officeDocument/2006/relationships/image" Target="../media/image254.png"/><Relationship Id="rId83" Type="http://schemas.openxmlformats.org/officeDocument/2006/relationships/customXml" Target="../ink/ink276.xml"/><Relationship Id="rId88" Type="http://schemas.openxmlformats.org/officeDocument/2006/relationships/image" Target="../media/image267.png"/><Relationship Id="rId111" Type="http://schemas.openxmlformats.org/officeDocument/2006/relationships/customXml" Target="../ink/ink29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4.png"/><Relationship Id="rId13" Type="http://schemas.openxmlformats.org/officeDocument/2006/relationships/customXml" Target="../ink/ink298.xml"/><Relationship Id="rId18" Type="http://schemas.openxmlformats.org/officeDocument/2006/relationships/image" Target="../media/image289.png"/><Relationship Id="rId3" Type="http://schemas.openxmlformats.org/officeDocument/2006/relationships/customXml" Target="../ink/ink293.xml"/><Relationship Id="rId7" Type="http://schemas.openxmlformats.org/officeDocument/2006/relationships/customXml" Target="../ink/ink295.xml"/><Relationship Id="rId12" Type="http://schemas.openxmlformats.org/officeDocument/2006/relationships/image" Target="../media/image286.png"/><Relationship Id="rId17" Type="http://schemas.openxmlformats.org/officeDocument/2006/relationships/customXml" Target="../ink/ink300.xml"/><Relationship Id="rId2" Type="http://schemas.openxmlformats.org/officeDocument/2006/relationships/image" Target="../media/image14.png"/><Relationship Id="rId16" Type="http://schemas.openxmlformats.org/officeDocument/2006/relationships/image" Target="../media/image288.png"/><Relationship Id="rId20" Type="http://schemas.openxmlformats.org/officeDocument/2006/relationships/image" Target="../media/image2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3.png"/><Relationship Id="rId11" Type="http://schemas.openxmlformats.org/officeDocument/2006/relationships/customXml" Target="../ink/ink297.xml"/><Relationship Id="rId5" Type="http://schemas.openxmlformats.org/officeDocument/2006/relationships/customXml" Target="../ink/ink294.xml"/><Relationship Id="rId15" Type="http://schemas.openxmlformats.org/officeDocument/2006/relationships/customXml" Target="../ink/ink299.xml"/><Relationship Id="rId10" Type="http://schemas.openxmlformats.org/officeDocument/2006/relationships/image" Target="../media/image285.png"/><Relationship Id="rId19" Type="http://schemas.openxmlformats.org/officeDocument/2006/relationships/customXml" Target="../ink/ink301.xml"/><Relationship Id="rId4" Type="http://schemas.openxmlformats.org/officeDocument/2006/relationships/image" Target="../media/image282.png"/><Relationship Id="rId9" Type="http://schemas.openxmlformats.org/officeDocument/2006/relationships/customXml" Target="../ink/ink296.xml"/><Relationship Id="rId14" Type="http://schemas.openxmlformats.org/officeDocument/2006/relationships/image" Target="../media/image287.png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14.xml"/><Relationship Id="rId21" Type="http://schemas.openxmlformats.org/officeDocument/2006/relationships/image" Target="../media/image300.png"/><Relationship Id="rId42" Type="http://schemas.openxmlformats.org/officeDocument/2006/relationships/customXml" Target="../ink/ink322.xml"/><Relationship Id="rId47" Type="http://schemas.openxmlformats.org/officeDocument/2006/relationships/image" Target="../media/image313.png"/><Relationship Id="rId63" Type="http://schemas.openxmlformats.org/officeDocument/2006/relationships/image" Target="../media/image321.png"/><Relationship Id="rId68" Type="http://schemas.openxmlformats.org/officeDocument/2006/relationships/customXml" Target="../ink/ink335.xml"/><Relationship Id="rId84" Type="http://schemas.openxmlformats.org/officeDocument/2006/relationships/customXml" Target="../ink/ink343.xml"/><Relationship Id="rId89" Type="http://schemas.openxmlformats.org/officeDocument/2006/relationships/image" Target="../media/image334.png"/><Relationship Id="rId16" Type="http://schemas.openxmlformats.org/officeDocument/2006/relationships/customXml" Target="../ink/ink309.xml"/><Relationship Id="rId11" Type="http://schemas.openxmlformats.org/officeDocument/2006/relationships/image" Target="../media/image295.png"/><Relationship Id="rId32" Type="http://schemas.openxmlformats.org/officeDocument/2006/relationships/customXml" Target="../ink/ink317.xml"/><Relationship Id="rId37" Type="http://schemas.openxmlformats.org/officeDocument/2006/relationships/image" Target="../media/image308.png"/><Relationship Id="rId53" Type="http://schemas.openxmlformats.org/officeDocument/2006/relationships/image" Target="../media/image316.png"/><Relationship Id="rId58" Type="http://schemas.openxmlformats.org/officeDocument/2006/relationships/customXml" Target="../ink/ink330.xml"/><Relationship Id="rId74" Type="http://schemas.openxmlformats.org/officeDocument/2006/relationships/customXml" Target="../ink/ink338.xml"/><Relationship Id="rId79" Type="http://schemas.openxmlformats.org/officeDocument/2006/relationships/image" Target="../media/image329.png"/><Relationship Id="rId5" Type="http://schemas.openxmlformats.org/officeDocument/2006/relationships/image" Target="../media/image292.png"/><Relationship Id="rId90" Type="http://schemas.openxmlformats.org/officeDocument/2006/relationships/customXml" Target="../ink/ink346.xml"/><Relationship Id="rId95" Type="http://schemas.openxmlformats.org/officeDocument/2006/relationships/image" Target="../media/image337.png"/><Relationship Id="rId22" Type="http://schemas.openxmlformats.org/officeDocument/2006/relationships/customXml" Target="../ink/ink312.xml"/><Relationship Id="rId27" Type="http://schemas.openxmlformats.org/officeDocument/2006/relationships/image" Target="../media/image303.png"/><Relationship Id="rId43" Type="http://schemas.openxmlformats.org/officeDocument/2006/relationships/image" Target="../media/image311.png"/><Relationship Id="rId48" Type="http://schemas.openxmlformats.org/officeDocument/2006/relationships/customXml" Target="../ink/ink325.xml"/><Relationship Id="rId64" Type="http://schemas.openxmlformats.org/officeDocument/2006/relationships/customXml" Target="../ink/ink333.xml"/><Relationship Id="rId69" Type="http://schemas.openxmlformats.org/officeDocument/2006/relationships/image" Target="../media/image324.png"/><Relationship Id="rId8" Type="http://schemas.openxmlformats.org/officeDocument/2006/relationships/customXml" Target="../ink/ink305.xml"/><Relationship Id="rId51" Type="http://schemas.openxmlformats.org/officeDocument/2006/relationships/image" Target="../media/image315.png"/><Relationship Id="rId72" Type="http://schemas.openxmlformats.org/officeDocument/2006/relationships/customXml" Target="../ink/ink337.xml"/><Relationship Id="rId80" Type="http://schemas.openxmlformats.org/officeDocument/2006/relationships/customXml" Target="../ink/ink341.xml"/><Relationship Id="rId85" Type="http://schemas.openxmlformats.org/officeDocument/2006/relationships/image" Target="../media/image332.png"/><Relationship Id="rId93" Type="http://schemas.openxmlformats.org/officeDocument/2006/relationships/image" Target="../media/image336.png"/><Relationship Id="rId3" Type="http://schemas.openxmlformats.org/officeDocument/2006/relationships/image" Target="../media/image291.png"/><Relationship Id="rId12" Type="http://schemas.openxmlformats.org/officeDocument/2006/relationships/customXml" Target="../ink/ink307.xml"/><Relationship Id="rId17" Type="http://schemas.openxmlformats.org/officeDocument/2006/relationships/image" Target="../media/image298.png"/><Relationship Id="rId25" Type="http://schemas.openxmlformats.org/officeDocument/2006/relationships/image" Target="../media/image302.png"/><Relationship Id="rId33" Type="http://schemas.openxmlformats.org/officeDocument/2006/relationships/image" Target="../media/image306.png"/><Relationship Id="rId38" Type="http://schemas.openxmlformats.org/officeDocument/2006/relationships/customXml" Target="../ink/ink320.xml"/><Relationship Id="rId46" Type="http://schemas.openxmlformats.org/officeDocument/2006/relationships/customXml" Target="../ink/ink324.xml"/><Relationship Id="rId59" Type="http://schemas.openxmlformats.org/officeDocument/2006/relationships/image" Target="../media/image319.png"/><Relationship Id="rId67" Type="http://schemas.openxmlformats.org/officeDocument/2006/relationships/image" Target="../media/image323.png"/><Relationship Id="rId20" Type="http://schemas.openxmlformats.org/officeDocument/2006/relationships/customXml" Target="../ink/ink311.xml"/><Relationship Id="rId41" Type="http://schemas.openxmlformats.org/officeDocument/2006/relationships/image" Target="../media/image310.png"/><Relationship Id="rId54" Type="http://schemas.openxmlformats.org/officeDocument/2006/relationships/customXml" Target="../ink/ink328.xml"/><Relationship Id="rId62" Type="http://schemas.openxmlformats.org/officeDocument/2006/relationships/customXml" Target="../ink/ink332.xml"/><Relationship Id="rId70" Type="http://schemas.openxmlformats.org/officeDocument/2006/relationships/customXml" Target="../ink/ink336.xml"/><Relationship Id="rId75" Type="http://schemas.openxmlformats.org/officeDocument/2006/relationships/image" Target="../media/image327.png"/><Relationship Id="rId83" Type="http://schemas.openxmlformats.org/officeDocument/2006/relationships/image" Target="../media/image331.png"/><Relationship Id="rId88" Type="http://schemas.openxmlformats.org/officeDocument/2006/relationships/customXml" Target="../ink/ink345.xml"/><Relationship Id="rId91" Type="http://schemas.openxmlformats.org/officeDocument/2006/relationships/image" Target="../media/image33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04.xml"/><Relationship Id="rId15" Type="http://schemas.openxmlformats.org/officeDocument/2006/relationships/image" Target="../media/image297.png"/><Relationship Id="rId23" Type="http://schemas.openxmlformats.org/officeDocument/2006/relationships/image" Target="../media/image301.png"/><Relationship Id="rId28" Type="http://schemas.openxmlformats.org/officeDocument/2006/relationships/customXml" Target="../ink/ink315.xml"/><Relationship Id="rId36" Type="http://schemas.openxmlformats.org/officeDocument/2006/relationships/customXml" Target="../ink/ink319.xml"/><Relationship Id="rId49" Type="http://schemas.openxmlformats.org/officeDocument/2006/relationships/image" Target="../media/image314.png"/><Relationship Id="rId57" Type="http://schemas.openxmlformats.org/officeDocument/2006/relationships/image" Target="../media/image318.png"/><Relationship Id="rId10" Type="http://schemas.openxmlformats.org/officeDocument/2006/relationships/customXml" Target="../ink/ink306.xml"/><Relationship Id="rId31" Type="http://schemas.openxmlformats.org/officeDocument/2006/relationships/image" Target="../media/image305.png"/><Relationship Id="rId44" Type="http://schemas.openxmlformats.org/officeDocument/2006/relationships/customXml" Target="../ink/ink323.xml"/><Relationship Id="rId52" Type="http://schemas.openxmlformats.org/officeDocument/2006/relationships/customXml" Target="../ink/ink327.xml"/><Relationship Id="rId60" Type="http://schemas.openxmlformats.org/officeDocument/2006/relationships/customXml" Target="../ink/ink331.xml"/><Relationship Id="rId65" Type="http://schemas.openxmlformats.org/officeDocument/2006/relationships/image" Target="../media/image322.png"/><Relationship Id="rId73" Type="http://schemas.openxmlformats.org/officeDocument/2006/relationships/image" Target="../media/image326.png"/><Relationship Id="rId78" Type="http://schemas.openxmlformats.org/officeDocument/2006/relationships/customXml" Target="../ink/ink340.xml"/><Relationship Id="rId81" Type="http://schemas.openxmlformats.org/officeDocument/2006/relationships/image" Target="../media/image330.png"/><Relationship Id="rId86" Type="http://schemas.openxmlformats.org/officeDocument/2006/relationships/customXml" Target="../ink/ink344.xml"/><Relationship Id="rId94" Type="http://schemas.openxmlformats.org/officeDocument/2006/relationships/customXml" Target="../ink/ink348.xml"/><Relationship Id="rId4" Type="http://schemas.openxmlformats.org/officeDocument/2006/relationships/customXml" Target="../ink/ink303.xml"/><Relationship Id="rId9" Type="http://schemas.openxmlformats.org/officeDocument/2006/relationships/image" Target="../media/image294.png"/><Relationship Id="rId13" Type="http://schemas.openxmlformats.org/officeDocument/2006/relationships/image" Target="../media/image296.png"/><Relationship Id="rId18" Type="http://schemas.openxmlformats.org/officeDocument/2006/relationships/customXml" Target="../ink/ink310.xml"/><Relationship Id="rId39" Type="http://schemas.openxmlformats.org/officeDocument/2006/relationships/image" Target="../media/image309.png"/><Relationship Id="rId34" Type="http://schemas.openxmlformats.org/officeDocument/2006/relationships/customXml" Target="../ink/ink318.xml"/><Relationship Id="rId50" Type="http://schemas.openxmlformats.org/officeDocument/2006/relationships/customXml" Target="../ink/ink326.xml"/><Relationship Id="rId55" Type="http://schemas.openxmlformats.org/officeDocument/2006/relationships/image" Target="../media/image317.png"/><Relationship Id="rId76" Type="http://schemas.openxmlformats.org/officeDocument/2006/relationships/customXml" Target="../ink/ink339.xml"/><Relationship Id="rId7" Type="http://schemas.openxmlformats.org/officeDocument/2006/relationships/image" Target="../media/image293.png"/><Relationship Id="rId71" Type="http://schemas.openxmlformats.org/officeDocument/2006/relationships/image" Target="../media/image325.png"/><Relationship Id="rId92" Type="http://schemas.openxmlformats.org/officeDocument/2006/relationships/customXml" Target="../ink/ink347.xml"/><Relationship Id="rId2" Type="http://schemas.openxmlformats.org/officeDocument/2006/relationships/customXml" Target="../ink/ink302.xml"/><Relationship Id="rId29" Type="http://schemas.openxmlformats.org/officeDocument/2006/relationships/image" Target="../media/image304.png"/><Relationship Id="rId24" Type="http://schemas.openxmlformats.org/officeDocument/2006/relationships/customXml" Target="../ink/ink313.xml"/><Relationship Id="rId40" Type="http://schemas.openxmlformats.org/officeDocument/2006/relationships/customXml" Target="../ink/ink321.xml"/><Relationship Id="rId45" Type="http://schemas.openxmlformats.org/officeDocument/2006/relationships/image" Target="../media/image312.png"/><Relationship Id="rId66" Type="http://schemas.openxmlformats.org/officeDocument/2006/relationships/customXml" Target="../ink/ink334.xml"/><Relationship Id="rId87" Type="http://schemas.openxmlformats.org/officeDocument/2006/relationships/image" Target="../media/image333.png"/><Relationship Id="rId61" Type="http://schemas.openxmlformats.org/officeDocument/2006/relationships/image" Target="../media/image320.png"/><Relationship Id="rId82" Type="http://schemas.openxmlformats.org/officeDocument/2006/relationships/customXml" Target="../ink/ink342.xml"/><Relationship Id="rId19" Type="http://schemas.openxmlformats.org/officeDocument/2006/relationships/image" Target="../media/image299.png"/><Relationship Id="rId14" Type="http://schemas.openxmlformats.org/officeDocument/2006/relationships/customXml" Target="../ink/ink308.xml"/><Relationship Id="rId30" Type="http://schemas.openxmlformats.org/officeDocument/2006/relationships/customXml" Target="../ink/ink316.xml"/><Relationship Id="rId35" Type="http://schemas.openxmlformats.org/officeDocument/2006/relationships/image" Target="../media/image307.png"/><Relationship Id="rId56" Type="http://schemas.openxmlformats.org/officeDocument/2006/relationships/customXml" Target="../ink/ink329.xml"/><Relationship Id="rId77" Type="http://schemas.openxmlformats.org/officeDocument/2006/relationships/image" Target="../media/image32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52.xml"/><Relationship Id="rId13" Type="http://schemas.openxmlformats.org/officeDocument/2006/relationships/image" Target="../media/image154.png"/><Relationship Id="rId18" Type="http://schemas.openxmlformats.org/officeDocument/2006/relationships/customXml" Target="../ink/ink357.xml"/><Relationship Id="rId26" Type="http://schemas.openxmlformats.org/officeDocument/2006/relationships/customXml" Target="../ink/ink361.xml"/><Relationship Id="rId3" Type="http://schemas.openxmlformats.org/officeDocument/2006/relationships/image" Target="../media/image15.png"/><Relationship Id="rId21" Type="http://schemas.openxmlformats.org/officeDocument/2006/relationships/image" Target="../media/image159.png"/><Relationship Id="rId7" Type="http://schemas.openxmlformats.org/officeDocument/2006/relationships/image" Target="../media/image17.png"/><Relationship Id="rId12" Type="http://schemas.openxmlformats.org/officeDocument/2006/relationships/customXml" Target="../ink/ink354.xml"/><Relationship Id="rId17" Type="http://schemas.openxmlformats.org/officeDocument/2006/relationships/image" Target="../media/image157.png"/><Relationship Id="rId25" Type="http://schemas.openxmlformats.org/officeDocument/2006/relationships/image" Target="../media/image161.png"/><Relationship Id="rId2" Type="http://schemas.openxmlformats.org/officeDocument/2006/relationships/customXml" Target="../ink/ink349.xml"/><Relationship Id="rId16" Type="http://schemas.openxmlformats.org/officeDocument/2006/relationships/customXml" Target="../ink/ink356.xml"/><Relationship Id="rId20" Type="http://schemas.openxmlformats.org/officeDocument/2006/relationships/customXml" Target="../ink/ink358.xml"/><Relationship Id="rId29" Type="http://schemas.openxmlformats.org/officeDocument/2006/relationships/image" Target="../media/image16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51.xml"/><Relationship Id="rId11" Type="http://schemas.openxmlformats.org/officeDocument/2006/relationships/image" Target="../media/image126.png"/><Relationship Id="rId24" Type="http://schemas.openxmlformats.org/officeDocument/2006/relationships/customXml" Target="../ink/ink360.xml"/><Relationship Id="rId5" Type="http://schemas.openxmlformats.org/officeDocument/2006/relationships/image" Target="../media/image16.png"/><Relationship Id="rId15" Type="http://schemas.openxmlformats.org/officeDocument/2006/relationships/image" Target="../media/image156.png"/><Relationship Id="rId23" Type="http://schemas.openxmlformats.org/officeDocument/2006/relationships/image" Target="../media/image160.png"/><Relationship Id="rId28" Type="http://schemas.openxmlformats.org/officeDocument/2006/relationships/customXml" Target="../ink/ink362.xml"/><Relationship Id="rId10" Type="http://schemas.openxmlformats.org/officeDocument/2006/relationships/customXml" Target="../ink/ink353.xml"/><Relationship Id="rId19" Type="http://schemas.openxmlformats.org/officeDocument/2006/relationships/image" Target="../media/image158.png"/><Relationship Id="rId31" Type="http://schemas.openxmlformats.org/officeDocument/2006/relationships/image" Target="../media/image164.png"/><Relationship Id="rId4" Type="http://schemas.openxmlformats.org/officeDocument/2006/relationships/customXml" Target="../ink/ink350.xml"/><Relationship Id="rId9" Type="http://schemas.openxmlformats.org/officeDocument/2006/relationships/image" Target="../media/image18.png"/><Relationship Id="rId14" Type="http://schemas.openxmlformats.org/officeDocument/2006/relationships/customXml" Target="../ink/ink355.xml"/><Relationship Id="rId22" Type="http://schemas.openxmlformats.org/officeDocument/2006/relationships/customXml" Target="../ink/ink359.xml"/><Relationship Id="rId27" Type="http://schemas.openxmlformats.org/officeDocument/2006/relationships/image" Target="../media/image162.png"/><Relationship Id="rId30" Type="http://schemas.openxmlformats.org/officeDocument/2006/relationships/customXml" Target="../ink/ink36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67.xml"/><Relationship Id="rId13" Type="http://schemas.openxmlformats.org/officeDocument/2006/relationships/image" Target="../media/image2950.png"/><Relationship Id="rId18" Type="http://schemas.openxmlformats.org/officeDocument/2006/relationships/customXml" Target="../ink/ink372.xml"/><Relationship Id="rId3" Type="http://schemas.openxmlformats.org/officeDocument/2006/relationships/image" Target="../media/image2900.png"/><Relationship Id="rId21" Type="http://schemas.openxmlformats.org/officeDocument/2006/relationships/image" Target="../media/image356.png"/><Relationship Id="rId7" Type="http://schemas.openxmlformats.org/officeDocument/2006/relationships/image" Target="../media/image2920.png"/><Relationship Id="rId12" Type="http://schemas.openxmlformats.org/officeDocument/2006/relationships/customXml" Target="../ink/ink369.xml"/><Relationship Id="rId17" Type="http://schemas.openxmlformats.org/officeDocument/2006/relationships/image" Target="../media/image354.png"/><Relationship Id="rId2" Type="http://schemas.openxmlformats.org/officeDocument/2006/relationships/customXml" Target="../ink/ink364.xml"/><Relationship Id="rId16" Type="http://schemas.openxmlformats.org/officeDocument/2006/relationships/customXml" Target="../ink/ink371.xml"/><Relationship Id="rId20" Type="http://schemas.openxmlformats.org/officeDocument/2006/relationships/customXml" Target="../ink/ink37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66.xml"/><Relationship Id="rId11" Type="http://schemas.openxmlformats.org/officeDocument/2006/relationships/image" Target="../media/image2940.png"/><Relationship Id="rId5" Type="http://schemas.openxmlformats.org/officeDocument/2006/relationships/image" Target="../media/image2910.png"/><Relationship Id="rId15" Type="http://schemas.openxmlformats.org/officeDocument/2006/relationships/image" Target="../media/image353.png"/><Relationship Id="rId10" Type="http://schemas.openxmlformats.org/officeDocument/2006/relationships/customXml" Target="../ink/ink368.xml"/><Relationship Id="rId19" Type="http://schemas.openxmlformats.org/officeDocument/2006/relationships/image" Target="../media/image355.png"/><Relationship Id="rId4" Type="http://schemas.openxmlformats.org/officeDocument/2006/relationships/customXml" Target="../ink/ink365.xml"/><Relationship Id="rId9" Type="http://schemas.openxmlformats.org/officeDocument/2006/relationships/image" Target="../media/image2930.png"/><Relationship Id="rId14" Type="http://schemas.openxmlformats.org/officeDocument/2006/relationships/customXml" Target="../ink/ink370.xml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86.xml"/><Relationship Id="rId21" Type="http://schemas.openxmlformats.org/officeDocument/2006/relationships/image" Target="../media/image3050.png"/><Relationship Id="rId42" Type="http://schemas.openxmlformats.org/officeDocument/2006/relationships/customXml" Target="../ink/ink394.xml"/><Relationship Id="rId47" Type="http://schemas.openxmlformats.org/officeDocument/2006/relationships/image" Target="../media/image3180.png"/><Relationship Id="rId63" Type="http://schemas.openxmlformats.org/officeDocument/2006/relationships/image" Target="../media/image3260.png"/><Relationship Id="rId68" Type="http://schemas.openxmlformats.org/officeDocument/2006/relationships/customXml" Target="../ink/ink407.xml"/><Relationship Id="rId84" Type="http://schemas.openxmlformats.org/officeDocument/2006/relationships/customXml" Target="../ink/ink415.xml"/><Relationship Id="rId16" Type="http://schemas.openxmlformats.org/officeDocument/2006/relationships/customXml" Target="../ink/ink381.xml"/><Relationship Id="rId11" Type="http://schemas.openxmlformats.org/officeDocument/2006/relationships/image" Target="../media/image3000.png"/><Relationship Id="rId32" Type="http://schemas.openxmlformats.org/officeDocument/2006/relationships/customXml" Target="../ink/ink389.xml"/><Relationship Id="rId37" Type="http://schemas.openxmlformats.org/officeDocument/2006/relationships/image" Target="../media/image3130.png"/><Relationship Id="rId53" Type="http://schemas.openxmlformats.org/officeDocument/2006/relationships/image" Target="../media/image3210.png"/><Relationship Id="rId58" Type="http://schemas.openxmlformats.org/officeDocument/2006/relationships/customXml" Target="../ink/ink402.xml"/><Relationship Id="rId74" Type="http://schemas.openxmlformats.org/officeDocument/2006/relationships/customXml" Target="../ink/ink410.xml"/><Relationship Id="rId79" Type="http://schemas.openxmlformats.org/officeDocument/2006/relationships/image" Target="../media/image3340.png"/><Relationship Id="rId5" Type="http://schemas.openxmlformats.org/officeDocument/2006/relationships/image" Target="../media/image2970.png"/><Relationship Id="rId19" Type="http://schemas.openxmlformats.org/officeDocument/2006/relationships/image" Target="../media/image3040.png"/><Relationship Id="rId14" Type="http://schemas.openxmlformats.org/officeDocument/2006/relationships/customXml" Target="../ink/ink380.xml"/><Relationship Id="rId22" Type="http://schemas.openxmlformats.org/officeDocument/2006/relationships/customXml" Target="../ink/ink384.xml"/><Relationship Id="rId27" Type="http://schemas.openxmlformats.org/officeDocument/2006/relationships/image" Target="../media/image3080.png"/><Relationship Id="rId30" Type="http://schemas.openxmlformats.org/officeDocument/2006/relationships/customXml" Target="../ink/ink388.xml"/><Relationship Id="rId35" Type="http://schemas.openxmlformats.org/officeDocument/2006/relationships/image" Target="../media/image3120.png"/><Relationship Id="rId43" Type="http://schemas.openxmlformats.org/officeDocument/2006/relationships/image" Target="../media/image3160.png"/><Relationship Id="rId48" Type="http://schemas.openxmlformats.org/officeDocument/2006/relationships/customXml" Target="../ink/ink397.xml"/><Relationship Id="rId56" Type="http://schemas.openxmlformats.org/officeDocument/2006/relationships/customXml" Target="../ink/ink401.xml"/><Relationship Id="rId64" Type="http://schemas.openxmlformats.org/officeDocument/2006/relationships/customXml" Target="../ink/ink405.xml"/><Relationship Id="rId69" Type="http://schemas.openxmlformats.org/officeDocument/2006/relationships/image" Target="../media/image3290.png"/><Relationship Id="rId77" Type="http://schemas.openxmlformats.org/officeDocument/2006/relationships/image" Target="../media/image3330.png"/><Relationship Id="rId126" Type="http://schemas.openxmlformats.org/officeDocument/2006/relationships/customXml" Target="../ink/ink416.xml"/><Relationship Id="rId8" Type="http://schemas.openxmlformats.org/officeDocument/2006/relationships/customXml" Target="../ink/ink377.xml"/><Relationship Id="rId51" Type="http://schemas.openxmlformats.org/officeDocument/2006/relationships/image" Target="../media/image3200.png"/><Relationship Id="rId72" Type="http://schemas.openxmlformats.org/officeDocument/2006/relationships/customXml" Target="../ink/ink409.xml"/><Relationship Id="rId80" Type="http://schemas.openxmlformats.org/officeDocument/2006/relationships/customXml" Target="../ink/ink413.xml"/><Relationship Id="rId3" Type="http://schemas.openxmlformats.org/officeDocument/2006/relationships/image" Target="../media/image2960.png"/><Relationship Id="rId12" Type="http://schemas.openxmlformats.org/officeDocument/2006/relationships/customXml" Target="../ink/ink379.xml"/><Relationship Id="rId17" Type="http://schemas.openxmlformats.org/officeDocument/2006/relationships/image" Target="../media/image3030.png"/><Relationship Id="rId25" Type="http://schemas.openxmlformats.org/officeDocument/2006/relationships/image" Target="../media/image3070.png"/><Relationship Id="rId33" Type="http://schemas.openxmlformats.org/officeDocument/2006/relationships/image" Target="../media/image3110.png"/><Relationship Id="rId38" Type="http://schemas.openxmlformats.org/officeDocument/2006/relationships/customXml" Target="../ink/ink392.xml"/><Relationship Id="rId46" Type="http://schemas.openxmlformats.org/officeDocument/2006/relationships/customXml" Target="../ink/ink396.xml"/><Relationship Id="rId59" Type="http://schemas.openxmlformats.org/officeDocument/2006/relationships/image" Target="../media/image3240.png"/><Relationship Id="rId67" Type="http://schemas.openxmlformats.org/officeDocument/2006/relationships/image" Target="../media/image3280.png"/><Relationship Id="rId20" Type="http://schemas.openxmlformats.org/officeDocument/2006/relationships/customXml" Target="../ink/ink383.xml"/><Relationship Id="rId41" Type="http://schemas.openxmlformats.org/officeDocument/2006/relationships/image" Target="../media/image3150.png"/><Relationship Id="rId54" Type="http://schemas.openxmlformats.org/officeDocument/2006/relationships/customXml" Target="../ink/ink400.xml"/><Relationship Id="rId62" Type="http://schemas.openxmlformats.org/officeDocument/2006/relationships/customXml" Target="../ink/ink404.xml"/><Relationship Id="rId70" Type="http://schemas.openxmlformats.org/officeDocument/2006/relationships/customXml" Target="../ink/ink408.xml"/><Relationship Id="rId75" Type="http://schemas.openxmlformats.org/officeDocument/2006/relationships/image" Target="../media/image3320.png"/><Relationship Id="rId83" Type="http://schemas.openxmlformats.org/officeDocument/2006/relationships/image" Target="../media/image336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76.xml"/><Relationship Id="rId15" Type="http://schemas.openxmlformats.org/officeDocument/2006/relationships/image" Target="../media/image3020.png"/><Relationship Id="rId23" Type="http://schemas.openxmlformats.org/officeDocument/2006/relationships/image" Target="../media/image3060.png"/><Relationship Id="rId28" Type="http://schemas.openxmlformats.org/officeDocument/2006/relationships/customXml" Target="../ink/ink387.xml"/><Relationship Id="rId36" Type="http://schemas.openxmlformats.org/officeDocument/2006/relationships/customXml" Target="../ink/ink391.xml"/><Relationship Id="rId49" Type="http://schemas.openxmlformats.org/officeDocument/2006/relationships/image" Target="../media/image3190.png"/><Relationship Id="rId57" Type="http://schemas.openxmlformats.org/officeDocument/2006/relationships/image" Target="../media/image3230.png"/><Relationship Id="rId127" Type="http://schemas.openxmlformats.org/officeDocument/2006/relationships/image" Target="../media/image358.png"/><Relationship Id="rId10" Type="http://schemas.openxmlformats.org/officeDocument/2006/relationships/customXml" Target="../ink/ink378.xml"/><Relationship Id="rId31" Type="http://schemas.openxmlformats.org/officeDocument/2006/relationships/image" Target="../media/image3101.png"/><Relationship Id="rId44" Type="http://schemas.openxmlformats.org/officeDocument/2006/relationships/customXml" Target="../ink/ink395.xml"/><Relationship Id="rId52" Type="http://schemas.openxmlformats.org/officeDocument/2006/relationships/customXml" Target="../ink/ink399.xml"/><Relationship Id="rId60" Type="http://schemas.openxmlformats.org/officeDocument/2006/relationships/customXml" Target="../ink/ink403.xml"/><Relationship Id="rId65" Type="http://schemas.openxmlformats.org/officeDocument/2006/relationships/image" Target="../media/image3270.png"/><Relationship Id="rId73" Type="http://schemas.openxmlformats.org/officeDocument/2006/relationships/image" Target="../media/image3310.png"/><Relationship Id="rId78" Type="http://schemas.openxmlformats.org/officeDocument/2006/relationships/customXml" Target="../ink/ink412.xml"/><Relationship Id="rId81" Type="http://schemas.openxmlformats.org/officeDocument/2006/relationships/image" Target="../media/image3350.png"/><Relationship Id="rId4" Type="http://schemas.openxmlformats.org/officeDocument/2006/relationships/customXml" Target="../ink/ink375.xml"/><Relationship Id="rId9" Type="http://schemas.openxmlformats.org/officeDocument/2006/relationships/image" Target="../media/image2990.png"/><Relationship Id="rId13" Type="http://schemas.openxmlformats.org/officeDocument/2006/relationships/image" Target="../media/image3010.png"/><Relationship Id="rId18" Type="http://schemas.openxmlformats.org/officeDocument/2006/relationships/customXml" Target="../ink/ink382.xml"/><Relationship Id="rId39" Type="http://schemas.openxmlformats.org/officeDocument/2006/relationships/image" Target="../media/image3140.png"/><Relationship Id="rId34" Type="http://schemas.openxmlformats.org/officeDocument/2006/relationships/customXml" Target="../ink/ink390.xml"/><Relationship Id="rId50" Type="http://schemas.openxmlformats.org/officeDocument/2006/relationships/customXml" Target="../ink/ink398.xml"/><Relationship Id="rId55" Type="http://schemas.openxmlformats.org/officeDocument/2006/relationships/image" Target="../media/image3220.png"/><Relationship Id="rId76" Type="http://schemas.openxmlformats.org/officeDocument/2006/relationships/customXml" Target="../ink/ink411.xml"/><Relationship Id="rId125" Type="http://schemas.openxmlformats.org/officeDocument/2006/relationships/image" Target="../media/image357.png"/><Relationship Id="rId7" Type="http://schemas.openxmlformats.org/officeDocument/2006/relationships/image" Target="../media/image2980.png"/><Relationship Id="rId71" Type="http://schemas.openxmlformats.org/officeDocument/2006/relationships/image" Target="../media/image3300.png"/><Relationship Id="rId2" Type="http://schemas.openxmlformats.org/officeDocument/2006/relationships/customXml" Target="../ink/ink374.xml"/><Relationship Id="rId29" Type="http://schemas.openxmlformats.org/officeDocument/2006/relationships/image" Target="../media/image3090.png"/><Relationship Id="rId24" Type="http://schemas.openxmlformats.org/officeDocument/2006/relationships/customXml" Target="../ink/ink385.xml"/><Relationship Id="rId40" Type="http://schemas.openxmlformats.org/officeDocument/2006/relationships/customXml" Target="../ink/ink393.xml"/><Relationship Id="rId45" Type="http://schemas.openxmlformats.org/officeDocument/2006/relationships/image" Target="../media/image3170.png"/><Relationship Id="rId66" Type="http://schemas.openxmlformats.org/officeDocument/2006/relationships/customXml" Target="../ink/ink406.xml"/><Relationship Id="rId61" Type="http://schemas.openxmlformats.org/officeDocument/2006/relationships/image" Target="../media/image3250.png"/><Relationship Id="rId82" Type="http://schemas.openxmlformats.org/officeDocument/2006/relationships/customXml" Target="../ink/ink414.xml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16.png"/><Relationship Id="rId21" Type="http://schemas.openxmlformats.org/officeDocument/2006/relationships/image" Target="../media/image368.png"/><Relationship Id="rId42" Type="http://schemas.openxmlformats.org/officeDocument/2006/relationships/customXml" Target="../ink/ink437.xml"/><Relationship Id="rId63" Type="http://schemas.openxmlformats.org/officeDocument/2006/relationships/image" Target="../media/image389.png"/><Relationship Id="rId84" Type="http://schemas.openxmlformats.org/officeDocument/2006/relationships/customXml" Target="../ink/ink458.xml"/><Relationship Id="rId16" Type="http://schemas.openxmlformats.org/officeDocument/2006/relationships/customXml" Target="../ink/ink424.xml"/><Relationship Id="rId107" Type="http://schemas.openxmlformats.org/officeDocument/2006/relationships/image" Target="../media/image411.png"/><Relationship Id="rId11" Type="http://schemas.openxmlformats.org/officeDocument/2006/relationships/image" Target="../media/image363.png"/><Relationship Id="rId32" Type="http://schemas.openxmlformats.org/officeDocument/2006/relationships/customXml" Target="../ink/ink432.xml"/><Relationship Id="rId37" Type="http://schemas.openxmlformats.org/officeDocument/2006/relationships/image" Target="../media/image376.png"/><Relationship Id="rId53" Type="http://schemas.openxmlformats.org/officeDocument/2006/relationships/image" Target="../media/image384.png"/><Relationship Id="rId58" Type="http://schemas.openxmlformats.org/officeDocument/2006/relationships/customXml" Target="../ink/ink445.xml"/><Relationship Id="rId74" Type="http://schemas.openxmlformats.org/officeDocument/2006/relationships/customXml" Target="../ink/ink453.xml"/><Relationship Id="rId79" Type="http://schemas.openxmlformats.org/officeDocument/2006/relationships/image" Target="../media/image397.png"/><Relationship Id="rId102" Type="http://schemas.openxmlformats.org/officeDocument/2006/relationships/customXml" Target="../ink/ink467.xml"/><Relationship Id="rId123" Type="http://schemas.openxmlformats.org/officeDocument/2006/relationships/image" Target="../media/image419.png"/><Relationship Id="rId128" Type="http://schemas.openxmlformats.org/officeDocument/2006/relationships/customXml" Target="../ink/ink480.xml"/><Relationship Id="rId5" Type="http://schemas.openxmlformats.org/officeDocument/2006/relationships/image" Target="../media/image360.png"/><Relationship Id="rId90" Type="http://schemas.openxmlformats.org/officeDocument/2006/relationships/customXml" Target="../ink/ink461.xml"/><Relationship Id="rId95" Type="http://schemas.openxmlformats.org/officeDocument/2006/relationships/image" Target="../media/image405.png"/><Relationship Id="rId22" Type="http://schemas.openxmlformats.org/officeDocument/2006/relationships/customXml" Target="../ink/ink427.xml"/><Relationship Id="rId27" Type="http://schemas.openxmlformats.org/officeDocument/2006/relationships/image" Target="../media/image371.png"/><Relationship Id="rId43" Type="http://schemas.openxmlformats.org/officeDocument/2006/relationships/image" Target="../media/image379.png"/><Relationship Id="rId48" Type="http://schemas.openxmlformats.org/officeDocument/2006/relationships/customXml" Target="../ink/ink440.xml"/><Relationship Id="rId64" Type="http://schemas.openxmlformats.org/officeDocument/2006/relationships/customXml" Target="../ink/ink448.xml"/><Relationship Id="rId69" Type="http://schemas.openxmlformats.org/officeDocument/2006/relationships/image" Target="../media/image392.png"/><Relationship Id="rId113" Type="http://schemas.openxmlformats.org/officeDocument/2006/relationships/image" Target="../media/image414.png"/><Relationship Id="rId118" Type="http://schemas.openxmlformats.org/officeDocument/2006/relationships/customXml" Target="../ink/ink475.xml"/><Relationship Id="rId134" Type="http://schemas.openxmlformats.org/officeDocument/2006/relationships/customXml" Target="../ink/ink483.xml"/><Relationship Id="rId80" Type="http://schemas.openxmlformats.org/officeDocument/2006/relationships/customXml" Target="../ink/ink456.xml"/><Relationship Id="rId85" Type="http://schemas.openxmlformats.org/officeDocument/2006/relationships/image" Target="../media/image400.png"/><Relationship Id="rId12" Type="http://schemas.openxmlformats.org/officeDocument/2006/relationships/customXml" Target="../ink/ink422.xml"/><Relationship Id="rId17" Type="http://schemas.openxmlformats.org/officeDocument/2006/relationships/image" Target="../media/image366.png"/><Relationship Id="rId33" Type="http://schemas.openxmlformats.org/officeDocument/2006/relationships/image" Target="../media/image374.png"/><Relationship Id="rId38" Type="http://schemas.openxmlformats.org/officeDocument/2006/relationships/customXml" Target="../ink/ink435.xml"/><Relationship Id="rId59" Type="http://schemas.openxmlformats.org/officeDocument/2006/relationships/image" Target="../media/image387.png"/><Relationship Id="rId103" Type="http://schemas.openxmlformats.org/officeDocument/2006/relationships/image" Target="../media/image409.png"/><Relationship Id="rId108" Type="http://schemas.openxmlformats.org/officeDocument/2006/relationships/customXml" Target="../ink/ink470.xml"/><Relationship Id="rId124" Type="http://schemas.openxmlformats.org/officeDocument/2006/relationships/customXml" Target="../ink/ink478.xml"/><Relationship Id="rId129" Type="http://schemas.openxmlformats.org/officeDocument/2006/relationships/image" Target="../media/image422.png"/><Relationship Id="rId54" Type="http://schemas.openxmlformats.org/officeDocument/2006/relationships/customXml" Target="../ink/ink443.xml"/><Relationship Id="rId70" Type="http://schemas.openxmlformats.org/officeDocument/2006/relationships/customXml" Target="../ink/ink451.xml"/><Relationship Id="rId75" Type="http://schemas.openxmlformats.org/officeDocument/2006/relationships/image" Target="../media/image395.png"/><Relationship Id="rId91" Type="http://schemas.openxmlformats.org/officeDocument/2006/relationships/image" Target="../media/image403.png"/><Relationship Id="rId96" Type="http://schemas.openxmlformats.org/officeDocument/2006/relationships/customXml" Target="../ink/ink46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19.xml"/><Relationship Id="rId23" Type="http://schemas.openxmlformats.org/officeDocument/2006/relationships/image" Target="../media/image369.png"/><Relationship Id="rId28" Type="http://schemas.openxmlformats.org/officeDocument/2006/relationships/customXml" Target="../ink/ink430.xml"/><Relationship Id="rId49" Type="http://schemas.openxmlformats.org/officeDocument/2006/relationships/image" Target="../media/image382.png"/><Relationship Id="rId114" Type="http://schemas.openxmlformats.org/officeDocument/2006/relationships/customXml" Target="../ink/ink473.xml"/><Relationship Id="rId119" Type="http://schemas.openxmlformats.org/officeDocument/2006/relationships/image" Target="../media/image417.png"/><Relationship Id="rId44" Type="http://schemas.openxmlformats.org/officeDocument/2006/relationships/customXml" Target="../ink/ink438.xml"/><Relationship Id="rId60" Type="http://schemas.openxmlformats.org/officeDocument/2006/relationships/customXml" Target="../ink/ink446.xml"/><Relationship Id="rId65" Type="http://schemas.openxmlformats.org/officeDocument/2006/relationships/image" Target="../media/image390.png"/><Relationship Id="rId81" Type="http://schemas.openxmlformats.org/officeDocument/2006/relationships/image" Target="../media/image398.png"/><Relationship Id="rId86" Type="http://schemas.openxmlformats.org/officeDocument/2006/relationships/customXml" Target="../ink/ink459.xml"/><Relationship Id="rId130" Type="http://schemas.openxmlformats.org/officeDocument/2006/relationships/customXml" Target="../ink/ink481.xml"/><Relationship Id="rId135" Type="http://schemas.openxmlformats.org/officeDocument/2006/relationships/image" Target="../media/image425.png"/><Relationship Id="rId13" Type="http://schemas.openxmlformats.org/officeDocument/2006/relationships/image" Target="../media/image364.png"/><Relationship Id="rId18" Type="http://schemas.openxmlformats.org/officeDocument/2006/relationships/customXml" Target="../ink/ink425.xml"/><Relationship Id="rId39" Type="http://schemas.openxmlformats.org/officeDocument/2006/relationships/image" Target="../media/image377.png"/><Relationship Id="rId109" Type="http://schemas.openxmlformats.org/officeDocument/2006/relationships/image" Target="../media/image412.png"/><Relationship Id="rId34" Type="http://schemas.openxmlformats.org/officeDocument/2006/relationships/customXml" Target="../ink/ink433.xml"/><Relationship Id="rId50" Type="http://schemas.openxmlformats.org/officeDocument/2006/relationships/customXml" Target="../ink/ink441.xml"/><Relationship Id="rId55" Type="http://schemas.openxmlformats.org/officeDocument/2006/relationships/image" Target="../media/image385.png"/><Relationship Id="rId76" Type="http://schemas.openxmlformats.org/officeDocument/2006/relationships/customXml" Target="../ink/ink454.xml"/><Relationship Id="rId97" Type="http://schemas.openxmlformats.org/officeDocument/2006/relationships/image" Target="../media/image406.png"/><Relationship Id="rId104" Type="http://schemas.openxmlformats.org/officeDocument/2006/relationships/customXml" Target="../ink/ink468.xml"/><Relationship Id="rId120" Type="http://schemas.openxmlformats.org/officeDocument/2006/relationships/customXml" Target="../ink/ink476.xml"/><Relationship Id="rId125" Type="http://schemas.openxmlformats.org/officeDocument/2006/relationships/image" Target="../media/image420.png"/><Relationship Id="rId7" Type="http://schemas.openxmlformats.org/officeDocument/2006/relationships/image" Target="../media/image361.png"/><Relationship Id="rId71" Type="http://schemas.openxmlformats.org/officeDocument/2006/relationships/image" Target="../media/image393.png"/><Relationship Id="rId92" Type="http://schemas.openxmlformats.org/officeDocument/2006/relationships/customXml" Target="../ink/ink462.xml"/><Relationship Id="rId2" Type="http://schemas.openxmlformats.org/officeDocument/2006/relationships/customXml" Target="../ink/ink417.xml"/><Relationship Id="rId29" Type="http://schemas.openxmlformats.org/officeDocument/2006/relationships/image" Target="../media/image372.png"/><Relationship Id="rId24" Type="http://schemas.openxmlformats.org/officeDocument/2006/relationships/customXml" Target="../ink/ink428.xml"/><Relationship Id="rId40" Type="http://schemas.openxmlformats.org/officeDocument/2006/relationships/customXml" Target="../ink/ink436.xml"/><Relationship Id="rId45" Type="http://schemas.openxmlformats.org/officeDocument/2006/relationships/image" Target="../media/image380.png"/><Relationship Id="rId66" Type="http://schemas.openxmlformats.org/officeDocument/2006/relationships/customXml" Target="../ink/ink449.xml"/><Relationship Id="rId87" Type="http://schemas.openxmlformats.org/officeDocument/2006/relationships/image" Target="../media/image401.png"/><Relationship Id="rId110" Type="http://schemas.openxmlformats.org/officeDocument/2006/relationships/customXml" Target="../ink/ink471.xml"/><Relationship Id="rId115" Type="http://schemas.openxmlformats.org/officeDocument/2006/relationships/image" Target="../media/image415.png"/><Relationship Id="rId131" Type="http://schemas.openxmlformats.org/officeDocument/2006/relationships/image" Target="../media/image423.png"/><Relationship Id="rId136" Type="http://schemas.openxmlformats.org/officeDocument/2006/relationships/customXml" Target="../ink/ink484.xml"/><Relationship Id="rId61" Type="http://schemas.openxmlformats.org/officeDocument/2006/relationships/image" Target="../media/image388.png"/><Relationship Id="rId82" Type="http://schemas.openxmlformats.org/officeDocument/2006/relationships/customXml" Target="../ink/ink457.xml"/><Relationship Id="rId19" Type="http://schemas.openxmlformats.org/officeDocument/2006/relationships/image" Target="../media/image367.png"/><Relationship Id="rId14" Type="http://schemas.openxmlformats.org/officeDocument/2006/relationships/customXml" Target="../ink/ink423.xml"/><Relationship Id="rId30" Type="http://schemas.openxmlformats.org/officeDocument/2006/relationships/customXml" Target="../ink/ink431.xml"/><Relationship Id="rId35" Type="http://schemas.openxmlformats.org/officeDocument/2006/relationships/image" Target="../media/image375.png"/><Relationship Id="rId56" Type="http://schemas.openxmlformats.org/officeDocument/2006/relationships/customXml" Target="../ink/ink444.xml"/><Relationship Id="rId77" Type="http://schemas.openxmlformats.org/officeDocument/2006/relationships/image" Target="../media/image396.png"/><Relationship Id="rId100" Type="http://schemas.openxmlformats.org/officeDocument/2006/relationships/customXml" Target="../ink/ink466.xml"/><Relationship Id="rId105" Type="http://schemas.openxmlformats.org/officeDocument/2006/relationships/image" Target="../media/image410.png"/><Relationship Id="rId126" Type="http://schemas.openxmlformats.org/officeDocument/2006/relationships/customXml" Target="../ink/ink479.xml"/><Relationship Id="rId8" Type="http://schemas.openxmlformats.org/officeDocument/2006/relationships/customXml" Target="../ink/ink420.xml"/><Relationship Id="rId51" Type="http://schemas.openxmlformats.org/officeDocument/2006/relationships/image" Target="../media/image383.png"/><Relationship Id="rId72" Type="http://schemas.openxmlformats.org/officeDocument/2006/relationships/customXml" Target="../ink/ink452.xml"/><Relationship Id="rId93" Type="http://schemas.openxmlformats.org/officeDocument/2006/relationships/image" Target="../media/image404.png"/><Relationship Id="rId98" Type="http://schemas.openxmlformats.org/officeDocument/2006/relationships/customXml" Target="../ink/ink465.xml"/><Relationship Id="rId121" Type="http://schemas.openxmlformats.org/officeDocument/2006/relationships/image" Target="../media/image418.png"/><Relationship Id="rId3" Type="http://schemas.openxmlformats.org/officeDocument/2006/relationships/image" Target="../media/image359.png"/><Relationship Id="rId25" Type="http://schemas.openxmlformats.org/officeDocument/2006/relationships/image" Target="../media/image370.png"/><Relationship Id="rId46" Type="http://schemas.openxmlformats.org/officeDocument/2006/relationships/customXml" Target="../ink/ink439.xml"/><Relationship Id="rId67" Type="http://schemas.openxmlformats.org/officeDocument/2006/relationships/image" Target="../media/image391.png"/><Relationship Id="rId116" Type="http://schemas.openxmlformats.org/officeDocument/2006/relationships/customXml" Target="../ink/ink474.xml"/><Relationship Id="rId137" Type="http://schemas.openxmlformats.org/officeDocument/2006/relationships/image" Target="../media/image426.png"/><Relationship Id="rId20" Type="http://schemas.openxmlformats.org/officeDocument/2006/relationships/customXml" Target="../ink/ink426.xml"/><Relationship Id="rId41" Type="http://schemas.openxmlformats.org/officeDocument/2006/relationships/image" Target="../media/image378.png"/><Relationship Id="rId62" Type="http://schemas.openxmlformats.org/officeDocument/2006/relationships/customXml" Target="../ink/ink447.xml"/><Relationship Id="rId83" Type="http://schemas.openxmlformats.org/officeDocument/2006/relationships/image" Target="../media/image399.png"/><Relationship Id="rId88" Type="http://schemas.openxmlformats.org/officeDocument/2006/relationships/customXml" Target="../ink/ink460.xml"/><Relationship Id="rId111" Type="http://schemas.openxmlformats.org/officeDocument/2006/relationships/image" Target="../media/image413.png"/><Relationship Id="rId132" Type="http://schemas.openxmlformats.org/officeDocument/2006/relationships/customXml" Target="../ink/ink482.xml"/><Relationship Id="rId15" Type="http://schemas.openxmlformats.org/officeDocument/2006/relationships/image" Target="../media/image365.png"/><Relationship Id="rId36" Type="http://schemas.openxmlformats.org/officeDocument/2006/relationships/customXml" Target="../ink/ink434.xml"/><Relationship Id="rId57" Type="http://schemas.openxmlformats.org/officeDocument/2006/relationships/image" Target="../media/image386.png"/><Relationship Id="rId106" Type="http://schemas.openxmlformats.org/officeDocument/2006/relationships/customXml" Target="../ink/ink469.xml"/><Relationship Id="rId127" Type="http://schemas.openxmlformats.org/officeDocument/2006/relationships/image" Target="../media/image421.png"/><Relationship Id="rId10" Type="http://schemas.openxmlformats.org/officeDocument/2006/relationships/customXml" Target="../ink/ink421.xml"/><Relationship Id="rId31" Type="http://schemas.openxmlformats.org/officeDocument/2006/relationships/image" Target="../media/image373.png"/><Relationship Id="rId52" Type="http://schemas.openxmlformats.org/officeDocument/2006/relationships/customXml" Target="../ink/ink442.xml"/><Relationship Id="rId73" Type="http://schemas.openxmlformats.org/officeDocument/2006/relationships/image" Target="../media/image394.png"/><Relationship Id="rId78" Type="http://schemas.openxmlformats.org/officeDocument/2006/relationships/customXml" Target="../ink/ink455.xml"/><Relationship Id="rId94" Type="http://schemas.openxmlformats.org/officeDocument/2006/relationships/customXml" Target="../ink/ink463.xml"/><Relationship Id="rId99" Type="http://schemas.openxmlformats.org/officeDocument/2006/relationships/image" Target="../media/image407.png"/><Relationship Id="rId101" Type="http://schemas.openxmlformats.org/officeDocument/2006/relationships/image" Target="../media/image408.png"/><Relationship Id="rId122" Type="http://schemas.openxmlformats.org/officeDocument/2006/relationships/customXml" Target="../ink/ink477.xml"/><Relationship Id="rId4" Type="http://schemas.openxmlformats.org/officeDocument/2006/relationships/customXml" Target="../ink/ink418.xml"/><Relationship Id="rId9" Type="http://schemas.openxmlformats.org/officeDocument/2006/relationships/image" Target="../media/image362.png"/><Relationship Id="rId26" Type="http://schemas.openxmlformats.org/officeDocument/2006/relationships/customXml" Target="../ink/ink429.xml"/><Relationship Id="rId47" Type="http://schemas.openxmlformats.org/officeDocument/2006/relationships/image" Target="../media/image381.png"/><Relationship Id="rId68" Type="http://schemas.openxmlformats.org/officeDocument/2006/relationships/customXml" Target="../ink/ink450.xml"/><Relationship Id="rId89" Type="http://schemas.openxmlformats.org/officeDocument/2006/relationships/image" Target="../media/image402.png"/><Relationship Id="rId112" Type="http://schemas.openxmlformats.org/officeDocument/2006/relationships/customXml" Target="../ink/ink472.xml"/><Relationship Id="rId133" Type="http://schemas.openxmlformats.org/officeDocument/2006/relationships/image" Target="../media/image424.png"/></Relationships>
</file>

<file path=ppt/slides/_rels/slide2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52.png"/><Relationship Id="rId21" Type="http://schemas.openxmlformats.org/officeDocument/2006/relationships/image" Target="../media/image4040.png"/><Relationship Id="rId42" Type="http://schemas.openxmlformats.org/officeDocument/2006/relationships/customXml" Target="../ink/ink505.xml"/><Relationship Id="rId63" Type="http://schemas.openxmlformats.org/officeDocument/2006/relationships/image" Target="../media/image4250.png"/><Relationship Id="rId84" Type="http://schemas.openxmlformats.org/officeDocument/2006/relationships/customXml" Target="../ink/ink526.xml"/><Relationship Id="rId138" Type="http://schemas.openxmlformats.org/officeDocument/2006/relationships/customXml" Target="../ink/ink553.xml"/><Relationship Id="rId107" Type="http://schemas.openxmlformats.org/officeDocument/2006/relationships/image" Target="../media/image447.png"/><Relationship Id="rId11" Type="http://schemas.openxmlformats.org/officeDocument/2006/relationships/image" Target="../media/image3990.png"/><Relationship Id="rId32" Type="http://schemas.openxmlformats.org/officeDocument/2006/relationships/customXml" Target="../ink/ink500.xml"/><Relationship Id="rId53" Type="http://schemas.openxmlformats.org/officeDocument/2006/relationships/image" Target="../media/image4200.png"/><Relationship Id="rId74" Type="http://schemas.openxmlformats.org/officeDocument/2006/relationships/customXml" Target="../ink/ink521.xml"/><Relationship Id="rId128" Type="http://schemas.openxmlformats.org/officeDocument/2006/relationships/customXml" Target="../ink/ink548.xml"/><Relationship Id="rId149" Type="http://schemas.openxmlformats.org/officeDocument/2006/relationships/image" Target="../media/image468.png"/><Relationship Id="rId5" Type="http://schemas.openxmlformats.org/officeDocument/2006/relationships/image" Target="../media/image3960.png"/><Relationship Id="rId95" Type="http://schemas.openxmlformats.org/officeDocument/2006/relationships/image" Target="../media/image441.png"/><Relationship Id="rId22" Type="http://schemas.openxmlformats.org/officeDocument/2006/relationships/customXml" Target="../ink/ink495.xml"/><Relationship Id="rId27" Type="http://schemas.openxmlformats.org/officeDocument/2006/relationships/image" Target="../media/image4070.png"/><Relationship Id="rId43" Type="http://schemas.openxmlformats.org/officeDocument/2006/relationships/image" Target="../media/image4150.png"/><Relationship Id="rId48" Type="http://schemas.openxmlformats.org/officeDocument/2006/relationships/customXml" Target="../ink/ink508.xml"/><Relationship Id="rId64" Type="http://schemas.openxmlformats.org/officeDocument/2006/relationships/customXml" Target="../ink/ink516.xml"/><Relationship Id="rId69" Type="http://schemas.openxmlformats.org/officeDocument/2006/relationships/image" Target="../media/image428.png"/><Relationship Id="rId113" Type="http://schemas.openxmlformats.org/officeDocument/2006/relationships/image" Target="../media/image450.png"/><Relationship Id="rId118" Type="http://schemas.openxmlformats.org/officeDocument/2006/relationships/customXml" Target="../ink/ink543.xml"/><Relationship Id="rId134" Type="http://schemas.openxmlformats.org/officeDocument/2006/relationships/customXml" Target="../ink/ink551.xml"/><Relationship Id="rId139" Type="http://schemas.openxmlformats.org/officeDocument/2006/relationships/image" Target="../media/image463.png"/><Relationship Id="rId80" Type="http://schemas.openxmlformats.org/officeDocument/2006/relationships/customXml" Target="../ink/ink524.xml"/><Relationship Id="rId85" Type="http://schemas.openxmlformats.org/officeDocument/2006/relationships/image" Target="../media/image436.png"/><Relationship Id="rId150" Type="http://schemas.openxmlformats.org/officeDocument/2006/relationships/customXml" Target="../ink/ink559.xml"/><Relationship Id="rId12" Type="http://schemas.openxmlformats.org/officeDocument/2006/relationships/customXml" Target="../ink/ink490.xml"/><Relationship Id="rId17" Type="http://schemas.openxmlformats.org/officeDocument/2006/relationships/image" Target="../media/image4020.png"/><Relationship Id="rId33" Type="http://schemas.openxmlformats.org/officeDocument/2006/relationships/image" Target="../media/image4100.png"/><Relationship Id="rId38" Type="http://schemas.openxmlformats.org/officeDocument/2006/relationships/customXml" Target="../ink/ink503.xml"/><Relationship Id="rId59" Type="http://schemas.openxmlformats.org/officeDocument/2006/relationships/image" Target="../media/image4230.png"/><Relationship Id="rId103" Type="http://schemas.openxmlformats.org/officeDocument/2006/relationships/image" Target="../media/image445.png"/><Relationship Id="rId108" Type="http://schemas.openxmlformats.org/officeDocument/2006/relationships/customXml" Target="../ink/ink538.xml"/><Relationship Id="rId124" Type="http://schemas.openxmlformats.org/officeDocument/2006/relationships/customXml" Target="../ink/ink546.xml"/><Relationship Id="rId129" Type="http://schemas.openxmlformats.org/officeDocument/2006/relationships/image" Target="../media/image458.png"/><Relationship Id="rId54" Type="http://schemas.openxmlformats.org/officeDocument/2006/relationships/customXml" Target="../ink/ink511.xml"/><Relationship Id="rId70" Type="http://schemas.openxmlformats.org/officeDocument/2006/relationships/customXml" Target="../ink/ink519.xml"/><Relationship Id="rId75" Type="http://schemas.openxmlformats.org/officeDocument/2006/relationships/image" Target="../media/image431.png"/><Relationship Id="rId91" Type="http://schemas.openxmlformats.org/officeDocument/2006/relationships/image" Target="../media/image439.png"/><Relationship Id="rId96" Type="http://schemas.openxmlformats.org/officeDocument/2006/relationships/customXml" Target="../ink/ink532.xml"/><Relationship Id="rId140" Type="http://schemas.openxmlformats.org/officeDocument/2006/relationships/customXml" Target="../ink/ink554.xml"/><Relationship Id="rId145" Type="http://schemas.openxmlformats.org/officeDocument/2006/relationships/image" Target="../media/image46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87.xml"/><Relationship Id="rId23" Type="http://schemas.openxmlformats.org/officeDocument/2006/relationships/image" Target="../media/image4050.png"/><Relationship Id="rId28" Type="http://schemas.openxmlformats.org/officeDocument/2006/relationships/customXml" Target="../ink/ink498.xml"/><Relationship Id="rId49" Type="http://schemas.openxmlformats.org/officeDocument/2006/relationships/image" Target="../media/image4180.png"/><Relationship Id="rId114" Type="http://schemas.openxmlformats.org/officeDocument/2006/relationships/customXml" Target="../ink/ink541.xml"/><Relationship Id="rId119" Type="http://schemas.openxmlformats.org/officeDocument/2006/relationships/image" Target="../media/image453.png"/><Relationship Id="rId44" Type="http://schemas.openxmlformats.org/officeDocument/2006/relationships/customXml" Target="../ink/ink506.xml"/><Relationship Id="rId60" Type="http://schemas.openxmlformats.org/officeDocument/2006/relationships/customXml" Target="../ink/ink514.xml"/><Relationship Id="rId65" Type="http://schemas.openxmlformats.org/officeDocument/2006/relationships/image" Target="../media/image4260.png"/><Relationship Id="rId81" Type="http://schemas.openxmlformats.org/officeDocument/2006/relationships/image" Target="../media/image434.png"/><Relationship Id="rId86" Type="http://schemas.openxmlformats.org/officeDocument/2006/relationships/customXml" Target="../ink/ink527.xml"/><Relationship Id="rId130" Type="http://schemas.openxmlformats.org/officeDocument/2006/relationships/customXml" Target="../ink/ink549.xml"/><Relationship Id="rId135" Type="http://schemas.openxmlformats.org/officeDocument/2006/relationships/image" Target="../media/image461.png"/><Relationship Id="rId151" Type="http://schemas.openxmlformats.org/officeDocument/2006/relationships/image" Target="../media/image469.png"/><Relationship Id="rId13" Type="http://schemas.openxmlformats.org/officeDocument/2006/relationships/image" Target="../media/image4000.png"/><Relationship Id="rId18" Type="http://schemas.openxmlformats.org/officeDocument/2006/relationships/customXml" Target="../ink/ink493.xml"/><Relationship Id="rId39" Type="http://schemas.openxmlformats.org/officeDocument/2006/relationships/image" Target="../media/image4130.png"/><Relationship Id="rId109" Type="http://schemas.openxmlformats.org/officeDocument/2006/relationships/image" Target="../media/image448.png"/><Relationship Id="rId34" Type="http://schemas.openxmlformats.org/officeDocument/2006/relationships/customXml" Target="../ink/ink501.xml"/><Relationship Id="rId50" Type="http://schemas.openxmlformats.org/officeDocument/2006/relationships/customXml" Target="../ink/ink509.xml"/><Relationship Id="rId55" Type="http://schemas.openxmlformats.org/officeDocument/2006/relationships/image" Target="../media/image4210.png"/><Relationship Id="rId76" Type="http://schemas.openxmlformats.org/officeDocument/2006/relationships/customXml" Target="../ink/ink522.xml"/><Relationship Id="rId97" Type="http://schemas.openxmlformats.org/officeDocument/2006/relationships/image" Target="../media/image442.png"/><Relationship Id="rId104" Type="http://schemas.openxmlformats.org/officeDocument/2006/relationships/customXml" Target="../ink/ink536.xml"/><Relationship Id="rId120" Type="http://schemas.openxmlformats.org/officeDocument/2006/relationships/customXml" Target="../ink/ink544.xml"/><Relationship Id="rId125" Type="http://schemas.openxmlformats.org/officeDocument/2006/relationships/image" Target="../media/image456.png"/><Relationship Id="rId141" Type="http://schemas.openxmlformats.org/officeDocument/2006/relationships/image" Target="../media/image464.png"/><Relationship Id="rId146" Type="http://schemas.openxmlformats.org/officeDocument/2006/relationships/customXml" Target="../ink/ink557.xml"/><Relationship Id="rId7" Type="http://schemas.openxmlformats.org/officeDocument/2006/relationships/image" Target="../media/image3970.png"/><Relationship Id="rId71" Type="http://schemas.openxmlformats.org/officeDocument/2006/relationships/image" Target="../media/image429.png"/><Relationship Id="rId92" Type="http://schemas.openxmlformats.org/officeDocument/2006/relationships/customXml" Target="../ink/ink530.xml"/><Relationship Id="rId2" Type="http://schemas.openxmlformats.org/officeDocument/2006/relationships/customXml" Target="../ink/ink485.xml"/><Relationship Id="rId29" Type="http://schemas.openxmlformats.org/officeDocument/2006/relationships/image" Target="../media/image4080.png"/><Relationship Id="rId24" Type="http://schemas.openxmlformats.org/officeDocument/2006/relationships/customXml" Target="../ink/ink496.xml"/><Relationship Id="rId40" Type="http://schemas.openxmlformats.org/officeDocument/2006/relationships/customXml" Target="../ink/ink504.xml"/><Relationship Id="rId45" Type="http://schemas.openxmlformats.org/officeDocument/2006/relationships/image" Target="../media/image4160.png"/><Relationship Id="rId66" Type="http://schemas.openxmlformats.org/officeDocument/2006/relationships/customXml" Target="../ink/ink517.xml"/><Relationship Id="rId87" Type="http://schemas.openxmlformats.org/officeDocument/2006/relationships/image" Target="../media/image437.png"/><Relationship Id="rId110" Type="http://schemas.openxmlformats.org/officeDocument/2006/relationships/customXml" Target="../ink/ink539.xml"/><Relationship Id="rId115" Type="http://schemas.openxmlformats.org/officeDocument/2006/relationships/image" Target="../media/image451.png"/><Relationship Id="rId131" Type="http://schemas.openxmlformats.org/officeDocument/2006/relationships/image" Target="../media/image459.png"/><Relationship Id="rId136" Type="http://schemas.openxmlformats.org/officeDocument/2006/relationships/customXml" Target="../ink/ink552.xml"/><Relationship Id="rId61" Type="http://schemas.openxmlformats.org/officeDocument/2006/relationships/image" Target="../media/image4240.png"/><Relationship Id="rId82" Type="http://schemas.openxmlformats.org/officeDocument/2006/relationships/customXml" Target="../ink/ink525.xml"/><Relationship Id="rId152" Type="http://schemas.openxmlformats.org/officeDocument/2006/relationships/customXml" Target="../ink/ink560.xml"/><Relationship Id="rId19" Type="http://schemas.openxmlformats.org/officeDocument/2006/relationships/image" Target="../media/image4030.png"/><Relationship Id="rId14" Type="http://schemas.openxmlformats.org/officeDocument/2006/relationships/customXml" Target="../ink/ink491.xml"/><Relationship Id="rId30" Type="http://schemas.openxmlformats.org/officeDocument/2006/relationships/customXml" Target="../ink/ink499.xml"/><Relationship Id="rId35" Type="http://schemas.openxmlformats.org/officeDocument/2006/relationships/image" Target="../media/image4110.png"/><Relationship Id="rId56" Type="http://schemas.openxmlformats.org/officeDocument/2006/relationships/customXml" Target="../ink/ink512.xml"/><Relationship Id="rId77" Type="http://schemas.openxmlformats.org/officeDocument/2006/relationships/image" Target="../media/image432.png"/><Relationship Id="rId100" Type="http://schemas.openxmlformats.org/officeDocument/2006/relationships/customXml" Target="../ink/ink534.xml"/><Relationship Id="rId105" Type="http://schemas.openxmlformats.org/officeDocument/2006/relationships/image" Target="../media/image446.png"/><Relationship Id="rId126" Type="http://schemas.openxmlformats.org/officeDocument/2006/relationships/customXml" Target="../ink/ink547.xml"/><Relationship Id="rId147" Type="http://schemas.openxmlformats.org/officeDocument/2006/relationships/image" Target="../media/image467.png"/><Relationship Id="rId8" Type="http://schemas.openxmlformats.org/officeDocument/2006/relationships/customXml" Target="../ink/ink488.xml"/><Relationship Id="rId51" Type="http://schemas.openxmlformats.org/officeDocument/2006/relationships/image" Target="../media/image4190.png"/><Relationship Id="rId72" Type="http://schemas.openxmlformats.org/officeDocument/2006/relationships/customXml" Target="../ink/ink520.xml"/><Relationship Id="rId93" Type="http://schemas.openxmlformats.org/officeDocument/2006/relationships/image" Target="../media/image440.png"/><Relationship Id="rId98" Type="http://schemas.openxmlformats.org/officeDocument/2006/relationships/customXml" Target="../ink/ink533.xml"/><Relationship Id="rId121" Type="http://schemas.openxmlformats.org/officeDocument/2006/relationships/image" Target="../media/image454.png"/><Relationship Id="rId142" Type="http://schemas.openxmlformats.org/officeDocument/2006/relationships/customXml" Target="../ink/ink555.xml"/><Relationship Id="rId3" Type="http://schemas.openxmlformats.org/officeDocument/2006/relationships/image" Target="../media/image3950.png"/><Relationship Id="rId25" Type="http://schemas.openxmlformats.org/officeDocument/2006/relationships/image" Target="../media/image4060.png"/><Relationship Id="rId46" Type="http://schemas.openxmlformats.org/officeDocument/2006/relationships/customXml" Target="../ink/ink507.xml"/><Relationship Id="rId67" Type="http://schemas.openxmlformats.org/officeDocument/2006/relationships/image" Target="../media/image427.png"/><Relationship Id="rId116" Type="http://schemas.openxmlformats.org/officeDocument/2006/relationships/customXml" Target="../ink/ink542.xml"/><Relationship Id="rId137" Type="http://schemas.openxmlformats.org/officeDocument/2006/relationships/image" Target="../media/image462.png"/><Relationship Id="rId20" Type="http://schemas.openxmlformats.org/officeDocument/2006/relationships/customXml" Target="../ink/ink494.xml"/><Relationship Id="rId41" Type="http://schemas.openxmlformats.org/officeDocument/2006/relationships/image" Target="../media/image4140.png"/><Relationship Id="rId62" Type="http://schemas.openxmlformats.org/officeDocument/2006/relationships/customXml" Target="../ink/ink515.xml"/><Relationship Id="rId83" Type="http://schemas.openxmlformats.org/officeDocument/2006/relationships/image" Target="../media/image435.png"/><Relationship Id="rId88" Type="http://schemas.openxmlformats.org/officeDocument/2006/relationships/customXml" Target="../ink/ink528.xml"/><Relationship Id="rId111" Type="http://schemas.openxmlformats.org/officeDocument/2006/relationships/image" Target="../media/image449.png"/><Relationship Id="rId132" Type="http://schemas.openxmlformats.org/officeDocument/2006/relationships/customXml" Target="../ink/ink550.xml"/><Relationship Id="rId153" Type="http://schemas.openxmlformats.org/officeDocument/2006/relationships/image" Target="../media/image470.png"/><Relationship Id="rId15" Type="http://schemas.openxmlformats.org/officeDocument/2006/relationships/image" Target="../media/image4010.png"/><Relationship Id="rId36" Type="http://schemas.openxmlformats.org/officeDocument/2006/relationships/customXml" Target="../ink/ink502.xml"/><Relationship Id="rId57" Type="http://schemas.openxmlformats.org/officeDocument/2006/relationships/image" Target="../media/image4220.png"/><Relationship Id="rId106" Type="http://schemas.openxmlformats.org/officeDocument/2006/relationships/customXml" Target="../ink/ink537.xml"/><Relationship Id="rId127" Type="http://schemas.openxmlformats.org/officeDocument/2006/relationships/image" Target="../media/image457.png"/><Relationship Id="rId10" Type="http://schemas.openxmlformats.org/officeDocument/2006/relationships/customXml" Target="../ink/ink489.xml"/><Relationship Id="rId31" Type="http://schemas.openxmlformats.org/officeDocument/2006/relationships/image" Target="../media/image4090.png"/><Relationship Id="rId52" Type="http://schemas.openxmlformats.org/officeDocument/2006/relationships/customXml" Target="../ink/ink510.xml"/><Relationship Id="rId73" Type="http://schemas.openxmlformats.org/officeDocument/2006/relationships/image" Target="../media/image430.png"/><Relationship Id="rId78" Type="http://schemas.openxmlformats.org/officeDocument/2006/relationships/customXml" Target="../ink/ink523.xml"/><Relationship Id="rId94" Type="http://schemas.openxmlformats.org/officeDocument/2006/relationships/customXml" Target="../ink/ink531.xml"/><Relationship Id="rId99" Type="http://schemas.openxmlformats.org/officeDocument/2006/relationships/image" Target="../media/image443.png"/><Relationship Id="rId101" Type="http://schemas.openxmlformats.org/officeDocument/2006/relationships/image" Target="../media/image444.png"/><Relationship Id="rId122" Type="http://schemas.openxmlformats.org/officeDocument/2006/relationships/customXml" Target="../ink/ink545.xml"/><Relationship Id="rId143" Type="http://schemas.openxmlformats.org/officeDocument/2006/relationships/image" Target="../media/image465.png"/><Relationship Id="rId148" Type="http://schemas.openxmlformats.org/officeDocument/2006/relationships/customXml" Target="../ink/ink558.xml"/><Relationship Id="rId4" Type="http://schemas.openxmlformats.org/officeDocument/2006/relationships/customXml" Target="../ink/ink486.xml"/><Relationship Id="rId9" Type="http://schemas.openxmlformats.org/officeDocument/2006/relationships/image" Target="../media/image3980.png"/><Relationship Id="rId26" Type="http://schemas.openxmlformats.org/officeDocument/2006/relationships/customXml" Target="../ink/ink497.xml"/><Relationship Id="rId47" Type="http://schemas.openxmlformats.org/officeDocument/2006/relationships/image" Target="../media/image4170.png"/><Relationship Id="rId68" Type="http://schemas.openxmlformats.org/officeDocument/2006/relationships/customXml" Target="../ink/ink518.xml"/><Relationship Id="rId89" Type="http://schemas.openxmlformats.org/officeDocument/2006/relationships/image" Target="../media/image438.png"/><Relationship Id="rId112" Type="http://schemas.openxmlformats.org/officeDocument/2006/relationships/customXml" Target="../ink/ink540.xml"/><Relationship Id="rId133" Type="http://schemas.openxmlformats.org/officeDocument/2006/relationships/image" Target="../media/image460.png"/><Relationship Id="rId16" Type="http://schemas.openxmlformats.org/officeDocument/2006/relationships/customXml" Target="../ink/ink492.xml"/><Relationship Id="rId37" Type="http://schemas.openxmlformats.org/officeDocument/2006/relationships/image" Target="../media/image4120.png"/><Relationship Id="rId58" Type="http://schemas.openxmlformats.org/officeDocument/2006/relationships/customXml" Target="../ink/ink513.xml"/><Relationship Id="rId79" Type="http://schemas.openxmlformats.org/officeDocument/2006/relationships/image" Target="../media/image433.png"/><Relationship Id="rId102" Type="http://schemas.openxmlformats.org/officeDocument/2006/relationships/customXml" Target="../ink/ink535.xml"/><Relationship Id="rId123" Type="http://schemas.openxmlformats.org/officeDocument/2006/relationships/image" Target="../media/image455.png"/><Relationship Id="rId144" Type="http://schemas.openxmlformats.org/officeDocument/2006/relationships/customXml" Target="../ink/ink556.xml"/><Relationship Id="rId90" Type="http://schemas.openxmlformats.org/officeDocument/2006/relationships/customXml" Target="../ink/ink52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7.png"/></Relationships>
</file>

<file path=ppt/slides/_rels/slide2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71.xml"/><Relationship Id="rId21" Type="http://schemas.openxmlformats.org/officeDocument/2006/relationships/image" Target="../media/image480.png"/><Relationship Id="rId42" Type="http://schemas.openxmlformats.org/officeDocument/2006/relationships/customXml" Target="../ink/ink579.xml"/><Relationship Id="rId47" Type="http://schemas.openxmlformats.org/officeDocument/2006/relationships/image" Target="../media/image493.png"/><Relationship Id="rId63" Type="http://schemas.openxmlformats.org/officeDocument/2006/relationships/image" Target="../media/image501.png"/><Relationship Id="rId68" Type="http://schemas.openxmlformats.org/officeDocument/2006/relationships/customXml" Target="../ink/ink592.xml"/><Relationship Id="rId2" Type="http://schemas.openxmlformats.org/officeDocument/2006/relationships/slideLayout" Target="../slideLayouts/slideLayout7.xml"/><Relationship Id="rId16" Type="http://schemas.openxmlformats.org/officeDocument/2006/relationships/customXml" Target="../ink/ink566.xml"/><Relationship Id="rId29" Type="http://schemas.openxmlformats.org/officeDocument/2006/relationships/image" Target="../media/image484.png"/><Relationship Id="rId11" Type="http://schemas.openxmlformats.org/officeDocument/2006/relationships/image" Target="../media/image475.png"/><Relationship Id="rId24" Type="http://schemas.openxmlformats.org/officeDocument/2006/relationships/customXml" Target="../ink/ink570.xml"/><Relationship Id="rId32" Type="http://schemas.openxmlformats.org/officeDocument/2006/relationships/customXml" Target="../ink/ink574.xml"/><Relationship Id="rId37" Type="http://schemas.openxmlformats.org/officeDocument/2006/relationships/image" Target="../media/image488.png"/><Relationship Id="rId40" Type="http://schemas.openxmlformats.org/officeDocument/2006/relationships/customXml" Target="../ink/ink578.xml"/><Relationship Id="rId45" Type="http://schemas.openxmlformats.org/officeDocument/2006/relationships/image" Target="../media/image492.png"/><Relationship Id="rId53" Type="http://schemas.openxmlformats.org/officeDocument/2006/relationships/image" Target="../media/image496.png"/><Relationship Id="rId58" Type="http://schemas.openxmlformats.org/officeDocument/2006/relationships/customXml" Target="../ink/ink587.xml"/><Relationship Id="rId66" Type="http://schemas.openxmlformats.org/officeDocument/2006/relationships/customXml" Target="../ink/ink591.xml"/><Relationship Id="rId5" Type="http://schemas.openxmlformats.org/officeDocument/2006/relationships/image" Target="../media/image168.png"/><Relationship Id="rId61" Type="http://schemas.openxmlformats.org/officeDocument/2006/relationships/image" Target="../media/image500.png"/><Relationship Id="rId19" Type="http://schemas.openxmlformats.org/officeDocument/2006/relationships/image" Target="../media/image479.png"/><Relationship Id="rId14" Type="http://schemas.openxmlformats.org/officeDocument/2006/relationships/customXml" Target="../ink/ink565.xml"/><Relationship Id="rId22" Type="http://schemas.openxmlformats.org/officeDocument/2006/relationships/customXml" Target="../ink/ink569.xml"/><Relationship Id="rId27" Type="http://schemas.openxmlformats.org/officeDocument/2006/relationships/image" Target="../media/image483.png"/><Relationship Id="rId30" Type="http://schemas.openxmlformats.org/officeDocument/2006/relationships/customXml" Target="../ink/ink573.xml"/><Relationship Id="rId35" Type="http://schemas.openxmlformats.org/officeDocument/2006/relationships/image" Target="../media/image487.png"/><Relationship Id="rId43" Type="http://schemas.openxmlformats.org/officeDocument/2006/relationships/image" Target="../media/image491.png"/><Relationship Id="rId48" Type="http://schemas.openxmlformats.org/officeDocument/2006/relationships/customXml" Target="../ink/ink582.xml"/><Relationship Id="rId56" Type="http://schemas.openxmlformats.org/officeDocument/2006/relationships/customXml" Target="../ink/ink586.xml"/><Relationship Id="rId64" Type="http://schemas.openxmlformats.org/officeDocument/2006/relationships/customXml" Target="../ink/ink590.xml"/><Relationship Id="rId69" Type="http://schemas.openxmlformats.org/officeDocument/2006/relationships/image" Target="../media/image504.png"/><Relationship Id="rId8" Type="http://schemas.openxmlformats.org/officeDocument/2006/relationships/customXml" Target="../ink/ink562.xml"/><Relationship Id="rId51" Type="http://schemas.openxmlformats.org/officeDocument/2006/relationships/image" Target="../media/image495.png"/><Relationship Id="rId72" Type="http://schemas.openxmlformats.org/officeDocument/2006/relationships/customXml" Target="../ink/ink594.xml"/><Relationship Id="rId3" Type="http://schemas.openxmlformats.org/officeDocument/2006/relationships/image" Target="../media/image169.png"/><Relationship Id="rId12" Type="http://schemas.openxmlformats.org/officeDocument/2006/relationships/customXml" Target="../ink/ink564.xml"/><Relationship Id="rId17" Type="http://schemas.openxmlformats.org/officeDocument/2006/relationships/image" Target="../media/image478.png"/><Relationship Id="rId25" Type="http://schemas.openxmlformats.org/officeDocument/2006/relationships/image" Target="../media/image482.png"/><Relationship Id="rId33" Type="http://schemas.openxmlformats.org/officeDocument/2006/relationships/image" Target="../media/image486.png"/><Relationship Id="rId38" Type="http://schemas.openxmlformats.org/officeDocument/2006/relationships/customXml" Target="../ink/ink577.xml"/><Relationship Id="rId46" Type="http://schemas.openxmlformats.org/officeDocument/2006/relationships/customXml" Target="../ink/ink581.xml"/><Relationship Id="rId59" Type="http://schemas.openxmlformats.org/officeDocument/2006/relationships/image" Target="../media/image499.png"/><Relationship Id="rId67" Type="http://schemas.openxmlformats.org/officeDocument/2006/relationships/image" Target="../media/image503.png"/><Relationship Id="rId20" Type="http://schemas.openxmlformats.org/officeDocument/2006/relationships/customXml" Target="../ink/ink568.xml"/><Relationship Id="rId41" Type="http://schemas.openxmlformats.org/officeDocument/2006/relationships/image" Target="../media/image490.png"/><Relationship Id="rId54" Type="http://schemas.openxmlformats.org/officeDocument/2006/relationships/customXml" Target="../ink/ink585.xml"/><Relationship Id="rId62" Type="http://schemas.openxmlformats.org/officeDocument/2006/relationships/customXml" Target="../ink/ink589.xml"/><Relationship Id="rId70" Type="http://schemas.openxmlformats.org/officeDocument/2006/relationships/customXml" Target="../ink/ink593.xml"/><Relationship Id="rId1" Type="http://schemas.openxmlformats.org/officeDocument/2006/relationships/vmlDrawing" Target="../drawings/vmlDrawing3.vml"/><Relationship Id="rId6" Type="http://schemas.openxmlformats.org/officeDocument/2006/relationships/customXml" Target="../ink/ink561.xml"/><Relationship Id="rId15" Type="http://schemas.openxmlformats.org/officeDocument/2006/relationships/image" Target="../media/image477.png"/><Relationship Id="rId23" Type="http://schemas.openxmlformats.org/officeDocument/2006/relationships/image" Target="../media/image481.png"/><Relationship Id="rId28" Type="http://schemas.openxmlformats.org/officeDocument/2006/relationships/customXml" Target="../ink/ink572.xml"/><Relationship Id="rId36" Type="http://schemas.openxmlformats.org/officeDocument/2006/relationships/customXml" Target="../ink/ink576.xml"/><Relationship Id="rId49" Type="http://schemas.openxmlformats.org/officeDocument/2006/relationships/image" Target="../media/image494.png"/><Relationship Id="rId57" Type="http://schemas.openxmlformats.org/officeDocument/2006/relationships/image" Target="../media/image498.png"/><Relationship Id="rId10" Type="http://schemas.openxmlformats.org/officeDocument/2006/relationships/customXml" Target="../ink/ink563.xml"/><Relationship Id="rId31" Type="http://schemas.openxmlformats.org/officeDocument/2006/relationships/image" Target="../media/image485.png"/><Relationship Id="rId44" Type="http://schemas.openxmlformats.org/officeDocument/2006/relationships/customXml" Target="../ink/ink580.xml"/><Relationship Id="rId52" Type="http://schemas.openxmlformats.org/officeDocument/2006/relationships/customXml" Target="../ink/ink584.xml"/><Relationship Id="rId60" Type="http://schemas.openxmlformats.org/officeDocument/2006/relationships/customXml" Target="../ink/ink588.xml"/><Relationship Id="rId65" Type="http://schemas.openxmlformats.org/officeDocument/2006/relationships/image" Target="../media/image502.png"/><Relationship Id="rId73" Type="http://schemas.openxmlformats.org/officeDocument/2006/relationships/image" Target="../media/image506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474.png"/><Relationship Id="rId13" Type="http://schemas.openxmlformats.org/officeDocument/2006/relationships/image" Target="../media/image476.png"/><Relationship Id="rId18" Type="http://schemas.openxmlformats.org/officeDocument/2006/relationships/customXml" Target="../ink/ink567.xml"/><Relationship Id="rId39" Type="http://schemas.openxmlformats.org/officeDocument/2006/relationships/image" Target="../media/image489.png"/><Relationship Id="rId34" Type="http://schemas.openxmlformats.org/officeDocument/2006/relationships/customXml" Target="../ink/ink575.xml"/><Relationship Id="rId50" Type="http://schemas.openxmlformats.org/officeDocument/2006/relationships/customXml" Target="../ink/ink583.xml"/><Relationship Id="rId55" Type="http://schemas.openxmlformats.org/officeDocument/2006/relationships/image" Target="../media/image497.png"/><Relationship Id="rId7" Type="http://schemas.openxmlformats.org/officeDocument/2006/relationships/image" Target="../media/image473.png"/><Relationship Id="rId71" Type="http://schemas.openxmlformats.org/officeDocument/2006/relationships/image" Target="../media/image50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80.png"/><Relationship Id="rId13" Type="http://schemas.openxmlformats.org/officeDocument/2006/relationships/customXml" Target="../ink/ink599.xml"/><Relationship Id="rId18" Type="http://schemas.openxmlformats.org/officeDocument/2006/relationships/image" Target="../media/image5030.png"/><Relationship Id="rId3" Type="http://schemas.openxmlformats.org/officeDocument/2006/relationships/oleObject" Target="../embeddings/oleObject4.bin"/><Relationship Id="rId21" Type="http://schemas.openxmlformats.org/officeDocument/2006/relationships/customXml" Target="../ink/ink603.xml"/><Relationship Id="rId7" Type="http://schemas.openxmlformats.org/officeDocument/2006/relationships/customXml" Target="../ink/ink596.xml"/><Relationship Id="rId12" Type="http://schemas.openxmlformats.org/officeDocument/2006/relationships/image" Target="../media/image5000.png"/><Relationship Id="rId17" Type="http://schemas.openxmlformats.org/officeDocument/2006/relationships/customXml" Target="../ink/ink601.xml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020.png"/><Relationship Id="rId20" Type="http://schemas.openxmlformats.org/officeDocument/2006/relationships/image" Target="../media/image5040.png"/><Relationship Id="rId1" Type="http://schemas.openxmlformats.org/officeDocument/2006/relationships/vmlDrawing" Target="../drawings/vmlDrawing4.vml"/><Relationship Id="rId6" Type="http://schemas.openxmlformats.org/officeDocument/2006/relationships/image" Target="../media/image4970.png"/><Relationship Id="rId11" Type="http://schemas.openxmlformats.org/officeDocument/2006/relationships/customXml" Target="../ink/ink598.xml"/><Relationship Id="rId24" Type="http://schemas.openxmlformats.org/officeDocument/2006/relationships/image" Target="../media/image5060.png"/><Relationship Id="rId5" Type="http://schemas.openxmlformats.org/officeDocument/2006/relationships/customXml" Target="../ink/ink595.xml"/><Relationship Id="rId15" Type="http://schemas.openxmlformats.org/officeDocument/2006/relationships/customXml" Target="../ink/ink600.xml"/><Relationship Id="rId10" Type="http://schemas.openxmlformats.org/officeDocument/2006/relationships/image" Target="../media/image4990.png"/><Relationship Id="rId19" Type="http://schemas.openxmlformats.org/officeDocument/2006/relationships/customXml" Target="../ink/ink602.xml"/><Relationship Id="rId4" Type="http://schemas.openxmlformats.org/officeDocument/2006/relationships/image" Target="../media/image170.png"/><Relationship Id="rId9" Type="http://schemas.openxmlformats.org/officeDocument/2006/relationships/customXml" Target="../ink/ink597.xml"/><Relationship Id="rId14" Type="http://schemas.openxmlformats.org/officeDocument/2006/relationships/image" Target="../media/image50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7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ink/ink605.xml"/><Relationship Id="rId13" Type="http://schemas.openxmlformats.org/officeDocument/2006/relationships/image" Target="../media/image590.png"/><Relationship Id="rId18" Type="http://schemas.openxmlformats.org/officeDocument/2006/relationships/customXml" Target="../ink/ink610.xml"/><Relationship Id="rId3" Type="http://schemas.openxmlformats.org/officeDocument/2006/relationships/image" Target="../media/image224.png"/><Relationship Id="rId7" Type="http://schemas.openxmlformats.org/officeDocument/2006/relationships/image" Target="../media/image587.png"/><Relationship Id="rId12" Type="http://schemas.openxmlformats.org/officeDocument/2006/relationships/customXml" Target="../ink/ink607.xml"/><Relationship Id="rId17" Type="http://schemas.openxmlformats.org/officeDocument/2006/relationships/image" Target="../media/image592.png"/><Relationship Id="rId2" Type="http://schemas.openxmlformats.org/officeDocument/2006/relationships/slideLayout" Target="../slideLayouts/slideLayout7.xml"/><Relationship Id="rId16" Type="http://schemas.openxmlformats.org/officeDocument/2006/relationships/customXml" Target="../ink/ink609.xml"/><Relationship Id="rId1" Type="http://schemas.openxmlformats.org/officeDocument/2006/relationships/vmlDrawing" Target="../drawings/vmlDrawing6.vml"/><Relationship Id="rId6" Type="http://schemas.openxmlformats.org/officeDocument/2006/relationships/customXml" Target="../ink/ink604.xml"/><Relationship Id="rId11" Type="http://schemas.openxmlformats.org/officeDocument/2006/relationships/image" Target="../media/image589.png"/><Relationship Id="rId5" Type="http://schemas.openxmlformats.org/officeDocument/2006/relationships/image" Target="../media/image220.png"/><Relationship Id="rId15" Type="http://schemas.openxmlformats.org/officeDocument/2006/relationships/image" Target="../media/image591.png"/><Relationship Id="rId10" Type="http://schemas.openxmlformats.org/officeDocument/2006/relationships/customXml" Target="../ink/ink606.xml"/><Relationship Id="rId19" Type="http://schemas.openxmlformats.org/officeDocument/2006/relationships/image" Target="../media/image593.png"/><Relationship Id="rId4" Type="http://schemas.openxmlformats.org/officeDocument/2006/relationships/oleObject" Target="../embeddings/oleObject6.bin"/><Relationship Id="rId9" Type="http://schemas.openxmlformats.org/officeDocument/2006/relationships/image" Target="../media/image588.png"/><Relationship Id="rId14" Type="http://schemas.openxmlformats.org/officeDocument/2006/relationships/customXml" Target="../ink/ink608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customXml" Target="../ink/ink614.xml"/><Relationship Id="rId13" Type="http://schemas.openxmlformats.org/officeDocument/2006/relationships/image" Target="../media/image599.png"/><Relationship Id="rId3" Type="http://schemas.openxmlformats.org/officeDocument/2006/relationships/image" Target="../media/image594.png"/><Relationship Id="rId7" Type="http://schemas.openxmlformats.org/officeDocument/2006/relationships/image" Target="../media/image596.png"/><Relationship Id="rId12" Type="http://schemas.openxmlformats.org/officeDocument/2006/relationships/customXml" Target="../ink/ink616.xml"/><Relationship Id="rId2" Type="http://schemas.openxmlformats.org/officeDocument/2006/relationships/customXml" Target="../ink/ink61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13.xml"/><Relationship Id="rId11" Type="http://schemas.openxmlformats.org/officeDocument/2006/relationships/image" Target="../media/image598.png"/><Relationship Id="rId5" Type="http://schemas.openxmlformats.org/officeDocument/2006/relationships/image" Target="../media/image595.png"/><Relationship Id="rId15" Type="http://schemas.openxmlformats.org/officeDocument/2006/relationships/image" Target="../media/image600.png"/><Relationship Id="rId10" Type="http://schemas.openxmlformats.org/officeDocument/2006/relationships/customXml" Target="../ink/ink615.xml"/><Relationship Id="rId4" Type="http://schemas.openxmlformats.org/officeDocument/2006/relationships/customXml" Target="../ink/ink612.xml"/><Relationship Id="rId9" Type="http://schemas.openxmlformats.org/officeDocument/2006/relationships/image" Target="../media/image597.png"/><Relationship Id="rId14" Type="http://schemas.openxmlformats.org/officeDocument/2006/relationships/customXml" Target="../ink/ink617.xml"/></Relationships>
</file>

<file path=ppt/slides/_rels/slide31.xml.rels><?xml version="1.0" encoding="UTF-8" standalone="yes"?>
<Relationships xmlns="http://schemas.openxmlformats.org/package/2006/relationships"><Relationship Id="rId39" Type="http://schemas.openxmlformats.org/officeDocument/2006/relationships/image" Target="../media/image618.png"/><Relationship Id="rId51" Type="http://schemas.openxmlformats.org/officeDocument/2006/relationships/image" Target="../media/image624.png"/><Relationship Id="rId3" Type="http://schemas.openxmlformats.org/officeDocument/2006/relationships/image" Target="../media/image281.png"/><Relationship Id="rId42" Type="http://schemas.openxmlformats.org/officeDocument/2006/relationships/customXml" Target="../ink/ink622.xml"/><Relationship Id="rId47" Type="http://schemas.openxmlformats.org/officeDocument/2006/relationships/image" Target="../media/image622.png"/><Relationship Id="rId50" Type="http://schemas.openxmlformats.org/officeDocument/2006/relationships/customXml" Target="../ink/ink626.xml"/><Relationship Id="rId55" Type="http://schemas.openxmlformats.org/officeDocument/2006/relationships/image" Target="../media/image626.png"/><Relationship Id="rId38" Type="http://schemas.openxmlformats.org/officeDocument/2006/relationships/customXml" Target="../ink/ink620.xml"/><Relationship Id="rId46" Type="http://schemas.openxmlformats.org/officeDocument/2006/relationships/customXml" Target="../ink/ink624.xml"/><Relationship Id="rId2" Type="http://schemas.openxmlformats.org/officeDocument/2006/relationships/slideLayout" Target="../slideLayouts/slideLayout7.xml"/><Relationship Id="rId41" Type="http://schemas.openxmlformats.org/officeDocument/2006/relationships/image" Target="../media/image619.png"/><Relationship Id="rId54" Type="http://schemas.openxmlformats.org/officeDocument/2006/relationships/customXml" Target="../ink/ink628.xml"/><Relationship Id="rId1" Type="http://schemas.openxmlformats.org/officeDocument/2006/relationships/vmlDrawing" Target="../drawings/vmlDrawing7.vml"/><Relationship Id="rId6" Type="http://schemas.openxmlformats.org/officeDocument/2006/relationships/customXml" Target="../ink/ink618.xml"/><Relationship Id="rId37" Type="http://schemas.openxmlformats.org/officeDocument/2006/relationships/image" Target="../media/image617.png"/><Relationship Id="rId40" Type="http://schemas.openxmlformats.org/officeDocument/2006/relationships/customXml" Target="../ink/ink621.xml"/><Relationship Id="rId45" Type="http://schemas.openxmlformats.org/officeDocument/2006/relationships/image" Target="../media/image621.png"/><Relationship Id="rId53" Type="http://schemas.openxmlformats.org/officeDocument/2006/relationships/image" Target="../media/image625.png"/><Relationship Id="rId5" Type="http://schemas.openxmlformats.org/officeDocument/2006/relationships/image" Target="../media/image220.png"/><Relationship Id="rId36" Type="http://schemas.openxmlformats.org/officeDocument/2006/relationships/customXml" Target="../ink/ink619.xml"/><Relationship Id="rId49" Type="http://schemas.openxmlformats.org/officeDocument/2006/relationships/image" Target="../media/image623.png"/><Relationship Id="rId57" Type="http://schemas.openxmlformats.org/officeDocument/2006/relationships/image" Target="../media/image627.png"/><Relationship Id="rId44" Type="http://schemas.openxmlformats.org/officeDocument/2006/relationships/customXml" Target="../ink/ink623.xml"/><Relationship Id="rId52" Type="http://schemas.openxmlformats.org/officeDocument/2006/relationships/customXml" Target="../ink/ink627.xml"/><Relationship Id="rId4" Type="http://schemas.openxmlformats.org/officeDocument/2006/relationships/oleObject" Target="../embeddings/oleObject7.bin"/><Relationship Id="rId35" Type="http://schemas.openxmlformats.org/officeDocument/2006/relationships/image" Target="../media/image616.png"/><Relationship Id="rId43" Type="http://schemas.openxmlformats.org/officeDocument/2006/relationships/image" Target="../media/image620.png"/><Relationship Id="rId48" Type="http://schemas.openxmlformats.org/officeDocument/2006/relationships/customXml" Target="../ink/ink625.xml"/><Relationship Id="rId56" Type="http://schemas.openxmlformats.org/officeDocument/2006/relationships/customXml" Target="../ink/ink629.xml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43.png"/><Relationship Id="rId18" Type="http://schemas.openxmlformats.org/officeDocument/2006/relationships/customXml" Target="../ink/ink638.xml"/><Relationship Id="rId26" Type="http://schemas.openxmlformats.org/officeDocument/2006/relationships/customXml" Target="../ink/ink642.xml"/><Relationship Id="rId39" Type="http://schemas.openxmlformats.org/officeDocument/2006/relationships/image" Target="../media/image508.png"/><Relationship Id="rId21" Type="http://schemas.openxmlformats.org/officeDocument/2006/relationships/image" Target="../media/image347.png"/><Relationship Id="rId34" Type="http://schemas.openxmlformats.org/officeDocument/2006/relationships/customXml" Target="../ink/ink646.xml"/><Relationship Id="rId42" Type="http://schemas.openxmlformats.org/officeDocument/2006/relationships/customXml" Target="../ink/ink650.xml"/><Relationship Id="rId47" Type="http://schemas.openxmlformats.org/officeDocument/2006/relationships/image" Target="../media/image512.png"/><Relationship Id="rId50" Type="http://schemas.openxmlformats.org/officeDocument/2006/relationships/customXml" Target="../ink/ink654.xml"/><Relationship Id="rId55" Type="http://schemas.openxmlformats.org/officeDocument/2006/relationships/image" Target="../media/image516.png"/><Relationship Id="rId7" Type="http://schemas.openxmlformats.org/officeDocument/2006/relationships/image" Target="../media/image340.png"/><Relationship Id="rId2" Type="http://schemas.openxmlformats.org/officeDocument/2006/relationships/customXml" Target="../ink/ink630.xml"/><Relationship Id="rId16" Type="http://schemas.openxmlformats.org/officeDocument/2006/relationships/customXml" Target="../ink/ink637.xml"/><Relationship Id="rId29" Type="http://schemas.openxmlformats.org/officeDocument/2006/relationships/image" Target="../media/image351.png"/><Relationship Id="rId11" Type="http://schemas.openxmlformats.org/officeDocument/2006/relationships/image" Target="../media/image342.png"/><Relationship Id="rId24" Type="http://schemas.openxmlformats.org/officeDocument/2006/relationships/customXml" Target="../ink/ink641.xml"/><Relationship Id="rId32" Type="http://schemas.openxmlformats.org/officeDocument/2006/relationships/customXml" Target="../ink/ink645.xml"/><Relationship Id="rId37" Type="http://schemas.openxmlformats.org/officeDocument/2006/relationships/image" Target="../media/image507.png"/><Relationship Id="rId40" Type="http://schemas.openxmlformats.org/officeDocument/2006/relationships/customXml" Target="../ink/ink649.xml"/><Relationship Id="rId45" Type="http://schemas.openxmlformats.org/officeDocument/2006/relationships/image" Target="../media/image511.png"/><Relationship Id="rId53" Type="http://schemas.openxmlformats.org/officeDocument/2006/relationships/image" Target="../media/image515.png"/><Relationship Id="rId58" Type="http://schemas.openxmlformats.org/officeDocument/2006/relationships/customXml" Target="../ink/ink658.xml"/><Relationship Id="rId5" Type="http://schemas.openxmlformats.org/officeDocument/2006/relationships/image" Target="../media/image339.png"/><Relationship Id="rId19" Type="http://schemas.openxmlformats.org/officeDocument/2006/relationships/image" Target="../media/image346.png"/><Relationship Id="rId4" Type="http://schemas.openxmlformats.org/officeDocument/2006/relationships/customXml" Target="../ink/ink631.xml"/><Relationship Id="rId9" Type="http://schemas.openxmlformats.org/officeDocument/2006/relationships/image" Target="../media/image341.png"/><Relationship Id="rId14" Type="http://schemas.openxmlformats.org/officeDocument/2006/relationships/customXml" Target="../ink/ink636.xml"/><Relationship Id="rId22" Type="http://schemas.openxmlformats.org/officeDocument/2006/relationships/customXml" Target="../ink/ink640.xml"/><Relationship Id="rId27" Type="http://schemas.openxmlformats.org/officeDocument/2006/relationships/image" Target="../media/image350.png"/><Relationship Id="rId30" Type="http://schemas.openxmlformats.org/officeDocument/2006/relationships/customXml" Target="../ink/ink644.xml"/><Relationship Id="rId35" Type="http://schemas.openxmlformats.org/officeDocument/2006/relationships/image" Target="../media/image472.png"/><Relationship Id="rId43" Type="http://schemas.openxmlformats.org/officeDocument/2006/relationships/image" Target="../media/image510.png"/><Relationship Id="rId48" Type="http://schemas.openxmlformats.org/officeDocument/2006/relationships/customXml" Target="../ink/ink653.xml"/><Relationship Id="rId56" Type="http://schemas.openxmlformats.org/officeDocument/2006/relationships/customXml" Target="../ink/ink657.xml"/><Relationship Id="rId8" Type="http://schemas.openxmlformats.org/officeDocument/2006/relationships/customXml" Target="../ink/ink633.xml"/><Relationship Id="rId51" Type="http://schemas.openxmlformats.org/officeDocument/2006/relationships/image" Target="../media/image514.png"/><Relationship Id="rId3" Type="http://schemas.openxmlformats.org/officeDocument/2006/relationships/image" Target="../media/image338.png"/><Relationship Id="rId12" Type="http://schemas.openxmlformats.org/officeDocument/2006/relationships/customXml" Target="../ink/ink635.xml"/><Relationship Id="rId17" Type="http://schemas.openxmlformats.org/officeDocument/2006/relationships/image" Target="../media/image345.png"/><Relationship Id="rId25" Type="http://schemas.openxmlformats.org/officeDocument/2006/relationships/image" Target="../media/image349.png"/><Relationship Id="rId33" Type="http://schemas.openxmlformats.org/officeDocument/2006/relationships/image" Target="../media/image471.png"/><Relationship Id="rId38" Type="http://schemas.openxmlformats.org/officeDocument/2006/relationships/customXml" Target="../ink/ink648.xml"/><Relationship Id="rId46" Type="http://schemas.openxmlformats.org/officeDocument/2006/relationships/customXml" Target="../ink/ink652.xml"/><Relationship Id="rId59" Type="http://schemas.openxmlformats.org/officeDocument/2006/relationships/image" Target="../media/image519.png"/><Relationship Id="rId20" Type="http://schemas.openxmlformats.org/officeDocument/2006/relationships/customXml" Target="../ink/ink639.xml"/><Relationship Id="rId41" Type="http://schemas.openxmlformats.org/officeDocument/2006/relationships/image" Target="../media/image509.png"/><Relationship Id="rId54" Type="http://schemas.openxmlformats.org/officeDocument/2006/relationships/customXml" Target="../ink/ink65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32.xml"/><Relationship Id="rId15" Type="http://schemas.openxmlformats.org/officeDocument/2006/relationships/image" Target="../media/image344.png"/><Relationship Id="rId23" Type="http://schemas.openxmlformats.org/officeDocument/2006/relationships/image" Target="../media/image348.png"/><Relationship Id="rId28" Type="http://schemas.openxmlformats.org/officeDocument/2006/relationships/customXml" Target="../ink/ink643.xml"/><Relationship Id="rId36" Type="http://schemas.openxmlformats.org/officeDocument/2006/relationships/customXml" Target="../ink/ink647.xml"/><Relationship Id="rId49" Type="http://schemas.openxmlformats.org/officeDocument/2006/relationships/image" Target="../media/image513.png"/><Relationship Id="rId57" Type="http://schemas.openxmlformats.org/officeDocument/2006/relationships/image" Target="../media/image518.png"/><Relationship Id="rId10" Type="http://schemas.openxmlformats.org/officeDocument/2006/relationships/customXml" Target="../ink/ink634.xml"/><Relationship Id="rId31" Type="http://schemas.openxmlformats.org/officeDocument/2006/relationships/image" Target="../media/image352.png"/><Relationship Id="rId44" Type="http://schemas.openxmlformats.org/officeDocument/2006/relationships/customXml" Target="../ink/ink651.xml"/><Relationship Id="rId52" Type="http://schemas.openxmlformats.org/officeDocument/2006/relationships/customXml" Target="../ink/ink655.xml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63.xml"/><Relationship Id="rId18" Type="http://schemas.openxmlformats.org/officeDocument/2006/relationships/image" Target="../media/image685.png"/><Relationship Id="rId26" Type="http://schemas.openxmlformats.org/officeDocument/2006/relationships/image" Target="../media/image689.png"/><Relationship Id="rId39" Type="http://schemas.openxmlformats.org/officeDocument/2006/relationships/customXml" Target="../ink/ink676.xml"/><Relationship Id="rId21" Type="http://schemas.openxmlformats.org/officeDocument/2006/relationships/customXml" Target="../ink/ink667.xml"/><Relationship Id="rId34" Type="http://schemas.openxmlformats.org/officeDocument/2006/relationships/image" Target="../media/image693.png"/><Relationship Id="rId42" Type="http://schemas.openxmlformats.org/officeDocument/2006/relationships/image" Target="../media/image697.png"/><Relationship Id="rId47" Type="http://schemas.openxmlformats.org/officeDocument/2006/relationships/customXml" Target="../ink/ink680.xml"/><Relationship Id="rId50" Type="http://schemas.openxmlformats.org/officeDocument/2006/relationships/image" Target="../media/image701.png"/><Relationship Id="rId7" Type="http://schemas.openxmlformats.org/officeDocument/2006/relationships/customXml" Target="../ink/ink660.xml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84.png"/><Relationship Id="rId29" Type="http://schemas.openxmlformats.org/officeDocument/2006/relationships/customXml" Target="../ink/ink671.xml"/><Relationship Id="rId11" Type="http://schemas.openxmlformats.org/officeDocument/2006/relationships/customXml" Target="../ink/ink662.xml"/><Relationship Id="rId24" Type="http://schemas.openxmlformats.org/officeDocument/2006/relationships/image" Target="../media/image688.png"/><Relationship Id="rId32" Type="http://schemas.openxmlformats.org/officeDocument/2006/relationships/image" Target="../media/image692.png"/><Relationship Id="rId37" Type="http://schemas.openxmlformats.org/officeDocument/2006/relationships/customXml" Target="../ink/ink675.xml"/><Relationship Id="rId40" Type="http://schemas.openxmlformats.org/officeDocument/2006/relationships/image" Target="../media/image696.png"/><Relationship Id="rId45" Type="http://schemas.openxmlformats.org/officeDocument/2006/relationships/customXml" Target="../ink/ink679.xml"/><Relationship Id="rId5" Type="http://schemas.openxmlformats.org/officeDocument/2006/relationships/customXml" Target="../ink/ink659.xml"/><Relationship Id="rId15" Type="http://schemas.openxmlformats.org/officeDocument/2006/relationships/customXml" Target="../ink/ink664.xml"/><Relationship Id="rId23" Type="http://schemas.openxmlformats.org/officeDocument/2006/relationships/customXml" Target="../ink/ink668.xml"/><Relationship Id="rId28" Type="http://schemas.openxmlformats.org/officeDocument/2006/relationships/image" Target="../media/image690.png"/><Relationship Id="rId36" Type="http://schemas.openxmlformats.org/officeDocument/2006/relationships/image" Target="../media/image694.png"/><Relationship Id="rId49" Type="http://schemas.openxmlformats.org/officeDocument/2006/relationships/customXml" Target="../ink/ink681.xml"/><Relationship Id="rId10" Type="http://schemas.openxmlformats.org/officeDocument/2006/relationships/image" Target="../media/image681.png"/><Relationship Id="rId19" Type="http://schemas.openxmlformats.org/officeDocument/2006/relationships/customXml" Target="../ink/ink666.xml"/><Relationship Id="rId31" Type="http://schemas.openxmlformats.org/officeDocument/2006/relationships/customXml" Target="../ink/ink672.xml"/><Relationship Id="rId44" Type="http://schemas.openxmlformats.org/officeDocument/2006/relationships/image" Target="../media/image698.png"/><Relationship Id="rId4" Type="http://schemas.openxmlformats.org/officeDocument/2006/relationships/image" Target="../media/image220.png"/><Relationship Id="rId9" Type="http://schemas.openxmlformats.org/officeDocument/2006/relationships/customXml" Target="../ink/ink661.xml"/><Relationship Id="rId14" Type="http://schemas.openxmlformats.org/officeDocument/2006/relationships/image" Target="../media/image683.png"/><Relationship Id="rId22" Type="http://schemas.openxmlformats.org/officeDocument/2006/relationships/image" Target="../media/image687.png"/><Relationship Id="rId27" Type="http://schemas.openxmlformats.org/officeDocument/2006/relationships/customXml" Target="../ink/ink670.xml"/><Relationship Id="rId30" Type="http://schemas.openxmlformats.org/officeDocument/2006/relationships/image" Target="../media/image691.png"/><Relationship Id="rId35" Type="http://schemas.openxmlformats.org/officeDocument/2006/relationships/customXml" Target="../ink/ink674.xml"/><Relationship Id="rId43" Type="http://schemas.openxmlformats.org/officeDocument/2006/relationships/customXml" Target="../ink/ink678.xml"/><Relationship Id="rId48" Type="http://schemas.openxmlformats.org/officeDocument/2006/relationships/image" Target="../media/image700.png"/><Relationship Id="rId8" Type="http://schemas.openxmlformats.org/officeDocument/2006/relationships/image" Target="../media/image680.png"/><Relationship Id="rId3" Type="http://schemas.openxmlformats.org/officeDocument/2006/relationships/oleObject" Target="../embeddings/oleObject7.bin"/><Relationship Id="rId12" Type="http://schemas.openxmlformats.org/officeDocument/2006/relationships/image" Target="../media/image682.png"/><Relationship Id="rId17" Type="http://schemas.openxmlformats.org/officeDocument/2006/relationships/customXml" Target="../ink/ink665.xml"/><Relationship Id="rId25" Type="http://schemas.openxmlformats.org/officeDocument/2006/relationships/customXml" Target="../ink/ink669.xml"/><Relationship Id="rId33" Type="http://schemas.openxmlformats.org/officeDocument/2006/relationships/customXml" Target="../ink/ink673.xml"/><Relationship Id="rId38" Type="http://schemas.openxmlformats.org/officeDocument/2006/relationships/image" Target="../media/image695.png"/><Relationship Id="rId46" Type="http://schemas.openxmlformats.org/officeDocument/2006/relationships/image" Target="../media/image699.png"/><Relationship Id="rId20" Type="http://schemas.openxmlformats.org/officeDocument/2006/relationships/image" Target="../media/image686.png"/><Relationship Id="rId41" Type="http://schemas.openxmlformats.org/officeDocument/2006/relationships/customXml" Target="../ink/ink67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679.png"/></Relationships>
</file>

<file path=ppt/slides/_rels/slide34.xml.rels><?xml version="1.0" encoding="UTF-8" standalone="yes"?>
<Relationships xmlns="http://schemas.openxmlformats.org/package/2006/relationships"><Relationship Id="rId39" Type="http://schemas.openxmlformats.org/officeDocument/2006/relationships/image" Target="../media/image618.png"/><Relationship Id="rId51" Type="http://schemas.openxmlformats.org/officeDocument/2006/relationships/image" Target="../media/image624.png"/><Relationship Id="rId3" Type="http://schemas.openxmlformats.org/officeDocument/2006/relationships/image" Target="../media/image281.png"/><Relationship Id="rId42" Type="http://schemas.openxmlformats.org/officeDocument/2006/relationships/customXml" Target="../ink/ink687.xml"/><Relationship Id="rId47" Type="http://schemas.openxmlformats.org/officeDocument/2006/relationships/image" Target="../media/image622.png"/><Relationship Id="rId50" Type="http://schemas.openxmlformats.org/officeDocument/2006/relationships/customXml" Target="../ink/ink691.xml"/><Relationship Id="rId55" Type="http://schemas.openxmlformats.org/officeDocument/2006/relationships/image" Target="../media/image626.png"/><Relationship Id="rId38" Type="http://schemas.openxmlformats.org/officeDocument/2006/relationships/customXml" Target="../ink/ink685.xml"/><Relationship Id="rId46" Type="http://schemas.openxmlformats.org/officeDocument/2006/relationships/customXml" Target="../ink/ink689.xml"/><Relationship Id="rId2" Type="http://schemas.openxmlformats.org/officeDocument/2006/relationships/slideLayout" Target="../slideLayouts/slideLayout7.xml"/><Relationship Id="rId16" Type="http://schemas.openxmlformats.org/officeDocument/2006/relationships/customXml" Target="../ink/ink683.xml"/><Relationship Id="rId41" Type="http://schemas.openxmlformats.org/officeDocument/2006/relationships/image" Target="../media/image619.png"/><Relationship Id="rId54" Type="http://schemas.openxmlformats.org/officeDocument/2006/relationships/customXml" Target="../ink/ink693.xml"/><Relationship Id="rId1" Type="http://schemas.openxmlformats.org/officeDocument/2006/relationships/vmlDrawing" Target="../drawings/vmlDrawing9.vml"/><Relationship Id="rId6" Type="http://schemas.openxmlformats.org/officeDocument/2006/relationships/customXml" Target="../ink/ink682.xml"/><Relationship Id="rId37" Type="http://schemas.openxmlformats.org/officeDocument/2006/relationships/image" Target="../media/image617.png"/><Relationship Id="rId40" Type="http://schemas.openxmlformats.org/officeDocument/2006/relationships/customXml" Target="../ink/ink686.xml"/><Relationship Id="rId45" Type="http://schemas.openxmlformats.org/officeDocument/2006/relationships/image" Target="../media/image621.png"/><Relationship Id="rId53" Type="http://schemas.openxmlformats.org/officeDocument/2006/relationships/image" Target="../media/image625.png"/><Relationship Id="rId5" Type="http://schemas.openxmlformats.org/officeDocument/2006/relationships/image" Target="../media/image220.png"/><Relationship Id="rId15" Type="http://schemas.openxmlformats.org/officeDocument/2006/relationships/image" Target="../media/image606.png"/><Relationship Id="rId36" Type="http://schemas.openxmlformats.org/officeDocument/2006/relationships/customXml" Target="../ink/ink684.xml"/><Relationship Id="rId49" Type="http://schemas.openxmlformats.org/officeDocument/2006/relationships/image" Target="../media/image623.png"/><Relationship Id="rId57" Type="http://schemas.openxmlformats.org/officeDocument/2006/relationships/image" Target="../media/image627.png"/><Relationship Id="rId44" Type="http://schemas.openxmlformats.org/officeDocument/2006/relationships/customXml" Target="../ink/ink688.xml"/><Relationship Id="rId52" Type="http://schemas.openxmlformats.org/officeDocument/2006/relationships/customXml" Target="../ink/ink692.xml"/><Relationship Id="rId4" Type="http://schemas.openxmlformats.org/officeDocument/2006/relationships/oleObject" Target="../embeddings/oleObject7.bin"/><Relationship Id="rId35" Type="http://schemas.openxmlformats.org/officeDocument/2006/relationships/image" Target="../media/image616.png"/><Relationship Id="rId43" Type="http://schemas.openxmlformats.org/officeDocument/2006/relationships/image" Target="../media/image620.png"/><Relationship Id="rId48" Type="http://schemas.openxmlformats.org/officeDocument/2006/relationships/customXml" Target="../ink/ink690.xml"/><Relationship Id="rId56" Type="http://schemas.openxmlformats.org/officeDocument/2006/relationships/customXml" Target="../ink/ink69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33" Type="http://schemas.openxmlformats.org/officeDocument/2006/relationships/image" Target="../media/image72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customXml" Target="../ink/ink695.xml"/><Relationship Id="rId5" Type="http://schemas.openxmlformats.org/officeDocument/2006/relationships/image" Target="../media/image220.png"/><Relationship Id="rId4" Type="http://schemas.openxmlformats.org/officeDocument/2006/relationships/oleObject" Target="../embeddings/oleObject8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521.png"/><Relationship Id="rId4" Type="http://schemas.openxmlformats.org/officeDocument/2006/relationships/image" Target="../media/image22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20.png"/><Relationship Id="rId5" Type="http://schemas.openxmlformats.org/officeDocument/2006/relationships/oleObject" Target="../embeddings/oleObject11.bin"/><Relationship Id="rId4" Type="http://schemas.openxmlformats.org/officeDocument/2006/relationships/image" Target="../media/image52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523.png"/><Relationship Id="rId4" Type="http://schemas.openxmlformats.org/officeDocument/2006/relationships/image" Target="../media/image220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b="1" dirty="0">
                <a:solidFill>
                  <a:srgbClr val="0000FF"/>
                </a:solidFill>
              </a:rPr>
              <a:t>Proiectare Logică</a:t>
            </a:r>
          </a:p>
          <a:p>
            <a:pPr algn="ctr"/>
            <a:r>
              <a:rPr lang="ro-RO" sz="3600" b="1" dirty="0">
                <a:solidFill>
                  <a:srgbClr val="0000FF"/>
                </a:solidFill>
              </a:rPr>
              <a:t>202</a:t>
            </a:r>
            <a:r>
              <a:rPr lang="en-US" sz="3600" b="1" dirty="0">
                <a:solidFill>
                  <a:srgbClr val="0000FF"/>
                </a:solidFill>
              </a:rPr>
              <a:t>4 </a:t>
            </a:r>
            <a:r>
              <a:rPr lang="ro-RO" sz="3600" b="1" dirty="0">
                <a:solidFill>
                  <a:srgbClr val="0000FF"/>
                </a:solidFill>
              </a:rPr>
              <a:t>-</a:t>
            </a:r>
            <a:r>
              <a:rPr lang="en-US" sz="3600" b="1" dirty="0">
                <a:solidFill>
                  <a:srgbClr val="0000FF"/>
                </a:solidFill>
              </a:rPr>
              <a:t> </a:t>
            </a:r>
            <a:r>
              <a:rPr lang="ro-RO" sz="3600" b="1" dirty="0">
                <a:solidFill>
                  <a:srgbClr val="0000FF"/>
                </a:solidFill>
              </a:rPr>
              <a:t>202</a:t>
            </a:r>
            <a:r>
              <a:rPr lang="en-US" sz="3600" b="1" dirty="0">
                <a:solidFill>
                  <a:srgbClr val="0000FF"/>
                </a:solidFill>
              </a:rPr>
              <a:t>5</a:t>
            </a:r>
            <a:endParaRPr lang="ro-RO" sz="3600" b="1" dirty="0">
              <a:solidFill>
                <a:srgbClr val="0000FF"/>
              </a:solidFill>
            </a:endParaRPr>
          </a:p>
          <a:p>
            <a:endParaRPr lang="ro-RO" sz="3600" b="1" dirty="0">
              <a:solidFill>
                <a:srgbClr val="FF0000"/>
              </a:solidFill>
            </a:endParaRP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== Curs  ==</a:t>
            </a: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anul de studii: C1</a:t>
            </a:r>
          </a:p>
          <a:p>
            <a:endParaRPr lang="ro-RO" sz="3200" b="1" dirty="0">
              <a:solidFill>
                <a:srgbClr val="FF0000"/>
              </a:solidFill>
            </a:endParaRPr>
          </a:p>
          <a:p>
            <a:r>
              <a:rPr lang="ro-RO" sz="3200" b="1" dirty="0">
                <a:solidFill>
                  <a:srgbClr val="0000FF"/>
                </a:solidFill>
              </a:rPr>
              <a:t>     Săptămâna </a:t>
            </a:r>
            <a:r>
              <a:rPr lang="en-US" sz="3200" b="1" dirty="0">
                <a:solidFill>
                  <a:srgbClr val="0000FF"/>
                </a:solidFill>
              </a:rPr>
              <a:t>4</a:t>
            </a:r>
            <a:r>
              <a:rPr lang="ro-RO" sz="3200" b="1" dirty="0">
                <a:solidFill>
                  <a:srgbClr val="0000FF"/>
                </a:solidFill>
              </a:rPr>
              <a:t>         </a:t>
            </a:r>
            <a:r>
              <a:rPr lang="en-US" sz="3200" b="1" dirty="0">
                <a:solidFill>
                  <a:srgbClr val="0000FF"/>
                </a:solidFill>
              </a:rPr>
              <a:t>24 </a:t>
            </a:r>
            <a:r>
              <a:rPr lang="en-US" sz="3200" b="1" dirty="0" err="1">
                <a:solidFill>
                  <a:srgbClr val="0000FF"/>
                </a:solidFill>
              </a:rPr>
              <a:t>Octombrie</a:t>
            </a:r>
            <a:r>
              <a:rPr lang="ro-RO" sz="3200" b="1" dirty="0">
                <a:solidFill>
                  <a:srgbClr val="0000FF"/>
                </a:solidFill>
              </a:rPr>
              <a:t> 202</a:t>
            </a:r>
            <a:r>
              <a:rPr lang="en-US" sz="3200" b="1" dirty="0">
                <a:solidFill>
                  <a:srgbClr val="0000FF"/>
                </a:solidFill>
              </a:rPr>
              <a:t>4</a:t>
            </a:r>
            <a:r>
              <a:rPr lang="ro-RO" sz="3200" b="1" dirty="0">
                <a:solidFill>
                  <a:srgbClr val="0000FF"/>
                </a:solidFill>
              </a:rPr>
              <a:t>             </a:t>
            </a:r>
            <a:r>
              <a:rPr lang="en-US" sz="3200" b="1" dirty="0">
                <a:solidFill>
                  <a:srgbClr val="0000FF"/>
                </a:solidFill>
              </a:rPr>
              <a:t>14</a:t>
            </a:r>
            <a:r>
              <a:rPr lang="ro-RO" sz="3200" b="1" dirty="0">
                <a:solidFill>
                  <a:srgbClr val="0000FF"/>
                </a:solidFill>
              </a:rPr>
              <a:t>:00 – </a:t>
            </a:r>
            <a:r>
              <a:rPr lang="en-US" sz="3200" b="1" dirty="0">
                <a:solidFill>
                  <a:srgbClr val="0000FF"/>
                </a:solidFill>
              </a:rPr>
              <a:t>16</a:t>
            </a:r>
            <a:r>
              <a:rPr lang="ro-RO" sz="3200" b="1" dirty="0">
                <a:solidFill>
                  <a:srgbClr val="0000FF"/>
                </a:solidFill>
              </a:rPr>
              <a:t>:00</a:t>
            </a: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ro-RO" sz="2800" b="1" dirty="0"/>
              <a:t>ionel.bostan@upit.ro</a:t>
            </a:r>
            <a:endParaRPr lang="en-US" sz="2800" b="1" dirty="0"/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ro-RO" sz="2800" b="1" dirty="0" err="1"/>
              <a:t>ionel.bostan@up</a:t>
            </a:r>
            <a:r>
              <a:rPr lang="en-US" sz="2800" b="1" dirty="0"/>
              <a:t>b</a:t>
            </a:r>
            <a:r>
              <a:rPr lang="ro-RO" sz="2800" b="1" dirty="0"/>
              <a:t>.ro</a:t>
            </a:r>
          </a:p>
        </p:txBody>
      </p:sp>
    </p:spTree>
    <p:extLst>
      <p:ext uri="{BB962C8B-B14F-4D97-AF65-F5344CB8AC3E}">
        <p14:creationId xmlns:p14="http://schemas.microsoft.com/office/powerpoint/2010/main" val="3362143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609660" y="228635"/>
            <a:ext cx="10698362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b="1" dirty="0">
                <a:solidFill>
                  <a:srgbClr val="0000FF"/>
                </a:solidFill>
              </a:rPr>
              <a:t>Agendă:</a:t>
            </a:r>
          </a:p>
          <a:p>
            <a:pPr marL="571500" indent="-5715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  <a:p>
            <a:pPr marL="571500" indent="-571500">
              <a:buFontTx/>
              <a:buChar char="-"/>
            </a:pPr>
            <a:r>
              <a:rPr lang="en-US" sz="2400" b="1" dirty="0" err="1">
                <a:solidFill>
                  <a:srgbClr val="0000FF"/>
                </a:solidFill>
              </a:rPr>
              <a:t>Decodificatoare</a:t>
            </a:r>
            <a:r>
              <a:rPr lang="en-US" sz="2400" b="1" dirty="0">
                <a:solidFill>
                  <a:srgbClr val="0000FF"/>
                </a:solidFill>
              </a:rPr>
              <a:t> (DCD) </a:t>
            </a:r>
            <a:endParaRPr lang="ro-RO" sz="2400" b="1" dirty="0">
              <a:solidFill>
                <a:srgbClr val="0000FF"/>
              </a:solidFill>
            </a:endParaRPr>
          </a:p>
          <a:p>
            <a:pPr marL="1943100" lvl="3" indent="-571500">
              <a:buFontTx/>
              <a:buChar char="-"/>
            </a:pPr>
            <a:r>
              <a:rPr lang="ro-RO" sz="2400" dirty="0" err="1"/>
              <a:t>Sim</a:t>
            </a:r>
            <a:r>
              <a:rPr lang="en-US" sz="2400" dirty="0" err="1"/>
              <a:t>bol</a:t>
            </a:r>
            <a:r>
              <a:rPr lang="en-US" sz="2400" dirty="0"/>
              <a:t>, table de </a:t>
            </a:r>
            <a:r>
              <a:rPr lang="en-US" sz="2400" dirty="0" err="1"/>
              <a:t>adev</a:t>
            </a:r>
            <a:r>
              <a:rPr lang="ro-RO" sz="2400" dirty="0" err="1"/>
              <a:t>ăr</a:t>
            </a:r>
            <a:r>
              <a:rPr lang="ro-RO" sz="2400" dirty="0"/>
              <a:t>, structură internă, variante constructive;</a:t>
            </a:r>
          </a:p>
          <a:p>
            <a:pPr marL="1943100" lvl="3" indent="-571500">
              <a:buFontTx/>
              <a:buChar char="-"/>
            </a:pPr>
            <a:r>
              <a:rPr lang="ro-RO" sz="2400" dirty="0"/>
              <a:t>Circuite DCD realizate în circuite integrate de uz general (comerciale);</a:t>
            </a:r>
          </a:p>
          <a:p>
            <a:pPr lvl="3"/>
            <a:endParaRPr lang="ro-RO" sz="2400" dirty="0"/>
          </a:p>
          <a:p>
            <a:pPr marL="571500" indent="-571500">
              <a:buFontTx/>
              <a:buChar char="-"/>
            </a:pPr>
            <a:r>
              <a:rPr lang="en-US" sz="2400" b="1" dirty="0">
                <a:solidFill>
                  <a:srgbClr val="0000FF"/>
                </a:solidFill>
              </a:rPr>
              <a:t>De</a:t>
            </a:r>
            <a:r>
              <a:rPr lang="ro-RO" sz="2400" b="1" dirty="0">
                <a:solidFill>
                  <a:srgbClr val="0000FF"/>
                </a:solidFill>
              </a:rPr>
              <a:t>multiplexorul </a:t>
            </a:r>
            <a:r>
              <a:rPr lang="en-US" sz="2400" b="1" dirty="0">
                <a:solidFill>
                  <a:srgbClr val="0000FF"/>
                </a:solidFill>
              </a:rPr>
              <a:t>(D</a:t>
            </a:r>
            <a:r>
              <a:rPr lang="ro-RO" sz="2400" b="1" dirty="0">
                <a:solidFill>
                  <a:srgbClr val="0000FF"/>
                </a:solidFill>
              </a:rPr>
              <a:t>MUX</a:t>
            </a:r>
            <a:r>
              <a:rPr lang="en-US" sz="2400" b="1" dirty="0">
                <a:solidFill>
                  <a:srgbClr val="0000FF"/>
                </a:solidFill>
              </a:rPr>
              <a:t>) </a:t>
            </a:r>
            <a:endParaRPr lang="ro-RO" sz="2400" b="1" dirty="0">
              <a:solidFill>
                <a:srgbClr val="0000FF"/>
              </a:solidFill>
            </a:endParaRPr>
          </a:p>
          <a:p>
            <a:pPr marL="1943100" lvl="3" indent="-571500">
              <a:buFontTx/>
              <a:buChar char="-"/>
            </a:pPr>
            <a:r>
              <a:rPr lang="ro-RO" sz="2400" dirty="0" err="1"/>
              <a:t>Sim</a:t>
            </a:r>
            <a:r>
              <a:rPr lang="en-US" sz="2400" dirty="0" err="1"/>
              <a:t>bol</a:t>
            </a:r>
            <a:r>
              <a:rPr lang="en-US" sz="2400" dirty="0"/>
              <a:t>, table de </a:t>
            </a:r>
            <a:r>
              <a:rPr lang="en-US" sz="2400" dirty="0" err="1"/>
              <a:t>adev</a:t>
            </a:r>
            <a:r>
              <a:rPr lang="ro-RO" sz="2400" dirty="0" err="1"/>
              <a:t>ăr</a:t>
            </a:r>
            <a:r>
              <a:rPr lang="ro-RO" sz="2400" dirty="0"/>
              <a:t>, structură internă, variante constructive;</a:t>
            </a:r>
          </a:p>
          <a:p>
            <a:pPr marL="1943100" lvl="3" indent="-571500">
              <a:buFontTx/>
              <a:buChar char="-"/>
            </a:pPr>
            <a:r>
              <a:rPr lang="ro-RO" sz="2400" dirty="0"/>
              <a:t>Extinderea numărului de ieșiri;</a:t>
            </a:r>
          </a:p>
          <a:p>
            <a:pPr marL="1943100" lvl="3" indent="-571500">
              <a:buFontTx/>
              <a:buChar char="-"/>
            </a:pPr>
            <a:endParaRPr lang="ro-RO" sz="2400" dirty="0"/>
          </a:p>
          <a:p>
            <a:pPr marL="571500" indent="-5715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Utilizarea DCD/DMUX în implementarea funcțiilor binare  </a:t>
            </a:r>
          </a:p>
          <a:p>
            <a:pPr marL="1943100" lvl="3" indent="-571500">
              <a:buFontTx/>
              <a:buChar char="-"/>
            </a:pPr>
            <a:r>
              <a:rPr lang="ro-RO" sz="2400" dirty="0"/>
              <a:t>Mod de lucru;</a:t>
            </a:r>
          </a:p>
          <a:p>
            <a:pPr marL="1943100" lvl="3" indent="-571500">
              <a:buFontTx/>
              <a:buChar char="-"/>
            </a:pPr>
            <a:r>
              <a:rPr lang="ro-RO" sz="2400" dirty="0"/>
              <a:t>Exemple</a:t>
            </a:r>
          </a:p>
          <a:p>
            <a:pPr marL="1943100" lvl="3" indent="-571500">
              <a:buFontTx/>
              <a:buChar char="-"/>
            </a:pPr>
            <a:endParaRPr lang="ro-RO" sz="2400" dirty="0"/>
          </a:p>
          <a:p>
            <a:pPr marL="1943100" lvl="3" indent="-571500">
              <a:buFontTx/>
              <a:buChar char="-"/>
            </a:pPr>
            <a:endParaRPr lang="ro-RO" sz="2400" dirty="0"/>
          </a:p>
          <a:p>
            <a:pPr marL="1943100" lvl="3" indent="-571500">
              <a:buFontTx/>
              <a:buChar char="-"/>
            </a:pPr>
            <a:endParaRPr lang="ro-RO" sz="2400" dirty="0"/>
          </a:p>
          <a:p>
            <a:pPr marL="1943100" lvl="3" indent="-5715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8695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5713DB16-916F-4358-996F-B7C8BB7A6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685830"/>
            <a:ext cx="11989954" cy="5426247"/>
          </a:xfrm>
          <a:prstGeom prst="rect">
            <a:avLst/>
          </a:prstGeom>
        </p:spPr>
      </p:pic>
      <p:sp>
        <p:nvSpPr>
          <p:cNvPr id="3" name="Dreptunghi 2">
            <a:extLst>
              <a:ext uri="{FF2B5EF4-FFF2-40B4-BE49-F238E27FC236}">
                <a16:creationId xmlns:a16="http://schemas.microsoft.com/office/drawing/2014/main" id="{246E518D-9683-4778-BADE-C9A9E5EA0BE2}"/>
              </a:ext>
            </a:extLst>
          </p:cNvPr>
          <p:cNvSpPr/>
          <p:nvPr/>
        </p:nvSpPr>
        <p:spPr>
          <a:xfrm>
            <a:off x="609660" y="137196"/>
            <a:ext cx="23537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0000FF"/>
                </a:solidFill>
              </a:rPr>
              <a:t>Decodificatoare</a:t>
            </a:r>
            <a:r>
              <a:rPr lang="en-US" b="1" dirty="0">
                <a:solidFill>
                  <a:srgbClr val="0000FF"/>
                </a:solidFill>
              </a:rPr>
              <a:t> (DCD) 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352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2E1C0E8F-CAFA-401F-B866-6FDEE219C07D}"/>
                  </a:ext>
                </a:extLst>
              </p14:cNvPr>
              <p14:cNvContentPartPr/>
              <p14:nvPr/>
            </p14:nvContentPartPr>
            <p14:xfrm>
              <a:off x="3752803" y="1442174"/>
              <a:ext cx="334800" cy="166680"/>
            </p14:xfrm>
          </p:contentPart>
        </mc:Choice>
        <mc:Fallback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2E1C0E8F-CAFA-401F-B866-6FDEE219C0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34784" y="1424135"/>
                <a:ext cx="370478" cy="2023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1ECB0E67-3750-4E77-B80E-7E678E476625}"/>
                  </a:ext>
                </a:extLst>
              </p14:cNvPr>
              <p14:cNvContentPartPr/>
              <p14:nvPr/>
            </p14:nvContentPartPr>
            <p14:xfrm>
              <a:off x="5923243" y="1203134"/>
              <a:ext cx="112320" cy="501120"/>
            </p14:xfrm>
          </p:contentPart>
        </mc:Choice>
        <mc:Fallback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1ECB0E67-3750-4E77-B80E-7E678E47662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05185" y="1185134"/>
                <a:ext cx="148075" cy="53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90015F28-24CD-4094-9BC4-DD42B345E125}"/>
                  </a:ext>
                </a:extLst>
              </p14:cNvPr>
              <p14:cNvContentPartPr/>
              <p14:nvPr/>
            </p14:nvContentPartPr>
            <p14:xfrm>
              <a:off x="4406203" y="865094"/>
              <a:ext cx="1369440" cy="1049760"/>
            </p14:xfrm>
          </p:contentPart>
        </mc:Choice>
        <mc:Fallback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90015F28-24CD-4094-9BC4-DD42B345E12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88198" y="847100"/>
                <a:ext cx="1405089" cy="10853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49AE97AF-B2CC-4E25-8F03-B0A7CE8733DD}"/>
                  </a:ext>
                </a:extLst>
              </p14:cNvPr>
              <p14:cNvContentPartPr/>
              <p14:nvPr/>
            </p14:nvContentPartPr>
            <p14:xfrm>
              <a:off x="8348203" y="5900054"/>
              <a:ext cx="565920" cy="498960"/>
            </p14:xfrm>
          </p:contentPart>
        </mc:Choice>
        <mc:Fallback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49AE97AF-B2CC-4E25-8F03-B0A7CE8733D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330203" y="5882041"/>
                <a:ext cx="601560" cy="5346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339E5099-D9E9-4CEC-9E1C-D65D7A1C7DDF}"/>
                  </a:ext>
                </a:extLst>
              </p14:cNvPr>
              <p14:cNvContentPartPr/>
              <p14:nvPr/>
            </p14:nvContentPartPr>
            <p14:xfrm>
              <a:off x="2164123" y="2148854"/>
              <a:ext cx="7525440" cy="3576600"/>
            </p14:xfrm>
          </p:contentPart>
        </mc:Choice>
        <mc:Fallback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339E5099-D9E9-4CEC-9E1C-D65D7A1C7DD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46124" y="2130856"/>
                <a:ext cx="7561078" cy="36122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05D9645F-1B8F-47AA-AE77-E77903E0356D}"/>
                  </a:ext>
                </a:extLst>
              </p14:cNvPr>
              <p14:cNvContentPartPr/>
              <p14:nvPr/>
            </p14:nvContentPartPr>
            <p14:xfrm>
              <a:off x="9171163" y="5984294"/>
              <a:ext cx="899280" cy="310680"/>
            </p14:xfrm>
          </p:contentPart>
        </mc:Choice>
        <mc:Fallback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05D9645F-1B8F-47AA-AE77-E77903E0356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153163" y="5966273"/>
                <a:ext cx="934920" cy="346361"/>
              </a:xfrm>
              <a:prstGeom prst="rect">
                <a:avLst/>
              </a:prstGeom>
            </p:spPr>
          </p:pic>
        </mc:Fallback>
      </mc:AlternateContent>
      <p:sp>
        <p:nvSpPr>
          <p:cNvPr id="8" name="Dreptunghi 7">
            <a:extLst>
              <a:ext uri="{FF2B5EF4-FFF2-40B4-BE49-F238E27FC236}">
                <a16:creationId xmlns:a16="http://schemas.microsoft.com/office/drawing/2014/main" id="{60B53633-BA62-43C5-B8BD-874A0120371B}"/>
              </a:ext>
            </a:extLst>
          </p:cNvPr>
          <p:cNvSpPr/>
          <p:nvPr/>
        </p:nvSpPr>
        <p:spPr>
          <a:xfrm>
            <a:off x="609660" y="137196"/>
            <a:ext cx="23537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0000FF"/>
                </a:solidFill>
              </a:rPr>
              <a:t>Decodificatoare</a:t>
            </a:r>
            <a:r>
              <a:rPr lang="en-US" b="1" dirty="0">
                <a:solidFill>
                  <a:srgbClr val="0000FF"/>
                </a:solidFill>
              </a:rPr>
              <a:t> (DCD) 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156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93502F02-6602-47ED-AC72-91B57F677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777269"/>
            <a:ext cx="11003293" cy="2883445"/>
          </a:xfrm>
          <a:prstGeom prst="rect">
            <a:avLst/>
          </a:prstGeom>
        </p:spPr>
      </p:pic>
      <p:sp>
        <p:nvSpPr>
          <p:cNvPr id="3" name="Dreptunghi 2">
            <a:extLst>
              <a:ext uri="{FF2B5EF4-FFF2-40B4-BE49-F238E27FC236}">
                <a16:creationId xmlns:a16="http://schemas.microsoft.com/office/drawing/2014/main" id="{FA7EB93F-55D4-48F9-9C24-D15DCAB2F312}"/>
              </a:ext>
            </a:extLst>
          </p:cNvPr>
          <p:cNvSpPr/>
          <p:nvPr/>
        </p:nvSpPr>
        <p:spPr>
          <a:xfrm>
            <a:off x="609660" y="137196"/>
            <a:ext cx="23537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0000FF"/>
                </a:solidFill>
              </a:rPr>
              <a:t>Decodificatoare</a:t>
            </a:r>
            <a:r>
              <a:rPr lang="en-US" b="1" dirty="0">
                <a:solidFill>
                  <a:srgbClr val="0000FF"/>
                </a:solidFill>
              </a:rPr>
              <a:t> (DCD) 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309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5CDDCACE-253A-4EF4-8574-177A10C2AF0B}"/>
                  </a:ext>
                </a:extLst>
              </p14:cNvPr>
              <p14:cNvContentPartPr/>
              <p14:nvPr/>
            </p14:nvContentPartPr>
            <p14:xfrm>
              <a:off x="5086989" y="751225"/>
              <a:ext cx="335160" cy="27216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5CDDCACE-253A-4EF4-8574-177A10C2AF0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69349" y="733585"/>
                <a:ext cx="37080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C34AE7A2-67BD-4D4A-B838-4799D64FB838}"/>
                  </a:ext>
                </a:extLst>
              </p14:cNvPr>
              <p14:cNvContentPartPr/>
              <p14:nvPr/>
            </p14:nvContentPartPr>
            <p14:xfrm>
              <a:off x="7565949" y="561865"/>
              <a:ext cx="1504800" cy="5238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C34AE7A2-67BD-4D4A-B838-4799D64FB83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47949" y="543865"/>
                <a:ext cx="1540440" cy="55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A9019D8D-16A9-431D-8C3E-DF9BE366B39F}"/>
                  </a:ext>
                </a:extLst>
              </p14:cNvPr>
              <p14:cNvContentPartPr/>
              <p14:nvPr/>
            </p14:nvContentPartPr>
            <p14:xfrm>
              <a:off x="5825709" y="639265"/>
              <a:ext cx="1511640" cy="35712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A9019D8D-16A9-431D-8C3E-DF9BE366B39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08073" y="621265"/>
                <a:ext cx="1547272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FA3927ED-9A13-430B-9A13-5628548D80C2}"/>
                  </a:ext>
                </a:extLst>
              </p14:cNvPr>
              <p14:cNvContentPartPr/>
              <p14:nvPr/>
            </p14:nvContentPartPr>
            <p14:xfrm>
              <a:off x="2530989" y="657625"/>
              <a:ext cx="2097720" cy="38304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FA3927ED-9A13-430B-9A13-5628548D80C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12989" y="639985"/>
                <a:ext cx="2133360" cy="41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2DE0B9D1-FE94-49A2-A664-749B3929796E}"/>
                  </a:ext>
                </a:extLst>
              </p14:cNvPr>
              <p14:cNvContentPartPr/>
              <p14:nvPr/>
            </p14:nvContentPartPr>
            <p14:xfrm>
              <a:off x="678069" y="667705"/>
              <a:ext cx="1411560" cy="40536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2DE0B9D1-FE94-49A2-A664-749B3929796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0429" y="649705"/>
                <a:ext cx="1447200" cy="4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DCFCEDC9-8C45-404A-8024-51015015E774}"/>
                  </a:ext>
                </a:extLst>
              </p14:cNvPr>
              <p14:cNvContentPartPr/>
              <p14:nvPr/>
            </p14:nvContentPartPr>
            <p14:xfrm>
              <a:off x="1020069" y="1674265"/>
              <a:ext cx="366480" cy="20340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DCFCEDC9-8C45-404A-8024-51015015E77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02429" y="1656625"/>
                <a:ext cx="40212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F6620946-0093-4439-9B4A-F55EB06293DB}"/>
                  </a:ext>
                </a:extLst>
              </p14:cNvPr>
              <p14:cNvContentPartPr/>
              <p14:nvPr/>
            </p14:nvContentPartPr>
            <p14:xfrm>
              <a:off x="4056669" y="1559065"/>
              <a:ext cx="381240" cy="16956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F6620946-0093-4439-9B4A-F55EB06293D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39029" y="1541425"/>
                <a:ext cx="41688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C1A4A39D-0647-4A5B-A953-FF95EFBCF732}"/>
                  </a:ext>
                </a:extLst>
              </p14:cNvPr>
              <p14:cNvContentPartPr/>
              <p14:nvPr/>
            </p14:nvContentPartPr>
            <p14:xfrm>
              <a:off x="4966029" y="1395985"/>
              <a:ext cx="226080" cy="26064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C1A4A39D-0647-4A5B-A953-FF95EFBCF73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948389" y="1377985"/>
                <a:ext cx="26172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9CE1E6EC-3CC9-4BB2-8BDB-04531D3E3063}"/>
                  </a:ext>
                </a:extLst>
              </p14:cNvPr>
              <p14:cNvContentPartPr/>
              <p14:nvPr/>
            </p14:nvContentPartPr>
            <p14:xfrm>
              <a:off x="7575669" y="1337665"/>
              <a:ext cx="172800" cy="28476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9CE1E6EC-3CC9-4BB2-8BDB-04531D3E306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558029" y="1319665"/>
                <a:ext cx="20844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E079D53D-1ED3-4BDD-84A9-AC26F8C9FDD8}"/>
                  </a:ext>
                </a:extLst>
              </p14:cNvPr>
              <p14:cNvContentPartPr/>
              <p14:nvPr/>
            </p14:nvContentPartPr>
            <p14:xfrm>
              <a:off x="7898229" y="1227865"/>
              <a:ext cx="465120" cy="33660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E079D53D-1ED3-4BDD-84A9-AC26F8C9FDD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880589" y="1210225"/>
                <a:ext cx="500760" cy="37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25B40761-EF8A-4623-843D-22C211C0EC77}"/>
                  </a:ext>
                </a:extLst>
              </p14:cNvPr>
              <p14:cNvContentPartPr/>
              <p14:nvPr/>
            </p14:nvContentPartPr>
            <p14:xfrm>
              <a:off x="9219069" y="1304185"/>
              <a:ext cx="3600" cy="2052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25B40761-EF8A-4623-843D-22C211C0EC7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201429" y="1286185"/>
                <a:ext cx="3924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5FC13A94-D49D-4C12-97E0-46FAD7EAE1D6}"/>
                  </a:ext>
                </a:extLst>
              </p14:cNvPr>
              <p14:cNvContentPartPr/>
              <p14:nvPr/>
            </p14:nvContentPartPr>
            <p14:xfrm>
              <a:off x="11843829" y="1419385"/>
              <a:ext cx="360" cy="504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5FC13A94-D49D-4C12-97E0-46FAD7EAE1D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1825829" y="1401745"/>
                <a:ext cx="360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F2F51FFE-3777-4E05-B2B5-E733E5EF155C}"/>
                  </a:ext>
                </a:extLst>
              </p14:cNvPr>
              <p14:cNvContentPartPr/>
              <p14:nvPr/>
            </p14:nvContentPartPr>
            <p14:xfrm>
              <a:off x="8652789" y="1395265"/>
              <a:ext cx="608760" cy="15948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F2F51FFE-3777-4E05-B2B5-E733E5EF155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635159" y="1377585"/>
                <a:ext cx="644379" cy="1952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1C86065A-368B-44D8-AC2A-7441639AFB02}"/>
                  </a:ext>
                </a:extLst>
              </p14:cNvPr>
              <p14:cNvContentPartPr/>
              <p14:nvPr/>
            </p14:nvContentPartPr>
            <p14:xfrm>
              <a:off x="6385149" y="1394905"/>
              <a:ext cx="746280" cy="20304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1C86065A-368B-44D8-AC2A-7441639AFB0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367509" y="1376937"/>
                <a:ext cx="781920" cy="2386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BF9E626A-23D2-4643-AE9C-11969F2BECA0}"/>
                  </a:ext>
                </a:extLst>
              </p14:cNvPr>
              <p14:cNvContentPartPr/>
              <p14:nvPr/>
            </p14:nvContentPartPr>
            <p14:xfrm>
              <a:off x="5447349" y="1271785"/>
              <a:ext cx="583200" cy="35640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BF9E626A-23D2-4643-AE9C-11969F2BECA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429709" y="1254145"/>
                <a:ext cx="61884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E2165C73-AED8-42A7-921D-B52ED81BEB4C}"/>
                  </a:ext>
                </a:extLst>
              </p14:cNvPr>
              <p14:cNvContentPartPr/>
              <p14:nvPr/>
            </p14:nvContentPartPr>
            <p14:xfrm>
              <a:off x="9404109" y="1088185"/>
              <a:ext cx="2301840" cy="86760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E2165C73-AED8-42A7-921D-B52ED81BEB4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386109" y="1070185"/>
                <a:ext cx="2337480" cy="90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02F016EA-081A-4FE9-8169-38CC1688BAFF}"/>
                  </a:ext>
                </a:extLst>
              </p14:cNvPr>
              <p14:cNvContentPartPr/>
              <p14:nvPr/>
            </p14:nvContentPartPr>
            <p14:xfrm>
              <a:off x="5062509" y="1866865"/>
              <a:ext cx="360" cy="2052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02F016EA-081A-4FE9-8169-38CC1688BAF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044869" y="1849225"/>
                <a:ext cx="3600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45F37AD3-16E9-4B3B-9745-D7483B3451FF}"/>
                  </a:ext>
                </a:extLst>
              </p14:cNvPr>
              <p14:cNvContentPartPr/>
              <p14:nvPr/>
            </p14:nvContentPartPr>
            <p14:xfrm>
              <a:off x="5053149" y="2025985"/>
              <a:ext cx="2160" cy="396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45F37AD3-16E9-4B3B-9745-D7483B3451F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035149" y="2007985"/>
                <a:ext cx="3780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BF486CFD-D542-493C-B229-E2026C46351A}"/>
                  </a:ext>
                </a:extLst>
              </p14:cNvPr>
              <p14:cNvContentPartPr/>
              <p14:nvPr/>
            </p14:nvContentPartPr>
            <p14:xfrm>
              <a:off x="5053149" y="2127145"/>
              <a:ext cx="29880" cy="11772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BF486CFD-D542-493C-B229-E2026C46351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035149" y="2109145"/>
                <a:ext cx="6552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814F2007-A747-430C-AFD1-AE2009A8EBAA}"/>
                  </a:ext>
                </a:extLst>
              </p14:cNvPr>
              <p14:cNvContentPartPr/>
              <p14:nvPr/>
            </p14:nvContentPartPr>
            <p14:xfrm>
              <a:off x="4976469" y="2377345"/>
              <a:ext cx="228960" cy="25272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814F2007-A747-430C-AFD1-AE2009A8EBA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958829" y="2359345"/>
                <a:ext cx="26460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BD90BD2C-5CA2-4B29-A55D-29DE360932B0}"/>
                  </a:ext>
                </a:extLst>
              </p14:cNvPr>
              <p14:cNvContentPartPr/>
              <p14:nvPr/>
            </p14:nvContentPartPr>
            <p14:xfrm>
              <a:off x="8484309" y="2229745"/>
              <a:ext cx="648360" cy="12420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BD90BD2C-5CA2-4B29-A55D-29DE360932B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466669" y="2211745"/>
                <a:ext cx="68400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F8FB5814-2FF2-42E6-9133-48EDA33F469F}"/>
                  </a:ext>
                </a:extLst>
              </p14:cNvPr>
              <p14:cNvContentPartPr/>
              <p14:nvPr/>
            </p14:nvContentPartPr>
            <p14:xfrm>
              <a:off x="9091989" y="2128585"/>
              <a:ext cx="27720" cy="1188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F8FB5814-2FF2-42E6-9133-48EDA33F469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074349" y="2110585"/>
                <a:ext cx="6336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8ED6B1AB-3217-4F21-BC18-D02CA466E803}"/>
                  </a:ext>
                </a:extLst>
              </p14:cNvPr>
              <p14:cNvContentPartPr/>
              <p14:nvPr/>
            </p14:nvContentPartPr>
            <p14:xfrm>
              <a:off x="10716309" y="2300305"/>
              <a:ext cx="6480" cy="36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8ED6B1AB-3217-4F21-BC18-D02CA466E80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698309" y="2282305"/>
                <a:ext cx="421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D5DB06BB-700B-4A6C-A736-E5D4C6B24542}"/>
                  </a:ext>
                </a:extLst>
              </p14:cNvPr>
              <p14:cNvContentPartPr/>
              <p14:nvPr/>
            </p14:nvContentPartPr>
            <p14:xfrm>
              <a:off x="11033469" y="2021305"/>
              <a:ext cx="657000" cy="50976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D5DB06BB-700B-4A6C-A736-E5D4C6B2454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1015479" y="2003305"/>
                <a:ext cx="692620" cy="54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59715C02-9A7E-47B9-8675-779948B5A9EB}"/>
                  </a:ext>
                </a:extLst>
              </p14:cNvPr>
              <p14:cNvContentPartPr/>
              <p14:nvPr/>
            </p14:nvContentPartPr>
            <p14:xfrm>
              <a:off x="9406629" y="2021305"/>
              <a:ext cx="1067040" cy="52524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59715C02-9A7E-47B9-8675-779948B5A9E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388635" y="2003305"/>
                <a:ext cx="1102668" cy="56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21403F7B-BD19-4560-8329-8BD7A041D30B}"/>
                  </a:ext>
                </a:extLst>
              </p14:cNvPr>
              <p14:cNvContentPartPr/>
              <p14:nvPr/>
            </p14:nvContentPartPr>
            <p14:xfrm>
              <a:off x="7455069" y="2051545"/>
              <a:ext cx="734400" cy="45036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21403F7B-BD19-4560-8329-8BD7A041D30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437069" y="2033545"/>
                <a:ext cx="770040" cy="48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95589B38-2CD5-4D69-B99E-9198EAFD09EF}"/>
                  </a:ext>
                </a:extLst>
              </p14:cNvPr>
              <p14:cNvContentPartPr/>
              <p14:nvPr/>
            </p14:nvContentPartPr>
            <p14:xfrm>
              <a:off x="6538149" y="2199865"/>
              <a:ext cx="736560" cy="24624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95589B38-2CD5-4D69-B99E-9198EAFD09E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520158" y="2181865"/>
                <a:ext cx="772183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B042E5D8-4742-479E-BB06-0DFD0F225EAB}"/>
                  </a:ext>
                </a:extLst>
              </p14:cNvPr>
              <p14:cNvContentPartPr/>
              <p14:nvPr/>
            </p14:nvContentPartPr>
            <p14:xfrm>
              <a:off x="5543829" y="2097265"/>
              <a:ext cx="623880" cy="42480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B042E5D8-4742-479E-BB06-0DFD0F225EA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526189" y="2079265"/>
                <a:ext cx="659520" cy="46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A6390256-DC53-4635-9CB7-BBA77757234A}"/>
                  </a:ext>
                </a:extLst>
              </p14:cNvPr>
              <p14:cNvContentPartPr/>
              <p14:nvPr/>
            </p14:nvContentPartPr>
            <p14:xfrm>
              <a:off x="1111509" y="3315505"/>
              <a:ext cx="351360" cy="20556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A6390256-DC53-4635-9CB7-BBA77757234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93509" y="3297865"/>
                <a:ext cx="38700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8FE87B73-DB69-422B-8263-878C93C2EA02}"/>
                  </a:ext>
                </a:extLst>
              </p14:cNvPr>
              <p14:cNvContentPartPr/>
              <p14:nvPr/>
            </p14:nvContentPartPr>
            <p14:xfrm>
              <a:off x="6285069" y="3093025"/>
              <a:ext cx="249840" cy="2556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8FE87B73-DB69-422B-8263-878C93C2EA0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267069" y="3075385"/>
                <a:ext cx="28548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399B232C-F991-46DB-9630-83B081FEF3A1}"/>
                  </a:ext>
                </a:extLst>
              </p14:cNvPr>
              <p14:cNvContentPartPr/>
              <p14:nvPr/>
            </p14:nvContentPartPr>
            <p14:xfrm>
              <a:off x="7039989" y="2873785"/>
              <a:ext cx="711000" cy="29016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399B232C-F991-46DB-9630-83B081FEF3A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022349" y="2856123"/>
                <a:ext cx="746640" cy="3258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28C770BD-9842-43AF-93CF-914D9B9DD2A0}"/>
                  </a:ext>
                </a:extLst>
              </p14:cNvPr>
              <p14:cNvContentPartPr/>
              <p14:nvPr/>
            </p14:nvContentPartPr>
            <p14:xfrm>
              <a:off x="5399469" y="2955145"/>
              <a:ext cx="471960" cy="31392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28C770BD-9842-43AF-93CF-914D9B9DD2A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381469" y="2937505"/>
                <a:ext cx="50760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74E60B94-772C-4C5F-90B5-9ACA9D671937}"/>
                  </a:ext>
                </a:extLst>
              </p14:cNvPr>
              <p14:cNvContentPartPr/>
              <p14:nvPr/>
            </p14:nvContentPartPr>
            <p14:xfrm>
              <a:off x="4196349" y="3103825"/>
              <a:ext cx="481680" cy="26316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74E60B94-772C-4C5F-90B5-9ACA9D67193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178709" y="3085825"/>
                <a:ext cx="51732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5BFE7118-3ED8-4D89-B3D4-C6E358C4713C}"/>
                  </a:ext>
                </a:extLst>
              </p14:cNvPr>
              <p14:cNvContentPartPr/>
              <p14:nvPr/>
            </p14:nvContentPartPr>
            <p14:xfrm>
              <a:off x="1694709" y="3087625"/>
              <a:ext cx="1764360" cy="44028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5BFE7118-3ED8-4D89-B3D4-C6E358C4713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677069" y="3069625"/>
                <a:ext cx="1800000" cy="47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35BE13AB-F632-435E-9DF3-DDDC98C4F1AF}"/>
                  </a:ext>
                </a:extLst>
              </p14:cNvPr>
              <p14:cNvContentPartPr/>
              <p14:nvPr/>
            </p14:nvContentPartPr>
            <p14:xfrm>
              <a:off x="5779629" y="3599545"/>
              <a:ext cx="163080" cy="19584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35BE13AB-F632-435E-9DF3-DDDC98C4F1A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761629" y="3581905"/>
                <a:ext cx="19872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48" name="Cerneală 147">
                <a:extLst>
                  <a:ext uri="{FF2B5EF4-FFF2-40B4-BE49-F238E27FC236}">
                    <a16:creationId xmlns:a16="http://schemas.microsoft.com/office/drawing/2014/main" id="{38EB11BF-4D38-4CEF-8D0D-E093024F7247}"/>
                  </a:ext>
                </a:extLst>
              </p14:cNvPr>
              <p14:cNvContentPartPr/>
              <p14:nvPr/>
            </p14:nvContentPartPr>
            <p14:xfrm>
              <a:off x="5462109" y="3448345"/>
              <a:ext cx="191520" cy="278640"/>
            </p14:xfrm>
          </p:contentPart>
        </mc:Choice>
        <mc:Fallback xmlns="">
          <p:pic>
            <p:nvPicPr>
              <p:cNvPr id="148" name="Cerneală 147">
                <a:extLst>
                  <a:ext uri="{FF2B5EF4-FFF2-40B4-BE49-F238E27FC236}">
                    <a16:creationId xmlns:a16="http://schemas.microsoft.com/office/drawing/2014/main" id="{38EB11BF-4D38-4CEF-8D0D-E093024F724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444109" y="3430705"/>
                <a:ext cx="227160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BCA18207-A780-43FC-9E3E-5724EA07B9CD}"/>
                  </a:ext>
                </a:extLst>
              </p14:cNvPr>
              <p14:cNvContentPartPr/>
              <p14:nvPr/>
            </p14:nvContentPartPr>
            <p14:xfrm>
              <a:off x="6256269" y="3604225"/>
              <a:ext cx="342000" cy="15120"/>
            </p14:xfrm>
          </p:contentPart>
        </mc:Choice>
        <mc:Fallback xmlns=""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BCA18207-A780-43FC-9E3E-5724EA07B9CD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238269" y="3586585"/>
                <a:ext cx="37764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53" name="Cerneală 152">
                <a:extLst>
                  <a:ext uri="{FF2B5EF4-FFF2-40B4-BE49-F238E27FC236}">
                    <a16:creationId xmlns:a16="http://schemas.microsoft.com/office/drawing/2014/main" id="{897AA5B8-81BE-4842-98BD-9CD10743F5CE}"/>
                  </a:ext>
                </a:extLst>
              </p14:cNvPr>
              <p14:cNvContentPartPr/>
              <p14:nvPr/>
            </p14:nvContentPartPr>
            <p14:xfrm>
              <a:off x="7045029" y="3364465"/>
              <a:ext cx="721080" cy="261000"/>
            </p14:xfrm>
          </p:contentPart>
        </mc:Choice>
        <mc:Fallback xmlns="">
          <p:pic>
            <p:nvPicPr>
              <p:cNvPr id="153" name="Cerneală 152">
                <a:extLst>
                  <a:ext uri="{FF2B5EF4-FFF2-40B4-BE49-F238E27FC236}">
                    <a16:creationId xmlns:a16="http://schemas.microsoft.com/office/drawing/2014/main" id="{897AA5B8-81BE-4842-98BD-9CD10743F5C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027029" y="3346465"/>
                <a:ext cx="75672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87DE2A01-5349-457B-BD03-8ACEDCA44624}"/>
                  </a:ext>
                </a:extLst>
              </p14:cNvPr>
              <p14:cNvContentPartPr/>
              <p14:nvPr/>
            </p14:nvContentPartPr>
            <p14:xfrm>
              <a:off x="1222029" y="4014625"/>
              <a:ext cx="2765160" cy="103752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87DE2A01-5349-457B-BD03-8ACEDCA4462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204029" y="3996985"/>
                <a:ext cx="2800800" cy="10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ABE18875-DB29-43CC-ADA2-1F732C020C94}"/>
                  </a:ext>
                </a:extLst>
              </p14:cNvPr>
              <p14:cNvContentPartPr/>
              <p14:nvPr/>
            </p14:nvContentPartPr>
            <p14:xfrm>
              <a:off x="1562589" y="1486705"/>
              <a:ext cx="1883160" cy="80064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ABE18875-DB29-43CC-ADA2-1F732C020C9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544589" y="1469065"/>
                <a:ext cx="1918800" cy="83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1AE91FEF-ABB2-4C28-915E-B3005E21B087}"/>
                  </a:ext>
                </a:extLst>
              </p14:cNvPr>
              <p14:cNvContentPartPr/>
              <p14:nvPr/>
            </p14:nvContentPartPr>
            <p14:xfrm>
              <a:off x="6044589" y="4379305"/>
              <a:ext cx="234000" cy="1476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1AE91FEF-ABB2-4C28-915E-B3005E21B08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026589" y="4361665"/>
                <a:ext cx="26964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76" name="Cerneală 175">
                <a:extLst>
                  <a:ext uri="{FF2B5EF4-FFF2-40B4-BE49-F238E27FC236}">
                    <a16:creationId xmlns:a16="http://schemas.microsoft.com/office/drawing/2014/main" id="{0D484FD5-B900-45B0-990D-68798ED9D408}"/>
                  </a:ext>
                </a:extLst>
              </p14:cNvPr>
              <p14:cNvContentPartPr/>
              <p14:nvPr/>
            </p14:nvContentPartPr>
            <p14:xfrm>
              <a:off x="6480909" y="4230265"/>
              <a:ext cx="178560" cy="240840"/>
            </p14:xfrm>
          </p:contentPart>
        </mc:Choice>
        <mc:Fallback xmlns="">
          <p:pic>
            <p:nvPicPr>
              <p:cNvPr id="176" name="Cerneală 175">
                <a:extLst>
                  <a:ext uri="{FF2B5EF4-FFF2-40B4-BE49-F238E27FC236}">
                    <a16:creationId xmlns:a16="http://schemas.microsoft.com/office/drawing/2014/main" id="{0D484FD5-B900-45B0-990D-68798ED9D40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463269" y="4212265"/>
                <a:ext cx="21420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79" name="Cerneală 178">
                <a:extLst>
                  <a:ext uri="{FF2B5EF4-FFF2-40B4-BE49-F238E27FC236}">
                    <a16:creationId xmlns:a16="http://schemas.microsoft.com/office/drawing/2014/main" id="{39279AC5-1C25-49AF-B2F4-D876E3D954C7}"/>
                  </a:ext>
                </a:extLst>
              </p14:cNvPr>
              <p14:cNvContentPartPr/>
              <p14:nvPr/>
            </p14:nvContentPartPr>
            <p14:xfrm>
              <a:off x="6802029" y="4160785"/>
              <a:ext cx="479520" cy="305280"/>
            </p14:xfrm>
          </p:contentPart>
        </mc:Choice>
        <mc:Fallback xmlns="">
          <p:pic>
            <p:nvPicPr>
              <p:cNvPr id="179" name="Cerneală 178">
                <a:extLst>
                  <a:ext uri="{FF2B5EF4-FFF2-40B4-BE49-F238E27FC236}">
                    <a16:creationId xmlns:a16="http://schemas.microsoft.com/office/drawing/2014/main" id="{39279AC5-1C25-49AF-B2F4-D876E3D954C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784043" y="4143145"/>
                <a:ext cx="515133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DB6E215F-1F89-4B15-B1F3-06A476768EF3}"/>
                  </a:ext>
                </a:extLst>
              </p14:cNvPr>
              <p14:cNvContentPartPr/>
              <p14:nvPr/>
            </p14:nvContentPartPr>
            <p14:xfrm>
              <a:off x="5454189" y="4248985"/>
              <a:ext cx="390960" cy="22824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DB6E215F-1F89-4B15-B1F3-06A476768EF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436533" y="4231345"/>
                <a:ext cx="426633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A2098E2A-7249-4F9D-935C-E79E76391311}"/>
                  </a:ext>
                </a:extLst>
              </p14:cNvPr>
              <p14:cNvContentPartPr/>
              <p14:nvPr/>
            </p14:nvContentPartPr>
            <p14:xfrm>
              <a:off x="4417749" y="4331425"/>
              <a:ext cx="543960" cy="25740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A2098E2A-7249-4F9D-935C-E79E76391311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399749" y="4313425"/>
                <a:ext cx="57960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88" name="Cerneală 187">
                <a:extLst>
                  <a:ext uri="{FF2B5EF4-FFF2-40B4-BE49-F238E27FC236}">
                    <a16:creationId xmlns:a16="http://schemas.microsoft.com/office/drawing/2014/main" id="{0B2A89D8-B848-44A5-B8A8-90F3F2E2811B}"/>
                  </a:ext>
                </a:extLst>
              </p14:cNvPr>
              <p14:cNvContentPartPr/>
              <p14:nvPr/>
            </p14:nvContentPartPr>
            <p14:xfrm>
              <a:off x="6566229" y="4770985"/>
              <a:ext cx="696960" cy="273240"/>
            </p14:xfrm>
          </p:contentPart>
        </mc:Choice>
        <mc:Fallback xmlns="">
          <p:pic>
            <p:nvPicPr>
              <p:cNvPr id="188" name="Cerneală 187">
                <a:extLst>
                  <a:ext uri="{FF2B5EF4-FFF2-40B4-BE49-F238E27FC236}">
                    <a16:creationId xmlns:a16="http://schemas.microsoft.com/office/drawing/2014/main" id="{0B2A89D8-B848-44A5-B8A8-90F3F2E2811B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548589" y="4753009"/>
                <a:ext cx="732600" cy="3088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89" name="Cerneală 188">
                <a:extLst>
                  <a:ext uri="{FF2B5EF4-FFF2-40B4-BE49-F238E27FC236}">
                    <a16:creationId xmlns:a16="http://schemas.microsoft.com/office/drawing/2014/main" id="{CE2E24CA-F40A-4CFB-99C2-1FF2C72E81AF}"/>
                  </a:ext>
                </a:extLst>
              </p14:cNvPr>
              <p14:cNvContentPartPr/>
              <p14:nvPr/>
            </p14:nvContentPartPr>
            <p14:xfrm>
              <a:off x="5481549" y="4832905"/>
              <a:ext cx="810000" cy="333360"/>
            </p14:xfrm>
          </p:contentPart>
        </mc:Choice>
        <mc:Fallback xmlns="">
          <p:pic>
            <p:nvPicPr>
              <p:cNvPr id="189" name="Cerneală 188">
                <a:extLst>
                  <a:ext uri="{FF2B5EF4-FFF2-40B4-BE49-F238E27FC236}">
                    <a16:creationId xmlns:a16="http://schemas.microsoft.com/office/drawing/2014/main" id="{CE2E24CA-F40A-4CFB-99C2-1FF2C72E81AF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463549" y="4815265"/>
                <a:ext cx="845640" cy="36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C34EA119-35F2-4BDF-A2F7-90F4D9DE95D9}"/>
                  </a:ext>
                </a:extLst>
              </p14:cNvPr>
              <p14:cNvContentPartPr/>
              <p14:nvPr/>
            </p14:nvContentPartPr>
            <p14:xfrm>
              <a:off x="1289349" y="5715265"/>
              <a:ext cx="370440" cy="20196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C34EA119-35F2-4BDF-A2F7-90F4D9DE95D9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271349" y="5697265"/>
                <a:ext cx="40608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99" name="Cerneală 198">
                <a:extLst>
                  <a:ext uri="{FF2B5EF4-FFF2-40B4-BE49-F238E27FC236}">
                    <a16:creationId xmlns:a16="http://schemas.microsoft.com/office/drawing/2014/main" id="{34686D7F-EA78-4D4A-9FB1-F5C5EDDD1832}"/>
                  </a:ext>
                </a:extLst>
              </p14:cNvPr>
              <p14:cNvContentPartPr/>
              <p14:nvPr/>
            </p14:nvContentPartPr>
            <p14:xfrm>
              <a:off x="3325149" y="5653705"/>
              <a:ext cx="64080" cy="304920"/>
            </p14:xfrm>
          </p:contentPart>
        </mc:Choice>
        <mc:Fallback xmlns="">
          <p:pic>
            <p:nvPicPr>
              <p:cNvPr id="199" name="Cerneală 198">
                <a:extLst>
                  <a:ext uri="{FF2B5EF4-FFF2-40B4-BE49-F238E27FC236}">
                    <a16:creationId xmlns:a16="http://schemas.microsoft.com/office/drawing/2014/main" id="{34686D7F-EA78-4D4A-9FB1-F5C5EDDD1832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307149" y="5635705"/>
                <a:ext cx="9972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00" name="Cerneală 199">
                <a:extLst>
                  <a:ext uri="{FF2B5EF4-FFF2-40B4-BE49-F238E27FC236}">
                    <a16:creationId xmlns:a16="http://schemas.microsoft.com/office/drawing/2014/main" id="{3251C068-B6C5-4C75-A0EA-DED6B2E6AF7C}"/>
                  </a:ext>
                </a:extLst>
              </p14:cNvPr>
              <p14:cNvContentPartPr/>
              <p14:nvPr/>
            </p14:nvContentPartPr>
            <p14:xfrm>
              <a:off x="2962629" y="5694745"/>
              <a:ext cx="209160" cy="284040"/>
            </p14:xfrm>
          </p:contentPart>
        </mc:Choice>
        <mc:Fallback xmlns="">
          <p:pic>
            <p:nvPicPr>
              <p:cNvPr id="200" name="Cerneală 199">
                <a:extLst>
                  <a:ext uri="{FF2B5EF4-FFF2-40B4-BE49-F238E27FC236}">
                    <a16:creationId xmlns:a16="http://schemas.microsoft.com/office/drawing/2014/main" id="{3251C068-B6C5-4C75-A0EA-DED6B2E6AF7C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944989" y="5677105"/>
                <a:ext cx="24480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01" name="Cerneală 200">
                <a:extLst>
                  <a:ext uri="{FF2B5EF4-FFF2-40B4-BE49-F238E27FC236}">
                    <a16:creationId xmlns:a16="http://schemas.microsoft.com/office/drawing/2014/main" id="{4EA96843-EF82-4BDC-83EF-F598C6C15B52}"/>
                  </a:ext>
                </a:extLst>
              </p14:cNvPr>
              <p14:cNvContentPartPr/>
              <p14:nvPr/>
            </p14:nvContentPartPr>
            <p14:xfrm>
              <a:off x="2628909" y="5717425"/>
              <a:ext cx="158040" cy="358200"/>
            </p14:xfrm>
          </p:contentPart>
        </mc:Choice>
        <mc:Fallback xmlns="">
          <p:pic>
            <p:nvPicPr>
              <p:cNvPr id="201" name="Cerneală 200">
                <a:extLst>
                  <a:ext uri="{FF2B5EF4-FFF2-40B4-BE49-F238E27FC236}">
                    <a16:creationId xmlns:a16="http://schemas.microsoft.com/office/drawing/2014/main" id="{4EA96843-EF82-4BDC-83EF-F598C6C15B52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610909" y="5699425"/>
                <a:ext cx="193680" cy="39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02" name="Cerneală 201">
                <a:extLst>
                  <a:ext uri="{FF2B5EF4-FFF2-40B4-BE49-F238E27FC236}">
                    <a16:creationId xmlns:a16="http://schemas.microsoft.com/office/drawing/2014/main" id="{985ECBBA-A4EB-47FB-88B4-966A90D0B28B}"/>
                  </a:ext>
                </a:extLst>
              </p14:cNvPr>
              <p14:cNvContentPartPr/>
              <p14:nvPr/>
            </p14:nvContentPartPr>
            <p14:xfrm>
              <a:off x="2318229" y="5702665"/>
              <a:ext cx="136080" cy="318960"/>
            </p14:xfrm>
          </p:contentPart>
        </mc:Choice>
        <mc:Fallback xmlns="">
          <p:pic>
            <p:nvPicPr>
              <p:cNvPr id="202" name="Cerneală 201">
                <a:extLst>
                  <a:ext uri="{FF2B5EF4-FFF2-40B4-BE49-F238E27FC236}">
                    <a16:creationId xmlns:a16="http://schemas.microsoft.com/office/drawing/2014/main" id="{985ECBBA-A4EB-47FB-88B4-966A90D0B28B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300589" y="5684665"/>
                <a:ext cx="17172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05" name="Cerneală 204">
                <a:extLst>
                  <a:ext uri="{FF2B5EF4-FFF2-40B4-BE49-F238E27FC236}">
                    <a16:creationId xmlns:a16="http://schemas.microsoft.com/office/drawing/2014/main" id="{503524E8-1D2F-43DD-8250-9097ECDD0E5B}"/>
                  </a:ext>
                </a:extLst>
              </p14:cNvPr>
              <p14:cNvContentPartPr/>
              <p14:nvPr/>
            </p14:nvContentPartPr>
            <p14:xfrm>
              <a:off x="5433309" y="5643625"/>
              <a:ext cx="183600" cy="296280"/>
            </p14:xfrm>
          </p:contentPart>
        </mc:Choice>
        <mc:Fallback xmlns="">
          <p:pic>
            <p:nvPicPr>
              <p:cNvPr id="205" name="Cerneală 204">
                <a:extLst>
                  <a:ext uri="{FF2B5EF4-FFF2-40B4-BE49-F238E27FC236}">
                    <a16:creationId xmlns:a16="http://schemas.microsoft.com/office/drawing/2014/main" id="{503524E8-1D2F-43DD-8250-9097ECDD0E5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415309" y="5625985"/>
                <a:ext cx="21924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06" name="Cerneală 205">
                <a:extLst>
                  <a:ext uri="{FF2B5EF4-FFF2-40B4-BE49-F238E27FC236}">
                    <a16:creationId xmlns:a16="http://schemas.microsoft.com/office/drawing/2014/main" id="{56ED362C-4B28-4C9C-B85F-30150C2B111E}"/>
                  </a:ext>
                </a:extLst>
              </p14:cNvPr>
              <p14:cNvContentPartPr/>
              <p14:nvPr/>
            </p14:nvContentPartPr>
            <p14:xfrm>
              <a:off x="6068349" y="5803825"/>
              <a:ext cx="180360" cy="360"/>
            </p14:xfrm>
          </p:contentPart>
        </mc:Choice>
        <mc:Fallback xmlns="">
          <p:pic>
            <p:nvPicPr>
              <p:cNvPr id="206" name="Cerneală 205">
                <a:extLst>
                  <a:ext uri="{FF2B5EF4-FFF2-40B4-BE49-F238E27FC236}">
                    <a16:creationId xmlns:a16="http://schemas.microsoft.com/office/drawing/2014/main" id="{56ED362C-4B28-4C9C-B85F-30150C2B111E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050709" y="5786185"/>
                <a:ext cx="21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10" name="Cerneală 209">
                <a:extLst>
                  <a:ext uri="{FF2B5EF4-FFF2-40B4-BE49-F238E27FC236}">
                    <a16:creationId xmlns:a16="http://schemas.microsoft.com/office/drawing/2014/main" id="{89664D85-5299-4497-BFD1-DE3C89BB1115}"/>
                  </a:ext>
                </a:extLst>
              </p14:cNvPr>
              <p14:cNvContentPartPr/>
              <p14:nvPr/>
            </p14:nvContentPartPr>
            <p14:xfrm>
              <a:off x="5486949" y="6167425"/>
              <a:ext cx="116280" cy="294840"/>
            </p14:xfrm>
          </p:contentPart>
        </mc:Choice>
        <mc:Fallback xmlns="">
          <p:pic>
            <p:nvPicPr>
              <p:cNvPr id="210" name="Cerneală 209">
                <a:extLst>
                  <a:ext uri="{FF2B5EF4-FFF2-40B4-BE49-F238E27FC236}">
                    <a16:creationId xmlns:a16="http://schemas.microsoft.com/office/drawing/2014/main" id="{89664D85-5299-4497-BFD1-DE3C89BB1115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468949" y="6149785"/>
                <a:ext cx="15192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11" name="Cerneală 210">
                <a:extLst>
                  <a:ext uri="{FF2B5EF4-FFF2-40B4-BE49-F238E27FC236}">
                    <a16:creationId xmlns:a16="http://schemas.microsoft.com/office/drawing/2014/main" id="{B9D5B446-F094-41A5-A7C6-8CEC462FB14C}"/>
                  </a:ext>
                </a:extLst>
              </p14:cNvPr>
              <p14:cNvContentPartPr/>
              <p14:nvPr/>
            </p14:nvContentPartPr>
            <p14:xfrm>
              <a:off x="5981949" y="6301345"/>
              <a:ext cx="110880" cy="12960"/>
            </p14:xfrm>
          </p:contentPart>
        </mc:Choice>
        <mc:Fallback xmlns="">
          <p:pic>
            <p:nvPicPr>
              <p:cNvPr id="211" name="Cerneală 210">
                <a:extLst>
                  <a:ext uri="{FF2B5EF4-FFF2-40B4-BE49-F238E27FC236}">
                    <a16:creationId xmlns:a16="http://schemas.microsoft.com/office/drawing/2014/main" id="{B9D5B446-F094-41A5-A7C6-8CEC462FB14C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963949" y="6283345"/>
                <a:ext cx="14652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14" name="Cerneală 213">
                <a:extLst>
                  <a:ext uri="{FF2B5EF4-FFF2-40B4-BE49-F238E27FC236}">
                    <a16:creationId xmlns:a16="http://schemas.microsoft.com/office/drawing/2014/main" id="{C03901CE-380E-4461-A2E6-73714C4797BB}"/>
                  </a:ext>
                </a:extLst>
              </p14:cNvPr>
              <p14:cNvContentPartPr/>
              <p14:nvPr/>
            </p14:nvContentPartPr>
            <p14:xfrm>
              <a:off x="7184709" y="6165985"/>
              <a:ext cx="222120" cy="259560"/>
            </p14:xfrm>
          </p:contentPart>
        </mc:Choice>
        <mc:Fallback xmlns="">
          <p:pic>
            <p:nvPicPr>
              <p:cNvPr id="214" name="Cerneală 213">
                <a:extLst>
                  <a:ext uri="{FF2B5EF4-FFF2-40B4-BE49-F238E27FC236}">
                    <a16:creationId xmlns:a16="http://schemas.microsoft.com/office/drawing/2014/main" id="{C03901CE-380E-4461-A2E6-73714C4797BB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167069" y="6147985"/>
                <a:ext cx="25776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15" name="Cerneală 214">
                <a:extLst>
                  <a:ext uri="{FF2B5EF4-FFF2-40B4-BE49-F238E27FC236}">
                    <a16:creationId xmlns:a16="http://schemas.microsoft.com/office/drawing/2014/main" id="{D8B6EF05-7889-401E-A548-75B4485ABAE1}"/>
                  </a:ext>
                </a:extLst>
              </p14:cNvPr>
              <p14:cNvContentPartPr/>
              <p14:nvPr/>
            </p14:nvContentPartPr>
            <p14:xfrm>
              <a:off x="7685469" y="5510425"/>
              <a:ext cx="188640" cy="1014120"/>
            </p14:xfrm>
          </p:contentPart>
        </mc:Choice>
        <mc:Fallback xmlns="">
          <p:pic>
            <p:nvPicPr>
              <p:cNvPr id="215" name="Cerneală 214">
                <a:extLst>
                  <a:ext uri="{FF2B5EF4-FFF2-40B4-BE49-F238E27FC236}">
                    <a16:creationId xmlns:a16="http://schemas.microsoft.com/office/drawing/2014/main" id="{D8B6EF05-7889-401E-A548-75B4485ABAE1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7667829" y="5492425"/>
                <a:ext cx="224280" cy="10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16" name="Cerneală 215">
                <a:extLst>
                  <a:ext uri="{FF2B5EF4-FFF2-40B4-BE49-F238E27FC236}">
                    <a16:creationId xmlns:a16="http://schemas.microsoft.com/office/drawing/2014/main" id="{AB106123-EB3B-4DA3-A3BD-B7FCC0A3F77B}"/>
                  </a:ext>
                </a:extLst>
              </p14:cNvPr>
              <p14:cNvContentPartPr/>
              <p14:nvPr/>
            </p14:nvContentPartPr>
            <p14:xfrm>
              <a:off x="6612669" y="6174625"/>
              <a:ext cx="445680" cy="248040"/>
            </p14:xfrm>
          </p:contentPart>
        </mc:Choice>
        <mc:Fallback xmlns="">
          <p:pic>
            <p:nvPicPr>
              <p:cNvPr id="216" name="Cerneală 215">
                <a:extLst>
                  <a:ext uri="{FF2B5EF4-FFF2-40B4-BE49-F238E27FC236}">
                    <a16:creationId xmlns:a16="http://schemas.microsoft.com/office/drawing/2014/main" id="{AB106123-EB3B-4DA3-A3BD-B7FCC0A3F77B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595015" y="6156985"/>
                <a:ext cx="481349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17" name="Cerneală 216">
                <a:extLst>
                  <a:ext uri="{FF2B5EF4-FFF2-40B4-BE49-F238E27FC236}">
                    <a16:creationId xmlns:a16="http://schemas.microsoft.com/office/drawing/2014/main" id="{22213E8E-0E12-40FA-8FD3-6D70027A5CC3}"/>
                  </a:ext>
                </a:extLst>
              </p14:cNvPr>
              <p14:cNvContentPartPr/>
              <p14:nvPr/>
            </p14:nvContentPartPr>
            <p14:xfrm>
              <a:off x="6680349" y="5657665"/>
              <a:ext cx="725760" cy="243000"/>
            </p14:xfrm>
          </p:contentPart>
        </mc:Choice>
        <mc:Fallback xmlns="">
          <p:pic>
            <p:nvPicPr>
              <p:cNvPr id="217" name="Cerneală 216">
                <a:extLst>
                  <a:ext uri="{FF2B5EF4-FFF2-40B4-BE49-F238E27FC236}">
                    <a16:creationId xmlns:a16="http://schemas.microsoft.com/office/drawing/2014/main" id="{22213E8E-0E12-40FA-8FD3-6D70027A5CC3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662358" y="5639665"/>
                <a:ext cx="761382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18" name="Cerneală 217">
                <a:extLst>
                  <a:ext uri="{FF2B5EF4-FFF2-40B4-BE49-F238E27FC236}">
                    <a16:creationId xmlns:a16="http://schemas.microsoft.com/office/drawing/2014/main" id="{C18082C8-4B0D-41C4-AA8E-C2D25067ECD5}"/>
                  </a:ext>
                </a:extLst>
              </p14:cNvPr>
              <p14:cNvContentPartPr/>
              <p14:nvPr/>
            </p14:nvContentPartPr>
            <p14:xfrm>
              <a:off x="4258989" y="5693305"/>
              <a:ext cx="514440" cy="243360"/>
            </p14:xfrm>
          </p:contentPart>
        </mc:Choice>
        <mc:Fallback xmlns="">
          <p:pic>
            <p:nvPicPr>
              <p:cNvPr id="218" name="Cerneală 217">
                <a:extLst>
                  <a:ext uri="{FF2B5EF4-FFF2-40B4-BE49-F238E27FC236}">
                    <a16:creationId xmlns:a16="http://schemas.microsoft.com/office/drawing/2014/main" id="{C18082C8-4B0D-41C4-AA8E-C2D25067ECD5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240989" y="5675305"/>
                <a:ext cx="55008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31" name="Cerneală 230">
                <a:extLst>
                  <a:ext uri="{FF2B5EF4-FFF2-40B4-BE49-F238E27FC236}">
                    <a16:creationId xmlns:a16="http://schemas.microsoft.com/office/drawing/2014/main" id="{F0A832A8-C423-4EB0-A5AA-3D69E275B3FD}"/>
                  </a:ext>
                </a:extLst>
              </p14:cNvPr>
              <p14:cNvContentPartPr/>
              <p14:nvPr/>
            </p14:nvContentPartPr>
            <p14:xfrm>
              <a:off x="9673389" y="5476585"/>
              <a:ext cx="1632600" cy="729360"/>
            </p14:xfrm>
          </p:contentPart>
        </mc:Choice>
        <mc:Fallback xmlns="">
          <p:pic>
            <p:nvPicPr>
              <p:cNvPr id="231" name="Cerneală 230">
                <a:extLst>
                  <a:ext uri="{FF2B5EF4-FFF2-40B4-BE49-F238E27FC236}">
                    <a16:creationId xmlns:a16="http://schemas.microsoft.com/office/drawing/2014/main" id="{F0A832A8-C423-4EB0-A5AA-3D69E275B3FD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9655389" y="5458585"/>
                <a:ext cx="1668240" cy="76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32" name="Cerneală 231">
                <a:extLst>
                  <a:ext uri="{FF2B5EF4-FFF2-40B4-BE49-F238E27FC236}">
                    <a16:creationId xmlns:a16="http://schemas.microsoft.com/office/drawing/2014/main" id="{B6484404-C18E-4EAB-A900-7E6FE593DE7B}"/>
                  </a:ext>
                </a:extLst>
              </p14:cNvPr>
              <p14:cNvContentPartPr/>
              <p14:nvPr/>
            </p14:nvContentPartPr>
            <p14:xfrm>
              <a:off x="8402589" y="5668465"/>
              <a:ext cx="848520" cy="360720"/>
            </p14:xfrm>
          </p:contentPart>
        </mc:Choice>
        <mc:Fallback xmlns="">
          <p:pic>
            <p:nvPicPr>
              <p:cNvPr id="232" name="Cerneală 231">
                <a:extLst>
                  <a:ext uri="{FF2B5EF4-FFF2-40B4-BE49-F238E27FC236}">
                    <a16:creationId xmlns:a16="http://schemas.microsoft.com/office/drawing/2014/main" id="{B6484404-C18E-4EAB-A900-7E6FE593DE7B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384589" y="5650825"/>
                <a:ext cx="884160" cy="39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63902BD8-4CBB-4CC4-B684-D0477179039C}"/>
                  </a:ext>
                </a:extLst>
              </p14:cNvPr>
              <p14:cNvContentPartPr/>
              <p14:nvPr/>
            </p14:nvContentPartPr>
            <p14:xfrm>
              <a:off x="2685069" y="1292665"/>
              <a:ext cx="317160" cy="78156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63902BD8-4CBB-4CC4-B684-D0477179039C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2667069" y="1275025"/>
                <a:ext cx="352800" cy="81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4059D8C6-76BC-4176-9458-380EA0F97137}"/>
                  </a:ext>
                </a:extLst>
              </p14:cNvPr>
              <p14:cNvContentPartPr/>
              <p14:nvPr/>
            </p14:nvContentPartPr>
            <p14:xfrm>
              <a:off x="3219309" y="4094545"/>
              <a:ext cx="459720" cy="72828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4059D8C6-76BC-4176-9458-380EA0F97137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201309" y="4076905"/>
                <a:ext cx="495360" cy="76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C15B1F03-2444-4F07-8B2A-111295352D62}"/>
                  </a:ext>
                </a:extLst>
              </p14:cNvPr>
              <p14:cNvContentPartPr/>
              <p14:nvPr/>
            </p14:nvContentPartPr>
            <p14:xfrm>
              <a:off x="3193749" y="5482345"/>
              <a:ext cx="330480" cy="62640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C15B1F03-2444-4F07-8B2A-111295352D62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175749" y="5464345"/>
                <a:ext cx="366120" cy="66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B845A5D4-6099-4E33-B434-1AC0197BE290}"/>
                  </a:ext>
                </a:extLst>
              </p14:cNvPr>
              <p14:cNvContentPartPr/>
              <p14:nvPr/>
            </p14:nvContentPartPr>
            <p14:xfrm>
              <a:off x="3027069" y="2451145"/>
              <a:ext cx="1043640" cy="123552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B845A5D4-6099-4E33-B434-1AC0197BE290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009429" y="2433505"/>
                <a:ext cx="1079280" cy="1271160"/>
              </a:xfrm>
              <a:prstGeom prst="rect">
                <a:avLst/>
              </a:prstGeom>
            </p:spPr>
          </p:pic>
        </mc:Fallback>
      </mc:AlternateContent>
      <p:sp>
        <p:nvSpPr>
          <p:cNvPr id="69" name="Dreptunghi 68">
            <a:extLst>
              <a:ext uri="{FF2B5EF4-FFF2-40B4-BE49-F238E27FC236}">
                <a16:creationId xmlns:a16="http://schemas.microsoft.com/office/drawing/2014/main" id="{83532BA2-1696-486E-9AE0-F808D39D6678}"/>
              </a:ext>
            </a:extLst>
          </p:cNvPr>
          <p:cNvSpPr/>
          <p:nvPr/>
        </p:nvSpPr>
        <p:spPr>
          <a:xfrm>
            <a:off x="609660" y="137196"/>
            <a:ext cx="23537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0000FF"/>
                </a:solidFill>
              </a:rPr>
              <a:t>Decodificatoare</a:t>
            </a:r>
            <a:r>
              <a:rPr lang="en-US" b="1" dirty="0">
                <a:solidFill>
                  <a:srgbClr val="0000FF"/>
                </a:solidFill>
              </a:rPr>
              <a:t> (DCD) 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2696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E8D0D3E5-C8B1-4B95-8DD3-6382BDAA854B}"/>
                  </a:ext>
                </a:extLst>
              </p14:cNvPr>
              <p14:cNvContentPartPr/>
              <p14:nvPr/>
            </p14:nvContentPartPr>
            <p14:xfrm>
              <a:off x="1326069" y="2207065"/>
              <a:ext cx="212760" cy="22824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E8D0D3E5-C8B1-4B95-8DD3-6382BDAA85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08429" y="2171065"/>
                <a:ext cx="24840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EA21FCDE-0532-4D75-8462-C7AA9D1329E0}"/>
                  </a:ext>
                </a:extLst>
              </p14:cNvPr>
              <p14:cNvContentPartPr/>
              <p14:nvPr/>
            </p14:nvContentPartPr>
            <p14:xfrm>
              <a:off x="1414629" y="2596585"/>
              <a:ext cx="73440" cy="30672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EA21FCDE-0532-4D75-8462-C7AA9D1329E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96629" y="2560585"/>
                <a:ext cx="10908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E46A2813-EAFF-4424-ABAF-13ACB13A4350}"/>
                  </a:ext>
                </a:extLst>
              </p14:cNvPr>
              <p14:cNvContentPartPr/>
              <p14:nvPr/>
            </p14:nvContentPartPr>
            <p14:xfrm>
              <a:off x="1438389" y="3134425"/>
              <a:ext cx="147240" cy="32292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E46A2813-EAFF-4424-ABAF-13ACB13A435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20749" y="3098785"/>
                <a:ext cx="18288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234CF51D-E4CA-4C5F-B78D-32CF8F80D6CC}"/>
                  </a:ext>
                </a:extLst>
              </p14:cNvPr>
              <p14:cNvContentPartPr/>
              <p14:nvPr/>
            </p14:nvContentPartPr>
            <p14:xfrm>
              <a:off x="3067029" y="299065"/>
              <a:ext cx="515520" cy="31392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234CF51D-E4CA-4C5F-B78D-32CF8F80D6C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49389" y="263065"/>
                <a:ext cx="551160" cy="3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26604E74-A816-4DF5-8198-887D243E26C7}"/>
                  </a:ext>
                </a:extLst>
              </p14:cNvPr>
              <p14:cNvContentPartPr/>
              <p14:nvPr/>
            </p14:nvContentPartPr>
            <p14:xfrm>
              <a:off x="3645909" y="437665"/>
              <a:ext cx="461160" cy="17496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26604E74-A816-4DF5-8198-887D243E26C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28269" y="401665"/>
                <a:ext cx="49680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03DD43C3-39DF-4702-8454-9B677664E1ED}"/>
                  </a:ext>
                </a:extLst>
              </p14:cNvPr>
              <p14:cNvContentPartPr/>
              <p14:nvPr/>
            </p14:nvContentPartPr>
            <p14:xfrm>
              <a:off x="4629429" y="425065"/>
              <a:ext cx="416520" cy="17640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03DD43C3-39DF-4702-8454-9B677664E1E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611429" y="389425"/>
                <a:ext cx="45216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CC962A58-6BEE-4F7E-B3BE-5FD1D8E05934}"/>
                  </a:ext>
                </a:extLst>
              </p14:cNvPr>
              <p14:cNvContentPartPr/>
              <p14:nvPr/>
            </p14:nvContentPartPr>
            <p14:xfrm>
              <a:off x="5515029" y="423265"/>
              <a:ext cx="18360" cy="11988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CC962A58-6BEE-4F7E-B3BE-5FD1D8E0593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497389" y="387625"/>
                <a:ext cx="5400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DB7D034D-1531-43C4-9C5D-3FAF737DDA87}"/>
                  </a:ext>
                </a:extLst>
              </p14:cNvPr>
              <p14:cNvContentPartPr/>
              <p14:nvPr/>
            </p14:nvContentPartPr>
            <p14:xfrm>
              <a:off x="5413869" y="77665"/>
              <a:ext cx="737640" cy="45468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DB7D034D-1531-43C4-9C5D-3FAF737DDA8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396229" y="41665"/>
                <a:ext cx="773280" cy="52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3BC104AA-615C-4F1E-80F0-3258F0F00A94}"/>
                  </a:ext>
                </a:extLst>
              </p14:cNvPr>
              <p14:cNvContentPartPr/>
              <p14:nvPr/>
            </p14:nvContentPartPr>
            <p14:xfrm>
              <a:off x="5846949" y="220945"/>
              <a:ext cx="300240" cy="828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3BC104AA-615C-4F1E-80F0-3258F0F00A9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828949" y="185305"/>
                <a:ext cx="33588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F7F1317F-5AB6-4CC1-954C-B739D9E16083}"/>
                  </a:ext>
                </a:extLst>
              </p14:cNvPr>
              <p14:cNvContentPartPr/>
              <p14:nvPr/>
            </p14:nvContentPartPr>
            <p14:xfrm>
              <a:off x="6258069" y="331465"/>
              <a:ext cx="254520" cy="22788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F7F1317F-5AB6-4CC1-954C-B739D9E1608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240429" y="295465"/>
                <a:ext cx="29016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6F996AC7-59FD-4642-880C-3DE1DFF72367}"/>
                  </a:ext>
                </a:extLst>
              </p14:cNvPr>
              <p14:cNvContentPartPr/>
              <p14:nvPr/>
            </p14:nvContentPartPr>
            <p14:xfrm>
              <a:off x="6467949" y="324625"/>
              <a:ext cx="324360" cy="20088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6F996AC7-59FD-4642-880C-3DE1DFF7236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449949" y="288985"/>
                <a:ext cx="36000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129D5A83-ACB6-4FE9-866F-BE15F6723987}"/>
                  </a:ext>
                </a:extLst>
              </p14:cNvPr>
              <p14:cNvContentPartPr/>
              <p14:nvPr/>
            </p14:nvContentPartPr>
            <p14:xfrm>
              <a:off x="6760629" y="317425"/>
              <a:ext cx="191520" cy="58320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129D5A83-ACB6-4FE9-866F-BE15F672398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742989" y="281785"/>
                <a:ext cx="227160" cy="65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232A9C9D-4189-44B8-B391-C3DD508B67DB}"/>
                  </a:ext>
                </a:extLst>
              </p14:cNvPr>
              <p14:cNvContentPartPr/>
              <p14:nvPr/>
            </p14:nvContentPartPr>
            <p14:xfrm>
              <a:off x="7036029" y="294385"/>
              <a:ext cx="487440" cy="20160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232A9C9D-4189-44B8-B391-C3DD508B67D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018029" y="258385"/>
                <a:ext cx="52308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398C151E-E3FB-4F8D-8818-538AD4C741FC}"/>
                  </a:ext>
                </a:extLst>
              </p14:cNvPr>
              <p14:cNvContentPartPr/>
              <p14:nvPr/>
            </p14:nvContentPartPr>
            <p14:xfrm>
              <a:off x="7583589" y="136705"/>
              <a:ext cx="286560" cy="33444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398C151E-E3FB-4F8D-8818-538AD4C741F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565589" y="101065"/>
                <a:ext cx="322200" cy="40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A37B6580-57EC-425C-B5D5-D1CFE2682ADF}"/>
                  </a:ext>
                </a:extLst>
              </p14:cNvPr>
              <p14:cNvContentPartPr/>
              <p14:nvPr/>
            </p14:nvContentPartPr>
            <p14:xfrm>
              <a:off x="7478469" y="220945"/>
              <a:ext cx="425160" cy="1656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A37B6580-57EC-425C-B5D5-D1CFE2682AD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460829" y="185305"/>
                <a:ext cx="46080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6A51DD19-14BA-4266-BCDB-B2A59979C7B6}"/>
                  </a:ext>
                </a:extLst>
              </p14:cNvPr>
              <p14:cNvContentPartPr/>
              <p14:nvPr/>
            </p14:nvContentPartPr>
            <p14:xfrm>
              <a:off x="7998309" y="301225"/>
              <a:ext cx="778680" cy="56952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6A51DD19-14BA-4266-BCDB-B2A59979C7B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980669" y="265585"/>
                <a:ext cx="814320" cy="64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46F8EDBB-180D-4B50-9E0C-DEE525DA6629}"/>
                  </a:ext>
                </a:extLst>
              </p14:cNvPr>
              <p14:cNvContentPartPr/>
              <p14:nvPr/>
            </p14:nvContentPartPr>
            <p14:xfrm>
              <a:off x="8678349" y="196825"/>
              <a:ext cx="100080" cy="8424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46F8EDBB-180D-4B50-9E0C-DEE525DA662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660349" y="160825"/>
                <a:ext cx="13572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F78520EA-148A-4E75-8DE3-3DCD2A44740E}"/>
                  </a:ext>
                </a:extLst>
              </p14:cNvPr>
              <p14:cNvContentPartPr/>
              <p14:nvPr/>
            </p14:nvContentPartPr>
            <p14:xfrm>
              <a:off x="8835669" y="490585"/>
              <a:ext cx="127800" cy="3204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F78520EA-148A-4E75-8DE3-3DCD2A44740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818029" y="454945"/>
                <a:ext cx="16344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C10DCCDF-DFD6-4172-A6B2-73D81289AAEB}"/>
                  </a:ext>
                </a:extLst>
              </p14:cNvPr>
              <p14:cNvContentPartPr/>
              <p14:nvPr/>
            </p14:nvContentPartPr>
            <p14:xfrm>
              <a:off x="9138789" y="245425"/>
              <a:ext cx="193680" cy="25164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C10DCCDF-DFD6-4172-A6B2-73D81289AAE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121149" y="209425"/>
                <a:ext cx="22932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72B73B6A-E7A0-4787-9E82-1DAE0C99399B}"/>
                  </a:ext>
                </a:extLst>
              </p14:cNvPr>
              <p14:cNvContentPartPr/>
              <p14:nvPr/>
            </p14:nvContentPartPr>
            <p14:xfrm>
              <a:off x="9322029" y="666625"/>
              <a:ext cx="2520" cy="684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72B73B6A-E7A0-4787-9E82-1DAE0C99399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304029" y="630985"/>
                <a:ext cx="3816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F827FDCE-88F1-4C4A-9BA5-C5D0968D2AF7}"/>
                  </a:ext>
                </a:extLst>
              </p14:cNvPr>
              <p14:cNvContentPartPr/>
              <p14:nvPr/>
            </p14:nvContentPartPr>
            <p14:xfrm>
              <a:off x="5062149" y="1140385"/>
              <a:ext cx="217440" cy="24120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F827FDCE-88F1-4C4A-9BA5-C5D0968D2AF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044149" y="1104385"/>
                <a:ext cx="253080" cy="3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9754363D-BE81-4311-A60F-7DA3E778B83E}"/>
                  </a:ext>
                </a:extLst>
              </p14:cNvPr>
              <p14:cNvContentPartPr/>
              <p14:nvPr/>
            </p14:nvContentPartPr>
            <p14:xfrm>
              <a:off x="5370669" y="1141465"/>
              <a:ext cx="26280" cy="26928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9754363D-BE81-4311-A60F-7DA3E778B83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353029" y="1105825"/>
                <a:ext cx="6192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B45D5359-A3FF-4728-A169-0E41D7E658BE}"/>
                  </a:ext>
                </a:extLst>
              </p14:cNvPr>
              <p14:cNvContentPartPr/>
              <p14:nvPr/>
            </p14:nvContentPartPr>
            <p14:xfrm>
              <a:off x="5515029" y="1112305"/>
              <a:ext cx="48600" cy="28620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B45D5359-A3FF-4728-A169-0E41D7E658B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497389" y="1076305"/>
                <a:ext cx="8424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B3B2E097-580A-4E65-85C3-03323FB36E63}"/>
                  </a:ext>
                </a:extLst>
              </p14:cNvPr>
              <p14:cNvContentPartPr/>
              <p14:nvPr/>
            </p14:nvContentPartPr>
            <p14:xfrm>
              <a:off x="6342669" y="1169905"/>
              <a:ext cx="898200" cy="18756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B3B2E097-580A-4E65-85C3-03323FB36E6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325029" y="1133905"/>
                <a:ext cx="93384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472E3FC7-E7CE-4006-8A8F-9E2B35013EB6}"/>
                  </a:ext>
                </a:extLst>
              </p14:cNvPr>
              <p14:cNvContentPartPr/>
              <p14:nvPr/>
            </p14:nvContentPartPr>
            <p14:xfrm>
              <a:off x="7887789" y="1100785"/>
              <a:ext cx="28080" cy="26316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472E3FC7-E7CE-4006-8A8F-9E2B35013EB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870149" y="1064785"/>
                <a:ext cx="6372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CF87CDDD-D1D7-4BFC-826B-70EBC31C586A}"/>
                  </a:ext>
                </a:extLst>
              </p14:cNvPr>
              <p14:cNvContentPartPr/>
              <p14:nvPr/>
            </p14:nvContentPartPr>
            <p14:xfrm>
              <a:off x="8046549" y="1104025"/>
              <a:ext cx="50760" cy="25776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CF87CDDD-D1D7-4BFC-826B-70EBC31C586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028549" y="1068385"/>
                <a:ext cx="86400" cy="3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E6EE9E41-C2F7-499A-A740-13410D340CD4}"/>
                  </a:ext>
                </a:extLst>
              </p14:cNvPr>
              <p14:cNvContentPartPr/>
              <p14:nvPr/>
            </p14:nvContentPartPr>
            <p14:xfrm>
              <a:off x="8283789" y="1097905"/>
              <a:ext cx="190800" cy="22464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E6EE9E41-C2F7-499A-A740-13410D340CD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266149" y="1062265"/>
                <a:ext cx="22644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84A937D6-327E-4940-97EA-D1F76FAAD3C2}"/>
                  </a:ext>
                </a:extLst>
              </p14:cNvPr>
              <p14:cNvContentPartPr/>
              <p14:nvPr/>
            </p14:nvContentPartPr>
            <p14:xfrm>
              <a:off x="678069" y="2078545"/>
              <a:ext cx="42840" cy="123696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84A937D6-327E-4940-97EA-D1F76FAAD3C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60429" y="2042905"/>
                <a:ext cx="78480" cy="130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F287FDB4-04BC-466F-8BC5-E51C401F9A48}"/>
                  </a:ext>
                </a:extLst>
              </p14:cNvPr>
              <p14:cNvContentPartPr/>
              <p14:nvPr/>
            </p14:nvContentPartPr>
            <p14:xfrm>
              <a:off x="543429" y="2656705"/>
              <a:ext cx="287280" cy="46584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F287FDB4-04BC-466F-8BC5-E51C401F9A4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25789" y="2621065"/>
                <a:ext cx="322920" cy="53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96F714DE-6BF5-4F95-B422-D529C545465A}"/>
                  </a:ext>
                </a:extLst>
              </p14:cNvPr>
              <p14:cNvContentPartPr/>
              <p14:nvPr/>
            </p14:nvContentPartPr>
            <p14:xfrm>
              <a:off x="1004229" y="2007265"/>
              <a:ext cx="92880" cy="143388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96F714DE-6BF5-4F95-B422-D529C545465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86589" y="1971265"/>
                <a:ext cx="128520" cy="150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FFF20C75-B279-4FA6-BC83-E4C2E47EEC42}"/>
                  </a:ext>
                </a:extLst>
              </p14:cNvPr>
              <p14:cNvContentPartPr/>
              <p14:nvPr/>
            </p14:nvContentPartPr>
            <p14:xfrm>
              <a:off x="949509" y="2367625"/>
              <a:ext cx="217800" cy="21024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FFF20C75-B279-4FA6-BC83-E4C2E47EEC4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31869" y="2331625"/>
                <a:ext cx="25344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CC76E00A-D98D-4D63-8698-53A9BEE3F0FD}"/>
                  </a:ext>
                </a:extLst>
              </p14:cNvPr>
              <p14:cNvContentPartPr/>
              <p14:nvPr/>
            </p14:nvContentPartPr>
            <p14:xfrm>
              <a:off x="368109" y="1849945"/>
              <a:ext cx="912240" cy="195300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CC76E00A-D98D-4D63-8698-53A9BEE3F0F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50109" y="1831945"/>
                <a:ext cx="947880" cy="19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37FA8D5E-2541-4C7A-A0CE-C5F4E431843A}"/>
                  </a:ext>
                </a:extLst>
              </p14:cNvPr>
              <p14:cNvContentPartPr/>
              <p14:nvPr/>
            </p14:nvContentPartPr>
            <p14:xfrm>
              <a:off x="4604589" y="786505"/>
              <a:ext cx="1343160" cy="81216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37FA8D5E-2541-4C7A-A0CE-C5F4E431843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586589" y="768505"/>
                <a:ext cx="1378800" cy="84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A08A043D-3491-4C11-A74D-91DDD29773EF}"/>
                  </a:ext>
                </a:extLst>
              </p14:cNvPr>
              <p14:cNvContentPartPr/>
              <p14:nvPr/>
            </p14:nvContentPartPr>
            <p14:xfrm>
              <a:off x="7627509" y="904225"/>
              <a:ext cx="1154880" cy="77256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A08A043D-3491-4C11-A74D-91DDD29773E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609869" y="886585"/>
                <a:ext cx="1190520" cy="80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97" name="Cerneală 196">
                <a:extLst>
                  <a:ext uri="{FF2B5EF4-FFF2-40B4-BE49-F238E27FC236}">
                    <a16:creationId xmlns:a16="http://schemas.microsoft.com/office/drawing/2014/main" id="{6FD4022F-43FA-4146-A2A3-C57F974A0423}"/>
                  </a:ext>
                </a:extLst>
              </p14:cNvPr>
              <p14:cNvContentPartPr/>
              <p14:nvPr/>
            </p14:nvContentPartPr>
            <p14:xfrm>
              <a:off x="6038829" y="4781425"/>
              <a:ext cx="189360" cy="300240"/>
            </p14:xfrm>
          </p:contentPart>
        </mc:Choice>
        <mc:Fallback xmlns="">
          <p:pic>
            <p:nvPicPr>
              <p:cNvPr id="197" name="Cerneală 196">
                <a:extLst>
                  <a:ext uri="{FF2B5EF4-FFF2-40B4-BE49-F238E27FC236}">
                    <a16:creationId xmlns:a16="http://schemas.microsoft.com/office/drawing/2014/main" id="{6FD4022F-43FA-4146-A2A3-C57F974A042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020829" y="4745785"/>
                <a:ext cx="225000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98" name="Cerneală 197">
                <a:extLst>
                  <a:ext uri="{FF2B5EF4-FFF2-40B4-BE49-F238E27FC236}">
                    <a16:creationId xmlns:a16="http://schemas.microsoft.com/office/drawing/2014/main" id="{50290A4C-96E5-4665-B6B1-E5C81281D2A6}"/>
                  </a:ext>
                </a:extLst>
              </p14:cNvPr>
              <p14:cNvContentPartPr/>
              <p14:nvPr/>
            </p14:nvContentPartPr>
            <p14:xfrm>
              <a:off x="3673989" y="3931825"/>
              <a:ext cx="104040" cy="280440"/>
            </p14:xfrm>
          </p:contentPart>
        </mc:Choice>
        <mc:Fallback xmlns="">
          <p:pic>
            <p:nvPicPr>
              <p:cNvPr id="198" name="Cerneală 197">
                <a:extLst>
                  <a:ext uri="{FF2B5EF4-FFF2-40B4-BE49-F238E27FC236}">
                    <a16:creationId xmlns:a16="http://schemas.microsoft.com/office/drawing/2014/main" id="{50290A4C-96E5-4665-B6B1-E5C81281D2A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655989" y="3896185"/>
                <a:ext cx="139680" cy="35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99" name="Cerneală 198">
                <a:extLst>
                  <a:ext uri="{FF2B5EF4-FFF2-40B4-BE49-F238E27FC236}">
                    <a16:creationId xmlns:a16="http://schemas.microsoft.com/office/drawing/2014/main" id="{023C061B-032C-4FC8-B7FC-BD94ABE26ED1}"/>
                  </a:ext>
                </a:extLst>
              </p14:cNvPr>
              <p14:cNvContentPartPr/>
              <p14:nvPr/>
            </p14:nvContentPartPr>
            <p14:xfrm>
              <a:off x="4330989" y="3892945"/>
              <a:ext cx="106560" cy="296640"/>
            </p14:xfrm>
          </p:contentPart>
        </mc:Choice>
        <mc:Fallback xmlns="">
          <p:pic>
            <p:nvPicPr>
              <p:cNvPr id="199" name="Cerneală 198">
                <a:extLst>
                  <a:ext uri="{FF2B5EF4-FFF2-40B4-BE49-F238E27FC236}">
                    <a16:creationId xmlns:a16="http://schemas.microsoft.com/office/drawing/2014/main" id="{023C061B-032C-4FC8-B7FC-BD94ABE26ED1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313349" y="3857305"/>
                <a:ext cx="14220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00" name="Cerneală 199">
                <a:extLst>
                  <a:ext uri="{FF2B5EF4-FFF2-40B4-BE49-F238E27FC236}">
                    <a16:creationId xmlns:a16="http://schemas.microsoft.com/office/drawing/2014/main" id="{3CE81992-5AE6-40AB-AEF9-C1BFDD7E7A9E}"/>
                  </a:ext>
                </a:extLst>
              </p14:cNvPr>
              <p14:cNvContentPartPr/>
              <p14:nvPr/>
            </p14:nvContentPartPr>
            <p14:xfrm>
              <a:off x="4870269" y="3877465"/>
              <a:ext cx="96480" cy="335160"/>
            </p14:xfrm>
          </p:contentPart>
        </mc:Choice>
        <mc:Fallback xmlns="">
          <p:pic>
            <p:nvPicPr>
              <p:cNvPr id="200" name="Cerneală 199">
                <a:extLst>
                  <a:ext uri="{FF2B5EF4-FFF2-40B4-BE49-F238E27FC236}">
                    <a16:creationId xmlns:a16="http://schemas.microsoft.com/office/drawing/2014/main" id="{3CE81992-5AE6-40AB-AEF9-C1BFDD7E7A9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852269" y="3841825"/>
                <a:ext cx="132120" cy="4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01" name="Cerneală 200">
                <a:extLst>
                  <a:ext uri="{FF2B5EF4-FFF2-40B4-BE49-F238E27FC236}">
                    <a16:creationId xmlns:a16="http://schemas.microsoft.com/office/drawing/2014/main" id="{0B2BC363-C73F-41AA-B438-64228020A653}"/>
                  </a:ext>
                </a:extLst>
              </p14:cNvPr>
              <p14:cNvContentPartPr/>
              <p14:nvPr/>
            </p14:nvContentPartPr>
            <p14:xfrm>
              <a:off x="6650829" y="3849025"/>
              <a:ext cx="229680" cy="284760"/>
            </p14:xfrm>
          </p:contentPart>
        </mc:Choice>
        <mc:Fallback xmlns="">
          <p:pic>
            <p:nvPicPr>
              <p:cNvPr id="201" name="Cerneală 200">
                <a:extLst>
                  <a:ext uri="{FF2B5EF4-FFF2-40B4-BE49-F238E27FC236}">
                    <a16:creationId xmlns:a16="http://schemas.microsoft.com/office/drawing/2014/main" id="{0B2BC363-C73F-41AA-B438-64228020A65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633189" y="3813385"/>
                <a:ext cx="26532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15" name="Cerneală 214">
                <a:extLst>
                  <a:ext uri="{FF2B5EF4-FFF2-40B4-BE49-F238E27FC236}">
                    <a16:creationId xmlns:a16="http://schemas.microsoft.com/office/drawing/2014/main" id="{465238E2-D104-428D-9698-A167396A3D62}"/>
                  </a:ext>
                </a:extLst>
              </p14:cNvPr>
              <p14:cNvContentPartPr/>
              <p14:nvPr/>
            </p14:nvContentPartPr>
            <p14:xfrm>
              <a:off x="1775709" y="1861825"/>
              <a:ext cx="10087560" cy="4019400"/>
            </p14:xfrm>
          </p:contentPart>
        </mc:Choice>
        <mc:Fallback xmlns="">
          <p:pic>
            <p:nvPicPr>
              <p:cNvPr id="215" name="Cerneală 214">
                <a:extLst>
                  <a:ext uri="{FF2B5EF4-FFF2-40B4-BE49-F238E27FC236}">
                    <a16:creationId xmlns:a16="http://schemas.microsoft.com/office/drawing/2014/main" id="{465238E2-D104-428D-9698-A167396A3D62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758069" y="1844185"/>
                <a:ext cx="10123200" cy="4055040"/>
              </a:xfrm>
              <a:prstGeom prst="rect">
                <a:avLst/>
              </a:prstGeom>
            </p:spPr>
          </p:pic>
        </mc:Fallback>
      </mc:AlternateContent>
      <p:sp>
        <p:nvSpPr>
          <p:cNvPr id="42" name="Dreptunghi 41">
            <a:extLst>
              <a:ext uri="{FF2B5EF4-FFF2-40B4-BE49-F238E27FC236}">
                <a16:creationId xmlns:a16="http://schemas.microsoft.com/office/drawing/2014/main" id="{1BBE4B45-10B9-444D-842C-1B97F32430F8}"/>
              </a:ext>
            </a:extLst>
          </p:cNvPr>
          <p:cNvSpPr/>
          <p:nvPr/>
        </p:nvSpPr>
        <p:spPr>
          <a:xfrm>
            <a:off x="609660" y="137196"/>
            <a:ext cx="23537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0000FF"/>
                </a:solidFill>
              </a:rPr>
              <a:t>Decodificatoare</a:t>
            </a:r>
            <a:r>
              <a:rPr lang="en-US" b="1" dirty="0">
                <a:solidFill>
                  <a:srgbClr val="0000FF"/>
                </a:solidFill>
              </a:rPr>
              <a:t> (DCD) 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382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4E0356D-853F-4C65-B845-E0CC86928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76" y="1143025"/>
            <a:ext cx="10045475" cy="4389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84348143-7ACE-4AA3-BDC6-C0CB4EE50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99" y="68583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4" name="Dreptunghi 3">
            <a:extLst>
              <a:ext uri="{FF2B5EF4-FFF2-40B4-BE49-F238E27FC236}">
                <a16:creationId xmlns:a16="http://schemas.microsoft.com/office/drawing/2014/main" id="{F09EC273-C9B1-4542-A292-B33A89B0C970}"/>
              </a:ext>
            </a:extLst>
          </p:cNvPr>
          <p:cNvSpPr/>
          <p:nvPr/>
        </p:nvSpPr>
        <p:spPr>
          <a:xfrm>
            <a:off x="305687" y="411513"/>
            <a:ext cx="41264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300"/>
              </a:spcBef>
            </a:pPr>
            <a:r>
              <a:rPr lang="ro-RO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</a:t>
            </a:r>
            <a:r>
              <a:rPr lang="ro-RO" b="1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DCD cu </a:t>
            </a:r>
            <a:r>
              <a:rPr lang="ro-RO" b="1" i="1" dirty="0" err="1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ieşiri</a:t>
            </a:r>
            <a:r>
              <a:rPr lang="ro-RO" b="1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active pe 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zero</a:t>
            </a:r>
            <a:r>
              <a:rPr lang="ro-RO" b="1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  <a:endParaRPr lang="ro-RO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FA2F5ABC-2BA4-4FFC-A2DF-60A63238604F}"/>
                  </a:ext>
                </a:extLst>
              </p14:cNvPr>
              <p14:cNvContentPartPr/>
              <p14:nvPr/>
            </p14:nvContentPartPr>
            <p14:xfrm>
              <a:off x="2471949" y="2578225"/>
              <a:ext cx="138240" cy="21420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FA2F5ABC-2BA4-4FFC-A2DF-60A63238604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54309" y="2560585"/>
                <a:ext cx="17388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BB2A9879-E8DB-4908-8CC4-D15F762EEFE0}"/>
                  </a:ext>
                </a:extLst>
              </p14:cNvPr>
              <p14:cNvContentPartPr/>
              <p14:nvPr/>
            </p14:nvContentPartPr>
            <p14:xfrm>
              <a:off x="2454309" y="2977825"/>
              <a:ext cx="68760" cy="20412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BB2A9879-E8DB-4908-8CC4-D15F762EEFE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36309" y="2959825"/>
                <a:ext cx="10440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F1228D01-3A84-430F-B437-B715665426F2}"/>
                  </a:ext>
                </a:extLst>
              </p14:cNvPr>
              <p14:cNvContentPartPr/>
              <p14:nvPr/>
            </p14:nvContentPartPr>
            <p14:xfrm>
              <a:off x="2463669" y="3278065"/>
              <a:ext cx="57600" cy="19584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F1228D01-3A84-430F-B437-B715665426F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45669" y="3260425"/>
                <a:ext cx="9324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35A2E7ED-4A93-475B-B095-BBAF8DB7E799}"/>
                  </a:ext>
                </a:extLst>
              </p14:cNvPr>
              <p14:cNvContentPartPr/>
              <p14:nvPr/>
            </p14:nvContentPartPr>
            <p14:xfrm>
              <a:off x="6925149" y="367465"/>
              <a:ext cx="171000" cy="1368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35A2E7ED-4A93-475B-B095-BBAF8DB7E79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907509" y="349825"/>
                <a:ext cx="20664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716EBF43-8466-47DD-94E7-C89CD55F7F60}"/>
                  </a:ext>
                </a:extLst>
              </p14:cNvPr>
              <p14:cNvContentPartPr/>
              <p14:nvPr/>
            </p14:nvContentPartPr>
            <p14:xfrm>
              <a:off x="6944589" y="458545"/>
              <a:ext cx="154440" cy="864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716EBF43-8466-47DD-94E7-C89CD55F7F6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926589" y="440905"/>
                <a:ext cx="19008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80F63436-EBBB-4FBE-810B-974F9DF294F3}"/>
                  </a:ext>
                </a:extLst>
              </p14:cNvPr>
              <p14:cNvContentPartPr/>
              <p14:nvPr/>
            </p14:nvContentPartPr>
            <p14:xfrm>
              <a:off x="7235469" y="299785"/>
              <a:ext cx="363600" cy="22392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80F63436-EBBB-4FBE-810B-974F9DF294F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217487" y="282145"/>
                <a:ext cx="399205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5B42D564-EA20-47C0-87AE-3EF61B945AFD}"/>
                  </a:ext>
                </a:extLst>
              </p14:cNvPr>
              <p14:cNvContentPartPr/>
              <p14:nvPr/>
            </p14:nvContentPartPr>
            <p14:xfrm>
              <a:off x="6034509" y="286465"/>
              <a:ext cx="663120" cy="30204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5B42D564-EA20-47C0-87AE-3EF61B945AF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016519" y="268825"/>
                <a:ext cx="698741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E64DB2CA-762C-49F0-ADD5-6BD2674D8900}"/>
                  </a:ext>
                </a:extLst>
              </p14:cNvPr>
              <p14:cNvContentPartPr/>
              <p14:nvPr/>
            </p14:nvContentPartPr>
            <p14:xfrm>
              <a:off x="4760109" y="281065"/>
              <a:ext cx="868680" cy="31248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E64DB2CA-762C-49F0-ADD5-6BD2674D890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742469" y="263425"/>
                <a:ext cx="90432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1FBF528F-7105-4012-8A0D-9982545A7405}"/>
                  </a:ext>
                </a:extLst>
              </p14:cNvPr>
              <p14:cNvContentPartPr/>
              <p14:nvPr/>
            </p14:nvContentPartPr>
            <p14:xfrm>
              <a:off x="2834469" y="3484345"/>
              <a:ext cx="2448000" cy="226620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1FBF528F-7105-4012-8A0D-9982545A740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816472" y="3466705"/>
                <a:ext cx="2483635" cy="230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0688F054-D160-4BAE-8691-3F092A8BA5E9}"/>
                  </a:ext>
                </a:extLst>
              </p14:cNvPr>
              <p14:cNvContentPartPr/>
              <p14:nvPr/>
            </p14:nvContentPartPr>
            <p14:xfrm>
              <a:off x="7718949" y="500305"/>
              <a:ext cx="154440" cy="15300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0688F054-D160-4BAE-8691-3F092A8BA5E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701309" y="482665"/>
                <a:ext cx="19008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F89B1C06-37A7-40EE-AC28-8DCA5180865D}"/>
                  </a:ext>
                </a:extLst>
              </p14:cNvPr>
              <p14:cNvContentPartPr/>
              <p14:nvPr/>
            </p14:nvContentPartPr>
            <p14:xfrm>
              <a:off x="8002989" y="337945"/>
              <a:ext cx="169200" cy="864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F89B1C06-37A7-40EE-AC28-8DCA5180865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985349" y="319945"/>
                <a:ext cx="20484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AC55E568-DB94-40E0-8AA3-A092D249D9EE}"/>
                  </a:ext>
                </a:extLst>
              </p14:cNvPr>
              <p14:cNvContentPartPr/>
              <p14:nvPr/>
            </p14:nvContentPartPr>
            <p14:xfrm>
              <a:off x="8036829" y="413545"/>
              <a:ext cx="130320" cy="1620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AC55E568-DB94-40E0-8AA3-A092D249D9E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019189" y="395545"/>
                <a:ext cx="16596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53671874-5D66-4B20-9D12-AAD0A9927185}"/>
                  </a:ext>
                </a:extLst>
              </p14:cNvPr>
              <p14:cNvContentPartPr/>
              <p14:nvPr/>
            </p14:nvContentPartPr>
            <p14:xfrm>
              <a:off x="8348589" y="288265"/>
              <a:ext cx="424080" cy="31752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53671874-5D66-4B20-9D12-AAD0A992718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330949" y="270625"/>
                <a:ext cx="459720" cy="35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36" name="Cerneală 1035">
                <a:extLst>
                  <a:ext uri="{FF2B5EF4-FFF2-40B4-BE49-F238E27FC236}">
                    <a16:creationId xmlns:a16="http://schemas.microsoft.com/office/drawing/2014/main" id="{C7272123-C1E9-4D48-9B57-588FF29C0E6D}"/>
                  </a:ext>
                </a:extLst>
              </p14:cNvPr>
              <p14:cNvContentPartPr/>
              <p14:nvPr/>
            </p14:nvContentPartPr>
            <p14:xfrm>
              <a:off x="11670669" y="944905"/>
              <a:ext cx="203760" cy="287640"/>
            </p14:xfrm>
          </p:contentPart>
        </mc:Choice>
        <mc:Fallback xmlns="">
          <p:pic>
            <p:nvPicPr>
              <p:cNvPr id="1036" name="Cerneală 1035">
                <a:extLst>
                  <a:ext uri="{FF2B5EF4-FFF2-40B4-BE49-F238E27FC236}">
                    <a16:creationId xmlns:a16="http://schemas.microsoft.com/office/drawing/2014/main" id="{C7272123-C1E9-4D48-9B57-588FF29C0E6D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1652669" y="927265"/>
                <a:ext cx="23940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37" name="Cerneală 1036">
                <a:extLst>
                  <a:ext uri="{FF2B5EF4-FFF2-40B4-BE49-F238E27FC236}">
                    <a16:creationId xmlns:a16="http://schemas.microsoft.com/office/drawing/2014/main" id="{BD30633D-9437-4F89-B0F7-286BA2B9374F}"/>
                  </a:ext>
                </a:extLst>
              </p14:cNvPr>
              <p14:cNvContentPartPr/>
              <p14:nvPr/>
            </p14:nvContentPartPr>
            <p14:xfrm>
              <a:off x="9153549" y="129865"/>
              <a:ext cx="2349720" cy="1423800"/>
            </p14:xfrm>
          </p:contentPart>
        </mc:Choice>
        <mc:Fallback xmlns="">
          <p:pic>
            <p:nvPicPr>
              <p:cNvPr id="1037" name="Cerneală 1036">
                <a:extLst>
                  <a:ext uri="{FF2B5EF4-FFF2-40B4-BE49-F238E27FC236}">
                    <a16:creationId xmlns:a16="http://schemas.microsoft.com/office/drawing/2014/main" id="{BD30633D-9437-4F89-B0F7-286BA2B9374F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135549" y="111865"/>
                <a:ext cx="2385360" cy="145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44" name="Cerneală 1043">
                <a:extLst>
                  <a:ext uri="{FF2B5EF4-FFF2-40B4-BE49-F238E27FC236}">
                    <a16:creationId xmlns:a16="http://schemas.microsoft.com/office/drawing/2014/main" id="{426287FF-57EB-478D-BDAF-4C3B1437A80F}"/>
                  </a:ext>
                </a:extLst>
              </p14:cNvPr>
              <p14:cNvContentPartPr/>
              <p14:nvPr/>
            </p14:nvContentPartPr>
            <p14:xfrm>
              <a:off x="6592149" y="3315145"/>
              <a:ext cx="1118160" cy="424440"/>
            </p14:xfrm>
          </p:contentPart>
        </mc:Choice>
        <mc:Fallback xmlns="">
          <p:pic>
            <p:nvPicPr>
              <p:cNvPr id="1044" name="Cerneală 1043">
                <a:extLst>
                  <a:ext uri="{FF2B5EF4-FFF2-40B4-BE49-F238E27FC236}">
                    <a16:creationId xmlns:a16="http://schemas.microsoft.com/office/drawing/2014/main" id="{426287FF-57EB-478D-BDAF-4C3B1437A80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574149" y="3297505"/>
                <a:ext cx="1153800" cy="46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5" name="Cerneală 1044">
                <a:extLst>
                  <a:ext uri="{FF2B5EF4-FFF2-40B4-BE49-F238E27FC236}">
                    <a16:creationId xmlns:a16="http://schemas.microsoft.com/office/drawing/2014/main" id="{3E3E75B9-BAFC-43CC-9CB9-5295B002C24A}"/>
                  </a:ext>
                </a:extLst>
              </p14:cNvPr>
              <p14:cNvContentPartPr/>
              <p14:nvPr/>
            </p14:nvContentPartPr>
            <p14:xfrm>
              <a:off x="9006309" y="3355825"/>
              <a:ext cx="352080" cy="317520"/>
            </p14:xfrm>
          </p:contentPart>
        </mc:Choice>
        <mc:Fallback xmlns="">
          <p:pic>
            <p:nvPicPr>
              <p:cNvPr id="1045" name="Cerneală 1044">
                <a:extLst>
                  <a:ext uri="{FF2B5EF4-FFF2-40B4-BE49-F238E27FC236}">
                    <a16:creationId xmlns:a16="http://schemas.microsoft.com/office/drawing/2014/main" id="{3E3E75B9-BAFC-43CC-9CB9-5295B002C24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988309" y="3337825"/>
                <a:ext cx="387720" cy="35316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Dreptunghi 21">
            <a:extLst>
              <a:ext uri="{FF2B5EF4-FFF2-40B4-BE49-F238E27FC236}">
                <a16:creationId xmlns:a16="http://schemas.microsoft.com/office/drawing/2014/main" id="{8F5A81FA-24A7-4873-ABC6-7C5B714BC9AE}"/>
              </a:ext>
            </a:extLst>
          </p:cNvPr>
          <p:cNvSpPr/>
          <p:nvPr/>
        </p:nvSpPr>
        <p:spPr>
          <a:xfrm>
            <a:off x="609660" y="137196"/>
            <a:ext cx="23537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0000FF"/>
                </a:solidFill>
              </a:rPr>
              <a:t>Decodificatoare</a:t>
            </a:r>
            <a:r>
              <a:rPr lang="en-US" b="1" dirty="0">
                <a:solidFill>
                  <a:srgbClr val="0000FF"/>
                </a:solidFill>
              </a:rPr>
              <a:t> (DCD) 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404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5ABD6955-B1FB-4D52-B693-395B4619EB67}"/>
                  </a:ext>
                </a:extLst>
              </p14:cNvPr>
              <p14:cNvContentPartPr/>
              <p14:nvPr/>
            </p14:nvContentPartPr>
            <p14:xfrm>
              <a:off x="2592549" y="565825"/>
              <a:ext cx="1960560" cy="40860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5ABD6955-B1FB-4D52-B693-395B4619EB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74906" y="548169"/>
                <a:ext cx="1996207" cy="4442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9DFFA749-8B02-46E5-8E7D-CF6888A12F9A}"/>
                  </a:ext>
                </a:extLst>
              </p14:cNvPr>
              <p14:cNvContentPartPr/>
              <p14:nvPr/>
            </p14:nvContentPartPr>
            <p14:xfrm>
              <a:off x="593109" y="522625"/>
              <a:ext cx="1576440" cy="42048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9DFFA749-8B02-46E5-8E7D-CF6888A12F9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5469" y="504985"/>
                <a:ext cx="1612080" cy="45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DE6BB075-666C-4470-9DA6-E53AA132498B}"/>
                  </a:ext>
                </a:extLst>
              </p14:cNvPr>
              <p14:cNvContentPartPr/>
              <p14:nvPr/>
            </p14:nvContentPartPr>
            <p14:xfrm>
              <a:off x="1246149" y="1544665"/>
              <a:ext cx="258480" cy="1512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DE6BB075-666C-4470-9DA6-E53AA132498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28149" y="1526665"/>
                <a:ext cx="29412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1EE9B8E6-720E-4B6C-80C2-0175928BB6E9}"/>
                  </a:ext>
                </a:extLst>
              </p14:cNvPr>
              <p14:cNvContentPartPr/>
              <p14:nvPr/>
            </p14:nvContentPartPr>
            <p14:xfrm>
              <a:off x="1927629" y="1445305"/>
              <a:ext cx="113760" cy="15372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1EE9B8E6-720E-4B6C-80C2-0175928BB6E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09989" y="1427665"/>
                <a:ext cx="14940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2D60F3F3-AC4A-4C1F-A1EF-B87F2354C4A5}"/>
                  </a:ext>
                </a:extLst>
              </p14:cNvPr>
              <p14:cNvContentPartPr/>
              <p14:nvPr/>
            </p14:nvContentPartPr>
            <p14:xfrm>
              <a:off x="1943109" y="1340905"/>
              <a:ext cx="233640" cy="194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2D60F3F3-AC4A-4C1F-A1EF-B87F2354C4A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25109" y="1323265"/>
                <a:ext cx="26928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1BFB8AE5-1AA3-40B9-8CDE-9AA599C9CC6B}"/>
                  </a:ext>
                </a:extLst>
              </p14:cNvPr>
              <p14:cNvContentPartPr/>
              <p14:nvPr/>
            </p14:nvContentPartPr>
            <p14:xfrm>
              <a:off x="2268189" y="1602265"/>
              <a:ext cx="38520" cy="18504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1BFB8AE5-1AA3-40B9-8CDE-9AA599C9CC6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250189" y="1584625"/>
                <a:ext cx="7416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C6FEA3FE-9E9B-4090-8DEF-AF548BCBFC73}"/>
                  </a:ext>
                </a:extLst>
              </p14:cNvPr>
              <p14:cNvContentPartPr/>
              <p14:nvPr/>
            </p14:nvContentPartPr>
            <p14:xfrm>
              <a:off x="2723589" y="1404625"/>
              <a:ext cx="33840" cy="21492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C6FEA3FE-9E9B-4090-8DEF-AF548BCBFC7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705949" y="1386985"/>
                <a:ext cx="6948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F9E950B3-42A8-4023-A0AD-02E709FF663A}"/>
                  </a:ext>
                </a:extLst>
              </p14:cNvPr>
              <p14:cNvContentPartPr/>
              <p14:nvPr/>
            </p14:nvContentPartPr>
            <p14:xfrm>
              <a:off x="2656269" y="1299145"/>
              <a:ext cx="222120" cy="1476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F9E950B3-42A8-4023-A0AD-02E709FF663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638269" y="1281505"/>
                <a:ext cx="25776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52A41312-F7B5-42CF-B1C8-DE2E5CE39B74}"/>
                  </a:ext>
                </a:extLst>
              </p14:cNvPr>
              <p14:cNvContentPartPr/>
              <p14:nvPr/>
            </p14:nvContentPartPr>
            <p14:xfrm>
              <a:off x="2992869" y="1583185"/>
              <a:ext cx="50400" cy="17784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52A41312-F7B5-42CF-B1C8-DE2E5CE39B7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74869" y="1565185"/>
                <a:ext cx="8604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0A98348B-2E96-418C-A5AF-885464C59B71}"/>
                  </a:ext>
                </a:extLst>
              </p14:cNvPr>
              <p14:cNvContentPartPr/>
              <p14:nvPr/>
            </p14:nvContentPartPr>
            <p14:xfrm>
              <a:off x="3406869" y="1464385"/>
              <a:ext cx="268200" cy="18288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0A98348B-2E96-418C-A5AF-885464C59B7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389229" y="1446745"/>
                <a:ext cx="30384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2175B037-1FEA-4C8B-B22D-824EE3FD9CC9}"/>
                  </a:ext>
                </a:extLst>
              </p14:cNvPr>
              <p14:cNvContentPartPr/>
              <p14:nvPr/>
            </p14:nvContentPartPr>
            <p14:xfrm>
              <a:off x="3383109" y="1352065"/>
              <a:ext cx="214560" cy="396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2175B037-1FEA-4C8B-B22D-824EE3FD9CC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365109" y="1334425"/>
                <a:ext cx="25020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72320B2B-EC6B-4F71-939A-903C465F45DC}"/>
                  </a:ext>
                </a:extLst>
              </p14:cNvPr>
              <p14:cNvContentPartPr/>
              <p14:nvPr/>
            </p14:nvContentPartPr>
            <p14:xfrm>
              <a:off x="4123989" y="1573465"/>
              <a:ext cx="14040" cy="432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72320B2B-EC6B-4F71-939A-903C465F45D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106349" y="1555465"/>
                <a:ext cx="4968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2436FE60-70A7-42F8-B623-789CF1C7E17A}"/>
                  </a:ext>
                </a:extLst>
              </p14:cNvPr>
              <p14:cNvContentPartPr/>
              <p14:nvPr/>
            </p14:nvContentPartPr>
            <p14:xfrm>
              <a:off x="4446549" y="1587145"/>
              <a:ext cx="41400" cy="1584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2436FE60-70A7-42F8-B623-789CF1C7E17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428909" y="1569145"/>
                <a:ext cx="7704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269EB75E-1FB1-4C5B-872C-951A14B5B58D}"/>
                  </a:ext>
                </a:extLst>
              </p14:cNvPr>
              <p14:cNvContentPartPr/>
              <p14:nvPr/>
            </p14:nvContentPartPr>
            <p14:xfrm>
              <a:off x="4653549" y="1592545"/>
              <a:ext cx="20520" cy="504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269EB75E-1FB1-4C5B-872C-951A14B5B58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635909" y="1574905"/>
                <a:ext cx="561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2994520E-9E70-4C89-B60A-1B132D51ED04}"/>
                  </a:ext>
                </a:extLst>
              </p14:cNvPr>
              <p14:cNvContentPartPr/>
              <p14:nvPr/>
            </p14:nvContentPartPr>
            <p14:xfrm>
              <a:off x="4927869" y="1607305"/>
              <a:ext cx="30960" cy="36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2994520E-9E70-4C89-B60A-1B132D51ED0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910229" y="1589305"/>
                <a:ext cx="666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0DBD01FE-B260-47A3-95C8-1C06417C7310}"/>
                  </a:ext>
                </a:extLst>
              </p14:cNvPr>
              <p14:cNvContentPartPr/>
              <p14:nvPr/>
            </p14:nvContentPartPr>
            <p14:xfrm>
              <a:off x="5168349" y="1313545"/>
              <a:ext cx="216360" cy="612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0DBD01FE-B260-47A3-95C8-1C06417C731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150709" y="1295905"/>
                <a:ext cx="25200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5E868673-C1D8-4A7E-ACCE-2C631FF0311C}"/>
                  </a:ext>
                </a:extLst>
              </p14:cNvPr>
              <p14:cNvContentPartPr/>
              <p14:nvPr/>
            </p14:nvContentPartPr>
            <p14:xfrm>
              <a:off x="5134509" y="1400305"/>
              <a:ext cx="285480" cy="25812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5E868673-C1D8-4A7E-ACCE-2C631FF0311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116869" y="1382305"/>
                <a:ext cx="32112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054B9A95-17B3-4D29-8458-3765F769AB7B}"/>
                  </a:ext>
                </a:extLst>
              </p14:cNvPr>
              <p14:cNvContentPartPr/>
              <p14:nvPr/>
            </p14:nvContentPartPr>
            <p14:xfrm>
              <a:off x="1260549" y="2285545"/>
              <a:ext cx="261360" cy="1836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054B9A95-17B3-4D29-8458-3765F769AB7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242909" y="2267905"/>
                <a:ext cx="29700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1D94BB48-6370-4019-8795-7A809EF448BF}"/>
                  </a:ext>
                </a:extLst>
              </p14:cNvPr>
              <p14:cNvContentPartPr/>
              <p14:nvPr/>
            </p14:nvContentPartPr>
            <p14:xfrm>
              <a:off x="1843029" y="2208865"/>
              <a:ext cx="404280" cy="52056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1D94BB48-6370-4019-8795-7A809EF448B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825029" y="2190865"/>
                <a:ext cx="439920" cy="55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1EE14361-AD97-4D02-B8C5-C2575266DA5A}"/>
                  </a:ext>
                </a:extLst>
              </p14:cNvPr>
              <p14:cNvContentPartPr/>
              <p14:nvPr/>
            </p14:nvContentPartPr>
            <p14:xfrm>
              <a:off x="1852389" y="2088265"/>
              <a:ext cx="172440" cy="2520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1EE14361-AD97-4D02-B8C5-C2575266DA5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834749" y="2070625"/>
                <a:ext cx="20808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4809E432-71CC-4497-A667-4BE5669B183B}"/>
                  </a:ext>
                </a:extLst>
              </p14:cNvPr>
              <p14:cNvContentPartPr/>
              <p14:nvPr/>
            </p14:nvContentPartPr>
            <p14:xfrm>
              <a:off x="2670669" y="2160625"/>
              <a:ext cx="262800" cy="50976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4809E432-71CC-4497-A667-4BE5669B183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652669" y="2142625"/>
                <a:ext cx="298440" cy="54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F4CC869C-1AF0-4AD5-9CBC-A41D59BDBF48}"/>
                  </a:ext>
                </a:extLst>
              </p14:cNvPr>
              <p14:cNvContentPartPr/>
              <p14:nvPr/>
            </p14:nvContentPartPr>
            <p14:xfrm>
              <a:off x="3036789" y="2502985"/>
              <a:ext cx="57960" cy="18324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F4CC869C-1AF0-4AD5-9CBC-A41D59BDBF4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018789" y="2484985"/>
                <a:ext cx="9360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E8CF8421-EB3A-41CE-9D08-12240EF2DD7F}"/>
                  </a:ext>
                </a:extLst>
              </p14:cNvPr>
              <p14:cNvContentPartPr/>
              <p14:nvPr/>
            </p14:nvContentPartPr>
            <p14:xfrm>
              <a:off x="2675349" y="2053705"/>
              <a:ext cx="229320" cy="828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E8CF8421-EB3A-41CE-9D08-12240EF2DD7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657709" y="2035705"/>
                <a:ext cx="2649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DD74F86B-CD79-433A-BCC9-CD7A73BDB08F}"/>
                  </a:ext>
                </a:extLst>
              </p14:cNvPr>
              <p14:cNvContentPartPr/>
              <p14:nvPr/>
            </p14:nvContentPartPr>
            <p14:xfrm>
              <a:off x="2502189" y="2545825"/>
              <a:ext cx="58680" cy="16668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DD74F86B-CD79-433A-BCC9-CD7A73BDB08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484549" y="2527825"/>
                <a:ext cx="9432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C5918DB1-83D6-4761-8187-4947123E26A5}"/>
                  </a:ext>
                </a:extLst>
              </p14:cNvPr>
              <p14:cNvContentPartPr/>
              <p14:nvPr/>
            </p14:nvContentPartPr>
            <p14:xfrm>
              <a:off x="3358989" y="2410825"/>
              <a:ext cx="76680" cy="21168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C5918DB1-83D6-4761-8187-4947123E26A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340989" y="2392825"/>
                <a:ext cx="11232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AC505E1E-3DF5-426E-837E-44B76F492F75}"/>
                  </a:ext>
                </a:extLst>
              </p14:cNvPr>
              <p14:cNvContentPartPr/>
              <p14:nvPr/>
            </p14:nvContentPartPr>
            <p14:xfrm>
              <a:off x="3715029" y="2069185"/>
              <a:ext cx="263520" cy="1548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AC505E1E-3DF5-426E-837E-44B76F492F7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697389" y="2051185"/>
                <a:ext cx="29916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2CFD6066-26CA-4834-ADA1-E9173653ACD3}"/>
                  </a:ext>
                </a:extLst>
              </p14:cNvPr>
              <p14:cNvContentPartPr/>
              <p14:nvPr/>
            </p14:nvContentPartPr>
            <p14:xfrm>
              <a:off x="4571829" y="2331985"/>
              <a:ext cx="26640" cy="252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2CFD6066-26CA-4834-ADA1-E9173653ACD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553829" y="2313985"/>
                <a:ext cx="6228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8AB777A0-9B3B-41F1-9B4E-06CA0EE39850}"/>
                  </a:ext>
                </a:extLst>
              </p14:cNvPr>
              <p14:cNvContentPartPr/>
              <p14:nvPr/>
            </p14:nvContentPartPr>
            <p14:xfrm>
              <a:off x="4865229" y="2355385"/>
              <a:ext cx="74520" cy="504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8AB777A0-9B3B-41F1-9B4E-06CA0EE3985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847589" y="2337745"/>
                <a:ext cx="1101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E4F62AE1-BB1C-4BE5-B06D-12A0C853693C}"/>
                  </a:ext>
                </a:extLst>
              </p14:cNvPr>
              <p14:cNvContentPartPr/>
              <p14:nvPr/>
            </p14:nvContentPartPr>
            <p14:xfrm>
              <a:off x="5149269" y="2367625"/>
              <a:ext cx="11880" cy="216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E4F62AE1-BB1C-4BE5-B06D-12A0C853693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131269" y="2349625"/>
                <a:ext cx="475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BAABD176-EC08-42A8-B78C-70B3D7D20A9C}"/>
                  </a:ext>
                </a:extLst>
              </p14:cNvPr>
              <p14:cNvContentPartPr/>
              <p14:nvPr/>
            </p14:nvContentPartPr>
            <p14:xfrm>
              <a:off x="5302989" y="2011225"/>
              <a:ext cx="212400" cy="1476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BAABD176-EC08-42A8-B78C-70B3D7D20A9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285349" y="1993585"/>
                <a:ext cx="24804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8C13A991-B05B-439B-A35D-C60E2F9BBE63}"/>
                  </a:ext>
                </a:extLst>
              </p14:cNvPr>
              <p14:cNvContentPartPr/>
              <p14:nvPr/>
            </p14:nvContentPartPr>
            <p14:xfrm>
              <a:off x="5394429" y="2164945"/>
              <a:ext cx="538200" cy="58824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8C13A991-B05B-439B-A35D-C60E2F9BBE6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376789" y="2146956"/>
                <a:ext cx="573840" cy="6238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6F9246F4-C88C-42A9-A396-0027AE39BFD8}"/>
                  </a:ext>
                </a:extLst>
              </p14:cNvPr>
              <p14:cNvContentPartPr/>
              <p14:nvPr/>
            </p14:nvContentPartPr>
            <p14:xfrm>
              <a:off x="3715029" y="2213545"/>
              <a:ext cx="637200" cy="53352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6F9246F4-C88C-42A9-A396-0027AE39BFD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697389" y="2195905"/>
                <a:ext cx="672840" cy="569160"/>
              </a:xfrm>
              <a:prstGeom prst="rect">
                <a:avLst/>
              </a:prstGeom>
            </p:spPr>
          </p:pic>
        </mc:Fallback>
      </mc:AlternateContent>
      <p:sp>
        <p:nvSpPr>
          <p:cNvPr id="34" name="Dreptunghi 33">
            <a:extLst>
              <a:ext uri="{FF2B5EF4-FFF2-40B4-BE49-F238E27FC236}">
                <a16:creationId xmlns:a16="http://schemas.microsoft.com/office/drawing/2014/main" id="{E9961B76-A61A-44E2-BEBE-3206EF4F2F9A}"/>
              </a:ext>
            </a:extLst>
          </p:cNvPr>
          <p:cNvSpPr/>
          <p:nvPr/>
        </p:nvSpPr>
        <p:spPr>
          <a:xfrm>
            <a:off x="609660" y="137196"/>
            <a:ext cx="23537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0000FF"/>
                </a:solidFill>
              </a:rPr>
              <a:t>Decodificatoare</a:t>
            </a:r>
            <a:r>
              <a:rPr lang="en-US" b="1" dirty="0">
                <a:solidFill>
                  <a:srgbClr val="0000FF"/>
                </a:solidFill>
              </a:rPr>
              <a:t> (DCD) 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17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iect 1">
            <a:extLst>
              <a:ext uri="{FF2B5EF4-FFF2-40B4-BE49-F238E27FC236}">
                <a16:creationId xmlns:a16="http://schemas.microsoft.com/office/drawing/2014/main" id="{88E65483-C59E-41D3-850A-7CC34A6917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7426944"/>
              </p:ext>
            </p:extLst>
          </p:nvPr>
        </p:nvGraphicFramePr>
        <p:xfrm>
          <a:off x="426781" y="685829"/>
          <a:ext cx="10515485" cy="5190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8" name="Bitmap Image" r:id="rId3" imgW="7552381" imgH="3847619" progId="Paint.Picture">
                  <p:embed/>
                </p:oleObj>
              </mc:Choice>
              <mc:Fallback>
                <p:oleObj name="Bitmap Image" r:id="rId3" imgW="7552381" imgH="3847619" progId="Paint.Picture">
                  <p:embed/>
                  <p:pic>
                    <p:nvPicPr>
                      <p:cNvPr id="3" name="Obiect 2">
                        <a:extLst>
                          <a:ext uri="{FF2B5EF4-FFF2-40B4-BE49-F238E27FC236}">
                            <a16:creationId xmlns:a16="http://schemas.microsoft.com/office/drawing/2014/main" id="{C10F8110-6B67-4C3B-9464-276D3A39B7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81" y="685829"/>
                        <a:ext cx="10515485" cy="51903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11F70EC6-BC3E-41E4-8593-F7366EF969B8}"/>
                  </a:ext>
                </a:extLst>
              </p14:cNvPr>
              <p14:cNvContentPartPr/>
              <p14:nvPr/>
            </p14:nvContentPartPr>
            <p14:xfrm>
              <a:off x="1771389" y="3914185"/>
              <a:ext cx="90360" cy="144324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11F70EC6-BC3E-41E4-8593-F7366EF969B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53460" y="3896181"/>
                <a:ext cx="125859" cy="14788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D58CCDC1-1BBD-4453-88E5-7BF33300B064}"/>
                  </a:ext>
                </a:extLst>
              </p14:cNvPr>
              <p14:cNvContentPartPr/>
              <p14:nvPr/>
            </p14:nvContentPartPr>
            <p14:xfrm>
              <a:off x="3464469" y="314185"/>
              <a:ext cx="8480880" cy="538452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D58CCDC1-1BBD-4453-88E5-7BF33300B06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46469" y="296544"/>
                <a:ext cx="8516520" cy="5420162"/>
              </a:xfrm>
              <a:prstGeom prst="rect">
                <a:avLst/>
              </a:prstGeom>
            </p:spPr>
          </p:pic>
        </mc:Fallback>
      </mc:AlternateContent>
      <p:sp>
        <p:nvSpPr>
          <p:cNvPr id="5" name="Dreptunghi 4">
            <a:extLst>
              <a:ext uri="{FF2B5EF4-FFF2-40B4-BE49-F238E27FC236}">
                <a16:creationId xmlns:a16="http://schemas.microsoft.com/office/drawing/2014/main" id="{A74C0D05-DDEC-410A-A7B7-061430CFAE46}"/>
              </a:ext>
            </a:extLst>
          </p:cNvPr>
          <p:cNvSpPr/>
          <p:nvPr/>
        </p:nvSpPr>
        <p:spPr>
          <a:xfrm>
            <a:off x="609660" y="137196"/>
            <a:ext cx="63092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FF"/>
                </a:solidFill>
              </a:rPr>
              <a:t>Decodificatoare</a:t>
            </a:r>
            <a:r>
              <a:rPr lang="en-US" b="1" dirty="0">
                <a:solidFill>
                  <a:srgbClr val="0000FF"/>
                </a:solidFill>
              </a:rPr>
              <a:t> (DCD)</a:t>
            </a:r>
            <a:r>
              <a:rPr lang="ro-RO" b="1" dirty="0">
                <a:solidFill>
                  <a:srgbClr val="0000FF"/>
                </a:solidFill>
              </a:rPr>
              <a:t>  - Structură internă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573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95E3B94E-EBE9-4A49-BC54-589C826C2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77" y="1234464"/>
            <a:ext cx="7278996" cy="2377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reptunghi 2">
            <a:extLst>
              <a:ext uri="{FF2B5EF4-FFF2-40B4-BE49-F238E27FC236}">
                <a16:creationId xmlns:a16="http://schemas.microsoft.com/office/drawing/2014/main" id="{3B3FD656-BEA2-4828-BFD8-220667DAB17E}"/>
              </a:ext>
            </a:extLst>
          </p:cNvPr>
          <p:cNvSpPr/>
          <p:nvPr/>
        </p:nvSpPr>
        <p:spPr>
          <a:xfrm>
            <a:off x="335343" y="411513"/>
            <a:ext cx="4067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300"/>
              </a:spcBef>
            </a:pPr>
            <a:r>
              <a:rPr lang="ro-RO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</a:t>
            </a:r>
            <a:r>
              <a:rPr lang="ro-RO" b="1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DCD cu </a:t>
            </a:r>
            <a:r>
              <a:rPr lang="ro-RO" b="1" i="1" dirty="0" err="1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ieşiri</a:t>
            </a:r>
            <a:r>
              <a:rPr lang="ro-RO" b="1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active pe </a:t>
            </a: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unu</a:t>
            </a:r>
            <a:r>
              <a:rPr lang="ro-RO" b="1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  <a:endParaRPr lang="ro-RO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Dreptunghi 18">
            <a:extLst>
              <a:ext uri="{FF2B5EF4-FFF2-40B4-BE49-F238E27FC236}">
                <a16:creationId xmlns:a16="http://schemas.microsoft.com/office/drawing/2014/main" id="{DD081ECC-62FA-4732-8C2F-83568145F318}"/>
              </a:ext>
            </a:extLst>
          </p:cNvPr>
          <p:cNvSpPr/>
          <p:nvPr/>
        </p:nvSpPr>
        <p:spPr>
          <a:xfrm>
            <a:off x="609660" y="137196"/>
            <a:ext cx="23537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0000FF"/>
                </a:solidFill>
              </a:rPr>
              <a:t>Decodificatoare</a:t>
            </a:r>
            <a:r>
              <a:rPr lang="en-US" b="1" dirty="0">
                <a:solidFill>
                  <a:srgbClr val="0000FF"/>
                </a:solidFill>
              </a:rPr>
              <a:t> (DCD) </a:t>
            </a:r>
            <a:endParaRPr lang="ro-RO" b="1" dirty="0">
              <a:solidFill>
                <a:srgbClr val="0000FF"/>
              </a:solidFill>
            </a:endParaRPr>
          </a:p>
        </p:txBody>
      </p:sp>
      <p:sp>
        <p:nvSpPr>
          <p:cNvPr id="20" name="Dreptunghi 19">
            <a:extLst>
              <a:ext uri="{FF2B5EF4-FFF2-40B4-BE49-F238E27FC236}">
                <a16:creationId xmlns:a16="http://schemas.microsoft.com/office/drawing/2014/main" id="{D0BEBB69-9D72-4106-B21B-44C2D0310490}"/>
              </a:ext>
            </a:extLst>
          </p:cNvPr>
          <p:cNvSpPr/>
          <p:nvPr/>
        </p:nvSpPr>
        <p:spPr>
          <a:xfrm>
            <a:off x="792537" y="3886195"/>
            <a:ext cx="106983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i="1" dirty="0">
                <a:solidFill>
                  <a:srgbClr val="0000FF"/>
                </a:solidFill>
              </a:rPr>
              <a:t>De reținut :  în orice moment de timp, DCD poate avea doar o singură ieșire activă!</a:t>
            </a:r>
          </a:p>
        </p:txBody>
      </p:sp>
    </p:spTree>
    <p:extLst>
      <p:ext uri="{BB962C8B-B14F-4D97-AF65-F5344CB8AC3E}">
        <p14:creationId xmlns:p14="http://schemas.microsoft.com/office/powerpoint/2010/main" val="2895964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3DB934B4-E14F-4AFE-8A2F-4C027CCF169B}"/>
                  </a:ext>
                </a:extLst>
              </p14:cNvPr>
              <p14:cNvContentPartPr/>
              <p14:nvPr/>
            </p14:nvContentPartPr>
            <p14:xfrm>
              <a:off x="5225949" y="976945"/>
              <a:ext cx="137520" cy="555120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3DB934B4-E14F-4AFE-8A2F-4C027CCF16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08309" y="959305"/>
                <a:ext cx="173160" cy="55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ED6243C7-ACF1-4598-B604-4849B545E503}"/>
                  </a:ext>
                </a:extLst>
              </p14:cNvPr>
              <p14:cNvContentPartPr/>
              <p14:nvPr/>
            </p14:nvContentPartPr>
            <p14:xfrm>
              <a:off x="1480509" y="1090705"/>
              <a:ext cx="346680" cy="11124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ED6243C7-ACF1-4598-B604-4849B545E50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62509" y="1072705"/>
                <a:ext cx="38232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9D8768F9-5D7D-4D83-9791-7A5EA1EB0DD1}"/>
                  </a:ext>
                </a:extLst>
              </p14:cNvPr>
              <p14:cNvContentPartPr/>
              <p14:nvPr/>
            </p14:nvContentPartPr>
            <p14:xfrm>
              <a:off x="2189349" y="934105"/>
              <a:ext cx="14760" cy="2772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9D8768F9-5D7D-4D83-9791-7A5EA1EB0DD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71709" y="916105"/>
                <a:ext cx="5040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BE9CC157-87C5-4E2A-B262-9E5F1480B438}"/>
                  </a:ext>
                </a:extLst>
              </p14:cNvPr>
              <p14:cNvContentPartPr/>
              <p14:nvPr/>
            </p14:nvContentPartPr>
            <p14:xfrm>
              <a:off x="11328669" y="950305"/>
              <a:ext cx="139680" cy="28980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BE9CC157-87C5-4E2A-B262-9E5F1480B43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310669" y="932665"/>
                <a:ext cx="17532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A34836C0-E0BE-4E78-9722-1C660707DC73}"/>
                  </a:ext>
                </a:extLst>
              </p14:cNvPr>
              <p14:cNvContentPartPr/>
              <p14:nvPr/>
            </p14:nvContentPartPr>
            <p14:xfrm>
              <a:off x="11588589" y="1289425"/>
              <a:ext cx="360" cy="36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A34836C0-E0BE-4E78-9722-1C660707DC7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570949" y="127178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5AAEDE1D-68A8-4D1D-8473-02D11D120FC1}"/>
                  </a:ext>
                </a:extLst>
              </p14:cNvPr>
              <p14:cNvContentPartPr/>
              <p14:nvPr/>
            </p14:nvContentPartPr>
            <p14:xfrm>
              <a:off x="10708029" y="1034545"/>
              <a:ext cx="288360" cy="33876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5AAEDE1D-68A8-4D1D-8473-02D11D120FC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690029" y="1016564"/>
                <a:ext cx="324000" cy="3743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FB715017-8F1E-40FD-9B47-A75A77448B29}"/>
                  </a:ext>
                </a:extLst>
              </p14:cNvPr>
              <p14:cNvContentPartPr/>
              <p14:nvPr/>
            </p14:nvContentPartPr>
            <p14:xfrm>
              <a:off x="9170109" y="731065"/>
              <a:ext cx="1064880" cy="41292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FB715017-8F1E-40FD-9B47-A75A77448B2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152469" y="713065"/>
                <a:ext cx="1100520" cy="44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A70026BC-E765-4DF2-9993-D4D159221FCA}"/>
                  </a:ext>
                </a:extLst>
              </p14:cNvPr>
              <p14:cNvContentPartPr/>
              <p14:nvPr/>
            </p14:nvContentPartPr>
            <p14:xfrm>
              <a:off x="8081469" y="870745"/>
              <a:ext cx="844920" cy="25344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A70026BC-E765-4DF2-9993-D4D159221FC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063829" y="853105"/>
                <a:ext cx="88056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7C10A76A-8DD1-4D19-96D8-CFAF46A72A3D}"/>
                  </a:ext>
                </a:extLst>
              </p14:cNvPr>
              <p14:cNvContentPartPr/>
              <p14:nvPr/>
            </p14:nvContentPartPr>
            <p14:xfrm>
              <a:off x="3441789" y="833665"/>
              <a:ext cx="1052640" cy="35928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7C10A76A-8DD1-4D19-96D8-CFAF46A72A3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423789" y="815665"/>
                <a:ext cx="108828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81C496D3-311D-4495-BDA0-5A0A786AF25D}"/>
                  </a:ext>
                </a:extLst>
              </p14:cNvPr>
              <p14:cNvContentPartPr/>
              <p14:nvPr/>
            </p14:nvContentPartPr>
            <p14:xfrm>
              <a:off x="2511549" y="921865"/>
              <a:ext cx="558720" cy="25380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81C496D3-311D-4495-BDA0-5A0A786AF25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493909" y="903865"/>
                <a:ext cx="59436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E0160EF5-8E6C-4A15-ADFF-F7C0530D1BD4}"/>
                  </a:ext>
                </a:extLst>
              </p14:cNvPr>
              <p14:cNvContentPartPr/>
              <p14:nvPr/>
            </p14:nvContentPartPr>
            <p14:xfrm>
              <a:off x="2194029" y="1040305"/>
              <a:ext cx="212040" cy="13140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E0160EF5-8E6C-4A15-ADFF-F7C0530D1BD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176419" y="1022617"/>
                <a:ext cx="247620" cy="1671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9C6000B7-2ACF-4F54-8699-A28D244586F3}"/>
                  </a:ext>
                </a:extLst>
              </p14:cNvPr>
              <p14:cNvContentPartPr/>
              <p14:nvPr/>
            </p14:nvContentPartPr>
            <p14:xfrm>
              <a:off x="559269" y="875425"/>
              <a:ext cx="621000" cy="36900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9C6000B7-2ACF-4F54-8699-A28D244586F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41629" y="857785"/>
                <a:ext cx="656640" cy="40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87" name="Cerneală 186">
                <a:extLst>
                  <a:ext uri="{FF2B5EF4-FFF2-40B4-BE49-F238E27FC236}">
                    <a16:creationId xmlns:a16="http://schemas.microsoft.com/office/drawing/2014/main" id="{314C4803-B8D8-4E08-A4BA-0D8C1BA5DDD0}"/>
                  </a:ext>
                </a:extLst>
              </p14:cNvPr>
              <p14:cNvContentPartPr/>
              <p14:nvPr/>
            </p14:nvContentPartPr>
            <p14:xfrm>
              <a:off x="456309" y="5635345"/>
              <a:ext cx="1001520" cy="286200"/>
            </p14:xfrm>
          </p:contentPart>
        </mc:Choice>
        <mc:Fallback xmlns="">
          <p:pic>
            <p:nvPicPr>
              <p:cNvPr id="187" name="Cerneală 186">
                <a:extLst>
                  <a:ext uri="{FF2B5EF4-FFF2-40B4-BE49-F238E27FC236}">
                    <a16:creationId xmlns:a16="http://schemas.microsoft.com/office/drawing/2014/main" id="{314C4803-B8D8-4E08-A4BA-0D8C1BA5DDD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38669" y="5617705"/>
                <a:ext cx="103716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96" name="Cerneală 195">
                <a:extLst>
                  <a:ext uri="{FF2B5EF4-FFF2-40B4-BE49-F238E27FC236}">
                    <a16:creationId xmlns:a16="http://schemas.microsoft.com/office/drawing/2014/main" id="{F8BED21A-EFB8-42E7-9CB3-3AC7182D9BAF}"/>
                  </a:ext>
                </a:extLst>
              </p14:cNvPr>
              <p14:cNvContentPartPr/>
              <p14:nvPr/>
            </p14:nvContentPartPr>
            <p14:xfrm>
              <a:off x="2946069" y="5567665"/>
              <a:ext cx="548640" cy="347400"/>
            </p14:xfrm>
          </p:contentPart>
        </mc:Choice>
        <mc:Fallback xmlns="">
          <p:pic>
            <p:nvPicPr>
              <p:cNvPr id="196" name="Cerneală 195">
                <a:extLst>
                  <a:ext uri="{FF2B5EF4-FFF2-40B4-BE49-F238E27FC236}">
                    <a16:creationId xmlns:a16="http://schemas.microsoft.com/office/drawing/2014/main" id="{F8BED21A-EFB8-42E7-9CB3-3AC7182D9BA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928429" y="5549665"/>
                <a:ext cx="58428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97" name="Cerneală 196">
                <a:extLst>
                  <a:ext uri="{FF2B5EF4-FFF2-40B4-BE49-F238E27FC236}">
                    <a16:creationId xmlns:a16="http://schemas.microsoft.com/office/drawing/2014/main" id="{3026D057-1ED4-4964-8106-0E8244DC95E7}"/>
                  </a:ext>
                </a:extLst>
              </p14:cNvPr>
              <p14:cNvContentPartPr/>
              <p14:nvPr/>
            </p14:nvContentPartPr>
            <p14:xfrm>
              <a:off x="1683909" y="5603305"/>
              <a:ext cx="1053000" cy="452880"/>
            </p14:xfrm>
          </p:contentPart>
        </mc:Choice>
        <mc:Fallback xmlns="">
          <p:pic>
            <p:nvPicPr>
              <p:cNvPr id="197" name="Cerneală 196">
                <a:extLst>
                  <a:ext uri="{FF2B5EF4-FFF2-40B4-BE49-F238E27FC236}">
                    <a16:creationId xmlns:a16="http://schemas.microsoft.com/office/drawing/2014/main" id="{3026D057-1ED4-4964-8106-0E8244DC95E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666263" y="5585305"/>
                <a:ext cx="1088652" cy="48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07" name="Cerneală 206">
                <a:extLst>
                  <a:ext uri="{FF2B5EF4-FFF2-40B4-BE49-F238E27FC236}">
                    <a16:creationId xmlns:a16="http://schemas.microsoft.com/office/drawing/2014/main" id="{17B5745F-668D-4FE7-B90E-F9F765AC6EF7}"/>
                  </a:ext>
                </a:extLst>
              </p14:cNvPr>
              <p14:cNvContentPartPr/>
              <p14:nvPr/>
            </p14:nvContentPartPr>
            <p14:xfrm>
              <a:off x="507789" y="2636905"/>
              <a:ext cx="3699720" cy="2647080"/>
            </p14:xfrm>
          </p:contentPart>
        </mc:Choice>
        <mc:Fallback xmlns="">
          <p:pic>
            <p:nvPicPr>
              <p:cNvPr id="207" name="Cerneală 206">
                <a:extLst>
                  <a:ext uri="{FF2B5EF4-FFF2-40B4-BE49-F238E27FC236}">
                    <a16:creationId xmlns:a16="http://schemas.microsoft.com/office/drawing/2014/main" id="{17B5745F-668D-4FE7-B90E-F9F765AC6EF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90149" y="2619265"/>
                <a:ext cx="3735360" cy="268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15" name="Cerneală 214">
                <a:extLst>
                  <a:ext uri="{FF2B5EF4-FFF2-40B4-BE49-F238E27FC236}">
                    <a16:creationId xmlns:a16="http://schemas.microsoft.com/office/drawing/2014/main" id="{9710B6A6-435F-4F46-B037-CE07C33FA642}"/>
                  </a:ext>
                </a:extLst>
              </p14:cNvPr>
              <p14:cNvContentPartPr/>
              <p14:nvPr/>
            </p14:nvContentPartPr>
            <p14:xfrm>
              <a:off x="6593229" y="1876585"/>
              <a:ext cx="3550320" cy="3157920"/>
            </p14:xfrm>
          </p:contentPart>
        </mc:Choice>
        <mc:Fallback xmlns="">
          <p:pic>
            <p:nvPicPr>
              <p:cNvPr id="215" name="Cerneală 214">
                <a:extLst>
                  <a:ext uri="{FF2B5EF4-FFF2-40B4-BE49-F238E27FC236}">
                    <a16:creationId xmlns:a16="http://schemas.microsoft.com/office/drawing/2014/main" id="{9710B6A6-435F-4F46-B037-CE07C33FA64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575231" y="1858945"/>
                <a:ext cx="3585956" cy="319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32" name="Cerneală 231">
                <a:extLst>
                  <a:ext uri="{FF2B5EF4-FFF2-40B4-BE49-F238E27FC236}">
                    <a16:creationId xmlns:a16="http://schemas.microsoft.com/office/drawing/2014/main" id="{9D7D4A07-30E6-4EEF-9577-122CC8E68A4A}"/>
                  </a:ext>
                </a:extLst>
              </p14:cNvPr>
              <p14:cNvContentPartPr/>
              <p14:nvPr/>
            </p14:nvContentPartPr>
            <p14:xfrm>
              <a:off x="10895589" y="5259865"/>
              <a:ext cx="169200" cy="2160"/>
            </p14:xfrm>
          </p:contentPart>
        </mc:Choice>
        <mc:Fallback xmlns="">
          <p:pic>
            <p:nvPicPr>
              <p:cNvPr id="232" name="Cerneală 231">
                <a:extLst>
                  <a:ext uri="{FF2B5EF4-FFF2-40B4-BE49-F238E27FC236}">
                    <a16:creationId xmlns:a16="http://schemas.microsoft.com/office/drawing/2014/main" id="{9D7D4A07-30E6-4EEF-9577-122CC8E68A4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877949" y="5242225"/>
                <a:ext cx="2048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33" name="Cerneală 232">
                <a:extLst>
                  <a:ext uri="{FF2B5EF4-FFF2-40B4-BE49-F238E27FC236}">
                    <a16:creationId xmlns:a16="http://schemas.microsoft.com/office/drawing/2014/main" id="{4BFEFF71-556E-483E-9E21-E9CA01FF0CD9}"/>
                  </a:ext>
                </a:extLst>
              </p14:cNvPr>
              <p14:cNvContentPartPr/>
              <p14:nvPr/>
            </p14:nvContentPartPr>
            <p14:xfrm>
              <a:off x="10909989" y="5355985"/>
              <a:ext cx="177480" cy="20160"/>
            </p14:xfrm>
          </p:contentPart>
        </mc:Choice>
        <mc:Fallback xmlns="">
          <p:pic>
            <p:nvPicPr>
              <p:cNvPr id="233" name="Cerneală 232">
                <a:extLst>
                  <a:ext uri="{FF2B5EF4-FFF2-40B4-BE49-F238E27FC236}">
                    <a16:creationId xmlns:a16="http://schemas.microsoft.com/office/drawing/2014/main" id="{4BFEFF71-556E-483E-9E21-E9CA01FF0CD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891989" y="5338345"/>
                <a:ext cx="21312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36" name="Cerneală 235">
                <a:extLst>
                  <a:ext uri="{FF2B5EF4-FFF2-40B4-BE49-F238E27FC236}">
                    <a16:creationId xmlns:a16="http://schemas.microsoft.com/office/drawing/2014/main" id="{C5E04A32-B3F0-4655-899D-E8EDA6524D0F}"/>
                  </a:ext>
                </a:extLst>
              </p14:cNvPr>
              <p14:cNvContentPartPr/>
              <p14:nvPr/>
            </p14:nvContentPartPr>
            <p14:xfrm>
              <a:off x="11361789" y="5165545"/>
              <a:ext cx="361800" cy="294480"/>
            </p14:xfrm>
          </p:contentPart>
        </mc:Choice>
        <mc:Fallback xmlns="">
          <p:pic>
            <p:nvPicPr>
              <p:cNvPr id="236" name="Cerneală 235">
                <a:extLst>
                  <a:ext uri="{FF2B5EF4-FFF2-40B4-BE49-F238E27FC236}">
                    <a16:creationId xmlns:a16="http://schemas.microsoft.com/office/drawing/2014/main" id="{C5E04A32-B3F0-4655-899D-E8EDA6524D0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343789" y="5147905"/>
                <a:ext cx="39744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37" name="Cerneală 236">
                <a:extLst>
                  <a:ext uri="{FF2B5EF4-FFF2-40B4-BE49-F238E27FC236}">
                    <a16:creationId xmlns:a16="http://schemas.microsoft.com/office/drawing/2014/main" id="{0631333B-0B27-441F-883A-F7FD37563169}"/>
                  </a:ext>
                </a:extLst>
              </p14:cNvPr>
              <p14:cNvContentPartPr/>
              <p14:nvPr/>
            </p14:nvContentPartPr>
            <p14:xfrm>
              <a:off x="9769149" y="5174905"/>
              <a:ext cx="885960" cy="294480"/>
            </p14:xfrm>
          </p:contentPart>
        </mc:Choice>
        <mc:Fallback xmlns="">
          <p:pic>
            <p:nvPicPr>
              <p:cNvPr id="237" name="Cerneală 236">
                <a:extLst>
                  <a:ext uri="{FF2B5EF4-FFF2-40B4-BE49-F238E27FC236}">
                    <a16:creationId xmlns:a16="http://schemas.microsoft.com/office/drawing/2014/main" id="{0631333B-0B27-441F-883A-F7FD3756316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751509" y="5156927"/>
                <a:ext cx="921600" cy="3300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8" name="Cerneală 237">
                <a:extLst>
                  <a:ext uri="{FF2B5EF4-FFF2-40B4-BE49-F238E27FC236}">
                    <a16:creationId xmlns:a16="http://schemas.microsoft.com/office/drawing/2014/main" id="{6507796D-B4EC-4786-A272-BC8ACFA7FA94}"/>
                  </a:ext>
                </a:extLst>
              </p14:cNvPr>
              <p14:cNvContentPartPr/>
              <p14:nvPr/>
            </p14:nvContentPartPr>
            <p14:xfrm>
              <a:off x="7794549" y="5180305"/>
              <a:ext cx="1776240" cy="363240"/>
            </p14:xfrm>
          </p:contentPart>
        </mc:Choice>
        <mc:Fallback xmlns="">
          <p:pic>
            <p:nvPicPr>
              <p:cNvPr id="238" name="Cerneală 237">
                <a:extLst>
                  <a:ext uri="{FF2B5EF4-FFF2-40B4-BE49-F238E27FC236}">
                    <a16:creationId xmlns:a16="http://schemas.microsoft.com/office/drawing/2014/main" id="{6507796D-B4EC-4786-A272-BC8ACFA7FA9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776909" y="5162665"/>
                <a:ext cx="1811880" cy="39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54" name="Cerneală 253">
                <a:extLst>
                  <a:ext uri="{FF2B5EF4-FFF2-40B4-BE49-F238E27FC236}">
                    <a16:creationId xmlns:a16="http://schemas.microsoft.com/office/drawing/2014/main" id="{51DBF1E7-21E6-494D-B17E-9F69CCF323AF}"/>
                  </a:ext>
                </a:extLst>
              </p14:cNvPr>
              <p14:cNvContentPartPr/>
              <p14:nvPr/>
            </p14:nvContentPartPr>
            <p14:xfrm>
              <a:off x="2395629" y="6116665"/>
              <a:ext cx="958680" cy="274320"/>
            </p14:xfrm>
          </p:contentPart>
        </mc:Choice>
        <mc:Fallback xmlns="">
          <p:pic>
            <p:nvPicPr>
              <p:cNvPr id="254" name="Cerneală 253">
                <a:extLst>
                  <a:ext uri="{FF2B5EF4-FFF2-40B4-BE49-F238E27FC236}">
                    <a16:creationId xmlns:a16="http://schemas.microsoft.com/office/drawing/2014/main" id="{51DBF1E7-21E6-494D-B17E-9F69CCF323A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377636" y="6099025"/>
                <a:ext cx="994307" cy="30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5" name="Cerneală 254">
                <a:extLst>
                  <a:ext uri="{FF2B5EF4-FFF2-40B4-BE49-F238E27FC236}">
                    <a16:creationId xmlns:a16="http://schemas.microsoft.com/office/drawing/2014/main" id="{3392DFC6-12A5-4D48-B5D1-C76094B21CCC}"/>
                  </a:ext>
                </a:extLst>
              </p14:cNvPr>
              <p14:cNvContentPartPr/>
              <p14:nvPr/>
            </p14:nvContentPartPr>
            <p14:xfrm>
              <a:off x="542349" y="6132865"/>
              <a:ext cx="1653840" cy="351720"/>
            </p14:xfrm>
          </p:contentPart>
        </mc:Choice>
        <mc:Fallback xmlns="">
          <p:pic>
            <p:nvPicPr>
              <p:cNvPr id="255" name="Cerneală 254">
                <a:extLst>
                  <a:ext uri="{FF2B5EF4-FFF2-40B4-BE49-F238E27FC236}">
                    <a16:creationId xmlns:a16="http://schemas.microsoft.com/office/drawing/2014/main" id="{3392DFC6-12A5-4D48-B5D1-C76094B21CC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24353" y="6114865"/>
                <a:ext cx="1689472" cy="38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1" name="Cerneală 260">
                <a:extLst>
                  <a:ext uri="{FF2B5EF4-FFF2-40B4-BE49-F238E27FC236}">
                    <a16:creationId xmlns:a16="http://schemas.microsoft.com/office/drawing/2014/main" id="{EDA545BD-5988-4197-A530-EDFFADB8498E}"/>
                  </a:ext>
                </a:extLst>
              </p14:cNvPr>
              <p14:cNvContentPartPr/>
              <p14:nvPr/>
            </p14:nvContentPartPr>
            <p14:xfrm>
              <a:off x="3565989" y="6131785"/>
              <a:ext cx="568080" cy="228600"/>
            </p14:xfrm>
          </p:contentPart>
        </mc:Choice>
        <mc:Fallback xmlns="">
          <p:pic>
            <p:nvPicPr>
              <p:cNvPr id="261" name="Cerneală 260">
                <a:extLst>
                  <a:ext uri="{FF2B5EF4-FFF2-40B4-BE49-F238E27FC236}">
                    <a16:creationId xmlns:a16="http://schemas.microsoft.com/office/drawing/2014/main" id="{EDA545BD-5988-4197-A530-EDFFADB8498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548000" y="6114145"/>
                <a:ext cx="603697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9" name="Cerneală 278">
                <a:extLst>
                  <a:ext uri="{FF2B5EF4-FFF2-40B4-BE49-F238E27FC236}">
                    <a16:creationId xmlns:a16="http://schemas.microsoft.com/office/drawing/2014/main" id="{6057C2A7-FDB3-4376-B0D9-CF2A487B0747}"/>
                  </a:ext>
                </a:extLst>
              </p14:cNvPr>
              <p14:cNvContentPartPr/>
              <p14:nvPr/>
            </p14:nvContentPartPr>
            <p14:xfrm>
              <a:off x="5813829" y="900625"/>
              <a:ext cx="1881000" cy="824040"/>
            </p14:xfrm>
          </p:contentPart>
        </mc:Choice>
        <mc:Fallback xmlns="">
          <p:pic>
            <p:nvPicPr>
              <p:cNvPr id="279" name="Cerneală 278">
                <a:extLst>
                  <a:ext uri="{FF2B5EF4-FFF2-40B4-BE49-F238E27FC236}">
                    <a16:creationId xmlns:a16="http://schemas.microsoft.com/office/drawing/2014/main" id="{6057C2A7-FDB3-4376-B0D9-CF2A487B074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795829" y="882625"/>
                <a:ext cx="1916640" cy="85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0" name="Cerneală 279">
                <a:extLst>
                  <a:ext uri="{FF2B5EF4-FFF2-40B4-BE49-F238E27FC236}">
                    <a16:creationId xmlns:a16="http://schemas.microsoft.com/office/drawing/2014/main" id="{C020B6E8-454F-46E4-A10A-6CD10B8F6920}"/>
                  </a:ext>
                </a:extLst>
              </p14:cNvPr>
              <p14:cNvContentPartPr/>
              <p14:nvPr/>
            </p14:nvContentPartPr>
            <p14:xfrm>
              <a:off x="9104589" y="1217065"/>
              <a:ext cx="1293840" cy="417960"/>
            </p14:xfrm>
          </p:contentPart>
        </mc:Choice>
        <mc:Fallback xmlns="">
          <p:pic>
            <p:nvPicPr>
              <p:cNvPr id="280" name="Cerneală 279">
                <a:extLst>
                  <a:ext uri="{FF2B5EF4-FFF2-40B4-BE49-F238E27FC236}">
                    <a16:creationId xmlns:a16="http://schemas.microsoft.com/office/drawing/2014/main" id="{C020B6E8-454F-46E4-A10A-6CD10B8F692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086594" y="1199425"/>
                <a:ext cx="1329470" cy="45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81" name="Cerneală 280">
                <a:extLst>
                  <a:ext uri="{FF2B5EF4-FFF2-40B4-BE49-F238E27FC236}">
                    <a16:creationId xmlns:a16="http://schemas.microsoft.com/office/drawing/2014/main" id="{10F60814-20B8-4105-93BD-414F0E79CC15}"/>
                  </a:ext>
                </a:extLst>
              </p14:cNvPr>
              <p14:cNvContentPartPr/>
              <p14:nvPr/>
            </p14:nvContentPartPr>
            <p14:xfrm>
              <a:off x="7998309" y="1218865"/>
              <a:ext cx="664200" cy="412560"/>
            </p14:xfrm>
          </p:contentPart>
        </mc:Choice>
        <mc:Fallback xmlns="">
          <p:pic>
            <p:nvPicPr>
              <p:cNvPr id="281" name="Cerneală 280">
                <a:extLst>
                  <a:ext uri="{FF2B5EF4-FFF2-40B4-BE49-F238E27FC236}">
                    <a16:creationId xmlns:a16="http://schemas.microsoft.com/office/drawing/2014/main" id="{10F60814-20B8-4105-93BD-414F0E79CC1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980669" y="1201210"/>
                <a:ext cx="699840" cy="4482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96" name="Cerneală 295">
                <a:extLst>
                  <a:ext uri="{FF2B5EF4-FFF2-40B4-BE49-F238E27FC236}">
                    <a16:creationId xmlns:a16="http://schemas.microsoft.com/office/drawing/2014/main" id="{285BC2EA-F268-43EB-967A-9FB0642F82EA}"/>
                  </a:ext>
                </a:extLst>
              </p14:cNvPr>
              <p14:cNvContentPartPr/>
              <p14:nvPr/>
            </p14:nvContentPartPr>
            <p14:xfrm>
              <a:off x="1459269" y="1449625"/>
              <a:ext cx="2832840" cy="1096560"/>
            </p14:xfrm>
          </p:contentPart>
        </mc:Choice>
        <mc:Fallback xmlns="">
          <p:pic>
            <p:nvPicPr>
              <p:cNvPr id="296" name="Cerneală 295">
                <a:extLst>
                  <a:ext uri="{FF2B5EF4-FFF2-40B4-BE49-F238E27FC236}">
                    <a16:creationId xmlns:a16="http://schemas.microsoft.com/office/drawing/2014/main" id="{285BC2EA-F268-43EB-967A-9FB0642F82E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441627" y="1431619"/>
                <a:ext cx="2868485" cy="11322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99" name="Cerneală 298">
                <a:extLst>
                  <a:ext uri="{FF2B5EF4-FFF2-40B4-BE49-F238E27FC236}">
                    <a16:creationId xmlns:a16="http://schemas.microsoft.com/office/drawing/2014/main" id="{AB88893D-11EE-4AD8-93BB-CCE445C5EDCA}"/>
                  </a:ext>
                </a:extLst>
              </p14:cNvPr>
              <p14:cNvContentPartPr/>
              <p14:nvPr/>
            </p14:nvContentPartPr>
            <p14:xfrm>
              <a:off x="318069" y="1703425"/>
              <a:ext cx="959400" cy="646200"/>
            </p14:xfrm>
          </p:contentPart>
        </mc:Choice>
        <mc:Fallback xmlns="">
          <p:pic>
            <p:nvPicPr>
              <p:cNvPr id="299" name="Cerneală 298">
                <a:extLst>
                  <a:ext uri="{FF2B5EF4-FFF2-40B4-BE49-F238E27FC236}">
                    <a16:creationId xmlns:a16="http://schemas.microsoft.com/office/drawing/2014/main" id="{AB88893D-11EE-4AD8-93BB-CCE445C5EDC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00429" y="1685785"/>
                <a:ext cx="995040" cy="68184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Dreptunghi 31">
            <a:extLst>
              <a:ext uri="{FF2B5EF4-FFF2-40B4-BE49-F238E27FC236}">
                <a16:creationId xmlns:a16="http://schemas.microsoft.com/office/drawing/2014/main" id="{557627FE-0043-492A-92ED-94B37D6252DD}"/>
              </a:ext>
            </a:extLst>
          </p:cNvPr>
          <p:cNvSpPr/>
          <p:nvPr/>
        </p:nvSpPr>
        <p:spPr>
          <a:xfrm>
            <a:off x="609660" y="137196"/>
            <a:ext cx="23537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0000FF"/>
                </a:solidFill>
              </a:rPr>
              <a:t>Decodificatoare</a:t>
            </a:r>
            <a:r>
              <a:rPr lang="en-US" b="1" dirty="0">
                <a:solidFill>
                  <a:srgbClr val="0000FF"/>
                </a:solidFill>
              </a:rPr>
              <a:t> (DCD) 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6380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70C60BEB-0BAD-4A2B-A788-8C557DA4789E}"/>
                  </a:ext>
                </a:extLst>
              </p14:cNvPr>
              <p14:cNvContentPartPr/>
              <p14:nvPr/>
            </p14:nvContentPartPr>
            <p14:xfrm>
              <a:off x="9039069" y="687865"/>
              <a:ext cx="130680" cy="4064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70C60BEB-0BAD-4A2B-A788-8C557DA4789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21069" y="669865"/>
                <a:ext cx="166320" cy="44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4F566C68-330D-4FC7-9F88-6E049E93B1EC}"/>
                  </a:ext>
                </a:extLst>
              </p14:cNvPr>
              <p14:cNvContentPartPr/>
              <p14:nvPr/>
            </p14:nvContentPartPr>
            <p14:xfrm>
              <a:off x="9331389" y="659065"/>
              <a:ext cx="1060920" cy="54504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4F566C68-330D-4FC7-9F88-6E049E93B1E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13389" y="641425"/>
                <a:ext cx="1096560" cy="58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34C15411-5AB9-4A61-9EB7-79D17568300E}"/>
                  </a:ext>
                </a:extLst>
              </p14:cNvPr>
              <p14:cNvContentPartPr/>
              <p14:nvPr/>
            </p14:nvContentPartPr>
            <p14:xfrm>
              <a:off x="3617109" y="6364345"/>
              <a:ext cx="119160" cy="22500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34C15411-5AB9-4A61-9EB7-79D17568300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99109" y="6346705"/>
                <a:ext cx="15480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2794A561-DDB7-4F63-970D-4AAE835FA15A}"/>
                  </a:ext>
                </a:extLst>
              </p14:cNvPr>
              <p14:cNvContentPartPr/>
              <p14:nvPr/>
            </p14:nvContentPartPr>
            <p14:xfrm>
              <a:off x="3878829" y="6545065"/>
              <a:ext cx="31320" cy="12960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2794A561-DDB7-4F63-970D-4AAE835FA15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60829" y="6527065"/>
                <a:ext cx="6696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089E0794-10DE-41D0-9AFF-60BF2A7F3C6E}"/>
                  </a:ext>
                </a:extLst>
              </p14:cNvPr>
              <p14:cNvContentPartPr/>
              <p14:nvPr/>
            </p14:nvContentPartPr>
            <p14:xfrm>
              <a:off x="4172229" y="6542905"/>
              <a:ext cx="42120" cy="216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089E0794-10DE-41D0-9AFF-60BF2A7F3C6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154589" y="6525265"/>
                <a:ext cx="7776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704FE141-5B1D-4C92-8826-03690B93B772}"/>
                  </a:ext>
                </a:extLst>
              </p14:cNvPr>
              <p14:cNvContentPartPr/>
              <p14:nvPr/>
            </p14:nvContentPartPr>
            <p14:xfrm>
              <a:off x="4403349" y="6535345"/>
              <a:ext cx="17640" cy="36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704FE141-5B1D-4C92-8826-03690B93B77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385709" y="6517705"/>
                <a:ext cx="532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B902B092-91D1-443A-A2BE-41D66AC95687}"/>
                  </a:ext>
                </a:extLst>
              </p14:cNvPr>
              <p14:cNvContentPartPr/>
              <p14:nvPr/>
            </p14:nvContentPartPr>
            <p14:xfrm>
              <a:off x="4619709" y="6508345"/>
              <a:ext cx="298080" cy="1512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B902B092-91D1-443A-A2BE-41D66AC9568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602069" y="6490345"/>
                <a:ext cx="33372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2A5D9E4F-C07D-4C02-8436-50CD18BE1135}"/>
                  </a:ext>
                </a:extLst>
              </p14:cNvPr>
              <p14:cNvContentPartPr/>
              <p14:nvPr/>
            </p14:nvContentPartPr>
            <p14:xfrm>
              <a:off x="5168349" y="6330145"/>
              <a:ext cx="240120" cy="19908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2A5D9E4F-C07D-4C02-8436-50CD18BE113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150683" y="6312145"/>
                <a:ext cx="275814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A167A7CC-A801-4B93-A8E2-392A27095040}"/>
                  </a:ext>
                </a:extLst>
              </p14:cNvPr>
              <p14:cNvContentPartPr/>
              <p14:nvPr/>
            </p14:nvContentPartPr>
            <p14:xfrm>
              <a:off x="2550069" y="6371905"/>
              <a:ext cx="853920" cy="32940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A167A7CC-A801-4B93-A8E2-392A2709504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532429" y="6353905"/>
                <a:ext cx="889560" cy="3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FE378DA4-532D-4346-A5CE-8C1D283FF1CD}"/>
                  </a:ext>
                </a:extLst>
              </p14:cNvPr>
              <p14:cNvContentPartPr/>
              <p14:nvPr/>
            </p14:nvContentPartPr>
            <p14:xfrm>
              <a:off x="1394829" y="6297745"/>
              <a:ext cx="728640" cy="27216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FE378DA4-532D-4346-A5CE-8C1D283FF1C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377189" y="6279769"/>
                <a:ext cx="764280" cy="3077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3584E20C-048E-4461-90F1-67E33DC5B95B}"/>
                  </a:ext>
                </a:extLst>
              </p14:cNvPr>
              <p14:cNvContentPartPr/>
              <p14:nvPr/>
            </p14:nvContentPartPr>
            <p14:xfrm>
              <a:off x="481149" y="6336265"/>
              <a:ext cx="540000" cy="27684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3584E20C-048E-4461-90F1-67E33DC5B95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63149" y="6318625"/>
                <a:ext cx="57564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BE9AFC05-634E-442A-919E-A93562C3B992}"/>
                  </a:ext>
                </a:extLst>
              </p14:cNvPr>
              <p14:cNvContentPartPr/>
              <p14:nvPr/>
            </p14:nvContentPartPr>
            <p14:xfrm>
              <a:off x="11265669" y="2442145"/>
              <a:ext cx="847800" cy="87084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BE9AFC05-634E-442A-919E-A93562C3B99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1248029" y="2424498"/>
                <a:ext cx="883440" cy="9064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A6388165-5BF0-424E-BC6A-C33B0F9F9591}"/>
                  </a:ext>
                </a:extLst>
              </p14:cNvPr>
              <p14:cNvContentPartPr/>
              <p14:nvPr/>
            </p14:nvContentPartPr>
            <p14:xfrm>
              <a:off x="10895589" y="3095185"/>
              <a:ext cx="222840" cy="19836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A6388165-5BF0-424E-BC6A-C33B0F9F959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877949" y="3077513"/>
                <a:ext cx="258480" cy="2340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9A3163CC-4B8F-4654-A96F-E0105DC99E56}"/>
                  </a:ext>
                </a:extLst>
              </p14:cNvPr>
              <p14:cNvContentPartPr/>
              <p14:nvPr/>
            </p14:nvContentPartPr>
            <p14:xfrm>
              <a:off x="9763389" y="3104905"/>
              <a:ext cx="823320" cy="17208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9A3163CC-4B8F-4654-A96F-E0105DC99E5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745741" y="3087265"/>
                <a:ext cx="858976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415ABC0E-048D-43A3-993B-2BD09059B5CF}"/>
                  </a:ext>
                </a:extLst>
              </p14:cNvPr>
              <p14:cNvContentPartPr/>
              <p14:nvPr/>
            </p14:nvContentPartPr>
            <p14:xfrm>
              <a:off x="9471069" y="2468785"/>
              <a:ext cx="1645560" cy="36612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415ABC0E-048D-43A3-993B-2BD09059B5C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453069" y="2450785"/>
                <a:ext cx="1681200" cy="4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3340C6CF-4611-4358-B262-C68D7479198E}"/>
                  </a:ext>
                </a:extLst>
              </p14:cNvPr>
              <p14:cNvContentPartPr/>
              <p14:nvPr/>
            </p14:nvContentPartPr>
            <p14:xfrm>
              <a:off x="10505709" y="5731465"/>
              <a:ext cx="360" cy="36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3340C6CF-4611-4358-B262-C68D7479198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487709" y="571382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FD0EC02B-D038-4255-9CA6-CBE23CC57E18}"/>
                  </a:ext>
                </a:extLst>
              </p14:cNvPr>
              <p14:cNvContentPartPr/>
              <p14:nvPr/>
            </p14:nvContentPartPr>
            <p14:xfrm>
              <a:off x="10062909" y="5526985"/>
              <a:ext cx="277200" cy="21708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FD0EC02B-D038-4255-9CA6-CBE23CC57E1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044909" y="5509345"/>
                <a:ext cx="31284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D8A68FF9-1E8C-4F5A-9335-F393B152D3EE}"/>
                  </a:ext>
                </a:extLst>
              </p14:cNvPr>
              <p14:cNvContentPartPr/>
              <p14:nvPr/>
            </p14:nvContentPartPr>
            <p14:xfrm>
              <a:off x="9466389" y="3479665"/>
              <a:ext cx="2636280" cy="198000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D8A68FF9-1E8C-4F5A-9335-F393B152D3E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448389" y="3462025"/>
                <a:ext cx="2671920" cy="20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22" name="Cerneală 221">
                <a:extLst>
                  <a:ext uri="{FF2B5EF4-FFF2-40B4-BE49-F238E27FC236}">
                    <a16:creationId xmlns:a16="http://schemas.microsoft.com/office/drawing/2014/main" id="{8B0ECE15-4DCC-48D5-BEB9-2EDEFA5C8CF7}"/>
                  </a:ext>
                </a:extLst>
              </p14:cNvPr>
              <p14:cNvContentPartPr/>
              <p14:nvPr/>
            </p14:nvContentPartPr>
            <p14:xfrm>
              <a:off x="450549" y="705145"/>
              <a:ext cx="8217720" cy="5259600"/>
            </p14:xfrm>
          </p:contentPart>
        </mc:Choice>
        <mc:Fallback xmlns="">
          <p:pic>
            <p:nvPicPr>
              <p:cNvPr id="222" name="Cerneală 221">
                <a:extLst>
                  <a:ext uri="{FF2B5EF4-FFF2-40B4-BE49-F238E27FC236}">
                    <a16:creationId xmlns:a16="http://schemas.microsoft.com/office/drawing/2014/main" id="{8B0ECE15-4DCC-48D5-BEB9-2EDEFA5C8CF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2909" y="687504"/>
                <a:ext cx="8253360" cy="5295242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Dreptunghi 20">
            <a:extLst>
              <a:ext uri="{FF2B5EF4-FFF2-40B4-BE49-F238E27FC236}">
                <a16:creationId xmlns:a16="http://schemas.microsoft.com/office/drawing/2014/main" id="{046F2431-D818-455D-B3BA-A6FE5D848E09}"/>
              </a:ext>
            </a:extLst>
          </p:cNvPr>
          <p:cNvSpPr/>
          <p:nvPr/>
        </p:nvSpPr>
        <p:spPr>
          <a:xfrm>
            <a:off x="609660" y="137196"/>
            <a:ext cx="74065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FF"/>
                </a:solidFill>
              </a:rPr>
              <a:t>Decodificatoare</a:t>
            </a:r>
            <a:r>
              <a:rPr lang="en-US" b="1" dirty="0">
                <a:solidFill>
                  <a:srgbClr val="0000FF"/>
                </a:solidFill>
              </a:rPr>
              <a:t> (DCD)</a:t>
            </a:r>
            <a:r>
              <a:rPr lang="ro-RO" b="1" dirty="0">
                <a:solidFill>
                  <a:srgbClr val="0000FF"/>
                </a:solidFill>
              </a:rPr>
              <a:t>  - Circuite comerciale 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0189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3F586DB3-3603-4431-B79C-57C259E2AD3F}"/>
              </a:ext>
            </a:extLst>
          </p:cNvPr>
          <p:cNvSpPr/>
          <p:nvPr/>
        </p:nvSpPr>
        <p:spPr>
          <a:xfrm>
            <a:off x="734491" y="411513"/>
            <a:ext cx="3268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300"/>
              </a:spcBef>
            </a:pPr>
            <a:r>
              <a:rPr lang="ro-RO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</a:t>
            </a: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Exemple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de </a:t>
            </a: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circuite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DCD </a:t>
            </a:r>
            <a:endParaRPr lang="ro-RO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D6913A-B6AC-4C4D-B899-65B893732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221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graphicFrame>
        <p:nvGraphicFramePr>
          <p:cNvPr id="4" name="Obiect 3">
            <a:extLst>
              <a:ext uri="{FF2B5EF4-FFF2-40B4-BE49-F238E27FC236}">
                <a16:creationId xmlns:a16="http://schemas.microsoft.com/office/drawing/2014/main" id="{73E4AF62-9BCE-4666-B412-D655C79119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5840294"/>
              </p:ext>
            </p:extLst>
          </p:nvPr>
        </p:nvGraphicFramePr>
        <p:xfrm>
          <a:off x="426782" y="1051586"/>
          <a:ext cx="7678078" cy="3566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Bitmap Image" r:id="rId3" imgW="7695238" imgH="3572374" progId="Paint.Picture">
                  <p:embed/>
                </p:oleObj>
              </mc:Choice>
              <mc:Fallback>
                <p:oleObj name="Bitmap Image" r:id="rId3" imgW="7695238" imgH="3572374" progId="Paint.Picture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82" y="1051586"/>
                        <a:ext cx="7678078" cy="35661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846E53AF-3021-483A-944E-74FBAA57D05B}"/>
                  </a:ext>
                </a:extLst>
              </p14:cNvPr>
              <p14:cNvContentPartPr/>
              <p14:nvPr/>
            </p14:nvContentPartPr>
            <p14:xfrm>
              <a:off x="572229" y="4817065"/>
              <a:ext cx="1098720" cy="45684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846E53AF-3021-483A-944E-74FBAA57D05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4589" y="4799065"/>
                <a:ext cx="1134360" cy="49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B4FE9B28-5B43-424F-9313-9E42C16F2102}"/>
                  </a:ext>
                </a:extLst>
              </p14:cNvPr>
              <p14:cNvContentPartPr/>
              <p14:nvPr/>
            </p14:nvContentPartPr>
            <p14:xfrm>
              <a:off x="1955349" y="4855945"/>
              <a:ext cx="650880" cy="33804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B4FE9B28-5B43-424F-9313-9E42C16F210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37699" y="4837964"/>
                <a:ext cx="686540" cy="3736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5945F268-C26A-448C-8C20-F0EBC080A593}"/>
                  </a:ext>
                </a:extLst>
              </p14:cNvPr>
              <p14:cNvContentPartPr/>
              <p14:nvPr/>
            </p14:nvContentPartPr>
            <p14:xfrm>
              <a:off x="490509" y="5664145"/>
              <a:ext cx="191520" cy="1008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5945F268-C26A-448C-8C20-F0EBC080A59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72509" y="5646505"/>
                <a:ext cx="22716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D9D9FB8E-3CAE-4A73-B665-3A0C85ECB4C5}"/>
                  </a:ext>
                </a:extLst>
              </p14:cNvPr>
              <p14:cNvContentPartPr/>
              <p14:nvPr/>
            </p14:nvContentPartPr>
            <p14:xfrm>
              <a:off x="858429" y="6065905"/>
              <a:ext cx="146880" cy="22500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D9D9FB8E-3CAE-4A73-B665-3A0C85ECB4C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40429" y="6047905"/>
                <a:ext cx="18252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A03D2682-62B2-4308-B095-5113835D0044}"/>
                  </a:ext>
                </a:extLst>
              </p14:cNvPr>
              <p14:cNvContentPartPr/>
              <p14:nvPr/>
            </p14:nvContentPartPr>
            <p14:xfrm>
              <a:off x="1197909" y="6203425"/>
              <a:ext cx="204480" cy="396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A03D2682-62B2-4308-B095-5113835D004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80269" y="6185425"/>
                <a:ext cx="2401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24C8F2D0-26C0-4516-96C6-5827804E51D0}"/>
                  </a:ext>
                </a:extLst>
              </p14:cNvPr>
              <p14:cNvContentPartPr/>
              <p14:nvPr/>
            </p14:nvContentPartPr>
            <p14:xfrm>
              <a:off x="1624149" y="6108745"/>
              <a:ext cx="160200" cy="23004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24C8F2D0-26C0-4516-96C6-5827804E51D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606509" y="6090745"/>
                <a:ext cx="19584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FC5C8BCB-AD94-45AD-8D17-1C00C25836DC}"/>
                  </a:ext>
                </a:extLst>
              </p14:cNvPr>
              <p14:cNvContentPartPr/>
              <p14:nvPr/>
            </p14:nvContentPartPr>
            <p14:xfrm>
              <a:off x="1333269" y="6276145"/>
              <a:ext cx="46080" cy="4356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FC5C8BCB-AD94-45AD-8D17-1C00C25836D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315269" y="6257995"/>
                <a:ext cx="81720" cy="794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28F08F23-DF41-4C32-BF8A-1B6448F3007D}"/>
                  </a:ext>
                </a:extLst>
              </p14:cNvPr>
              <p14:cNvContentPartPr/>
              <p14:nvPr/>
            </p14:nvContentPartPr>
            <p14:xfrm>
              <a:off x="1265589" y="6053665"/>
              <a:ext cx="43560" cy="4824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28F08F23-DF41-4C32-BF8A-1B6448F3007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247802" y="6035798"/>
                <a:ext cx="79497" cy="836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487BF868-7850-45A1-9C4F-CCDEE7B69D0B}"/>
                  </a:ext>
                </a:extLst>
              </p14:cNvPr>
              <p14:cNvContentPartPr/>
              <p14:nvPr/>
            </p14:nvContentPartPr>
            <p14:xfrm>
              <a:off x="3043989" y="5386225"/>
              <a:ext cx="1508760" cy="34776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487BF868-7850-45A1-9C4F-CCDEE7B69D0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025989" y="5368225"/>
                <a:ext cx="154440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168C02FA-E847-47B2-99E3-E7DFDD8387D4}"/>
                  </a:ext>
                </a:extLst>
              </p14:cNvPr>
              <p14:cNvContentPartPr/>
              <p14:nvPr/>
            </p14:nvContentPartPr>
            <p14:xfrm>
              <a:off x="925749" y="5428345"/>
              <a:ext cx="1824840" cy="32940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168C02FA-E847-47B2-99E3-E7DFDD8387D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07753" y="5410705"/>
                <a:ext cx="1860473" cy="3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434425B1-4768-4145-9704-AC4BE238C4C6}"/>
                  </a:ext>
                </a:extLst>
              </p14:cNvPr>
              <p14:cNvContentPartPr/>
              <p14:nvPr/>
            </p14:nvContentPartPr>
            <p14:xfrm>
              <a:off x="8748549" y="800905"/>
              <a:ext cx="116280" cy="24840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434425B1-4768-4145-9704-AC4BE238C4C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730549" y="783265"/>
                <a:ext cx="151920" cy="2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DE94A627-0FED-4F58-92D8-D78A536B945F}"/>
                  </a:ext>
                </a:extLst>
              </p14:cNvPr>
              <p14:cNvContentPartPr/>
              <p14:nvPr/>
            </p14:nvContentPartPr>
            <p14:xfrm>
              <a:off x="8965629" y="880825"/>
              <a:ext cx="129240" cy="504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DE94A627-0FED-4F58-92D8-D78A536B945F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947989" y="862825"/>
                <a:ext cx="16488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4DEC7004-FF88-4CE9-9EC3-865E8F935AF7}"/>
                  </a:ext>
                </a:extLst>
              </p14:cNvPr>
              <p14:cNvContentPartPr/>
              <p14:nvPr/>
            </p14:nvContentPartPr>
            <p14:xfrm>
              <a:off x="8970309" y="957505"/>
              <a:ext cx="110160" cy="2448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4DEC7004-FF88-4CE9-9EC3-865E8F935AF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952669" y="939505"/>
                <a:ext cx="14580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6D6B9593-7DA2-4901-A5DC-F74646AC4E6E}"/>
                  </a:ext>
                </a:extLst>
              </p14:cNvPr>
              <p14:cNvContentPartPr/>
              <p14:nvPr/>
            </p14:nvContentPartPr>
            <p14:xfrm>
              <a:off x="10226709" y="813145"/>
              <a:ext cx="363240" cy="30564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6D6B9593-7DA2-4901-A5DC-F74646AC4E6E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208709" y="795145"/>
                <a:ext cx="398880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C6902F77-3441-47A5-899F-9D67C5EFBECC}"/>
                  </a:ext>
                </a:extLst>
              </p14:cNvPr>
              <p14:cNvContentPartPr/>
              <p14:nvPr/>
            </p14:nvContentPartPr>
            <p14:xfrm>
              <a:off x="9721269" y="832945"/>
              <a:ext cx="119880" cy="19800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C6902F77-3441-47A5-899F-9D67C5EFBECC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703629" y="814945"/>
                <a:ext cx="15552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369BA269-905E-4654-857B-D6640D496C84}"/>
                  </a:ext>
                </a:extLst>
              </p14:cNvPr>
              <p14:cNvContentPartPr/>
              <p14:nvPr/>
            </p14:nvContentPartPr>
            <p14:xfrm>
              <a:off x="9249309" y="837985"/>
              <a:ext cx="383760" cy="18720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369BA269-905E-4654-857B-D6640D496C8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231669" y="820345"/>
                <a:ext cx="41940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BB7794B6-B6E6-4CCA-AB2E-5832B7542896}"/>
                  </a:ext>
                </a:extLst>
              </p14:cNvPr>
              <p14:cNvContentPartPr/>
              <p14:nvPr/>
            </p14:nvContentPartPr>
            <p14:xfrm>
              <a:off x="10721349" y="674905"/>
              <a:ext cx="1363680" cy="75924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BB7794B6-B6E6-4CCA-AB2E-5832B7542896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703709" y="656905"/>
                <a:ext cx="1399320" cy="79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EE88E3DD-4682-4F68-8812-646653F00BED}"/>
                  </a:ext>
                </a:extLst>
              </p14:cNvPr>
              <p14:cNvContentPartPr/>
              <p14:nvPr/>
            </p14:nvContentPartPr>
            <p14:xfrm>
              <a:off x="8238789" y="1651945"/>
              <a:ext cx="2462760" cy="57636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EE88E3DD-4682-4F68-8812-646653F00BED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221149" y="1634305"/>
                <a:ext cx="2498400" cy="61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12" name="Cerneală 211">
                <a:extLst>
                  <a:ext uri="{FF2B5EF4-FFF2-40B4-BE49-F238E27FC236}">
                    <a16:creationId xmlns:a16="http://schemas.microsoft.com/office/drawing/2014/main" id="{613187EE-66E3-4466-ACF3-0284562CBEE0}"/>
                  </a:ext>
                </a:extLst>
              </p14:cNvPr>
              <p14:cNvContentPartPr/>
              <p14:nvPr/>
            </p14:nvContentPartPr>
            <p14:xfrm>
              <a:off x="5404149" y="727465"/>
              <a:ext cx="2196720" cy="299880"/>
            </p14:xfrm>
          </p:contentPart>
        </mc:Choice>
        <mc:Fallback xmlns="">
          <p:pic>
            <p:nvPicPr>
              <p:cNvPr id="212" name="Cerneală 211">
                <a:extLst>
                  <a:ext uri="{FF2B5EF4-FFF2-40B4-BE49-F238E27FC236}">
                    <a16:creationId xmlns:a16="http://schemas.microsoft.com/office/drawing/2014/main" id="{613187EE-66E3-4466-ACF3-0284562CBEE0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386509" y="709825"/>
                <a:ext cx="2232360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13" name="Cerneală 212">
                <a:extLst>
                  <a:ext uri="{FF2B5EF4-FFF2-40B4-BE49-F238E27FC236}">
                    <a16:creationId xmlns:a16="http://schemas.microsoft.com/office/drawing/2014/main" id="{2ABB047C-5B09-4710-BC03-900AE6FE41AC}"/>
                  </a:ext>
                </a:extLst>
              </p14:cNvPr>
              <p14:cNvContentPartPr/>
              <p14:nvPr/>
            </p14:nvContentPartPr>
            <p14:xfrm>
              <a:off x="3925989" y="768865"/>
              <a:ext cx="1155960" cy="293760"/>
            </p14:xfrm>
          </p:contentPart>
        </mc:Choice>
        <mc:Fallback xmlns="">
          <p:pic>
            <p:nvPicPr>
              <p:cNvPr id="213" name="Cerneală 212">
                <a:extLst>
                  <a:ext uri="{FF2B5EF4-FFF2-40B4-BE49-F238E27FC236}">
                    <a16:creationId xmlns:a16="http://schemas.microsoft.com/office/drawing/2014/main" id="{2ABB047C-5B09-4710-BC03-900AE6FE41AC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907989" y="751225"/>
                <a:ext cx="1191600" cy="3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23" name="Cerneală 222">
                <a:extLst>
                  <a:ext uri="{FF2B5EF4-FFF2-40B4-BE49-F238E27FC236}">
                    <a16:creationId xmlns:a16="http://schemas.microsoft.com/office/drawing/2014/main" id="{9CDB0734-D4B0-443D-B80B-BCB31825FCC7}"/>
                  </a:ext>
                </a:extLst>
              </p14:cNvPr>
              <p14:cNvContentPartPr/>
              <p14:nvPr/>
            </p14:nvContentPartPr>
            <p14:xfrm>
              <a:off x="2790909" y="1173865"/>
              <a:ext cx="2153880" cy="4095360"/>
            </p14:xfrm>
          </p:contentPart>
        </mc:Choice>
        <mc:Fallback xmlns="">
          <p:pic>
            <p:nvPicPr>
              <p:cNvPr id="223" name="Cerneală 222">
                <a:extLst>
                  <a:ext uri="{FF2B5EF4-FFF2-40B4-BE49-F238E27FC236}">
                    <a16:creationId xmlns:a16="http://schemas.microsoft.com/office/drawing/2014/main" id="{9CDB0734-D4B0-443D-B80B-BCB31825FCC7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773269" y="1155865"/>
                <a:ext cx="2189520" cy="413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45" name="Cerneală 244">
                <a:extLst>
                  <a:ext uri="{FF2B5EF4-FFF2-40B4-BE49-F238E27FC236}">
                    <a16:creationId xmlns:a16="http://schemas.microsoft.com/office/drawing/2014/main" id="{5000F708-53C2-43AF-BF51-155EA11EFBC8}"/>
                  </a:ext>
                </a:extLst>
              </p14:cNvPr>
              <p14:cNvContentPartPr/>
              <p14:nvPr/>
            </p14:nvContentPartPr>
            <p14:xfrm>
              <a:off x="5222349" y="2350345"/>
              <a:ext cx="7009560" cy="3878280"/>
            </p14:xfrm>
          </p:contentPart>
        </mc:Choice>
        <mc:Fallback xmlns="">
          <p:pic>
            <p:nvPicPr>
              <p:cNvPr id="245" name="Cerneală 244">
                <a:extLst>
                  <a:ext uri="{FF2B5EF4-FFF2-40B4-BE49-F238E27FC236}">
                    <a16:creationId xmlns:a16="http://schemas.microsoft.com/office/drawing/2014/main" id="{5000F708-53C2-43AF-BF51-155EA11EFBC8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5204708" y="2332345"/>
                <a:ext cx="7045202" cy="3913920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Dreptunghi 26">
            <a:extLst>
              <a:ext uri="{FF2B5EF4-FFF2-40B4-BE49-F238E27FC236}">
                <a16:creationId xmlns:a16="http://schemas.microsoft.com/office/drawing/2014/main" id="{D9BE12ED-A2A2-457E-8448-BC3E6BE96260}"/>
              </a:ext>
            </a:extLst>
          </p:cNvPr>
          <p:cNvSpPr/>
          <p:nvPr/>
        </p:nvSpPr>
        <p:spPr>
          <a:xfrm>
            <a:off x="609660" y="137196"/>
            <a:ext cx="74065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FF"/>
                </a:solidFill>
              </a:rPr>
              <a:t>Decodificatoare</a:t>
            </a:r>
            <a:r>
              <a:rPr lang="en-US" b="1" dirty="0">
                <a:solidFill>
                  <a:srgbClr val="0000FF"/>
                </a:solidFill>
              </a:rPr>
              <a:t> (DCD)</a:t>
            </a:r>
            <a:r>
              <a:rPr lang="ro-RO" b="1" dirty="0">
                <a:solidFill>
                  <a:srgbClr val="0000FF"/>
                </a:solidFill>
              </a:rPr>
              <a:t>  - Circuite comerciale 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519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3F586DB3-3603-4431-B79C-57C259E2AD3F}"/>
              </a:ext>
            </a:extLst>
          </p:cNvPr>
          <p:cNvSpPr/>
          <p:nvPr/>
        </p:nvSpPr>
        <p:spPr>
          <a:xfrm>
            <a:off x="734491" y="411513"/>
            <a:ext cx="3268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300"/>
              </a:spcBef>
            </a:pPr>
            <a:r>
              <a:rPr lang="ro-RO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</a:t>
            </a: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Exemple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de </a:t>
            </a: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circuite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DCD </a:t>
            </a:r>
            <a:endParaRPr lang="ro-RO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D6913A-B6AC-4C4D-B899-65B893732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221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3076" name="Picture 4" descr="utilizare 7442">
            <a:extLst>
              <a:ext uri="{FF2B5EF4-FFF2-40B4-BE49-F238E27FC236}">
                <a16:creationId xmlns:a16="http://schemas.microsoft.com/office/drawing/2014/main" id="{C275A142-F243-4357-A026-9CAF273E1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82" y="1234464"/>
            <a:ext cx="10412373" cy="5120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8709CD37-AD9B-4175-BF2A-74ECFD6E118C}"/>
                  </a:ext>
                </a:extLst>
              </p14:cNvPr>
              <p14:cNvContentPartPr/>
              <p14:nvPr/>
            </p14:nvContentPartPr>
            <p14:xfrm>
              <a:off x="5327469" y="679585"/>
              <a:ext cx="1474920" cy="49104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8709CD37-AD9B-4175-BF2A-74ECFD6E118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09473" y="661945"/>
                <a:ext cx="1510551" cy="52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A9386031-6D6B-4E76-8EDC-58561DAF89E2}"/>
                  </a:ext>
                </a:extLst>
              </p14:cNvPr>
              <p14:cNvContentPartPr/>
              <p14:nvPr/>
            </p14:nvContentPartPr>
            <p14:xfrm>
              <a:off x="4522509" y="908545"/>
              <a:ext cx="602280" cy="28296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A9386031-6D6B-4E76-8EDC-58561DAF89E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04858" y="890545"/>
                <a:ext cx="637941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BDF6E341-49A8-4194-86CE-E254B2EE03BA}"/>
                  </a:ext>
                </a:extLst>
              </p14:cNvPr>
              <p14:cNvContentPartPr/>
              <p14:nvPr/>
            </p14:nvContentPartPr>
            <p14:xfrm>
              <a:off x="1979109" y="1011865"/>
              <a:ext cx="321120" cy="10044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BDF6E341-49A8-4194-86CE-E254B2EE03B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61469" y="994225"/>
                <a:ext cx="35676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BCD995E5-FF40-445D-834F-D2B53ECA2B2F}"/>
                  </a:ext>
                </a:extLst>
              </p14:cNvPr>
              <p14:cNvContentPartPr/>
              <p14:nvPr/>
            </p14:nvContentPartPr>
            <p14:xfrm>
              <a:off x="2540709" y="957505"/>
              <a:ext cx="166680" cy="16416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BCD995E5-FF40-445D-834F-D2B53ECA2B2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523069" y="939865"/>
                <a:ext cx="20232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BA1DDAF7-D525-4228-AED7-DC5099E74FC4}"/>
                  </a:ext>
                </a:extLst>
              </p14:cNvPr>
              <p14:cNvContentPartPr/>
              <p14:nvPr/>
            </p14:nvContentPartPr>
            <p14:xfrm>
              <a:off x="3799989" y="758065"/>
              <a:ext cx="60120" cy="26820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BA1DDAF7-D525-4228-AED7-DC5099E74FC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81989" y="740065"/>
                <a:ext cx="9576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B01E1697-C9EE-4418-87DA-9F3BE5408E80}"/>
                  </a:ext>
                </a:extLst>
              </p14:cNvPr>
              <p14:cNvContentPartPr/>
              <p14:nvPr/>
            </p14:nvContentPartPr>
            <p14:xfrm>
              <a:off x="2892069" y="703705"/>
              <a:ext cx="798120" cy="39816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B01E1697-C9EE-4418-87DA-9F3BE5408E8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874429" y="686065"/>
                <a:ext cx="833760" cy="43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4AF25FD6-44CE-4FAD-996F-FD81B08ACB62}"/>
                  </a:ext>
                </a:extLst>
              </p14:cNvPr>
              <p14:cNvContentPartPr/>
              <p14:nvPr/>
            </p14:nvContentPartPr>
            <p14:xfrm>
              <a:off x="2872989" y="1487065"/>
              <a:ext cx="975600" cy="208224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4AF25FD6-44CE-4FAD-996F-FD81B08ACB6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854996" y="1469425"/>
                <a:ext cx="1011227" cy="21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43DEEC77-935D-42F6-BEC7-22AD02B1C1E7}"/>
                  </a:ext>
                </a:extLst>
              </p14:cNvPr>
              <p14:cNvContentPartPr/>
              <p14:nvPr/>
            </p14:nvContentPartPr>
            <p14:xfrm>
              <a:off x="567549" y="6708505"/>
              <a:ext cx="360" cy="36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43DEEC77-935D-42F6-BEC7-22AD02B1C1E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49909" y="669086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079" name="Cerneală 3078">
                <a:extLst>
                  <a:ext uri="{FF2B5EF4-FFF2-40B4-BE49-F238E27FC236}">
                    <a16:creationId xmlns:a16="http://schemas.microsoft.com/office/drawing/2014/main" id="{8F68E50E-51BE-498E-A310-B654B022817E}"/>
                  </a:ext>
                </a:extLst>
              </p14:cNvPr>
              <p14:cNvContentPartPr/>
              <p14:nvPr/>
            </p14:nvContentPartPr>
            <p14:xfrm>
              <a:off x="47709" y="918985"/>
              <a:ext cx="1642320" cy="2657160"/>
            </p14:xfrm>
          </p:contentPart>
        </mc:Choice>
        <mc:Fallback xmlns="">
          <p:pic>
            <p:nvPicPr>
              <p:cNvPr id="3079" name="Cerneală 3078">
                <a:extLst>
                  <a:ext uri="{FF2B5EF4-FFF2-40B4-BE49-F238E27FC236}">
                    <a16:creationId xmlns:a16="http://schemas.microsoft.com/office/drawing/2014/main" id="{8F68E50E-51BE-498E-A310-B654B022817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9709" y="900985"/>
                <a:ext cx="1677960" cy="269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080" name="Cerneală 3079">
                <a:extLst>
                  <a:ext uri="{FF2B5EF4-FFF2-40B4-BE49-F238E27FC236}">
                    <a16:creationId xmlns:a16="http://schemas.microsoft.com/office/drawing/2014/main" id="{EB18F998-AB80-4E65-89CE-084EA70A4422}"/>
                  </a:ext>
                </a:extLst>
              </p14:cNvPr>
              <p14:cNvContentPartPr/>
              <p14:nvPr/>
            </p14:nvContentPartPr>
            <p14:xfrm>
              <a:off x="6129189" y="1023745"/>
              <a:ext cx="1322640" cy="911160"/>
            </p14:xfrm>
          </p:contentPart>
        </mc:Choice>
        <mc:Fallback xmlns="">
          <p:pic>
            <p:nvPicPr>
              <p:cNvPr id="3080" name="Cerneală 3079">
                <a:extLst>
                  <a:ext uri="{FF2B5EF4-FFF2-40B4-BE49-F238E27FC236}">
                    <a16:creationId xmlns:a16="http://schemas.microsoft.com/office/drawing/2014/main" id="{EB18F998-AB80-4E65-89CE-084EA70A442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111549" y="988105"/>
                <a:ext cx="1358280" cy="9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081" name="Cerneală 3080">
                <a:extLst>
                  <a:ext uri="{FF2B5EF4-FFF2-40B4-BE49-F238E27FC236}">
                    <a16:creationId xmlns:a16="http://schemas.microsoft.com/office/drawing/2014/main" id="{4548DB12-9061-4262-84F0-3FE7B9AA7F2A}"/>
                  </a:ext>
                </a:extLst>
              </p14:cNvPr>
              <p14:cNvContentPartPr/>
              <p14:nvPr/>
            </p14:nvContentPartPr>
            <p14:xfrm>
              <a:off x="6039549" y="1669585"/>
              <a:ext cx="299520" cy="275760"/>
            </p14:xfrm>
          </p:contentPart>
        </mc:Choice>
        <mc:Fallback xmlns="">
          <p:pic>
            <p:nvPicPr>
              <p:cNvPr id="3081" name="Cerneală 3080">
                <a:extLst>
                  <a:ext uri="{FF2B5EF4-FFF2-40B4-BE49-F238E27FC236}">
                    <a16:creationId xmlns:a16="http://schemas.microsoft.com/office/drawing/2014/main" id="{4548DB12-9061-4262-84F0-3FE7B9AA7F2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021549" y="1633945"/>
                <a:ext cx="33516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082" name="Cerneală 3081">
                <a:extLst>
                  <a:ext uri="{FF2B5EF4-FFF2-40B4-BE49-F238E27FC236}">
                    <a16:creationId xmlns:a16="http://schemas.microsoft.com/office/drawing/2014/main" id="{36AC37AF-5FB6-4F45-BF2F-5793508ADB98}"/>
                  </a:ext>
                </a:extLst>
              </p14:cNvPr>
              <p14:cNvContentPartPr/>
              <p14:nvPr/>
            </p14:nvContentPartPr>
            <p14:xfrm>
              <a:off x="7392069" y="560785"/>
              <a:ext cx="338040" cy="174240"/>
            </p14:xfrm>
          </p:contentPart>
        </mc:Choice>
        <mc:Fallback xmlns="">
          <p:pic>
            <p:nvPicPr>
              <p:cNvPr id="3082" name="Cerneală 3081">
                <a:extLst>
                  <a:ext uri="{FF2B5EF4-FFF2-40B4-BE49-F238E27FC236}">
                    <a16:creationId xmlns:a16="http://schemas.microsoft.com/office/drawing/2014/main" id="{36AC37AF-5FB6-4F45-BF2F-5793508ADB98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374069" y="525145"/>
                <a:ext cx="37368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083" name="Cerneală 3082">
                <a:extLst>
                  <a:ext uri="{FF2B5EF4-FFF2-40B4-BE49-F238E27FC236}">
                    <a16:creationId xmlns:a16="http://schemas.microsoft.com/office/drawing/2014/main" id="{3E3E2EAF-7190-4797-818D-8DA67FE3A9FE}"/>
                  </a:ext>
                </a:extLst>
              </p14:cNvPr>
              <p14:cNvContentPartPr/>
              <p14:nvPr/>
            </p14:nvContentPartPr>
            <p14:xfrm>
              <a:off x="7685469" y="389425"/>
              <a:ext cx="9720" cy="25560"/>
            </p14:xfrm>
          </p:contentPart>
        </mc:Choice>
        <mc:Fallback xmlns="">
          <p:pic>
            <p:nvPicPr>
              <p:cNvPr id="3083" name="Cerneală 3082">
                <a:extLst>
                  <a:ext uri="{FF2B5EF4-FFF2-40B4-BE49-F238E27FC236}">
                    <a16:creationId xmlns:a16="http://schemas.microsoft.com/office/drawing/2014/main" id="{3E3E2EAF-7190-4797-818D-8DA67FE3A9F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667829" y="353785"/>
                <a:ext cx="4536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084" name="Cerneală 3083">
                <a:extLst>
                  <a:ext uri="{FF2B5EF4-FFF2-40B4-BE49-F238E27FC236}">
                    <a16:creationId xmlns:a16="http://schemas.microsoft.com/office/drawing/2014/main" id="{C8CCB426-8E71-46AB-9AFC-A361FD023434}"/>
                  </a:ext>
                </a:extLst>
              </p14:cNvPr>
              <p14:cNvContentPartPr/>
              <p14:nvPr/>
            </p14:nvContentPartPr>
            <p14:xfrm>
              <a:off x="7806069" y="450265"/>
              <a:ext cx="211320" cy="218880"/>
            </p14:xfrm>
          </p:contentPart>
        </mc:Choice>
        <mc:Fallback xmlns="">
          <p:pic>
            <p:nvPicPr>
              <p:cNvPr id="3084" name="Cerneală 3083">
                <a:extLst>
                  <a:ext uri="{FF2B5EF4-FFF2-40B4-BE49-F238E27FC236}">
                    <a16:creationId xmlns:a16="http://schemas.microsoft.com/office/drawing/2014/main" id="{C8CCB426-8E71-46AB-9AFC-A361FD023434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788069" y="414265"/>
                <a:ext cx="24696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085" name="Cerneală 3084">
                <a:extLst>
                  <a:ext uri="{FF2B5EF4-FFF2-40B4-BE49-F238E27FC236}">
                    <a16:creationId xmlns:a16="http://schemas.microsoft.com/office/drawing/2014/main" id="{7A069DC9-780A-4237-A961-4024B42C1570}"/>
                  </a:ext>
                </a:extLst>
              </p14:cNvPr>
              <p14:cNvContentPartPr/>
              <p14:nvPr/>
            </p14:nvContentPartPr>
            <p14:xfrm>
              <a:off x="8076069" y="414625"/>
              <a:ext cx="253440" cy="144360"/>
            </p14:xfrm>
          </p:contentPart>
        </mc:Choice>
        <mc:Fallback xmlns="">
          <p:pic>
            <p:nvPicPr>
              <p:cNvPr id="3085" name="Cerneală 3084">
                <a:extLst>
                  <a:ext uri="{FF2B5EF4-FFF2-40B4-BE49-F238E27FC236}">
                    <a16:creationId xmlns:a16="http://schemas.microsoft.com/office/drawing/2014/main" id="{7A069DC9-780A-4237-A961-4024B42C157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058069" y="378625"/>
                <a:ext cx="2890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086" name="Cerneală 3085">
                <a:extLst>
                  <a:ext uri="{FF2B5EF4-FFF2-40B4-BE49-F238E27FC236}">
                    <a16:creationId xmlns:a16="http://schemas.microsoft.com/office/drawing/2014/main" id="{3C2FE121-E66C-4B4B-80B3-ED13E7DA3242}"/>
                  </a:ext>
                </a:extLst>
              </p14:cNvPr>
              <p14:cNvContentPartPr/>
              <p14:nvPr/>
            </p14:nvContentPartPr>
            <p14:xfrm>
              <a:off x="8488629" y="492385"/>
              <a:ext cx="2880" cy="3600"/>
            </p14:xfrm>
          </p:contentPart>
        </mc:Choice>
        <mc:Fallback xmlns="">
          <p:pic>
            <p:nvPicPr>
              <p:cNvPr id="3086" name="Cerneală 3085">
                <a:extLst>
                  <a:ext uri="{FF2B5EF4-FFF2-40B4-BE49-F238E27FC236}">
                    <a16:creationId xmlns:a16="http://schemas.microsoft.com/office/drawing/2014/main" id="{3C2FE121-E66C-4B4B-80B3-ED13E7DA3242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470989" y="456385"/>
                <a:ext cx="3852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087" name="Cerneală 3086">
                <a:extLst>
                  <a:ext uri="{FF2B5EF4-FFF2-40B4-BE49-F238E27FC236}">
                    <a16:creationId xmlns:a16="http://schemas.microsoft.com/office/drawing/2014/main" id="{1DF13FC3-02EB-403E-BD9D-EC4B7B53E649}"/>
                  </a:ext>
                </a:extLst>
              </p14:cNvPr>
              <p14:cNvContentPartPr/>
              <p14:nvPr/>
            </p14:nvContentPartPr>
            <p14:xfrm>
              <a:off x="7778349" y="741865"/>
              <a:ext cx="191880" cy="343080"/>
            </p14:xfrm>
          </p:contentPart>
        </mc:Choice>
        <mc:Fallback xmlns="">
          <p:pic>
            <p:nvPicPr>
              <p:cNvPr id="3087" name="Cerneală 3086">
                <a:extLst>
                  <a:ext uri="{FF2B5EF4-FFF2-40B4-BE49-F238E27FC236}">
                    <a16:creationId xmlns:a16="http://schemas.microsoft.com/office/drawing/2014/main" id="{1DF13FC3-02EB-403E-BD9D-EC4B7B53E64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760349" y="705865"/>
                <a:ext cx="227520" cy="4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088" name="Cerneală 3087">
                <a:extLst>
                  <a:ext uri="{FF2B5EF4-FFF2-40B4-BE49-F238E27FC236}">
                    <a16:creationId xmlns:a16="http://schemas.microsoft.com/office/drawing/2014/main" id="{6BA5085D-45B8-4EC3-8388-F0056A4DAE2B}"/>
                  </a:ext>
                </a:extLst>
              </p14:cNvPr>
              <p14:cNvContentPartPr/>
              <p14:nvPr/>
            </p14:nvContentPartPr>
            <p14:xfrm>
              <a:off x="8050509" y="894865"/>
              <a:ext cx="38880" cy="100080"/>
            </p14:xfrm>
          </p:contentPart>
        </mc:Choice>
        <mc:Fallback xmlns="">
          <p:pic>
            <p:nvPicPr>
              <p:cNvPr id="3088" name="Cerneală 3087">
                <a:extLst>
                  <a:ext uri="{FF2B5EF4-FFF2-40B4-BE49-F238E27FC236}">
                    <a16:creationId xmlns:a16="http://schemas.microsoft.com/office/drawing/2014/main" id="{6BA5085D-45B8-4EC3-8388-F0056A4DAE2B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032509" y="858865"/>
                <a:ext cx="7452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089" name="Cerneală 3088">
                <a:extLst>
                  <a:ext uri="{FF2B5EF4-FFF2-40B4-BE49-F238E27FC236}">
                    <a16:creationId xmlns:a16="http://schemas.microsoft.com/office/drawing/2014/main" id="{5F5CBF53-A23B-4C77-BEAF-EA7CB0468DFA}"/>
                  </a:ext>
                </a:extLst>
              </p14:cNvPr>
              <p14:cNvContentPartPr/>
              <p14:nvPr/>
            </p14:nvContentPartPr>
            <p14:xfrm>
              <a:off x="8008749" y="750505"/>
              <a:ext cx="28800" cy="36000"/>
            </p14:xfrm>
          </p:contentPart>
        </mc:Choice>
        <mc:Fallback xmlns="">
          <p:pic>
            <p:nvPicPr>
              <p:cNvPr id="3089" name="Cerneală 3088">
                <a:extLst>
                  <a:ext uri="{FF2B5EF4-FFF2-40B4-BE49-F238E27FC236}">
                    <a16:creationId xmlns:a16="http://schemas.microsoft.com/office/drawing/2014/main" id="{5F5CBF53-A23B-4C77-BEAF-EA7CB0468DFA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990749" y="714505"/>
                <a:ext cx="6444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090" name="Cerneală 3089">
                <a:extLst>
                  <a:ext uri="{FF2B5EF4-FFF2-40B4-BE49-F238E27FC236}">
                    <a16:creationId xmlns:a16="http://schemas.microsoft.com/office/drawing/2014/main" id="{39CE9491-9898-47B6-A6F5-4FC6DD01C43F}"/>
                  </a:ext>
                </a:extLst>
              </p14:cNvPr>
              <p14:cNvContentPartPr/>
              <p14:nvPr/>
            </p14:nvContentPartPr>
            <p14:xfrm>
              <a:off x="8184069" y="761305"/>
              <a:ext cx="151560" cy="225360"/>
            </p14:xfrm>
          </p:contentPart>
        </mc:Choice>
        <mc:Fallback xmlns="">
          <p:pic>
            <p:nvPicPr>
              <p:cNvPr id="3090" name="Cerneală 3089">
                <a:extLst>
                  <a:ext uri="{FF2B5EF4-FFF2-40B4-BE49-F238E27FC236}">
                    <a16:creationId xmlns:a16="http://schemas.microsoft.com/office/drawing/2014/main" id="{39CE9491-9898-47B6-A6F5-4FC6DD01C43F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166429" y="725665"/>
                <a:ext cx="18720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091" name="Cerneală 3090">
                <a:extLst>
                  <a:ext uri="{FF2B5EF4-FFF2-40B4-BE49-F238E27FC236}">
                    <a16:creationId xmlns:a16="http://schemas.microsoft.com/office/drawing/2014/main" id="{7D53E52D-C2B3-4A63-BBCA-B3391793FE91}"/>
                  </a:ext>
                </a:extLst>
              </p14:cNvPr>
              <p14:cNvContentPartPr/>
              <p14:nvPr/>
            </p14:nvContentPartPr>
            <p14:xfrm>
              <a:off x="8460549" y="711985"/>
              <a:ext cx="64440" cy="365400"/>
            </p14:xfrm>
          </p:contentPart>
        </mc:Choice>
        <mc:Fallback xmlns="">
          <p:pic>
            <p:nvPicPr>
              <p:cNvPr id="3091" name="Cerneală 3090">
                <a:extLst>
                  <a:ext uri="{FF2B5EF4-FFF2-40B4-BE49-F238E27FC236}">
                    <a16:creationId xmlns:a16="http://schemas.microsoft.com/office/drawing/2014/main" id="{7D53E52D-C2B3-4A63-BBCA-B3391793FE91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442549" y="675985"/>
                <a:ext cx="100080" cy="43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092" name="Cerneală 3091">
                <a:extLst>
                  <a:ext uri="{FF2B5EF4-FFF2-40B4-BE49-F238E27FC236}">
                    <a16:creationId xmlns:a16="http://schemas.microsoft.com/office/drawing/2014/main" id="{10F604A3-FCDD-402E-9115-31B12EFAD5D7}"/>
                  </a:ext>
                </a:extLst>
              </p14:cNvPr>
              <p14:cNvContentPartPr/>
              <p14:nvPr/>
            </p14:nvContentPartPr>
            <p14:xfrm>
              <a:off x="8445789" y="692905"/>
              <a:ext cx="193680" cy="96120"/>
            </p14:xfrm>
          </p:contentPart>
        </mc:Choice>
        <mc:Fallback xmlns="">
          <p:pic>
            <p:nvPicPr>
              <p:cNvPr id="3092" name="Cerneală 3091">
                <a:extLst>
                  <a:ext uri="{FF2B5EF4-FFF2-40B4-BE49-F238E27FC236}">
                    <a16:creationId xmlns:a16="http://schemas.microsoft.com/office/drawing/2014/main" id="{10F604A3-FCDD-402E-9115-31B12EFAD5D7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8428149" y="657265"/>
                <a:ext cx="22932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093" name="Cerneală 3092">
                <a:extLst>
                  <a:ext uri="{FF2B5EF4-FFF2-40B4-BE49-F238E27FC236}">
                    <a16:creationId xmlns:a16="http://schemas.microsoft.com/office/drawing/2014/main" id="{AAF89FC4-D164-4250-B857-6563C17DF30A}"/>
                  </a:ext>
                </a:extLst>
              </p14:cNvPr>
              <p14:cNvContentPartPr/>
              <p14:nvPr/>
            </p14:nvContentPartPr>
            <p14:xfrm>
              <a:off x="8694549" y="636025"/>
              <a:ext cx="121320" cy="99360"/>
            </p14:xfrm>
          </p:contentPart>
        </mc:Choice>
        <mc:Fallback xmlns="">
          <p:pic>
            <p:nvPicPr>
              <p:cNvPr id="3093" name="Cerneală 3092">
                <a:extLst>
                  <a:ext uri="{FF2B5EF4-FFF2-40B4-BE49-F238E27FC236}">
                    <a16:creationId xmlns:a16="http://schemas.microsoft.com/office/drawing/2014/main" id="{AAF89FC4-D164-4250-B857-6563C17DF30A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676549" y="600385"/>
                <a:ext cx="15696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094" name="Cerneală 3093">
                <a:extLst>
                  <a:ext uri="{FF2B5EF4-FFF2-40B4-BE49-F238E27FC236}">
                    <a16:creationId xmlns:a16="http://schemas.microsoft.com/office/drawing/2014/main" id="{8A2F3743-9EC3-47A5-862D-BC0C0C4989DC}"/>
                  </a:ext>
                </a:extLst>
              </p14:cNvPr>
              <p14:cNvContentPartPr/>
              <p14:nvPr/>
            </p14:nvContentPartPr>
            <p14:xfrm>
              <a:off x="8902989" y="572665"/>
              <a:ext cx="301680" cy="119160"/>
            </p14:xfrm>
          </p:contentPart>
        </mc:Choice>
        <mc:Fallback xmlns="">
          <p:pic>
            <p:nvPicPr>
              <p:cNvPr id="3094" name="Cerneală 3093">
                <a:extLst>
                  <a:ext uri="{FF2B5EF4-FFF2-40B4-BE49-F238E27FC236}">
                    <a16:creationId xmlns:a16="http://schemas.microsoft.com/office/drawing/2014/main" id="{8A2F3743-9EC3-47A5-862D-BC0C0C4989DC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885349" y="536665"/>
                <a:ext cx="33732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095" name="Cerneală 3094">
                <a:extLst>
                  <a:ext uri="{FF2B5EF4-FFF2-40B4-BE49-F238E27FC236}">
                    <a16:creationId xmlns:a16="http://schemas.microsoft.com/office/drawing/2014/main" id="{0C2F1997-3A70-4E7D-88E0-4E632DCD71A7}"/>
                  </a:ext>
                </a:extLst>
              </p14:cNvPr>
              <p14:cNvContentPartPr/>
              <p14:nvPr/>
            </p14:nvContentPartPr>
            <p14:xfrm>
              <a:off x="9226989" y="547465"/>
              <a:ext cx="34200" cy="82080"/>
            </p14:xfrm>
          </p:contentPart>
        </mc:Choice>
        <mc:Fallback xmlns="">
          <p:pic>
            <p:nvPicPr>
              <p:cNvPr id="3095" name="Cerneală 3094">
                <a:extLst>
                  <a:ext uri="{FF2B5EF4-FFF2-40B4-BE49-F238E27FC236}">
                    <a16:creationId xmlns:a16="http://schemas.microsoft.com/office/drawing/2014/main" id="{0C2F1997-3A70-4E7D-88E0-4E632DCD71A7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208989" y="511825"/>
                <a:ext cx="6984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3096" name="Cerneală 3095">
                <a:extLst>
                  <a:ext uri="{FF2B5EF4-FFF2-40B4-BE49-F238E27FC236}">
                    <a16:creationId xmlns:a16="http://schemas.microsoft.com/office/drawing/2014/main" id="{70498903-B7FE-4D4E-B8EA-2BFC3B557357}"/>
                  </a:ext>
                </a:extLst>
              </p14:cNvPr>
              <p14:cNvContentPartPr/>
              <p14:nvPr/>
            </p14:nvContentPartPr>
            <p14:xfrm>
              <a:off x="9192069" y="398785"/>
              <a:ext cx="360" cy="360"/>
            </p14:xfrm>
          </p:contentPart>
        </mc:Choice>
        <mc:Fallback xmlns="">
          <p:pic>
            <p:nvPicPr>
              <p:cNvPr id="3096" name="Cerneală 3095">
                <a:extLst>
                  <a:ext uri="{FF2B5EF4-FFF2-40B4-BE49-F238E27FC236}">
                    <a16:creationId xmlns:a16="http://schemas.microsoft.com/office/drawing/2014/main" id="{70498903-B7FE-4D4E-B8EA-2BFC3B557357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9174069" y="36314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097" name="Cerneală 3096">
                <a:extLst>
                  <a:ext uri="{FF2B5EF4-FFF2-40B4-BE49-F238E27FC236}">
                    <a16:creationId xmlns:a16="http://schemas.microsoft.com/office/drawing/2014/main" id="{3096EC29-9B45-48CF-A214-9AF6D716C364}"/>
                  </a:ext>
                </a:extLst>
              </p14:cNvPr>
              <p14:cNvContentPartPr/>
              <p14:nvPr/>
            </p14:nvContentPartPr>
            <p14:xfrm>
              <a:off x="9307269" y="216265"/>
              <a:ext cx="315000" cy="359640"/>
            </p14:xfrm>
          </p:contentPart>
        </mc:Choice>
        <mc:Fallback xmlns="">
          <p:pic>
            <p:nvPicPr>
              <p:cNvPr id="3097" name="Cerneală 3096">
                <a:extLst>
                  <a:ext uri="{FF2B5EF4-FFF2-40B4-BE49-F238E27FC236}">
                    <a16:creationId xmlns:a16="http://schemas.microsoft.com/office/drawing/2014/main" id="{3096EC29-9B45-48CF-A214-9AF6D716C364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9289629" y="180625"/>
                <a:ext cx="350640" cy="43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098" name="Cerneală 3097">
                <a:extLst>
                  <a:ext uri="{FF2B5EF4-FFF2-40B4-BE49-F238E27FC236}">
                    <a16:creationId xmlns:a16="http://schemas.microsoft.com/office/drawing/2014/main" id="{8336852A-59EC-41F1-8406-7B34BD1D2213}"/>
                  </a:ext>
                </a:extLst>
              </p14:cNvPr>
              <p14:cNvContentPartPr/>
              <p14:nvPr/>
            </p14:nvContentPartPr>
            <p14:xfrm>
              <a:off x="9581229" y="248305"/>
              <a:ext cx="18720" cy="7200"/>
            </p14:xfrm>
          </p:contentPart>
        </mc:Choice>
        <mc:Fallback xmlns="">
          <p:pic>
            <p:nvPicPr>
              <p:cNvPr id="3098" name="Cerneală 3097">
                <a:extLst>
                  <a:ext uri="{FF2B5EF4-FFF2-40B4-BE49-F238E27FC236}">
                    <a16:creationId xmlns:a16="http://schemas.microsoft.com/office/drawing/2014/main" id="{8336852A-59EC-41F1-8406-7B34BD1D2213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9563589" y="212305"/>
                <a:ext cx="5436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099" name="Cerneală 3098">
                <a:extLst>
                  <a:ext uri="{FF2B5EF4-FFF2-40B4-BE49-F238E27FC236}">
                    <a16:creationId xmlns:a16="http://schemas.microsoft.com/office/drawing/2014/main" id="{8AC592AF-B5D2-4222-952F-72F5312A1A5E}"/>
                  </a:ext>
                </a:extLst>
              </p14:cNvPr>
              <p14:cNvContentPartPr/>
              <p14:nvPr/>
            </p14:nvContentPartPr>
            <p14:xfrm>
              <a:off x="9664029" y="87745"/>
              <a:ext cx="214200" cy="317160"/>
            </p14:xfrm>
          </p:contentPart>
        </mc:Choice>
        <mc:Fallback xmlns="">
          <p:pic>
            <p:nvPicPr>
              <p:cNvPr id="3099" name="Cerneală 3098">
                <a:extLst>
                  <a:ext uri="{FF2B5EF4-FFF2-40B4-BE49-F238E27FC236}">
                    <a16:creationId xmlns:a16="http://schemas.microsoft.com/office/drawing/2014/main" id="{8AC592AF-B5D2-4222-952F-72F5312A1A5E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646029" y="52105"/>
                <a:ext cx="249840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100" name="Cerneală 3099">
                <a:extLst>
                  <a:ext uri="{FF2B5EF4-FFF2-40B4-BE49-F238E27FC236}">
                    <a16:creationId xmlns:a16="http://schemas.microsoft.com/office/drawing/2014/main" id="{4009CC4B-14BA-44E2-BD66-A963B2B5518C}"/>
                  </a:ext>
                </a:extLst>
              </p14:cNvPr>
              <p14:cNvContentPartPr/>
              <p14:nvPr/>
            </p14:nvContentPartPr>
            <p14:xfrm>
              <a:off x="10038069" y="362425"/>
              <a:ext cx="6120" cy="7920"/>
            </p14:xfrm>
          </p:contentPart>
        </mc:Choice>
        <mc:Fallback xmlns="">
          <p:pic>
            <p:nvPicPr>
              <p:cNvPr id="3100" name="Cerneală 3099">
                <a:extLst>
                  <a:ext uri="{FF2B5EF4-FFF2-40B4-BE49-F238E27FC236}">
                    <a16:creationId xmlns:a16="http://schemas.microsoft.com/office/drawing/2014/main" id="{4009CC4B-14BA-44E2-BD66-A963B2B5518C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0020069" y="326785"/>
                <a:ext cx="4176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3104" name="Cerneală 3103">
                <a:extLst>
                  <a:ext uri="{FF2B5EF4-FFF2-40B4-BE49-F238E27FC236}">
                    <a16:creationId xmlns:a16="http://schemas.microsoft.com/office/drawing/2014/main" id="{27582955-2E62-4BB4-BF53-7865D38602C9}"/>
                  </a:ext>
                </a:extLst>
              </p14:cNvPr>
              <p14:cNvContentPartPr/>
              <p14:nvPr/>
            </p14:nvContentPartPr>
            <p14:xfrm>
              <a:off x="7662069" y="1828345"/>
              <a:ext cx="308520" cy="309600"/>
            </p14:xfrm>
          </p:contentPart>
        </mc:Choice>
        <mc:Fallback xmlns="">
          <p:pic>
            <p:nvPicPr>
              <p:cNvPr id="3104" name="Cerneală 3103">
                <a:extLst>
                  <a:ext uri="{FF2B5EF4-FFF2-40B4-BE49-F238E27FC236}">
                    <a16:creationId xmlns:a16="http://schemas.microsoft.com/office/drawing/2014/main" id="{27582955-2E62-4BB4-BF53-7865D38602C9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644090" y="1810345"/>
                <a:ext cx="344118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3107" name="Cerneală 3106">
                <a:extLst>
                  <a:ext uri="{FF2B5EF4-FFF2-40B4-BE49-F238E27FC236}">
                    <a16:creationId xmlns:a16="http://schemas.microsoft.com/office/drawing/2014/main" id="{708FA37D-BF21-41DB-9A35-317828ED7E80}"/>
                  </a:ext>
                </a:extLst>
              </p14:cNvPr>
              <p14:cNvContentPartPr/>
              <p14:nvPr/>
            </p14:nvContentPartPr>
            <p14:xfrm>
              <a:off x="7425909" y="5125225"/>
              <a:ext cx="160560" cy="223560"/>
            </p14:xfrm>
          </p:contentPart>
        </mc:Choice>
        <mc:Fallback xmlns="">
          <p:pic>
            <p:nvPicPr>
              <p:cNvPr id="3107" name="Cerneală 3106">
                <a:extLst>
                  <a:ext uri="{FF2B5EF4-FFF2-40B4-BE49-F238E27FC236}">
                    <a16:creationId xmlns:a16="http://schemas.microsoft.com/office/drawing/2014/main" id="{708FA37D-BF21-41DB-9A35-317828ED7E80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7407909" y="5107225"/>
                <a:ext cx="19620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3117" name="Cerneală 3116">
                <a:extLst>
                  <a:ext uri="{FF2B5EF4-FFF2-40B4-BE49-F238E27FC236}">
                    <a16:creationId xmlns:a16="http://schemas.microsoft.com/office/drawing/2014/main" id="{9F7DA178-4D15-48F3-9024-039635F3AFED}"/>
                  </a:ext>
                </a:extLst>
              </p14:cNvPr>
              <p14:cNvContentPartPr/>
              <p14:nvPr/>
            </p14:nvContentPartPr>
            <p14:xfrm>
              <a:off x="9518949" y="5202265"/>
              <a:ext cx="22320" cy="150840"/>
            </p14:xfrm>
          </p:contentPart>
        </mc:Choice>
        <mc:Fallback xmlns="">
          <p:pic>
            <p:nvPicPr>
              <p:cNvPr id="3117" name="Cerneală 3116">
                <a:extLst>
                  <a:ext uri="{FF2B5EF4-FFF2-40B4-BE49-F238E27FC236}">
                    <a16:creationId xmlns:a16="http://schemas.microsoft.com/office/drawing/2014/main" id="{9F7DA178-4D15-48F3-9024-039635F3AFED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9501309" y="5184265"/>
                <a:ext cx="5796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3121" name="Cerneală 3120">
                <a:extLst>
                  <a:ext uri="{FF2B5EF4-FFF2-40B4-BE49-F238E27FC236}">
                    <a16:creationId xmlns:a16="http://schemas.microsoft.com/office/drawing/2014/main" id="{197132FB-037D-4378-99DF-ED0F71BC6E0B}"/>
                  </a:ext>
                </a:extLst>
              </p14:cNvPr>
              <p14:cNvContentPartPr/>
              <p14:nvPr/>
            </p14:nvContentPartPr>
            <p14:xfrm>
              <a:off x="11483109" y="4920745"/>
              <a:ext cx="19080" cy="7560"/>
            </p14:xfrm>
          </p:contentPart>
        </mc:Choice>
        <mc:Fallback xmlns="">
          <p:pic>
            <p:nvPicPr>
              <p:cNvPr id="3121" name="Cerneală 3120">
                <a:extLst>
                  <a:ext uri="{FF2B5EF4-FFF2-40B4-BE49-F238E27FC236}">
                    <a16:creationId xmlns:a16="http://schemas.microsoft.com/office/drawing/2014/main" id="{197132FB-037D-4378-99DF-ED0F71BC6E0B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1465469" y="4902745"/>
                <a:ext cx="547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3122" name="Cerneală 3121">
                <a:extLst>
                  <a:ext uri="{FF2B5EF4-FFF2-40B4-BE49-F238E27FC236}">
                    <a16:creationId xmlns:a16="http://schemas.microsoft.com/office/drawing/2014/main" id="{8639A6C6-79DF-427C-837C-EE742EA3295A}"/>
                  </a:ext>
                </a:extLst>
              </p14:cNvPr>
              <p14:cNvContentPartPr/>
              <p14:nvPr/>
            </p14:nvContentPartPr>
            <p14:xfrm>
              <a:off x="8643069" y="5010745"/>
              <a:ext cx="642240" cy="375120"/>
            </p14:xfrm>
          </p:contentPart>
        </mc:Choice>
        <mc:Fallback xmlns="">
          <p:pic>
            <p:nvPicPr>
              <p:cNvPr id="3122" name="Cerneală 3121">
                <a:extLst>
                  <a:ext uri="{FF2B5EF4-FFF2-40B4-BE49-F238E27FC236}">
                    <a16:creationId xmlns:a16="http://schemas.microsoft.com/office/drawing/2014/main" id="{8639A6C6-79DF-427C-837C-EE742EA3295A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8625079" y="4992745"/>
                <a:ext cx="677860" cy="41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3123" name="Cerneală 3122">
                <a:extLst>
                  <a:ext uri="{FF2B5EF4-FFF2-40B4-BE49-F238E27FC236}">
                    <a16:creationId xmlns:a16="http://schemas.microsoft.com/office/drawing/2014/main" id="{AAA1328C-F1FA-4D11-B3FB-B7C28F86736F}"/>
                  </a:ext>
                </a:extLst>
              </p14:cNvPr>
              <p14:cNvContentPartPr/>
              <p14:nvPr/>
            </p14:nvContentPartPr>
            <p14:xfrm>
              <a:off x="7733709" y="5171305"/>
              <a:ext cx="433800" cy="133560"/>
            </p14:xfrm>
          </p:contentPart>
        </mc:Choice>
        <mc:Fallback xmlns="">
          <p:pic>
            <p:nvPicPr>
              <p:cNvPr id="3123" name="Cerneală 3122">
                <a:extLst>
                  <a:ext uri="{FF2B5EF4-FFF2-40B4-BE49-F238E27FC236}">
                    <a16:creationId xmlns:a16="http://schemas.microsoft.com/office/drawing/2014/main" id="{AAA1328C-F1FA-4D11-B3FB-B7C28F86736F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7715724" y="5153305"/>
                <a:ext cx="46941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3134" name="Cerneală 3133">
                <a:extLst>
                  <a:ext uri="{FF2B5EF4-FFF2-40B4-BE49-F238E27FC236}">
                    <a16:creationId xmlns:a16="http://schemas.microsoft.com/office/drawing/2014/main" id="{2AB58081-74BB-4D7E-8329-16111FDCD300}"/>
                  </a:ext>
                </a:extLst>
              </p14:cNvPr>
              <p14:cNvContentPartPr/>
              <p14:nvPr/>
            </p14:nvContentPartPr>
            <p14:xfrm>
              <a:off x="10770309" y="5033785"/>
              <a:ext cx="993240" cy="560880"/>
            </p14:xfrm>
          </p:contentPart>
        </mc:Choice>
        <mc:Fallback xmlns="">
          <p:pic>
            <p:nvPicPr>
              <p:cNvPr id="3134" name="Cerneală 3133">
                <a:extLst>
                  <a:ext uri="{FF2B5EF4-FFF2-40B4-BE49-F238E27FC236}">
                    <a16:creationId xmlns:a16="http://schemas.microsoft.com/office/drawing/2014/main" id="{2AB58081-74BB-4D7E-8329-16111FDCD300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0752669" y="5015785"/>
                <a:ext cx="1028880" cy="59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3135" name="Cerneală 3134">
                <a:extLst>
                  <a:ext uri="{FF2B5EF4-FFF2-40B4-BE49-F238E27FC236}">
                    <a16:creationId xmlns:a16="http://schemas.microsoft.com/office/drawing/2014/main" id="{6831A4F1-4ED3-40CC-9646-A78DBA008BFA}"/>
                  </a:ext>
                </a:extLst>
              </p14:cNvPr>
              <p14:cNvContentPartPr/>
              <p14:nvPr/>
            </p14:nvContentPartPr>
            <p14:xfrm>
              <a:off x="9736029" y="5076625"/>
              <a:ext cx="915120" cy="401760"/>
            </p14:xfrm>
          </p:contentPart>
        </mc:Choice>
        <mc:Fallback xmlns="">
          <p:pic>
            <p:nvPicPr>
              <p:cNvPr id="3135" name="Cerneală 3134">
                <a:extLst>
                  <a:ext uri="{FF2B5EF4-FFF2-40B4-BE49-F238E27FC236}">
                    <a16:creationId xmlns:a16="http://schemas.microsoft.com/office/drawing/2014/main" id="{6831A4F1-4ED3-40CC-9646-A78DBA008BFA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9718029" y="5058625"/>
                <a:ext cx="950760" cy="43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3142" name="Cerneală 3141">
                <a:extLst>
                  <a:ext uri="{FF2B5EF4-FFF2-40B4-BE49-F238E27FC236}">
                    <a16:creationId xmlns:a16="http://schemas.microsoft.com/office/drawing/2014/main" id="{E66052B7-8EE6-4D19-9711-50F95B41EE7F}"/>
                  </a:ext>
                </a:extLst>
              </p14:cNvPr>
              <p14:cNvContentPartPr/>
              <p14:nvPr/>
            </p14:nvContentPartPr>
            <p14:xfrm>
              <a:off x="9337149" y="5728225"/>
              <a:ext cx="158040" cy="137880"/>
            </p14:xfrm>
          </p:contentPart>
        </mc:Choice>
        <mc:Fallback xmlns="">
          <p:pic>
            <p:nvPicPr>
              <p:cNvPr id="3142" name="Cerneală 3141">
                <a:extLst>
                  <a:ext uri="{FF2B5EF4-FFF2-40B4-BE49-F238E27FC236}">
                    <a16:creationId xmlns:a16="http://schemas.microsoft.com/office/drawing/2014/main" id="{E66052B7-8EE6-4D19-9711-50F95B41EE7F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9319149" y="5710585"/>
                <a:ext cx="19368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3143" name="Cerneală 3142">
                <a:extLst>
                  <a:ext uri="{FF2B5EF4-FFF2-40B4-BE49-F238E27FC236}">
                    <a16:creationId xmlns:a16="http://schemas.microsoft.com/office/drawing/2014/main" id="{D79731EF-470A-488D-9BA6-904E78D51623}"/>
                  </a:ext>
                </a:extLst>
              </p14:cNvPr>
              <p14:cNvContentPartPr/>
              <p14:nvPr/>
            </p14:nvContentPartPr>
            <p14:xfrm>
              <a:off x="9322029" y="5625985"/>
              <a:ext cx="204840" cy="14400"/>
            </p14:xfrm>
          </p:contentPart>
        </mc:Choice>
        <mc:Fallback xmlns="">
          <p:pic>
            <p:nvPicPr>
              <p:cNvPr id="3143" name="Cerneală 3142">
                <a:extLst>
                  <a:ext uri="{FF2B5EF4-FFF2-40B4-BE49-F238E27FC236}">
                    <a16:creationId xmlns:a16="http://schemas.microsoft.com/office/drawing/2014/main" id="{D79731EF-470A-488D-9BA6-904E78D51623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9304029" y="5608345"/>
                <a:ext cx="24048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3144" name="Cerneală 3143">
                <a:extLst>
                  <a:ext uri="{FF2B5EF4-FFF2-40B4-BE49-F238E27FC236}">
                    <a16:creationId xmlns:a16="http://schemas.microsoft.com/office/drawing/2014/main" id="{BBD183DB-E985-433F-8980-A6F12A1F72BA}"/>
                  </a:ext>
                </a:extLst>
              </p14:cNvPr>
              <p14:cNvContentPartPr/>
              <p14:nvPr/>
            </p14:nvContentPartPr>
            <p14:xfrm>
              <a:off x="8508429" y="5702665"/>
              <a:ext cx="378720" cy="156960"/>
            </p14:xfrm>
          </p:contentPart>
        </mc:Choice>
        <mc:Fallback xmlns="">
          <p:pic>
            <p:nvPicPr>
              <p:cNvPr id="3144" name="Cerneală 3143">
                <a:extLst>
                  <a:ext uri="{FF2B5EF4-FFF2-40B4-BE49-F238E27FC236}">
                    <a16:creationId xmlns:a16="http://schemas.microsoft.com/office/drawing/2014/main" id="{BBD183DB-E985-433F-8980-A6F12A1F72BA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8490429" y="5685025"/>
                <a:ext cx="41436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3145" name="Cerneală 3144">
                <a:extLst>
                  <a:ext uri="{FF2B5EF4-FFF2-40B4-BE49-F238E27FC236}">
                    <a16:creationId xmlns:a16="http://schemas.microsoft.com/office/drawing/2014/main" id="{A89BFD16-BAE5-4A0F-8E95-79BECFFFD8C3}"/>
                  </a:ext>
                </a:extLst>
              </p14:cNvPr>
              <p14:cNvContentPartPr/>
              <p14:nvPr/>
            </p14:nvContentPartPr>
            <p14:xfrm>
              <a:off x="7360749" y="5678905"/>
              <a:ext cx="788760" cy="170280"/>
            </p14:xfrm>
          </p:contentPart>
        </mc:Choice>
        <mc:Fallback xmlns="">
          <p:pic>
            <p:nvPicPr>
              <p:cNvPr id="3145" name="Cerneală 3144">
                <a:extLst>
                  <a:ext uri="{FF2B5EF4-FFF2-40B4-BE49-F238E27FC236}">
                    <a16:creationId xmlns:a16="http://schemas.microsoft.com/office/drawing/2014/main" id="{A89BFD16-BAE5-4A0F-8E95-79BECFFFD8C3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7342757" y="5660905"/>
                <a:ext cx="824384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3146" name="Cerneală 3145">
                <a:extLst>
                  <a:ext uri="{FF2B5EF4-FFF2-40B4-BE49-F238E27FC236}">
                    <a16:creationId xmlns:a16="http://schemas.microsoft.com/office/drawing/2014/main" id="{1EF46105-89FD-4A3B-844C-F524A8A9C3ED}"/>
                  </a:ext>
                </a:extLst>
              </p14:cNvPr>
              <p14:cNvContentPartPr/>
              <p14:nvPr/>
            </p14:nvContentPartPr>
            <p14:xfrm>
              <a:off x="7524549" y="6005785"/>
              <a:ext cx="2160" cy="5400"/>
            </p14:xfrm>
          </p:contentPart>
        </mc:Choice>
        <mc:Fallback xmlns="">
          <p:pic>
            <p:nvPicPr>
              <p:cNvPr id="3146" name="Cerneală 3145">
                <a:extLst>
                  <a:ext uri="{FF2B5EF4-FFF2-40B4-BE49-F238E27FC236}">
                    <a16:creationId xmlns:a16="http://schemas.microsoft.com/office/drawing/2014/main" id="{1EF46105-89FD-4A3B-844C-F524A8A9C3ED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7506909" y="5988145"/>
                <a:ext cx="3780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3147" name="Cerneală 3146">
                <a:extLst>
                  <a:ext uri="{FF2B5EF4-FFF2-40B4-BE49-F238E27FC236}">
                    <a16:creationId xmlns:a16="http://schemas.microsoft.com/office/drawing/2014/main" id="{C1485849-C8FD-4BF6-9E48-E43AF79E9826}"/>
                  </a:ext>
                </a:extLst>
              </p14:cNvPr>
              <p14:cNvContentPartPr/>
              <p14:nvPr/>
            </p14:nvContentPartPr>
            <p14:xfrm>
              <a:off x="7526709" y="6150145"/>
              <a:ext cx="3600" cy="10440"/>
            </p14:xfrm>
          </p:contentPart>
        </mc:Choice>
        <mc:Fallback xmlns="">
          <p:pic>
            <p:nvPicPr>
              <p:cNvPr id="3147" name="Cerneală 3146">
                <a:extLst>
                  <a:ext uri="{FF2B5EF4-FFF2-40B4-BE49-F238E27FC236}">
                    <a16:creationId xmlns:a16="http://schemas.microsoft.com/office/drawing/2014/main" id="{C1485849-C8FD-4BF6-9E48-E43AF79E9826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7508709" y="6132505"/>
                <a:ext cx="3924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3148" name="Cerneală 3147">
                <a:extLst>
                  <a:ext uri="{FF2B5EF4-FFF2-40B4-BE49-F238E27FC236}">
                    <a16:creationId xmlns:a16="http://schemas.microsoft.com/office/drawing/2014/main" id="{E92BFA20-1D32-4BEB-A121-85505AB488C2}"/>
                  </a:ext>
                </a:extLst>
              </p14:cNvPr>
              <p14:cNvContentPartPr/>
              <p14:nvPr/>
            </p14:nvContentPartPr>
            <p14:xfrm>
              <a:off x="7531749" y="6246625"/>
              <a:ext cx="360" cy="22680"/>
            </p14:xfrm>
          </p:contentPart>
        </mc:Choice>
        <mc:Fallback xmlns="">
          <p:pic>
            <p:nvPicPr>
              <p:cNvPr id="3148" name="Cerneală 3147">
                <a:extLst>
                  <a:ext uri="{FF2B5EF4-FFF2-40B4-BE49-F238E27FC236}">
                    <a16:creationId xmlns:a16="http://schemas.microsoft.com/office/drawing/2014/main" id="{E92BFA20-1D32-4BEB-A121-85505AB488C2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7513749" y="6228985"/>
                <a:ext cx="3600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3149" name="Cerneală 3148">
                <a:extLst>
                  <a:ext uri="{FF2B5EF4-FFF2-40B4-BE49-F238E27FC236}">
                    <a16:creationId xmlns:a16="http://schemas.microsoft.com/office/drawing/2014/main" id="{E06B3482-5C92-4005-B52E-26CE588104FA}"/>
                  </a:ext>
                </a:extLst>
              </p14:cNvPr>
              <p14:cNvContentPartPr/>
              <p14:nvPr/>
            </p14:nvContentPartPr>
            <p14:xfrm>
              <a:off x="7536429" y="6342745"/>
              <a:ext cx="6120" cy="13680"/>
            </p14:xfrm>
          </p:contentPart>
        </mc:Choice>
        <mc:Fallback xmlns="">
          <p:pic>
            <p:nvPicPr>
              <p:cNvPr id="3149" name="Cerneală 3148">
                <a:extLst>
                  <a:ext uri="{FF2B5EF4-FFF2-40B4-BE49-F238E27FC236}">
                    <a16:creationId xmlns:a16="http://schemas.microsoft.com/office/drawing/2014/main" id="{E06B3482-5C92-4005-B52E-26CE588104FA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7518429" y="6324745"/>
                <a:ext cx="4176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3150" name="Cerneală 3149">
                <a:extLst>
                  <a:ext uri="{FF2B5EF4-FFF2-40B4-BE49-F238E27FC236}">
                    <a16:creationId xmlns:a16="http://schemas.microsoft.com/office/drawing/2014/main" id="{4313E6B4-D07F-4711-9A04-AF61A438CE3E}"/>
                  </a:ext>
                </a:extLst>
              </p14:cNvPr>
              <p14:cNvContentPartPr/>
              <p14:nvPr/>
            </p14:nvContentPartPr>
            <p14:xfrm>
              <a:off x="7388109" y="6477745"/>
              <a:ext cx="162360" cy="227160"/>
            </p14:xfrm>
          </p:contentPart>
        </mc:Choice>
        <mc:Fallback xmlns="">
          <p:pic>
            <p:nvPicPr>
              <p:cNvPr id="3150" name="Cerneală 3149">
                <a:extLst>
                  <a:ext uri="{FF2B5EF4-FFF2-40B4-BE49-F238E27FC236}">
                    <a16:creationId xmlns:a16="http://schemas.microsoft.com/office/drawing/2014/main" id="{4313E6B4-D07F-4711-9A04-AF61A438CE3E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7370469" y="6460105"/>
                <a:ext cx="19800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3151" name="Cerneală 3150">
                <a:extLst>
                  <a:ext uri="{FF2B5EF4-FFF2-40B4-BE49-F238E27FC236}">
                    <a16:creationId xmlns:a16="http://schemas.microsoft.com/office/drawing/2014/main" id="{DBB42679-4D6F-43A6-9A02-F56815029B0D}"/>
                  </a:ext>
                </a:extLst>
              </p14:cNvPr>
              <p14:cNvContentPartPr/>
              <p14:nvPr/>
            </p14:nvContentPartPr>
            <p14:xfrm>
              <a:off x="7680789" y="6451825"/>
              <a:ext cx="34200" cy="277200"/>
            </p14:xfrm>
          </p:contentPart>
        </mc:Choice>
        <mc:Fallback xmlns="">
          <p:pic>
            <p:nvPicPr>
              <p:cNvPr id="3151" name="Cerneală 3150">
                <a:extLst>
                  <a:ext uri="{FF2B5EF4-FFF2-40B4-BE49-F238E27FC236}">
                    <a16:creationId xmlns:a16="http://schemas.microsoft.com/office/drawing/2014/main" id="{DBB42679-4D6F-43A6-9A02-F56815029B0D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7663149" y="6434185"/>
                <a:ext cx="69840" cy="3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3152" name="Cerneală 3151">
                <a:extLst>
                  <a:ext uri="{FF2B5EF4-FFF2-40B4-BE49-F238E27FC236}">
                    <a16:creationId xmlns:a16="http://schemas.microsoft.com/office/drawing/2014/main" id="{0E2B05A8-FFB1-4492-9C70-8FEEE04F15E1}"/>
                  </a:ext>
                </a:extLst>
              </p14:cNvPr>
              <p14:cNvContentPartPr/>
              <p14:nvPr/>
            </p14:nvContentPartPr>
            <p14:xfrm>
              <a:off x="7873389" y="6484585"/>
              <a:ext cx="32400" cy="223560"/>
            </p14:xfrm>
          </p:contentPart>
        </mc:Choice>
        <mc:Fallback xmlns="">
          <p:pic>
            <p:nvPicPr>
              <p:cNvPr id="3152" name="Cerneală 3151">
                <a:extLst>
                  <a:ext uri="{FF2B5EF4-FFF2-40B4-BE49-F238E27FC236}">
                    <a16:creationId xmlns:a16="http://schemas.microsoft.com/office/drawing/2014/main" id="{0E2B05A8-FFB1-4492-9C70-8FEEE04F15E1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7855389" y="6466585"/>
                <a:ext cx="6804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3153" name="Cerneală 3152">
                <a:extLst>
                  <a:ext uri="{FF2B5EF4-FFF2-40B4-BE49-F238E27FC236}">
                    <a16:creationId xmlns:a16="http://schemas.microsoft.com/office/drawing/2014/main" id="{791A3B32-393C-4A9B-97B6-98862CA575FB}"/>
                  </a:ext>
                </a:extLst>
              </p14:cNvPr>
              <p14:cNvContentPartPr/>
              <p14:nvPr/>
            </p14:nvContentPartPr>
            <p14:xfrm>
              <a:off x="8088309" y="6471625"/>
              <a:ext cx="41400" cy="233640"/>
            </p14:xfrm>
          </p:contentPart>
        </mc:Choice>
        <mc:Fallback xmlns="">
          <p:pic>
            <p:nvPicPr>
              <p:cNvPr id="3153" name="Cerneală 3152">
                <a:extLst>
                  <a:ext uri="{FF2B5EF4-FFF2-40B4-BE49-F238E27FC236}">
                    <a16:creationId xmlns:a16="http://schemas.microsoft.com/office/drawing/2014/main" id="{791A3B32-393C-4A9B-97B6-98862CA575FB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8070309" y="6453625"/>
                <a:ext cx="7704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3158" name="Cerneală 3157">
                <a:extLst>
                  <a:ext uri="{FF2B5EF4-FFF2-40B4-BE49-F238E27FC236}">
                    <a16:creationId xmlns:a16="http://schemas.microsoft.com/office/drawing/2014/main" id="{A1932584-9DBF-40F1-8E09-87D41A33BC74}"/>
                  </a:ext>
                </a:extLst>
              </p14:cNvPr>
              <p14:cNvContentPartPr/>
              <p14:nvPr/>
            </p14:nvContentPartPr>
            <p14:xfrm>
              <a:off x="9200349" y="6400345"/>
              <a:ext cx="219600" cy="5400"/>
            </p14:xfrm>
          </p:contentPart>
        </mc:Choice>
        <mc:Fallback xmlns="">
          <p:pic>
            <p:nvPicPr>
              <p:cNvPr id="3158" name="Cerneală 3157">
                <a:extLst>
                  <a:ext uri="{FF2B5EF4-FFF2-40B4-BE49-F238E27FC236}">
                    <a16:creationId xmlns:a16="http://schemas.microsoft.com/office/drawing/2014/main" id="{A1932584-9DBF-40F1-8E09-87D41A33BC74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9182709" y="6382345"/>
                <a:ext cx="25524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3159" name="Cerneală 3158">
                <a:extLst>
                  <a:ext uri="{FF2B5EF4-FFF2-40B4-BE49-F238E27FC236}">
                    <a16:creationId xmlns:a16="http://schemas.microsoft.com/office/drawing/2014/main" id="{74355BB8-E0EE-4F85-837A-A54D26F77303}"/>
                  </a:ext>
                </a:extLst>
              </p14:cNvPr>
              <p14:cNvContentPartPr/>
              <p14:nvPr/>
            </p14:nvContentPartPr>
            <p14:xfrm>
              <a:off x="9201429" y="6501865"/>
              <a:ext cx="225720" cy="234720"/>
            </p14:xfrm>
          </p:contentPart>
        </mc:Choice>
        <mc:Fallback xmlns="">
          <p:pic>
            <p:nvPicPr>
              <p:cNvPr id="3159" name="Cerneală 3158">
                <a:extLst>
                  <a:ext uri="{FF2B5EF4-FFF2-40B4-BE49-F238E27FC236}">
                    <a16:creationId xmlns:a16="http://schemas.microsoft.com/office/drawing/2014/main" id="{74355BB8-E0EE-4F85-837A-A54D26F77303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9183789" y="6484225"/>
                <a:ext cx="26136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3160" name="Cerneală 3159">
                <a:extLst>
                  <a:ext uri="{FF2B5EF4-FFF2-40B4-BE49-F238E27FC236}">
                    <a16:creationId xmlns:a16="http://schemas.microsoft.com/office/drawing/2014/main" id="{30E01A34-E814-4DB7-9E0E-E660CB4BB068}"/>
                  </a:ext>
                </a:extLst>
              </p14:cNvPr>
              <p14:cNvContentPartPr/>
              <p14:nvPr/>
            </p14:nvContentPartPr>
            <p14:xfrm>
              <a:off x="8416989" y="6540385"/>
              <a:ext cx="484200" cy="200880"/>
            </p14:xfrm>
          </p:contentPart>
        </mc:Choice>
        <mc:Fallback xmlns="">
          <p:pic>
            <p:nvPicPr>
              <p:cNvPr id="3160" name="Cerneală 3159">
                <a:extLst>
                  <a:ext uri="{FF2B5EF4-FFF2-40B4-BE49-F238E27FC236}">
                    <a16:creationId xmlns:a16="http://schemas.microsoft.com/office/drawing/2014/main" id="{30E01A34-E814-4DB7-9E0E-E660CB4BB068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8399349" y="6522385"/>
                <a:ext cx="51984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3161" name="Cerneală 3160">
                <a:extLst>
                  <a:ext uri="{FF2B5EF4-FFF2-40B4-BE49-F238E27FC236}">
                    <a16:creationId xmlns:a16="http://schemas.microsoft.com/office/drawing/2014/main" id="{54E151AA-463F-453D-AAEE-28FC51E5818C}"/>
                  </a:ext>
                </a:extLst>
              </p14:cNvPr>
              <p14:cNvContentPartPr/>
              <p14:nvPr/>
            </p14:nvContentPartPr>
            <p14:xfrm>
              <a:off x="289989" y="4071145"/>
              <a:ext cx="207000" cy="1410480"/>
            </p14:xfrm>
          </p:contentPart>
        </mc:Choice>
        <mc:Fallback xmlns="">
          <p:pic>
            <p:nvPicPr>
              <p:cNvPr id="3161" name="Cerneală 3160">
                <a:extLst>
                  <a:ext uri="{FF2B5EF4-FFF2-40B4-BE49-F238E27FC236}">
                    <a16:creationId xmlns:a16="http://schemas.microsoft.com/office/drawing/2014/main" id="{54E151AA-463F-453D-AAEE-28FC51E5818C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271989" y="4053505"/>
                <a:ext cx="242640" cy="144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3163" name="Cerneală 3162">
                <a:extLst>
                  <a:ext uri="{FF2B5EF4-FFF2-40B4-BE49-F238E27FC236}">
                    <a16:creationId xmlns:a16="http://schemas.microsoft.com/office/drawing/2014/main" id="{D84209D6-C059-45A6-BEF1-CA4333FE6AB8}"/>
                  </a:ext>
                </a:extLst>
              </p14:cNvPr>
              <p14:cNvContentPartPr/>
              <p14:nvPr/>
            </p14:nvContentPartPr>
            <p14:xfrm>
              <a:off x="4480029" y="432625"/>
              <a:ext cx="360" cy="360"/>
            </p14:xfrm>
          </p:contentPart>
        </mc:Choice>
        <mc:Fallback xmlns="">
          <p:pic>
            <p:nvPicPr>
              <p:cNvPr id="3163" name="Cerneală 3162">
                <a:extLst>
                  <a:ext uri="{FF2B5EF4-FFF2-40B4-BE49-F238E27FC236}">
                    <a16:creationId xmlns:a16="http://schemas.microsoft.com/office/drawing/2014/main" id="{D84209D6-C059-45A6-BEF1-CA4333FE6AB8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4462389" y="41498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3164" name="Cerneală 3163">
                <a:extLst>
                  <a:ext uri="{FF2B5EF4-FFF2-40B4-BE49-F238E27FC236}">
                    <a16:creationId xmlns:a16="http://schemas.microsoft.com/office/drawing/2014/main" id="{062DBC5D-7CF3-4BAE-BECB-0E19050C55D2}"/>
                  </a:ext>
                </a:extLst>
              </p14:cNvPr>
              <p14:cNvContentPartPr/>
              <p14:nvPr/>
            </p14:nvContentPartPr>
            <p14:xfrm>
              <a:off x="351189" y="336505"/>
              <a:ext cx="360" cy="360"/>
            </p14:xfrm>
          </p:contentPart>
        </mc:Choice>
        <mc:Fallback xmlns="">
          <p:pic>
            <p:nvPicPr>
              <p:cNvPr id="3164" name="Cerneală 3163">
                <a:extLst>
                  <a:ext uri="{FF2B5EF4-FFF2-40B4-BE49-F238E27FC236}">
                    <a16:creationId xmlns:a16="http://schemas.microsoft.com/office/drawing/2014/main" id="{062DBC5D-7CF3-4BAE-BECB-0E19050C55D2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333189" y="31850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3210" name="Cerneală 3209">
                <a:extLst>
                  <a:ext uri="{FF2B5EF4-FFF2-40B4-BE49-F238E27FC236}">
                    <a16:creationId xmlns:a16="http://schemas.microsoft.com/office/drawing/2014/main" id="{09F70E34-4DC3-4697-8B76-A665423583B6}"/>
                  </a:ext>
                </a:extLst>
              </p14:cNvPr>
              <p14:cNvContentPartPr/>
              <p14:nvPr/>
            </p14:nvContentPartPr>
            <p14:xfrm>
              <a:off x="8189829" y="1286185"/>
              <a:ext cx="3938760" cy="3189960"/>
            </p14:xfrm>
          </p:contentPart>
        </mc:Choice>
        <mc:Fallback xmlns="">
          <p:pic>
            <p:nvPicPr>
              <p:cNvPr id="3210" name="Cerneală 3209">
                <a:extLst>
                  <a:ext uri="{FF2B5EF4-FFF2-40B4-BE49-F238E27FC236}">
                    <a16:creationId xmlns:a16="http://schemas.microsoft.com/office/drawing/2014/main" id="{09F70E34-4DC3-4697-8B76-A665423583B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171829" y="1268187"/>
                <a:ext cx="3974400" cy="3225596"/>
              </a:xfrm>
              <a:prstGeom prst="rect">
                <a:avLst/>
              </a:prstGeom>
            </p:spPr>
          </p:pic>
        </mc:Fallback>
      </mc:AlternateContent>
      <p:sp>
        <p:nvSpPr>
          <p:cNvPr id="62" name="Dreptunghi 61">
            <a:extLst>
              <a:ext uri="{FF2B5EF4-FFF2-40B4-BE49-F238E27FC236}">
                <a16:creationId xmlns:a16="http://schemas.microsoft.com/office/drawing/2014/main" id="{982A8763-8317-4694-86F8-4CE5351A815B}"/>
              </a:ext>
            </a:extLst>
          </p:cNvPr>
          <p:cNvSpPr/>
          <p:nvPr/>
        </p:nvSpPr>
        <p:spPr>
          <a:xfrm>
            <a:off x="609660" y="137196"/>
            <a:ext cx="74065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FF"/>
                </a:solidFill>
              </a:rPr>
              <a:t>Decodificatoare</a:t>
            </a:r>
            <a:r>
              <a:rPr lang="en-US" b="1" dirty="0">
                <a:solidFill>
                  <a:srgbClr val="0000FF"/>
                </a:solidFill>
              </a:rPr>
              <a:t> (DCD)</a:t>
            </a:r>
            <a:r>
              <a:rPr lang="ro-RO" b="1" dirty="0">
                <a:solidFill>
                  <a:srgbClr val="0000FF"/>
                </a:solidFill>
              </a:rPr>
              <a:t>  - Circuite comerciale 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9037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609660" y="228635"/>
            <a:ext cx="10698362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b="1" dirty="0">
                <a:solidFill>
                  <a:srgbClr val="0000FF"/>
                </a:solidFill>
              </a:rPr>
              <a:t>Agendă:</a:t>
            </a:r>
          </a:p>
          <a:p>
            <a:pPr marL="571500" indent="-5715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  <a:p>
            <a:pPr marL="571500" indent="-571500">
              <a:buFontTx/>
              <a:buChar char="-"/>
            </a:pPr>
            <a:r>
              <a:rPr lang="en-US" sz="2400" b="1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Decodificatoare</a:t>
            </a:r>
            <a:r>
              <a:rPr lang="en-US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(DCD) </a:t>
            </a:r>
            <a:endParaRPr lang="ro-RO" sz="2400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1943100" lvl="3" indent="-571500">
              <a:buFontTx/>
              <a:buChar char="-"/>
            </a:pPr>
            <a:r>
              <a:rPr lang="ro-RO" sz="24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Sim</a:t>
            </a:r>
            <a:r>
              <a:rPr lang="en-US" sz="24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bol</a:t>
            </a: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, table de </a:t>
            </a:r>
            <a:r>
              <a:rPr lang="en-US" sz="24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adev</a:t>
            </a:r>
            <a:r>
              <a:rPr lang="ro-RO" sz="24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ăr</a:t>
            </a:r>
            <a:r>
              <a:rPr lang="ro-RO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, structură internă, variante constructive;</a:t>
            </a:r>
          </a:p>
          <a:p>
            <a:pPr marL="1943100" lvl="3" indent="-571500">
              <a:buFontTx/>
              <a:buChar char="-"/>
            </a:pPr>
            <a:r>
              <a:rPr lang="ro-RO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Circuite DCD realizate în circuite integrate de uz general (comerciale);</a:t>
            </a:r>
          </a:p>
          <a:p>
            <a:pPr lvl="3"/>
            <a:endParaRPr lang="ro-RO" sz="2400" dirty="0"/>
          </a:p>
          <a:p>
            <a:pPr marL="571500" indent="-571500">
              <a:buFontTx/>
              <a:buChar char="-"/>
            </a:pPr>
            <a:r>
              <a:rPr lang="en-US" sz="2400" b="1" dirty="0">
                <a:solidFill>
                  <a:srgbClr val="0000FF"/>
                </a:solidFill>
              </a:rPr>
              <a:t>De</a:t>
            </a:r>
            <a:r>
              <a:rPr lang="ro-RO" sz="2400" b="1" dirty="0">
                <a:solidFill>
                  <a:srgbClr val="0000FF"/>
                </a:solidFill>
              </a:rPr>
              <a:t>multiplexorul </a:t>
            </a:r>
            <a:r>
              <a:rPr lang="en-US" sz="2400" b="1" dirty="0">
                <a:solidFill>
                  <a:srgbClr val="0000FF"/>
                </a:solidFill>
              </a:rPr>
              <a:t>(D</a:t>
            </a:r>
            <a:r>
              <a:rPr lang="ro-RO" sz="2400" b="1" dirty="0">
                <a:solidFill>
                  <a:srgbClr val="0000FF"/>
                </a:solidFill>
              </a:rPr>
              <a:t>MUX</a:t>
            </a:r>
            <a:r>
              <a:rPr lang="en-US" sz="2400" b="1" dirty="0">
                <a:solidFill>
                  <a:srgbClr val="0000FF"/>
                </a:solidFill>
              </a:rPr>
              <a:t>) </a:t>
            </a:r>
            <a:endParaRPr lang="ro-RO" sz="2400" b="1" dirty="0">
              <a:solidFill>
                <a:srgbClr val="0000FF"/>
              </a:solidFill>
            </a:endParaRPr>
          </a:p>
          <a:p>
            <a:pPr marL="1943100" lvl="3" indent="-571500">
              <a:buFontTx/>
              <a:buChar char="-"/>
            </a:pPr>
            <a:r>
              <a:rPr lang="ro-RO" sz="2400" dirty="0" err="1"/>
              <a:t>Sim</a:t>
            </a:r>
            <a:r>
              <a:rPr lang="en-US" sz="2400" dirty="0" err="1"/>
              <a:t>bol</a:t>
            </a:r>
            <a:r>
              <a:rPr lang="en-US" sz="2400" dirty="0"/>
              <a:t>, table de </a:t>
            </a:r>
            <a:r>
              <a:rPr lang="en-US" sz="2400" dirty="0" err="1"/>
              <a:t>adev</a:t>
            </a:r>
            <a:r>
              <a:rPr lang="ro-RO" sz="2400" dirty="0" err="1"/>
              <a:t>ăr</a:t>
            </a:r>
            <a:r>
              <a:rPr lang="ro-RO" sz="2400" dirty="0"/>
              <a:t>, structură internă, variante constructive;</a:t>
            </a:r>
          </a:p>
          <a:p>
            <a:pPr marL="1943100" lvl="3" indent="-571500">
              <a:buFontTx/>
              <a:buChar char="-"/>
            </a:pPr>
            <a:r>
              <a:rPr lang="ro-RO" sz="2400" dirty="0"/>
              <a:t>Extinderea numărului de ieșiri;</a:t>
            </a:r>
          </a:p>
          <a:p>
            <a:pPr marL="1943100" lvl="3" indent="-571500">
              <a:buFontTx/>
              <a:buChar char="-"/>
            </a:pPr>
            <a:endParaRPr lang="ro-RO" sz="2400" dirty="0"/>
          </a:p>
          <a:p>
            <a:pPr marL="571500" indent="-571500">
              <a:buFontTx/>
              <a:buChar char="-"/>
            </a:pPr>
            <a:r>
              <a:rPr lang="ro-RO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Utilizarea DCD/DMUX în implementarea funcțiilor binare  </a:t>
            </a:r>
          </a:p>
          <a:p>
            <a:pPr marL="1943100" lvl="3" indent="-571500">
              <a:buFontTx/>
              <a:buChar char="-"/>
            </a:pPr>
            <a:r>
              <a:rPr lang="ro-RO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Mod de lucru;</a:t>
            </a:r>
          </a:p>
          <a:p>
            <a:pPr marL="1943100" lvl="3" indent="-571500">
              <a:buFontTx/>
              <a:buChar char="-"/>
            </a:pPr>
            <a:r>
              <a:rPr lang="ro-RO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Exemple</a:t>
            </a:r>
          </a:p>
          <a:p>
            <a:pPr marL="1943100" lvl="3" indent="-571500">
              <a:buFontTx/>
              <a:buChar char="-"/>
            </a:pPr>
            <a:endParaRPr lang="ro-RO" sz="2400" dirty="0"/>
          </a:p>
          <a:p>
            <a:pPr marL="1943100" lvl="3" indent="-571500">
              <a:buFontTx/>
              <a:buChar char="-"/>
            </a:pPr>
            <a:endParaRPr lang="ro-RO" sz="2400" dirty="0"/>
          </a:p>
          <a:p>
            <a:pPr marL="1943100" lvl="3" indent="-571500">
              <a:buFontTx/>
              <a:buChar char="-"/>
            </a:pPr>
            <a:endParaRPr lang="ro-RO" sz="2400" dirty="0"/>
          </a:p>
          <a:p>
            <a:pPr marL="1943100" lvl="3" indent="-5715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2673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3F586DB3-3603-4431-B79C-57C259E2AD3F}"/>
              </a:ext>
            </a:extLst>
          </p:cNvPr>
          <p:cNvSpPr/>
          <p:nvPr/>
        </p:nvSpPr>
        <p:spPr>
          <a:xfrm>
            <a:off x="518221" y="594391"/>
            <a:ext cx="61298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300"/>
              </a:spcBef>
            </a:pPr>
            <a:r>
              <a:rPr lang="ro-RO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 Simbol, structură internă, tabel de adevăr 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ro-RO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D6913A-B6AC-4C4D-B899-65B893732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221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5C08B05-EA9D-4D21-9DC1-7324B355D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21" y="1051586"/>
            <a:ext cx="8888779" cy="4114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B4EEF057-A105-4A48-95BE-0BFAF8C20896}"/>
                  </a:ext>
                </a:extLst>
              </p14:cNvPr>
              <p14:cNvContentPartPr/>
              <p14:nvPr/>
            </p14:nvContentPartPr>
            <p14:xfrm>
              <a:off x="599949" y="5361025"/>
              <a:ext cx="519480" cy="41292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B4EEF057-A105-4A48-95BE-0BFAF8C2089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2309" y="5343385"/>
                <a:ext cx="555120" cy="44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B07DE8CE-3828-4635-80FA-89D6E542B9D0}"/>
                  </a:ext>
                </a:extLst>
              </p14:cNvPr>
              <p14:cNvContentPartPr/>
              <p14:nvPr/>
            </p14:nvContentPartPr>
            <p14:xfrm>
              <a:off x="2179989" y="5562985"/>
              <a:ext cx="309960" cy="576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B07DE8CE-3828-4635-80FA-89D6E542B9D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61989" y="5544985"/>
                <a:ext cx="34560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21FB5281-4C6E-42FA-969B-65020893BBAB}"/>
                  </a:ext>
                </a:extLst>
              </p14:cNvPr>
              <p14:cNvContentPartPr/>
              <p14:nvPr/>
            </p14:nvContentPartPr>
            <p14:xfrm>
              <a:off x="2266389" y="5702665"/>
              <a:ext cx="254520" cy="540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21FB5281-4C6E-42FA-969B-65020893BBA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48749" y="5685025"/>
                <a:ext cx="29016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BD78F201-7B10-4AF9-BFE9-C52FC8EF9790}"/>
                  </a:ext>
                </a:extLst>
              </p14:cNvPr>
              <p14:cNvContentPartPr/>
              <p14:nvPr/>
            </p14:nvContentPartPr>
            <p14:xfrm>
              <a:off x="1251549" y="5409265"/>
              <a:ext cx="496800" cy="4341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BD78F201-7B10-4AF9-BFE9-C52FC8EF979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33896" y="5391280"/>
                <a:ext cx="532466" cy="4697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6D7B289D-29BD-46DA-A3A1-0E682886D8FC}"/>
                  </a:ext>
                </a:extLst>
              </p14:cNvPr>
              <p14:cNvContentPartPr/>
              <p14:nvPr/>
            </p14:nvContentPartPr>
            <p14:xfrm>
              <a:off x="2940309" y="5380465"/>
              <a:ext cx="1061640" cy="45684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6D7B289D-29BD-46DA-A3A1-0E682886D8F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922309" y="5362479"/>
                <a:ext cx="1097280" cy="4924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68BC7E08-AAEE-4C86-AB1D-575982571207}"/>
                  </a:ext>
                </a:extLst>
              </p14:cNvPr>
              <p14:cNvContentPartPr/>
              <p14:nvPr/>
            </p14:nvContentPartPr>
            <p14:xfrm>
              <a:off x="4587309" y="5567665"/>
              <a:ext cx="671400" cy="15948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68BC7E08-AAEE-4C86-AB1D-57598257120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569669" y="5550025"/>
                <a:ext cx="70704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131" name="Cerneală 5130">
                <a:extLst>
                  <a:ext uri="{FF2B5EF4-FFF2-40B4-BE49-F238E27FC236}">
                    <a16:creationId xmlns:a16="http://schemas.microsoft.com/office/drawing/2014/main" id="{7771EC2F-389C-4D45-A90A-235C42DC36D0}"/>
                  </a:ext>
                </a:extLst>
              </p14:cNvPr>
              <p14:cNvContentPartPr/>
              <p14:nvPr/>
            </p14:nvContentPartPr>
            <p14:xfrm>
              <a:off x="2961189" y="5986705"/>
              <a:ext cx="2392560" cy="428040"/>
            </p14:xfrm>
          </p:contentPart>
        </mc:Choice>
        <mc:Fallback xmlns="">
          <p:pic>
            <p:nvPicPr>
              <p:cNvPr id="5131" name="Cerneală 5130">
                <a:extLst>
                  <a:ext uri="{FF2B5EF4-FFF2-40B4-BE49-F238E27FC236}">
                    <a16:creationId xmlns:a16="http://schemas.microsoft.com/office/drawing/2014/main" id="{7771EC2F-389C-4D45-A90A-235C42DC36D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943189" y="5968705"/>
                <a:ext cx="2428200" cy="46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134" name="Cerneală 5133">
                <a:extLst>
                  <a:ext uri="{FF2B5EF4-FFF2-40B4-BE49-F238E27FC236}">
                    <a16:creationId xmlns:a16="http://schemas.microsoft.com/office/drawing/2014/main" id="{C8662483-2CD4-4D5D-B000-98C4A3A5FC77}"/>
                  </a:ext>
                </a:extLst>
              </p14:cNvPr>
              <p14:cNvContentPartPr/>
              <p14:nvPr/>
            </p14:nvContentPartPr>
            <p14:xfrm>
              <a:off x="5568669" y="4988425"/>
              <a:ext cx="5781600" cy="1421640"/>
            </p14:xfrm>
          </p:contentPart>
        </mc:Choice>
        <mc:Fallback xmlns="">
          <p:pic>
            <p:nvPicPr>
              <p:cNvPr id="5134" name="Cerneală 5133">
                <a:extLst>
                  <a:ext uri="{FF2B5EF4-FFF2-40B4-BE49-F238E27FC236}">
                    <a16:creationId xmlns:a16="http://schemas.microsoft.com/office/drawing/2014/main" id="{C8662483-2CD4-4D5D-B000-98C4A3A5FC7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551028" y="4970425"/>
                <a:ext cx="5817242" cy="145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239BF3DC-8BF8-487B-BA09-983C76EA63C9}"/>
                  </a:ext>
                </a:extLst>
              </p14:cNvPr>
              <p14:cNvContentPartPr/>
              <p14:nvPr/>
            </p14:nvContentPartPr>
            <p14:xfrm>
              <a:off x="432189" y="1268545"/>
              <a:ext cx="3309480" cy="323136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239BF3DC-8BF8-487B-BA09-983C76EA63C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14189" y="1250905"/>
                <a:ext cx="3345120" cy="326700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Dreptunghi 13">
            <a:extLst>
              <a:ext uri="{FF2B5EF4-FFF2-40B4-BE49-F238E27FC236}">
                <a16:creationId xmlns:a16="http://schemas.microsoft.com/office/drawing/2014/main" id="{344CF482-993F-453D-BE71-84481619B4A3}"/>
              </a:ext>
            </a:extLst>
          </p:cNvPr>
          <p:cNvSpPr/>
          <p:nvPr/>
        </p:nvSpPr>
        <p:spPr>
          <a:xfrm>
            <a:off x="609660" y="137196"/>
            <a:ext cx="74065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De</a:t>
            </a:r>
            <a:r>
              <a:rPr lang="ro-RO" b="1" dirty="0">
                <a:solidFill>
                  <a:srgbClr val="0000FF"/>
                </a:solidFill>
              </a:rPr>
              <a:t>multiplexorul </a:t>
            </a:r>
            <a:r>
              <a:rPr lang="en-US" b="1" dirty="0">
                <a:solidFill>
                  <a:srgbClr val="0000FF"/>
                </a:solidFill>
              </a:rPr>
              <a:t>(D</a:t>
            </a:r>
            <a:r>
              <a:rPr lang="ro-RO" b="1" dirty="0">
                <a:solidFill>
                  <a:srgbClr val="0000FF"/>
                </a:solidFill>
              </a:rPr>
              <a:t>MUX</a:t>
            </a:r>
            <a:r>
              <a:rPr lang="en-US" b="1" dirty="0">
                <a:solidFill>
                  <a:srgbClr val="0000FF"/>
                </a:solidFill>
              </a:rPr>
              <a:t>)</a:t>
            </a:r>
            <a:r>
              <a:rPr lang="ro-RO" b="1" dirty="0">
                <a:solidFill>
                  <a:srgbClr val="0000FF"/>
                </a:solidFill>
              </a:rPr>
              <a:t>  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874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6B951D37-114B-4E76-905E-D0CC3B5066D8}"/>
                  </a:ext>
                </a:extLst>
              </p14:cNvPr>
              <p14:cNvContentPartPr/>
              <p14:nvPr/>
            </p14:nvContentPartPr>
            <p14:xfrm>
              <a:off x="1299429" y="1350985"/>
              <a:ext cx="67680" cy="25128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6B951D37-114B-4E76-905E-D0CC3B5066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1429" y="1314985"/>
                <a:ext cx="10332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EC3D2859-F47D-4AB6-A6AF-90B17FD5CCDB}"/>
                  </a:ext>
                </a:extLst>
              </p14:cNvPr>
              <p14:cNvContentPartPr/>
              <p14:nvPr/>
            </p14:nvContentPartPr>
            <p14:xfrm>
              <a:off x="1298709" y="1864705"/>
              <a:ext cx="143640" cy="15660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EC3D2859-F47D-4AB6-A6AF-90B17FD5CCD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1069" y="1829065"/>
                <a:ext cx="17928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68" name="Cerneală 367">
                <a:extLst>
                  <a:ext uri="{FF2B5EF4-FFF2-40B4-BE49-F238E27FC236}">
                    <a16:creationId xmlns:a16="http://schemas.microsoft.com/office/drawing/2014/main" id="{253FFB5C-D809-4844-8DE4-E134D983DA9A}"/>
                  </a:ext>
                </a:extLst>
              </p14:cNvPr>
              <p14:cNvContentPartPr/>
              <p14:nvPr/>
            </p14:nvContentPartPr>
            <p14:xfrm>
              <a:off x="6799869" y="2081425"/>
              <a:ext cx="1757520" cy="736200"/>
            </p14:xfrm>
          </p:contentPart>
        </mc:Choice>
        <mc:Fallback xmlns="">
          <p:pic>
            <p:nvPicPr>
              <p:cNvPr id="368" name="Cerneală 367">
                <a:extLst>
                  <a:ext uri="{FF2B5EF4-FFF2-40B4-BE49-F238E27FC236}">
                    <a16:creationId xmlns:a16="http://schemas.microsoft.com/office/drawing/2014/main" id="{253FFB5C-D809-4844-8DE4-E134D983DA9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81869" y="2045785"/>
                <a:ext cx="1793160" cy="80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9" name="Cerneală 368">
                <a:extLst>
                  <a:ext uri="{FF2B5EF4-FFF2-40B4-BE49-F238E27FC236}">
                    <a16:creationId xmlns:a16="http://schemas.microsoft.com/office/drawing/2014/main" id="{F2FEBCC8-2862-4BD0-95E8-99C0B5BCC146}"/>
                  </a:ext>
                </a:extLst>
              </p14:cNvPr>
              <p14:cNvContentPartPr/>
              <p14:nvPr/>
            </p14:nvContentPartPr>
            <p14:xfrm>
              <a:off x="7145829" y="3977905"/>
              <a:ext cx="519120" cy="464040"/>
            </p14:xfrm>
          </p:contentPart>
        </mc:Choice>
        <mc:Fallback xmlns="">
          <p:pic>
            <p:nvPicPr>
              <p:cNvPr id="369" name="Cerneală 368">
                <a:extLst>
                  <a:ext uri="{FF2B5EF4-FFF2-40B4-BE49-F238E27FC236}">
                    <a16:creationId xmlns:a16="http://schemas.microsoft.com/office/drawing/2014/main" id="{F2FEBCC8-2862-4BD0-95E8-99C0B5BCC14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27829" y="3942265"/>
                <a:ext cx="554760" cy="53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03" name="Cerneală 402">
                <a:extLst>
                  <a:ext uri="{FF2B5EF4-FFF2-40B4-BE49-F238E27FC236}">
                    <a16:creationId xmlns:a16="http://schemas.microsoft.com/office/drawing/2014/main" id="{03189B59-5E1F-4989-9534-5BB2A02C0D91}"/>
                  </a:ext>
                </a:extLst>
              </p14:cNvPr>
              <p14:cNvContentPartPr/>
              <p14:nvPr/>
            </p14:nvContentPartPr>
            <p14:xfrm>
              <a:off x="216549" y="189265"/>
              <a:ext cx="11948040" cy="6342840"/>
            </p14:xfrm>
          </p:contentPart>
        </mc:Choice>
        <mc:Fallback xmlns="">
          <p:pic>
            <p:nvPicPr>
              <p:cNvPr id="403" name="Cerneală 402">
                <a:extLst>
                  <a:ext uri="{FF2B5EF4-FFF2-40B4-BE49-F238E27FC236}">
                    <a16:creationId xmlns:a16="http://schemas.microsoft.com/office/drawing/2014/main" id="{03189B59-5E1F-4989-9534-5BB2A02C0D9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8909" y="171625"/>
                <a:ext cx="11983680" cy="63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04" name="Cerneală 403">
                <a:extLst>
                  <a:ext uri="{FF2B5EF4-FFF2-40B4-BE49-F238E27FC236}">
                    <a16:creationId xmlns:a16="http://schemas.microsoft.com/office/drawing/2014/main" id="{E0AA66BF-E122-4374-BF38-AB11FFA77FA1}"/>
                  </a:ext>
                </a:extLst>
              </p14:cNvPr>
              <p14:cNvContentPartPr/>
              <p14:nvPr/>
            </p14:nvContentPartPr>
            <p14:xfrm>
              <a:off x="8692749" y="5385145"/>
              <a:ext cx="507960" cy="641520"/>
            </p14:xfrm>
          </p:contentPart>
        </mc:Choice>
        <mc:Fallback xmlns="">
          <p:pic>
            <p:nvPicPr>
              <p:cNvPr id="404" name="Cerneală 403">
                <a:extLst>
                  <a:ext uri="{FF2B5EF4-FFF2-40B4-BE49-F238E27FC236}">
                    <a16:creationId xmlns:a16="http://schemas.microsoft.com/office/drawing/2014/main" id="{E0AA66BF-E122-4374-BF38-AB11FFA77FA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675109" y="5349505"/>
                <a:ext cx="543600" cy="71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05" name="Cerneală 404">
                <a:extLst>
                  <a:ext uri="{FF2B5EF4-FFF2-40B4-BE49-F238E27FC236}">
                    <a16:creationId xmlns:a16="http://schemas.microsoft.com/office/drawing/2014/main" id="{74D07826-5979-415B-B8C5-D91C4B053303}"/>
                  </a:ext>
                </a:extLst>
              </p14:cNvPr>
              <p14:cNvContentPartPr/>
              <p14:nvPr/>
            </p14:nvContentPartPr>
            <p14:xfrm>
              <a:off x="1501029" y="4302265"/>
              <a:ext cx="360" cy="360"/>
            </p14:xfrm>
          </p:contentPart>
        </mc:Choice>
        <mc:Fallback xmlns="">
          <p:pic>
            <p:nvPicPr>
              <p:cNvPr id="405" name="Cerneală 404">
                <a:extLst>
                  <a:ext uri="{FF2B5EF4-FFF2-40B4-BE49-F238E27FC236}">
                    <a16:creationId xmlns:a16="http://schemas.microsoft.com/office/drawing/2014/main" id="{74D07826-5979-415B-B8C5-D91C4B05330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83389" y="426626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06" name="Cerneală 405">
                <a:extLst>
                  <a:ext uri="{FF2B5EF4-FFF2-40B4-BE49-F238E27FC236}">
                    <a16:creationId xmlns:a16="http://schemas.microsoft.com/office/drawing/2014/main" id="{A91E2C5A-8A47-408A-895B-EF3D2A61147F}"/>
                  </a:ext>
                </a:extLst>
              </p14:cNvPr>
              <p14:cNvContentPartPr/>
              <p14:nvPr/>
            </p14:nvContentPartPr>
            <p14:xfrm>
              <a:off x="3676509" y="2776225"/>
              <a:ext cx="1353600" cy="812160"/>
            </p14:xfrm>
          </p:contentPart>
        </mc:Choice>
        <mc:Fallback xmlns="">
          <p:pic>
            <p:nvPicPr>
              <p:cNvPr id="406" name="Cerneală 405">
                <a:extLst>
                  <a:ext uri="{FF2B5EF4-FFF2-40B4-BE49-F238E27FC236}">
                    <a16:creationId xmlns:a16="http://schemas.microsoft.com/office/drawing/2014/main" id="{A91E2C5A-8A47-408A-895B-EF3D2A61147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658869" y="2740585"/>
                <a:ext cx="1389240" cy="88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08" name="Cerneală 407">
                <a:extLst>
                  <a:ext uri="{FF2B5EF4-FFF2-40B4-BE49-F238E27FC236}">
                    <a16:creationId xmlns:a16="http://schemas.microsoft.com/office/drawing/2014/main" id="{3A84865A-C06E-4499-A936-CF2B6791437F}"/>
                  </a:ext>
                </a:extLst>
              </p14:cNvPr>
              <p14:cNvContentPartPr/>
              <p14:nvPr/>
            </p14:nvContentPartPr>
            <p14:xfrm>
              <a:off x="8077869" y="3909145"/>
              <a:ext cx="552600" cy="542880"/>
            </p14:xfrm>
          </p:contentPart>
        </mc:Choice>
        <mc:Fallback xmlns="">
          <p:pic>
            <p:nvPicPr>
              <p:cNvPr id="408" name="Cerneală 407">
                <a:extLst>
                  <a:ext uri="{FF2B5EF4-FFF2-40B4-BE49-F238E27FC236}">
                    <a16:creationId xmlns:a16="http://schemas.microsoft.com/office/drawing/2014/main" id="{3A84865A-C06E-4499-A936-CF2B6791437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060229" y="3873145"/>
                <a:ext cx="588240" cy="61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09" name="Cerneală 408">
                <a:extLst>
                  <a:ext uri="{FF2B5EF4-FFF2-40B4-BE49-F238E27FC236}">
                    <a16:creationId xmlns:a16="http://schemas.microsoft.com/office/drawing/2014/main" id="{D281520D-F1E0-4064-B67E-BA32BC57787F}"/>
                  </a:ext>
                </a:extLst>
              </p14:cNvPr>
              <p14:cNvContentPartPr/>
              <p14:nvPr/>
            </p14:nvContentPartPr>
            <p14:xfrm>
              <a:off x="3636549" y="4865665"/>
              <a:ext cx="1240920" cy="818640"/>
            </p14:xfrm>
          </p:contentPart>
        </mc:Choice>
        <mc:Fallback xmlns="">
          <p:pic>
            <p:nvPicPr>
              <p:cNvPr id="409" name="Cerneală 408">
                <a:extLst>
                  <a:ext uri="{FF2B5EF4-FFF2-40B4-BE49-F238E27FC236}">
                    <a16:creationId xmlns:a16="http://schemas.microsoft.com/office/drawing/2014/main" id="{D281520D-F1E0-4064-B67E-BA32BC57787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618909" y="4830025"/>
                <a:ext cx="1276560" cy="89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10" name="Cerneală 409">
                <a:extLst>
                  <a:ext uri="{FF2B5EF4-FFF2-40B4-BE49-F238E27FC236}">
                    <a16:creationId xmlns:a16="http://schemas.microsoft.com/office/drawing/2014/main" id="{5DE6EBA3-651E-4E2B-BFDF-DAC52ADCF974}"/>
                  </a:ext>
                </a:extLst>
              </p14:cNvPr>
              <p14:cNvContentPartPr/>
              <p14:nvPr/>
            </p14:nvContentPartPr>
            <p14:xfrm>
              <a:off x="9379629" y="5504665"/>
              <a:ext cx="486000" cy="429840"/>
            </p14:xfrm>
          </p:contentPart>
        </mc:Choice>
        <mc:Fallback xmlns="">
          <p:pic>
            <p:nvPicPr>
              <p:cNvPr id="410" name="Cerneală 409">
                <a:extLst>
                  <a:ext uri="{FF2B5EF4-FFF2-40B4-BE49-F238E27FC236}">
                    <a16:creationId xmlns:a16="http://schemas.microsoft.com/office/drawing/2014/main" id="{5DE6EBA3-651E-4E2B-BFDF-DAC52ADCF97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361989" y="5468665"/>
                <a:ext cx="521640" cy="50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11" name="Cerneală 410">
                <a:extLst>
                  <a:ext uri="{FF2B5EF4-FFF2-40B4-BE49-F238E27FC236}">
                    <a16:creationId xmlns:a16="http://schemas.microsoft.com/office/drawing/2014/main" id="{24208364-1359-4B4E-A88F-302AEAD4F27B}"/>
                  </a:ext>
                </a:extLst>
              </p14:cNvPr>
              <p14:cNvContentPartPr/>
              <p14:nvPr/>
            </p14:nvContentPartPr>
            <p14:xfrm>
              <a:off x="4957749" y="3257905"/>
              <a:ext cx="2000160" cy="833040"/>
            </p14:xfrm>
          </p:contentPart>
        </mc:Choice>
        <mc:Fallback xmlns="">
          <p:pic>
            <p:nvPicPr>
              <p:cNvPr id="411" name="Cerneală 410">
                <a:extLst>
                  <a:ext uri="{FF2B5EF4-FFF2-40B4-BE49-F238E27FC236}">
                    <a16:creationId xmlns:a16="http://schemas.microsoft.com/office/drawing/2014/main" id="{24208364-1359-4B4E-A88F-302AEAD4F27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939749" y="3222265"/>
                <a:ext cx="2035800" cy="90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12" name="Cerneală 411">
                <a:extLst>
                  <a:ext uri="{FF2B5EF4-FFF2-40B4-BE49-F238E27FC236}">
                    <a16:creationId xmlns:a16="http://schemas.microsoft.com/office/drawing/2014/main" id="{C3000765-E8E2-41DC-8721-16966B14F777}"/>
                  </a:ext>
                </a:extLst>
              </p14:cNvPr>
              <p14:cNvContentPartPr/>
              <p14:nvPr/>
            </p14:nvContentPartPr>
            <p14:xfrm>
              <a:off x="6444189" y="3803665"/>
              <a:ext cx="369000" cy="242640"/>
            </p14:xfrm>
          </p:contentPart>
        </mc:Choice>
        <mc:Fallback xmlns="">
          <p:pic>
            <p:nvPicPr>
              <p:cNvPr id="412" name="Cerneală 411">
                <a:extLst>
                  <a:ext uri="{FF2B5EF4-FFF2-40B4-BE49-F238E27FC236}">
                    <a16:creationId xmlns:a16="http://schemas.microsoft.com/office/drawing/2014/main" id="{C3000765-E8E2-41DC-8721-16966B14F77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426549" y="3767665"/>
                <a:ext cx="404640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13" name="Cerneală 412">
                <a:extLst>
                  <a:ext uri="{FF2B5EF4-FFF2-40B4-BE49-F238E27FC236}">
                    <a16:creationId xmlns:a16="http://schemas.microsoft.com/office/drawing/2014/main" id="{6A159847-CEAF-4F3A-80C8-007FA4741300}"/>
                  </a:ext>
                </a:extLst>
              </p14:cNvPr>
              <p14:cNvContentPartPr/>
              <p14:nvPr/>
            </p14:nvContentPartPr>
            <p14:xfrm>
              <a:off x="4759389" y="5076985"/>
              <a:ext cx="3675600" cy="846720"/>
            </p14:xfrm>
          </p:contentPart>
        </mc:Choice>
        <mc:Fallback xmlns="">
          <p:pic>
            <p:nvPicPr>
              <p:cNvPr id="413" name="Cerneală 412">
                <a:extLst>
                  <a:ext uri="{FF2B5EF4-FFF2-40B4-BE49-F238E27FC236}">
                    <a16:creationId xmlns:a16="http://schemas.microsoft.com/office/drawing/2014/main" id="{6A159847-CEAF-4F3A-80C8-007FA474130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741749" y="5041345"/>
                <a:ext cx="3711240" cy="91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14" name="Cerneală 413">
                <a:extLst>
                  <a:ext uri="{FF2B5EF4-FFF2-40B4-BE49-F238E27FC236}">
                    <a16:creationId xmlns:a16="http://schemas.microsoft.com/office/drawing/2014/main" id="{0F5B7418-9493-495A-94CA-CEB3EDDD8BE6}"/>
                  </a:ext>
                </a:extLst>
              </p14:cNvPr>
              <p14:cNvContentPartPr/>
              <p14:nvPr/>
            </p14:nvContentPartPr>
            <p14:xfrm>
              <a:off x="6796269" y="5423665"/>
              <a:ext cx="334080" cy="258840"/>
            </p14:xfrm>
          </p:contentPart>
        </mc:Choice>
        <mc:Fallback xmlns="">
          <p:pic>
            <p:nvPicPr>
              <p:cNvPr id="414" name="Cerneală 413">
                <a:extLst>
                  <a:ext uri="{FF2B5EF4-FFF2-40B4-BE49-F238E27FC236}">
                    <a16:creationId xmlns:a16="http://schemas.microsoft.com/office/drawing/2014/main" id="{0F5B7418-9493-495A-94CA-CEB3EDDD8BE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778629" y="5388025"/>
                <a:ext cx="36972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20" name="Cerneală 419">
                <a:extLst>
                  <a:ext uri="{FF2B5EF4-FFF2-40B4-BE49-F238E27FC236}">
                    <a16:creationId xmlns:a16="http://schemas.microsoft.com/office/drawing/2014/main" id="{897492D3-FCAE-4BC8-B424-833561DF9CFA}"/>
                  </a:ext>
                </a:extLst>
              </p14:cNvPr>
              <p14:cNvContentPartPr/>
              <p14:nvPr/>
            </p14:nvContentPartPr>
            <p14:xfrm>
              <a:off x="399069" y="6082825"/>
              <a:ext cx="29160" cy="255600"/>
            </p14:xfrm>
          </p:contentPart>
        </mc:Choice>
        <mc:Fallback xmlns="">
          <p:pic>
            <p:nvPicPr>
              <p:cNvPr id="420" name="Cerneală 419">
                <a:extLst>
                  <a:ext uri="{FF2B5EF4-FFF2-40B4-BE49-F238E27FC236}">
                    <a16:creationId xmlns:a16="http://schemas.microsoft.com/office/drawing/2014/main" id="{897492D3-FCAE-4BC8-B424-833561DF9CF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81069" y="6047185"/>
                <a:ext cx="6480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21" name="Cerneală 420">
                <a:extLst>
                  <a:ext uri="{FF2B5EF4-FFF2-40B4-BE49-F238E27FC236}">
                    <a16:creationId xmlns:a16="http://schemas.microsoft.com/office/drawing/2014/main" id="{3B96D6DD-C553-4136-880F-D2728426CB81}"/>
                  </a:ext>
                </a:extLst>
              </p14:cNvPr>
              <p14:cNvContentPartPr/>
              <p14:nvPr/>
            </p14:nvContentPartPr>
            <p14:xfrm>
              <a:off x="367389" y="6359665"/>
              <a:ext cx="148680" cy="29520"/>
            </p14:xfrm>
          </p:contentPart>
        </mc:Choice>
        <mc:Fallback xmlns="">
          <p:pic>
            <p:nvPicPr>
              <p:cNvPr id="421" name="Cerneală 420">
                <a:extLst>
                  <a:ext uri="{FF2B5EF4-FFF2-40B4-BE49-F238E27FC236}">
                    <a16:creationId xmlns:a16="http://schemas.microsoft.com/office/drawing/2014/main" id="{3B96D6DD-C553-4136-880F-D2728426CB8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49749" y="6323665"/>
                <a:ext cx="18432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22" name="Cerneală 421">
                <a:extLst>
                  <a:ext uri="{FF2B5EF4-FFF2-40B4-BE49-F238E27FC236}">
                    <a16:creationId xmlns:a16="http://schemas.microsoft.com/office/drawing/2014/main" id="{6E33ED33-DF56-4F16-A0BD-ADEE09A1DD83}"/>
                  </a:ext>
                </a:extLst>
              </p14:cNvPr>
              <p14:cNvContentPartPr/>
              <p14:nvPr/>
            </p14:nvContentPartPr>
            <p14:xfrm>
              <a:off x="379989" y="6070225"/>
              <a:ext cx="151200" cy="22680"/>
            </p14:xfrm>
          </p:contentPart>
        </mc:Choice>
        <mc:Fallback xmlns="">
          <p:pic>
            <p:nvPicPr>
              <p:cNvPr id="422" name="Cerneală 421">
                <a:extLst>
                  <a:ext uri="{FF2B5EF4-FFF2-40B4-BE49-F238E27FC236}">
                    <a16:creationId xmlns:a16="http://schemas.microsoft.com/office/drawing/2014/main" id="{6E33ED33-DF56-4F16-A0BD-ADEE09A1DD8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61989" y="6034585"/>
                <a:ext cx="18684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23" name="Cerneală 422">
                <a:extLst>
                  <a:ext uri="{FF2B5EF4-FFF2-40B4-BE49-F238E27FC236}">
                    <a16:creationId xmlns:a16="http://schemas.microsoft.com/office/drawing/2014/main" id="{AF5BDB8D-472B-4CF1-B0C6-C0F7E09D55A0}"/>
                  </a:ext>
                </a:extLst>
              </p14:cNvPr>
              <p14:cNvContentPartPr/>
              <p14:nvPr/>
            </p14:nvContentPartPr>
            <p14:xfrm>
              <a:off x="548109" y="6239065"/>
              <a:ext cx="119880" cy="160200"/>
            </p14:xfrm>
          </p:contentPart>
        </mc:Choice>
        <mc:Fallback xmlns="">
          <p:pic>
            <p:nvPicPr>
              <p:cNvPr id="423" name="Cerneală 422">
                <a:extLst>
                  <a:ext uri="{FF2B5EF4-FFF2-40B4-BE49-F238E27FC236}">
                    <a16:creationId xmlns:a16="http://schemas.microsoft.com/office/drawing/2014/main" id="{AF5BDB8D-472B-4CF1-B0C6-C0F7E09D55A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30469" y="6203065"/>
                <a:ext cx="15552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24" name="Cerneală 423">
                <a:extLst>
                  <a:ext uri="{FF2B5EF4-FFF2-40B4-BE49-F238E27FC236}">
                    <a16:creationId xmlns:a16="http://schemas.microsoft.com/office/drawing/2014/main" id="{9B542838-9B20-4F0B-ABD3-6A1B7C927C7F}"/>
                  </a:ext>
                </a:extLst>
              </p14:cNvPr>
              <p14:cNvContentPartPr/>
              <p14:nvPr/>
            </p14:nvContentPartPr>
            <p14:xfrm>
              <a:off x="764109" y="6247705"/>
              <a:ext cx="236160" cy="191880"/>
            </p14:xfrm>
          </p:contentPart>
        </mc:Choice>
        <mc:Fallback xmlns="">
          <p:pic>
            <p:nvPicPr>
              <p:cNvPr id="424" name="Cerneală 423">
                <a:extLst>
                  <a:ext uri="{FF2B5EF4-FFF2-40B4-BE49-F238E27FC236}">
                    <a16:creationId xmlns:a16="http://schemas.microsoft.com/office/drawing/2014/main" id="{9B542838-9B20-4F0B-ABD3-6A1B7C927C7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46109" y="6212065"/>
                <a:ext cx="27180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25" name="Cerneală 424">
                <a:extLst>
                  <a:ext uri="{FF2B5EF4-FFF2-40B4-BE49-F238E27FC236}">
                    <a16:creationId xmlns:a16="http://schemas.microsoft.com/office/drawing/2014/main" id="{A6142FAB-6F26-42ED-9F3C-D90D6A5B60CD}"/>
                  </a:ext>
                </a:extLst>
              </p14:cNvPr>
              <p14:cNvContentPartPr/>
              <p14:nvPr/>
            </p14:nvContentPartPr>
            <p14:xfrm>
              <a:off x="956349" y="6123145"/>
              <a:ext cx="23760" cy="28800"/>
            </p14:xfrm>
          </p:contentPart>
        </mc:Choice>
        <mc:Fallback xmlns="">
          <p:pic>
            <p:nvPicPr>
              <p:cNvPr id="425" name="Cerneală 424">
                <a:extLst>
                  <a:ext uri="{FF2B5EF4-FFF2-40B4-BE49-F238E27FC236}">
                    <a16:creationId xmlns:a16="http://schemas.microsoft.com/office/drawing/2014/main" id="{A6142FAB-6F26-42ED-9F3C-D90D6A5B60C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38709" y="6087145"/>
                <a:ext cx="5940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26" name="Cerneală 425">
                <a:extLst>
                  <a:ext uri="{FF2B5EF4-FFF2-40B4-BE49-F238E27FC236}">
                    <a16:creationId xmlns:a16="http://schemas.microsoft.com/office/drawing/2014/main" id="{8109DAAF-F97B-47BA-9F6F-A4F09DB266D4}"/>
                  </a:ext>
                </a:extLst>
              </p14:cNvPr>
              <p14:cNvContentPartPr/>
              <p14:nvPr/>
            </p14:nvContentPartPr>
            <p14:xfrm>
              <a:off x="1101789" y="6184705"/>
              <a:ext cx="412920" cy="228240"/>
            </p14:xfrm>
          </p:contentPart>
        </mc:Choice>
        <mc:Fallback xmlns="">
          <p:pic>
            <p:nvPicPr>
              <p:cNvPr id="426" name="Cerneală 425">
                <a:extLst>
                  <a:ext uri="{FF2B5EF4-FFF2-40B4-BE49-F238E27FC236}">
                    <a16:creationId xmlns:a16="http://schemas.microsoft.com/office/drawing/2014/main" id="{8109DAAF-F97B-47BA-9F6F-A4F09DB266D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83789" y="6148705"/>
                <a:ext cx="44856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27" name="Cerneală 426">
                <a:extLst>
                  <a:ext uri="{FF2B5EF4-FFF2-40B4-BE49-F238E27FC236}">
                    <a16:creationId xmlns:a16="http://schemas.microsoft.com/office/drawing/2014/main" id="{12D793A1-9FED-45B5-8E67-09BC5B1B2F09}"/>
                  </a:ext>
                </a:extLst>
              </p14:cNvPr>
              <p14:cNvContentPartPr/>
              <p14:nvPr/>
            </p14:nvContentPartPr>
            <p14:xfrm>
              <a:off x="1531629" y="6258865"/>
              <a:ext cx="244440" cy="161640"/>
            </p14:xfrm>
          </p:contentPart>
        </mc:Choice>
        <mc:Fallback xmlns="">
          <p:pic>
            <p:nvPicPr>
              <p:cNvPr id="427" name="Cerneală 426">
                <a:extLst>
                  <a:ext uri="{FF2B5EF4-FFF2-40B4-BE49-F238E27FC236}">
                    <a16:creationId xmlns:a16="http://schemas.microsoft.com/office/drawing/2014/main" id="{12D793A1-9FED-45B5-8E67-09BC5B1B2F0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513629" y="6222865"/>
                <a:ext cx="28008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28" name="Cerneală 427">
                <a:extLst>
                  <a:ext uri="{FF2B5EF4-FFF2-40B4-BE49-F238E27FC236}">
                    <a16:creationId xmlns:a16="http://schemas.microsoft.com/office/drawing/2014/main" id="{41F18491-32DD-4661-8C80-937E0972771D}"/>
                  </a:ext>
                </a:extLst>
              </p14:cNvPr>
              <p14:cNvContentPartPr/>
              <p14:nvPr/>
            </p14:nvContentPartPr>
            <p14:xfrm>
              <a:off x="2126709" y="6196585"/>
              <a:ext cx="285840" cy="321840"/>
            </p14:xfrm>
          </p:contentPart>
        </mc:Choice>
        <mc:Fallback xmlns="">
          <p:pic>
            <p:nvPicPr>
              <p:cNvPr id="428" name="Cerneală 427">
                <a:extLst>
                  <a:ext uri="{FF2B5EF4-FFF2-40B4-BE49-F238E27FC236}">
                    <a16:creationId xmlns:a16="http://schemas.microsoft.com/office/drawing/2014/main" id="{41F18491-32DD-4661-8C80-937E0972771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109069" y="6160945"/>
                <a:ext cx="321480" cy="39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29" name="Cerneală 428">
                <a:extLst>
                  <a:ext uri="{FF2B5EF4-FFF2-40B4-BE49-F238E27FC236}">
                    <a16:creationId xmlns:a16="http://schemas.microsoft.com/office/drawing/2014/main" id="{90E6BDE6-93BA-4C49-9923-4C845008750C}"/>
                  </a:ext>
                </a:extLst>
              </p14:cNvPr>
              <p14:cNvContentPartPr/>
              <p14:nvPr/>
            </p14:nvContentPartPr>
            <p14:xfrm>
              <a:off x="2030589" y="6020185"/>
              <a:ext cx="279000" cy="29880"/>
            </p14:xfrm>
          </p:contentPart>
        </mc:Choice>
        <mc:Fallback xmlns="">
          <p:pic>
            <p:nvPicPr>
              <p:cNvPr id="429" name="Cerneală 428">
                <a:extLst>
                  <a:ext uri="{FF2B5EF4-FFF2-40B4-BE49-F238E27FC236}">
                    <a16:creationId xmlns:a16="http://schemas.microsoft.com/office/drawing/2014/main" id="{90E6BDE6-93BA-4C49-9923-4C845008750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012949" y="5984545"/>
                <a:ext cx="31464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30" name="Cerneală 429">
                <a:extLst>
                  <a:ext uri="{FF2B5EF4-FFF2-40B4-BE49-F238E27FC236}">
                    <a16:creationId xmlns:a16="http://schemas.microsoft.com/office/drawing/2014/main" id="{1E46E213-1AEC-41B9-9356-4595850B6972}"/>
                  </a:ext>
                </a:extLst>
              </p14:cNvPr>
              <p14:cNvContentPartPr/>
              <p14:nvPr/>
            </p14:nvContentPartPr>
            <p14:xfrm>
              <a:off x="2662389" y="6273625"/>
              <a:ext cx="424080" cy="167040"/>
            </p14:xfrm>
          </p:contentPart>
        </mc:Choice>
        <mc:Fallback xmlns="">
          <p:pic>
            <p:nvPicPr>
              <p:cNvPr id="430" name="Cerneală 429">
                <a:extLst>
                  <a:ext uri="{FF2B5EF4-FFF2-40B4-BE49-F238E27FC236}">
                    <a16:creationId xmlns:a16="http://schemas.microsoft.com/office/drawing/2014/main" id="{1E46E213-1AEC-41B9-9356-4595850B697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644389" y="6237625"/>
                <a:ext cx="45972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31" name="Cerneală 430">
                <a:extLst>
                  <a:ext uri="{FF2B5EF4-FFF2-40B4-BE49-F238E27FC236}">
                    <a16:creationId xmlns:a16="http://schemas.microsoft.com/office/drawing/2014/main" id="{A9DF1082-ECE8-4670-8A20-22F6DEB2A8E6}"/>
                  </a:ext>
                </a:extLst>
              </p14:cNvPr>
              <p14:cNvContentPartPr/>
              <p14:nvPr/>
            </p14:nvContentPartPr>
            <p14:xfrm>
              <a:off x="3141909" y="6309265"/>
              <a:ext cx="34560" cy="366480"/>
            </p14:xfrm>
          </p:contentPart>
        </mc:Choice>
        <mc:Fallback xmlns="">
          <p:pic>
            <p:nvPicPr>
              <p:cNvPr id="431" name="Cerneală 430">
                <a:extLst>
                  <a:ext uri="{FF2B5EF4-FFF2-40B4-BE49-F238E27FC236}">
                    <a16:creationId xmlns:a16="http://schemas.microsoft.com/office/drawing/2014/main" id="{A9DF1082-ECE8-4670-8A20-22F6DEB2A8E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123909" y="6273265"/>
                <a:ext cx="70200" cy="43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32" name="Cerneală 431">
                <a:extLst>
                  <a:ext uri="{FF2B5EF4-FFF2-40B4-BE49-F238E27FC236}">
                    <a16:creationId xmlns:a16="http://schemas.microsoft.com/office/drawing/2014/main" id="{D2A0D389-5273-42F4-93D9-A2F49977BACF}"/>
                  </a:ext>
                </a:extLst>
              </p14:cNvPr>
              <p14:cNvContentPartPr/>
              <p14:nvPr/>
            </p14:nvContentPartPr>
            <p14:xfrm>
              <a:off x="3151989" y="6339865"/>
              <a:ext cx="275760" cy="125640"/>
            </p14:xfrm>
          </p:contentPart>
        </mc:Choice>
        <mc:Fallback xmlns="">
          <p:pic>
            <p:nvPicPr>
              <p:cNvPr id="432" name="Cerneală 431">
                <a:extLst>
                  <a:ext uri="{FF2B5EF4-FFF2-40B4-BE49-F238E27FC236}">
                    <a16:creationId xmlns:a16="http://schemas.microsoft.com/office/drawing/2014/main" id="{D2A0D389-5273-42F4-93D9-A2F49977BAC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133989" y="6303865"/>
                <a:ext cx="31140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33" name="Cerneală 432">
                <a:extLst>
                  <a:ext uri="{FF2B5EF4-FFF2-40B4-BE49-F238E27FC236}">
                    <a16:creationId xmlns:a16="http://schemas.microsoft.com/office/drawing/2014/main" id="{3827365D-C95B-4D23-8398-CFCF41B6B10C}"/>
                  </a:ext>
                </a:extLst>
              </p14:cNvPr>
              <p14:cNvContentPartPr/>
              <p14:nvPr/>
            </p14:nvContentPartPr>
            <p14:xfrm>
              <a:off x="3379149" y="6210625"/>
              <a:ext cx="38160" cy="27720"/>
            </p14:xfrm>
          </p:contentPart>
        </mc:Choice>
        <mc:Fallback xmlns="">
          <p:pic>
            <p:nvPicPr>
              <p:cNvPr id="433" name="Cerneală 432">
                <a:extLst>
                  <a:ext uri="{FF2B5EF4-FFF2-40B4-BE49-F238E27FC236}">
                    <a16:creationId xmlns:a16="http://schemas.microsoft.com/office/drawing/2014/main" id="{3827365D-C95B-4D23-8398-CFCF41B6B10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361149" y="6174985"/>
                <a:ext cx="7380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34" name="Cerneală 433">
                <a:extLst>
                  <a:ext uri="{FF2B5EF4-FFF2-40B4-BE49-F238E27FC236}">
                    <a16:creationId xmlns:a16="http://schemas.microsoft.com/office/drawing/2014/main" id="{F31AB632-8809-46B7-9899-912FA375E771}"/>
                  </a:ext>
                </a:extLst>
              </p14:cNvPr>
              <p14:cNvContentPartPr/>
              <p14:nvPr/>
            </p14:nvContentPartPr>
            <p14:xfrm>
              <a:off x="3516669" y="6276865"/>
              <a:ext cx="606960" cy="377280"/>
            </p14:xfrm>
          </p:contentPart>
        </mc:Choice>
        <mc:Fallback xmlns="">
          <p:pic>
            <p:nvPicPr>
              <p:cNvPr id="434" name="Cerneală 433">
                <a:extLst>
                  <a:ext uri="{FF2B5EF4-FFF2-40B4-BE49-F238E27FC236}">
                    <a16:creationId xmlns:a16="http://schemas.microsoft.com/office/drawing/2014/main" id="{F31AB632-8809-46B7-9899-912FA375E77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498669" y="6240865"/>
                <a:ext cx="642600" cy="44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35" name="Cerneală 434">
                <a:extLst>
                  <a:ext uri="{FF2B5EF4-FFF2-40B4-BE49-F238E27FC236}">
                    <a16:creationId xmlns:a16="http://schemas.microsoft.com/office/drawing/2014/main" id="{5BA45F80-3970-4AE6-842C-4F978600AC84}"/>
                  </a:ext>
                </a:extLst>
              </p14:cNvPr>
              <p14:cNvContentPartPr/>
              <p14:nvPr/>
            </p14:nvContentPartPr>
            <p14:xfrm>
              <a:off x="4052349" y="6182545"/>
              <a:ext cx="198720" cy="299520"/>
            </p14:xfrm>
          </p:contentPart>
        </mc:Choice>
        <mc:Fallback xmlns="">
          <p:pic>
            <p:nvPicPr>
              <p:cNvPr id="435" name="Cerneală 434">
                <a:extLst>
                  <a:ext uri="{FF2B5EF4-FFF2-40B4-BE49-F238E27FC236}">
                    <a16:creationId xmlns:a16="http://schemas.microsoft.com/office/drawing/2014/main" id="{5BA45F80-3970-4AE6-842C-4F978600AC8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034709" y="6146545"/>
                <a:ext cx="234360" cy="3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36" name="Cerneală 435">
                <a:extLst>
                  <a:ext uri="{FF2B5EF4-FFF2-40B4-BE49-F238E27FC236}">
                    <a16:creationId xmlns:a16="http://schemas.microsoft.com/office/drawing/2014/main" id="{FB6ED86C-5C54-42F4-8470-7E70A9AB0ECF}"/>
                  </a:ext>
                </a:extLst>
              </p14:cNvPr>
              <p14:cNvContentPartPr/>
              <p14:nvPr/>
            </p14:nvContentPartPr>
            <p14:xfrm>
              <a:off x="4566789" y="6342745"/>
              <a:ext cx="360" cy="138960"/>
            </p14:xfrm>
          </p:contentPart>
        </mc:Choice>
        <mc:Fallback xmlns="">
          <p:pic>
            <p:nvPicPr>
              <p:cNvPr id="436" name="Cerneală 435">
                <a:extLst>
                  <a:ext uri="{FF2B5EF4-FFF2-40B4-BE49-F238E27FC236}">
                    <a16:creationId xmlns:a16="http://schemas.microsoft.com/office/drawing/2014/main" id="{FB6ED86C-5C54-42F4-8470-7E70A9AB0EC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548789" y="6306745"/>
                <a:ext cx="3600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37" name="Cerneală 436">
                <a:extLst>
                  <a:ext uri="{FF2B5EF4-FFF2-40B4-BE49-F238E27FC236}">
                    <a16:creationId xmlns:a16="http://schemas.microsoft.com/office/drawing/2014/main" id="{1304D1A2-3B91-4013-B4FE-951BF50721E6}"/>
                  </a:ext>
                </a:extLst>
              </p14:cNvPr>
              <p14:cNvContentPartPr/>
              <p14:nvPr/>
            </p14:nvContentPartPr>
            <p14:xfrm>
              <a:off x="4509189" y="6085705"/>
              <a:ext cx="558360" cy="397800"/>
            </p14:xfrm>
          </p:contentPart>
        </mc:Choice>
        <mc:Fallback xmlns="">
          <p:pic>
            <p:nvPicPr>
              <p:cNvPr id="437" name="Cerneală 436">
                <a:extLst>
                  <a:ext uri="{FF2B5EF4-FFF2-40B4-BE49-F238E27FC236}">
                    <a16:creationId xmlns:a16="http://schemas.microsoft.com/office/drawing/2014/main" id="{1304D1A2-3B91-4013-B4FE-951BF50721E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491549" y="6050065"/>
                <a:ext cx="594000" cy="46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38" name="Cerneală 437">
                <a:extLst>
                  <a:ext uri="{FF2B5EF4-FFF2-40B4-BE49-F238E27FC236}">
                    <a16:creationId xmlns:a16="http://schemas.microsoft.com/office/drawing/2014/main" id="{E182BE72-F2BF-4BCF-AF5D-F10FDB61D66F}"/>
                  </a:ext>
                </a:extLst>
              </p14:cNvPr>
              <p14:cNvContentPartPr/>
              <p14:nvPr/>
            </p14:nvContentPartPr>
            <p14:xfrm>
              <a:off x="4812309" y="6201625"/>
              <a:ext cx="181080" cy="6840"/>
            </p14:xfrm>
          </p:contentPart>
        </mc:Choice>
        <mc:Fallback xmlns="">
          <p:pic>
            <p:nvPicPr>
              <p:cNvPr id="438" name="Cerneală 437">
                <a:extLst>
                  <a:ext uri="{FF2B5EF4-FFF2-40B4-BE49-F238E27FC236}">
                    <a16:creationId xmlns:a16="http://schemas.microsoft.com/office/drawing/2014/main" id="{E182BE72-F2BF-4BCF-AF5D-F10FDB61D66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794309" y="6165625"/>
                <a:ext cx="21672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39" name="Cerneală 438">
                <a:extLst>
                  <a:ext uri="{FF2B5EF4-FFF2-40B4-BE49-F238E27FC236}">
                    <a16:creationId xmlns:a16="http://schemas.microsoft.com/office/drawing/2014/main" id="{69153BD5-C0DD-4CFA-BB52-6664E6991CE8}"/>
                  </a:ext>
                </a:extLst>
              </p14:cNvPr>
              <p14:cNvContentPartPr/>
              <p14:nvPr/>
            </p14:nvContentPartPr>
            <p14:xfrm>
              <a:off x="5081949" y="6248065"/>
              <a:ext cx="1072800" cy="255960"/>
            </p14:xfrm>
          </p:contentPart>
        </mc:Choice>
        <mc:Fallback xmlns="">
          <p:pic>
            <p:nvPicPr>
              <p:cNvPr id="439" name="Cerneală 438">
                <a:extLst>
                  <a:ext uri="{FF2B5EF4-FFF2-40B4-BE49-F238E27FC236}">
                    <a16:creationId xmlns:a16="http://schemas.microsoft.com/office/drawing/2014/main" id="{69153BD5-C0DD-4CFA-BB52-6664E6991CE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063949" y="6212425"/>
                <a:ext cx="1108440" cy="3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40" name="Cerneală 439">
                <a:extLst>
                  <a:ext uri="{FF2B5EF4-FFF2-40B4-BE49-F238E27FC236}">
                    <a16:creationId xmlns:a16="http://schemas.microsoft.com/office/drawing/2014/main" id="{4AFAAFD1-CF32-4658-80BB-3701455CDAFF}"/>
                  </a:ext>
                </a:extLst>
              </p14:cNvPr>
              <p14:cNvContentPartPr/>
              <p14:nvPr/>
            </p14:nvContentPartPr>
            <p14:xfrm>
              <a:off x="6170949" y="6383785"/>
              <a:ext cx="206640" cy="104040"/>
            </p14:xfrm>
          </p:contentPart>
        </mc:Choice>
        <mc:Fallback xmlns="">
          <p:pic>
            <p:nvPicPr>
              <p:cNvPr id="440" name="Cerneală 439">
                <a:extLst>
                  <a:ext uri="{FF2B5EF4-FFF2-40B4-BE49-F238E27FC236}">
                    <a16:creationId xmlns:a16="http://schemas.microsoft.com/office/drawing/2014/main" id="{4AFAAFD1-CF32-4658-80BB-3701455CDAF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153309" y="6348145"/>
                <a:ext cx="24228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41" name="Cerneală 440">
                <a:extLst>
                  <a:ext uri="{FF2B5EF4-FFF2-40B4-BE49-F238E27FC236}">
                    <a16:creationId xmlns:a16="http://schemas.microsoft.com/office/drawing/2014/main" id="{B8BFDDDA-6FCF-4D16-BDD2-6F3E55AED0A8}"/>
                  </a:ext>
                </a:extLst>
              </p14:cNvPr>
              <p14:cNvContentPartPr/>
              <p14:nvPr/>
            </p14:nvContentPartPr>
            <p14:xfrm>
              <a:off x="6705909" y="6304585"/>
              <a:ext cx="194040" cy="228240"/>
            </p14:xfrm>
          </p:contentPart>
        </mc:Choice>
        <mc:Fallback xmlns="">
          <p:pic>
            <p:nvPicPr>
              <p:cNvPr id="441" name="Cerneală 440">
                <a:extLst>
                  <a:ext uri="{FF2B5EF4-FFF2-40B4-BE49-F238E27FC236}">
                    <a16:creationId xmlns:a16="http://schemas.microsoft.com/office/drawing/2014/main" id="{B8BFDDDA-6FCF-4D16-BDD2-6F3E55AED0A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688269" y="6268585"/>
                <a:ext cx="22968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42" name="Cerneală 441">
                <a:extLst>
                  <a:ext uri="{FF2B5EF4-FFF2-40B4-BE49-F238E27FC236}">
                    <a16:creationId xmlns:a16="http://schemas.microsoft.com/office/drawing/2014/main" id="{412A5E5A-4C8B-40F5-85C0-A51F6F71CBC5}"/>
                  </a:ext>
                </a:extLst>
              </p14:cNvPr>
              <p14:cNvContentPartPr/>
              <p14:nvPr/>
            </p14:nvContentPartPr>
            <p14:xfrm>
              <a:off x="6694029" y="6434185"/>
              <a:ext cx="223560" cy="4680"/>
            </p14:xfrm>
          </p:contentPart>
        </mc:Choice>
        <mc:Fallback xmlns="">
          <p:pic>
            <p:nvPicPr>
              <p:cNvPr id="442" name="Cerneală 441">
                <a:extLst>
                  <a:ext uri="{FF2B5EF4-FFF2-40B4-BE49-F238E27FC236}">
                    <a16:creationId xmlns:a16="http://schemas.microsoft.com/office/drawing/2014/main" id="{412A5E5A-4C8B-40F5-85C0-A51F6F71CBC5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676389" y="6398545"/>
                <a:ext cx="25920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43" name="Cerneală 442">
                <a:extLst>
                  <a:ext uri="{FF2B5EF4-FFF2-40B4-BE49-F238E27FC236}">
                    <a16:creationId xmlns:a16="http://schemas.microsoft.com/office/drawing/2014/main" id="{8AA310C4-701C-429A-948D-BF247E056F69}"/>
                  </a:ext>
                </a:extLst>
              </p14:cNvPr>
              <p14:cNvContentPartPr/>
              <p14:nvPr/>
            </p14:nvContentPartPr>
            <p14:xfrm>
              <a:off x="6737589" y="6318625"/>
              <a:ext cx="189360" cy="5760"/>
            </p14:xfrm>
          </p:contentPart>
        </mc:Choice>
        <mc:Fallback xmlns="">
          <p:pic>
            <p:nvPicPr>
              <p:cNvPr id="443" name="Cerneală 442">
                <a:extLst>
                  <a:ext uri="{FF2B5EF4-FFF2-40B4-BE49-F238E27FC236}">
                    <a16:creationId xmlns:a16="http://schemas.microsoft.com/office/drawing/2014/main" id="{8AA310C4-701C-429A-948D-BF247E056F69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719589" y="6282625"/>
                <a:ext cx="22500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44" name="Cerneală 443">
                <a:extLst>
                  <a:ext uri="{FF2B5EF4-FFF2-40B4-BE49-F238E27FC236}">
                    <a16:creationId xmlns:a16="http://schemas.microsoft.com/office/drawing/2014/main" id="{F05D1B9D-19C2-4C8A-8605-BF470292EBD2}"/>
                  </a:ext>
                </a:extLst>
              </p14:cNvPr>
              <p14:cNvContentPartPr/>
              <p14:nvPr/>
            </p14:nvContentPartPr>
            <p14:xfrm>
              <a:off x="6665229" y="6115585"/>
              <a:ext cx="300600" cy="18000"/>
            </p14:xfrm>
          </p:contentPart>
        </mc:Choice>
        <mc:Fallback xmlns="">
          <p:pic>
            <p:nvPicPr>
              <p:cNvPr id="444" name="Cerneală 443">
                <a:extLst>
                  <a:ext uri="{FF2B5EF4-FFF2-40B4-BE49-F238E27FC236}">
                    <a16:creationId xmlns:a16="http://schemas.microsoft.com/office/drawing/2014/main" id="{F05D1B9D-19C2-4C8A-8605-BF470292EBD2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647229" y="6079945"/>
                <a:ext cx="33624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45" name="Cerneală 444">
                <a:extLst>
                  <a:ext uri="{FF2B5EF4-FFF2-40B4-BE49-F238E27FC236}">
                    <a16:creationId xmlns:a16="http://schemas.microsoft.com/office/drawing/2014/main" id="{A9D1F420-9DE2-482E-AE24-1635E1D3F1D2}"/>
                  </a:ext>
                </a:extLst>
              </p14:cNvPr>
              <p14:cNvContentPartPr/>
              <p14:nvPr/>
            </p14:nvContentPartPr>
            <p14:xfrm>
              <a:off x="394389" y="1048945"/>
              <a:ext cx="18360" cy="10080"/>
            </p14:xfrm>
          </p:contentPart>
        </mc:Choice>
        <mc:Fallback xmlns="">
          <p:pic>
            <p:nvPicPr>
              <p:cNvPr id="445" name="Cerneală 444">
                <a:extLst>
                  <a:ext uri="{FF2B5EF4-FFF2-40B4-BE49-F238E27FC236}">
                    <a16:creationId xmlns:a16="http://schemas.microsoft.com/office/drawing/2014/main" id="{A9D1F420-9DE2-482E-AE24-1635E1D3F1D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76749" y="1012945"/>
                <a:ext cx="5400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46" name="Cerneală 445">
                <a:extLst>
                  <a:ext uri="{FF2B5EF4-FFF2-40B4-BE49-F238E27FC236}">
                    <a16:creationId xmlns:a16="http://schemas.microsoft.com/office/drawing/2014/main" id="{71880A61-FA1D-4D43-8EF5-15E8867CA624}"/>
                  </a:ext>
                </a:extLst>
              </p14:cNvPr>
              <p14:cNvContentPartPr/>
              <p14:nvPr/>
            </p14:nvContentPartPr>
            <p14:xfrm>
              <a:off x="408429" y="995665"/>
              <a:ext cx="3259080" cy="635760"/>
            </p14:xfrm>
          </p:contentPart>
        </mc:Choice>
        <mc:Fallback xmlns="">
          <p:pic>
            <p:nvPicPr>
              <p:cNvPr id="446" name="Cerneală 445">
                <a:extLst>
                  <a:ext uri="{FF2B5EF4-FFF2-40B4-BE49-F238E27FC236}">
                    <a16:creationId xmlns:a16="http://schemas.microsoft.com/office/drawing/2014/main" id="{71880A61-FA1D-4D43-8EF5-15E8867CA624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90789" y="960025"/>
                <a:ext cx="3294720" cy="70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7" name="Cerneală 446">
                <a:extLst>
                  <a:ext uri="{FF2B5EF4-FFF2-40B4-BE49-F238E27FC236}">
                    <a16:creationId xmlns:a16="http://schemas.microsoft.com/office/drawing/2014/main" id="{D6D5830E-FAD5-411B-A1E9-CCFD9328CBC1}"/>
                  </a:ext>
                </a:extLst>
              </p14:cNvPr>
              <p14:cNvContentPartPr/>
              <p14:nvPr/>
            </p14:nvContentPartPr>
            <p14:xfrm>
              <a:off x="454869" y="1057945"/>
              <a:ext cx="3171600" cy="530280"/>
            </p14:xfrm>
          </p:contentPart>
        </mc:Choice>
        <mc:Fallback xmlns="">
          <p:pic>
            <p:nvPicPr>
              <p:cNvPr id="447" name="Cerneală 446">
                <a:extLst>
                  <a:ext uri="{FF2B5EF4-FFF2-40B4-BE49-F238E27FC236}">
                    <a16:creationId xmlns:a16="http://schemas.microsoft.com/office/drawing/2014/main" id="{D6D5830E-FAD5-411B-A1E9-CCFD9328CBC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36869" y="1022305"/>
                <a:ext cx="3207240" cy="60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48" name="Cerneală 447">
                <a:extLst>
                  <a:ext uri="{FF2B5EF4-FFF2-40B4-BE49-F238E27FC236}">
                    <a16:creationId xmlns:a16="http://schemas.microsoft.com/office/drawing/2014/main" id="{FFF7FCBE-2F28-4A02-9EE0-A10D402C9FBD}"/>
                  </a:ext>
                </a:extLst>
              </p14:cNvPr>
              <p14:cNvContentPartPr/>
              <p14:nvPr/>
            </p14:nvContentPartPr>
            <p14:xfrm>
              <a:off x="1770669" y="1203025"/>
              <a:ext cx="336240" cy="248400"/>
            </p14:xfrm>
          </p:contentPart>
        </mc:Choice>
        <mc:Fallback xmlns="">
          <p:pic>
            <p:nvPicPr>
              <p:cNvPr id="448" name="Cerneală 447">
                <a:extLst>
                  <a:ext uri="{FF2B5EF4-FFF2-40B4-BE49-F238E27FC236}">
                    <a16:creationId xmlns:a16="http://schemas.microsoft.com/office/drawing/2014/main" id="{FFF7FCBE-2F28-4A02-9EE0-A10D402C9FBD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752669" y="1167025"/>
                <a:ext cx="371880" cy="32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49" name="Cerneală 448">
                <a:extLst>
                  <a:ext uri="{FF2B5EF4-FFF2-40B4-BE49-F238E27FC236}">
                    <a16:creationId xmlns:a16="http://schemas.microsoft.com/office/drawing/2014/main" id="{6BCBF693-75C9-45AB-9C66-712CFD5484B4}"/>
                  </a:ext>
                </a:extLst>
              </p14:cNvPr>
              <p14:cNvContentPartPr/>
              <p14:nvPr/>
            </p14:nvContentPartPr>
            <p14:xfrm>
              <a:off x="1991349" y="1322905"/>
              <a:ext cx="204840" cy="192240"/>
            </p14:xfrm>
          </p:contentPart>
        </mc:Choice>
        <mc:Fallback xmlns="">
          <p:pic>
            <p:nvPicPr>
              <p:cNvPr id="449" name="Cerneală 448">
                <a:extLst>
                  <a:ext uri="{FF2B5EF4-FFF2-40B4-BE49-F238E27FC236}">
                    <a16:creationId xmlns:a16="http://schemas.microsoft.com/office/drawing/2014/main" id="{6BCBF693-75C9-45AB-9C66-712CFD5484B4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973349" y="1287265"/>
                <a:ext cx="24048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50" name="Cerneală 449">
                <a:extLst>
                  <a:ext uri="{FF2B5EF4-FFF2-40B4-BE49-F238E27FC236}">
                    <a16:creationId xmlns:a16="http://schemas.microsoft.com/office/drawing/2014/main" id="{BB3F8B70-6C2D-49F5-B0D1-BA0EF012CDF8}"/>
                  </a:ext>
                </a:extLst>
              </p14:cNvPr>
              <p14:cNvContentPartPr/>
              <p14:nvPr/>
            </p14:nvContentPartPr>
            <p14:xfrm>
              <a:off x="2035629" y="1395265"/>
              <a:ext cx="179640" cy="117000"/>
            </p14:xfrm>
          </p:contentPart>
        </mc:Choice>
        <mc:Fallback xmlns="">
          <p:pic>
            <p:nvPicPr>
              <p:cNvPr id="450" name="Cerneală 449">
                <a:extLst>
                  <a:ext uri="{FF2B5EF4-FFF2-40B4-BE49-F238E27FC236}">
                    <a16:creationId xmlns:a16="http://schemas.microsoft.com/office/drawing/2014/main" id="{BB3F8B70-6C2D-49F5-B0D1-BA0EF012CDF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017629" y="1359625"/>
                <a:ext cx="21528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51" name="Cerneală 450">
                <a:extLst>
                  <a:ext uri="{FF2B5EF4-FFF2-40B4-BE49-F238E27FC236}">
                    <a16:creationId xmlns:a16="http://schemas.microsoft.com/office/drawing/2014/main" id="{55C01AA1-F17D-4EBD-8BBE-AE39FC7173DB}"/>
                  </a:ext>
                </a:extLst>
              </p14:cNvPr>
              <p14:cNvContentPartPr/>
              <p14:nvPr/>
            </p14:nvContentPartPr>
            <p14:xfrm>
              <a:off x="2146149" y="1457905"/>
              <a:ext cx="1380240" cy="72000"/>
            </p14:xfrm>
          </p:contentPart>
        </mc:Choice>
        <mc:Fallback xmlns="">
          <p:pic>
            <p:nvPicPr>
              <p:cNvPr id="451" name="Cerneală 450">
                <a:extLst>
                  <a:ext uri="{FF2B5EF4-FFF2-40B4-BE49-F238E27FC236}">
                    <a16:creationId xmlns:a16="http://schemas.microsoft.com/office/drawing/2014/main" id="{55C01AA1-F17D-4EBD-8BBE-AE39FC7173DB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128149" y="1422265"/>
                <a:ext cx="1415880" cy="143640"/>
              </a:xfrm>
              <a:prstGeom prst="rect">
                <a:avLst/>
              </a:prstGeom>
            </p:spPr>
          </p:pic>
        </mc:Fallback>
      </mc:AlternateContent>
      <p:sp>
        <p:nvSpPr>
          <p:cNvPr id="49" name="Dreptunghi 48">
            <a:extLst>
              <a:ext uri="{FF2B5EF4-FFF2-40B4-BE49-F238E27FC236}">
                <a16:creationId xmlns:a16="http://schemas.microsoft.com/office/drawing/2014/main" id="{640CB86B-830F-4162-A947-C73016892F87}"/>
              </a:ext>
            </a:extLst>
          </p:cNvPr>
          <p:cNvSpPr/>
          <p:nvPr/>
        </p:nvSpPr>
        <p:spPr>
          <a:xfrm>
            <a:off x="2804196" y="36131"/>
            <a:ext cx="74065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De</a:t>
            </a:r>
            <a:r>
              <a:rPr lang="ro-RO" b="1" dirty="0">
                <a:solidFill>
                  <a:srgbClr val="0000FF"/>
                </a:solidFill>
              </a:rPr>
              <a:t>multiplexorul </a:t>
            </a:r>
            <a:r>
              <a:rPr lang="en-US" b="1" dirty="0">
                <a:solidFill>
                  <a:srgbClr val="0000FF"/>
                </a:solidFill>
              </a:rPr>
              <a:t>(D</a:t>
            </a:r>
            <a:r>
              <a:rPr lang="ro-RO" b="1" dirty="0">
                <a:solidFill>
                  <a:srgbClr val="0000FF"/>
                </a:solidFill>
              </a:rPr>
              <a:t>MUX</a:t>
            </a:r>
            <a:r>
              <a:rPr lang="en-US" b="1" dirty="0">
                <a:solidFill>
                  <a:srgbClr val="0000FF"/>
                </a:solidFill>
              </a:rPr>
              <a:t>)</a:t>
            </a:r>
            <a:r>
              <a:rPr lang="ro-RO" b="1" dirty="0">
                <a:solidFill>
                  <a:srgbClr val="0000FF"/>
                </a:solidFill>
              </a:rPr>
              <a:t>  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390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5D930ECA-9DA1-4451-B740-42914D1545C5}"/>
                  </a:ext>
                </a:extLst>
              </p14:cNvPr>
              <p14:cNvContentPartPr/>
              <p14:nvPr/>
            </p14:nvContentPartPr>
            <p14:xfrm>
              <a:off x="5038376" y="3083065"/>
              <a:ext cx="991800" cy="460080"/>
            </p14:xfrm>
          </p:contentPart>
        </mc:Choice>
        <mc:Fallback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5D930ECA-9DA1-4451-B740-42914D1545C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20376" y="3065065"/>
                <a:ext cx="1027440" cy="49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542C23FB-104F-415D-976E-F0FE0425E112}"/>
                  </a:ext>
                </a:extLst>
              </p14:cNvPr>
              <p14:cNvContentPartPr/>
              <p14:nvPr/>
            </p14:nvContentPartPr>
            <p14:xfrm>
              <a:off x="11031296" y="1769785"/>
              <a:ext cx="216000" cy="3960"/>
            </p14:xfrm>
          </p:contentPart>
        </mc:Choice>
        <mc:Fallback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542C23FB-104F-415D-976E-F0FE0425E11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13296" y="1751785"/>
                <a:ext cx="25164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9AA43A29-EAE8-40A7-9701-104DEDD7A666}"/>
                  </a:ext>
                </a:extLst>
              </p14:cNvPr>
              <p14:cNvContentPartPr/>
              <p14:nvPr/>
            </p14:nvContentPartPr>
            <p14:xfrm>
              <a:off x="6406376" y="1927825"/>
              <a:ext cx="5105160" cy="2232000"/>
            </p14:xfrm>
          </p:contentPart>
        </mc:Choice>
        <mc:Fallback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9AA43A29-EAE8-40A7-9701-104DEDD7A66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88376" y="1909822"/>
                <a:ext cx="5140800" cy="22676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72727F31-EC40-478D-8983-4E01277462B3}"/>
                  </a:ext>
                </a:extLst>
              </p14:cNvPr>
              <p14:cNvContentPartPr/>
              <p14:nvPr/>
            </p14:nvContentPartPr>
            <p14:xfrm>
              <a:off x="6560096" y="2428585"/>
              <a:ext cx="4449600" cy="1030680"/>
            </p14:xfrm>
          </p:contentPart>
        </mc:Choice>
        <mc:Fallback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72727F31-EC40-478D-8983-4E01277462B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542096" y="2392598"/>
                <a:ext cx="4485240" cy="11022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7AE41446-94C8-4F41-9682-D32013DB1163}"/>
                  </a:ext>
                </a:extLst>
              </p14:cNvPr>
              <p14:cNvContentPartPr/>
              <p14:nvPr/>
            </p14:nvContentPartPr>
            <p14:xfrm>
              <a:off x="9355136" y="2365945"/>
              <a:ext cx="271080" cy="207000"/>
            </p14:xfrm>
          </p:contentPart>
        </mc:Choice>
        <mc:Fallback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7AE41446-94C8-4F41-9682-D32013DB116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337112" y="2330007"/>
                <a:ext cx="306767" cy="2785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9630A517-684B-4C77-8916-DBF556EEBCD5}"/>
                  </a:ext>
                </a:extLst>
              </p14:cNvPr>
              <p14:cNvContentPartPr/>
              <p14:nvPr/>
            </p14:nvContentPartPr>
            <p14:xfrm>
              <a:off x="1295456" y="1941865"/>
              <a:ext cx="2953440" cy="1271520"/>
            </p14:xfrm>
          </p:contentPart>
        </mc:Choice>
        <mc:Fallback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9630A517-684B-4C77-8916-DBF556EEBCD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77456" y="1905875"/>
                <a:ext cx="2989080" cy="13431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BFBD2EF7-BD15-43F9-A41E-585A37C70ABE}"/>
                  </a:ext>
                </a:extLst>
              </p14:cNvPr>
              <p14:cNvContentPartPr/>
              <p14:nvPr/>
            </p14:nvContentPartPr>
            <p14:xfrm>
              <a:off x="2633216" y="2447305"/>
              <a:ext cx="284400" cy="254160"/>
            </p14:xfrm>
          </p:contentPart>
        </mc:Choice>
        <mc:Fallback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BFBD2EF7-BD15-43F9-A41E-585A37C70AB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15216" y="2411305"/>
                <a:ext cx="320040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84CA26FC-89D1-43A2-BA09-04E615EA4BCC}"/>
                  </a:ext>
                </a:extLst>
              </p14:cNvPr>
              <p14:cNvContentPartPr/>
              <p14:nvPr/>
            </p14:nvContentPartPr>
            <p14:xfrm>
              <a:off x="975416" y="1143025"/>
              <a:ext cx="3662640" cy="3458160"/>
            </p14:xfrm>
          </p:contentPart>
        </mc:Choice>
        <mc:Fallback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84CA26FC-89D1-43A2-BA09-04E615EA4BC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57416" y="1125023"/>
                <a:ext cx="3698280" cy="34938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C1B9B7ED-D1A0-4ABD-94EB-1AA08D110991}"/>
                  </a:ext>
                </a:extLst>
              </p14:cNvPr>
              <p14:cNvContentPartPr/>
              <p14:nvPr/>
            </p14:nvContentPartPr>
            <p14:xfrm>
              <a:off x="3634376" y="5178265"/>
              <a:ext cx="67680" cy="263160"/>
            </p14:xfrm>
          </p:contentPart>
        </mc:Choice>
        <mc:Fallback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C1B9B7ED-D1A0-4ABD-94EB-1AA08D11099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616376" y="5160265"/>
                <a:ext cx="10332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E2770E9F-4AD5-4CE2-B308-11322358BB4C}"/>
                  </a:ext>
                </a:extLst>
              </p14:cNvPr>
              <p14:cNvContentPartPr/>
              <p14:nvPr/>
            </p14:nvContentPartPr>
            <p14:xfrm>
              <a:off x="3552296" y="5052625"/>
              <a:ext cx="275040" cy="51840"/>
            </p14:xfrm>
          </p:contentPart>
        </mc:Choice>
        <mc:Fallback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E2770E9F-4AD5-4CE2-B308-11322358BB4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534296" y="5034625"/>
                <a:ext cx="31068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05097006-4264-45D7-9683-ED6DADFA09F3}"/>
                  </a:ext>
                </a:extLst>
              </p14:cNvPr>
              <p14:cNvContentPartPr/>
              <p14:nvPr/>
            </p14:nvContentPartPr>
            <p14:xfrm>
              <a:off x="4033616" y="5032465"/>
              <a:ext cx="632520" cy="348840"/>
            </p14:xfrm>
          </p:contentPart>
        </mc:Choice>
        <mc:Fallback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05097006-4264-45D7-9683-ED6DADFA09F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015616" y="5014465"/>
                <a:ext cx="668160" cy="38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2" name="Cerneală 161">
                <a:extLst>
                  <a:ext uri="{FF2B5EF4-FFF2-40B4-BE49-F238E27FC236}">
                    <a16:creationId xmlns:a16="http://schemas.microsoft.com/office/drawing/2014/main" id="{E6E290C6-C7DD-4562-B8E6-B3FC676B7BA1}"/>
                  </a:ext>
                </a:extLst>
              </p14:cNvPr>
              <p14:cNvContentPartPr/>
              <p14:nvPr/>
            </p14:nvContentPartPr>
            <p14:xfrm>
              <a:off x="1348736" y="5181145"/>
              <a:ext cx="1886040" cy="474840"/>
            </p14:xfrm>
          </p:contentPart>
        </mc:Choice>
        <mc:Fallback>
          <p:pic>
            <p:nvPicPr>
              <p:cNvPr id="162" name="Cerneală 161">
                <a:extLst>
                  <a:ext uri="{FF2B5EF4-FFF2-40B4-BE49-F238E27FC236}">
                    <a16:creationId xmlns:a16="http://schemas.microsoft.com/office/drawing/2014/main" id="{E6E290C6-C7DD-4562-B8E6-B3FC676B7BA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330739" y="5163131"/>
                <a:ext cx="1921673" cy="5105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C5653362-05DD-47E2-ABA6-39B3581D8B79}"/>
                  </a:ext>
                </a:extLst>
              </p14:cNvPr>
              <p14:cNvContentPartPr/>
              <p14:nvPr/>
            </p14:nvContentPartPr>
            <p14:xfrm>
              <a:off x="4938296" y="4964425"/>
              <a:ext cx="1765080" cy="462240"/>
            </p14:xfrm>
          </p:contentPart>
        </mc:Choice>
        <mc:Fallback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C5653362-05DD-47E2-ABA6-39B3581D8B7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920292" y="4946439"/>
                <a:ext cx="1800727" cy="4978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A1544812-C1AC-4494-A132-203AEAB8EFC7}"/>
                  </a:ext>
                </a:extLst>
              </p14:cNvPr>
              <p14:cNvContentPartPr/>
              <p14:nvPr/>
            </p14:nvContentPartPr>
            <p14:xfrm>
              <a:off x="1353056" y="2217625"/>
              <a:ext cx="3436200" cy="500040"/>
            </p14:xfrm>
          </p:contentPart>
        </mc:Choice>
        <mc:Fallback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A1544812-C1AC-4494-A132-203AEAB8EFC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335056" y="2181651"/>
                <a:ext cx="3471840" cy="5716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D00595CD-25BA-4B41-8387-DAD9879B2B70}"/>
                  </a:ext>
                </a:extLst>
              </p14:cNvPr>
              <p14:cNvContentPartPr/>
              <p14:nvPr/>
            </p14:nvContentPartPr>
            <p14:xfrm>
              <a:off x="3816176" y="2598505"/>
              <a:ext cx="137880" cy="173520"/>
            </p14:xfrm>
          </p:contentPart>
        </mc:Choice>
        <mc:Fallback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D00595CD-25BA-4B41-8387-DAD9879B2B7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798176" y="2562505"/>
                <a:ext cx="173520" cy="24516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Dreptunghi 16">
            <a:extLst>
              <a:ext uri="{FF2B5EF4-FFF2-40B4-BE49-F238E27FC236}">
                <a16:creationId xmlns:a16="http://schemas.microsoft.com/office/drawing/2014/main" id="{6B5988D5-C553-4BF3-9DFE-6E7C19E43D45}"/>
              </a:ext>
            </a:extLst>
          </p:cNvPr>
          <p:cNvSpPr/>
          <p:nvPr/>
        </p:nvSpPr>
        <p:spPr>
          <a:xfrm>
            <a:off x="609660" y="137196"/>
            <a:ext cx="74065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De</a:t>
            </a:r>
            <a:r>
              <a:rPr lang="ro-RO" b="1" dirty="0">
                <a:solidFill>
                  <a:srgbClr val="0000FF"/>
                </a:solidFill>
              </a:rPr>
              <a:t>multiplexorul </a:t>
            </a:r>
            <a:r>
              <a:rPr lang="en-US" b="1" dirty="0">
                <a:solidFill>
                  <a:srgbClr val="0000FF"/>
                </a:solidFill>
              </a:rPr>
              <a:t>(D</a:t>
            </a:r>
            <a:r>
              <a:rPr lang="ro-RO" b="1" dirty="0">
                <a:solidFill>
                  <a:srgbClr val="0000FF"/>
                </a:solidFill>
              </a:rPr>
              <a:t>MUX</a:t>
            </a:r>
            <a:r>
              <a:rPr lang="en-US" b="1" dirty="0">
                <a:solidFill>
                  <a:srgbClr val="0000FF"/>
                </a:solidFill>
              </a:rPr>
              <a:t>)</a:t>
            </a:r>
            <a:r>
              <a:rPr lang="ro-RO" b="1" dirty="0">
                <a:solidFill>
                  <a:srgbClr val="0000FF"/>
                </a:solidFill>
              </a:rPr>
              <a:t>  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32008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17D923DC-2465-44BC-A83B-3082F73E809A}"/>
                  </a:ext>
                </a:extLst>
              </p14:cNvPr>
              <p14:cNvContentPartPr/>
              <p14:nvPr/>
            </p14:nvContentPartPr>
            <p14:xfrm>
              <a:off x="1189989" y="849865"/>
              <a:ext cx="258840" cy="22752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17D923DC-2465-44BC-A83B-3082F73E809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71989" y="832225"/>
                <a:ext cx="29448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D2CBA07E-F7E2-420E-8030-D5B645632550}"/>
                  </a:ext>
                </a:extLst>
              </p14:cNvPr>
              <p14:cNvContentPartPr/>
              <p14:nvPr/>
            </p14:nvContentPartPr>
            <p14:xfrm>
              <a:off x="1545309" y="758065"/>
              <a:ext cx="237240" cy="36972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D2CBA07E-F7E2-420E-8030-D5B6456325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27309" y="740065"/>
                <a:ext cx="272880" cy="40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6B474988-C844-4939-86CF-61FB868123BB}"/>
                  </a:ext>
                </a:extLst>
              </p14:cNvPr>
              <p14:cNvContentPartPr/>
              <p14:nvPr/>
            </p14:nvContentPartPr>
            <p14:xfrm>
              <a:off x="845109" y="787945"/>
              <a:ext cx="176760" cy="32220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6B474988-C844-4939-86CF-61FB868123B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27109" y="770305"/>
                <a:ext cx="21240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EE50A5C0-7FB3-4BF8-9556-832F2209BBC3}"/>
                  </a:ext>
                </a:extLst>
              </p14:cNvPr>
              <p14:cNvContentPartPr/>
              <p14:nvPr/>
            </p14:nvContentPartPr>
            <p14:xfrm>
              <a:off x="423189" y="1987105"/>
              <a:ext cx="2745720" cy="243792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EE50A5C0-7FB3-4BF8-9556-832F2209BBC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05191" y="1969105"/>
                <a:ext cx="2781355" cy="247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18" name="Cerneală 317">
                <a:extLst>
                  <a:ext uri="{FF2B5EF4-FFF2-40B4-BE49-F238E27FC236}">
                    <a16:creationId xmlns:a16="http://schemas.microsoft.com/office/drawing/2014/main" id="{1021AC99-B933-40E1-A751-FDD5256E9328}"/>
                  </a:ext>
                </a:extLst>
              </p14:cNvPr>
              <p14:cNvContentPartPr/>
              <p14:nvPr/>
            </p14:nvContentPartPr>
            <p14:xfrm>
              <a:off x="234189" y="4512145"/>
              <a:ext cx="3331800" cy="1618920"/>
            </p14:xfrm>
          </p:contentPart>
        </mc:Choice>
        <mc:Fallback xmlns="">
          <p:pic>
            <p:nvPicPr>
              <p:cNvPr id="318" name="Cerneală 317">
                <a:extLst>
                  <a:ext uri="{FF2B5EF4-FFF2-40B4-BE49-F238E27FC236}">
                    <a16:creationId xmlns:a16="http://schemas.microsoft.com/office/drawing/2014/main" id="{1021AC99-B933-40E1-A751-FDD5256E932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6549" y="4494505"/>
                <a:ext cx="3367440" cy="165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50" name="Cerneală 349">
                <a:extLst>
                  <a:ext uri="{FF2B5EF4-FFF2-40B4-BE49-F238E27FC236}">
                    <a16:creationId xmlns:a16="http://schemas.microsoft.com/office/drawing/2014/main" id="{A6950D02-B5BD-4109-84A3-E575249989C2}"/>
                  </a:ext>
                </a:extLst>
              </p14:cNvPr>
              <p14:cNvContentPartPr/>
              <p14:nvPr/>
            </p14:nvContentPartPr>
            <p14:xfrm>
              <a:off x="3973149" y="404185"/>
              <a:ext cx="8130240" cy="6264000"/>
            </p14:xfrm>
          </p:contentPart>
        </mc:Choice>
        <mc:Fallback xmlns="">
          <p:pic>
            <p:nvPicPr>
              <p:cNvPr id="350" name="Cerneală 349">
                <a:extLst>
                  <a:ext uri="{FF2B5EF4-FFF2-40B4-BE49-F238E27FC236}">
                    <a16:creationId xmlns:a16="http://schemas.microsoft.com/office/drawing/2014/main" id="{A6950D02-B5BD-4109-84A3-E575249989C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55509" y="386185"/>
                <a:ext cx="8165880" cy="629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8135D4EA-5242-4FD2-B748-AA665785F87B}"/>
                  </a:ext>
                </a:extLst>
              </p14:cNvPr>
              <p14:cNvContentPartPr/>
              <p14:nvPr/>
            </p14:nvContentPartPr>
            <p14:xfrm>
              <a:off x="2709189" y="4941625"/>
              <a:ext cx="537480" cy="6840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8135D4EA-5242-4FD2-B748-AA665785F87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91549" y="4905985"/>
                <a:ext cx="57312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E77633FE-A877-4DA1-A274-EE80FFCA2FFD}"/>
                  </a:ext>
                </a:extLst>
              </p14:cNvPr>
              <p14:cNvContentPartPr/>
              <p14:nvPr/>
            </p14:nvContentPartPr>
            <p14:xfrm>
              <a:off x="613269" y="5589985"/>
              <a:ext cx="2856600" cy="16632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E77633FE-A877-4DA1-A274-EE80FFCA2FF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95629" y="5553985"/>
                <a:ext cx="289224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E1404042-D0F6-4926-91E4-51601F834754}"/>
                  </a:ext>
                </a:extLst>
              </p14:cNvPr>
              <p14:cNvContentPartPr/>
              <p14:nvPr/>
            </p14:nvContentPartPr>
            <p14:xfrm>
              <a:off x="9055989" y="2386345"/>
              <a:ext cx="2360160" cy="3600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E1404042-D0F6-4926-91E4-51601F83475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038349" y="2350705"/>
                <a:ext cx="239580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9F7E1959-9498-4DEB-919E-746FAC51B9E7}"/>
                  </a:ext>
                </a:extLst>
              </p14:cNvPr>
              <p14:cNvContentPartPr/>
              <p14:nvPr/>
            </p14:nvContentPartPr>
            <p14:xfrm>
              <a:off x="9239949" y="2890345"/>
              <a:ext cx="1228680" cy="3420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9F7E1959-9498-4DEB-919E-746FAC51B9E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222309" y="2854345"/>
                <a:ext cx="1264320" cy="10584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Dreptunghi 12">
            <a:extLst>
              <a:ext uri="{FF2B5EF4-FFF2-40B4-BE49-F238E27FC236}">
                <a16:creationId xmlns:a16="http://schemas.microsoft.com/office/drawing/2014/main" id="{9102B2B1-E6F4-4844-A307-03B3400D6343}"/>
              </a:ext>
            </a:extLst>
          </p:cNvPr>
          <p:cNvSpPr/>
          <p:nvPr/>
        </p:nvSpPr>
        <p:spPr>
          <a:xfrm>
            <a:off x="609660" y="137196"/>
            <a:ext cx="74065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De</a:t>
            </a:r>
            <a:r>
              <a:rPr lang="ro-RO" b="1" dirty="0">
                <a:solidFill>
                  <a:srgbClr val="0000FF"/>
                </a:solidFill>
              </a:rPr>
              <a:t>multiplexorul </a:t>
            </a:r>
            <a:r>
              <a:rPr lang="en-US" b="1" dirty="0">
                <a:solidFill>
                  <a:srgbClr val="0000FF"/>
                </a:solidFill>
              </a:rPr>
              <a:t>(D</a:t>
            </a:r>
            <a:r>
              <a:rPr lang="ro-RO" b="1" dirty="0">
                <a:solidFill>
                  <a:srgbClr val="0000FF"/>
                </a:solidFill>
              </a:rPr>
              <a:t>MUX</a:t>
            </a:r>
            <a:r>
              <a:rPr lang="en-US" b="1" dirty="0">
                <a:solidFill>
                  <a:srgbClr val="0000FF"/>
                </a:solidFill>
              </a:rPr>
              <a:t>)</a:t>
            </a:r>
            <a:r>
              <a:rPr lang="ro-RO" b="1" dirty="0">
                <a:solidFill>
                  <a:srgbClr val="0000FF"/>
                </a:solidFill>
              </a:rPr>
              <a:t>  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60202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145E157D-9B02-49E7-A79D-7205FF78D273}"/>
                  </a:ext>
                </a:extLst>
              </p14:cNvPr>
              <p14:cNvContentPartPr/>
              <p14:nvPr/>
            </p14:nvContentPartPr>
            <p14:xfrm>
              <a:off x="484749" y="290065"/>
              <a:ext cx="1086840" cy="37080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145E157D-9B02-49E7-A79D-7205FF78D2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7109" y="272425"/>
                <a:ext cx="112248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1769F1ED-4725-47E0-B52E-00359ED3CE86}"/>
                  </a:ext>
                </a:extLst>
              </p14:cNvPr>
              <p14:cNvContentPartPr/>
              <p14:nvPr/>
            </p14:nvContentPartPr>
            <p14:xfrm>
              <a:off x="1919709" y="457105"/>
              <a:ext cx="220680" cy="1440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1769F1ED-4725-47E0-B52E-00359ED3CE8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02069" y="439465"/>
                <a:ext cx="25632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561B5334-EFEC-4626-9612-FE205D8A74A7}"/>
                  </a:ext>
                </a:extLst>
              </p14:cNvPr>
              <p14:cNvContentPartPr/>
              <p14:nvPr/>
            </p14:nvContentPartPr>
            <p14:xfrm>
              <a:off x="2483109" y="131665"/>
              <a:ext cx="2340720" cy="60012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561B5334-EFEC-4626-9612-FE205D8A74A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65109" y="114025"/>
                <a:ext cx="2376360" cy="63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39D12EF6-357D-4506-B276-DE6C8C19E243}"/>
                  </a:ext>
                </a:extLst>
              </p14:cNvPr>
              <p14:cNvContentPartPr/>
              <p14:nvPr/>
            </p14:nvContentPartPr>
            <p14:xfrm>
              <a:off x="3370149" y="842305"/>
              <a:ext cx="467640" cy="25812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39D12EF6-357D-4506-B276-DE6C8C19E24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52149" y="824640"/>
                <a:ext cx="503280" cy="2938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5DBE49CA-2780-4AD9-887B-A91E33DC5832}"/>
                  </a:ext>
                </a:extLst>
              </p14:cNvPr>
              <p14:cNvContentPartPr/>
              <p14:nvPr/>
            </p14:nvContentPartPr>
            <p14:xfrm>
              <a:off x="813789" y="899545"/>
              <a:ext cx="2084760" cy="31644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5DBE49CA-2780-4AD9-887B-A91E33DC583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95789" y="881545"/>
                <a:ext cx="2120400" cy="35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59547820-2F9E-468A-83A1-4F504FFBFDBE}"/>
                  </a:ext>
                </a:extLst>
              </p14:cNvPr>
              <p14:cNvContentPartPr/>
              <p14:nvPr/>
            </p14:nvContentPartPr>
            <p14:xfrm>
              <a:off x="264429" y="1090345"/>
              <a:ext cx="330840" cy="20304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59547820-2F9E-468A-83A1-4F504FFBFDB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6789" y="1072705"/>
                <a:ext cx="36648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C046E67E-B817-4194-8081-E1D63109C9BC}"/>
                  </a:ext>
                </a:extLst>
              </p14:cNvPr>
              <p14:cNvContentPartPr/>
              <p14:nvPr/>
            </p14:nvContentPartPr>
            <p14:xfrm>
              <a:off x="5221269" y="812785"/>
              <a:ext cx="242640" cy="23616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C046E67E-B817-4194-8081-E1D63109C9B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203629" y="794785"/>
                <a:ext cx="27828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BCC07BBE-7694-449B-ABC4-C0A1B57CE84F}"/>
                  </a:ext>
                </a:extLst>
              </p14:cNvPr>
              <p14:cNvContentPartPr/>
              <p14:nvPr/>
            </p14:nvContentPartPr>
            <p14:xfrm>
              <a:off x="4092309" y="821785"/>
              <a:ext cx="906480" cy="34992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BCC07BBE-7694-449B-ABC4-C0A1B57CE84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74309" y="803785"/>
                <a:ext cx="942120" cy="3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1278605B-B38F-483A-9C85-F188FC3E792C}"/>
                  </a:ext>
                </a:extLst>
              </p14:cNvPr>
              <p14:cNvContentPartPr/>
              <p14:nvPr/>
            </p14:nvContentPartPr>
            <p14:xfrm>
              <a:off x="5592069" y="1017985"/>
              <a:ext cx="42840" cy="15012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1278605B-B38F-483A-9C85-F188FC3E792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574069" y="999985"/>
                <a:ext cx="7848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B696B985-5D0C-4229-A068-27C1865113C1}"/>
                  </a:ext>
                </a:extLst>
              </p14:cNvPr>
              <p14:cNvContentPartPr/>
              <p14:nvPr/>
            </p14:nvContentPartPr>
            <p14:xfrm>
              <a:off x="5871429" y="777145"/>
              <a:ext cx="481320" cy="42408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B696B985-5D0C-4229-A068-27C1865113C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853429" y="759505"/>
                <a:ext cx="516960" cy="45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59743C88-E7A5-47B9-9CA0-62FC8893C8F3}"/>
                  </a:ext>
                </a:extLst>
              </p14:cNvPr>
              <p14:cNvContentPartPr/>
              <p14:nvPr/>
            </p14:nvContentPartPr>
            <p14:xfrm>
              <a:off x="2646549" y="1573465"/>
              <a:ext cx="402120" cy="23652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59743C88-E7A5-47B9-9CA0-62FC8893C8F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628909" y="1555465"/>
                <a:ext cx="43776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83" name="Cerneală 282">
                <a:extLst>
                  <a:ext uri="{FF2B5EF4-FFF2-40B4-BE49-F238E27FC236}">
                    <a16:creationId xmlns:a16="http://schemas.microsoft.com/office/drawing/2014/main" id="{780116D4-520A-401E-853E-CFF673B01072}"/>
                  </a:ext>
                </a:extLst>
              </p14:cNvPr>
              <p14:cNvContentPartPr/>
              <p14:nvPr/>
            </p14:nvContentPartPr>
            <p14:xfrm>
              <a:off x="641349" y="1370425"/>
              <a:ext cx="1830240" cy="727920"/>
            </p14:xfrm>
          </p:contentPart>
        </mc:Choice>
        <mc:Fallback xmlns="">
          <p:pic>
            <p:nvPicPr>
              <p:cNvPr id="283" name="Cerneală 282">
                <a:extLst>
                  <a:ext uri="{FF2B5EF4-FFF2-40B4-BE49-F238E27FC236}">
                    <a16:creationId xmlns:a16="http://schemas.microsoft.com/office/drawing/2014/main" id="{780116D4-520A-401E-853E-CFF673B0107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23349" y="1352785"/>
                <a:ext cx="1865880" cy="76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85" name="Cerneală 284">
                <a:extLst>
                  <a:ext uri="{FF2B5EF4-FFF2-40B4-BE49-F238E27FC236}">
                    <a16:creationId xmlns:a16="http://schemas.microsoft.com/office/drawing/2014/main" id="{814587F4-6317-41C5-BB41-D1A87E8FF455}"/>
                  </a:ext>
                </a:extLst>
              </p14:cNvPr>
              <p14:cNvContentPartPr/>
              <p14:nvPr/>
            </p14:nvContentPartPr>
            <p14:xfrm>
              <a:off x="3267549" y="1305265"/>
              <a:ext cx="3217680" cy="1306440"/>
            </p14:xfrm>
          </p:contentPart>
        </mc:Choice>
        <mc:Fallback xmlns="">
          <p:pic>
            <p:nvPicPr>
              <p:cNvPr id="285" name="Cerneală 284">
                <a:extLst>
                  <a:ext uri="{FF2B5EF4-FFF2-40B4-BE49-F238E27FC236}">
                    <a16:creationId xmlns:a16="http://schemas.microsoft.com/office/drawing/2014/main" id="{814587F4-6317-41C5-BB41-D1A87E8FF45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249907" y="1287270"/>
                <a:ext cx="3253324" cy="13420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86" name="Cerneală 285">
                <a:extLst>
                  <a:ext uri="{FF2B5EF4-FFF2-40B4-BE49-F238E27FC236}">
                    <a16:creationId xmlns:a16="http://schemas.microsoft.com/office/drawing/2014/main" id="{5B8544C7-65B3-4535-ADD7-284753FE74FF}"/>
                  </a:ext>
                </a:extLst>
              </p14:cNvPr>
              <p14:cNvContentPartPr/>
              <p14:nvPr/>
            </p14:nvContentPartPr>
            <p14:xfrm>
              <a:off x="519669" y="3098785"/>
              <a:ext cx="297360" cy="443160"/>
            </p14:xfrm>
          </p:contentPart>
        </mc:Choice>
        <mc:Fallback xmlns="">
          <p:pic>
            <p:nvPicPr>
              <p:cNvPr id="286" name="Cerneală 285">
                <a:extLst>
                  <a:ext uri="{FF2B5EF4-FFF2-40B4-BE49-F238E27FC236}">
                    <a16:creationId xmlns:a16="http://schemas.microsoft.com/office/drawing/2014/main" id="{5B8544C7-65B3-4535-ADD7-284753FE74F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01669" y="3080785"/>
                <a:ext cx="333000" cy="47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90" name="Cerneală 289">
                <a:extLst>
                  <a:ext uri="{FF2B5EF4-FFF2-40B4-BE49-F238E27FC236}">
                    <a16:creationId xmlns:a16="http://schemas.microsoft.com/office/drawing/2014/main" id="{C4CFFBE2-A9EC-4D31-9930-FEFDBB6319CF}"/>
                  </a:ext>
                </a:extLst>
              </p14:cNvPr>
              <p14:cNvContentPartPr/>
              <p14:nvPr/>
            </p14:nvContentPartPr>
            <p14:xfrm>
              <a:off x="1082709" y="3068545"/>
              <a:ext cx="188640" cy="11520"/>
            </p14:xfrm>
          </p:contentPart>
        </mc:Choice>
        <mc:Fallback xmlns="">
          <p:pic>
            <p:nvPicPr>
              <p:cNvPr id="290" name="Cerneală 289">
                <a:extLst>
                  <a:ext uri="{FF2B5EF4-FFF2-40B4-BE49-F238E27FC236}">
                    <a16:creationId xmlns:a16="http://schemas.microsoft.com/office/drawing/2014/main" id="{C4CFFBE2-A9EC-4D31-9930-FEFDBB6319C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64709" y="3050905"/>
                <a:ext cx="2242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91" name="Cerneală 290">
                <a:extLst>
                  <a:ext uri="{FF2B5EF4-FFF2-40B4-BE49-F238E27FC236}">
                    <a16:creationId xmlns:a16="http://schemas.microsoft.com/office/drawing/2014/main" id="{79FF7D4F-786C-4F5A-8D95-F025F95DC59B}"/>
                  </a:ext>
                </a:extLst>
              </p14:cNvPr>
              <p14:cNvContentPartPr/>
              <p14:nvPr/>
            </p14:nvContentPartPr>
            <p14:xfrm>
              <a:off x="1106829" y="3196345"/>
              <a:ext cx="210600" cy="257400"/>
            </p14:xfrm>
          </p:contentPart>
        </mc:Choice>
        <mc:Fallback xmlns="">
          <p:pic>
            <p:nvPicPr>
              <p:cNvPr id="291" name="Cerneală 290">
                <a:extLst>
                  <a:ext uri="{FF2B5EF4-FFF2-40B4-BE49-F238E27FC236}">
                    <a16:creationId xmlns:a16="http://schemas.microsoft.com/office/drawing/2014/main" id="{79FF7D4F-786C-4F5A-8D95-F025F95DC59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88860" y="3178680"/>
                <a:ext cx="246179" cy="2930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95" name="Cerneală 294">
                <a:extLst>
                  <a:ext uri="{FF2B5EF4-FFF2-40B4-BE49-F238E27FC236}">
                    <a16:creationId xmlns:a16="http://schemas.microsoft.com/office/drawing/2014/main" id="{2ECC1713-0960-4151-BC69-3889D8216D15}"/>
                  </a:ext>
                </a:extLst>
              </p14:cNvPr>
              <p14:cNvContentPartPr/>
              <p14:nvPr/>
            </p14:nvContentPartPr>
            <p14:xfrm>
              <a:off x="1491669" y="3275545"/>
              <a:ext cx="418320" cy="154080"/>
            </p14:xfrm>
          </p:contentPart>
        </mc:Choice>
        <mc:Fallback xmlns="">
          <p:pic>
            <p:nvPicPr>
              <p:cNvPr id="295" name="Cerneală 294">
                <a:extLst>
                  <a:ext uri="{FF2B5EF4-FFF2-40B4-BE49-F238E27FC236}">
                    <a16:creationId xmlns:a16="http://schemas.microsoft.com/office/drawing/2014/main" id="{2ECC1713-0960-4151-BC69-3889D8216D1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473684" y="3257905"/>
                <a:ext cx="453929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99" name="Cerneală 298">
                <a:extLst>
                  <a:ext uri="{FF2B5EF4-FFF2-40B4-BE49-F238E27FC236}">
                    <a16:creationId xmlns:a16="http://schemas.microsoft.com/office/drawing/2014/main" id="{B5139756-F8E9-4CE5-894A-8760E7F2FEE4}"/>
                  </a:ext>
                </a:extLst>
              </p14:cNvPr>
              <p14:cNvContentPartPr/>
              <p14:nvPr/>
            </p14:nvContentPartPr>
            <p14:xfrm>
              <a:off x="2420469" y="3171145"/>
              <a:ext cx="426960" cy="257760"/>
            </p14:xfrm>
          </p:contentPart>
        </mc:Choice>
        <mc:Fallback xmlns="">
          <p:pic>
            <p:nvPicPr>
              <p:cNvPr id="299" name="Cerneală 298">
                <a:extLst>
                  <a:ext uri="{FF2B5EF4-FFF2-40B4-BE49-F238E27FC236}">
                    <a16:creationId xmlns:a16="http://schemas.microsoft.com/office/drawing/2014/main" id="{B5139756-F8E9-4CE5-894A-8760E7F2FEE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402469" y="3153145"/>
                <a:ext cx="46260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15" name="Cerneală 314">
                <a:extLst>
                  <a:ext uri="{FF2B5EF4-FFF2-40B4-BE49-F238E27FC236}">
                    <a16:creationId xmlns:a16="http://schemas.microsoft.com/office/drawing/2014/main" id="{37C2FC7C-49ED-4AB5-8D78-26247107C165}"/>
                  </a:ext>
                </a:extLst>
              </p14:cNvPr>
              <p14:cNvContentPartPr/>
              <p14:nvPr/>
            </p14:nvContentPartPr>
            <p14:xfrm>
              <a:off x="4460949" y="2905825"/>
              <a:ext cx="1294200" cy="443520"/>
            </p14:xfrm>
          </p:contentPart>
        </mc:Choice>
        <mc:Fallback xmlns="">
          <p:pic>
            <p:nvPicPr>
              <p:cNvPr id="315" name="Cerneală 314">
                <a:extLst>
                  <a:ext uri="{FF2B5EF4-FFF2-40B4-BE49-F238E27FC236}">
                    <a16:creationId xmlns:a16="http://schemas.microsoft.com/office/drawing/2014/main" id="{37C2FC7C-49ED-4AB5-8D78-26247107C16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442949" y="2888199"/>
                <a:ext cx="1329840" cy="4791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84" name="Cerneală 383">
                <a:extLst>
                  <a:ext uri="{FF2B5EF4-FFF2-40B4-BE49-F238E27FC236}">
                    <a16:creationId xmlns:a16="http://schemas.microsoft.com/office/drawing/2014/main" id="{0905F5EC-EAC3-49E5-8BD8-605ACF966AF8}"/>
                  </a:ext>
                </a:extLst>
              </p14:cNvPr>
              <p14:cNvContentPartPr/>
              <p14:nvPr/>
            </p14:nvContentPartPr>
            <p14:xfrm>
              <a:off x="3512709" y="3144505"/>
              <a:ext cx="597240" cy="266400"/>
            </p14:xfrm>
          </p:contentPart>
        </mc:Choice>
        <mc:Fallback xmlns="">
          <p:pic>
            <p:nvPicPr>
              <p:cNvPr id="384" name="Cerneală 383">
                <a:extLst>
                  <a:ext uri="{FF2B5EF4-FFF2-40B4-BE49-F238E27FC236}">
                    <a16:creationId xmlns:a16="http://schemas.microsoft.com/office/drawing/2014/main" id="{0905F5EC-EAC3-49E5-8BD8-605ACF966AF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494709" y="3126481"/>
                <a:ext cx="632880" cy="3020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28" name="Cerneală 327">
                <a:extLst>
                  <a:ext uri="{FF2B5EF4-FFF2-40B4-BE49-F238E27FC236}">
                    <a16:creationId xmlns:a16="http://schemas.microsoft.com/office/drawing/2014/main" id="{6729B7BA-219A-4187-86F6-10BD43050EAD}"/>
                  </a:ext>
                </a:extLst>
              </p14:cNvPr>
              <p14:cNvContentPartPr/>
              <p14:nvPr/>
            </p14:nvContentPartPr>
            <p14:xfrm>
              <a:off x="5255109" y="3714745"/>
              <a:ext cx="110520" cy="107280"/>
            </p14:xfrm>
          </p:contentPart>
        </mc:Choice>
        <mc:Fallback xmlns="">
          <p:pic>
            <p:nvPicPr>
              <p:cNvPr id="328" name="Cerneală 327">
                <a:extLst>
                  <a:ext uri="{FF2B5EF4-FFF2-40B4-BE49-F238E27FC236}">
                    <a16:creationId xmlns:a16="http://schemas.microsoft.com/office/drawing/2014/main" id="{6729B7BA-219A-4187-86F6-10BD43050EA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237469" y="3696745"/>
                <a:ext cx="14616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35" name="Cerneală 334">
                <a:extLst>
                  <a:ext uri="{FF2B5EF4-FFF2-40B4-BE49-F238E27FC236}">
                    <a16:creationId xmlns:a16="http://schemas.microsoft.com/office/drawing/2014/main" id="{4B84FA2A-5ABF-4952-B83D-387C7F203B04}"/>
                  </a:ext>
                </a:extLst>
              </p14:cNvPr>
              <p14:cNvContentPartPr/>
              <p14:nvPr/>
            </p14:nvContentPartPr>
            <p14:xfrm>
              <a:off x="5543109" y="3546625"/>
              <a:ext cx="915480" cy="260640"/>
            </p14:xfrm>
          </p:contentPart>
        </mc:Choice>
        <mc:Fallback xmlns="">
          <p:pic>
            <p:nvPicPr>
              <p:cNvPr id="335" name="Cerneală 334">
                <a:extLst>
                  <a:ext uri="{FF2B5EF4-FFF2-40B4-BE49-F238E27FC236}">
                    <a16:creationId xmlns:a16="http://schemas.microsoft.com/office/drawing/2014/main" id="{4B84FA2A-5ABF-4952-B83D-387C7F203B0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525109" y="3528650"/>
                <a:ext cx="951120" cy="2962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36" name="Cerneală 335">
                <a:extLst>
                  <a:ext uri="{FF2B5EF4-FFF2-40B4-BE49-F238E27FC236}">
                    <a16:creationId xmlns:a16="http://schemas.microsoft.com/office/drawing/2014/main" id="{5E80C672-B33B-4E73-83EC-C2041CCF2D2F}"/>
                  </a:ext>
                </a:extLst>
              </p14:cNvPr>
              <p14:cNvContentPartPr/>
              <p14:nvPr/>
            </p14:nvContentPartPr>
            <p14:xfrm>
              <a:off x="3159909" y="3582625"/>
              <a:ext cx="1801440" cy="488520"/>
            </p14:xfrm>
          </p:contentPart>
        </mc:Choice>
        <mc:Fallback xmlns="">
          <p:pic>
            <p:nvPicPr>
              <p:cNvPr id="336" name="Cerneală 335">
                <a:extLst>
                  <a:ext uri="{FF2B5EF4-FFF2-40B4-BE49-F238E27FC236}">
                    <a16:creationId xmlns:a16="http://schemas.microsoft.com/office/drawing/2014/main" id="{5E80C672-B33B-4E73-83EC-C2041CCF2D2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141909" y="3564638"/>
                <a:ext cx="1837080" cy="5241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49" name="Cerneală 348">
                <a:extLst>
                  <a:ext uri="{FF2B5EF4-FFF2-40B4-BE49-F238E27FC236}">
                    <a16:creationId xmlns:a16="http://schemas.microsoft.com/office/drawing/2014/main" id="{E93F3B57-5227-4749-88D0-10760B993588}"/>
                  </a:ext>
                </a:extLst>
              </p14:cNvPr>
              <p14:cNvContentPartPr/>
              <p14:nvPr/>
            </p14:nvContentPartPr>
            <p14:xfrm>
              <a:off x="4701789" y="4725985"/>
              <a:ext cx="258480" cy="275040"/>
            </p14:xfrm>
          </p:contentPart>
        </mc:Choice>
        <mc:Fallback xmlns="">
          <p:pic>
            <p:nvPicPr>
              <p:cNvPr id="349" name="Cerneală 348">
                <a:extLst>
                  <a:ext uri="{FF2B5EF4-FFF2-40B4-BE49-F238E27FC236}">
                    <a16:creationId xmlns:a16="http://schemas.microsoft.com/office/drawing/2014/main" id="{E93F3B57-5227-4749-88D0-10760B99358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683789" y="4708345"/>
                <a:ext cx="29412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52" name="Cerneală 351">
                <a:extLst>
                  <a:ext uri="{FF2B5EF4-FFF2-40B4-BE49-F238E27FC236}">
                    <a16:creationId xmlns:a16="http://schemas.microsoft.com/office/drawing/2014/main" id="{147E896D-E031-4408-ABF5-8A6157889E81}"/>
                  </a:ext>
                </a:extLst>
              </p14:cNvPr>
              <p14:cNvContentPartPr/>
              <p14:nvPr/>
            </p14:nvContentPartPr>
            <p14:xfrm>
              <a:off x="2952909" y="4133785"/>
              <a:ext cx="1551240" cy="962640"/>
            </p14:xfrm>
          </p:contentPart>
        </mc:Choice>
        <mc:Fallback xmlns="">
          <p:pic>
            <p:nvPicPr>
              <p:cNvPr id="352" name="Cerneală 351">
                <a:extLst>
                  <a:ext uri="{FF2B5EF4-FFF2-40B4-BE49-F238E27FC236}">
                    <a16:creationId xmlns:a16="http://schemas.microsoft.com/office/drawing/2014/main" id="{147E896D-E031-4408-ABF5-8A6157889E8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935269" y="4115792"/>
                <a:ext cx="1586880" cy="9982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59" name="Cerneală 358">
                <a:extLst>
                  <a:ext uri="{FF2B5EF4-FFF2-40B4-BE49-F238E27FC236}">
                    <a16:creationId xmlns:a16="http://schemas.microsoft.com/office/drawing/2014/main" id="{E239E466-141F-46DB-8CFB-751EDBBB633C}"/>
                  </a:ext>
                </a:extLst>
              </p14:cNvPr>
              <p14:cNvContentPartPr/>
              <p14:nvPr/>
            </p14:nvContentPartPr>
            <p14:xfrm>
              <a:off x="6991749" y="5081665"/>
              <a:ext cx="29880" cy="183960"/>
            </p14:xfrm>
          </p:contentPart>
        </mc:Choice>
        <mc:Fallback xmlns="">
          <p:pic>
            <p:nvPicPr>
              <p:cNvPr id="359" name="Cerneală 358">
                <a:extLst>
                  <a:ext uri="{FF2B5EF4-FFF2-40B4-BE49-F238E27FC236}">
                    <a16:creationId xmlns:a16="http://schemas.microsoft.com/office/drawing/2014/main" id="{E239E466-141F-46DB-8CFB-751EDBBB633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973749" y="5064025"/>
                <a:ext cx="6552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60" name="Cerneală 359">
                <a:extLst>
                  <a:ext uri="{FF2B5EF4-FFF2-40B4-BE49-F238E27FC236}">
                    <a16:creationId xmlns:a16="http://schemas.microsoft.com/office/drawing/2014/main" id="{2793D06E-7795-448B-A146-854131D7412A}"/>
                  </a:ext>
                </a:extLst>
              </p14:cNvPr>
              <p14:cNvContentPartPr/>
              <p14:nvPr/>
            </p14:nvContentPartPr>
            <p14:xfrm>
              <a:off x="6982389" y="5611585"/>
              <a:ext cx="44280" cy="203040"/>
            </p14:xfrm>
          </p:contentPart>
        </mc:Choice>
        <mc:Fallback xmlns="">
          <p:pic>
            <p:nvPicPr>
              <p:cNvPr id="360" name="Cerneală 359">
                <a:extLst>
                  <a:ext uri="{FF2B5EF4-FFF2-40B4-BE49-F238E27FC236}">
                    <a16:creationId xmlns:a16="http://schemas.microsoft.com/office/drawing/2014/main" id="{2793D06E-7795-448B-A146-854131D7412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964389" y="5593585"/>
                <a:ext cx="7992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61" name="Cerneală 360">
                <a:extLst>
                  <a:ext uri="{FF2B5EF4-FFF2-40B4-BE49-F238E27FC236}">
                    <a16:creationId xmlns:a16="http://schemas.microsoft.com/office/drawing/2014/main" id="{E00BC876-3BA0-488B-879C-3D19E3D82640}"/>
                  </a:ext>
                </a:extLst>
              </p14:cNvPr>
              <p14:cNvContentPartPr/>
              <p14:nvPr/>
            </p14:nvContentPartPr>
            <p14:xfrm>
              <a:off x="6970509" y="6048985"/>
              <a:ext cx="27000" cy="459000"/>
            </p14:xfrm>
          </p:contentPart>
        </mc:Choice>
        <mc:Fallback xmlns="">
          <p:pic>
            <p:nvPicPr>
              <p:cNvPr id="361" name="Cerneală 360">
                <a:extLst>
                  <a:ext uri="{FF2B5EF4-FFF2-40B4-BE49-F238E27FC236}">
                    <a16:creationId xmlns:a16="http://schemas.microsoft.com/office/drawing/2014/main" id="{E00BC876-3BA0-488B-879C-3D19E3D8264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952869" y="6031345"/>
                <a:ext cx="62640" cy="49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62" name="Cerneală 361">
                <a:extLst>
                  <a:ext uri="{FF2B5EF4-FFF2-40B4-BE49-F238E27FC236}">
                    <a16:creationId xmlns:a16="http://schemas.microsoft.com/office/drawing/2014/main" id="{10485A13-0FBE-49F4-AA2C-9F9C3781A5AB}"/>
                  </a:ext>
                </a:extLst>
              </p14:cNvPr>
              <p14:cNvContentPartPr/>
              <p14:nvPr/>
            </p14:nvContentPartPr>
            <p14:xfrm>
              <a:off x="6997149" y="6622105"/>
              <a:ext cx="360" cy="360"/>
            </p14:xfrm>
          </p:contentPart>
        </mc:Choice>
        <mc:Fallback xmlns="">
          <p:pic>
            <p:nvPicPr>
              <p:cNvPr id="362" name="Cerneală 361">
                <a:extLst>
                  <a:ext uri="{FF2B5EF4-FFF2-40B4-BE49-F238E27FC236}">
                    <a16:creationId xmlns:a16="http://schemas.microsoft.com/office/drawing/2014/main" id="{10485A13-0FBE-49F4-AA2C-9F9C3781A5A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979509" y="660410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68" name="Cerneală 367">
                <a:extLst>
                  <a:ext uri="{FF2B5EF4-FFF2-40B4-BE49-F238E27FC236}">
                    <a16:creationId xmlns:a16="http://schemas.microsoft.com/office/drawing/2014/main" id="{1C5504C1-F8B7-403C-8033-88FA34752BA7}"/>
                  </a:ext>
                </a:extLst>
              </p14:cNvPr>
              <p14:cNvContentPartPr/>
              <p14:nvPr/>
            </p14:nvContentPartPr>
            <p14:xfrm>
              <a:off x="1150029" y="5177425"/>
              <a:ext cx="231840" cy="39960"/>
            </p14:xfrm>
          </p:contentPart>
        </mc:Choice>
        <mc:Fallback xmlns="">
          <p:pic>
            <p:nvPicPr>
              <p:cNvPr id="368" name="Cerneală 367">
                <a:extLst>
                  <a:ext uri="{FF2B5EF4-FFF2-40B4-BE49-F238E27FC236}">
                    <a16:creationId xmlns:a16="http://schemas.microsoft.com/office/drawing/2014/main" id="{1C5504C1-F8B7-403C-8033-88FA34752BA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132029" y="5159425"/>
                <a:ext cx="26748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69" name="Cerneală 368">
                <a:extLst>
                  <a:ext uri="{FF2B5EF4-FFF2-40B4-BE49-F238E27FC236}">
                    <a16:creationId xmlns:a16="http://schemas.microsoft.com/office/drawing/2014/main" id="{73F7EFD7-877D-4964-BA74-D774C15598D9}"/>
                  </a:ext>
                </a:extLst>
              </p14:cNvPr>
              <p14:cNvContentPartPr/>
              <p14:nvPr/>
            </p14:nvContentPartPr>
            <p14:xfrm>
              <a:off x="1169109" y="5297305"/>
              <a:ext cx="199080" cy="287280"/>
            </p14:xfrm>
          </p:contentPart>
        </mc:Choice>
        <mc:Fallback xmlns="">
          <p:pic>
            <p:nvPicPr>
              <p:cNvPr id="369" name="Cerneală 368">
                <a:extLst>
                  <a:ext uri="{FF2B5EF4-FFF2-40B4-BE49-F238E27FC236}">
                    <a16:creationId xmlns:a16="http://schemas.microsoft.com/office/drawing/2014/main" id="{73F7EFD7-877D-4964-BA74-D774C15598D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151469" y="5279643"/>
                <a:ext cx="234720" cy="3229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70" name="Cerneală 369">
                <a:extLst>
                  <a:ext uri="{FF2B5EF4-FFF2-40B4-BE49-F238E27FC236}">
                    <a16:creationId xmlns:a16="http://schemas.microsoft.com/office/drawing/2014/main" id="{69F68520-E462-4983-8AC2-26AB840AD24A}"/>
                  </a:ext>
                </a:extLst>
              </p14:cNvPr>
              <p14:cNvContentPartPr/>
              <p14:nvPr/>
            </p14:nvContentPartPr>
            <p14:xfrm>
              <a:off x="639549" y="5181025"/>
              <a:ext cx="298440" cy="465120"/>
            </p14:xfrm>
          </p:contentPart>
        </mc:Choice>
        <mc:Fallback xmlns="">
          <p:pic>
            <p:nvPicPr>
              <p:cNvPr id="370" name="Cerneală 369">
                <a:extLst>
                  <a:ext uri="{FF2B5EF4-FFF2-40B4-BE49-F238E27FC236}">
                    <a16:creationId xmlns:a16="http://schemas.microsoft.com/office/drawing/2014/main" id="{69F68520-E462-4983-8AC2-26AB840AD24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21888" y="5163385"/>
                <a:ext cx="334123" cy="50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71" name="Cerneală 370">
                <a:extLst>
                  <a:ext uri="{FF2B5EF4-FFF2-40B4-BE49-F238E27FC236}">
                    <a16:creationId xmlns:a16="http://schemas.microsoft.com/office/drawing/2014/main" id="{FB63B6C8-3DC4-4740-B603-9545E48FA443}"/>
                  </a:ext>
                </a:extLst>
              </p14:cNvPr>
              <p14:cNvContentPartPr/>
              <p14:nvPr/>
            </p14:nvContentPartPr>
            <p14:xfrm>
              <a:off x="1520469" y="5376505"/>
              <a:ext cx="149400" cy="14040"/>
            </p14:xfrm>
          </p:contentPart>
        </mc:Choice>
        <mc:Fallback xmlns="">
          <p:pic>
            <p:nvPicPr>
              <p:cNvPr id="371" name="Cerneală 370">
                <a:extLst>
                  <a:ext uri="{FF2B5EF4-FFF2-40B4-BE49-F238E27FC236}">
                    <a16:creationId xmlns:a16="http://schemas.microsoft.com/office/drawing/2014/main" id="{FB63B6C8-3DC4-4740-B603-9545E48FA44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502469" y="5358505"/>
                <a:ext cx="1850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72" name="Cerneală 371">
                <a:extLst>
                  <a:ext uri="{FF2B5EF4-FFF2-40B4-BE49-F238E27FC236}">
                    <a16:creationId xmlns:a16="http://schemas.microsoft.com/office/drawing/2014/main" id="{AF991514-F336-4595-A54C-09E83361EA4F}"/>
                  </a:ext>
                </a:extLst>
              </p14:cNvPr>
              <p14:cNvContentPartPr/>
              <p14:nvPr/>
            </p14:nvContentPartPr>
            <p14:xfrm>
              <a:off x="1534869" y="5482345"/>
              <a:ext cx="129600" cy="9000"/>
            </p14:xfrm>
          </p:contentPart>
        </mc:Choice>
        <mc:Fallback xmlns="">
          <p:pic>
            <p:nvPicPr>
              <p:cNvPr id="372" name="Cerneală 371">
                <a:extLst>
                  <a:ext uri="{FF2B5EF4-FFF2-40B4-BE49-F238E27FC236}">
                    <a16:creationId xmlns:a16="http://schemas.microsoft.com/office/drawing/2014/main" id="{AF991514-F336-4595-A54C-09E83361EA4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517229" y="5464345"/>
                <a:ext cx="16524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81" name="Cerneală 380">
                <a:extLst>
                  <a:ext uri="{FF2B5EF4-FFF2-40B4-BE49-F238E27FC236}">
                    <a16:creationId xmlns:a16="http://schemas.microsoft.com/office/drawing/2014/main" id="{40B4173C-68F7-46BA-BA62-4D11C45B3EF2}"/>
                  </a:ext>
                </a:extLst>
              </p14:cNvPr>
              <p14:cNvContentPartPr/>
              <p14:nvPr/>
            </p14:nvContentPartPr>
            <p14:xfrm>
              <a:off x="2401029" y="5303425"/>
              <a:ext cx="503640" cy="326880"/>
            </p14:xfrm>
          </p:contentPart>
        </mc:Choice>
        <mc:Fallback xmlns="">
          <p:pic>
            <p:nvPicPr>
              <p:cNvPr id="381" name="Cerneală 380">
                <a:extLst>
                  <a:ext uri="{FF2B5EF4-FFF2-40B4-BE49-F238E27FC236}">
                    <a16:creationId xmlns:a16="http://schemas.microsoft.com/office/drawing/2014/main" id="{40B4173C-68F7-46BA-BA62-4D11C45B3EF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383389" y="5285425"/>
                <a:ext cx="539280" cy="3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82" name="Cerneală 381">
                <a:extLst>
                  <a:ext uri="{FF2B5EF4-FFF2-40B4-BE49-F238E27FC236}">
                    <a16:creationId xmlns:a16="http://schemas.microsoft.com/office/drawing/2014/main" id="{97207B0E-B0B0-4B3B-B34F-D826F04375F3}"/>
                  </a:ext>
                </a:extLst>
              </p14:cNvPr>
              <p14:cNvContentPartPr/>
              <p14:nvPr/>
            </p14:nvContentPartPr>
            <p14:xfrm>
              <a:off x="1828629" y="5291185"/>
              <a:ext cx="171360" cy="295200"/>
            </p14:xfrm>
          </p:contentPart>
        </mc:Choice>
        <mc:Fallback xmlns="">
          <p:pic>
            <p:nvPicPr>
              <p:cNvPr id="382" name="Cerneală 381">
                <a:extLst>
                  <a:ext uri="{FF2B5EF4-FFF2-40B4-BE49-F238E27FC236}">
                    <a16:creationId xmlns:a16="http://schemas.microsoft.com/office/drawing/2014/main" id="{97207B0E-B0B0-4B3B-B34F-D826F04375F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810629" y="5273545"/>
                <a:ext cx="20700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7" name="Cerneală 386">
                <a:extLst>
                  <a:ext uri="{FF2B5EF4-FFF2-40B4-BE49-F238E27FC236}">
                    <a16:creationId xmlns:a16="http://schemas.microsoft.com/office/drawing/2014/main" id="{375D0521-41C1-47E4-AB29-C801AE7960F8}"/>
                  </a:ext>
                </a:extLst>
              </p14:cNvPr>
              <p14:cNvContentPartPr/>
              <p14:nvPr/>
            </p14:nvContentPartPr>
            <p14:xfrm>
              <a:off x="3158109" y="3189145"/>
              <a:ext cx="193320" cy="277560"/>
            </p14:xfrm>
          </p:contentPart>
        </mc:Choice>
        <mc:Fallback xmlns="">
          <p:pic>
            <p:nvPicPr>
              <p:cNvPr id="387" name="Cerneală 386">
                <a:extLst>
                  <a:ext uri="{FF2B5EF4-FFF2-40B4-BE49-F238E27FC236}">
                    <a16:creationId xmlns:a16="http://schemas.microsoft.com/office/drawing/2014/main" id="{375D0521-41C1-47E4-AB29-C801AE7960F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140469" y="3171505"/>
                <a:ext cx="22896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2" name="Cerneală 391">
                <a:extLst>
                  <a:ext uri="{FF2B5EF4-FFF2-40B4-BE49-F238E27FC236}">
                    <a16:creationId xmlns:a16="http://schemas.microsoft.com/office/drawing/2014/main" id="{55E0AAE4-BEDA-4CC0-9D42-0470018EB3A8}"/>
                  </a:ext>
                </a:extLst>
              </p14:cNvPr>
              <p14:cNvContentPartPr/>
              <p14:nvPr/>
            </p14:nvContentPartPr>
            <p14:xfrm>
              <a:off x="3084669" y="5322505"/>
              <a:ext cx="845280" cy="321480"/>
            </p14:xfrm>
          </p:contentPart>
        </mc:Choice>
        <mc:Fallback xmlns="">
          <p:pic>
            <p:nvPicPr>
              <p:cNvPr id="392" name="Cerneală 391">
                <a:extLst>
                  <a:ext uri="{FF2B5EF4-FFF2-40B4-BE49-F238E27FC236}">
                    <a16:creationId xmlns:a16="http://schemas.microsoft.com/office/drawing/2014/main" id="{55E0AAE4-BEDA-4CC0-9D42-0470018EB3A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066669" y="5304865"/>
                <a:ext cx="880920" cy="35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0" name="Cerneală 399">
                <a:extLst>
                  <a:ext uri="{FF2B5EF4-FFF2-40B4-BE49-F238E27FC236}">
                    <a16:creationId xmlns:a16="http://schemas.microsoft.com/office/drawing/2014/main" id="{4B4800E2-5E55-4475-BE74-8441A8B34732}"/>
                  </a:ext>
                </a:extLst>
              </p14:cNvPr>
              <p14:cNvContentPartPr/>
              <p14:nvPr/>
            </p14:nvContentPartPr>
            <p14:xfrm>
              <a:off x="4360149" y="5153305"/>
              <a:ext cx="1781640" cy="423000"/>
            </p14:xfrm>
          </p:contentPart>
        </mc:Choice>
        <mc:Fallback xmlns="">
          <p:pic>
            <p:nvPicPr>
              <p:cNvPr id="400" name="Cerneală 399">
                <a:extLst>
                  <a:ext uri="{FF2B5EF4-FFF2-40B4-BE49-F238E27FC236}">
                    <a16:creationId xmlns:a16="http://schemas.microsoft.com/office/drawing/2014/main" id="{4B4800E2-5E55-4475-BE74-8441A8B3473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342149" y="5135305"/>
                <a:ext cx="1817280" cy="45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4" name="Cerneală 413">
                <a:extLst>
                  <a:ext uri="{FF2B5EF4-FFF2-40B4-BE49-F238E27FC236}">
                    <a16:creationId xmlns:a16="http://schemas.microsoft.com/office/drawing/2014/main" id="{7AC20888-235B-45F9-8EFD-888529084244}"/>
                  </a:ext>
                </a:extLst>
              </p14:cNvPr>
              <p14:cNvContentPartPr/>
              <p14:nvPr/>
            </p14:nvContentPartPr>
            <p14:xfrm>
              <a:off x="4730589" y="6374065"/>
              <a:ext cx="28800" cy="263160"/>
            </p14:xfrm>
          </p:contentPart>
        </mc:Choice>
        <mc:Fallback xmlns="">
          <p:pic>
            <p:nvPicPr>
              <p:cNvPr id="414" name="Cerneală 413">
                <a:extLst>
                  <a:ext uri="{FF2B5EF4-FFF2-40B4-BE49-F238E27FC236}">
                    <a16:creationId xmlns:a16="http://schemas.microsoft.com/office/drawing/2014/main" id="{7AC20888-235B-45F9-8EFD-88852908424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712589" y="6356425"/>
                <a:ext cx="6444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16" name="Cerneală 415">
                <a:extLst>
                  <a:ext uri="{FF2B5EF4-FFF2-40B4-BE49-F238E27FC236}">
                    <a16:creationId xmlns:a16="http://schemas.microsoft.com/office/drawing/2014/main" id="{5646B2F3-BD36-46DF-8879-F66FCD894FC4}"/>
                  </a:ext>
                </a:extLst>
              </p14:cNvPr>
              <p14:cNvContentPartPr/>
              <p14:nvPr/>
            </p14:nvContentPartPr>
            <p14:xfrm>
              <a:off x="2962269" y="5776105"/>
              <a:ext cx="1645560" cy="932040"/>
            </p14:xfrm>
          </p:contentPart>
        </mc:Choice>
        <mc:Fallback xmlns="">
          <p:pic>
            <p:nvPicPr>
              <p:cNvPr id="416" name="Cerneală 415">
                <a:extLst>
                  <a:ext uri="{FF2B5EF4-FFF2-40B4-BE49-F238E27FC236}">
                    <a16:creationId xmlns:a16="http://schemas.microsoft.com/office/drawing/2014/main" id="{5646B2F3-BD36-46DF-8879-F66FCD894FC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944625" y="5758112"/>
                <a:ext cx="1681208" cy="9676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91" name="Cerneală 590">
                <a:extLst>
                  <a:ext uri="{FF2B5EF4-FFF2-40B4-BE49-F238E27FC236}">
                    <a16:creationId xmlns:a16="http://schemas.microsoft.com/office/drawing/2014/main" id="{68A7D2D6-9077-47C1-9EF5-934DB21A4577}"/>
                  </a:ext>
                </a:extLst>
              </p14:cNvPr>
              <p14:cNvContentPartPr/>
              <p14:nvPr/>
            </p14:nvContentPartPr>
            <p14:xfrm>
              <a:off x="7347789" y="5012905"/>
              <a:ext cx="4393440" cy="1590480"/>
            </p14:xfrm>
          </p:contentPart>
        </mc:Choice>
        <mc:Fallback xmlns="">
          <p:pic>
            <p:nvPicPr>
              <p:cNvPr id="591" name="Cerneală 590">
                <a:extLst>
                  <a:ext uri="{FF2B5EF4-FFF2-40B4-BE49-F238E27FC236}">
                    <a16:creationId xmlns:a16="http://schemas.microsoft.com/office/drawing/2014/main" id="{68A7D2D6-9077-47C1-9EF5-934DB21A4577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7329790" y="4994909"/>
                <a:ext cx="4429077" cy="16261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22" name="Cerneală 621">
                <a:extLst>
                  <a:ext uri="{FF2B5EF4-FFF2-40B4-BE49-F238E27FC236}">
                    <a16:creationId xmlns:a16="http://schemas.microsoft.com/office/drawing/2014/main" id="{AC00CC85-7C92-432E-A1BD-CC889D4B48B1}"/>
                  </a:ext>
                </a:extLst>
              </p14:cNvPr>
              <p14:cNvContentPartPr/>
              <p14:nvPr/>
            </p14:nvContentPartPr>
            <p14:xfrm>
              <a:off x="7037829" y="129145"/>
              <a:ext cx="4813920" cy="4799520"/>
            </p14:xfrm>
          </p:contentPart>
        </mc:Choice>
        <mc:Fallback xmlns="">
          <p:pic>
            <p:nvPicPr>
              <p:cNvPr id="622" name="Cerneală 621">
                <a:extLst>
                  <a:ext uri="{FF2B5EF4-FFF2-40B4-BE49-F238E27FC236}">
                    <a16:creationId xmlns:a16="http://schemas.microsoft.com/office/drawing/2014/main" id="{AC00CC85-7C92-432E-A1BD-CC889D4B48B1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019830" y="111504"/>
                <a:ext cx="4849557" cy="4835163"/>
              </a:xfrm>
              <a:prstGeom prst="rect">
                <a:avLst/>
              </a:prstGeom>
            </p:spPr>
          </p:pic>
        </mc:Fallback>
      </mc:AlternateContent>
      <p:sp>
        <p:nvSpPr>
          <p:cNvPr id="45" name="Dreptunghi 44">
            <a:extLst>
              <a:ext uri="{FF2B5EF4-FFF2-40B4-BE49-F238E27FC236}">
                <a16:creationId xmlns:a16="http://schemas.microsoft.com/office/drawing/2014/main" id="{57BE657A-A0D3-485E-880D-EE09C3464735}"/>
              </a:ext>
            </a:extLst>
          </p:cNvPr>
          <p:cNvSpPr/>
          <p:nvPr/>
        </p:nvSpPr>
        <p:spPr>
          <a:xfrm>
            <a:off x="243904" y="0"/>
            <a:ext cx="26517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De</a:t>
            </a:r>
            <a:r>
              <a:rPr lang="ro-RO" b="1" dirty="0">
                <a:solidFill>
                  <a:srgbClr val="0000FF"/>
                </a:solidFill>
              </a:rPr>
              <a:t>multiplexorul </a:t>
            </a:r>
            <a:r>
              <a:rPr lang="en-US" b="1" dirty="0">
                <a:solidFill>
                  <a:srgbClr val="0000FF"/>
                </a:solidFill>
              </a:rPr>
              <a:t>(D</a:t>
            </a:r>
            <a:r>
              <a:rPr lang="ro-RO" b="1" dirty="0">
                <a:solidFill>
                  <a:srgbClr val="0000FF"/>
                </a:solidFill>
              </a:rPr>
              <a:t>MUX</a:t>
            </a:r>
            <a:r>
              <a:rPr lang="en-US" b="1" dirty="0">
                <a:solidFill>
                  <a:srgbClr val="0000FF"/>
                </a:solidFill>
              </a:rPr>
              <a:t>)</a:t>
            </a:r>
            <a:r>
              <a:rPr lang="ro-RO" b="1" dirty="0">
                <a:solidFill>
                  <a:srgbClr val="0000FF"/>
                </a:solidFill>
              </a:rPr>
              <a:t>  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4144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3ED46421-E29B-4A9F-84FD-80CFACE98D17}"/>
                  </a:ext>
                </a:extLst>
              </p14:cNvPr>
              <p14:cNvContentPartPr/>
              <p14:nvPr/>
            </p14:nvContentPartPr>
            <p14:xfrm>
              <a:off x="1287909" y="189625"/>
              <a:ext cx="960840" cy="29340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3ED46421-E29B-4A9F-84FD-80CFACE98D1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70262" y="171625"/>
                <a:ext cx="996493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4BAB71DC-0C34-48B2-BBBB-60FB98CCBE65}"/>
                  </a:ext>
                </a:extLst>
              </p14:cNvPr>
              <p14:cNvContentPartPr/>
              <p14:nvPr/>
            </p14:nvContentPartPr>
            <p14:xfrm>
              <a:off x="523629" y="219505"/>
              <a:ext cx="333000" cy="38664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4BAB71DC-0C34-48B2-BBBB-60FB98CCBE6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5970" y="201505"/>
                <a:ext cx="368679" cy="42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FC117B4C-7BDB-476F-9E0B-0F2993A47CC5}"/>
                  </a:ext>
                </a:extLst>
              </p14:cNvPr>
              <p14:cNvContentPartPr/>
              <p14:nvPr/>
            </p14:nvContentPartPr>
            <p14:xfrm>
              <a:off x="2608029" y="246505"/>
              <a:ext cx="710280" cy="26712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FC117B4C-7BDB-476F-9E0B-0F2993A47CC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90389" y="228865"/>
                <a:ext cx="74592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DA242EF5-95BA-4C55-9238-31999DED9F2F}"/>
                  </a:ext>
                </a:extLst>
              </p14:cNvPr>
              <p14:cNvContentPartPr/>
              <p14:nvPr/>
            </p14:nvContentPartPr>
            <p14:xfrm>
              <a:off x="461709" y="811705"/>
              <a:ext cx="2766600" cy="178236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DA242EF5-95BA-4C55-9238-31999DED9F2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3709" y="794061"/>
                <a:ext cx="2802240" cy="18180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50" name="Cerneală 449">
                <a:extLst>
                  <a:ext uri="{FF2B5EF4-FFF2-40B4-BE49-F238E27FC236}">
                    <a16:creationId xmlns:a16="http://schemas.microsoft.com/office/drawing/2014/main" id="{4982F4B9-8AE6-45A7-9387-E4390D1F70DE}"/>
                  </a:ext>
                </a:extLst>
              </p14:cNvPr>
              <p14:cNvContentPartPr/>
              <p14:nvPr/>
            </p14:nvContentPartPr>
            <p14:xfrm>
              <a:off x="2977029" y="2906545"/>
              <a:ext cx="168840" cy="343440"/>
            </p14:xfrm>
          </p:contentPart>
        </mc:Choice>
        <mc:Fallback xmlns="">
          <p:pic>
            <p:nvPicPr>
              <p:cNvPr id="450" name="Cerneală 449">
                <a:extLst>
                  <a:ext uri="{FF2B5EF4-FFF2-40B4-BE49-F238E27FC236}">
                    <a16:creationId xmlns:a16="http://schemas.microsoft.com/office/drawing/2014/main" id="{4982F4B9-8AE6-45A7-9387-E4390D1F70D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59029" y="2888905"/>
                <a:ext cx="204480" cy="37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51" name="Cerneală 450">
                <a:extLst>
                  <a:ext uri="{FF2B5EF4-FFF2-40B4-BE49-F238E27FC236}">
                    <a16:creationId xmlns:a16="http://schemas.microsoft.com/office/drawing/2014/main" id="{53AC40C1-81BC-40B9-8F12-7B9E852DA06D}"/>
                  </a:ext>
                </a:extLst>
              </p14:cNvPr>
              <p14:cNvContentPartPr/>
              <p14:nvPr/>
            </p14:nvContentPartPr>
            <p14:xfrm>
              <a:off x="2478069" y="2848945"/>
              <a:ext cx="336960" cy="272880"/>
            </p14:xfrm>
          </p:contentPart>
        </mc:Choice>
        <mc:Fallback xmlns="">
          <p:pic>
            <p:nvPicPr>
              <p:cNvPr id="451" name="Cerneală 450">
                <a:extLst>
                  <a:ext uri="{FF2B5EF4-FFF2-40B4-BE49-F238E27FC236}">
                    <a16:creationId xmlns:a16="http://schemas.microsoft.com/office/drawing/2014/main" id="{53AC40C1-81BC-40B9-8F12-7B9E852DA06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60429" y="2831305"/>
                <a:ext cx="372600" cy="30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52" name="Cerneală 451">
                <a:extLst>
                  <a:ext uri="{FF2B5EF4-FFF2-40B4-BE49-F238E27FC236}">
                    <a16:creationId xmlns:a16="http://schemas.microsoft.com/office/drawing/2014/main" id="{AE7205D8-829D-431C-853A-2A7E99368AF6}"/>
                  </a:ext>
                </a:extLst>
              </p14:cNvPr>
              <p14:cNvContentPartPr/>
              <p14:nvPr/>
            </p14:nvContentPartPr>
            <p14:xfrm>
              <a:off x="1269909" y="2901865"/>
              <a:ext cx="950760" cy="273960"/>
            </p14:xfrm>
          </p:contentPart>
        </mc:Choice>
        <mc:Fallback xmlns="">
          <p:pic>
            <p:nvPicPr>
              <p:cNvPr id="452" name="Cerneală 451">
                <a:extLst>
                  <a:ext uri="{FF2B5EF4-FFF2-40B4-BE49-F238E27FC236}">
                    <a16:creationId xmlns:a16="http://schemas.microsoft.com/office/drawing/2014/main" id="{AE7205D8-829D-431C-853A-2A7E99368AF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52262" y="2884248"/>
                <a:ext cx="986414" cy="3095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53" name="Cerneală 452">
                <a:extLst>
                  <a:ext uri="{FF2B5EF4-FFF2-40B4-BE49-F238E27FC236}">
                    <a16:creationId xmlns:a16="http://schemas.microsoft.com/office/drawing/2014/main" id="{926F9C55-51AB-4F54-8311-61754E2FA0F7}"/>
                  </a:ext>
                </a:extLst>
              </p14:cNvPr>
              <p14:cNvContentPartPr/>
              <p14:nvPr/>
            </p14:nvContentPartPr>
            <p14:xfrm>
              <a:off x="495549" y="2916265"/>
              <a:ext cx="336240" cy="470520"/>
            </p14:xfrm>
          </p:contentPart>
        </mc:Choice>
        <mc:Fallback xmlns="">
          <p:pic>
            <p:nvPicPr>
              <p:cNvPr id="453" name="Cerneală 452">
                <a:extLst>
                  <a:ext uri="{FF2B5EF4-FFF2-40B4-BE49-F238E27FC236}">
                    <a16:creationId xmlns:a16="http://schemas.microsoft.com/office/drawing/2014/main" id="{926F9C55-51AB-4F54-8311-61754E2FA0F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77549" y="2898625"/>
                <a:ext cx="371880" cy="50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05" name="Cerneală 504">
                <a:extLst>
                  <a:ext uri="{FF2B5EF4-FFF2-40B4-BE49-F238E27FC236}">
                    <a16:creationId xmlns:a16="http://schemas.microsoft.com/office/drawing/2014/main" id="{03768EEC-70D3-4D3A-BA7C-E73F25079FC0}"/>
                  </a:ext>
                </a:extLst>
              </p14:cNvPr>
              <p14:cNvContentPartPr/>
              <p14:nvPr/>
            </p14:nvContentPartPr>
            <p14:xfrm>
              <a:off x="4571829" y="6467665"/>
              <a:ext cx="71640" cy="360"/>
            </p14:xfrm>
          </p:contentPart>
        </mc:Choice>
        <mc:Fallback xmlns="">
          <p:pic>
            <p:nvPicPr>
              <p:cNvPr id="505" name="Cerneală 504">
                <a:extLst>
                  <a:ext uri="{FF2B5EF4-FFF2-40B4-BE49-F238E27FC236}">
                    <a16:creationId xmlns:a16="http://schemas.microsoft.com/office/drawing/2014/main" id="{03768EEC-70D3-4D3A-BA7C-E73F25079FC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553829" y="6450025"/>
                <a:ext cx="1072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78" name="Cerneală 577">
                <a:extLst>
                  <a:ext uri="{FF2B5EF4-FFF2-40B4-BE49-F238E27FC236}">
                    <a16:creationId xmlns:a16="http://schemas.microsoft.com/office/drawing/2014/main" id="{2D19E399-E894-4C4B-9E7A-A550D69A00BC}"/>
                  </a:ext>
                </a:extLst>
              </p14:cNvPr>
              <p14:cNvContentPartPr/>
              <p14:nvPr/>
            </p14:nvContentPartPr>
            <p14:xfrm>
              <a:off x="4749669" y="6145465"/>
              <a:ext cx="1016640" cy="404280"/>
            </p14:xfrm>
          </p:contentPart>
        </mc:Choice>
        <mc:Fallback xmlns="">
          <p:pic>
            <p:nvPicPr>
              <p:cNvPr id="578" name="Cerneală 577">
                <a:extLst>
                  <a:ext uri="{FF2B5EF4-FFF2-40B4-BE49-F238E27FC236}">
                    <a16:creationId xmlns:a16="http://schemas.microsoft.com/office/drawing/2014/main" id="{2D19E399-E894-4C4B-9E7A-A550D69A00B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732029" y="6127825"/>
                <a:ext cx="1052280" cy="43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79" name="Cerneală 578">
                <a:extLst>
                  <a:ext uri="{FF2B5EF4-FFF2-40B4-BE49-F238E27FC236}">
                    <a16:creationId xmlns:a16="http://schemas.microsoft.com/office/drawing/2014/main" id="{80630DB9-636B-446B-909B-27CD9DA50C81}"/>
                  </a:ext>
                </a:extLst>
              </p14:cNvPr>
              <p14:cNvContentPartPr/>
              <p14:nvPr/>
            </p14:nvContentPartPr>
            <p14:xfrm>
              <a:off x="3045429" y="6198385"/>
              <a:ext cx="1327680" cy="487800"/>
            </p14:xfrm>
          </p:contentPart>
        </mc:Choice>
        <mc:Fallback xmlns="">
          <p:pic>
            <p:nvPicPr>
              <p:cNvPr id="579" name="Cerneală 578">
                <a:extLst>
                  <a:ext uri="{FF2B5EF4-FFF2-40B4-BE49-F238E27FC236}">
                    <a16:creationId xmlns:a16="http://schemas.microsoft.com/office/drawing/2014/main" id="{80630DB9-636B-446B-909B-27CD9DA50C8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027429" y="6180398"/>
                <a:ext cx="1363320" cy="5234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80" name="Cerneală 579">
                <a:extLst>
                  <a:ext uri="{FF2B5EF4-FFF2-40B4-BE49-F238E27FC236}">
                    <a16:creationId xmlns:a16="http://schemas.microsoft.com/office/drawing/2014/main" id="{3D0D222B-D34C-4784-BA3E-D12C736DE7FE}"/>
                  </a:ext>
                </a:extLst>
              </p14:cNvPr>
              <p14:cNvContentPartPr/>
              <p14:nvPr/>
            </p14:nvContentPartPr>
            <p14:xfrm>
              <a:off x="2656269" y="6458305"/>
              <a:ext cx="150840" cy="91800"/>
            </p14:xfrm>
          </p:contentPart>
        </mc:Choice>
        <mc:Fallback xmlns="">
          <p:pic>
            <p:nvPicPr>
              <p:cNvPr id="580" name="Cerneală 579">
                <a:extLst>
                  <a:ext uri="{FF2B5EF4-FFF2-40B4-BE49-F238E27FC236}">
                    <a16:creationId xmlns:a16="http://schemas.microsoft.com/office/drawing/2014/main" id="{3D0D222B-D34C-4784-BA3E-D12C736DE7F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638269" y="6440665"/>
                <a:ext cx="18648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81" name="Cerneală 580">
                <a:extLst>
                  <a:ext uri="{FF2B5EF4-FFF2-40B4-BE49-F238E27FC236}">
                    <a16:creationId xmlns:a16="http://schemas.microsoft.com/office/drawing/2014/main" id="{891885F6-5329-4EE4-AA7E-B8EA2B900EF6}"/>
                  </a:ext>
                </a:extLst>
              </p14:cNvPr>
              <p14:cNvContentPartPr/>
              <p14:nvPr/>
            </p14:nvContentPartPr>
            <p14:xfrm>
              <a:off x="1188189" y="6310345"/>
              <a:ext cx="1226520" cy="339120"/>
            </p14:xfrm>
          </p:contentPart>
        </mc:Choice>
        <mc:Fallback xmlns="">
          <p:pic>
            <p:nvPicPr>
              <p:cNvPr id="581" name="Cerneală 580">
                <a:extLst>
                  <a:ext uri="{FF2B5EF4-FFF2-40B4-BE49-F238E27FC236}">
                    <a16:creationId xmlns:a16="http://schemas.microsoft.com/office/drawing/2014/main" id="{891885F6-5329-4EE4-AA7E-B8EA2B900EF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70549" y="6292364"/>
                <a:ext cx="1262160" cy="3747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82" name="Cerneală 581">
                <a:extLst>
                  <a:ext uri="{FF2B5EF4-FFF2-40B4-BE49-F238E27FC236}">
                    <a16:creationId xmlns:a16="http://schemas.microsoft.com/office/drawing/2014/main" id="{F845040D-0313-43B2-A76A-14520ED2BBA7}"/>
                  </a:ext>
                </a:extLst>
              </p14:cNvPr>
              <p14:cNvContentPartPr/>
              <p14:nvPr/>
            </p14:nvContentPartPr>
            <p14:xfrm>
              <a:off x="503469" y="6405385"/>
              <a:ext cx="440280" cy="235440"/>
            </p14:xfrm>
          </p:contentPart>
        </mc:Choice>
        <mc:Fallback xmlns="">
          <p:pic>
            <p:nvPicPr>
              <p:cNvPr id="582" name="Cerneală 581">
                <a:extLst>
                  <a:ext uri="{FF2B5EF4-FFF2-40B4-BE49-F238E27FC236}">
                    <a16:creationId xmlns:a16="http://schemas.microsoft.com/office/drawing/2014/main" id="{F845040D-0313-43B2-A76A-14520ED2BBA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85829" y="6387385"/>
                <a:ext cx="47592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590" name="Cerneală 589">
                <a:extLst>
                  <a:ext uri="{FF2B5EF4-FFF2-40B4-BE49-F238E27FC236}">
                    <a16:creationId xmlns:a16="http://schemas.microsoft.com/office/drawing/2014/main" id="{764C8429-417D-4DB5-BA0C-CB6E3006D309}"/>
                  </a:ext>
                </a:extLst>
              </p14:cNvPr>
              <p14:cNvContentPartPr/>
              <p14:nvPr/>
            </p14:nvContentPartPr>
            <p14:xfrm>
              <a:off x="688149" y="3592705"/>
              <a:ext cx="2633760" cy="2418120"/>
            </p14:xfrm>
          </p:contentPart>
        </mc:Choice>
        <mc:Fallback xmlns="">
          <p:pic>
            <p:nvPicPr>
              <p:cNvPr id="590" name="Cerneală 589">
                <a:extLst>
                  <a:ext uri="{FF2B5EF4-FFF2-40B4-BE49-F238E27FC236}">
                    <a16:creationId xmlns:a16="http://schemas.microsoft.com/office/drawing/2014/main" id="{764C8429-417D-4DB5-BA0C-CB6E3006D30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70149" y="3575065"/>
                <a:ext cx="2669400" cy="245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99" name="Cerneală 598">
                <a:extLst>
                  <a:ext uri="{FF2B5EF4-FFF2-40B4-BE49-F238E27FC236}">
                    <a16:creationId xmlns:a16="http://schemas.microsoft.com/office/drawing/2014/main" id="{3A37233A-F5FB-48A1-A4D8-509CB657D530}"/>
                  </a:ext>
                </a:extLst>
              </p14:cNvPr>
              <p14:cNvContentPartPr/>
              <p14:nvPr/>
            </p14:nvContentPartPr>
            <p14:xfrm>
              <a:off x="5282469" y="376825"/>
              <a:ext cx="226440" cy="381240"/>
            </p14:xfrm>
          </p:contentPart>
        </mc:Choice>
        <mc:Fallback xmlns="">
          <p:pic>
            <p:nvPicPr>
              <p:cNvPr id="599" name="Cerneală 598">
                <a:extLst>
                  <a:ext uri="{FF2B5EF4-FFF2-40B4-BE49-F238E27FC236}">
                    <a16:creationId xmlns:a16="http://schemas.microsoft.com/office/drawing/2014/main" id="{3A37233A-F5FB-48A1-A4D8-509CB657D53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264829" y="358825"/>
                <a:ext cx="262080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604" name="Cerneală 603">
                <a:extLst>
                  <a:ext uri="{FF2B5EF4-FFF2-40B4-BE49-F238E27FC236}">
                    <a16:creationId xmlns:a16="http://schemas.microsoft.com/office/drawing/2014/main" id="{2CA9E5B7-5C76-49D7-838D-ABA7F80FE2F9}"/>
                  </a:ext>
                </a:extLst>
              </p14:cNvPr>
              <p14:cNvContentPartPr/>
              <p14:nvPr/>
            </p14:nvContentPartPr>
            <p14:xfrm>
              <a:off x="7199469" y="431905"/>
              <a:ext cx="14400" cy="33120"/>
            </p14:xfrm>
          </p:contentPart>
        </mc:Choice>
        <mc:Fallback xmlns="">
          <p:pic>
            <p:nvPicPr>
              <p:cNvPr id="604" name="Cerneală 603">
                <a:extLst>
                  <a:ext uri="{FF2B5EF4-FFF2-40B4-BE49-F238E27FC236}">
                    <a16:creationId xmlns:a16="http://schemas.microsoft.com/office/drawing/2014/main" id="{2CA9E5B7-5C76-49D7-838D-ABA7F80FE2F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181829" y="414265"/>
                <a:ext cx="5004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05" name="Cerneală 604">
                <a:extLst>
                  <a:ext uri="{FF2B5EF4-FFF2-40B4-BE49-F238E27FC236}">
                    <a16:creationId xmlns:a16="http://schemas.microsoft.com/office/drawing/2014/main" id="{1BE80B60-8243-4F5C-A58D-AE5F584F6500}"/>
                  </a:ext>
                </a:extLst>
              </p14:cNvPr>
              <p14:cNvContentPartPr/>
              <p14:nvPr/>
            </p14:nvContentPartPr>
            <p14:xfrm>
              <a:off x="7228269" y="615865"/>
              <a:ext cx="13680" cy="4680"/>
            </p14:xfrm>
          </p:contentPart>
        </mc:Choice>
        <mc:Fallback xmlns="">
          <p:pic>
            <p:nvPicPr>
              <p:cNvPr id="605" name="Cerneală 604">
                <a:extLst>
                  <a:ext uri="{FF2B5EF4-FFF2-40B4-BE49-F238E27FC236}">
                    <a16:creationId xmlns:a16="http://schemas.microsoft.com/office/drawing/2014/main" id="{1BE80B60-8243-4F5C-A58D-AE5F584F650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210269" y="597865"/>
                <a:ext cx="493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06" name="Cerneală 605">
                <a:extLst>
                  <a:ext uri="{FF2B5EF4-FFF2-40B4-BE49-F238E27FC236}">
                    <a16:creationId xmlns:a16="http://schemas.microsoft.com/office/drawing/2014/main" id="{1D72AC55-8988-46F4-88F9-828E714F904A}"/>
                  </a:ext>
                </a:extLst>
              </p14:cNvPr>
              <p14:cNvContentPartPr/>
              <p14:nvPr/>
            </p14:nvContentPartPr>
            <p14:xfrm>
              <a:off x="7412229" y="375385"/>
              <a:ext cx="138240" cy="264960"/>
            </p14:xfrm>
          </p:contentPart>
        </mc:Choice>
        <mc:Fallback xmlns="">
          <p:pic>
            <p:nvPicPr>
              <p:cNvPr id="606" name="Cerneală 605">
                <a:extLst>
                  <a:ext uri="{FF2B5EF4-FFF2-40B4-BE49-F238E27FC236}">
                    <a16:creationId xmlns:a16="http://schemas.microsoft.com/office/drawing/2014/main" id="{1D72AC55-8988-46F4-88F9-828E714F904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394589" y="357745"/>
                <a:ext cx="17388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07" name="Cerneală 606">
                <a:extLst>
                  <a:ext uri="{FF2B5EF4-FFF2-40B4-BE49-F238E27FC236}">
                    <a16:creationId xmlns:a16="http://schemas.microsoft.com/office/drawing/2014/main" id="{C9F1EA24-BF7D-4007-9293-53F6FF08C220}"/>
                  </a:ext>
                </a:extLst>
              </p14:cNvPr>
              <p14:cNvContentPartPr/>
              <p14:nvPr/>
            </p14:nvContentPartPr>
            <p14:xfrm>
              <a:off x="6953949" y="369985"/>
              <a:ext cx="160200" cy="278280"/>
            </p14:xfrm>
          </p:contentPart>
        </mc:Choice>
        <mc:Fallback xmlns="">
          <p:pic>
            <p:nvPicPr>
              <p:cNvPr id="607" name="Cerneală 606">
                <a:extLst>
                  <a:ext uri="{FF2B5EF4-FFF2-40B4-BE49-F238E27FC236}">
                    <a16:creationId xmlns:a16="http://schemas.microsoft.com/office/drawing/2014/main" id="{C9F1EA24-BF7D-4007-9293-53F6FF08C22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935989" y="351985"/>
                <a:ext cx="19576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608" name="Cerneală 607">
                <a:extLst>
                  <a:ext uri="{FF2B5EF4-FFF2-40B4-BE49-F238E27FC236}">
                    <a16:creationId xmlns:a16="http://schemas.microsoft.com/office/drawing/2014/main" id="{AD40E6A7-2514-492E-A493-846210FEB43E}"/>
                  </a:ext>
                </a:extLst>
              </p14:cNvPr>
              <p14:cNvContentPartPr/>
              <p14:nvPr/>
            </p14:nvContentPartPr>
            <p14:xfrm>
              <a:off x="5796189" y="408865"/>
              <a:ext cx="851400" cy="330120"/>
            </p14:xfrm>
          </p:contentPart>
        </mc:Choice>
        <mc:Fallback xmlns="">
          <p:pic>
            <p:nvPicPr>
              <p:cNvPr id="608" name="Cerneală 607">
                <a:extLst>
                  <a:ext uri="{FF2B5EF4-FFF2-40B4-BE49-F238E27FC236}">
                    <a16:creationId xmlns:a16="http://schemas.microsoft.com/office/drawing/2014/main" id="{AD40E6A7-2514-492E-A493-846210FEB43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778549" y="390865"/>
                <a:ext cx="887040" cy="3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64" name="Cerneală 263">
                <a:extLst>
                  <a:ext uri="{FF2B5EF4-FFF2-40B4-BE49-F238E27FC236}">
                    <a16:creationId xmlns:a16="http://schemas.microsoft.com/office/drawing/2014/main" id="{504F9311-1EF2-4B23-A110-C3C7E2D2ECD6}"/>
                  </a:ext>
                </a:extLst>
              </p14:cNvPr>
              <p14:cNvContentPartPr/>
              <p14:nvPr/>
            </p14:nvContentPartPr>
            <p14:xfrm>
              <a:off x="7428789" y="5409265"/>
              <a:ext cx="21600" cy="243720"/>
            </p14:xfrm>
          </p:contentPart>
        </mc:Choice>
        <mc:Fallback xmlns="">
          <p:pic>
            <p:nvPicPr>
              <p:cNvPr id="264" name="Cerneală 263">
                <a:extLst>
                  <a:ext uri="{FF2B5EF4-FFF2-40B4-BE49-F238E27FC236}">
                    <a16:creationId xmlns:a16="http://schemas.microsoft.com/office/drawing/2014/main" id="{504F9311-1EF2-4B23-A110-C3C7E2D2ECD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410789" y="5391265"/>
                <a:ext cx="5724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65" name="Cerneală 264">
                <a:extLst>
                  <a:ext uri="{FF2B5EF4-FFF2-40B4-BE49-F238E27FC236}">
                    <a16:creationId xmlns:a16="http://schemas.microsoft.com/office/drawing/2014/main" id="{FE94271C-7891-407F-A905-BE0878EB06F2}"/>
                  </a:ext>
                </a:extLst>
              </p14:cNvPr>
              <p14:cNvContentPartPr/>
              <p14:nvPr/>
            </p14:nvContentPartPr>
            <p14:xfrm>
              <a:off x="7449669" y="5471905"/>
              <a:ext cx="169200" cy="169200"/>
            </p14:xfrm>
          </p:contentPart>
        </mc:Choice>
        <mc:Fallback xmlns="">
          <p:pic>
            <p:nvPicPr>
              <p:cNvPr id="265" name="Cerneală 264">
                <a:extLst>
                  <a:ext uri="{FF2B5EF4-FFF2-40B4-BE49-F238E27FC236}">
                    <a16:creationId xmlns:a16="http://schemas.microsoft.com/office/drawing/2014/main" id="{FE94271C-7891-407F-A905-BE0878EB06F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432029" y="5453905"/>
                <a:ext cx="20484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66" name="Cerneală 265">
                <a:extLst>
                  <a:ext uri="{FF2B5EF4-FFF2-40B4-BE49-F238E27FC236}">
                    <a16:creationId xmlns:a16="http://schemas.microsoft.com/office/drawing/2014/main" id="{9BF49D6C-E44B-4C49-9A88-FA08429C61CD}"/>
                  </a:ext>
                </a:extLst>
              </p14:cNvPr>
              <p14:cNvContentPartPr/>
              <p14:nvPr/>
            </p14:nvContentPartPr>
            <p14:xfrm>
              <a:off x="7606629" y="5404585"/>
              <a:ext cx="46800" cy="260640"/>
            </p14:xfrm>
          </p:contentPart>
        </mc:Choice>
        <mc:Fallback xmlns="">
          <p:pic>
            <p:nvPicPr>
              <p:cNvPr id="266" name="Cerneală 265">
                <a:extLst>
                  <a:ext uri="{FF2B5EF4-FFF2-40B4-BE49-F238E27FC236}">
                    <a16:creationId xmlns:a16="http://schemas.microsoft.com/office/drawing/2014/main" id="{9BF49D6C-E44B-4C49-9A88-FA08429C61C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588989" y="5386585"/>
                <a:ext cx="8244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7" name="Cerneală 266">
                <a:extLst>
                  <a:ext uri="{FF2B5EF4-FFF2-40B4-BE49-F238E27FC236}">
                    <a16:creationId xmlns:a16="http://schemas.microsoft.com/office/drawing/2014/main" id="{7C5507E3-0A2B-49FE-9A5F-33934411704B}"/>
                  </a:ext>
                </a:extLst>
              </p14:cNvPr>
              <p14:cNvContentPartPr/>
              <p14:nvPr/>
            </p14:nvContentPartPr>
            <p14:xfrm>
              <a:off x="7675749" y="5515105"/>
              <a:ext cx="236520" cy="196920"/>
            </p14:xfrm>
          </p:contentPart>
        </mc:Choice>
        <mc:Fallback xmlns="">
          <p:pic>
            <p:nvPicPr>
              <p:cNvPr id="267" name="Cerneală 266">
                <a:extLst>
                  <a:ext uri="{FF2B5EF4-FFF2-40B4-BE49-F238E27FC236}">
                    <a16:creationId xmlns:a16="http://schemas.microsoft.com/office/drawing/2014/main" id="{7C5507E3-0A2B-49FE-9A5F-33934411704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657749" y="5497465"/>
                <a:ext cx="27216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68" name="Cerneală 267">
                <a:extLst>
                  <a:ext uri="{FF2B5EF4-FFF2-40B4-BE49-F238E27FC236}">
                    <a16:creationId xmlns:a16="http://schemas.microsoft.com/office/drawing/2014/main" id="{90ECBDFB-F7B2-4F53-9552-4329577F3BDB}"/>
                  </a:ext>
                </a:extLst>
              </p14:cNvPr>
              <p14:cNvContentPartPr/>
              <p14:nvPr/>
            </p14:nvContentPartPr>
            <p14:xfrm>
              <a:off x="8147709" y="5552545"/>
              <a:ext cx="249480" cy="118080"/>
            </p14:xfrm>
          </p:contentPart>
        </mc:Choice>
        <mc:Fallback xmlns="">
          <p:pic>
            <p:nvPicPr>
              <p:cNvPr id="268" name="Cerneală 267">
                <a:extLst>
                  <a:ext uri="{FF2B5EF4-FFF2-40B4-BE49-F238E27FC236}">
                    <a16:creationId xmlns:a16="http://schemas.microsoft.com/office/drawing/2014/main" id="{90ECBDFB-F7B2-4F53-9552-4329577F3BD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129709" y="5534905"/>
                <a:ext cx="28512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69" name="Cerneală 268">
                <a:extLst>
                  <a:ext uri="{FF2B5EF4-FFF2-40B4-BE49-F238E27FC236}">
                    <a16:creationId xmlns:a16="http://schemas.microsoft.com/office/drawing/2014/main" id="{D5273C33-EBAA-4290-8B15-F17D8228E4AB}"/>
                  </a:ext>
                </a:extLst>
              </p14:cNvPr>
              <p14:cNvContentPartPr/>
              <p14:nvPr/>
            </p14:nvContentPartPr>
            <p14:xfrm>
              <a:off x="8439669" y="5338345"/>
              <a:ext cx="149760" cy="375480"/>
            </p14:xfrm>
          </p:contentPart>
        </mc:Choice>
        <mc:Fallback xmlns="">
          <p:pic>
            <p:nvPicPr>
              <p:cNvPr id="269" name="Cerneală 268">
                <a:extLst>
                  <a:ext uri="{FF2B5EF4-FFF2-40B4-BE49-F238E27FC236}">
                    <a16:creationId xmlns:a16="http://schemas.microsoft.com/office/drawing/2014/main" id="{D5273C33-EBAA-4290-8B15-F17D8228E4A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422029" y="5320345"/>
                <a:ext cx="185400" cy="41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70" name="Cerneală 269">
                <a:extLst>
                  <a:ext uri="{FF2B5EF4-FFF2-40B4-BE49-F238E27FC236}">
                    <a16:creationId xmlns:a16="http://schemas.microsoft.com/office/drawing/2014/main" id="{34315019-7671-41E1-881B-C0A26028516E}"/>
                  </a:ext>
                </a:extLst>
              </p14:cNvPr>
              <p14:cNvContentPartPr/>
              <p14:nvPr/>
            </p14:nvContentPartPr>
            <p14:xfrm>
              <a:off x="8701029" y="5558305"/>
              <a:ext cx="162000" cy="11880"/>
            </p14:xfrm>
          </p:contentPart>
        </mc:Choice>
        <mc:Fallback xmlns="">
          <p:pic>
            <p:nvPicPr>
              <p:cNvPr id="270" name="Cerneală 269">
                <a:extLst>
                  <a:ext uri="{FF2B5EF4-FFF2-40B4-BE49-F238E27FC236}">
                    <a16:creationId xmlns:a16="http://schemas.microsoft.com/office/drawing/2014/main" id="{34315019-7671-41E1-881B-C0A26028516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683029" y="5540665"/>
                <a:ext cx="19764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71" name="Cerneală 270">
                <a:extLst>
                  <a:ext uri="{FF2B5EF4-FFF2-40B4-BE49-F238E27FC236}">
                    <a16:creationId xmlns:a16="http://schemas.microsoft.com/office/drawing/2014/main" id="{9A66C106-6DE9-4427-9923-CA858D251EF2}"/>
                  </a:ext>
                </a:extLst>
              </p14:cNvPr>
              <p14:cNvContentPartPr/>
              <p14:nvPr/>
            </p14:nvContentPartPr>
            <p14:xfrm>
              <a:off x="8773389" y="5645065"/>
              <a:ext cx="140400" cy="9360"/>
            </p14:xfrm>
          </p:contentPart>
        </mc:Choice>
        <mc:Fallback xmlns="">
          <p:pic>
            <p:nvPicPr>
              <p:cNvPr id="271" name="Cerneală 270">
                <a:extLst>
                  <a:ext uri="{FF2B5EF4-FFF2-40B4-BE49-F238E27FC236}">
                    <a16:creationId xmlns:a16="http://schemas.microsoft.com/office/drawing/2014/main" id="{9A66C106-6DE9-4427-9923-CA858D251EF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755389" y="5627065"/>
                <a:ext cx="17604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72" name="Cerneală 271">
                <a:extLst>
                  <a:ext uri="{FF2B5EF4-FFF2-40B4-BE49-F238E27FC236}">
                    <a16:creationId xmlns:a16="http://schemas.microsoft.com/office/drawing/2014/main" id="{4B62A719-4A8C-4809-9AC4-448768E96E22}"/>
                  </a:ext>
                </a:extLst>
              </p14:cNvPr>
              <p14:cNvContentPartPr/>
              <p14:nvPr/>
            </p14:nvContentPartPr>
            <p14:xfrm>
              <a:off x="9181629" y="5198665"/>
              <a:ext cx="484560" cy="786600"/>
            </p14:xfrm>
          </p:contentPart>
        </mc:Choice>
        <mc:Fallback xmlns="">
          <p:pic>
            <p:nvPicPr>
              <p:cNvPr id="272" name="Cerneală 271">
                <a:extLst>
                  <a:ext uri="{FF2B5EF4-FFF2-40B4-BE49-F238E27FC236}">
                    <a16:creationId xmlns:a16="http://schemas.microsoft.com/office/drawing/2014/main" id="{4B62A719-4A8C-4809-9AC4-448768E96E2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163989" y="5180665"/>
                <a:ext cx="520200" cy="82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73" name="Cerneală 272">
                <a:extLst>
                  <a:ext uri="{FF2B5EF4-FFF2-40B4-BE49-F238E27FC236}">
                    <a16:creationId xmlns:a16="http://schemas.microsoft.com/office/drawing/2014/main" id="{3B41744C-C158-494F-B8AF-1485EB224B9F}"/>
                  </a:ext>
                </a:extLst>
              </p14:cNvPr>
              <p14:cNvContentPartPr/>
              <p14:nvPr/>
            </p14:nvContentPartPr>
            <p14:xfrm>
              <a:off x="9764469" y="5827945"/>
              <a:ext cx="135000" cy="180000"/>
            </p14:xfrm>
          </p:contentPart>
        </mc:Choice>
        <mc:Fallback xmlns="">
          <p:pic>
            <p:nvPicPr>
              <p:cNvPr id="273" name="Cerneală 272">
                <a:extLst>
                  <a:ext uri="{FF2B5EF4-FFF2-40B4-BE49-F238E27FC236}">
                    <a16:creationId xmlns:a16="http://schemas.microsoft.com/office/drawing/2014/main" id="{3B41744C-C158-494F-B8AF-1485EB224B9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746829" y="5809945"/>
                <a:ext cx="17064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74" name="Cerneală 273">
                <a:extLst>
                  <a:ext uri="{FF2B5EF4-FFF2-40B4-BE49-F238E27FC236}">
                    <a16:creationId xmlns:a16="http://schemas.microsoft.com/office/drawing/2014/main" id="{EAAC3C25-942D-42AC-AE00-CEC8215207BA}"/>
                  </a:ext>
                </a:extLst>
              </p14:cNvPr>
              <p14:cNvContentPartPr/>
              <p14:nvPr/>
            </p14:nvContentPartPr>
            <p14:xfrm>
              <a:off x="9958869" y="5446705"/>
              <a:ext cx="179280" cy="286560"/>
            </p14:xfrm>
          </p:contentPart>
        </mc:Choice>
        <mc:Fallback xmlns="">
          <p:pic>
            <p:nvPicPr>
              <p:cNvPr id="274" name="Cerneală 273">
                <a:extLst>
                  <a:ext uri="{FF2B5EF4-FFF2-40B4-BE49-F238E27FC236}">
                    <a16:creationId xmlns:a16="http://schemas.microsoft.com/office/drawing/2014/main" id="{EAAC3C25-942D-42AC-AE00-CEC8215207B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940869" y="5429065"/>
                <a:ext cx="21492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75" name="Cerneală 274">
                <a:extLst>
                  <a:ext uri="{FF2B5EF4-FFF2-40B4-BE49-F238E27FC236}">
                    <a16:creationId xmlns:a16="http://schemas.microsoft.com/office/drawing/2014/main" id="{D39751C9-A485-4BCB-A818-3AB163B2E84B}"/>
                  </a:ext>
                </a:extLst>
              </p14:cNvPr>
              <p14:cNvContentPartPr/>
              <p14:nvPr/>
            </p14:nvContentPartPr>
            <p14:xfrm>
              <a:off x="10385109" y="5509345"/>
              <a:ext cx="175320" cy="12240"/>
            </p14:xfrm>
          </p:contentPart>
        </mc:Choice>
        <mc:Fallback xmlns="">
          <p:pic>
            <p:nvPicPr>
              <p:cNvPr id="275" name="Cerneală 274">
                <a:extLst>
                  <a:ext uri="{FF2B5EF4-FFF2-40B4-BE49-F238E27FC236}">
                    <a16:creationId xmlns:a16="http://schemas.microsoft.com/office/drawing/2014/main" id="{D39751C9-A485-4BCB-A818-3AB163B2E84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367469" y="5491345"/>
                <a:ext cx="21096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76" name="Cerneală 275">
                <a:extLst>
                  <a:ext uri="{FF2B5EF4-FFF2-40B4-BE49-F238E27FC236}">
                    <a16:creationId xmlns:a16="http://schemas.microsoft.com/office/drawing/2014/main" id="{374DAD90-00D3-4D02-BE9F-77A2E15C6C89}"/>
                  </a:ext>
                </a:extLst>
              </p14:cNvPr>
              <p14:cNvContentPartPr/>
              <p14:nvPr/>
            </p14:nvContentPartPr>
            <p14:xfrm>
              <a:off x="10418949" y="5587105"/>
              <a:ext cx="236520" cy="39240"/>
            </p14:xfrm>
          </p:contentPart>
        </mc:Choice>
        <mc:Fallback xmlns="">
          <p:pic>
            <p:nvPicPr>
              <p:cNvPr id="276" name="Cerneală 275">
                <a:extLst>
                  <a:ext uri="{FF2B5EF4-FFF2-40B4-BE49-F238E27FC236}">
                    <a16:creationId xmlns:a16="http://schemas.microsoft.com/office/drawing/2014/main" id="{374DAD90-00D3-4D02-BE9F-77A2E15C6C8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401309" y="5569105"/>
                <a:ext cx="27216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81" name="Cerneală 280">
                <a:extLst>
                  <a:ext uri="{FF2B5EF4-FFF2-40B4-BE49-F238E27FC236}">
                    <a16:creationId xmlns:a16="http://schemas.microsoft.com/office/drawing/2014/main" id="{8DB3588E-D2AD-43A2-8FE6-1629F930035D}"/>
                  </a:ext>
                </a:extLst>
              </p14:cNvPr>
              <p14:cNvContentPartPr/>
              <p14:nvPr/>
            </p14:nvContentPartPr>
            <p14:xfrm>
              <a:off x="10898469" y="5449585"/>
              <a:ext cx="199800" cy="272160"/>
            </p14:xfrm>
          </p:contentPart>
        </mc:Choice>
        <mc:Fallback xmlns="">
          <p:pic>
            <p:nvPicPr>
              <p:cNvPr id="281" name="Cerneală 280">
                <a:extLst>
                  <a:ext uri="{FF2B5EF4-FFF2-40B4-BE49-F238E27FC236}">
                    <a16:creationId xmlns:a16="http://schemas.microsoft.com/office/drawing/2014/main" id="{8DB3588E-D2AD-43A2-8FE6-1629F930035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880469" y="5431945"/>
                <a:ext cx="23544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01" name="Cerneală 300">
                <a:extLst>
                  <a:ext uri="{FF2B5EF4-FFF2-40B4-BE49-F238E27FC236}">
                    <a16:creationId xmlns:a16="http://schemas.microsoft.com/office/drawing/2014/main" id="{690DF38B-32EF-412F-89C7-B323D4FCE39F}"/>
                  </a:ext>
                </a:extLst>
              </p14:cNvPr>
              <p14:cNvContentPartPr/>
              <p14:nvPr/>
            </p14:nvContentPartPr>
            <p14:xfrm>
              <a:off x="5690709" y="1193665"/>
              <a:ext cx="3682440" cy="3760200"/>
            </p14:xfrm>
          </p:contentPart>
        </mc:Choice>
        <mc:Fallback xmlns="">
          <p:pic>
            <p:nvPicPr>
              <p:cNvPr id="301" name="Cerneală 300">
                <a:extLst>
                  <a:ext uri="{FF2B5EF4-FFF2-40B4-BE49-F238E27FC236}">
                    <a16:creationId xmlns:a16="http://schemas.microsoft.com/office/drawing/2014/main" id="{690DF38B-32EF-412F-89C7-B323D4FCE39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673069" y="1176023"/>
                <a:ext cx="3718080" cy="37958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C6DAED99-E6D3-477F-A4BD-42E62D49D6B0}"/>
                  </a:ext>
                </a:extLst>
              </p14:cNvPr>
              <p14:cNvContentPartPr/>
              <p14:nvPr/>
            </p14:nvContentPartPr>
            <p14:xfrm>
              <a:off x="2900709" y="107185"/>
              <a:ext cx="543600" cy="59040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C6DAED99-E6D3-477F-A4BD-42E62D49D6B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882709" y="71545"/>
                <a:ext cx="579240" cy="66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E5C53F64-BA30-45E0-8F19-C93C61C5C693}"/>
                  </a:ext>
                </a:extLst>
              </p14:cNvPr>
              <p14:cNvContentPartPr/>
              <p14:nvPr/>
            </p14:nvContentPartPr>
            <p14:xfrm>
              <a:off x="2882349" y="2781265"/>
              <a:ext cx="531000" cy="72792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E5C53F64-BA30-45E0-8F19-C93C61C5C69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864709" y="2745265"/>
                <a:ext cx="566640" cy="79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AED73CFE-354B-4644-9570-FF9AD26EBB69}"/>
                  </a:ext>
                </a:extLst>
              </p14:cNvPr>
              <p14:cNvContentPartPr/>
              <p14:nvPr/>
            </p14:nvContentPartPr>
            <p14:xfrm>
              <a:off x="511029" y="5038465"/>
              <a:ext cx="138960" cy="84204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AED73CFE-354B-4644-9570-FF9AD26EBB69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93029" y="5002825"/>
                <a:ext cx="174600" cy="9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FD6537DB-D812-4AD8-9E59-54DBDD4AFAF1}"/>
                  </a:ext>
                </a:extLst>
              </p14:cNvPr>
              <p14:cNvContentPartPr/>
              <p14:nvPr/>
            </p14:nvContentPartPr>
            <p14:xfrm>
              <a:off x="9239949" y="1404625"/>
              <a:ext cx="538920" cy="312768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FD6537DB-D812-4AD8-9E59-54DBDD4AFAF1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222309" y="1368625"/>
                <a:ext cx="574560" cy="319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9DCBB9E7-24D4-4995-9AEC-6F354BD3589C}"/>
                  </a:ext>
                </a:extLst>
              </p14:cNvPr>
              <p14:cNvContentPartPr/>
              <p14:nvPr/>
            </p14:nvContentPartPr>
            <p14:xfrm>
              <a:off x="10153629" y="2529985"/>
              <a:ext cx="183600" cy="44028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9DCBB9E7-24D4-4995-9AEC-6F354BD3589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135989" y="2493985"/>
                <a:ext cx="219240" cy="51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057C8D14-A096-4C68-9BD8-1EADF2122523}"/>
                  </a:ext>
                </a:extLst>
              </p14:cNvPr>
              <p14:cNvContentPartPr/>
              <p14:nvPr/>
            </p14:nvContentPartPr>
            <p14:xfrm>
              <a:off x="10522629" y="2665705"/>
              <a:ext cx="21960" cy="23796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057C8D14-A096-4C68-9BD8-1EADF2122523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504989" y="2630065"/>
                <a:ext cx="5760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81F0F28B-5EB2-4ADC-96E6-A1AA6FB763C3}"/>
                  </a:ext>
                </a:extLst>
              </p14:cNvPr>
              <p14:cNvContentPartPr/>
              <p14:nvPr/>
            </p14:nvContentPartPr>
            <p14:xfrm>
              <a:off x="10520109" y="2445745"/>
              <a:ext cx="48600" cy="4572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81F0F28B-5EB2-4ADC-96E6-A1AA6FB763C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502109" y="2410105"/>
                <a:ext cx="8424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BDCEED3B-6246-4BF1-8BEB-75CD050E5E4D}"/>
                  </a:ext>
                </a:extLst>
              </p14:cNvPr>
              <p14:cNvContentPartPr/>
              <p14:nvPr/>
            </p14:nvContentPartPr>
            <p14:xfrm>
              <a:off x="10625949" y="2619985"/>
              <a:ext cx="160560" cy="25956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BDCEED3B-6246-4BF1-8BEB-75CD050E5E4D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608309" y="2583985"/>
                <a:ext cx="19620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1B369788-A9BA-434F-B2AF-125809550A86}"/>
                  </a:ext>
                </a:extLst>
              </p14:cNvPr>
              <p14:cNvContentPartPr/>
              <p14:nvPr/>
            </p14:nvContentPartPr>
            <p14:xfrm>
              <a:off x="10831149" y="2581465"/>
              <a:ext cx="311040" cy="27684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1B369788-A9BA-434F-B2AF-125809550A86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813149" y="2545825"/>
                <a:ext cx="34668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5E14794D-FA08-44C5-9B10-F246C9565391}"/>
                  </a:ext>
                </a:extLst>
              </p14:cNvPr>
              <p14:cNvContentPartPr/>
              <p14:nvPr/>
            </p14:nvContentPartPr>
            <p14:xfrm>
              <a:off x="11080269" y="2406145"/>
              <a:ext cx="51480" cy="7668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5E14794D-FA08-44C5-9B10-F246C956539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1062629" y="2370145"/>
                <a:ext cx="8712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C6488AB2-3376-48B0-BBA3-2E05E8B27CE0}"/>
                  </a:ext>
                </a:extLst>
              </p14:cNvPr>
              <p14:cNvContentPartPr/>
              <p14:nvPr/>
            </p14:nvContentPartPr>
            <p14:xfrm>
              <a:off x="11198709" y="2533585"/>
              <a:ext cx="422640" cy="23364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C6488AB2-3376-48B0-BBA3-2E05E8B27CE0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1180709" y="2497945"/>
                <a:ext cx="45828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0F8B7DB7-13EF-4D9E-BBE4-DCF4699DBA31}"/>
                  </a:ext>
                </a:extLst>
              </p14:cNvPr>
              <p14:cNvContentPartPr/>
              <p14:nvPr/>
            </p14:nvContentPartPr>
            <p14:xfrm>
              <a:off x="11634669" y="2387785"/>
              <a:ext cx="55440" cy="2232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0F8B7DB7-13EF-4D9E-BBE4-DCF4699DBA31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1617029" y="2351785"/>
                <a:ext cx="9108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1704BAA2-AE9E-41E1-B191-E903AB923490}"/>
                  </a:ext>
                </a:extLst>
              </p14:cNvPr>
              <p14:cNvContentPartPr/>
              <p14:nvPr/>
            </p14:nvContentPartPr>
            <p14:xfrm>
              <a:off x="10481589" y="3063505"/>
              <a:ext cx="511560" cy="39312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1704BAA2-AE9E-41E1-B191-E903AB923490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463589" y="3027865"/>
                <a:ext cx="547200" cy="46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839FBC39-3A97-400A-A1E6-E35B79424C46}"/>
                  </a:ext>
                </a:extLst>
              </p14:cNvPr>
              <p14:cNvContentPartPr/>
              <p14:nvPr/>
            </p14:nvContentPartPr>
            <p14:xfrm>
              <a:off x="10392669" y="3680185"/>
              <a:ext cx="981360" cy="52668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839FBC39-3A97-400A-A1E6-E35B79424C4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375029" y="3644185"/>
                <a:ext cx="1017000" cy="59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E56B77E8-E346-408B-BE57-BC7C24811C2D}"/>
                  </a:ext>
                </a:extLst>
              </p14:cNvPr>
              <p14:cNvContentPartPr/>
              <p14:nvPr/>
            </p14:nvContentPartPr>
            <p14:xfrm>
              <a:off x="11005389" y="3892945"/>
              <a:ext cx="357120" cy="2016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E56B77E8-E346-408B-BE57-BC7C24811C2D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987749" y="3856945"/>
                <a:ext cx="39276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6F5D8E9F-3738-4111-82C2-45F52EE81582}"/>
                  </a:ext>
                </a:extLst>
              </p14:cNvPr>
              <p14:cNvContentPartPr/>
              <p14:nvPr/>
            </p14:nvContentPartPr>
            <p14:xfrm>
              <a:off x="5618349" y="3338545"/>
              <a:ext cx="195480" cy="140076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6F5D8E9F-3738-4111-82C2-45F52EE81582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600349" y="3302905"/>
                <a:ext cx="231120" cy="147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101A5E76-BCF3-48BD-922B-A3684F0DD3DB}"/>
                  </a:ext>
                </a:extLst>
              </p14:cNvPr>
              <p14:cNvContentPartPr/>
              <p14:nvPr/>
            </p14:nvContentPartPr>
            <p14:xfrm>
              <a:off x="4518549" y="3337465"/>
              <a:ext cx="218160" cy="33840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101A5E76-BCF3-48BD-922B-A3684F0DD3D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500909" y="3301825"/>
                <a:ext cx="253800" cy="4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3FDB7A1D-819C-4D61-AA29-3E376BDBD73E}"/>
                  </a:ext>
                </a:extLst>
              </p14:cNvPr>
              <p14:cNvContentPartPr/>
              <p14:nvPr/>
            </p14:nvContentPartPr>
            <p14:xfrm>
              <a:off x="4870629" y="3297865"/>
              <a:ext cx="244800" cy="14364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3FDB7A1D-819C-4D61-AA29-3E376BDBD73E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852989" y="3261865"/>
                <a:ext cx="28044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401D3348-6812-4E50-A0F4-04E4FF57BBF6}"/>
                  </a:ext>
                </a:extLst>
              </p14:cNvPr>
              <p14:cNvContentPartPr/>
              <p14:nvPr/>
            </p14:nvContentPartPr>
            <p14:xfrm>
              <a:off x="5120829" y="2889265"/>
              <a:ext cx="692280" cy="44100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401D3348-6812-4E50-A0F4-04E4FF57BBF6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103189" y="2853265"/>
                <a:ext cx="727920" cy="51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37864C45-9B8A-4786-803D-E0574F8D2B17}"/>
                  </a:ext>
                </a:extLst>
              </p14:cNvPr>
              <p14:cNvContentPartPr/>
              <p14:nvPr/>
            </p14:nvContentPartPr>
            <p14:xfrm>
              <a:off x="5828229" y="2737705"/>
              <a:ext cx="414000" cy="29376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37864C45-9B8A-4786-803D-E0574F8D2B17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810229" y="2702065"/>
                <a:ext cx="44964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929C6ED9-5A19-4E5A-ACC8-936F860E2767}"/>
                  </a:ext>
                </a:extLst>
              </p14:cNvPr>
              <p14:cNvContentPartPr/>
              <p14:nvPr/>
            </p14:nvContentPartPr>
            <p14:xfrm>
              <a:off x="5355549" y="1255585"/>
              <a:ext cx="403920" cy="26208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929C6ED9-5A19-4E5A-ACC8-936F860E2767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337909" y="1219945"/>
                <a:ext cx="43956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609A734C-E4E4-45BF-91E0-55F8CBC9FC93}"/>
                  </a:ext>
                </a:extLst>
              </p14:cNvPr>
              <p14:cNvContentPartPr/>
              <p14:nvPr/>
            </p14:nvContentPartPr>
            <p14:xfrm>
              <a:off x="5515029" y="1496425"/>
              <a:ext cx="255600" cy="4248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609A734C-E4E4-45BF-91E0-55F8CBC9FC93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497389" y="1460785"/>
                <a:ext cx="29124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AE9E1760-855C-4D9A-9271-EF3D3357A478}"/>
                  </a:ext>
                </a:extLst>
              </p14:cNvPr>
              <p14:cNvContentPartPr/>
              <p14:nvPr/>
            </p14:nvContentPartPr>
            <p14:xfrm>
              <a:off x="5764149" y="1350265"/>
              <a:ext cx="53640" cy="21672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AE9E1760-855C-4D9A-9271-EF3D3357A478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746509" y="1314265"/>
                <a:ext cx="8928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DA37BCDD-C344-41C9-9491-1ADD87C932A4}"/>
                  </a:ext>
                </a:extLst>
              </p14:cNvPr>
              <p14:cNvContentPartPr/>
              <p14:nvPr/>
            </p14:nvContentPartPr>
            <p14:xfrm>
              <a:off x="4869549" y="1034545"/>
              <a:ext cx="10080" cy="14040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DA37BCDD-C344-41C9-9491-1ADD87C932A4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851909" y="998545"/>
                <a:ext cx="4572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00D42687-89D1-474E-9E67-2FE23DEA9CCE}"/>
                  </a:ext>
                </a:extLst>
              </p14:cNvPr>
              <p14:cNvContentPartPr/>
              <p14:nvPr/>
            </p14:nvContentPartPr>
            <p14:xfrm>
              <a:off x="4788189" y="776065"/>
              <a:ext cx="594360" cy="35352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00D42687-89D1-474E-9E67-2FE23DEA9CCE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770549" y="740065"/>
                <a:ext cx="630000" cy="42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76A91D13-6D48-44DA-A177-A04261FFF195}"/>
                  </a:ext>
                </a:extLst>
              </p14:cNvPr>
              <p14:cNvContentPartPr/>
              <p14:nvPr/>
            </p14:nvContentPartPr>
            <p14:xfrm>
              <a:off x="5129829" y="857785"/>
              <a:ext cx="270000" cy="4212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76A91D13-6D48-44DA-A177-A04261FFF195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112189" y="821785"/>
                <a:ext cx="30564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17C9515B-F5D5-41AC-9B13-680785D3B3A4}"/>
                  </a:ext>
                </a:extLst>
              </p14:cNvPr>
              <p14:cNvContentPartPr/>
              <p14:nvPr/>
            </p14:nvContentPartPr>
            <p14:xfrm>
              <a:off x="5435469" y="926545"/>
              <a:ext cx="158400" cy="18108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17C9515B-F5D5-41AC-9B13-680785D3B3A4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417469" y="890545"/>
                <a:ext cx="19404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B6C7C68A-D9A5-47B2-9DDA-8B827EF608AA}"/>
                  </a:ext>
                </a:extLst>
              </p14:cNvPr>
              <p14:cNvContentPartPr/>
              <p14:nvPr/>
            </p14:nvContentPartPr>
            <p14:xfrm>
              <a:off x="5701869" y="1084225"/>
              <a:ext cx="11880" cy="792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B6C7C68A-D9A5-47B2-9DDA-8B827EF608AA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5684229" y="1048585"/>
                <a:ext cx="4752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F85A74F8-2028-408A-B58E-4A76EFAB3BCD}"/>
                  </a:ext>
                </a:extLst>
              </p14:cNvPr>
              <p14:cNvContentPartPr/>
              <p14:nvPr/>
            </p14:nvContentPartPr>
            <p14:xfrm>
              <a:off x="6121989" y="790825"/>
              <a:ext cx="422640" cy="31572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F85A74F8-2028-408A-B58E-4A76EFAB3BCD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6103989" y="755185"/>
                <a:ext cx="458280" cy="38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4E44449A-B8AD-4CEA-95AF-7C17E6E24BFE}"/>
                  </a:ext>
                </a:extLst>
              </p14:cNvPr>
              <p14:cNvContentPartPr/>
              <p14:nvPr/>
            </p14:nvContentPartPr>
            <p14:xfrm>
              <a:off x="6777909" y="760945"/>
              <a:ext cx="193680" cy="28656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4E44449A-B8AD-4CEA-95AF-7C17E6E24BFE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6760269" y="724945"/>
                <a:ext cx="22932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0B67CD88-3684-45E4-A08B-F476D7549E99}"/>
                  </a:ext>
                </a:extLst>
              </p14:cNvPr>
              <p14:cNvContentPartPr/>
              <p14:nvPr/>
            </p14:nvContentPartPr>
            <p14:xfrm>
              <a:off x="7007949" y="711985"/>
              <a:ext cx="550440" cy="34308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0B67CD88-3684-45E4-A08B-F476D7549E99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6990309" y="675985"/>
                <a:ext cx="586080" cy="4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4A2EA4A0-2775-404F-AE42-ED60B715D79E}"/>
                  </a:ext>
                </a:extLst>
              </p14:cNvPr>
              <p14:cNvContentPartPr/>
              <p14:nvPr/>
            </p14:nvContentPartPr>
            <p14:xfrm>
              <a:off x="7226469" y="817825"/>
              <a:ext cx="231840" cy="540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4A2EA4A0-2775-404F-AE42-ED60B715D79E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7208469" y="781825"/>
                <a:ext cx="267480" cy="77040"/>
              </a:xfrm>
              <a:prstGeom prst="rect">
                <a:avLst/>
              </a:prstGeom>
            </p:spPr>
          </p:pic>
        </mc:Fallback>
      </mc:AlternateContent>
      <p:sp>
        <p:nvSpPr>
          <p:cNvPr id="70" name="Dreptunghi 69">
            <a:extLst>
              <a:ext uri="{FF2B5EF4-FFF2-40B4-BE49-F238E27FC236}">
                <a16:creationId xmlns:a16="http://schemas.microsoft.com/office/drawing/2014/main" id="{2BA411E3-A31E-4137-9931-103FE6C6A907}"/>
              </a:ext>
            </a:extLst>
          </p:cNvPr>
          <p:cNvSpPr/>
          <p:nvPr/>
        </p:nvSpPr>
        <p:spPr>
          <a:xfrm>
            <a:off x="9113487" y="228635"/>
            <a:ext cx="26517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De</a:t>
            </a:r>
            <a:r>
              <a:rPr lang="ro-RO" b="1" dirty="0">
                <a:solidFill>
                  <a:srgbClr val="0000FF"/>
                </a:solidFill>
              </a:rPr>
              <a:t>multiplexorul </a:t>
            </a:r>
            <a:r>
              <a:rPr lang="en-US" b="1" dirty="0">
                <a:solidFill>
                  <a:srgbClr val="0000FF"/>
                </a:solidFill>
              </a:rPr>
              <a:t>(D</a:t>
            </a:r>
            <a:r>
              <a:rPr lang="ro-RO" b="1" dirty="0">
                <a:solidFill>
                  <a:srgbClr val="0000FF"/>
                </a:solidFill>
              </a:rPr>
              <a:t>MUX</a:t>
            </a:r>
            <a:r>
              <a:rPr lang="en-US" b="1" dirty="0">
                <a:solidFill>
                  <a:srgbClr val="0000FF"/>
                </a:solidFill>
              </a:rPr>
              <a:t>)</a:t>
            </a:r>
            <a:r>
              <a:rPr lang="ro-RO" b="1" dirty="0">
                <a:solidFill>
                  <a:srgbClr val="0000FF"/>
                </a:solidFill>
              </a:rPr>
              <a:t>  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7828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A983B37B-EBC0-4E6C-8E27-C2228FFB827B}"/>
                  </a:ext>
                </a:extLst>
              </p14:cNvPr>
              <p14:cNvContentPartPr/>
              <p14:nvPr/>
            </p14:nvContentPartPr>
            <p14:xfrm>
              <a:off x="1297989" y="612625"/>
              <a:ext cx="147240" cy="21564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A983B37B-EBC0-4E6C-8E27-C2228FFB82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0349" y="594625"/>
                <a:ext cx="18288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FD043D08-AD43-4783-9DE2-3FBCC3B01AFD}"/>
                  </a:ext>
                </a:extLst>
              </p14:cNvPr>
              <p14:cNvContentPartPr/>
              <p14:nvPr/>
            </p14:nvContentPartPr>
            <p14:xfrm>
              <a:off x="793989" y="987385"/>
              <a:ext cx="828720" cy="3060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FD043D08-AD43-4783-9DE2-3FBCC3B01A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5989" y="969385"/>
                <a:ext cx="86436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52D46B0B-C137-4EBF-8579-F36CCEBB7596}"/>
                  </a:ext>
                </a:extLst>
              </p14:cNvPr>
              <p14:cNvContentPartPr/>
              <p14:nvPr/>
            </p14:nvContentPartPr>
            <p14:xfrm>
              <a:off x="1753749" y="630265"/>
              <a:ext cx="41040" cy="4356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52D46B0B-C137-4EBF-8579-F36CCEBB759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36109" y="612265"/>
                <a:ext cx="7668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CB905A22-8B53-4763-85B5-07DFB22C1908}"/>
                  </a:ext>
                </a:extLst>
              </p14:cNvPr>
              <p14:cNvContentPartPr/>
              <p14:nvPr/>
            </p14:nvContentPartPr>
            <p14:xfrm>
              <a:off x="1777149" y="785425"/>
              <a:ext cx="41400" cy="5940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CB905A22-8B53-4763-85B5-07DFB22C190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59149" y="767425"/>
                <a:ext cx="7704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1F3E2A18-C775-4FAB-89D4-777C8651D10B}"/>
                  </a:ext>
                </a:extLst>
              </p14:cNvPr>
              <p14:cNvContentPartPr/>
              <p14:nvPr/>
            </p14:nvContentPartPr>
            <p14:xfrm>
              <a:off x="853389" y="510025"/>
              <a:ext cx="297000" cy="32076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1F3E2A18-C775-4FAB-89D4-777C8651D10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35389" y="492025"/>
                <a:ext cx="33264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C7F4ECD0-8A7D-48F9-841D-E0B5C6CC6AB6}"/>
                  </a:ext>
                </a:extLst>
              </p14:cNvPr>
              <p14:cNvContentPartPr/>
              <p14:nvPr/>
            </p14:nvContentPartPr>
            <p14:xfrm>
              <a:off x="2434869" y="731065"/>
              <a:ext cx="332640" cy="1044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C7F4ECD0-8A7D-48F9-841D-E0B5C6CC6AB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17229" y="713425"/>
                <a:ext cx="36828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9E33A02A-A5A4-47ED-BDFE-FBFAC226A4AA}"/>
                  </a:ext>
                </a:extLst>
              </p14:cNvPr>
              <p14:cNvContentPartPr/>
              <p14:nvPr/>
            </p14:nvContentPartPr>
            <p14:xfrm>
              <a:off x="4708629" y="666265"/>
              <a:ext cx="530640" cy="10008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9E33A02A-A5A4-47ED-BDFE-FBFAC226A4A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690629" y="648625"/>
                <a:ext cx="56628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676DEA9E-E22B-4107-936A-A42506340562}"/>
                  </a:ext>
                </a:extLst>
              </p14:cNvPr>
              <p14:cNvContentPartPr/>
              <p14:nvPr/>
            </p14:nvContentPartPr>
            <p14:xfrm>
              <a:off x="6520509" y="555385"/>
              <a:ext cx="374400" cy="18612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676DEA9E-E22B-4107-936A-A4250634056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502869" y="537385"/>
                <a:ext cx="41004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0B400B5E-5445-40DE-A6D0-3DF53800371A}"/>
                  </a:ext>
                </a:extLst>
              </p14:cNvPr>
              <p14:cNvContentPartPr/>
              <p14:nvPr/>
            </p14:nvContentPartPr>
            <p14:xfrm>
              <a:off x="6839829" y="494185"/>
              <a:ext cx="8640" cy="252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0B400B5E-5445-40DE-A6D0-3DF53800371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821829" y="476545"/>
                <a:ext cx="4428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0325562E-BF9E-41A5-831E-06CBA5FEEAF5}"/>
                  </a:ext>
                </a:extLst>
              </p14:cNvPr>
              <p14:cNvContentPartPr/>
              <p14:nvPr/>
            </p14:nvContentPartPr>
            <p14:xfrm>
              <a:off x="7688709" y="476545"/>
              <a:ext cx="426240" cy="41688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0325562E-BF9E-41A5-831E-06CBA5FEEAF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670709" y="458545"/>
                <a:ext cx="461880" cy="45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EC9CBD4B-9B20-4825-9AAC-298EC79BD422}"/>
                  </a:ext>
                </a:extLst>
              </p14:cNvPr>
              <p14:cNvContentPartPr/>
              <p14:nvPr/>
            </p14:nvContentPartPr>
            <p14:xfrm>
              <a:off x="8416629" y="462145"/>
              <a:ext cx="166680" cy="17424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EC9CBD4B-9B20-4825-9AAC-298EC79BD42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398989" y="444505"/>
                <a:ext cx="20232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95252DBE-90C4-4213-82E2-116A597A9269}"/>
                  </a:ext>
                </a:extLst>
              </p14:cNvPr>
              <p14:cNvContentPartPr/>
              <p14:nvPr/>
            </p14:nvContentPartPr>
            <p14:xfrm>
              <a:off x="5716269" y="498145"/>
              <a:ext cx="665280" cy="24624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95252DBE-90C4-4213-82E2-116A597A926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698269" y="480505"/>
                <a:ext cx="70092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F23F1247-5814-48FA-89E9-D6CE611B9676}"/>
                  </a:ext>
                </a:extLst>
              </p14:cNvPr>
              <p14:cNvContentPartPr/>
              <p14:nvPr/>
            </p14:nvContentPartPr>
            <p14:xfrm>
              <a:off x="3479589" y="593545"/>
              <a:ext cx="709200" cy="22896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F23F1247-5814-48FA-89E9-D6CE611B967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461580" y="575905"/>
                <a:ext cx="744858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6CF0EE65-5C70-4A7A-8EDD-26A06CE22D20}"/>
                  </a:ext>
                </a:extLst>
              </p14:cNvPr>
              <p14:cNvContentPartPr/>
              <p14:nvPr/>
            </p14:nvContentPartPr>
            <p14:xfrm>
              <a:off x="3199869" y="591745"/>
              <a:ext cx="168840" cy="25704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6CF0EE65-5C70-4A7A-8EDD-26A06CE22D2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182229" y="574105"/>
                <a:ext cx="20448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55B95539-CE7E-4834-94CA-4C1CC562EA4E}"/>
                  </a:ext>
                </a:extLst>
              </p14:cNvPr>
              <p14:cNvContentPartPr/>
              <p14:nvPr/>
            </p14:nvContentPartPr>
            <p14:xfrm>
              <a:off x="2497509" y="1174225"/>
              <a:ext cx="305280" cy="1440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55B95539-CE7E-4834-94CA-4C1CC562EA4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479509" y="1156585"/>
                <a:ext cx="34092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C99EE230-C75C-4B85-B431-2C3B858B1763}"/>
                  </a:ext>
                </a:extLst>
              </p14:cNvPr>
              <p14:cNvContentPartPr/>
              <p14:nvPr/>
            </p14:nvContentPartPr>
            <p14:xfrm>
              <a:off x="4791069" y="1144345"/>
              <a:ext cx="479880" cy="11916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C99EE230-C75C-4B85-B431-2C3B858B176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773429" y="1126345"/>
                <a:ext cx="51552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78AA7D1D-1497-49BC-AFD3-79D5F2D753E9}"/>
                  </a:ext>
                </a:extLst>
              </p14:cNvPr>
              <p14:cNvContentPartPr/>
              <p14:nvPr/>
            </p14:nvContentPartPr>
            <p14:xfrm>
              <a:off x="8643429" y="930865"/>
              <a:ext cx="186120" cy="25164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78AA7D1D-1497-49BC-AFD3-79D5F2D753E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625429" y="912865"/>
                <a:ext cx="22176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24B391F0-8749-4525-A11E-569400A5BC88}"/>
                  </a:ext>
                </a:extLst>
              </p14:cNvPr>
              <p14:cNvContentPartPr/>
              <p14:nvPr/>
            </p14:nvContentPartPr>
            <p14:xfrm>
              <a:off x="8980389" y="1139305"/>
              <a:ext cx="360" cy="612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24B391F0-8749-4525-A11E-569400A5BC8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962389" y="1121665"/>
                <a:ext cx="3600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FB59EA77-6195-49C3-B104-BEE25FB7B846}"/>
                  </a:ext>
                </a:extLst>
              </p14:cNvPr>
              <p14:cNvContentPartPr/>
              <p14:nvPr/>
            </p14:nvContentPartPr>
            <p14:xfrm>
              <a:off x="7797429" y="1035265"/>
              <a:ext cx="451440" cy="46116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FB59EA77-6195-49C3-B104-BEE25FB7B84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779429" y="1017625"/>
                <a:ext cx="487080" cy="49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F931E9CD-4A2C-47D4-84FE-42D70019FC4B}"/>
                  </a:ext>
                </a:extLst>
              </p14:cNvPr>
              <p14:cNvContentPartPr/>
              <p14:nvPr/>
            </p14:nvContentPartPr>
            <p14:xfrm>
              <a:off x="6555789" y="1022665"/>
              <a:ext cx="325440" cy="19476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F931E9CD-4A2C-47D4-84FE-42D70019FC4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537809" y="1004665"/>
                <a:ext cx="361041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AD621379-0F35-4F7A-9367-D374E301532D}"/>
                  </a:ext>
                </a:extLst>
              </p14:cNvPr>
              <p14:cNvContentPartPr/>
              <p14:nvPr/>
            </p14:nvContentPartPr>
            <p14:xfrm>
              <a:off x="5883309" y="923665"/>
              <a:ext cx="559800" cy="27864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AD621379-0F35-4F7A-9367-D374E301532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865309" y="905665"/>
                <a:ext cx="595440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843F7FCF-E6CB-4859-A7BB-4AA3030F3C8B}"/>
                  </a:ext>
                </a:extLst>
              </p14:cNvPr>
              <p14:cNvContentPartPr/>
              <p14:nvPr/>
            </p14:nvContentPartPr>
            <p14:xfrm>
              <a:off x="3368349" y="1010425"/>
              <a:ext cx="726120" cy="29268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843F7FCF-E6CB-4859-A7BB-4AA3030F3C8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350709" y="992785"/>
                <a:ext cx="76176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BD250332-EB98-4CBE-9131-753250DED4A9}"/>
                  </a:ext>
                </a:extLst>
              </p14:cNvPr>
              <p14:cNvContentPartPr/>
              <p14:nvPr/>
            </p14:nvContentPartPr>
            <p14:xfrm>
              <a:off x="5730244" y="2423171"/>
              <a:ext cx="2281680" cy="242928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BD250332-EB98-4CBE-9131-753250DED4A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712604" y="2405174"/>
                <a:ext cx="2317320" cy="24649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5EAB2042-8114-4D21-A837-F52D3A09354C}"/>
                  </a:ext>
                </a:extLst>
              </p14:cNvPr>
              <p14:cNvContentPartPr/>
              <p14:nvPr/>
            </p14:nvContentPartPr>
            <p14:xfrm>
              <a:off x="7649044" y="2810891"/>
              <a:ext cx="138240" cy="23580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5EAB2042-8114-4D21-A837-F52D3A09354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631044" y="2793251"/>
                <a:ext cx="17388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EE01FC46-7467-4D9A-9B62-A8DBA0C46647}"/>
                  </a:ext>
                </a:extLst>
              </p14:cNvPr>
              <p14:cNvContentPartPr/>
              <p14:nvPr/>
            </p14:nvContentPartPr>
            <p14:xfrm>
              <a:off x="7641124" y="3335411"/>
              <a:ext cx="95040" cy="26640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EE01FC46-7467-4D9A-9B62-A8DBA0C4664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623124" y="3317771"/>
                <a:ext cx="13068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571A9154-151C-42CE-9E45-E68FB0A3181D}"/>
                  </a:ext>
                </a:extLst>
              </p14:cNvPr>
              <p14:cNvContentPartPr/>
              <p14:nvPr/>
            </p14:nvContentPartPr>
            <p14:xfrm>
              <a:off x="7622044" y="3859571"/>
              <a:ext cx="150480" cy="23760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571A9154-151C-42CE-9E45-E68FB0A3181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604404" y="3841571"/>
                <a:ext cx="18612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8B6D95FF-C039-4A2B-A54A-8452F0F23752}"/>
                  </a:ext>
                </a:extLst>
              </p14:cNvPr>
              <p14:cNvContentPartPr/>
              <p14:nvPr/>
            </p14:nvContentPartPr>
            <p14:xfrm>
              <a:off x="7569124" y="4285091"/>
              <a:ext cx="181800" cy="23724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8B6D95FF-C039-4A2B-A54A-8452F0F2375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551124" y="4267451"/>
                <a:ext cx="21744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83" name="Cerneală 482">
                <a:extLst>
                  <a:ext uri="{FF2B5EF4-FFF2-40B4-BE49-F238E27FC236}">
                    <a16:creationId xmlns:a16="http://schemas.microsoft.com/office/drawing/2014/main" id="{48CD2544-DE62-49D2-8133-928DD078C79C}"/>
                  </a:ext>
                </a:extLst>
              </p14:cNvPr>
              <p14:cNvContentPartPr/>
              <p14:nvPr/>
            </p14:nvContentPartPr>
            <p14:xfrm>
              <a:off x="4683069" y="1833385"/>
              <a:ext cx="342000" cy="4615560"/>
            </p14:xfrm>
          </p:contentPart>
        </mc:Choice>
        <mc:Fallback xmlns="">
          <p:pic>
            <p:nvPicPr>
              <p:cNvPr id="483" name="Cerneală 482">
                <a:extLst>
                  <a:ext uri="{FF2B5EF4-FFF2-40B4-BE49-F238E27FC236}">
                    <a16:creationId xmlns:a16="http://schemas.microsoft.com/office/drawing/2014/main" id="{48CD2544-DE62-49D2-8133-928DD078C79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665429" y="1815745"/>
                <a:ext cx="377640" cy="46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90" name="Cerneală 489">
                <a:extLst>
                  <a:ext uri="{FF2B5EF4-FFF2-40B4-BE49-F238E27FC236}">
                    <a16:creationId xmlns:a16="http://schemas.microsoft.com/office/drawing/2014/main" id="{C5174ADE-CBAB-49AF-8DC6-B559EE7AB9F5}"/>
                  </a:ext>
                </a:extLst>
              </p14:cNvPr>
              <p14:cNvContentPartPr/>
              <p14:nvPr/>
            </p14:nvContentPartPr>
            <p14:xfrm>
              <a:off x="2032749" y="1886305"/>
              <a:ext cx="275040" cy="119880"/>
            </p14:xfrm>
          </p:contentPart>
        </mc:Choice>
        <mc:Fallback xmlns="">
          <p:pic>
            <p:nvPicPr>
              <p:cNvPr id="490" name="Cerneală 489">
                <a:extLst>
                  <a:ext uri="{FF2B5EF4-FFF2-40B4-BE49-F238E27FC236}">
                    <a16:creationId xmlns:a16="http://schemas.microsoft.com/office/drawing/2014/main" id="{C5174ADE-CBAB-49AF-8DC6-B559EE7AB9F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014749" y="1868305"/>
                <a:ext cx="31068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98" name="Cerneală 497">
                <a:extLst>
                  <a:ext uri="{FF2B5EF4-FFF2-40B4-BE49-F238E27FC236}">
                    <a16:creationId xmlns:a16="http://schemas.microsoft.com/office/drawing/2014/main" id="{42C87C3B-2A29-4296-BE8C-FAFEBD7F24B7}"/>
                  </a:ext>
                </a:extLst>
              </p14:cNvPr>
              <p14:cNvContentPartPr/>
              <p14:nvPr/>
            </p14:nvContentPartPr>
            <p14:xfrm>
              <a:off x="3727269" y="1782985"/>
              <a:ext cx="327600" cy="376920"/>
            </p14:xfrm>
          </p:contentPart>
        </mc:Choice>
        <mc:Fallback xmlns="">
          <p:pic>
            <p:nvPicPr>
              <p:cNvPr id="498" name="Cerneală 497">
                <a:extLst>
                  <a:ext uri="{FF2B5EF4-FFF2-40B4-BE49-F238E27FC236}">
                    <a16:creationId xmlns:a16="http://schemas.microsoft.com/office/drawing/2014/main" id="{42C87C3B-2A29-4296-BE8C-FAFEBD7F24B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709629" y="1765345"/>
                <a:ext cx="363240" cy="41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99" name="Cerneală 498">
                <a:extLst>
                  <a:ext uri="{FF2B5EF4-FFF2-40B4-BE49-F238E27FC236}">
                    <a16:creationId xmlns:a16="http://schemas.microsoft.com/office/drawing/2014/main" id="{029F5F04-B35A-4757-868B-8B6CF080C2CD}"/>
                  </a:ext>
                </a:extLst>
              </p14:cNvPr>
              <p14:cNvContentPartPr/>
              <p14:nvPr/>
            </p14:nvContentPartPr>
            <p14:xfrm>
              <a:off x="4263669" y="1851385"/>
              <a:ext cx="150480" cy="175320"/>
            </p14:xfrm>
          </p:contentPart>
        </mc:Choice>
        <mc:Fallback xmlns="">
          <p:pic>
            <p:nvPicPr>
              <p:cNvPr id="499" name="Cerneală 498">
                <a:extLst>
                  <a:ext uri="{FF2B5EF4-FFF2-40B4-BE49-F238E27FC236}">
                    <a16:creationId xmlns:a16="http://schemas.microsoft.com/office/drawing/2014/main" id="{029F5F04-B35A-4757-868B-8B6CF080C2C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246029" y="1833385"/>
                <a:ext cx="18612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500" name="Cerneală 499">
                <a:extLst>
                  <a:ext uri="{FF2B5EF4-FFF2-40B4-BE49-F238E27FC236}">
                    <a16:creationId xmlns:a16="http://schemas.microsoft.com/office/drawing/2014/main" id="{03F61645-E893-4729-AB7E-03D04DC8F354}"/>
                  </a:ext>
                </a:extLst>
              </p14:cNvPr>
              <p14:cNvContentPartPr/>
              <p14:nvPr/>
            </p14:nvContentPartPr>
            <p14:xfrm>
              <a:off x="4174749" y="1616665"/>
              <a:ext cx="11160" cy="60840"/>
            </p14:xfrm>
          </p:contentPart>
        </mc:Choice>
        <mc:Fallback xmlns="">
          <p:pic>
            <p:nvPicPr>
              <p:cNvPr id="500" name="Cerneală 499">
                <a:extLst>
                  <a:ext uri="{FF2B5EF4-FFF2-40B4-BE49-F238E27FC236}">
                    <a16:creationId xmlns:a16="http://schemas.microsoft.com/office/drawing/2014/main" id="{03F61645-E893-4729-AB7E-03D04DC8F35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157109" y="1598665"/>
                <a:ext cx="4680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501" name="Cerneală 500">
                <a:extLst>
                  <a:ext uri="{FF2B5EF4-FFF2-40B4-BE49-F238E27FC236}">
                    <a16:creationId xmlns:a16="http://schemas.microsoft.com/office/drawing/2014/main" id="{8728D177-6126-47BC-AAB3-11D8217CC1DC}"/>
                  </a:ext>
                </a:extLst>
              </p14:cNvPr>
              <p14:cNvContentPartPr/>
              <p14:nvPr/>
            </p14:nvContentPartPr>
            <p14:xfrm>
              <a:off x="4374189" y="1626385"/>
              <a:ext cx="31320" cy="155520"/>
            </p14:xfrm>
          </p:contentPart>
        </mc:Choice>
        <mc:Fallback xmlns="">
          <p:pic>
            <p:nvPicPr>
              <p:cNvPr id="501" name="Cerneală 500">
                <a:extLst>
                  <a:ext uri="{FF2B5EF4-FFF2-40B4-BE49-F238E27FC236}">
                    <a16:creationId xmlns:a16="http://schemas.microsoft.com/office/drawing/2014/main" id="{8728D177-6126-47BC-AAB3-11D8217CC1D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356549" y="1608745"/>
                <a:ext cx="6696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502" name="Cerneală 501">
                <a:extLst>
                  <a:ext uri="{FF2B5EF4-FFF2-40B4-BE49-F238E27FC236}">
                    <a16:creationId xmlns:a16="http://schemas.microsoft.com/office/drawing/2014/main" id="{F1ACC547-7C27-4C04-92F4-BAC6F7F44849}"/>
                  </a:ext>
                </a:extLst>
              </p14:cNvPr>
              <p14:cNvContentPartPr/>
              <p14:nvPr/>
            </p14:nvContentPartPr>
            <p14:xfrm>
              <a:off x="2563389" y="1678225"/>
              <a:ext cx="798840" cy="313560"/>
            </p14:xfrm>
          </p:contentPart>
        </mc:Choice>
        <mc:Fallback xmlns="">
          <p:pic>
            <p:nvPicPr>
              <p:cNvPr id="502" name="Cerneală 501">
                <a:extLst>
                  <a:ext uri="{FF2B5EF4-FFF2-40B4-BE49-F238E27FC236}">
                    <a16:creationId xmlns:a16="http://schemas.microsoft.com/office/drawing/2014/main" id="{F1ACC547-7C27-4C04-92F4-BAC6F7F4484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545397" y="1660585"/>
                <a:ext cx="834464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503" name="Cerneală 502">
                <a:extLst>
                  <a:ext uri="{FF2B5EF4-FFF2-40B4-BE49-F238E27FC236}">
                    <a16:creationId xmlns:a16="http://schemas.microsoft.com/office/drawing/2014/main" id="{F9079270-FA91-4D4B-BC7E-CBB3FB186142}"/>
                  </a:ext>
                </a:extLst>
              </p14:cNvPr>
              <p14:cNvContentPartPr/>
              <p14:nvPr/>
            </p14:nvContentPartPr>
            <p14:xfrm>
              <a:off x="798669" y="1727545"/>
              <a:ext cx="963720" cy="301680"/>
            </p14:xfrm>
          </p:contentPart>
        </mc:Choice>
        <mc:Fallback xmlns="">
          <p:pic>
            <p:nvPicPr>
              <p:cNvPr id="503" name="Cerneală 502">
                <a:extLst>
                  <a:ext uri="{FF2B5EF4-FFF2-40B4-BE49-F238E27FC236}">
                    <a16:creationId xmlns:a16="http://schemas.microsoft.com/office/drawing/2014/main" id="{F9079270-FA91-4D4B-BC7E-CBB3FB18614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80669" y="1709905"/>
                <a:ext cx="999360" cy="33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08" name="Cerneală 507">
                <a:extLst>
                  <a:ext uri="{FF2B5EF4-FFF2-40B4-BE49-F238E27FC236}">
                    <a16:creationId xmlns:a16="http://schemas.microsoft.com/office/drawing/2014/main" id="{F11F1D87-9FF4-4B76-A754-6565761EB30C}"/>
                  </a:ext>
                </a:extLst>
              </p14:cNvPr>
              <p14:cNvContentPartPr/>
              <p14:nvPr/>
            </p14:nvContentPartPr>
            <p14:xfrm>
              <a:off x="760149" y="5182825"/>
              <a:ext cx="322200" cy="57960"/>
            </p14:xfrm>
          </p:contentPart>
        </mc:Choice>
        <mc:Fallback xmlns="">
          <p:pic>
            <p:nvPicPr>
              <p:cNvPr id="508" name="Cerneală 507">
                <a:extLst>
                  <a:ext uri="{FF2B5EF4-FFF2-40B4-BE49-F238E27FC236}">
                    <a16:creationId xmlns:a16="http://schemas.microsoft.com/office/drawing/2014/main" id="{F11F1D87-9FF4-4B76-A754-6565761EB30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42149" y="5165185"/>
                <a:ext cx="35784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09" name="Cerneală 508">
                <a:extLst>
                  <a:ext uri="{FF2B5EF4-FFF2-40B4-BE49-F238E27FC236}">
                    <a16:creationId xmlns:a16="http://schemas.microsoft.com/office/drawing/2014/main" id="{936AD2D9-0332-44A7-918E-EAB89C6508CA}"/>
                  </a:ext>
                </a:extLst>
              </p14:cNvPr>
              <p14:cNvContentPartPr/>
              <p14:nvPr/>
            </p14:nvContentPartPr>
            <p14:xfrm>
              <a:off x="788949" y="5326825"/>
              <a:ext cx="242640" cy="303840"/>
            </p14:xfrm>
          </p:contentPart>
        </mc:Choice>
        <mc:Fallback xmlns="">
          <p:pic>
            <p:nvPicPr>
              <p:cNvPr id="509" name="Cerneală 508">
                <a:extLst>
                  <a:ext uri="{FF2B5EF4-FFF2-40B4-BE49-F238E27FC236}">
                    <a16:creationId xmlns:a16="http://schemas.microsoft.com/office/drawing/2014/main" id="{936AD2D9-0332-44A7-918E-EAB89C6508CA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71283" y="5309185"/>
                <a:ext cx="278333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11" name="Cerneală 510">
                <a:extLst>
                  <a:ext uri="{FF2B5EF4-FFF2-40B4-BE49-F238E27FC236}">
                    <a16:creationId xmlns:a16="http://schemas.microsoft.com/office/drawing/2014/main" id="{5E1CA537-50CF-4653-88A4-9477C906CE4D}"/>
                  </a:ext>
                </a:extLst>
              </p14:cNvPr>
              <p14:cNvContentPartPr/>
              <p14:nvPr/>
            </p14:nvContentPartPr>
            <p14:xfrm>
              <a:off x="995589" y="2456185"/>
              <a:ext cx="3278520" cy="2429280"/>
            </p14:xfrm>
          </p:contentPart>
        </mc:Choice>
        <mc:Fallback xmlns="">
          <p:pic>
            <p:nvPicPr>
              <p:cNvPr id="511" name="Cerneală 510">
                <a:extLst>
                  <a:ext uri="{FF2B5EF4-FFF2-40B4-BE49-F238E27FC236}">
                    <a16:creationId xmlns:a16="http://schemas.microsoft.com/office/drawing/2014/main" id="{5E1CA537-50CF-4653-88A4-9477C906CE4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77947" y="2438188"/>
                <a:ext cx="3314164" cy="24649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2D7CFC06-5DEE-4147-B6BF-22A2237F0A56}"/>
                  </a:ext>
                </a:extLst>
              </p14:cNvPr>
              <p14:cNvContentPartPr/>
              <p14:nvPr/>
            </p14:nvContentPartPr>
            <p14:xfrm>
              <a:off x="3458349" y="5376145"/>
              <a:ext cx="338400" cy="44496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2D7CFC06-5DEE-4147-B6BF-22A2237F0A5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440709" y="5358145"/>
                <a:ext cx="374040" cy="48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35AC4C73-EFCB-4D4C-A55F-AFB68318A4CE}"/>
                  </a:ext>
                </a:extLst>
              </p14:cNvPr>
              <p14:cNvContentPartPr/>
              <p14:nvPr/>
            </p14:nvContentPartPr>
            <p14:xfrm>
              <a:off x="2331549" y="5191825"/>
              <a:ext cx="859320" cy="36864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35AC4C73-EFCB-4D4C-A55F-AFB68318A4C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313549" y="5173825"/>
                <a:ext cx="894960" cy="40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EE95C526-519B-4A76-89BB-185EB6EA5247}"/>
                  </a:ext>
                </a:extLst>
              </p14:cNvPr>
              <p14:cNvContentPartPr/>
              <p14:nvPr/>
            </p14:nvContentPartPr>
            <p14:xfrm>
              <a:off x="1486989" y="5193985"/>
              <a:ext cx="523800" cy="36180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EE95C526-519B-4A76-89BB-185EB6EA524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468989" y="5175985"/>
                <a:ext cx="559440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87160657-8A3B-4C97-93DF-C9C44CEA7541}"/>
                  </a:ext>
                </a:extLst>
              </p14:cNvPr>
              <p14:cNvContentPartPr/>
              <p14:nvPr/>
            </p14:nvContentPartPr>
            <p14:xfrm>
              <a:off x="4116069" y="5309185"/>
              <a:ext cx="167400" cy="18576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87160657-8A3B-4C97-93DF-C9C44CEA7541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098429" y="5291545"/>
                <a:ext cx="20304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194C85B8-E591-4F0C-AEFB-661D5C81A9B1}"/>
                  </a:ext>
                </a:extLst>
              </p14:cNvPr>
              <p14:cNvContentPartPr/>
              <p14:nvPr/>
            </p14:nvContentPartPr>
            <p14:xfrm>
              <a:off x="4018149" y="5086705"/>
              <a:ext cx="60120" cy="12708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194C85B8-E591-4F0C-AEFB-661D5C81A9B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000149" y="5069065"/>
                <a:ext cx="9576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ACBBA685-32CE-4B1B-B116-01FFA10BF877}"/>
                  </a:ext>
                </a:extLst>
              </p14:cNvPr>
              <p14:cNvContentPartPr/>
              <p14:nvPr/>
            </p14:nvContentPartPr>
            <p14:xfrm>
              <a:off x="4292469" y="5057905"/>
              <a:ext cx="33120" cy="11844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ACBBA685-32CE-4B1B-B116-01FFA10BF877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274469" y="5039905"/>
                <a:ext cx="6876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D718EC37-A608-4CE9-B17E-85AAFE9FBBE4}"/>
                  </a:ext>
                </a:extLst>
              </p14:cNvPr>
              <p14:cNvContentPartPr/>
              <p14:nvPr/>
            </p14:nvContentPartPr>
            <p14:xfrm>
              <a:off x="8127549" y="1888825"/>
              <a:ext cx="406800" cy="11592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D718EC37-A608-4CE9-B17E-85AAFE9FBBE4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109909" y="1870825"/>
                <a:ext cx="44244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767394E4-E5EB-41BC-AB3A-B3C4C4C3E994}"/>
                  </a:ext>
                </a:extLst>
              </p14:cNvPr>
              <p14:cNvContentPartPr/>
              <p14:nvPr/>
            </p14:nvContentPartPr>
            <p14:xfrm>
              <a:off x="11487429" y="1870465"/>
              <a:ext cx="279360" cy="33516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767394E4-E5EB-41BC-AB3A-B3C4C4C3E994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1469789" y="1852465"/>
                <a:ext cx="31500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C5D5A846-0713-4869-BC75-6EF34A36ECA6}"/>
                  </a:ext>
                </a:extLst>
              </p14:cNvPr>
              <p14:cNvContentPartPr/>
              <p14:nvPr/>
            </p14:nvContentPartPr>
            <p14:xfrm>
              <a:off x="10269549" y="1626385"/>
              <a:ext cx="1027440" cy="40752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C5D5A846-0713-4869-BC75-6EF34A36ECA6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251903" y="1608745"/>
                <a:ext cx="1063092" cy="44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02FF555A-5D17-4258-BC45-819B61D7394A}"/>
                  </a:ext>
                </a:extLst>
              </p14:cNvPr>
              <p14:cNvContentPartPr/>
              <p14:nvPr/>
            </p14:nvContentPartPr>
            <p14:xfrm>
              <a:off x="8933589" y="1727545"/>
              <a:ext cx="913320" cy="27972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02FF555A-5D17-4258-BC45-819B61D7394A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915949" y="1709905"/>
                <a:ext cx="94896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65ECE578-FF02-4097-90BF-3879EBE66371}"/>
                  </a:ext>
                </a:extLst>
              </p14:cNvPr>
              <p14:cNvContentPartPr/>
              <p14:nvPr/>
            </p14:nvContentPartPr>
            <p14:xfrm>
              <a:off x="6903909" y="1717825"/>
              <a:ext cx="909360" cy="32760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65ECE578-FF02-4097-90BF-3879EBE6637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886269" y="1699825"/>
                <a:ext cx="94500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976F5F40-2322-406F-ABCB-3613840058EF}"/>
                  </a:ext>
                </a:extLst>
              </p14:cNvPr>
              <p14:cNvContentPartPr/>
              <p14:nvPr/>
            </p14:nvContentPartPr>
            <p14:xfrm>
              <a:off x="10476189" y="2101585"/>
              <a:ext cx="325440" cy="35604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976F5F40-2322-406F-ABCB-3613840058EF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458189" y="2083585"/>
                <a:ext cx="36108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E9940330-3A02-402E-B5A6-F35EA5E680AC}"/>
                  </a:ext>
                </a:extLst>
              </p14:cNvPr>
              <p14:cNvContentPartPr/>
              <p14:nvPr/>
            </p14:nvContentPartPr>
            <p14:xfrm>
              <a:off x="8933589" y="5575585"/>
              <a:ext cx="330480" cy="35460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E9940330-3A02-402E-B5A6-F35EA5E680AC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8915949" y="5557945"/>
                <a:ext cx="366120" cy="39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26707992-2A6E-4907-A487-03FFACC2EBD0}"/>
                  </a:ext>
                </a:extLst>
              </p14:cNvPr>
              <p14:cNvContentPartPr/>
              <p14:nvPr/>
            </p14:nvContentPartPr>
            <p14:xfrm>
              <a:off x="9650709" y="5366065"/>
              <a:ext cx="299520" cy="35172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26707992-2A6E-4907-A487-03FFACC2EBD0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9633069" y="5348065"/>
                <a:ext cx="335160" cy="38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9843A1C3-0E06-4085-8AC9-1FEABF189A3A}"/>
                  </a:ext>
                </a:extLst>
              </p14:cNvPr>
              <p14:cNvContentPartPr/>
              <p14:nvPr/>
            </p14:nvContentPartPr>
            <p14:xfrm>
              <a:off x="7494309" y="5392705"/>
              <a:ext cx="974160" cy="35928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9843A1C3-0E06-4085-8AC9-1FEABF189A3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476662" y="5374705"/>
                <a:ext cx="1009813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8752508E-D419-4CD5-8AD0-ABC6CBDD3A59}"/>
                  </a:ext>
                </a:extLst>
              </p14:cNvPr>
              <p14:cNvContentPartPr/>
              <p14:nvPr/>
            </p14:nvContentPartPr>
            <p14:xfrm>
              <a:off x="6573789" y="5466145"/>
              <a:ext cx="560160" cy="31032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8752508E-D419-4CD5-8AD0-ABC6CBDD3A5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555789" y="5448505"/>
                <a:ext cx="595800" cy="3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76" name="Cerneală 575">
                <a:extLst>
                  <a:ext uri="{FF2B5EF4-FFF2-40B4-BE49-F238E27FC236}">
                    <a16:creationId xmlns:a16="http://schemas.microsoft.com/office/drawing/2014/main" id="{7A14894D-2700-4774-A544-22FDD7B73E7B}"/>
                  </a:ext>
                </a:extLst>
              </p14:cNvPr>
              <p14:cNvContentPartPr/>
              <p14:nvPr/>
            </p14:nvContentPartPr>
            <p14:xfrm>
              <a:off x="5813469" y="5499985"/>
              <a:ext cx="288360" cy="321480"/>
            </p14:xfrm>
          </p:contentPart>
        </mc:Choice>
        <mc:Fallback xmlns="">
          <p:pic>
            <p:nvPicPr>
              <p:cNvPr id="576" name="Cerneală 575">
                <a:extLst>
                  <a:ext uri="{FF2B5EF4-FFF2-40B4-BE49-F238E27FC236}">
                    <a16:creationId xmlns:a16="http://schemas.microsoft.com/office/drawing/2014/main" id="{7A14894D-2700-4774-A544-22FDD7B73E7B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795469" y="5481985"/>
                <a:ext cx="324000" cy="35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88" name="Cerneală 587">
                <a:extLst>
                  <a:ext uri="{FF2B5EF4-FFF2-40B4-BE49-F238E27FC236}">
                    <a16:creationId xmlns:a16="http://schemas.microsoft.com/office/drawing/2014/main" id="{D5B6E9E5-465E-4ED7-BC10-3A66C4F0BBFF}"/>
                  </a:ext>
                </a:extLst>
              </p14:cNvPr>
              <p14:cNvContentPartPr/>
              <p14:nvPr/>
            </p14:nvContentPartPr>
            <p14:xfrm>
              <a:off x="7935669" y="3922105"/>
              <a:ext cx="1319760" cy="39240"/>
            </p14:xfrm>
          </p:contentPart>
        </mc:Choice>
        <mc:Fallback xmlns="">
          <p:pic>
            <p:nvPicPr>
              <p:cNvPr id="588" name="Cerneală 587">
                <a:extLst>
                  <a:ext uri="{FF2B5EF4-FFF2-40B4-BE49-F238E27FC236}">
                    <a16:creationId xmlns:a16="http://schemas.microsoft.com/office/drawing/2014/main" id="{D5B6E9E5-465E-4ED7-BC10-3A66C4F0BBF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7918024" y="3904105"/>
                <a:ext cx="135541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589" name="Cerneală 588">
                <a:extLst>
                  <a:ext uri="{FF2B5EF4-FFF2-40B4-BE49-F238E27FC236}">
                    <a16:creationId xmlns:a16="http://schemas.microsoft.com/office/drawing/2014/main" id="{3F737FB9-E3BB-4160-82DB-7E0977097059}"/>
                  </a:ext>
                </a:extLst>
              </p14:cNvPr>
              <p14:cNvContentPartPr/>
              <p14:nvPr/>
            </p14:nvContentPartPr>
            <p14:xfrm>
              <a:off x="7873389" y="4451305"/>
              <a:ext cx="1234080" cy="92520"/>
            </p14:xfrm>
          </p:contentPart>
        </mc:Choice>
        <mc:Fallback xmlns="">
          <p:pic>
            <p:nvPicPr>
              <p:cNvPr id="589" name="Cerneală 588">
                <a:extLst>
                  <a:ext uri="{FF2B5EF4-FFF2-40B4-BE49-F238E27FC236}">
                    <a16:creationId xmlns:a16="http://schemas.microsoft.com/office/drawing/2014/main" id="{3F737FB9-E3BB-4160-82DB-7E0977097059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855394" y="4433305"/>
                <a:ext cx="126971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593" name="Cerneală 592">
                <a:extLst>
                  <a:ext uri="{FF2B5EF4-FFF2-40B4-BE49-F238E27FC236}">
                    <a16:creationId xmlns:a16="http://schemas.microsoft.com/office/drawing/2014/main" id="{C2E10230-F37E-491E-9916-FABD6D43FC66}"/>
                  </a:ext>
                </a:extLst>
              </p14:cNvPr>
              <p14:cNvContentPartPr/>
              <p14:nvPr/>
            </p14:nvContentPartPr>
            <p14:xfrm>
              <a:off x="7950789" y="2925985"/>
              <a:ext cx="1506240" cy="66960"/>
            </p14:xfrm>
          </p:contentPart>
        </mc:Choice>
        <mc:Fallback xmlns="">
          <p:pic>
            <p:nvPicPr>
              <p:cNvPr id="593" name="Cerneală 592">
                <a:extLst>
                  <a:ext uri="{FF2B5EF4-FFF2-40B4-BE49-F238E27FC236}">
                    <a16:creationId xmlns:a16="http://schemas.microsoft.com/office/drawing/2014/main" id="{C2E10230-F37E-491E-9916-FABD6D43FC66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7932789" y="2907985"/>
                <a:ext cx="154188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594" name="Cerneală 593">
                <a:extLst>
                  <a:ext uri="{FF2B5EF4-FFF2-40B4-BE49-F238E27FC236}">
                    <a16:creationId xmlns:a16="http://schemas.microsoft.com/office/drawing/2014/main" id="{7D30A1CB-842B-478C-B37A-1AD5592FD72D}"/>
                  </a:ext>
                </a:extLst>
              </p14:cNvPr>
              <p14:cNvContentPartPr/>
              <p14:nvPr/>
            </p14:nvContentPartPr>
            <p14:xfrm>
              <a:off x="7911909" y="3416665"/>
              <a:ext cx="1361880" cy="14400"/>
            </p14:xfrm>
          </p:contentPart>
        </mc:Choice>
        <mc:Fallback xmlns="">
          <p:pic>
            <p:nvPicPr>
              <p:cNvPr id="594" name="Cerneală 593">
                <a:extLst>
                  <a:ext uri="{FF2B5EF4-FFF2-40B4-BE49-F238E27FC236}">
                    <a16:creationId xmlns:a16="http://schemas.microsoft.com/office/drawing/2014/main" id="{7D30A1CB-842B-478C-B37A-1AD5592FD72D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7893909" y="3398665"/>
                <a:ext cx="139752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595" name="Cerneală 594">
                <a:extLst>
                  <a:ext uri="{FF2B5EF4-FFF2-40B4-BE49-F238E27FC236}">
                    <a16:creationId xmlns:a16="http://schemas.microsoft.com/office/drawing/2014/main" id="{3A9C7699-98E7-43AD-824E-EDAD999E10F1}"/>
                  </a:ext>
                </a:extLst>
              </p14:cNvPr>
              <p14:cNvContentPartPr/>
              <p14:nvPr/>
            </p14:nvContentPartPr>
            <p14:xfrm>
              <a:off x="5731749" y="2781625"/>
              <a:ext cx="294120" cy="5400"/>
            </p14:xfrm>
          </p:contentPart>
        </mc:Choice>
        <mc:Fallback xmlns="">
          <p:pic>
            <p:nvPicPr>
              <p:cNvPr id="595" name="Cerneală 594">
                <a:extLst>
                  <a:ext uri="{FF2B5EF4-FFF2-40B4-BE49-F238E27FC236}">
                    <a16:creationId xmlns:a16="http://schemas.microsoft.com/office/drawing/2014/main" id="{3A9C7699-98E7-43AD-824E-EDAD999E10F1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713749" y="2763625"/>
                <a:ext cx="32976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596" name="Cerneală 595">
                <a:extLst>
                  <a:ext uri="{FF2B5EF4-FFF2-40B4-BE49-F238E27FC236}">
                    <a16:creationId xmlns:a16="http://schemas.microsoft.com/office/drawing/2014/main" id="{73F6A985-7F7A-4A39-953B-F35CDB9E2C0B}"/>
                  </a:ext>
                </a:extLst>
              </p14:cNvPr>
              <p14:cNvContentPartPr/>
              <p14:nvPr/>
            </p14:nvContentPartPr>
            <p14:xfrm>
              <a:off x="6573789" y="2770825"/>
              <a:ext cx="197280" cy="6120"/>
            </p14:xfrm>
          </p:contentPart>
        </mc:Choice>
        <mc:Fallback xmlns="">
          <p:pic>
            <p:nvPicPr>
              <p:cNvPr id="596" name="Cerneală 595">
                <a:extLst>
                  <a:ext uri="{FF2B5EF4-FFF2-40B4-BE49-F238E27FC236}">
                    <a16:creationId xmlns:a16="http://schemas.microsoft.com/office/drawing/2014/main" id="{73F6A985-7F7A-4A39-953B-F35CDB9E2C0B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555789" y="2753185"/>
                <a:ext cx="23292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597" name="Cerneală 596">
                <a:extLst>
                  <a:ext uri="{FF2B5EF4-FFF2-40B4-BE49-F238E27FC236}">
                    <a16:creationId xmlns:a16="http://schemas.microsoft.com/office/drawing/2014/main" id="{459F6AEF-0EBD-4F58-8EB5-2986840BDE2A}"/>
                  </a:ext>
                </a:extLst>
              </p14:cNvPr>
              <p14:cNvContentPartPr/>
              <p14:nvPr/>
            </p14:nvContentPartPr>
            <p14:xfrm>
              <a:off x="1605429" y="2261065"/>
              <a:ext cx="953640" cy="851040"/>
            </p14:xfrm>
          </p:contentPart>
        </mc:Choice>
        <mc:Fallback xmlns="">
          <p:pic>
            <p:nvPicPr>
              <p:cNvPr id="597" name="Cerneală 596">
                <a:extLst>
                  <a:ext uri="{FF2B5EF4-FFF2-40B4-BE49-F238E27FC236}">
                    <a16:creationId xmlns:a16="http://schemas.microsoft.com/office/drawing/2014/main" id="{459F6AEF-0EBD-4F58-8EB5-2986840BDE2A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587789" y="2225425"/>
                <a:ext cx="989280" cy="9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598" name="Cerneală 597">
                <a:extLst>
                  <a:ext uri="{FF2B5EF4-FFF2-40B4-BE49-F238E27FC236}">
                    <a16:creationId xmlns:a16="http://schemas.microsoft.com/office/drawing/2014/main" id="{1500631B-ECC5-4BA6-B20E-51F90C4B60E1}"/>
                  </a:ext>
                </a:extLst>
              </p14:cNvPr>
              <p14:cNvContentPartPr/>
              <p14:nvPr/>
            </p14:nvContentPartPr>
            <p14:xfrm>
              <a:off x="2894229" y="2609905"/>
              <a:ext cx="783000" cy="619560"/>
            </p14:xfrm>
          </p:contentPart>
        </mc:Choice>
        <mc:Fallback xmlns="">
          <p:pic>
            <p:nvPicPr>
              <p:cNvPr id="598" name="Cerneală 597">
                <a:extLst>
                  <a:ext uri="{FF2B5EF4-FFF2-40B4-BE49-F238E27FC236}">
                    <a16:creationId xmlns:a16="http://schemas.microsoft.com/office/drawing/2014/main" id="{1500631B-ECC5-4BA6-B20E-51F90C4B60E1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876589" y="2573905"/>
                <a:ext cx="818640" cy="69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600" name="Cerneală 599">
                <a:extLst>
                  <a:ext uri="{FF2B5EF4-FFF2-40B4-BE49-F238E27FC236}">
                    <a16:creationId xmlns:a16="http://schemas.microsoft.com/office/drawing/2014/main" id="{7182639E-9CFF-400A-B712-3147381686BE}"/>
                  </a:ext>
                </a:extLst>
              </p14:cNvPr>
              <p14:cNvContentPartPr/>
              <p14:nvPr/>
            </p14:nvContentPartPr>
            <p14:xfrm>
              <a:off x="2782989" y="3208225"/>
              <a:ext cx="797400" cy="580680"/>
            </p14:xfrm>
          </p:contentPart>
        </mc:Choice>
        <mc:Fallback xmlns="">
          <p:pic>
            <p:nvPicPr>
              <p:cNvPr id="600" name="Cerneală 599">
                <a:extLst>
                  <a:ext uri="{FF2B5EF4-FFF2-40B4-BE49-F238E27FC236}">
                    <a16:creationId xmlns:a16="http://schemas.microsoft.com/office/drawing/2014/main" id="{7182639E-9CFF-400A-B712-3147381686BE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2764989" y="3172585"/>
                <a:ext cx="833040" cy="65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601" name="Cerneală 600">
                <a:extLst>
                  <a:ext uri="{FF2B5EF4-FFF2-40B4-BE49-F238E27FC236}">
                    <a16:creationId xmlns:a16="http://schemas.microsoft.com/office/drawing/2014/main" id="{C80F2533-CF8F-4DCA-A9A3-F4181C214D42}"/>
                  </a:ext>
                </a:extLst>
              </p14:cNvPr>
              <p14:cNvContentPartPr/>
              <p14:nvPr/>
            </p14:nvContentPartPr>
            <p14:xfrm>
              <a:off x="2779389" y="3706105"/>
              <a:ext cx="709920" cy="577440"/>
            </p14:xfrm>
          </p:contentPart>
        </mc:Choice>
        <mc:Fallback xmlns="">
          <p:pic>
            <p:nvPicPr>
              <p:cNvPr id="601" name="Cerneală 600">
                <a:extLst>
                  <a:ext uri="{FF2B5EF4-FFF2-40B4-BE49-F238E27FC236}">
                    <a16:creationId xmlns:a16="http://schemas.microsoft.com/office/drawing/2014/main" id="{C80F2533-CF8F-4DCA-A9A3-F4181C214D42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761389" y="3670105"/>
                <a:ext cx="745560" cy="64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602" name="Cerneală 601">
                <a:extLst>
                  <a:ext uri="{FF2B5EF4-FFF2-40B4-BE49-F238E27FC236}">
                    <a16:creationId xmlns:a16="http://schemas.microsoft.com/office/drawing/2014/main" id="{13583C47-6128-4390-B29E-2E339F003ADF}"/>
                  </a:ext>
                </a:extLst>
              </p14:cNvPr>
              <p14:cNvContentPartPr/>
              <p14:nvPr/>
            </p14:nvContentPartPr>
            <p14:xfrm>
              <a:off x="2749869" y="4210825"/>
              <a:ext cx="810000" cy="573480"/>
            </p14:xfrm>
          </p:contentPart>
        </mc:Choice>
        <mc:Fallback xmlns="">
          <p:pic>
            <p:nvPicPr>
              <p:cNvPr id="602" name="Cerneală 601">
                <a:extLst>
                  <a:ext uri="{FF2B5EF4-FFF2-40B4-BE49-F238E27FC236}">
                    <a16:creationId xmlns:a16="http://schemas.microsoft.com/office/drawing/2014/main" id="{13583C47-6128-4390-B29E-2E339F003ADF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2732229" y="4174825"/>
                <a:ext cx="845640" cy="64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603" name="Cerneală 602">
                <a:extLst>
                  <a:ext uri="{FF2B5EF4-FFF2-40B4-BE49-F238E27FC236}">
                    <a16:creationId xmlns:a16="http://schemas.microsoft.com/office/drawing/2014/main" id="{8D4B594F-BF06-45C9-B382-1EB88AE926CD}"/>
                  </a:ext>
                </a:extLst>
              </p14:cNvPr>
              <p14:cNvContentPartPr/>
              <p14:nvPr/>
            </p14:nvContentPartPr>
            <p14:xfrm>
              <a:off x="6389829" y="2423065"/>
              <a:ext cx="944280" cy="746640"/>
            </p14:xfrm>
          </p:contentPart>
        </mc:Choice>
        <mc:Fallback xmlns="">
          <p:pic>
            <p:nvPicPr>
              <p:cNvPr id="603" name="Cerneală 602">
                <a:extLst>
                  <a:ext uri="{FF2B5EF4-FFF2-40B4-BE49-F238E27FC236}">
                    <a16:creationId xmlns:a16="http://schemas.microsoft.com/office/drawing/2014/main" id="{8D4B594F-BF06-45C9-B382-1EB88AE926CD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6371829" y="2387065"/>
                <a:ext cx="979920" cy="81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609" name="Cerneală 608">
                <a:extLst>
                  <a:ext uri="{FF2B5EF4-FFF2-40B4-BE49-F238E27FC236}">
                    <a16:creationId xmlns:a16="http://schemas.microsoft.com/office/drawing/2014/main" id="{E6818BEB-1F9E-487C-B20C-E6BCC1A2F2C6}"/>
                  </a:ext>
                </a:extLst>
              </p14:cNvPr>
              <p14:cNvContentPartPr/>
              <p14:nvPr/>
            </p14:nvContentPartPr>
            <p14:xfrm>
              <a:off x="8153469" y="2829505"/>
              <a:ext cx="13680" cy="10080"/>
            </p14:xfrm>
          </p:contentPart>
        </mc:Choice>
        <mc:Fallback xmlns="">
          <p:pic>
            <p:nvPicPr>
              <p:cNvPr id="609" name="Cerneală 608">
                <a:extLst>
                  <a:ext uri="{FF2B5EF4-FFF2-40B4-BE49-F238E27FC236}">
                    <a16:creationId xmlns:a16="http://schemas.microsoft.com/office/drawing/2014/main" id="{E6818BEB-1F9E-487C-B20C-E6BCC1A2F2C6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8135469" y="2793865"/>
                <a:ext cx="4932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610" name="Cerneală 609">
                <a:extLst>
                  <a:ext uri="{FF2B5EF4-FFF2-40B4-BE49-F238E27FC236}">
                    <a16:creationId xmlns:a16="http://schemas.microsoft.com/office/drawing/2014/main" id="{DFD1032E-6043-4653-978D-71EB5CB1CD0B}"/>
                  </a:ext>
                </a:extLst>
              </p14:cNvPr>
              <p14:cNvContentPartPr/>
              <p14:nvPr/>
            </p14:nvContentPartPr>
            <p14:xfrm>
              <a:off x="7575309" y="2567785"/>
              <a:ext cx="735120" cy="559800"/>
            </p14:xfrm>
          </p:contentPart>
        </mc:Choice>
        <mc:Fallback xmlns="">
          <p:pic>
            <p:nvPicPr>
              <p:cNvPr id="610" name="Cerneală 609">
                <a:extLst>
                  <a:ext uri="{FF2B5EF4-FFF2-40B4-BE49-F238E27FC236}">
                    <a16:creationId xmlns:a16="http://schemas.microsoft.com/office/drawing/2014/main" id="{DFD1032E-6043-4653-978D-71EB5CB1CD0B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557669" y="2531785"/>
                <a:ext cx="770760" cy="63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611" name="Cerneală 610">
                <a:extLst>
                  <a:ext uri="{FF2B5EF4-FFF2-40B4-BE49-F238E27FC236}">
                    <a16:creationId xmlns:a16="http://schemas.microsoft.com/office/drawing/2014/main" id="{DB7F2042-AD01-47B6-A0E9-D9668D24C2B1}"/>
                  </a:ext>
                </a:extLst>
              </p14:cNvPr>
              <p14:cNvContentPartPr/>
              <p14:nvPr/>
            </p14:nvContentPartPr>
            <p14:xfrm>
              <a:off x="7534629" y="3140185"/>
              <a:ext cx="728640" cy="526320"/>
            </p14:xfrm>
          </p:contentPart>
        </mc:Choice>
        <mc:Fallback xmlns="">
          <p:pic>
            <p:nvPicPr>
              <p:cNvPr id="611" name="Cerneală 610">
                <a:extLst>
                  <a:ext uri="{FF2B5EF4-FFF2-40B4-BE49-F238E27FC236}">
                    <a16:creationId xmlns:a16="http://schemas.microsoft.com/office/drawing/2014/main" id="{DB7F2042-AD01-47B6-A0E9-D9668D24C2B1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516629" y="3104545"/>
                <a:ext cx="764280" cy="59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612" name="Cerneală 611">
                <a:extLst>
                  <a:ext uri="{FF2B5EF4-FFF2-40B4-BE49-F238E27FC236}">
                    <a16:creationId xmlns:a16="http://schemas.microsoft.com/office/drawing/2014/main" id="{261482FE-9E90-44A3-951F-40537A11E852}"/>
                  </a:ext>
                </a:extLst>
              </p14:cNvPr>
              <p14:cNvContentPartPr/>
              <p14:nvPr/>
            </p14:nvContentPartPr>
            <p14:xfrm>
              <a:off x="7410789" y="3606745"/>
              <a:ext cx="732600" cy="660960"/>
            </p14:xfrm>
          </p:contentPart>
        </mc:Choice>
        <mc:Fallback xmlns="">
          <p:pic>
            <p:nvPicPr>
              <p:cNvPr id="612" name="Cerneală 611">
                <a:extLst>
                  <a:ext uri="{FF2B5EF4-FFF2-40B4-BE49-F238E27FC236}">
                    <a16:creationId xmlns:a16="http://schemas.microsoft.com/office/drawing/2014/main" id="{261482FE-9E90-44A3-951F-40537A11E852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7393149" y="3570745"/>
                <a:ext cx="768240" cy="73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613" name="Cerneală 612">
                <a:extLst>
                  <a:ext uri="{FF2B5EF4-FFF2-40B4-BE49-F238E27FC236}">
                    <a16:creationId xmlns:a16="http://schemas.microsoft.com/office/drawing/2014/main" id="{707349FF-0943-45DC-A96D-69B5CB75BE31}"/>
                  </a:ext>
                </a:extLst>
              </p14:cNvPr>
              <p14:cNvContentPartPr/>
              <p14:nvPr/>
            </p14:nvContentPartPr>
            <p14:xfrm>
              <a:off x="7623549" y="4238185"/>
              <a:ext cx="553320" cy="562680"/>
            </p14:xfrm>
          </p:contentPart>
        </mc:Choice>
        <mc:Fallback xmlns="">
          <p:pic>
            <p:nvPicPr>
              <p:cNvPr id="613" name="Cerneală 612">
                <a:extLst>
                  <a:ext uri="{FF2B5EF4-FFF2-40B4-BE49-F238E27FC236}">
                    <a16:creationId xmlns:a16="http://schemas.microsoft.com/office/drawing/2014/main" id="{707349FF-0943-45DC-A96D-69B5CB75BE31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7605909" y="4202545"/>
                <a:ext cx="588960" cy="63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614" name="Cerneală 613">
                <a:extLst>
                  <a:ext uri="{FF2B5EF4-FFF2-40B4-BE49-F238E27FC236}">
                    <a16:creationId xmlns:a16="http://schemas.microsoft.com/office/drawing/2014/main" id="{74582093-AB90-4B58-A805-2F2236782E10}"/>
                  </a:ext>
                </a:extLst>
              </p14:cNvPr>
              <p14:cNvContentPartPr/>
              <p14:nvPr/>
            </p14:nvContentPartPr>
            <p14:xfrm>
              <a:off x="5599269" y="5247985"/>
              <a:ext cx="658080" cy="851760"/>
            </p14:xfrm>
          </p:contentPart>
        </mc:Choice>
        <mc:Fallback xmlns="">
          <p:pic>
            <p:nvPicPr>
              <p:cNvPr id="614" name="Cerneală 613">
                <a:extLst>
                  <a:ext uri="{FF2B5EF4-FFF2-40B4-BE49-F238E27FC236}">
                    <a16:creationId xmlns:a16="http://schemas.microsoft.com/office/drawing/2014/main" id="{74582093-AB90-4B58-A805-2F2236782E10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581629" y="5212345"/>
                <a:ext cx="693720" cy="9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615" name="Cerneală 614">
                <a:extLst>
                  <a:ext uri="{FF2B5EF4-FFF2-40B4-BE49-F238E27FC236}">
                    <a16:creationId xmlns:a16="http://schemas.microsoft.com/office/drawing/2014/main" id="{CCB4356D-3F33-4B65-AB91-3F8AC61750C8}"/>
                  </a:ext>
                </a:extLst>
              </p14:cNvPr>
              <p14:cNvContentPartPr/>
              <p14:nvPr/>
            </p14:nvContentPartPr>
            <p14:xfrm>
              <a:off x="9494469" y="5078065"/>
              <a:ext cx="1080000" cy="984600"/>
            </p14:xfrm>
          </p:contentPart>
        </mc:Choice>
        <mc:Fallback xmlns="">
          <p:pic>
            <p:nvPicPr>
              <p:cNvPr id="615" name="Cerneală 614">
                <a:extLst>
                  <a:ext uri="{FF2B5EF4-FFF2-40B4-BE49-F238E27FC236}">
                    <a16:creationId xmlns:a16="http://schemas.microsoft.com/office/drawing/2014/main" id="{CCB4356D-3F33-4B65-AB91-3F8AC61750C8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9476829" y="5042065"/>
                <a:ext cx="1115640" cy="10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616" name="Cerneală 615">
                <a:extLst>
                  <a:ext uri="{FF2B5EF4-FFF2-40B4-BE49-F238E27FC236}">
                    <a16:creationId xmlns:a16="http://schemas.microsoft.com/office/drawing/2014/main" id="{E2BC0E5C-62D8-4685-8011-377262895E16}"/>
                  </a:ext>
                </a:extLst>
              </p14:cNvPr>
              <p14:cNvContentPartPr/>
              <p14:nvPr/>
            </p14:nvContentPartPr>
            <p14:xfrm>
              <a:off x="408429" y="4921465"/>
              <a:ext cx="973440" cy="974880"/>
            </p14:xfrm>
          </p:contentPart>
        </mc:Choice>
        <mc:Fallback xmlns="">
          <p:pic>
            <p:nvPicPr>
              <p:cNvPr id="616" name="Cerneală 615">
                <a:extLst>
                  <a:ext uri="{FF2B5EF4-FFF2-40B4-BE49-F238E27FC236}">
                    <a16:creationId xmlns:a16="http://schemas.microsoft.com/office/drawing/2014/main" id="{E2BC0E5C-62D8-4685-8011-377262895E16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390789" y="4885465"/>
                <a:ext cx="1009080" cy="10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617" name="Cerneală 616">
                <a:extLst>
                  <a:ext uri="{FF2B5EF4-FFF2-40B4-BE49-F238E27FC236}">
                    <a16:creationId xmlns:a16="http://schemas.microsoft.com/office/drawing/2014/main" id="{9965CE55-7586-4ACE-9996-5EBF26B040F0}"/>
                  </a:ext>
                </a:extLst>
              </p14:cNvPr>
              <p14:cNvContentPartPr/>
              <p14:nvPr/>
            </p14:nvContentPartPr>
            <p14:xfrm>
              <a:off x="3811149" y="4780345"/>
              <a:ext cx="898920" cy="1270080"/>
            </p14:xfrm>
          </p:contentPart>
        </mc:Choice>
        <mc:Fallback xmlns="">
          <p:pic>
            <p:nvPicPr>
              <p:cNvPr id="617" name="Cerneală 616">
                <a:extLst>
                  <a:ext uri="{FF2B5EF4-FFF2-40B4-BE49-F238E27FC236}">
                    <a16:creationId xmlns:a16="http://schemas.microsoft.com/office/drawing/2014/main" id="{9965CE55-7586-4ACE-9996-5EBF26B040F0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3793149" y="4744705"/>
                <a:ext cx="934560" cy="1341720"/>
              </a:xfrm>
              <a:prstGeom prst="rect">
                <a:avLst/>
              </a:prstGeom>
            </p:spPr>
          </p:pic>
        </mc:Fallback>
      </mc:AlternateContent>
      <p:sp>
        <p:nvSpPr>
          <p:cNvPr id="78" name="Dreptunghi 77">
            <a:extLst>
              <a:ext uri="{FF2B5EF4-FFF2-40B4-BE49-F238E27FC236}">
                <a16:creationId xmlns:a16="http://schemas.microsoft.com/office/drawing/2014/main" id="{207C49D3-ECFB-42C8-B139-ADA4B15581CA}"/>
              </a:ext>
            </a:extLst>
          </p:cNvPr>
          <p:cNvSpPr/>
          <p:nvPr/>
        </p:nvSpPr>
        <p:spPr>
          <a:xfrm>
            <a:off x="243904" y="45757"/>
            <a:ext cx="26517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De</a:t>
            </a:r>
            <a:r>
              <a:rPr lang="ro-RO" b="1" dirty="0">
                <a:solidFill>
                  <a:srgbClr val="0000FF"/>
                </a:solidFill>
              </a:rPr>
              <a:t>multiplexorul </a:t>
            </a:r>
            <a:r>
              <a:rPr lang="en-US" b="1" dirty="0">
                <a:solidFill>
                  <a:srgbClr val="0000FF"/>
                </a:solidFill>
              </a:rPr>
              <a:t>(D</a:t>
            </a:r>
            <a:r>
              <a:rPr lang="ro-RO" b="1" dirty="0">
                <a:solidFill>
                  <a:srgbClr val="0000FF"/>
                </a:solidFill>
              </a:rPr>
              <a:t>MUX</a:t>
            </a:r>
            <a:r>
              <a:rPr lang="en-US" b="1" dirty="0">
                <a:solidFill>
                  <a:srgbClr val="0000FF"/>
                </a:solidFill>
              </a:rPr>
              <a:t>)</a:t>
            </a:r>
            <a:r>
              <a:rPr lang="ro-RO" b="1" dirty="0">
                <a:solidFill>
                  <a:srgbClr val="0000FF"/>
                </a:solidFill>
              </a:rPr>
              <a:t>  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3785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reptunghi 20">
            <a:extLst>
              <a:ext uri="{FF2B5EF4-FFF2-40B4-BE49-F238E27FC236}">
                <a16:creationId xmlns:a16="http://schemas.microsoft.com/office/drawing/2014/main" id="{046F2431-D818-455D-B3BA-A6FE5D848E09}"/>
              </a:ext>
            </a:extLst>
          </p:cNvPr>
          <p:cNvSpPr/>
          <p:nvPr/>
        </p:nvSpPr>
        <p:spPr>
          <a:xfrm>
            <a:off x="609660" y="137196"/>
            <a:ext cx="740655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De</a:t>
            </a:r>
            <a:r>
              <a:rPr lang="ro-RO" b="1" dirty="0">
                <a:solidFill>
                  <a:srgbClr val="0000FF"/>
                </a:solidFill>
              </a:rPr>
              <a:t>multiplexoare </a:t>
            </a:r>
            <a:r>
              <a:rPr lang="en-US" b="1" dirty="0">
                <a:solidFill>
                  <a:srgbClr val="0000FF"/>
                </a:solidFill>
              </a:rPr>
              <a:t>(D</a:t>
            </a:r>
            <a:r>
              <a:rPr lang="ro-RO" b="1" dirty="0">
                <a:solidFill>
                  <a:srgbClr val="0000FF"/>
                </a:solidFill>
              </a:rPr>
              <a:t>MUX</a:t>
            </a:r>
            <a:r>
              <a:rPr lang="en-US" b="1" dirty="0">
                <a:solidFill>
                  <a:srgbClr val="0000FF"/>
                </a:solidFill>
              </a:rPr>
              <a:t>)</a:t>
            </a:r>
            <a:r>
              <a:rPr lang="ro-RO" b="1" dirty="0">
                <a:solidFill>
                  <a:srgbClr val="0000FF"/>
                </a:solidFill>
              </a:rPr>
              <a:t>  - Circuite comerciale</a:t>
            </a:r>
          </a:p>
          <a:p>
            <a:endParaRPr lang="ro-RO" b="1" dirty="0">
              <a:solidFill>
                <a:srgbClr val="0000FF"/>
              </a:solidFill>
            </a:endParaRPr>
          </a:p>
          <a:p>
            <a:r>
              <a:rPr lang="ro-RO" b="1" dirty="0">
                <a:solidFill>
                  <a:srgbClr val="0000FF"/>
                </a:solidFill>
              </a:rPr>
              <a:t>1) Circuitul 74139 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endParaRPr lang="ro-RO" b="1" dirty="0">
              <a:solidFill>
                <a:srgbClr val="0000FF"/>
              </a:solidFill>
            </a:endParaRP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2FD6ED54-1A8F-4CE6-B774-87219F31B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4853" y="1234464"/>
            <a:ext cx="3096290" cy="4227177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343D247C-9391-493F-862C-ABB90BF18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21" y="1234464"/>
            <a:ext cx="2537980" cy="2945143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76546248-72A8-43E8-8FE8-DB7142E28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1391" y="1234464"/>
            <a:ext cx="5059943" cy="289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3584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3F586DB3-3603-4431-B79C-57C259E2AD3F}"/>
              </a:ext>
            </a:extLst>
          </p:cNvPr>
          <p:cNvSpPr/>
          <p:nvPr/>
        </p:nvSpPr>
        <p:spPr>
          <a:xfrm>
            <a:off x="32036" y="228635"/>
            <a:ext cx="2329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300"/>
              </a:spcBef>
            </a:pPr>
            <a:r>
              <a:rPr lang="ro-RO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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Exemple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 DMUX 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ro-RO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D6913A-B6AC-4C4D-B899-65B893732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221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0505D202-3DE8-44E8-A886-C5C3C590BD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40" y="137196"/>
            <a:ext cx="6073884" cy="3200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E2B0D2D1-B079-4916-8B47-10F99A8DE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7147" y="214885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graphicFrame>
        <p:nvGraphicFramePr>
          <p:cNvPr id="5" name="Obiect 4">
            <a:extLst>
              <a:ext uri="{FF2B5EF4-FFF2-40B4-BE49-F238E27FC236}">
                <a16:creationId xmlns:a16="http://schemas.microsoft.com/office/drawing/2014/main" id="{159C6295-78F8-473A-AA5C-F0CA8408C7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8276466"/>
              </p:ext>
            </p:extLst>
          </p:nvPr>
        </p:nvGraphicFramePr>
        <p:xfrm>
          <a:off x="2438440" y="3520439"/>
          <a:ext cx="8861943" cy="3200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8" name="Bitmap Image" r:id="rId4" imgW="6923810" imgH="2495238" progId="Paint.Picture">
                  <p:embed/>
                </p:oleObj>
              </mc:Choice>
              <mc:Fallback>
                <p:oleObj name="Bitmap Image" r:id="rId4" imgW="6923810" imgH="2495238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40" y="3520439"/>
                        <a:ext cx="8861943" cy="32003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79B80AB2-6CD8-491C-A4FA-E974A4C89B25}"/>
                  </a:ext>
                </a:extLst>
              </p14:cNvPr>
              <p14:cNvContentPartPr/>
              <p14:nvPr/>
            </p14:nvContentPartPr>
            <p14:xfrm>
              <a:off x="8801829" y="532705"/>
              <a:ext cx="235080" cy="42120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79B80AB2-6CD8-491C-A4FA-E974A4C89B2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84189" y="496705"/>
                <a:ext cx="270720" cy="49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9465F8EF-E7AA-47E7-A902-BD10BC6626AF}"/>
                  </a:ext>
                </a:extLst>
              </p14:cNvPr>
              <p14:cNvContentPartPr/>
              <p14:nvPr/>
            </p14:nvContentPartPr>
            <p14:xfrm>
              <a:off x="8768349" y="621625"/>
              <a:ext cx="351000" cy="10512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9465F8EF-E7AA-47E7-A902-BD10BC6626A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750349" y="585625"/>
                <a:ext cx="38664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80CE2A85-E2C8-4BF9-84C1-AE4B249C97B5}"/>
                  </a:ext>
                </a:extLst>
              </p14:cNvPr>
              <p14:cNvContentPartPr/>
              <p14:nvPr/>
            </p14:nvContentPartPr>
            <p14:xfrm>
              <a:off x="9129429" y="466465"/>
              <a:ext cx="198720" cy="52632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80CE2A85-E2C8-4BF9-84C1-AE4B249C97B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111429" y="430825"/>
                <a:ext cx="234360" cy="59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3439732C-5E77-4C88-A796-C4C50BC17831}"/>
                  </a:ext>
                </a:extLst>
              </p14:cNvPr>
              <p14:cNvContentPartPr/>
              <p14:nvPr/>
            </p14:nvContentPartPr>
            <p14:xfrm>
              <a:off x="9470709" y="487345"/>
              <a:ext cx="67680" cy="40716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3439732C-5E77-4C88-A796-C4C50BC1783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53069" y="451705"/>
                <a:ext cx="103320" cy="47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E0E12F88-AD65-405E-B5C3-E642704E1508}"/>
                  </a:ext>
                </a:extLst>
              </p14:cNvPr>
              <p14:cNvContentPartPr/>
              <p14:nvPr/>
            </p14:nvContentPartPr>
            <p14:xfrm>
              <a:off x="9668349" y="474385"/>
              <a:ext cx="304200" cy="42408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E0E12F88-AD65-405E-B5C3-E642704E150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650349" y="438385"/>
                <a:ext cx="339840" cy="49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4116AB7B-036A-429A-860A-E6AC195FDCEA}"/>
                  </a:ext>
                </a:extLst>
              </p14:cNvPr>
              <p14:cNvContentPartPr/>
              <p14:nvPr/>
            </p14:nvContentPartPr>
            <p14:xfrm>
              <a:off x="10152189" y="452785"/>
              <a:ext cx="282600" cy="43416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4116AB7B-036A-429A-860A-E6AC195FDCE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134189" y="416785"/>
                <a:ext cx="31824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F0AB13A3-0D27-426C-8B0B-340B86CEA134}"/>
                  </a:ext>
                </a:extLst>
              </p14:cNvPr>
              <p14:cNvContentPartPr/>
              <p14:nvPr/>
            </p14:nvContentPartPr>
            <p14:xfrm>
              <a:off x="8717589" y="1443505"/>
              <a:ext cx="46080" cy="32112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F0AB13A3-0D27-426C-8B0B-340B86CEA13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699949" y="1407505"/>
                <a:ext cx="8172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A98D4D04-254F-4820-A178-B9758D257215}"/>
                  </a:ext>
                </a:extLst>
              </p14:cNvPr>
              <p14:cNvContentPartPr/>
              <p14:nvPr/>
            </p14:nvContentPartPr>
            <p14:xfrm>
              <a:off x="8661069" y="1428745"/>
              <a:ext cx="281520" cy="44964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A98D4D04-254F-4820-A178-B9758D25721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643429" y="1393105"/>
                <a:ext cx="317160" cy="52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E3AE3DC2-6CDA-4CFC-844F-A07D65DA5D9D}"/>
                  </a:ext>
                </a:extLst>
              </p14:cNvPr>
              <p14:cNvContentPartPr/>
              <p14:nvPr/>
            </p14:nvContentPartPr>
            <p14:xfrm>
              <a:off x="9039789" y="1470145"/>
              <a:ext cx="222840" cy="39312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E3AE3DC2-6CDA-4CFC-844F-A07D65DA5D9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022149" y="1434505"/>
                <a:ext cx="258480" cy="46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A3C45E71-AC76-4D65-B3A0-8B8F56296D16}"/>
                  </a:ext>
                </a:extLst>
              </p14:cNvPr>
              <p14:cNvContentPartPr/>
              <p14:nvPr/>
            </p14:nvContentPartPr>
            <p14:xfrm>
              <a:off x="9365949" y="1505425"/>
              <a:ext cx="212400" cy="40788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A3C45E71-AC76-4D65-B3A0-8B8F56296D1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348309" y="1469425"/>
                <a:ext cx="248040" cy="47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4D995A1E-7E53-4CF1-AB56-CE00EB05AB11}"/>
                  </a:ext>
                </a:extLst>
              </p14:cNvPr>
              <p14:cNvContentPartPr/>
              <p14:nvPr/>
            </p14:nvContentPartPr>
            <p14:xfrm>
              <a:off x="9682749" y="1534945"/>
              <a:ext cx="197640" cy="32256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4D995A1E-7E53-4CF1-AB56-CE00EB05AB1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664749" y="1499305"/>
                <a:ext cx="233280" cy="39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FE377E56-861A-444E-9B84-668918053960}"/>
                  </a:ext>
                </a:extLst>
              </p14:cNvPr>
              <p14:cNvContentPartPr/>
              <p14:nvPr/>
            </p14:nvContentPartPr>
            <p14:xfrm>
              <a:off x="9643869" y="1515865"/>
              <a:ext cx="246240" cy="36612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FE377E56-861A-444E-9B84-66891805396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626229" y="1479865"/>
                <a:ext cx="281880" cy="43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035C38E0-ABEF-4D4A-9E01-B446C02932BA}"/>
                  </a:ext>
                </a:extLst>
              </p14:cNvPr>
              <p14:cNvContentPartPr/>
              <p14:nvPr/>
            </p14:nvContentPartPr>
            <p14:xfrm>
              <a:off x="10197909" y="1501465"/>
              <a:ext cx="229680" cy="3729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035C38E0-ABEF-4D4A-9E01-B446C02932B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179909" y="1465825"/>
                <a:ext cx="265320" cy="44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4F2C53B6-8082-4914-8439-09F9F156AE72}"/>
                  </a:ext>
                </a:extLst>
              </p14:cNvPr>
              <p14:cNvContentPartPr/>
              <p14:nvPr/>
            </p14:nvContentPartPr>
            <p14:xfrm>
              <a:off x="10572669" y="1528105"/>
              <a:ext cx="47880" cy="7920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4F2C53B6-8082-4914-8439-09F9F156AE7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555029" y="1492465"/>
                <a:ext cx="8352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DD478248-9770-425A-B468-699D65EA619F}"/>
                  </a:ext>
                </a:extLst>
              </p14:cNvPr>
              <p14:cNvContentPartPr/>
              <p14:nvPr/>
            </p14:nvContentPartPr>
            <p14:xfrm>
              <a:off x="10580949" y="1763905"/>
              <a:ext cx="49680" cy="6876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DD478248-9770-425A-B468-699D65EA619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563309" y="1728265"/>
                <a:ext cx="8532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F64A675B-9D00-49B6-A653-3D38193B6CC1}"/>
                  </a:ext>
                </a:extLst>
              </p14:cNvPr>
              <p14:cNvContentPartPr/>
              <p14:nvPr/>
            </p14:nvContentPartPr>
            <p14:xfrm>
              <a:off x="10833669" y="1417585"/>
              <a:ext cx="230760" cy="46620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F64A675B-9D00-49B6-A653-3D38193B6CC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816029" y="1381945"/>
                <a:ext cx="266400" cy="53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294D519E-43A3-4B14-AE9D-759B28B18716}"/>
                  </a:ext>
                </a:extLst>
              </p14:cNvPr>
              <p14:cNvContentPartPr/>
              <p14:nvPr/>
            </p14:nvContentPartPr>
            <p14:xfrm>
              <a:off x="8387109" y="1171345"/>
              <a:ext cx="3080880" cy="110376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294D519E-43A3-4B14-AE9D-759B28B1871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369469" y="1135345"/>
                <a:ext cx="3116520" cy="11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D08E7222-DF11-4E0E-A410-487B35194A96}"/>
                  </a:ext>
                </a:extLst>
              </p14:cNvPr>
              <p14:cNvContentPartPr/>
              <p14:nvPr/>
            </p14:nvContentPartPr>
            <p14:xfrm>
              <a:off x="11535669" y="1306345"/>
              <a:ext cx="187560" cy="36972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D08E7222-DF11-4E0E-A410-487B35194A9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517669" y="1270705"/>
                <a:ext cx="223200" cy="44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76592641-9036-4A8F-9B07-FFAD6FD7B006}"/>
                  </a:ext>
                </a:extLst>
              </p14:cNvPr>
              <p14:cNvContentPartPr/>
              <p14:nvPr/>
            </p14:nvContentPartPr>
            <p14:xfrm>
              <a:off x="11599389" y="1828705"/>
              <a:ext cx="66600" cy="8676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76592641-9036-4A8F-9B07-FFAD6FD7B00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1581749" y="1792705"/>
                <a:ext cx="10224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B5536FEF-1349-42B6-8A0E-A0E2CD4A71F4}"/>
                  </a:ext>
                </a:extLst>
              </p14:cNvPr>
              <p14:cNvContentPartPr/>
              <p14:nvPr/>
            </p14:nvContentPartPr>
            <p14:xfrm>
              <a:off x="11848509" y="1345585"/>
              <a:ext cx="65880" cy="46404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B5536FEF-1349-42B6-8A0E-A0E2CD4A71F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1830509" y="1309585"/>
                <a:ext cx="101520" cy="53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F5F9433D-D76A-4D37-BDC7-1DB595F3607E}"/>
                  </a:ext>
                </a:extLst>
              </p14:cNvPr>
              <p14:cNvContentPartPr/>
              <p14:nvPr/>
            </p14:nvContentPartPr>
            <p14:xfrm>
              <a:off x="11824389" y="1949665"/>
              <a:ext cx="72360" cy="9756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F5F9433D-D76A-4D37-BDC7-1DB595F3607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1806389" y="1914025"/>
                <a:ext cx="10800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1FD814C3-5593-4AAD-95CF-6EF106ABD57F}"/>
                  </a:ext>
                </a:extLst>
              </p14:cNvPr>
              <p14:cNvContentPartPr/>
              <p14:nvPr/>
            </p14:nvContentPartPr>
            <p14:xfrm>
              <a:off x="11295189" y="3092305"/>
              <a:ext cx="360" cy="1188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1FD814C3-5593-4AAD-95CF-6EF106ABD57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1277189" y="3074665"/>
                <a:ext cx="3600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93D54B3A-6969-42E4-865A-A2B8A57CC7EA}"/>
                  </a:ext>
                </a:extLst>
              </p14:cNvPr>
              <p14:cNvContentPartPr/>
              <p14:nvPr/>
            </p14:nvContentPartPr>
            <p14:xfrm>
              <a:off x="6390189" y="4961065"/>
              <a:ext cx="1734480" cy="124956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93D54B3A-6969-42E4-865A-A2B8A57CC7E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372549" y="4925425"/>
                <a:ext cx="1770120" cy="132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88F16021-131D-4AA5-992F-2FF00904C403}"/>
                  </a:ext>
                </a:extLst>
              </p14:cNvPr>
              <p14:cNvContentPartPr/>
              <p14:nvPr/>
            </p14:nvContentPartPr>
            <p14:xfrm>
              <a:off x="5789349" y="5352745"/>
              <a:ext cx="366840" cy="2268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88F16021-131D-4AA5-992F-2FF00904C40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771709" y="5317105"/>
                <a:ext cx="40248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D55D12A1-4B59-4E35-9ADC-5C96F2351AB3}"/>
                  </a:ext>
                </a:extLst>
              </p14:cNvPr>
              <p14:cNvContentPartPr/>
              <p14:nvPr/>
            </p14:nvContentPartPr>
            <p14:xfrm>
              <a:off x="5837589" y="5721745"/>
              <a:ext cx="337320" cy="1512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D55D12A1-4B59-4E35-9ADC-5C96F2351AB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819589" y="5686105"/>
                <a:ext cx="37296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70F5ADFE-E06E-49EC-9C8B-7BD9FE48CD4E}"/>
                  </a:ext>
                </a:extLst>
              </p14:cNvPr>
              <p14:cNvContentPartPr/>
              <p14:nvPr/>
            </p14:nvContentPartPr>
            <p14:xfrm>
              <a:off x="8195949" y="2718985"/>
              <a:ext cx="2937600" cy="355680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70F5ADFE-E06E-49EC-9C8B-7BD9FE48CD4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177947" y="2700987"/>
                <a:ext cx="2973244" cy="35924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2F66207D-3F0D-44D3-B1D4-71B65A1A4678}"/>
                  </a:ext>
                </a:extLst>
              </p14:cNvPr>
              <p14:cNvContentPartPr/>
              <p14:nvPr/>
            </p14:nvContentPartPr>
            <p14:xfrm>
              <a:off x="3349269" y="5360305"/>
              <a:ext cx="178200" cy="24264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2F66207D-3F0D-44D3-B1D4-71B65A1A467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331269" y="5342665"/>
                <a:ext cx="21384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6F8978E2-37E7-4533-B983-966532F7C7C3}"/>
                  </a:ext>
                </a:extLst>
              </p14:cNvPr>
              <p14:cNvContentPartPr/>
              <p14:nvPr/>
            </p14:nvContentPartPr>
            <p14:xfrm>
              <a:off x="3171429" y="5907505"/>
              <a:ext cx="57960" cy="13140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6F8978E2-37E7-4533-B983-966532F7C7C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153429" y="5889505"/>
                <a:ext cx="9360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0237A816-E8BB-44C7-9925-270D0E1F8089}"/>
                  </a:ext>
                </a:extLst>
              </p14:cNvPr>
              <p14:cNvContentPartPr/>
              <p14:nvPr/>
            </p14:nvContentPartPr>
            <p14:xfrm>
              <a:off x="3155949" y="6153385"/>
              <a:ext cx="128160" cy="14508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0237A816-E8BB-44C7-9925-270D0E1F808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137949" y="6135385"/>
                <a:ext cx="16380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5145" name="Cerneală 5144">
                <a:extLst>
                  <a:ext uri="{FF2B5EF4-FFF2-40B4-BE49-F238E27FC236}">
                    <a16:creationId xmlns:a16="http://schemas.microsoft.com/office/drawing/2014/main" id="{A04A87C1-B5B4-4E6E-A784-38B7441550FB}"/>
                  </a:ext>
                </a:extLst>
              </p14:cNvPr>
              <p14:cNvContentPartPr/>
              <p14:nvPr/>
            </p14:nvContentPartPr>
            <p14:xfrm>
              <a:off x="461709" y="3252145"/>
              <a:ext cx="4439160" cy="777240"/>
            </p14:xfrm>
          </p:contentPart>
        </mc:Choice>
        <mc:Fallback xmlns="">
          <p:pic>
            <p:nvPicPr>
              <p:cNvPr id="5145" name="Cerneală 5144">
                <a:extLst>
                  <a:ext uri="{FF2B5EF4-FFF2-40B4-BE49-F238E27FC236}">
                    <a16:creationId xmlns:a16="http://schemas.microsoft.com/office/drawing/2014/main" id="{A04A87C1-B5B4-4E6E-A784-38B7441550F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43709" y="3234505"/>
                <a:ext cx="4474800" cy="81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5170" name="Cerneală 5169">
                <a:extLst>
                  <a:ext uri="{FF2B5EF4-FFF2-40B4-BE49-F238E27FC236}">
                    <a16:creationId xmlns:a16="http://schemas.microsoft.com/office/drawing/2014/main" id="{DCBC2109-FC53-474C-99AE-892714409395}"/>
                  </a:ext>
                </a:extLst>
              </p14:cNvPr>
              <p14:cNvContentPartPr/>
              <p14:nvPr/>
            </p14:nvContentPartPr>
            <p14:xfrm>
              <a:off x="5221989" y="3336385"/>
              <a:ext cx="1811520" cy="1320840"/>
            </p14:xfrm>
          </p:contentPart>
        </mc:Choice>
        <mc:Fallback xmlns="">
          <p:pic>
            <p:nvPicPr>
              <p:cNvPr id="5170" name="Cerneală 5169">
                <a:extLst>
                  <a:ext uri="{FF2B5EF4-FFF2-40B4-BE49-F238E27FC236}">
                    <a16:creationId xmlns:a16="http://schemas.microsoft.com/office/drawing/2014/main" id="{DCBC2109-FC53-474C-99AE-89271440939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204345" y="3318385"/>
                <a:ext cx="1847167" cy="135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5174" name="Cerneală 5173">
                <a:extLst>
                  <a:ext uri="{FF2B5EF4-FFF2-40B4-BE49-F238E27FC236}">
                    <a16:creationId xmlns:a16="http://schemas.microsoft.com/office/drawing/2014/main" id="{637AF122-4659-4694-86B8-060892036649}"/>
                  </a:ext>
                </a:extLst>
              </p14:cNvPr>
              <p14:cNvContentPartPr/>
              <p14:nvPr/>
            </p14:nvContentPartPr>
            <p14:xfrm>
              <a:off x="4051989" y="5543905"/>
              <a:ext cx="29160" cy="159840"/>
            </p14:xfrm>
          </p:contentPart>
        </mc:Choice>
        <mc:Fallback xmlns="">
          <p:pic>
            <p:nvPicPr>
              <p:cNvPr id="5174" name="Cerneală 5173">
                <a:extLst>
                  <a:ext uri="{FF2B5EF4-FFF2-40B4-BE49-F238E27FC236}">
                    <a16:creationId xmlns:a16="http://schemas.microsoft.com/office/drawing/2014/main" id="{637AF122-4659-4694-86B8-06089203664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033989" y="5526265"/>
                <a:ext cx="6480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5175" name="Cerneală 5174">
                <a:extLst>
                  <a:ext uri="{FF2B5EF4-FFF2-40B4-BE49-F238E27FC236}">
                    <a16:creationId xmlns:a16="http://schemas.microsoft.com/office/drawing/2014/main" id="{E0D9406F-3FDE-41BC-87C3-CE183A91C42F}"/>
                  </a:ext>
                </a:extLst>
              </p14:cNvPr>
              <p14:cNvContentPartPr/>
              <p14:nvPr/>
            </p14:nvContentPartPr>
            <p14:xfrm>
              <a:off x="4071429" y="5788345"/>
              <a:ext cx="113760" cy="150840"/>
            </p14:xfrm>
          </p:contentPart>
        </mc:Choice>
        <mc:Fallback xmlns="">
          <p:pic>
            <p:nvPicPr>
              <p:cNvPr id="5175" name="Cerneală 5174">
                <a:extLst>
                  <a:ext uri="{FF2B5EF4-FFF2-40B4-BE49-F238E27FC236}">
                    <a16:creationId xmlns:a16="http://schemas.microsoft.com/office/drawing/2014/main" id="{E0D9406F-3FDE-41BC-87C3-CE183A91C42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053429" y="5770345"/>
                <a:ext cx="14940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176" name="Cerneală 5175">
                <a:extLst>
                  <a:ext uri="{FF2B5EF4-FFF2-40B4-BE49-F238E27FC236}">
                    <a16:creationId xmlns:a16="http://schemas.microsoft.com/office/drawing/2014/main" id="{C1A0371F-63F4-454D-941A-34285194DD1C}"/>
                  </a:ext>
                </a:extLst>
              </p14:cNvPr>
              <p14:cNvContentPartPr/>
              <p14:nvPr/>
            </p14:nvContentPartPr>
            <p14:xfrm>
              <a:off x="4082229" y="6037105"/>
              <a:ext cx="140760" cy="118440"/>
            </p14:xfrm>
          </p:contentPart>
        </mc:Choice>
        <mc:Fallback xmlns="">
          <p:pic>
            <p:nvPicPr>
              <p:cNvPr id="5176" name="Cerneală 5175">
                <a:extLst>
                  <a:ext uri="{FF2B5EF4-FFF2-40B4-BE49-F238E27FC236}">
                    <a16:creationId xmlns:a16="http://schemas.microsoft.com/office/drawing/2014/main" id="{C1A0371F-63F4-454D-941A-34285194DD1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064229" y="6019105"/>
                <a:ext cx="176400" cy="154080"/>
              </a:xfrm>
              <a:prstGeom prst="rect">
                <a:avLst/>
              </a:prstGeom>
            </p:spPr>
          </p:pic>
        </mc:Fallback>
      </mc:AlternateContent>
      <p:sp>
        <p:nvSpPr>
          <p:cNvPr id="42" name="Dreptunghi 41">
            <a:extLst>
              <a:ext uri="{FF2B5EF4-FFF2-40B4-BE49-F238E27FC236}">
                <a16:creationId xmlns:a16="http://schemas.microsoft.com/office/drawing/2014/main" id="{4E3B08D3-D632-414A-8B80-7A16D6C1CF58}"/>
              </a:ext>
            </a:extLst>
          </p:cNvPr>
          <p:cNvSpPr/>
          <p:nvPr/>
        </p:nvSpPr>
        <p:spPr>
          <a:xfrm>
            <a:off x="9387804" y="45757"/>
            <a:ext cx="26517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De</a:t>
            </a:r>
            <a:r>
              <a:rPr lang="ro-RO" b="1" dirty="0">
                <a:solidFill>
                  <a:srgbClr val="0000FF"/>
                </a:solidFill>
              </a:rPr>
              <a:t>multiplexorul </a:t>
            </a:r>
            <a:r>
              <a:rPr lang="en-US" b="1" dirty="0">
                <a:solidFill>
                  <a:srgbClr val="0000FF"/>
                </a:solidFill>
              </a:rPr>
              <a:t>(D</a:t>
            </a:r>
            <a:r>
              <a:rPr lang="ro-RO" b="1" dirty="0">
                <a:solidFill>
                  <a:srgbClr val="0000FF"/>
                </a:solidFill>
              </a:rPr>
              <a:t>MUX</a:t>
            </a:r>
            <a:r>
              <a:rPr lang="en-US" b="1" dirty="0">
                <a:solidFill>
                  <a:srgbClr val="0000FF"/>
                </a:solidFill>
              </a:rPr>
              <a:t>)</a:t>
            </a:r>
            <a:r>
              <a:rPr lang="ro-RO" b="1" dirty="0">
                <a:solidFill>
                  <a:srgbClr val="0000FF"/>
                </a:solidFill>
              </a:rPr>
              <a:t>  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1589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3F586DB3-3603-4431-B79C-57C259E2AD3F}"/>
              </a:ext>
            </a:extLst>
          </p:cNvPr>
          <p:cNvSpPr/>
          <p:nvPr/>
        </p:nvSpPr>
        <p:spPr>
          <a:xfrm>
            <a:off x="1239438" y="411513"/>
            <a:ext cx="2258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300"/>
              </a:spcBef>
            </a:pPr>
            <a:r>
              <a:rPr lang="ro-RO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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Extensia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DMUX </a:t>
            </a:r>
            <a:endParaRPr lang="ro-RO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D6913A-B6AC-4C4D-B899-65B893732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221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661CF05-DD2A-4F6A-B322-0A5F2B1D6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86870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graphicFrame>
        <p:nvGraphicFramePr>
          <p:cNvPr id="5" name="Obiect 4">
            <a:extLst>
              <a:ext uri="{FF2B5EF4-FFF2-40B4-BE49-F238E27FC236}">
                <a16:creationId xmlns:a16="http://schemas.microsoft.com/office/drawing/2014/main" id="{20A7E57C-0D3F-46FA-BAEC-98AE429456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3234126"/>
              </p:ext>
            </p:extLst>
          </p:nvPr>
        </p:nvGraphicFramePr>
        <p:xfrm>
          <a:off x="243904" y="960147"/>
          <a:ext cx="8525341" cy="2743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9" name="Bitmap Image" r:id="rId3" imgW="5723810" imgH="1848108" progId="Paint.Picture">
                  <p:embed/>
                </p:oleObj>
              </mc:Choice>
              <mc:Fallback>
                <p:oleObj name="Bitmap Image" r:id="rId3" imgW="5723810" imgH="1848108" progId="Paint.Picture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904" y="960147"/>
                        <a:ext cx="8525341" cy="274317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>
            <a:extLst>
              <a:ext uri="{FF2B5EF4-FFF2-40B4-BE49-F238E27FC236}">
                <a16:creationId xmlns:a16="http://schemas.microsoft.com/office/drawing/2014/main" id="{6A154BB1-DAD5-49BC-9A43-71A1C2A04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1464" y="288036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C82D6E56-F868-497B-8F47-6B60C9B2D572}"/>
                  </a:ext>
                </a:extLst>
              </p14:cNvPr>
              <p14:cNvContentPartPr/>
              <p14:nvPr/>
            </p14:nvContentPartPr>
            <p14:xfrm>
              <a:off x="3676509" y="612985"/>
              <a:ext cx="270360" cy="2052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C82D6E56-F868-497B-8F47-6B60C9B2D57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58869" y="594985"/>
                <a:ext cx="30600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71135580-42FA-4A77-AB0E-04DD0067C087}"/>
                  </a:ext>
                </a:extLst>
              </p14:cNvPr>
              <p14:cNvContentPartPr/>
              <p14:nvPr/>
            </p14:nvContentPartPr>
            <p14:xfrm>
              <a:off x="9552429" y="451345"/>
              <a:ext cx="263160" cy="25704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71135580-42FA-4A77-AB0E-04DD0067C08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534429" y="433705"/>
                <a:ext cx="29880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F76F1078-AD46-46D5-AC39-176EE7EEF991}"/>
                  </a:ext>
                </a:extLst>
              </p14:cNvPr>
              <p14:cNvContentPartPr/>
              <p14:nvPr/>
            </p14:nvContentPartPr>
            <p14:xfrm>
              <a:off x="10215909" y="480145"/>
              <a:ext cx="973800" cy="30204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F76F1078-AD46-46D5-AC39-176EE7EEF99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198262" y="462145"/>
                <a:ext cx="1009453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0C19A94D-A418-470B-85B6-85969A0137EC}"/>
                  </a:ext>
                </a:extLst>
              </p14:cNvPr>
              <p14:cNvContentPartPr/>
              <p14:nvPr/>
            </p14:nvContentPartPr>
            <p14:xfrm>
              <a:off x="6688989" y="292945"/>
              <a:ext cx="2278080" cy="43200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0C19A94D-A418-470B-85B6-85969A0137E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671349" y="275305"/>
                <a:ext cx="2313720" cy="46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6FFBFA17-35F2-49AA-9E05-698D0B193D84}"/>
                  </a:ext>
                </a:extLst>
              </p14:cNvPr>
              <p14:cNvContentPartPr/>
              <p14:nvPr/>
            </p14:nvContentPartPr>
            <p14:xfrm>
              <a:off x="4403349" y="375025"/>
              <a:ext cx="1628640" cy="32400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6FFBFA17-35F2-49AA-9E05-698D0B193D8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385353" y="357045"/>
                <a:ext cx="1664272" cy="35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31085CDA-9B2F-44BE-B7BB-E14C171753D6}"/>
                  </a:ext>
                </a:extLst>
              </p14:cNvPr>
              <p14:cNvContentPartPr/>
              <p14:nvPr/>
            </p14:nvContentPartPr>
            <p14:xfrm>
              <a:off x="2804949" y="2131105"/>
              <a:ext cx="1137240" cy="38412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31085CDA-9B2F-44BE-B7BB-E14C171753D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787309" y="2113105"/>
                <a:ext cx="1172880" cy="41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ECE27850-2550-4FD5-8F59-2F7FF9284B30}"/>
                  </a:ext>
                </a:extLst>
              </p14:cNvPr>
              <p14:cNvContentPartPr/>
              <p14:nvPr/>
            </p14:nvContentPartPr>
            <p14:xfrm>
              <a:off x="8184069" y="1831585"/>
              <a:ext cx="1145880" cy="14940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ECE27850-2550-4FD5-8F59-2F7FF9284B3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166069" y="1813945"/>
                <a:ext cx="118152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2BAA8C9C-60D5-4977-B7C3-B6332A218FB6}"/>
                  </a:ext>
                </a:extLst>
              </p14:cNvPr>
              <p14:cNvContentPartPr/>
              <p14:nvPr/>
            </p14:nvContentPartPr>
            <p14:xfrm>
              <a:off x="9598509" y="1418665"/>
              <a:ext cx="1856160" cy="69048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2BAA8C9C-60D5-4977-B7C3-B6332A218FB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580866" y="1401016"/>
                <a:ext cx="1891807" cy="7261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03" name="Cerneală 202">
                <a:extLst>
                  <a:ext uri="{FF2B5EF4-FFF2-40B4-BE49-F238E27FC236}">
                    <a16:creationId xmlns:a16="http://schemas.microsoft.com/office/drawing/2014/main" id="{D2D8C3FF-EBF5-4496-AD0D-3C19AD922E41}"/>
                  </a:ext>
                </a:extLst>
              </p14:cNvPr>
              <p14:cNvContentPartPr/>
              <p14:nvPr/>
            </p14:nvContentPartPr>
            <p14:xfrm>
              <a:off x="873909" y="1474825"/>
              <a:ext cx="587160" cy="1267560"/>
            </p14:xfrm>
          </p:contentPart>
        </mc:Choice>
        <mc:Fallback xmlns="">
          <p:pic>
            <p:nvPicPr>
              <p:cNvPr id="203" name="Cerneală 202">
                <a:extLst>
                  <a:ext uri="{FF2B5EF4-FFF2-40B4-BE49-F238E27FC236}">
                    <a16:creationId xmlns:a16="http://schemas.microsoft.com/office/drawing/2014/main" id="{D2D8C3FF-EBF5-4496-AD0D-3C19AD922E41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55909" y="1456825"/>
                <a:ext cx="622800" cy="13032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Dreptunghi 15">
            <a:extLst>
              <a:ext uri="{FF2B5EF4-FFF2-40B4-BE49-F238E27FC236}">
                <a16:creationId xmlns:a16="http://schemas.microsoft.com/office/drawing/2014/main" id="{1DD268C0-FE84-423C-8B09-BF79056A2C31}"/>
              </a:ext>
            </a:extLst>
          </p:cNvPr>
          <p:cNvSpPr/>
          <p:nvPr/>
        </p:nvSpPr>
        <p:spPr>
          <a:xfrm>
            <a:off x="243904" y="45757"/>
            <a:ext cx="26517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De</a:t>
            </a:r>
            <a:r>
              <a:rPr lang="ro-RO" b="1" dirty="0">
                <a:solidFill>
                  <a:srgbClr val="0000FF"/>
                </a:solidFill>
              </a:rPr>
              <a:t>multiplexorul </a:t>
            </a:r>
            <a:r>
              <a:rPr lang="en-US" b="1" dirty="0">
                <a:solidFill>
                  <a:srgbClr val="0000FF"/>
                </a:solidFill>
              </a:rPr>
              <a:t>(D</a:t>
            </a:r>
            <a:r>
              <a:rPr lang="ro-RO" b="1" dirty="0">
                <a:solidFill>
                  <a:srgbClr val="0000FF"/>
                </a:solidFill>
              </a:rPr>
              <a:t>MUX</a:t>
            </a:r>
            <a:r>
              <a:rPr lang="en-US" b="1" dirty="0">
                <a:solidFill>
                  <a:srgbClr val="0000FF"/>
                </a:solidFill>
              </a:rPr>
              <a:t>)</a:t>
            </a:r>
            <a:r>
              <a:rPr lang="ro-RO" b="1" dirty="0">
                <a:solidFill>
                  <a:srgbClr val="0000FF"/>
                </a:solidFill>
              </a:rPr>
              <a:t>  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9037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3F586DB3-3603-4431-B79C-57C259E2AD3F}"/>
              </a:ext>
            </a:extLst>
          </p:cNvPr>
          <p:cNvSpPr/>
          <p:nvPr/>
        </p:nvSpPr>
        <p:spPr>
          <a:xfrm>
            <a:off x="1239438" y="411513"/>
            <a:ext cx="2258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300"/>
              </a:spcBef>
            </a:pPr>
            <a:r>
              <a:rPr lang="ro-RO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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b="1" i="1" dirty="0" err="1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Extensia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DMUX </a:t>
            </a:r>
            <a:endParaRPr lang="ro-RO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D6913A-B6AC-4C4D-B899-65B893732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221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661CF05-DD2A-4F6A-B322-0A5F2B1D6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86870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A154BB1-DAD5-49BC-9A43-71A1C2A04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1464" y="288036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graphicFrame>
        <p:nvGraphicFramePr>
          <p:cNvPr id="7" name="Obiect 6">
            <a:extLst>
              <a:ext uri="{FF2B5EF4-FFF2-40B4-BE49-F238E27FC236}">
                <a16:creationId xmlns:a16="http://schemas.microsoft.com/office/drawing/2014/main" id="{35EEEC38-DE0F-4272-80A0-5F6C0AE568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7607620"/>
              </p:ext>
            </p:extLst>
          </p:nvPr>
        </p:nvGraphicFramePr>
        <p:xfrm>
          <a:off x="1249733" y="960147"/>
          <a:ext cx="9966851" cy="52340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9" name="Bitmap Image" r:id="rId3" imgW="5800000" imgH="3048426" progId="Paint.Picture">
                  <p:embed/>
                </p:oleObj>
              </mc:Choice>
              <mc:Fallback>
                <p:oleObj name="Bitmap Image" r:id="rId3" imgW="5800000" imgH="3048426" progId="Paint.Picture">
                  <p:embed/>
                  <p:pic>
                    <p:nvPicPr>
                      <p:cNvPr id="7" name="Obiect 6">
                        <a:extLst>
                          <a:ext uri="{FF2B5EF4-FFF2-40B4-BE49-F238E27FC236}">
                            <a16:creationId xmlns:a16="http://schemas.microsoft.com/office/drawing/2014/main" id="{35EEEC38-DE0F-4272-80A0-5F6C0AE568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9733" y="960147"/>
                        <a:ext cx="9966851" cy="523404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Dreptunghi 7">
            <a:extLst>
              <a:ext uri="{FF2B5EF4-FFF2-40B4-BE49-F238E27FC236}">
                <a16:creationId xmlns:a16="http://schemas.microsoft.com/office/drawing/2014/main" id="{00EB27F5-135F-47AD-98B5-14194C6CB7DB}"/>
              </a:ext>
            </a:extLst>
          </p:cNvPr>
          <p:cNvSpPr/>
          <p:nvPr/>
        </p:nvSpPr>
        <p:spPr>
          <a:xfrm>
            <a:off x="243904" y="45757"/>
            <a:ext cx="26517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De</a:t>
            </a:r>
            <a:r>
              <a:rPr lang="ro-RO" b="1" dirty="0">
                <a:solidFill>
                  <a:srgbClr val="0000FF"/>
                </a:solidFill>
              </a:rPr>
              <a:t>multiplexorul </a:t>
            </a:r>
            <a:r>
              <a:rPr lang="en-US" b="1" dirty="0">
                <a:solidFill>
                  <a:srgbClr val="0000FF"/>
                </a:solidFill>
              </a:rPr>
              <a:t>(D</a:t>
            </a:r>
            <a:r>
              <a:rPr lang="ro-RO" b="1" dirty="0">
                <a:solidFill>
                  <a:srgbClr val="0000FF"/>
                </a:solidFill>
              </a:rPr>
              <a:t>MUX</a:t>
            </a:r>
            <a:r>
              <a:rPr lang="en-US" b="1" dirty="0">
                <a:solidFill>
                  <a:srgbClr val="0000FF"/>
                </a:solidFill>
              </a:rPr>
              <a:t>)</a:t>
            </a:r>
            <a:r>
              <a:rPr lang="ro-RO" b="1" dirty="0">
                <a:solidFill>
                  <a:srgbClr val="0000FF"/>
                </a:solidFill>
              </a:rPr>
              <a:t>  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91998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609660" y="228635"/>
            <a:ext cx="10698362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b="1" dirty="0">
                <a:solidFill>
                  <a:srgbClr val="0000FF"/>
                </a:solidFill>
              </a:rPr>
              <a:t>Agendă:</a:t>
            </a:r>
          </a:p>
          <a:p>
            <a:pPr marL="571500" indent="-5715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  <a:p>
            <a:pPr marL="571500" indent="-571500">
              <a:buFontTx/>
              <a:buChar char="-"/>
            </a:pPr>
            <a:r>
              <a:rPr lang="en-US" sz="2400" b="1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Decodificatoare</a:t>
            </a:r>
            <a:r>
              <a:rPr lang="en-US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(DCD) </a:t>
            </a:r>
            <a:endParaRPr lang="ro-RO" sz="2400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1943100" lvl="3" indent="-571500">
              <a:buFontTx/>
              <a:buChar char="-"/>
            </a:pPr>
            <a:r>
              <a:rPr lang="ro-RO" sz="24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Sim</a:t>
            </a:r>
            <a:r>
              <a:rPr lang="en-US" sz="24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bol</a:t>
            </a: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, table de </a:t>
            </a:r>
            <a:r>
              <a:rPr lang="en-US" sz="24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adev</a:t>
            </a:r>
            <a:r>
              <a:rPr lang="ro-RO" sz="24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ăr</a:t>
            </a:r>
            <a:r>
              <a:rPr lang="ro-RO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, structură internă, variante constructive;</a:t>
            </a:r>
          </a:p>
          <a:p>
            <a:pPr marL="1943100" lvl="3" indent="-571500">
              <a:buFontTx/>
              <a:buChar char="-"/>
            </a:pPr>
            <a:r>
              <a:rPr lang="ro-RO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Circuite DCD realizate în circuite integrate de uz general (comerciale);</a:t>
            </a:r>
          </a:p>
          <a:p>
            <a:pPr lvl="3"/>
            <a:endParaRPr lang="ro-RO" sz="2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571500" indent="-571500">
              <a:buFontTx/>
              <a:buChar char="-"/>
            </a:pPr>
            <a:r>
              <a:rPr lang="en-US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De</a:t>
            </a:r>
            <a:r>
              <a:rPr lang="ro-RO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multiplexorul </a:t>
            </a:r>
            <a:r>
              <a:rPr lang="en-US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(D</a:t>
            </a:r>
            <a:r>
              <a:rPr lang="ro-RO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MUX</a:t>
            </a:r>
            <a:r>
              <a:rPr lang="en-US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) </a:t>
            </a:r>
            <a:endParaRPr lang="ro-RO" sz="2400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1943100" lvl="3" indent="-571500">
              <a:buFontTx/>
              <a:buChar char="-"/>
            </a:pPr>
            <a:r>
              <a:rPr lang="ro-RO" sz="24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Sim</a:t>
            </a:r>
            <a:r>
              <a:rPr lang="en-US" sz="24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bol</a:t>
            </a: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, table de </a:t>
            </a:r>
            <a:r>
              <a:rPr lang="en-US" sz="24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adev</a:t>
            </a:r>
            <a:r>
              <a:rPr lang="ro-RO" sz="2400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ăr</a:t>
            </a:r>
            <a:r>
              <a:rPr lang="ro-RO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, structură internă, variante constructive;</a:t>
            </a:r>
          </a:p>
          <a:p>
            <a:pPr marL="1943100" lvl="3" indent="-571500">
              <a:buFontTx/>
              <a:buChar char="-"/>
            </a:pPr>
            <a:r>
              <a:rPr lang="ro-RO" sz="24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Extinderea numărului de ieșiri;</a:t>
            </a:r>
          </a:p>
          <a:p>
            <a:pPr marL="1943100" lvl="3" indent="-571500">
              <a:buFontTx/>
              <a:buChar char="-"/>
            </a:pPr>
            <a:endParaRPr lang="ro-RO" sz="2400" dirty="0"/>
          </a:p>
          <a:p>
            <a:pPr marL="571500" indent="-5715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Utilizarea DCD/DMUX în implementarea funcțiilor binare  </a:t>
            </a:r>
          </a:p>
          <a:p>
            <a:pPr marL="1943100" lvl="3" indent="-571500">
              <a:buFontTx/>
              <a:buChar char="-"/>
            </a:pPr>
            <a:r>
              <a:rPr lang="ro-RO" sz="2400" dirty="0"/>
              <a:t>Mod de lucru;</a:t>
            </a:r>
          </a:p>
          <a:p>
            <a:pPr marL="1943100" lvl="3" indent="-571500">
              <a:buFontTx/>
              <a:buChar char="-"/>
            </a:pPr>
            <a:r>
              <a:rPr lang="ro-RO" sz="2400" dirty="0"/>
              <a:t>Exemple</a:t>
            </a:r>
          </a:p>
          <a:p>
            <a:pPr marL="1943100" lvl="3" indent="-571500">
              <a:buFontTx/>
              <a:buChar char="-"/>
            </a:pPr>
            <a:endParaRPr lang="ro-RO" sz="2400" dirty="0"/>
          </a:p>
          <a:p>
            <a:pPr marL="1943100" lvl="3" indent="-571500">
              <a:buFontTx/>
              <a:buChar char="-"/>
            </a:pPr>
            <a:endParaRPr lang="ro-RO" sz="2400" dirty="0"/>
          </a:p>
          <a:p>
            <a:pPr marL="1943100" lvl="3" indent="-571500">
              <a:buFontTx/>
              <a:buChar char="-"/>
            </a:pPr>
            <a:endParaRPr lang="ro-RO" sz="2400" dirty="0"/>
          </a:p>
          <a:p>
            <a:pPr marL="1943100" lvl="3" indent="-5715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10229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3F586DB3-3603-4431-B79C-57C259E2AD3F}"/>
              </a:ext>
            </a:extLst>
          </p:cNvPr>
          <p:cNvSpPr/>
          <p:nvPr/>
        </p:nvSpPr>
        <p:spPr>
          <a:xfrm>
            <a:off x="243904" y="502952"/>
            <a:ext cx="25602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300"/>
              </a:spcBef>
            </a:pPr>
            <a:r>
              <a:rPr lang="ro-RO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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ro-RO" b="1" i="1" dirty="0">
                <a:latin typeface="Tahoma" panose="020B0604030504040204" pitchFamily="34" charset="0"/>
                <a:ea typeface="Times New Roman" panose="02020603050405020304" pitchFamily="18" charset="0"/>
                <a:sym typeface="Symbol" panose="05050102010706020507" pitchFamily="18" charset="2"/>
              </a:rPr>
              <a:t>Mod de lucru </a:t>
            </a:r>
            <a:r>
              <a:rPr lang="en-US" b="1" i="1" dirty="0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ro-RO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A154BB1-DAD5-49BC-9A43-71A1C2A04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1464" y="288036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A8EC2CEF-E1CC-4C73-82F3-24915435A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1234464"/>
            <a:ext cx="9886950" cy="458152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AB9033A3-39F9-4C70-A74E-F20BFC0F3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43" y="4093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graphicFrame>
        <p:nvGraphicFramePr>
          <p:cNvPr id="9" name="Obiect 8">
            <a:extLst>
              <a:ext uri="{FF2B5EF4-FFF2-40B4-BE49-F238E27FC236}">
                <a16:creationId xmlns:a16="http://schemas.microsoft.com/office/drawing/2014/main" id="{95E168E0-315B-4749-ABD5-8A220AF020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2290218"/>
              </p:ext>
            </p:extLst>
          </p:nvPr>
        </p:nvGraphicFramePr>
        <p:xfrm>
          <a:off x="9113487" y="228635"/>
          <a:ext cx="2834609" cy="3958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4" name="Bitmap Image" r:id="rId4" imgW="1448002" imgH="2010056" progId="Paint.Picture">
                  <p:embed/>
                </p:oleObj>
              </mc:Choice>
              <mc:Fallback>
                <p:oleObj name="Bitmap Image" r:id="rId4" imgW="1448002" imgH="2010056" progId="Paint.Picture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3487" y="228635"/>
                        <a:ext cx="2834609" cy="39586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2926CAEC-A900-4768-AC76-58AA14752B01}"/>
                  </a:ext>
                </a:extLst>
              </p14:cNvPr>
              <p14:cNvContentPartPr/>
              <p14:nvPr/>
            </p14:nvContentPartPr>
            <p14:xfrm>
              <a:off x="1789749" y="774265"/>
              <a:ext cx="360" cy="36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2926CAEC-A900-4768-AC76-58AA14752B0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72109" y="75662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006AEDA8-3587-4E41-8E1C-AAD09785AEE3}"/>
                  </a:ext>
                </a:extLst>
              </p14:cNvPr>
              <p14:cNvContentPartPr/>
              <p14:nvPr/>
            </p14:nvContentPartPr>
            <p14:xfrm>
              <a:off x="9264069" y="394105"/>
              <a:ext cx="1521360" cy="39564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006AEDA8-3587-4E41-8E1C-AAD09785AEE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6069" y="376105"/>
                <a:ext cx="1557000" cy="43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A2119332-CBDF-44FE-89A5-4C0122E25127}"/>
                  </a:ext>
                </a:extLst>
              </p14:cNvPr>
              <p14:cNvContentPartPr/>
              <p14:nvPr/>
            </p14:nvContentPartPr>
            <p14:xfrm>
              <a:off x="7627509" y="394465"/>
              <a:ext cx="1386720" cy="58572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A2119332-CBDF-44FE-89A5-4C0122E2512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609864" y="376476"/>
                <a:ext cx="1422369" cy="6213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5857E92D-3258-40EA-A9DF-8BFC30CA14D7}"/>
                  </a:ext>
                </a:extLst>
              </p14:cNvPr>
              <p14:cNvContentPartPr/>
              <p14:nvPr/>
            </p14:nvContentPartPr>
            <p14:xfrm>
              <a:off x="7887789" y="53905"/>
              <a:ext cx="1766520" cy="28512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5857E92D-3258-40EA-A9DF-8BFC30CA14D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870149" y="35905"/>
                <a:ext cx="180216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9F109582-E7F8-46C0-BCB1-267E0F49FB8E}"/>
                  </a:ext>
                </a:extLst>
              </p14:cNvPr>
              <p14:cNvContentPartPr/>
              <p14:nvPr/>
            </p14:nvContentPartPr>
            <p14:xfrm>
              <a:off x="2534949" y="1505785"/>
              <a:ext cx="594360" cy="112572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9F109582-E7F8-46C0-BCB1-267E0F49FB8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16949" y="1488145"/>
                <a:ext cx="630000" cy="11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E9F32A36-F952-4717-886E-DF4C1AA061E4}"/>
                  </a:ext>
                </a:extLst>
              </p14:cNvPr>
              <p14:cNvContentPartPr/>
              <p14:nvPr/>
            </p14:nvContentPartPr>
            <p14:xfrm>
              <a:off x="7067709" y="1467265"/>
              <a:ext cx="1722960" cy="105372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E9F32A36-F952-4717-886E-DF4C1AA061E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049713" y="1449625"/>
                <a:ext cx="1758593" cy="10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ECC1FF92-0CB8-4B31-8984-632815F05B65}"/>
                  </a:ext>
                </a:extLst>
              </p14:cNvPr>
              <p14:cNvContentPartPr/>
              <p14:nvPr/>
            </p14:nvContentPartPr>
            <p14:xfrm>
              <a:off x="2718549" y="690745"/>
              <a:ext cx="1575720" cy="54216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ECC1FF92-0CB8-4B31-8984-632815F05B6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700905" y="672745"/>
                <a:ext cx="1611368" cy="5778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Dreptunghi 15">
            <a:extLst>
              <a:ext uri="{FF2B5EF4-FFF2-40B4-BE49-F238E27FC236}">
                <a16:creationId xmlns:a16="http://schemas.microsoft.com/office/drawing/2014/main" id="{6DF4FFDF-DCEE-4A61-B257-25B29EB4B018}"/>
              </a:ext>
            </a:extLst>
          </p:cNvPr>
          <p:cNvSpPr/>
          <p:nvPr/>
        </p:nvSpPr>
        <p:spPr>
          <a:xfrm>
            <a:off x="335343" y="137196"/>
            <a:ext cx="58520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Utilizarea DCD/DMUX în implementarea funcțiilor binare</a:t>
            </a:r>
          </a:p>
        </p:txBody>
      </p:sp>
    </p:spTree>
    <p:extLst>
      <p:ext uri="{BB962C8B-B14F-4D97-AF65-F5344CB8AC3E}">
        <p14:creationId xmlns:p14="http://schemas.microsoft.com/office/powerpoint/2010/main" val="33777051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84C0A76F-1C90-49E7-B4F3-B5D61F905828}"/>
                  </a:ext>
                </a:extLst>
              </p14:cNvPr>
              <p14:cNvContentPartPr/>
              <p14:nvPr/>
            </p14:nvContentPartPr>
            <p14:xfrm>
              <a:off x="740709" y="504985"/>
              <a:ext cx="6069960" cy="624420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84C0A76F-1C90-49E7-B4F3-B5D61F90582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3070" y="486985"/>
                <a:ext cx="6105598" cy="627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468CC62F-FFF1-4896-8506-80D379F38933}"/>
                  </a:ext>
                </a:extLst>
              </p14:cNvPr>
              <p14:cNvContentPartPr/>
              <p14:nvPr/>
            </p14:nvContentPartPr>
            <p14:xfrm>
              <a:off x="9667989" y="804145"/>
              <a:ext cx="19800" cy="3312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468CC62F-FFF1-4896-8506-80D379F3893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50349" y="786145"/>
                <a:ext cx="5544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61746CEA-B468-411B-938C-C9C59D5A1529}"/>
                  </a:ext>
                </a:extLst>
              </p14:cNvPr>
              <p14:cNvContentPartPr/>
              <p14:nvPr/>
            </p14:nvContentPartPr>
            <p14:xfrm>
              <a:off x="8474949" y="547105"/>
              <a:ext cx="886320" cy="33732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61746CEA-B468-411B-938C-C9C59D5A152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457309" y="529465"/>
                <a:ext cx="921960" cy="3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0" name="Cerneală 189">
                <a:extLst>
                  <a:ext uri="{FF2B5EF4-FFF2-40B4-BE49-F238E27FC236}">
                    <a16:creationId xmlns:a16="http://schemas.microsoft.com/office/drawing/2014/main" id="{60AB4B28-F7F5-4D97-8511-270D86E52F3A}"/>
                  </a:ext>
                </a:extLst>
              </p14:cNvPr>
              <p14:cNvContentPartPr/>
              <p14:nvPr/>
            </p14:nvContentPartPr>
            <p14:xfrm>
              <a:off x="7020189" y="1190065"/>
              <a:ext cx="4450680" cy="2970000"/>
            </p14:xfrm>
          </p:contentPart>
        </mc:Choice>
        <mc:Fallback xmlns="">
          <p:pic>
            <p:nvPicPr>
              <p:cNvPr id="190" name="Cerneală 189">
                <a:extLst>
                  <a:ext uri="{FF2B5EF4-FFF2-40B4-BE49-F238E27FC236}">
                    <a16:creationId xmlns:a16="http://schemas.microsoft.com/office/drawing/2014/main" id="{60AB4B28-F7F5-4D97-8511-270D86E52F3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002548" y="1172425"/>
                <a:ext cx="4486323" cy="30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1" name="Cerneală 200">
                <a:extLst>
                  <a:ext uri="{FF2B5EF4-FFF2-40B4-BE49-F238E27FC236}">
                    <a16:creationId xmlns:a16="http://schemas.microsoft.com/office/drawing/2014/main" id="{9FC5F6B9-8E7A-40D0-B567-74DBF0051F9C}"/>
                  </a:ext>
                </a:extLst>
              </p14:cNvPr>
              <p14:cNvContentPartPr/>
              <p14:nvPr/>
            </p14:nvContentPartPr>
            <p14:xfrm>
              <a:off x="8195589" y="4486585"/>
              <a:ext cx="2066040" cy="407160"/>
            </p14:xfrm>
          </p:contentPart>
        </mc:Choice>
        <mc:Fallback xmlns="">
          <p:pic>
            <p:nvPicPr>
              <p:cNvPr id="201" name="Cerneală 200">
                <a:extLst>
                  <a:ext uri="{FF2B5EF4-FFF2-40B4-BE49-F238E27FC236}">
                    <a16:creationId xmlns:a16="http://schemas.microsoft.com/office/drawing/2014/main" id="{9FC5F6B9-8E7A-40D0-B567-74DBF0051F9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177589" y="4468929"/>
                <a:ext cx="2101680" cy="4428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05" name="Cerneală 204">
                <a:extLst>
                  <a:ext uri="{FF2B5EF4-FFF2-40B4-BE49-F238E27FC236}">
                    <a16:creationId xmlns:a16="http://schemas.microsoft.com/office/drawing/2014/main" id="{7632D76A-A82D-4EFD-8991-3A93686D2BF3}"/>
                  </a:ext>
                </a:extLst>
              </p14:cNvPr>
              <p14:cNvContentPartPr/>
              <p14:nvPr/>
            </p14:nvContentPartPr>
            <p14:xfrm>
              <a:off x="10683909" y="4414945"/>
              <a:ext cx="960480" cy="363600"/>
            </p14:xfrm>
          </p:contentPart>
        </mc:Choice>
        <mc:Fallback xmlns="">
          <p:pic>
            <p:nvPicPr>
              <p:cNvPr id="205" name="Cerneală 204">
                <a:extLst>
                  <a:ext uri="{FF2B5EF4-FFF2-40B4-BE49-F238E27FC236}">
                    <a16:creationId xmlns:a16="http://schemas.microsoft.com/office/drawing/2014/main" id="{7632D76A-A82D-4EFD-8991-3A93686D2BF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665909" y="4397305"/>
                <a:ext cx="996120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29" name="Cerneală 228">
                <a:extLst>
                  <a:ext uri="{FF2B5EF4-FFF2-40B4-BE49-F238E27FC236}">
                    <a16:creationId xmlns:a16="http://schemas.microsoft.com/office/drawing/2014/main" id="{0298393C-318C-44C2-9031-A78F97F521EE}"/>
                  </a:ext>
                </a:extLst>
              </p14:cNvPr>
              <p14:cNvContentPartPr/>
              <p14:nvPr/>
            </p14:nvContentPartPr>
            <p14:xfrm>
              <a:off x="8193069" y="5045665"/>
              <a:ext cx="3467880" cy="1139040"/>
            </p14:xfrm>
          </p:contentPart>
        </mc:Choice>
        <mc:Fallback xmlns="">
          <p:pic>
            <p:nvPicPr>
              <p:cNvPr id="229" name="Cerneală 228">
                <a:extLst>
                  <a:ext uri="{FF2B5EF4-FFF2-40B4-BE49-F238E27FC236}">
                    <a16:creationId xmlns:a16="http://schemas.microsoft.com/office/drawing/2014/main" id="{0298393C-318C-44C2-9031-A78F97F521E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175431" y="5028019"/>
                <a:ext cx="3503516" cy="1174691"/>
              </a:xfrm>
              <a:prstGeom prst="rect">
                <a:avLst/>
              </a:prstGeom>
            </p:spPr>
          </p:pic>
        </mc:Fallback>
      </mc:AlternateContent>
      <p:sp>
        <p:nvSpPr>
          <p:cNvPr id="9" name="Dreptunghi 8">
            <a:extLst>
              <a:ext uri="{FF2B5EF4-FFF2-40B4-BE49-F238E27FC236}">
                <a16:creationId xmlns:a16="http://schemas.microsoft.com/office/drawing/2014/main" id="{BBED1E5F-685B-4A65-B7F5-1A77692A548D}"/>
              </a:ext>
            </a:extLst>
          </p:cNvPr>
          <p:cNvSpPr/>
          <p:nvPr/>
        </p:nvSpPr>
        <p:spPr>
          <a:xfrm>
            <a:off x="335343" y="137196"/>
            <a:ext cx="58520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Utilizarea DCD/DMUX în implementarea funcțiilor binare</a:t>
            </a:r>
          </a:p>
        </p:txBody>
      </p:sp>
    </p:spTree>
    <p:extLst>
      <p:ext uri="{BB962C8B-B14F-4D97-AF65-F5344CB8AC3E}">
        <p14:creationId xmlns:p14="http://schemas.microsoft.com/office/powerpoint/2010/main" val="5459677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D6913A-B6AC-4C4D-B899-65B893732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221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661CF05-DD2A-4F6A-B322-0A5F2B1D6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86870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A154BB1-DAD5-49BC-9A43-71A1C2A04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1464" y="288036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B9033A3-39F9-4C70-A74E-F20BFC0F3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43" y="4093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10" name="Imagine 9">
            <a:extLst>
              <a:ext uri="{FF2B5EF4-FFF2-40B4-BE49-F238E27FC236}">
                <a16:creationId xmlns:a16="http://schemas.microsoft.com/office/drawing/2014/main" id="{AE4C3C1D-FDB1-45DD-8F9D-67D8CD2B0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1234464"/>
            <a:ext cx="10241168" cy="5157805"/>
          </a:xfrm>
          <a:prstGeom prst="rect">
            <a:avLst/>
          </a:prstGeom>
        </p:spPr>
      </p:pic>
      <p:graphicFrame>
        <p:nvGraphicFramePr>
          <p:cNvPr id="11" name="Obiect 10">
            <a:extLst>
              <a:ext uri="{FF2B5EF4-FFF2-40B4-BE49-F238E27FC236}">
                <a16:creationId xmlns:a16="http://schemas.microsoft.com/office/drawing/2014/main" id="{4C3F56D4-FA64-4497-A71C-0CD84B5A73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8605760"/>
              </p:ext>
            </p:extLst>
          </p:nvPr>
        </p:nvGraphicFramePr>
        <p:xfrm>
          <a:off x="9387804" y="137196"/>
          <a:ext cx="2560292" cy="3575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7" name="Bitmap Image" r:id="rId4" imgW="1448002" imgH="2010056" progId="Paint.Picture">
                  <p:embed/>
                </p:oleObj>
              </mc:Choice>
              <mc:Fallback>
                <p:oleObj name="Bitmap Image" r:id="rId4" imgW="1448002" imgH="2010056" progId="Paint.Picture">
                  <p:embed/>
                  <p:pic>
                    <p:nvPicPr>
                      <p:cNvPr id="9" name="Obiect 8">
                        <a:extLst>
                          <a:ext uri="{FF2B5EF4-FFF2-40B4-BE49-F238E27FC236}">
                            <a16:creationId xmlns:a16="http://schemas.microsoft.com/office/drawing/2014/main" id="{95E168E0-315B-4749-ABD5-8A220AF020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87804" y="137196"/>
                        <a:ext cx="2560292" cy="35755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FB1BD6FC-91D5-4F4D-900E-6601AC528EE5}"/>
                  </a:ext>
                </a:extLst>
              </p14:cNvPr>
              <p14:cNvContentPartPr/>
              <p14:nvPr/>
            </p14:nvContentPartPr>
            <p14:xfrm>
              <a:off x="6597909" y="1886305"/>
              <a:ext cx="326880" cy="1548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FB1BD6FC-91D5-4F4D-900E-6601AC528EE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579909" y="1868305"/>
                <a:ext cx="36252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ACCC35A8-351A-40C4-8668-BFF6D4D1A84C}"/>
                  </a:ext>
                </a:extLst>
              </p14:cNvPr>
              <p14:cNvContentPartPr/>
              <p14:nvPr/>
            </p14:nvContentPartPr>
            <p14:xfrm>
              <a:off x="7092909" y="2088265"/>
              <a:ext cx="35280" cy="14256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ACCC35A8-351A-40C4-8668-BFF6D4D1A84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075269" y="2070625"/>
                <a:ext cx="7092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518F2869-A009-4E13-8DDD-1B5DAFAAC89D}"/>
                  </a:ext>
                </a:extLst>
              </p14:cNvPr>
              <p14:cNvContentPartPr/>
              <p14:nvPr/>
            </p14:nvContentPartPr>
            <p14:xfrm>
              <a:off x="7309989" y="1833385"/>
              <a:ext cx="263520" cy="1404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518F2869-A009-4E13-8DDD-1B5DAFAAC89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292349" y="1815745"/>
                <a:ext cx="29916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FD1EBC00-B3E0-496E-BF88-881D4A1ADC77}"/>
                  </a:ext>
                </a:extLst>
              </p14:cNvPr>
              <p14:cNvContentPartPr/>
              <p14:nvPr/>
            </p14:nvContentPartPr>
            <p14:xfrm>
              <a:off x="6559389" y="1951465"/>
              <a:ext cx="402120" cy="17424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FD1EBC00-B3E0-496E-BF88-881D4A1ADC7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541405" y="1933825"/>
                <a:ext cx="437728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07E1F454-A699-416C-AE42-1BB754368E1F}"/>
                  </a:ext>
                </a:extLst>
              </p14:cNvPr>
              <p14:cNvContentPartPr/>
              <p14:nvPr/>
            </p14:nvContentPartPr>
            <p14:xfrm>
              <a:off x="7846029" y="1174225"/>
              <a:ext cx="1409040" cy="56484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07E1F454-A699-416C-AE42-1BB754368E1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828384" y="1156225"/>
                <a:ext cx="1444689" cy="60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75AAA3B9-9D5D-4BD8-8EB6-1E7409C4C4F4}"/>
                  </a:ext>
                </a:extLst>
              </p14:cNvPr>
              <p14:cNvContentPartPr/>
              <p14:nvPr/>
            </p14:nvContentPartPr>
            <p14:xfrm>
              <a:off x="6586029" y="1322545"/>
              <a:ext cx="942840" cy="28512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75AAA3B9-9D5D-4BD8-8EB6-1E7409C4C4F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568389" y="1304545"/>
                <a:ext cx="97848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4ADD0068-BB7C-494B-8F57-AD8FE49A2E5D}"/>
                  </a:ext>
                </a:extLst>
              </p14:cNvPr>
              <p14:cNvContentPartPr/>
              <p14:nvPr/>
            </p14:nvContentPartPr>
            <p14:xfrm>
              <a:off x="7780869" y="2073865"/>
              <a:ext cx="45360" cy="13284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4ADD0068-BB7C-494B-8F57-AD8FE49A2E5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763229" y="2056225"/>
                <a:ext cx="8100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173F8FF7-35C4-46DB-A4EE-4A86965633B6}"/>
                  </a:ext>
                </a:extLst>
              </p14:cNvPr>
              <p14:cNvContentPartPr/>
              <p14:nvPr/>
            </p14:nvContentPartPr>
            <p14:xfrm>
              <a:off x="8007669" y="2040385"/>
              <a:ext cx="10080" cy="396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173F8FF7-35C4-46DB-A4EE-4A86965633B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990029" y="2022745"/>
                <a:ext cx="457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50158B9B-1CEC-4C61-A593-5FD449364F02}"/>
                  </a:ext>
                </a:extLst>
              </p14:cNvPr>
              <p14:cNvContentPartPr/>
              <p14:nvPr/>
            </p14:nvContentPartPr>
            <p14:xfrm>
              <a:off x="8392869" y="1872985"/>
              <a:ext cx="297720" cy="432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50158B9B-1CEC-4C61-A593-5FD449364F0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375229" y="1855345"/>
                <a:ext cx="3333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8B39AB9B-2A73-412B-86DD-6FF143F112CC}"/>
                  </a:ext>
                </a:extLst>
              </p14:cNvPr>
              <p14:cNvContentPartPr/>
              <p14:nvPr/>
            </p14:nvContentPartPr>
            <p14:xfrm>
              <a:off x="8460549" y="1958665"/>
              <a:ext cx="426960" cy="26280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8B39AB9B-2A73-412B-86DD-6FF143F112C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442564" y="1940690"/>
                <a:ext cx="462570" cy="2983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75FBB011-3CA5-43BF-BE65-B01A9021C5BD}"/>
                  </a:ext>
                </a:extLst>
              </p14:cNvPr>
              <p14:cNvContentPartPr/>
              <p14:nvPr/>
            </p14:nvContentPartPr>
            <p14:xfrm>
              <a:off x="8137629" y="2047945"/>
              <a:ext cx="124200" cy="1152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75FBB011-3CA5-43BF-BE65-B01A9021C5B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119989" y="2030305"/>
                <a:ext cx="15984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A31CB430-A26C-46DB-8152-A15F578CB4DD}"/>
                  </a:ext>
                </a:extLst>
              </p14:cNvPr>
              <p14:cNvContentPartPr/>
              <p14:nvPr/>
            </p14:nvContentPartPr>
            <p14:xfrm>
              <a:off x="7281189" y="1955785"/>
              <a:ext cx="319680" cy="27540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A31CB430-A26C-46DB-8152-A15F578CB4D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263529" y="1937785"/>
                <a:ext cx="355360" cy="31104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Dreptunghi 21">
            <a:extLst>
              <a:ext uri="{FF2B5EF4-FFF2-40B4-BE49-F238E27FC236}">
                <a16:creationId xmlns:a16="http://schemas.microsoft.com/office/drawing/2014/main" id="{806931F9-E546-4F87-BE4F-710555F5CA7A}"/>
              </a:ext>
            </a:extLst>
          </p:cNvPr>
          <p:cNvSpPr/>
          <p:nvPr/>
        </p:nvSpPr>
        <p:spPr>
          <a:xfrm>
            <a:off x="335343" y="137196"/>
            <a:ext cx="58520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Utilizarea DCD/DMUX în implementarea funcțiilor binare</a:t>
            </a:r>
          </a:p>
          <a:p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A) Cazul DCD cu ieșiri active pe zero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985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67AE365D-5BBA-47CD-8964-A9E9017BBEEF}"/>
                  </a:ext>
                </a:extLst>
              </p14:cNvPr>
              <p14:cNvContentPartPr/>
              <p14:nvPr/>
            </p14:nvContentPartPr>
            <p14:xfrm>
              <a:off x="383216" y="1034299"/>
              <a:ext cx="199440" cy="308520"/>
            </p14:xfrm>
          </p:contentPart>
        </mc:Choice>
        <mc:Fallback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67AE365D-5BBA-47CD-8964-A9E9017BBEE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5183" y="1016299"/>
                <a:ext cx="235144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7BFACB84-7796-4E56-8E33-1C5B52818C9D}"/>
                  </a:ext>
                </a:extLst>
              </p14:cNvPr>
              <p14:cNvContentPartPr/>
              <p14:nvPr/>
            </p14:nvContentPartPr>
            <p14:xfrm>
              <a:off x="739976" y="1197739"/>
              <a:ext cx="121320" cy="7560"/>
            </p14:xfrm>
          </p:contentPart>
        </mc:Choice>
        <mc:Fallback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7BFACB84-7796-4E56-8E33-1C5B52818C9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1976" y="1179739"/>
                <a:ext cx="15696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37F607C0-A558-45C3-AAB8-29C67FAD8EB9}"/>
                  </a:ext>
                </a:extLst>
              </p14:cNvPr>
              <p14:cNvContentPartPr/>
              <p14:nvPr/>
            </p14:nvContentPartPr>
            <p14:xfrm>
              <a:off x="739976" y="1292059"/>
              <a:ext cx="155880" cy="26640"/>
            </p14:xfrm>
          </p:contentPart>
        </mc:Choice>
        <mc:Fallback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37F607C0-A558-45C3-AAB8-29C67FAD8EB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1976" y="1273812"/>
                <a:ext cx="191520" cy="627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093FAFA8-E96C-4D34-827E-E9A8C1D90C2E}"/>
                  </a:ext>
                </a:extLst>
              </p14:cNvPr>
              <p14:cNvContentPartPr/>
              <p14:nvPr/>
            </p14:nvContentPartPr>
            <p14:xfrm>
              <a:off x="2592536" y="1212499"/>
              <a:ext cx="149760" cy="10080"/>
            </p14:xfrm>
          </p:contentPart>
        </mc:Choice>
        <mc:Fallback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093FAFA8-E96C-4D34-827E-E9A8C1D90C2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74536" y="1195120"/>
                <a:ext cx="185400" cy="444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EFE5F68B-7135-4769-BAF0-BA023097000B}"/>
                  </a:ext>
                </a:extLst>
              </p14:cNvPr>
              <p14:cNvContentPartPr/>
              <p14:nvPr/>
            </p14:nvContentPartPr>
            <p14:xfrm>
              <a:off x="2602616" y="1292779"/>
              <a:ext cx="159480" cy="8640"/>
            </p14:xfrm>
          </p:contentPart>
        </mc:Choice>
        <mc:Fallback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EFE5F68B-7135-4769-BAF0-BA023097000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84616" y="1275499"/>
                <a:ext cx="195120" cy="428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C9E1B6D7-4350-41A7-A655-8C5EB32ED38C}"/>
                  </a:ext>
                </a:extLst>
              </p14:cNvPr>
              <p14:cNvContentPartPr/>
              <p14:nvPr/>
            </p14:nvContentPartPr>
            <p14:xfrm>
              <a:off x="3054776" y="1029619"/>
              <a:ext cx="252720" cy="3960"/>
            </p14:xfrm>
          </p:contentPart>
        </mc:Choice>
        <mc:Fallback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C9E1B6D7-4350-41A7-A655-8C5EB32ED38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36776" y="1011619"/>
                <a:ext cx="28836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218C4F19-0D8F-43D0-A88B-C2FF2637BBB3}"/>
                  </a:ext>
                </a:extLst>
              </p14:cNvPr>
              <p14:cNvContentPartPr/>
              <p14:nvPr/>
            </p14:nvContentPartPr>
            <p14:xfrm>
              <a:off x="3704216" y="1044019"/>
              <a:ext cx="240840" cy="10080"/>
            </p14:xfrm>
          </p:contentPart>
        </mc:Choice>
        <mc:Fallback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218C4F19-0D8F-43D0-A88B-C2FF2637BBB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86189" y="1026019"/>
                <a:ext cx="276533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3EE1D920-0B4B-44F5-9D65-41CBACA73118}"/>
                  </a:ext>
                </a:extLst>
              </p14:cNvPr>
              <p14:cNvContentPartPr/>
              <p14:nvPr/>
            </p14:nvContentPartPr>
            <p14:xfrm>
              <a:off x="3030656" y="928459"/>
              <a:ext cx="1090800" cy="3960"/>
            </p14:xfrm>
          </p:contentPart>
        </mc:Choice>
        <mc:Fallback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3EE1D920-0B4B-44F5-9D65-41CBACA7311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12656" y="910459"/>
                <a:ext cx="112644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E237627F-D43C-4B8D-8DB4-5042B6777433}"/>
                  </a:ext>
                </a:extLst>
              </p14:cNvPr>
              <p14:cNvContentPartPr/>
              <p14:nvPr/>
            </p14:nvContentPartPr>
            <p14:xfrm>
              <a:off x="3059816" y="1119979"/>
              <a:ext cx="1215000" cy="296280"/>
            </p14:xfrm>
          </p:contentPart>
        </mc:Choice>
        <mc:Fallback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E237627F-D43C-4B8D-8DB4-5042B677743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041821" y="1102001"/>
                <a:ext cx="1250629" cy="3318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D32091BE-9365-4F57-ABAB-1BC813078FCE}"/>
                  </a:ext>
                </a:extLst>
              </p14:cNvPr>
              <p14:cNvContentPartPr/>
              <p14:nvPr/>
            </p14:nvContentPartPr>
            <p14:xfrm>
              <a:off x="1177736" y="1111339"/>
              <a:ext cx="1200600" cy="359280"/>
            </p14:xfrm>
          </p:contentPart>
        </mc:Choice>
        <mc:Fallback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D32091BE-9365-4F57-ABAB-1BC813078FC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59731" y="1093339"/>
                <a:ext cx="1236251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41C3D6AB-D236-4C05-87F0-DC19AB911A00}"/>
                  </a:ext>
                </a:extLst>
              </p14:cNvPr>
              <p14:cNvContentPartPr/>
              <p14:nvPr/>
            </p14:nvContentPartPr>
            <p14:xfrm>
              <a:off x="975416" y="1691659"/>
              <a:ext cx="2364480" cy="3486240"/>
            </p14:xfrm>
          </p:contentPart>
        </mc:Choice>
        <mc:Fallback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41C3D6AB-D236-4C05-87F0-DC19AB911A0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57413" y="1673659"/>
                <a:ext cx="2400125" cy="352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51F2C257-3E00-4C8F-A48D-4DAECAA20054}"/>
                  </a:ext>
                </a:extLst>
              </p14:cNvPr>
              <p14:cNvContentPartPr/>
              <p14:nvPr/>
            </p14:nvContentPartPr>
            <p14:xfrm>
              <a:off x="3295616" y="2367379"/>
              <a:ext cx="776880" cy="16560"/>
            </p14:xfrm>
          </p:contentPart>
        </mc:Choice>
        <mc:Fallback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51F2C257-3E00-4C8F-A48D-4DAECAA2005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277616" y="2349379"/>
                <a:ext cx="81252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5313033D-A310-439C-9733-87CAFBE147C7}"/>
                  </a:ext>
                </a:extLst>
              </p14:cNvPr>
              <p14:cNvContentPartPr/>
              <p14:nvPr/>
            </p14:nvContentPartPr>
            <p14:xfrm>
              <a:off x="545576" y="3137419"/>
              <a:ext cx="301680" cy="255960"/>
            </p14:xfrm>
          </p:contentPart>
        </mc:Choice>
        <mc:Fallback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5313033D-A310-439C-9733-87CAFBE147C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27576" y="3119444"/>
                <a:ext cx="337320" cy="2915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C6D4CB81-2EDC-437F-AB9D-B2E37BF8AEA0}"/>
                  </a:ext>
                </a:extLst>
              </p14:cNvPr>
              <p14:cNvContentPartPr/>
              <p14:nvPr/>
            </p14:nvContentPartPr>
            <p14:xfrm>
              <a:off x="460976" y="2280619"/>
              <a:ext cx="376560" cy="266760"/>
            </p14:xfrm>
          </p:contentPart>
        </mc:Choice>
        <mc:Fallback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C6D4CB81-2EDC-437F-AB9D-B2E37BF8AEA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42976" y="2262619"/>
                <a:ext cx="41220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17D973FD-F1CA-4628-B371-28A1337B48A4}"/>
                  </a:ext>
                </a:extLst>
              </p14:cNvPr>
              <p14:cNvContentPartPr/>
              <p14:nvPr/>
            </p14:nvContentPartPr>
            <p14:xfrm>
              <a:off x="513536" y="2725579"/>
              <a:ext cx="283680" cy="300960"/>
            </p14:xfrm>
          </p:contentPart>
        </mc:Choice>
        <mc:Fallback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17D973FD-F1CA-4628-B371-28A1337B48A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95513" y="2707579"/>
                <a:ext cx="319365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05F773A2-7EA9-4ECC-A16D-06F7C64BE634}"/>
                  </a:ext>
                </a:extLst>
              </p14:cNvPr>
              <p14:cNvContentPartPr/>
              <p14:nvPr/>
            </p14:nvContentPartPr>
            <p14:xfrm>
              <a:off x="3699536" y="2044819"/>
              <a:ext cx="286920" cy="14760"/>
            </p14:xfrm>
          </p:contentPart>
        </mc:Choice>
        <mc:Fallback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05F773A2-7EA9-4ECC-A16D-06F7C64BE63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681513" y="2026369"/>
                <a:ext cx="322605" cy="512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EF653111-9179-416A-8778-337BED130B75}"/>
                  </a:ext>
                </a:extLst>
              </p14:cNvPr>
              <p14:cNvContentPartPr/>
              <p14:nvPr/>
            </p14:nvContentPartPr>
            <p14:xfrm>
              <a:off x="3718976" y="2117179"/>
              <a:ext cx="317880" cy="159480"/>
            </p14:xfrm>
          </p:contentPart>
        </mc:Choice>
        <mc:Fallback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EF653111-9179-416A-8778-337BED130B7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700976" y="2099179"/>
                <a:ext cx="35352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671C1C84-B867-4E05-839B-BE42CA40347A}"/>
                  </a:ext>
                </a:extLst>
              </p14:cNvPr>
              <p14:cNvContentPartPr/>
              <p14:nvPr/>
            </p14:nvContentPartPr>
            <p14:xfrm>
              <a:off x="1899536" y="4871539"/>
              <a:ext cx="2367720" cy="960120"/>
            </p14:xfrm>
          </p:contentPart>
        </mc:Choice>
        <mc:Fallback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671C1C84-B867-4E05-839B-BE42CA40347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881533" y="4853539"/>
                <a:ext cx="2403365" cy="9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2137DBB7-BAB0-4111-AC1D-9C3197E09178}"/>
                  </a:ext>
                </a:extLst>
              </p14:cNvPr>
              <p14:cNvContentPartPr/>
              <p14:nvPr/>
            </p14:nvContentPartPr>
            <p14:xfrm>
              <a:off x="10182416" y="4514419"/>
              <a:ext cx="254520" cy="196920"/>
            </p14:xfrm>
          </p:contentPart>
        </mc:Choice>
        <mc:Fallback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2137DBB7-BAB0-4111-AC1D-9C3197E0917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164416" y="4496419"/>
                <a:ext cx="29016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D5A8C33C-11CE-45B3-A707-5622D1426FAB}"/>
                  </a:ext>
                </a:extLst>
              </p14:cNvPr>
              <p14:cNvContentPartPr/>
              <p14:nvPr/>
            </p14:nvContentPartPr>
            <p14:xfrm>
              <a:off x="8180096" y="4933819"/>
              <a:ext cx="435960" cy="256320"/>
            </p14:xfrm>
          </p:contentPart>
        </mc:Choice>
        <mc:Fallback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D5A8C33C-11CE-45B3-A707-5622D1426FA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162096" y="4915819"/>
                <a:ext cx="47160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6C84BDAF-865F-4952-ACC2-CD3C1A197D7F}"/>
                  </a:ext>
                </a:extLst>
              </p14:cNvPr>
              <p14:cNvContentPartPr/>
              <p14:nvPr/>
            </p14:nvContentPartPr>
            <p14:xfrm>
              <a:off x="10004216" y="4861459"/>
              <a:ext cx="309240" cy="321480"/>
            </p14:xfrm>
          </p:contentPart>
        </mc:Choice>
        <mc:Fallback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6C84BDAF-865F-4952-ACC2-CD3C1A197D7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986237" y="4843459"/>
                <a:ext cx="344839" cy="35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F9C1E67B-0BF7-4D00-A20A-0A364470CE8D}"/>
                  </a:ext>
                </a:extLst>
              </p14:cNvPr>
              <p14:cNvContentPartPr/>
              <p14:nvPr/>
            </p14:nvContentPartPr>
            <p14:xfrm>
              <a:off x="10634576" y="4317139"/>
              <a:ext cx="1187280" cy="853920"/>
            </p14:xfrm>
          </p:contentPart>
        </mc:Choice>
        <mc:Fallback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F9C1E67B-0BF7-4D00-A20A-0A364470CE8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616571" y="4299131"/>
                <a:ext cx="1222931" cy="8895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65DE3543-DB22-434F-AC70-17F17938DD53}"/>
                  </a:ext>
                </a:extLst>
              </p14:cNvPr>
              <p14:cNvContentPartPr/>
              <p14:nvPr/>
            </p14:nvContentPartPr>
            <p14:xfrm>
              <a:off x="8941856" y="4908619"/>
              <a:ext cx="906840" cy="280080"/>
            </p14:xfrm>
          </p:contentPart>
        </mc:Choice>
        <mc:Fallback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65DE3543-DB22-434F-AC70-17F17938DD5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923863" y="4890596"/>
                <a:ext cx="942466" cy="3157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A891B844-6F7A-4F33-B4BE-401361BED725}"/>
                  </a:ext>
                </a:extLst>
              </p14:cNvPr>
              <p14:cNvContentPartPr/>
              <p14:nvPr/>
            </p14:nvContentPartPr>
            <p14:xfrm>
              <a:off x="3288056" y="2458819"/>
              <a:ext cx="6478200" cy="2332440"/>
            </p14:xfrm>
          </p:contentPart>
        </mc:Choice>
        <mc:Fallback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A891B844-6F7A-4F33-B4BE-401361BED72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270056" y="2440819"/>
                <a:ext cx="6513840" cy="236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62" name="Cerneală 161">
                <a:extLst>
                  <a:ext uri="{FF2B5EF4-FFF2-40B4-BE49-F238E27FC236}">
                    <a16:creationId xmlns:a16="http://schemas.microsoft.com/office/drawing/2014/main" id="{75A96A69-A852-4EB7-A3B5-92AFB8B1CCBE}"/>
                  </a:ext>
                </a:extLst>
              </p14:cNvPr>
              <p14:cNvContentPartPr/>
              <p14:nvPr/>
            </p14:nvContentPartPr>
            <p14:xfrm>
              <a:off x="8230136" y="5583979"/>
              <a:ext cx="438120" cy="174240"/>
            </p14:xfrm>
          </p:contentPart>
        </mc:Choice>
        <mc:Fallback>
          <p:pic>
            <p:nvPicPr>
              <p:cNvPr id="162" name="Cerneală 161">
                <a:extLst>
                  <a:ext uri="{FF2B5EF4-FFF2-40B4-BE49-F238E27FC236}">
                    <a16:creationId xmlns:a16="http://schemas.microsoft.com/office/drawing/2014/main" id="{75A96A69-A852-4EB7-A3B5-92AFB8B1CCB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212136" y="5565979"/>
                <a:ext cx="47376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9BC7BFE4-B3AA-4DB4-B385-02D4793C51B6}"/>
                  </a:ext>
                </a:extLst>
              </p14:cNvPr>
              <p14:cNvContentPartPr/>
              <p14:nvPr/>
            </p14:nvContentPartPr>
            <p14:xfrm>
              <a:off x="8308256" y="5884939"/>
              <a:ext cx="454320" cy="308520"/>
            </p14:xfrm>
          </p:contentPart>
        </mc:Choice>
        <mc:Fallback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9BC7BFE4-B3AA-4DB4-B385-02D4793C51B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290256" y="5866939"/>
                <a:ext cx="48996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22B7DDF2-AAEA-43BF-827A-B0FE7769DE8B}"/>
                  </a:ext>
                </a:extLst>
              </p14:cNvPr>
              <p14:cNvContentPartPr/>
              <p14:nvPr/>
            </p14:nvContentPartPr>
            <p14:xfrm>
              <a:off x="11014736" y="5360779"/>
              <a:ext cx="1053000" cy="385920"/>
            </p14:xfrm>
          </p:contentPart>
        </mc:Choice>
        <mc:Fallback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22B7DDF2-AAEA-43BF-827A-B0FE7769DE8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996736" y="5342762"/>
                <a:ext cx="1088640" cy="4215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42FF8DAD-1A0F-4108-96F0-DF2ACFF2CD6B}"/>
                  </a:ext>
                </a:extLst>
              </p14:cNvPr>
              <p14:cNvContentPartPr/>
              <p14:nvPr/>
            </p14:nvContentPartPr>
            <p14:xfrm>
              <a:off x="10875416" y="5920579"/>
              <a:ext cx="785880" cy="356040"/>
            </p14:xfrm>
          </p:contentPart>
        </mc:Choice>
        <mc:Fallback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42FF8DAD-1A0F-4108-96F0-DF2ACFF2CD6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857416" y="5902579"/>
                <a:ext cx="82152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8361A4C6-F868-4268-A273-2EDFE252CEBB}"/>
                  </a:ext>
                </a:extLst>
              </p14:cNvPr>
              <p14:cNvContentPartPr/>
              <p14:nvPr/>
            </p14:nvContentPartPr>
            <p14:xfrm>
              <a:off x="8925656" y="5382379"/>
              <a:ext cx="1731240" cy="884160"/>
            </p14:xfrm>
          </p:contentPart>
        </mc:Choice>
        <mc:Fallback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8361A4C6-F868-4268-A273-2EDFE252CEB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907652" y="5364379"/>
                <a:ext cx="1766887" cy="91980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Dreptunghi 31">
            <a:extLst>
              <a:ext uri="{FF2B5EF4-FFF2-40B4-BE49-F238E27FC236}">
                <a16:creationId xmlns:a16="http://schemas.microsoft.com/office/drawing/2014/main" id="{102FF145-E529-4B17-9F37-2AC027B4F1C0}"/>
              </a:ext>
            </a:extLst>
          </p:cNvPr>
          <p:cNvSpPr/>
          <p:nvPr/>
        </p:nvSpPr>
        <p:spPr>
          <a:xfrm>
            <a:off x="335343" y="137196"/>
            <a:ext cx="58520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Utilizarea DCD/DMUX în implementarea funcțiilor binare</a:t>
            </a:r>
          </a:p>
          <a:p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A) Cazul DCD cu ieșiri active pe zero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343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Obiect 31">
            <a:extLst>
              <a:ext uri="{FF2B5EF4-FFF2-40B4-BE49-F238E27FC236}">
                <a16:creationId xmlns:a16="http://schemas.microsoft.com/office/drawing/2014/main" id="{33AB0277-E057-4D10-A8AE-B08D71696C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7463754"/>
              </p:ext>
            </p:extLst>
          </p:nvPr>
        </p:nvGraphicFramePr>
        <p:xfrm>
          <a:off x="518221" y="594391"/>
          <a:ext cx="2560292" cy="3575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8" name="Bitmap Image" r:id="rId3" imgW="1448002" imgH="2010056" progId="Paint.Picture">
                  <p:embed/>
                </p:oleObj>
              </mc:Choice>
              <mc:Fallback>
                <p:oleObj name="Bitmap Image" r:id="rId3" imgW="1448002" imgH="2010056" progId="Paint.Picture">
                  <p:embed/>
                  <p:pic>
                    <p:nvPicPr>
                      <p:cNvPr id="11" name="Obiect 10">
                        <a:extLst>
                          <a:ext uri="{FF2B5EF4-FFF2-40B4-BE49-F238E27FC236}">
                            <a16:creationId xmlns:a16="http://schemas.microsoft.com/office/drawing/2014/main" id="{4C3F56D4-FA64-4497-A71C-0CD84B5A73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221" y="594391"/>
                        <a:ext cx="2560292" cy="35755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577C85BD-51D5-455A-8FE2-DDEE10201E09}"/>
                  </a:ext>
                </a:extLst>
              </p14:cNvPr>
              <p14:cNvContentPartPr/>
              <p14:nvPr/>
            </p14:nvContentPartPr>
            <p14:xfrm>
              <a:off x="2474469" y="787225"/>
              <a:ext cx="259200" cy="26244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577C85BD-51D5-455A-8FE2-DDEE10201E0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56469" y="769225"/>
                <a:ext cx="29484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D589027B-87FF-4ADD-B358-C8C29E8688CE}"/>
                  </a:ext>
                </a:extLst>
              </p14:cNvPr>
              <p14:cNvContentPartPr/>
              <p14:nvPr/>
            </p14:nvContentPartPr>
            <p14:xfrm>
              <a:off x="2580309" y="1964425"/>
              <a:ext cx="197280" cy="19944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D589027B-87FF-4ADD-B358-C8C29E8688C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62309" y="1946425"/>
                <a:ext cx="23292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6ED5D258-2091-4A70-8BF3-A23AA38624FB}"/>
                  </a:ext>
                </a:extLst>
              </p14:cNvPr>
              <p14:cNvContentPartPr/>
              <p14:nvPr/>
            </p14:nvContentPartPr>
            <p14:xfrm>
              <a:off x="2458989" y="3749305"/>
              <a:ext cx="178560" cy="30312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6ED5D258-2091-4A70-8BF3-A23AA38624F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440989" y="3731665"/>
                <a:ext cx="21420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CDCC104A-ED50-4BD2-81EB-2F8E6D0694A9}"/>
                  </a:ext>
                </a:extLst>
              </p14:cNvPr>
              <p14:cNvContentPartPr/>
              <p14:nvPr/>
            </p14:nvContentPartPr>
            <p14:xfrm>
              <a:off x="602469" y="669505"/>
              <a:ext cx="1337040" cy="58356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CDCC104A-ED50-4BD2-81EB-2F8E6D0694A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4469" y="651865"/>
                <a:ext cx="1372680" cy="61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5657A683-B380-4317-9A30-56D460E9F741}"/>
                  </a:ext>
                </a:extLst>
              </p14:cNvPr>
              <p14:cNvContentPartPr/>
              <p14:nvPr/>
            </p14:nvContentPartPr>
            <p14:xfrm>
              <a:off x="2440629" y="2652385"/>
              <a:ext cx="232200" cy="65808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5657A683-B380-4317-9A30-56D460E9F74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422989" y="2634745"/>
                <a:ext cx="267840" cy="69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2CCD4F38-08DB-4115-9296-22ACCBF04E57}"/>
                  </a:ext>
                </a:extLst>
              </p14:cNvPr>
              <p14:cNvContentPartPr/>
              <p14:nvPr/>
            </p14:nvContentPartPr>
            <p14:xfrm>
              <a:off x="1279629" y="4736425"/>
              <a:ext cx="180720" cy="22140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2CCD4F38-08DB-4115-9296-22ACCBF04E5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261989" y="4718785"/>
                <a:ext cx="21636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6F79D735-C0D5-4C65-826F-2D2681493420}"/>
                  </a:ext>
                </a:extLst>
              </p14:cNvPr>
              <p14:cNvContentPartPr/>
              <p14:nvPr/>
            </p14:nvContentPartPr>
            <p14:xfrm>
              <a:off x="2744829" y="4565065"/>
              <a:ext cx="305640" cy="30168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6F79D735-C0D5-4C65-826F-2D268149342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727189" y="4547425"/>
                <a:ext cx="341280" cy="33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A6F10995-8CD7-4368-9015-40C7595FAF7B}"/>
                  </a:ext>
                </a:extLst>
              </p14:cNvPr>
              <p14:cNvContentPartPr/>
              <p14:nvPr/>
            </p14:nvContentPartPr>
            <p14:xfrm>
              <a:off x="3354309" y="4629145"/>
              <a:ext cx="132120" cy="30024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A6F10995-8CD7-4368-9015-40C7595FAF7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336309" y="4611145"/>
                <a:ext cx="16776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B761514B-B566-4530-8565-2BC02913BB89}"/>
                  </a:ext>
                </a:extLst>
              </p14:cNvPr>
              <p14:cNvContentPartPr/>
              <p14:nvPr/>
            </p14:nvContentPartPr>
            <p14:xfrm>
              <a:off x="1602189" y="4596385"/>
              <a:ext cx="902520" cy="30960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B761514B-B566-4530-8565-2BC02913BB8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584189" y="4578406"/>
                <a:ext cx="938160" cy="3451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3AB04998-3A0C-4F0B-802D-2592C8F31C2F}"/>
                  </a:ext>
                </a:extLst>
              </p14:cNvPr>
              <p14:cNvContentPartPr/>
              <p14:nvPr/>
            </p14:nvContentPartPr>
            <p14:xfrm>
              <a:off x="3523869" y="5285425"/>
              <a:ext cx="354960" cy="28620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3AB04998-3A0C-4F0B-802D-2592C8F31C2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505869" y="5267425"/>
                <a:ext cx="39060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F2A9A9B6-860B-434D-A6CB-A915F9EA9677}"/>
                  </a:ext>
                </a:extLst>
              </p14:cNvPr>
              <p14:cNvContentPartPr/>
              <p14:nvPr/>
            </p14:nvContentPartPr>
            <p14:xfrm>
              <a:off x="2016189" y="5370745"/>
              <a:ext cx="1077120" cy="26064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F2A9A9B6-860B-434D-A6CB-A915F9EA967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998189" y="5352770"/>
                <a:ext cx="1112760" cy="2962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01EB678E-3C1B-4938-8519-1EEF36E7A191}"/>
                  </a:ext>
                </a:extLst>
              </p14:cNvPr>
              <p14:cNvContentPartPr/>
              <p14:nvPr/>
            </p14:nvContentPartPr>
            <p14:xfrm>
              <a:off x="1222029" y="5476225"/>
              <a:ext cx="496800" cy="15732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01EB678E-3C1B-4938-8519-1EEF36E7A19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204042" y="5458225"/>
                <a:ext cx="532414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A47C2963-4E68-4B58-8CCF-650E2F7DB198}"/>
                  </a:ext>
                </a:extLst>
              </p14:cNvPr>
              <p14:cNvContentPartPr/>
              <p14:nvPr/>
            </p14:nvContentPartPr>
            <p14:xfrm>
              <a:off x="267309" y="1280065"/>
              <a:ext cx="98640" cy="9612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A47C2963-4E68-4B58-8CCF-650E2F7DB198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49669" y="1262425"/>
                <a:ext cx="13428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7CF209F5-360C-4C1B-A76F-50FEB673A408}"/>
                  </a:ext>
                </a:extLst>
              </p14:cNvPr>
              <p14:cNvContentPartPr/>
              <p14:nvPr/>
            </p14:nvContentPartPr>
            <p14:xfrm>
              <a:off x="374949" y="1635025"/>
              <a:ext cx="23400" cy="14148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7CF209F5-360C-4C1B-A76F-50FEB673A408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57309" y="1617385"/>
                <a:ext cx="5904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6B4B7B11-F0BF-4126-88C0-350815AC4171}"/>
                  </a:ext>
                </a:extLst>
              </p14:cNvPr>
              <p14:cNvContentPartPr/>
              <p14:nvPr/>
            </p14:nvContentPartPr>
            <p14:xfrm>
              <a:off x="341109" y="2031745"/>
              <a:ext cx="151200" cy="14904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6B4B7B11-F0BF-4126-88C0-350815AC417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23469" y="2014105"/>
                <a:ext cx="18684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5E6B66FD-9D47-47A5-AF3C-FA9240D816FF}"/>
                  </a:ext>
                </a:extLst>
              </p14:cNvPr>
              <p14:cNvContentPartPr/>
              <p14:nvPr/>
            </p14:nvContentPartPr>
            <p14:xfrm>
              <a:off x="302589" y="2400745"/>
              <a:ext cx="131040" cy="21096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5E6B66FD-9D47-47A5-AF3C-FA9240D816FF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84949" y="2383105"/>
                <a:ext cx="16668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FD641DD2-C1BA-4322-AF69-F8F6474FB757}"/>
                  </a:ext>
                </a:extLst>
              </p14:cNvPr>
              <p14:cNvContentPartPr/>
              <p14:nvPr/>
            </p14:nvContentPartPr>
            <p14:xfrm>
              <a:off x="298269" y="2708905"/>
              <a:ext cx="96120" cy="17820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FD641DD2-C1BA-4322-AF69-F8F6474FB75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80629" y="2691265"/>
                <a:ext cx="13176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760FE1F1-8034-44CB-823B-6A69E27DF076}"/>
                  </a:ext>
                </a:extLst>
              </p14:cNvPr>
              <p14:cNvContentPartPr/>
              <p14:nvPr/>
            </p14:nvContentPartPr>
            <p14:xfrm>
              <a:off x="327069" y="3122905"/>
              <a:ext cx="56160" cy="13140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760FE1F1-8034-44CB-823B-6A69E27DF076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09429" y="3105265"/>
                <a:ext cx="9180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3D1992F3-5300-4350-9F9D-B056BAA16893}"/>
                  </a:ext>
                </a:extLst>
              </p14:cNvPr>
              <p14:cNvContentPartPr/>
              <p14:nvPr/>
            </p14:nvContentPartPr>
            <p14:xfrm>
              <a:off x="341109" y="3061345"/>
              <a:ext cx="97200" cy="3312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3D1992F3-5300-4350-9F9D-B056BAA16893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23469" y="3043705"/>
                <a:ext cx="13284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30E6C6C3-EC8E-440A-9D54-68A8A5580150}"/>
                  </a:ext>
                </a:extLst>
              </p14:cNvPr>
              <p14:cNvContentPartPr/>
              <p14:nvPr/>
            </p14:nvContentPartPr>
            <p14:xfrm>
              <a:off x="288909" y="3474985"/>
              <a:ext cx="115200" cy="21888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30E6C6C3-EC8E-440A-9D54-68A8A5580150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71269" y="3457345"/>
                <a:ext cx="15084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5BFFA63C-9879-40FC-816C-26627B16D9E5}"/>
                  </a:ext>
                </a:extLst>
              </p14:cNvPr>
              <p14:cNvContentPartPr/>
              <p14:nvPr/>
            </p14:nvContentPartPr>
            <p14:xfrm>
              <a:off x="278829" y="3890425"/>
              <a:ext cx="242280" cy="17352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5BFFA63C-9879-40FC-816C-26627B16D9E5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60829" y="3872785"/>
                <a:ext cx="27792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37" name="Cerneală 236">
                <a:extLst>
                  <a:ext uri="{FF2B5EF4-FFF2-40B4-BE49-F238E27FC236}">
                    <a16:creationId xmlns:a16="http://schemas.microsoft.com/office/drawing/2014/main" id="{F7243361-54C2-499C-9968-EDF4E17859CD}"/>
                  </a:ext>
                </a:extLst>
              </p14:cNvPr>
              <p14:cNvContentPartPr/>
              <p14:nvPr/>
            </p14:nvContentPartPr>
            <p14:xfrm>
              <a:off x="4154949" y="1053625"/>
              <a:ext cx="7985160" cy="5713200"/>
            </p14:xfrm>
          </p:contentPart>
        </mc:Choice>
        <mc:Fallback xmlns="">
          <p:pic>
            <p:nvPicPr>
              <p:cNvPr id="237" name="Cerneală 236">
                <a:extLst>
                  <a:ext uri="{FF2B5EF4-FFF2-40B4-BE49-F238E27FC236}">
                    <a16:creationId xmlns:a16="http://schemas.microsoft.com/office/drawing/2014/main" id="{F7243361-54C2-499C-9968-EDF4E17859CD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136949" y="1035985"/>
                <a:ext cx="8020800" cy="57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43" name="Cerneală 242">
                <a:extLst>
                  <a:ext uri="{FF2B5EF4-FFF2-40B4-BE49-F238E27FC236}">
                    <a16:creationId xmlns:a16="http://schemas.microsoft.com/office/drawing/2014/main" id="{5CA5649C-DA7C-4FD0-B1A3-0EF9E6C28D95}"/>
                  </a:ext>
                </a:extLst>
              </p14:cNvPr>
              <p14:cNvContentPartPr/>
              <p14:nvPr/>
            </p14:nvContentPartPr>
            <p14:xfrm>
              <a:off x="5826789" y="631705"/>
              <a:ext cx="763200" cy="333360"/>
            </p14:xfrm>
          </p:contentPart>
        </mc:Choice>
        <mc:Fallback xmlns="">
          <p:pic>
            <p:nvPicPr>
              <p:cNvPr id="243" name="Cerneală 242">
                <a:extLst>
                  <a:ext uri="{FF2B5EF4-FFF2-40B4-BE49-F238E27FC236}">
                    <a16:creationId xmlns:a16="http://schemas.microsoft.com/office/drawing/2014/main" id="{5CA5649C-DA7C-4FD0-B1A3-0EF9E6C28D95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809149" y="613705"/>
                <a:ext cx="798840" cy="36900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Dreptunghi 25">
            <a:extLst>
              <a:ext uri="{FF2B5EF4-FFF2-40B4-BE49-F238E27FC236}">
                <a16:creationId xmlns:a16="http://schemas.microsoft.com/office/drawing/2014/main" id="{E5DCDD33-AC25-4DFD-B61D-7ED3D0197744}"/>
              </a:ext>
            </a:extLst>
          </p:cNvPr>
          <p:cNvSpPr/>
          <p:nvPr/>
        </p:nvSpPr>
        <p:spPr>
          <a:xfrm>
            <a:off x="335342" y="137196"/>
            <a:ext cx="112469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Utilizarea DCD/DMUX în implementarea funcțiilor binare        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A) Cazul DCD cu ieșiri active pe zero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30497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D6913A-B6AC-4C4D-B899-65B893732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221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661CF05-DD2A-4F6A-B322-0A5F2B1D6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86870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A154BB1-DAD5-49BC-9A43-71A1C2A04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1464" y="288036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B9033A3-39F9-4C70-A74E-F20BFC0F3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43" y="4093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10" name="Imagine 9">
            <a:extLst>
              <a:ext uri="{FF2B5EF4-FFF2-40B4-BE49-F238E27FC236}">
                <a16:creationId xmlns:a16="http://schemas.microsoft.com/office/drawing/2014/main" id="{AE4C3C1D-FDB1-45DD-8F9D-67D8CD2B0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21" y="1143025"/>
            <a:ext cx="10241168" cy="5157805"/>
          </a:xfrm>
          <a:prstGeom prst="rect">
            <a:avLst/>
          </a:prstGeom>
        </p:spPr>
      </p:pic>
      <p:graphicFrame>
        <p:nvGraphicFramePr>
          <p:cNvPr id="11" name="Obiect 10">
            <a:extLst>
              <a:ext uri="{FF2B5EF4-FFF2-40B4-BE49-F238E27FC236}">
                <a16:creationId xmlns:a16="http://schemas.microsoft.com/office/drawing/2014/main" id="{4C3F56D4-FA64-4497-A71C-0CD84B5A733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9387804" y="137196"/>
          <a:ext cx="2560292" cy="3575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5" name="Bitmap Image" r:id="rId4" imgW="1448002" imgH="2010056" progId="Paint.Picture">
                  <p:embed/>
                </p:oleObj>
              </mc:Choice>
              <mc:Fallback>
                <p:oleObj name="Bitmap Image" r:id="rId4" imgW="1448002" imgH="2010056" progId="Paint.Picture">
                  <p:embed/>
                  <p:pic>
                    <p:nvPicPr>
                      <p:cNvPr id="11" name="Obiect 10">
                        <a:extLst>
                          <a:ext uri="{FF2B5EF4-FFF2-40B4-BE49-F238E27FC236}">
                            <a16:creationId xmlns:a16="http://schemas.microsoft.com/office/drawing/2014/main" id="{4C3F56D4-FA64-4497-A71C-0CD84B5A73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87804" y="137196"/>
                        <a:ext cx="2560292" cy="35755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1C47363B-16AB-42B2-99FE-8E1612DD1EF7}"/>
                  </a:ext>
                </a:extLst>
              </p14:cNvPr>
              <p14:cNvContentPartPr/>
              <p14:nvPr/>
            </p14:nvContentPartPr>
            <p14:xfrm>
              <a:off x="5770269" y="698305"/>
              <a:ext cx="9720" cy="432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1C47363B-16AB-42B2-99FE-8E1612DD1EF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752269" y="680665"/>
                <a:ext cx="453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FB1BD6FC-91D5-4F4D-900E-6601AC528EE5}"/>
                  </a:ext>
                </a:extLst>
              </p14:cNvPr>
              <p14:cNvContentPartPr/>
              <p14:nvPr/>
            </p14:nvContentPartPr>
            <p14:xfrm>
              <a:off x="6597909" y="1886305"/>
              <a:ext cx="326880" cy="1548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FB1BD6FC-91D5-4F4D-900E-6601AC528EE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579909" y="1868305"/>
                <a:ext cx="36252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ACCC35A8-351A-40C4-8668-BFF6D4D1A84C}"/>
                  </a:ext>
                </a:extLst>
              </p14:cNvPr>
              <p14:cNvContentPartPr/>
              <p14:nvPr/>
            </p14:nvContentPartPr>
            <p14:xfrm>
              <a:off x="7092909" y="2088265"/>
              <a:ext cx="35280" cy="14256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ACCC35A8-351A-40C4-8668-BFF6D4D1A84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075269" y="2070625"/>
                <a:ext cx="7092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518F2869-A009-4E13-8DDD-1B5DAFAAC89D}"/>
                  </a:ext>
                </a:extLst>
              </p14:cNvPr>
              <p14:cNvContentPartPr/>
              <p14:nvPr/>
            </p14:nvContentPartPr>
            <p14:xfrm>
              <a:off x="7309989" y="1833385"/>
              <a:ext cx="263520" cy="1404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518F2869-A009-4E13-8DDD-1B5DAFAAC89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292349" y="1815745"/>
                <a:ext cx="29916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FD1EBC00-B3E0-496E-BF88-881D4A1ADC77}"/>
                  </a:ext>
                </a:extLst>
              </p14:cNvPr>
              <p14:cNvContentPartPr/>
              <p14:nvPr/>
            </p14:nvContentPartPr>
            <p14:xfrm>
              <a:off x="6559389" y="1951465"/>
              <a:ext cx="402120" cy="17424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FD1EBC00-B3E0-496E-BF88-881D4A1ADC7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541405" y="1933825"/>
                <a:ext cx="437728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07E1F454-A699-416C-AE42-1BB754368E1F}"/>
                  </a:ext>
                </a:extLst>
              </p14:cNvPr>
              <p14:cNvContentPartPr/>
              <p14:nvPr/>
            </p14:nvContentPartPr>
            <p14:xfrm>
              <a:off x="7846029" y="1174225"/>
              <a:ext cx="1409040" cy="56484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07E1F454-A699-416C-AE42-1BB754368E1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828384" y="1156225"/>
                <a:ext cx="1444689" cy="60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75AAA3B9-9D5D-4BD8-8EB6-1E7409C4C4F4}"/>
                  </a:ext>
                </a:extLst>
              </p14:cNvPr>
              <p14:cNvContentPartPr/>
              <p14:nvPr/>
            </p14:nvContentPartPr>
            <p14:xfrm>
              <a:off x="6586029" y="1322545"/>
              <a:ext cx="942840" cy="28512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75AAA3B9-9D5D-4BD8-8EB6-1E7409C4C4F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568389" y="1304545"/>
                <a:ext cx="97848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4ADD0068-BB7C-494B-8F57-AD8FE49A2E5D}"/>
                  </a:ext>
                </a:extLst>
              </p14:cNvPr>
              <p14:cNvContentPartPr/>
              <p14:nvPr/>
            </p14:nvContentPartPr>
            <p14:xfrm>
              <a:off x="7780869" y="2073865"/>
              <a:ext cx="45360" cy="13284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4ADD0068-BB7C-494B-8F57-AD8FE49A2E5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763229" y="2056225"/>
                <a:ext cx="8100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173F8FF7-35C4-46DB-A4EE-4A86965633B6}"/>
                  </a:ext>
                </a:extLst>
              </p14:cNvPr>
              <p14:cNvContentPartPr/>
              <p14:nvPr/>
            </p14:nvContentPartPr>
            <p14:xfrm>
              <a:off x="8007669" y="2040385"/>
              <a:ext cx="10080" cy="396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173F8FF7-35C4-46DB-A4EE-4A86965633B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990029" y="2022745"/>
                <a:ext cx="457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50158B9B-1CEC-4C61-A593-5FD449364F02}"/>
                  </a:ext>
                </a:extLst>
              </p14:cNvPr>
              <p14:cNvContentPartPr/>
              <p14:nvPr/>
            </p14:nvContentPartPr>
            <p14:xfrm>
              <a:off x="8392869" y="1872985"/>
              <a:ext cx="297720" cy="432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50158B9B-1CEC-4C61-A593-5FD449364F0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375229" y="1855345"/>
                <a:ext cx="3333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8B39AB9B-2A73-412B-86DD-6FF143F112CC}"/>
                  </a:ext>
                </a:extLst>
              </p14:cNvPr>
              <p14:cNvContentPartPr/>
              <p14:nvPr/>
            </p14:nvContentPartPr>
            <p14:xfrm>
              <a:off x="8460549" y="1958665"/>
              <a:ext cx="426960" cy="26280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8B39AB9B-2A73-412B-86DD-6FF143F112C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442564" y="1940690"/>
                <a:ext cx="462570" cy="2983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75FBB011-3CA5-43BF-BE65-B01A9021C5BD}"/>
                  </a:ext>
                </a:extLst>
              </p14:cNvPr>
              <p14:cNvContentPartPr/>
              <p14:nvPr/>
            </p14:nvContentPartPr>
            <p14:xfrm>
              <a:off x="8137629" y="2047945"/>
              <a:ext cx="124200" cy="1152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75FBB011-3CA5-43BF-BE65-B01A9021C5B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119989" y="2030305"/>
                <a:ext cx="15984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A31CB430-A26C-46DB-8152-A15F578CB4DD}"/>
                  </a:ext>
                </a:extLst>
              </p14:cNvPr>
              <p14:cNvContentPartPr/>
              <p14:nvPr/>
            </p14:nvContentPartPr>
            <p14:xfrm>
              <a:off x="7281189" y="1955785"/>
              <a:ext cx="319680" cy="27540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A31CB430-A26C-46DB-8152-A15F578CB4D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263529" y="1937785"/>
                <a:ext cx="355360" cy="31104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Dreptunghi 21">
            <a:extLst>
              <a:ext uri="{FF2B5EF4-FFF2-40B4-BE49-F238E27FC236}">
                <a16:creationId xmlns:a16="http://schemas.microsoft.com/office/drawing/2014/main" id="{C747AA51-AEB9-48A4-82D9-62B989C420FA}"/>
              </a:ext>
            </a:extLst>
          </p:cNvPr>
          <p:cNvSpPr/>
          <p:nvPr/>
        </p:nvSpPr>
        <p:spPr>
          <a:xfrm>
            <a:off x="335343" y="137196"/>
            <a:ext cx="58520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Utilizarea DCD/DMUX în implementarea funcțiilor binare</a:t>
            </a:r>
          </a:p>
          <a:p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A) Cazul DCD cu ieșiri active pe zero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39852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B661CF05-DD2A-4F6A-B322-0A5F2B1D6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86870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A154BB1-DAD5-49BC-9A43-71A1C2A04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1464" y="288036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B9033A3-39F9-4C70-A74E-F20BFC0F3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43" y="4093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50198F11-00C3-43BD-97CA-41479B816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04" y="1508781"/>
            <a:ext cx="9875412" cy="4937706"/>
          </a:xfrm>
          <a:prstGeom prst="rect">
            <a:avLst/>
          </a:prstGeom>
        </p:spPr>
      </p:pic>
      <p:graphicFrame>
        <p:nvGraphicFramePr>
          <p:cNvPr id="12" name="Obiect 11">
            <a:extLst>
              <a:ext uri="{FF2B5EF4-FFF2-40B4-BE49-F238E27FC236}">
                <a16:creationId xmlns:a16="http://schemas.microsoft.com/office/drawing/2014/main" id="{AC2078A4-FEAF-4ECE-BFF3-8F49F3CD50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6228045"/>
              </p:ext>
            </p:extLst>
          </p:nvPr>
        </p:nvGraphicFramePr>
        <p:xfrm>
          <a:off x="9753560" y="228635"/>
          <a:ext cx="2095195" cy="2926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3" name="Bitmap Image" r:id="rId4" imgW="1448002" imgH="2010056" progId="Paint.Picture">
                  <p:embed/>
                </p:oleObj>
              </mc:Choice>
              <mc:Fallback>
                <p:oleObj name="Bitmap Image" r:id="rId4" imgW="1448002" imgH="2010056" progId="Paint.Picture">
                  <p:embed/>
                  <p:pic>
                    <p:nvPicPr>
                      <p:cNvPr id="11" name="Obiect 10">
                        <a:extLst>
                          <a:ext uri="{FF2B5EF4-FFF2-40B4-BE49-F238E27FC236}">
                            <a16:creationId xmlns:a16="http://schemas.microsoft.com/office/drawing/2014/main" id="{4C3F56D4-FA64-4497-A71C-0CD84B5A73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53560" y="228635"/>
                        <a:ext cx="2095195" cy="29260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36C38ABA-4DBC-46E9-9CF7-DD1330C7E5D9}"/>
                  </a:ext>
                </a:extLst>
              </p14:cNvPr>
              <p14:cNvContentPartPr/>
              <p14:nvPr/>
            </p14:nvContentPartPr>
            <p14:xfrm>
              <a:off x="11271789" y="150025"/>
              <a:ext cx="9000" cy="396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36C38ABA-4DBC-46E9-9CF7-DD1330C7E5D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254149" y="132385"/>
                <a:ext cx="44640" cy="396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Dreptunghi 8">
            <a:extLst>
              <a:ext uri="{FF2B5EF4-FFF2-40B4-BE49-F238E27FC236}">
                <a16:creationId xmlns:a16="http://schemas.microsoft.com/office/drawing/2014/main" id="{3431751F-DC70-47EB-865E-2C1C93E29BE4}"/>
              </a:ext>
            </a:extLst>
          </p:cNvPr>
          <p:cNvSpPr/>
          <p:nvPr/>
        </p:nvSpPr>
        <p:spPr>
          <a:xfrm>
            <a:off x="335343" y="137196"/>
            <a:ext cx="58520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Utilizarea DCD/DMUX în implementarea funcțiilor binare</a:t>
            </a:r>
          </a:p>
          <a:p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A) Cazul DCD cu ieșiri active pe zero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21185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D6913A-B6AC-4C4D-B899-65B893732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221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661CF05-DD2A-4F6A-B322-0A5F2B1D6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86870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A154BB1-DAD5-49BC-9A43-71A1C2A04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1464" y="288036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B9033A3-39F9-4C70-A74E-F20BFC0F3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43" y="4093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graphicFrame>
        <p:nvGraphicFramePr>
          <p:cNvPr id="12" name="Obiect 11">
            <a:extLst>
              <a:ext uri="{FF2B5EF4-FFF2-40B4-BE49-F238E27FC236}">
                <a16:creationId xmlns:a16="http://schemas.microsoft.com/office/drawing/2014/main" id="{AC2078A4-FEAF-4ECE-BFF3-8F49F3CD50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1760629"/>
              </p:ext>
            </p:extLst>
          </p:nvPr>
        </p:nvGraphicFramePr>
        <p:xfrm>
          <a:off x="9296365" y="228635"/>
          <a:ext cx="2643829" cy="3692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5" name="Bitmap Image" r:id="rId3" imgW="1448002" imgH="2010056" progId="Paint.Picture">
                  <p:embed/>
                </p:oleObj>
              </mc:Choice>
              <mc:Fallback>
                <p:oleObj name="Bitmap Image" r:id="rId3" imgW="1448002" imgH="2010056" progId="Paint.Picture">
                  <p:embed/>
                  <p:pic>
                    <p:nvPicPr>
                      <p:cNvPr id="12" name="Obiect 11">
                        <a:extLst>
                          <a:ext uri="{FF2B5EF4-FFF2-40B4-BE49-F238E27FC236}">
                            <a16:creationId xmlns:a16="http://schemas.microsoft.com/office/drawing/2014/main" id="{AC2078A4-FEAF-4ECE-BFF3-8F49F3CD50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96365" y="228635"/>
                        <a:ext cx="2643829" cy="36922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Imagine 8">
            <a:extLst>
              <a:ext uri="{FF2B5EF4-FFF2-40B4-BE49-F238E27FC236}">
                <a16:creationId xmlns:a16="http://schemas.microsoft.com/office/drawing/2014/main" id="{0E3112C7-876F-4E23-BD53-C18DC439DA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82" y="960147"/>
            <a:ext cx="8311519" cy="5610960"/>
          </a:xfrm>
          <a:prstGeom prst="rect">
            <a:avLst/>
          </a:prstGeom>
        </p:spPr>
      </p:pic>
      <p:sp>
        <p:nvSpPr>
          <p:cNvPr id="10" name="Dreptunghi 9">
            <a:extLst>
              <a:ext uri="{FF2B5EF4-FFF2-40B4-BE49-F238E27FC236}">
                <a16:creationId xmlns:a16="http://schemas.microsoft.com/office/drawing/2014/main" id="{B9131AB8-D08D-4F23-AD89-2EDFB540CD4B}"/>
              </a:ext>
            </a:extLst>
          </p:cNvPr>
          <p:cNvSpPr/>
          <p:nvPr/>
        </p:nvSpPr>
        <p:spPr>
          <a:xfrm>
            <a:off x="335343" y="137196"/>
            <a:ext cx="58520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Utilizarea DCD/DMUX în implementarea funcțiilor binare</a:t>
            </a:r>
          </a:p>
          <a:p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B) Cazul DCD cu ieșiri active pe unu logic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69367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D6913A-B6AC-4C4D-B899-65B893732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221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661CF05-DD2A-4F6A-B322-0A5F2B1D6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86870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A154BB1-DAD5-49BC-9A43-71A1C2A04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1464" y="288036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B9033A3-39F9-4C70-A74E-F20BFC0F3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43" y="4093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87A6884-D72C-4E1D-BD1A-54A16DACD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60" y="132590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graphicFrame>
        <p:nvGraphicFramePr>
          <p:cNvPr id="7" name="Obiect 6">
            <a:extLst>
              <a:ext uri="{FF2B5EF4-FFF2-40B4-BE49-F238E27FC236}">
                <a16:creationId xmlns:a16="http://schemas.microsoft.com/office/drawing/2014/main" id="{DFB04333-ADC1-43F3-AF26-EA42EB3393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4706452"/>
              </p:ext>
            </p:extLst>
          </p:nvPr>
        </p:nvGraphicFramePr>
        <p:xfrm>
          <a:off x="243904" y="1874537"/>
          <a:ext cx="9607098" cy="457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9" name="Bitmap Image" r:id="rId3" imgW="7621064" imgH="3638095" progId="Paint.Picture">
                  <p:embed/>
                </p:oleObj>
              </mc:Choice>
              <mc:Fallback>
                <p:oleObj name="Bitmap Image" r:id="rId3" imgW="7621064" imgH="3638095" progId="Paint.Picture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904" y="1874537"/>
                        <a:ext cx="9607098" cy="45719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iect 10">
            <a:extLst>
              <a:ext uri="{FF2B5EF4-FFF2-40B4-BE49-F238E27FC236}">
                <a16:creationId xmlns:a16="http://schemas.microsoft.com/office/drawing/2014/main" id="{30F5C752-5817-46FF-9785-DBFF6EBC99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1669054"/>
              </p:ext>
            </p:extLst>
          </p:nvPr>
        </p:nvGraphicFramePr>
        <p:xfrm>
          <a:off x="9844999" y="594391"/>
          <a:ext cx="2185505" cy="3052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0" name="Bitmap Image" r:id="rId5" imgW="1448002" imgH="2010056" progId="Paint.Picture">
                  <p:embed/>
                </p:oleObj>
              </mc:Choice>
              <mc:Fallback>
                <p:oleObj name="Bitmap Image" r:id="rId5" imgW="1448002" imgH="2010056" progId="Paint.Picture">
                  <p:embed/>
                  <p:pic>
                    <p:nvPicPr>
                      <p:cNvPr id="12" name="Obiect 11">
                        <a:extLst>
                          <a:ext uri="{FF2B5EF4-FFF2-40B4-BE49-F238E27FC236}">
                            <a16:creationId xmlns:a16="http://schemas.microsoft.com/office/drawing/2014/main" id="{AC2078A4-FEAF-4ECE-BFF3-8F49F3CD50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4999" y="594391"/>
                        <a:ext cx="2185505" cy="30521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Dreptunghi 9">
            <a:extLst>
              <a:ext uri="{FF2B5EF4-FFF2-40B4-BE49-F238E27FC236}">
                <a16:creationId xmlns:a16="http://schemas.microsoft.com/office/drawing/2014/main" id="{42207F8B-327C-4431-83E9-B655F5B3FE9A}"/>
              </a:ext>
            </a:extLst>
          </p:cNvPr>
          <p:cNvSpPr/>
          <p:nvPr/>
        </p:nvSpPr>
        <p:spPr>
          <a:xfrm>
            <a:off x="335343" y="137196"/>
            <a:ext cx="58520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Utilizarea DCD/DMUX în implementarea funcțiilor binare</a:t>
            </a:r>
          </a:p>
          <a:p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B) Cazul DCD cu ieșiri active pe unu logic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54369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D6913A-B6AC-4C4D-B899-65B893732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221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661CF05-DD2A-4F6A-B322-0A5F2B1D6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86870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A154BB1-DAD5-49BC-9A43-71A1C2A04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1464" y="288036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B9033A3-39F9-4C70-A74E-F20BFC0F3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43" y="4093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87A6884-D72C-4E1D-BD1A-54A16DACD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60" y="132590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graphicFrame>
        <p:nvGraphicFramePr>
          <p:cNvPr id="11" name="Obiect 10">
            <a:extLst>
              <a:ext uri="{FF2B5EF4-FFF2-40B4-BE49-F238E27FC236}">
                <a16:creationId xmlns:a16="http://schemas.microsoft.com/office/drawing/2014/main" id="{30F5C752-5817-46FF-9785-DBFF6EBC99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8796167"/>
              </p:ext>
            </p:extLst>
          </p:nvPr>
        </p:nvGraphicFramePr>
        <p:xfrm>
          <a:off x="1066855" y="1691659"/>
          <a:ext cx="2185505" cy="3052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6" name="Bitmap Image" r:id="rId3" imgW="1448002" imgH="2010056" progId="Paint.Picture">
                  <p:embed/>
                </p:oleObj>
              </mc:Choice>
              <mc:Fallback>
                <p:oleObj name="Bitmap Image" r:id="rId3" imgW="1448002" imgH="2010056" progId="Paint.Picture">
                  <p:embed/>
                  <p:pic>
                    <p:nvPicPr>
                      <p:cNvPr id="11" name="Obiect 10">
                        <a:extLst>
                          <a:ext uri="{FF2B5EF4-FFF2-40B4-BE49-F238E27FC236}">
                            <a16:creationId xmlns:a16="http://schemas.microsoft.com/office/drawing/2014/main" id="{30F5C752-5817-46FF-9785-DBFF6EBC99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55" y="1691659"/>
                        <a:ext cx="2185505" cy="30521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2">
            <a:extLst>
              <a:ext uri="{FF2B5EF4-FFF2-40B4-BE49-F238E27FC236}">
                <a16:creationId xmlns:a16="http://schemas.microsoft.com/office/drawing/2014/main" id="{25A564FA-7D70-4328-BA71-3530A1E3D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122" y="137196"/>
            <a:ext cx="6069027" cy="6583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Dreptunghi 11">
            <a:extLst>
              <a:ext uri="{FF2B5EF4-FFF2-40B4-BE49-F238E27FC236}">
                <a16:creationId xmlns:a16="http://schemas.microsoft.com/office/drawing/2014/main" id="{89B3C68E-3D32-4B8C-A7CD-7B47D9FDBFA9}"/>
              </a:ext>
            </a:extLst>
          </p:cNvPr>
          <p:cNvSpPr/>
          <p:nvPr/>
        </p:nvSpPr>
        <p:spPr>
          <a:xfrm>
            <a:off x="335343" y="137196"/>
            <a:ext cx="58520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Utilizarea DCD/DMUX în implementarea funcțiilor binare</a:t>
            </a:r>
          </a:p>
          <a:p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Rezultate finale  - 4 scheme posibile</a:t>
            </a:r>
            <a:endParaRPr lang="ro-RO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68822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426782" y="685830"/>
            <a:ext cx="10698362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Concluzii </a:t>
            </a:r>
            <a:r>
              <a:rPr lang="en-US" sz="2400" b="1" dirty="0">
                <a:solidFill>
                  <a:srgbClr val="0000FF"/>
                </a:solidFill>
              </a:rPr>
              <a:t> </a:t>
            </a:r>
            <a:endParaRPr lang="ro-RO" sz="2400" b="1" dirty="0">
              <a:solidFill>
                <a:srgbClr val="0000FF"/>
              </a:solidFill>
            </a:endParaRPr>
          </a:p>
          <a:p>
            <a:pPr marL="1943100" lvl="3" indent="-571500">
              <a:spcAft>
                <a:spcPts val="1200"/>
              </a:spcAft>
              <a:buFontTx/>
              <a:buChar char="-"/>
            </a:pPr>
            <a:r>
              <a:rPr lang="ro-RO" sz="2400" dirty="0"/>
              <a:t>DCD/DMUX calculează toți </a:t>
            </a:r>
            <a:r>
              <a:rPr lang="ro-RO" sz="2400" dirty="0" err="1"/>
              <a:t>mintermenii</a:t>
            </a:r>
            <a:r>
              <a:rPr lang="ro-RO" sz="2400" dirty="0"/>
              <a:t> funcției binare (chiar dacă o parte din ei nu sunt necesari în implementarea funcției logice);</a:t>
            </a:r>
          </a:p>
          <a:p>
            <a:pPr marL="1943100" lvl="3" indent="-571500">
              <a:spcAft>
                <a:spcPts val="1200"/>
              </a:spcAft>
              <a:buFontTx/>
              <a:buChar char="-"/>
            </a:pPr>
            <a:r>
              <a:rPr lang="ro-RO" sz="2400" dirty="0"/>
              <a:t>Fiecare </a:t>
            </a:r>
            <a:r>
              <a:rPr lang="ro-RO" sz="2400" dirty="0" err="1"/>
              <a:t>mintermen</a:t>
            </a:r>
            <a:r>
              <a:rPr lang="ro-RO" sz="2400" dirty="0"/>
              <a:t> poate fi folosit în sinteza mai multor funcții logice;</a:t>
            </a:r>
          </a:p>
          <a:p>
            <a:pPr marL="1943100" lvl="3" indent="-571500">
              <a:spcAft>
                <a:spcPts val="1200"/>
              </a:spcAft>
              <a:buFontTx/>
              <a:buChar char="-"/>
            </a:pPr>
            <a:r>
              <a:rPr lang="ro-RO" sz="2400" dirty="0"/>
              <a:t>Utilizarea DCD în implementarea funcțiilor binare este eficientă acolo </a:t>
            </a:r>
            <a:r>
              <a:rPr lang="ro-RO" sz="2400" dirty="0">
                <a:solidFill>
                  <a:srgbClr val="FF0000"/>
                </a:solidFill>
              </a:rPr>
              <a:t>unde avem de implementat mai multe funcții binare ce depind de aceleași variabile de intrare. </a:t>
            </a:r>
            <a:r>
              <a:rPr lang="ro-RO" sz="2400" i="1" dirty="0"/>
              <a:t>( </a:t>
            </a:r>
            <a:r>
              <a:rPr lang="ro-RO" sz="2400" i="1" dirty="0" err="1"/>
              <a:t>Mintermenii</a:t>
            </a:r>
            <a:r>
              <a:rPr lang="ro-RO" sz="2400" i="1" dirty="0"/>
              <a:t> se calculează o singură dată și pot fi utilizați de mai multe ori ) </a:t>
            </a:r>
          </a:p>
          <a:p>
            <a:pPr lvl="3"/>
            <a:r>
              <a:rPr lang="ro-RO" sz="2400" dirty="0"/>
              <a:t> </a:t>
            </a:r>
          </a:p>
          <a:p>
            <a:pPr marL="1943100" lvl="3" indent="-571500">
              <a:buFontTx/>
              <a:buChar char="-"/>
            </a:pPr>
            <a:endParaRPr lang="ro-RO" sz="2400" dirty="0"/>
          </a:p>
          <a:p>
            <a:pPr marL="1943100" lvl="3" indent="-571500">
              <a:buFontTx/>
              <a:buChar char="-"/>
            </a:pPr>
            <a:endParaRPr lang="ro-RO" sz="2400" dirty="0"/>
          </a:p>
          <a:p>
            <a:pPr marL="1943100" lvl="3" indent="-571500">
              <a:buFontTx/>
              <a:buChar char="-"/>
            </a:pPr>
            <a:endParaRPr lang="ro-RO" sz="2400" dirty="0"/>
          </a:p>
          <a:p>
            <a:pPr marL="1943100" lvl="3" indent="-5715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1655588F-433D-4771-B816-AE4C3457DF8C}"/>
              </a:ext>
            </a:extLst>
          </p:cNvPr>
          <p:cNvSpPr/>
          <p:nvPr/>
        </p:nvSpPr>
        <p:spPr>
          <a:xfrm>
            <a:off x="335343" y="137196"/>
            <a:ext cx="58520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Utilizarea DCD/DMUX în implementarea funcțiilor binare</a:t>
            </a:r>
          </a:p>
        </p:txBody>
      </p:sp>
    </p:spTree>
    <p:extLst>
      <p:ext uri="{BB962C8B-B14F-4D97-AF65-F5344CB8AC3E}">
        <p14:creationId xmlns:p14="http://schemas.microsoft.com/office/powerpoint/2010/main" val="3162427181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4118</TotalTime>
  <Words>692</Words>
  <Application>Microsoft Office PowerPoint</Application>
  <PresentationFormat>Ecran lat</PresentationFormat>
  <Paragraphs>116</Paragraphs>
  <Slides>39</Slides>
  <Notes>0</Notes>
  <HiddenSlides>0</HiddenSlides>
  <MMClips>0</MMClips>
  <ScaleCrop>false</ScaleCrop>
  <HeadingPairs>
    <vt:vector size="8" baseType="variant">
      <vt:variant>
        <vt:lpstr>Fonturi utilizate</vt:lpstr>
      </vt:variant>
      <vt:variant>
        <vt:i4>6</vt:i4>
      </vt:variant>
      <vt:variant>
        <vt:lpstr>Temă</vt:lpstr>
      </vt:variant>
      <vt:variant>
        <vt:i4>1</vt:i4>
      </vt:variant>
      <vt:variant>
        <vt:lpstr>Servere OLE încorporate</vt:lpstr>
      </vt:variant>
      <vt:variant>
        <vt:i4>1</vt:i4>
      </vt:variant>
      <vt:variant>
        <vt:lpstr>Titluri diapozitive</vt:lpstr>
      </vt:variant>
      <vt:variant>
        <vt:i4>39</vt:i4>
      </vt:variant>
    </vt:vector>
  </HeadingPairs>
  <TitlesOfParts>
    <vt:vector size="47" baseType="lpstr">
      <vt:lpstr>Arial</vt:lpstr>
      <vt:lpstr>Calibri</vt:lpstr>
      <vt:lpstr>Calibri Light</vt:lpstr>
      <vt:lpstr>Symbol</vt:lpstr>
      <vt:lpstr>Tahoma</vt:lpstr>
      <vt:lpstr>Times New Roman</vt:lpstr>
      <vt:lpstr>Temă Office</vt:lpstr>
      <vt:lpstr>Bitmap Image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Ionel Bostan</dc:creator>
  <cp:lastModifiedBy>Ionel Bostan</cp:lastModifiedBy>
  <cp:revision>222</cp:revision>
  <dcterms:created xsi:type="dcterms:W3CDTF">2020-09-24T15:20:51Z</dcterms:created>
  <dcterms:modified xsi:type="dcterms:W3CDTF">2024-10-24T10:24:03Z</dcterms:modified>
</cp:coreProperties>
</file>