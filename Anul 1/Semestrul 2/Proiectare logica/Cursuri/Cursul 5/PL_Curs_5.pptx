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84" r:id="rId2"/>
    <p:sldId id="321" r:id="rId3"/>
    <p:sldId id="331" r:id="rId4"/>
    <p:sldId id="332" r:id="rId5"/>
    <p:sldId id="324" r:id="rId6"/>
    <p:sldId id="293" r:id="rId7"/>
    <p:sldId id="325" r:id="rId8"/>
    <p:sldId id="294" r:id="rId9"/>
    <p:sldId id="326" r:id="rId10"/>
    <p:sldId id="327" r:id="rId11"/>
    <p:sldId id="328" r:id="rId12"/>
    <p:sldId id="295" r:id="rId13"/>
    <p:sldId id="296" r:id="rId14"/>
    <p:sldId id="297" r:id="rId15"/>
    <p:sldId id="298" r:id="rId16"/>
    <p:sldId id="333" r:id="rId17"/>
    <p:sldId id="334" r:id="rId18"/>
    <p:sldId id="329" r:id="rId19"/>
    <p:sldId id="300" r:id="rId20"/>
    <p:sldId id="301" r:id="rId21"/>
    <p:sldId id="302" r:id="rId22"/>
    <p:sldId id="281" r:id="rId23"/>
    <p:sldId id="282" r:id="rId24"/>
    <p:sldId id="303" r:id="rId25"/>
    <p:sldId id="284" r:id="rId26"/>
    <p:sldId id="304" r:id="rId27"/>
    <p:sldId id="306" r:id="rId28"/>
    <p:sldId id="285" r:id="rId29"/>
    <p:sldId id="307" r:id="rId30"/>
    <p:sldId id="305" r:id="rId31"/>
    <p:sldId id="286" r:id="rId32"/>
    <p:sldId id="283" r:id="rId33"/>
    <p:sldId id="289" r:id="rId34"/>
    <p:sldId id="290" r:id="rId35"/>
    <p:sldId id="335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7" r:id="rId45"/>
    <p:sldId id="318" r:id="rId46"/>
    <p:sldId id="316" r:id="rId47"/>
    <p:sldId id="288" r:id="rId48"/>
    <p:sldId id="319" r:id="rId49"/>
    <p:sldId id="287" r:id="rId50"/>
    <p:sldId id="291" r:id="rId51"/>
    <p:sldId id="292" r:id="rId5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6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6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7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7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29.67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45.2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843 148,'1'-3,"-1"-1,1 0,-1 0,0 0,-1 1,1-1,-1 0,1 0,-1 1,0-1,0 0,-1 1,1-1,-1 1,0-1,0 1,0 0,0 0,0 0,-1 0,1 0,-1 0,0 1,0-1,0 1,0 0,0 0,-1 0,1 0,0 1,-1-1,0 1,1 0,-1 0,0 0,1 1,-1-1,0 1,-1 0,-17-1,0 1,0 1,0 1,0 0,1 2,-1 1,1 1,0 0,0 2,1 0,0 1,1 1,0 1,0 1,1 1,-9 8,-1 5,2 0,1 2,1 1,2 1,1 1,1 0,1 2,2 0,2 1,1 1,1 0,-3 22,8-35,2 0,1 0,1 0,1 1,0 18,3-33,0 0,1 0,0 0,0 0,0 0,1 0,1 0,-1-1,1 1,1-1,-1 0,1 0,0 0,1 0,0-1,0 1,0-1,1 0,13 7,1-1,0-1,0-1,1-1,0 0,1-2,0 0,0-2,1 0,-1-1,1-2,0 0,0-1,5-2,277 5,-163-5,120 14,-38 17,-38-5,104-2,248-20,-285 19,455-21,-677-1,29 1,0-2,0-3,0-3,-1-3,198-47,-246 54,0 0,-1-1,1-1,-1 0,0 0,0-1,0 0,-1-1,0 0,0-1,-1 0,0 0,-1 0,1-1,-2 0,1-1,-1 1,-1-1,1-1,-2 1,1-1,-2 0,1 1,-2-2,2-5,13-48,-11 46,-1 0,0 0,-1 0,-1 0,-1-1,-1 0,-1 1,-1-16,-5 18,0 1,-1-1,-1 1,-1 1,0-1,-1 2,0-1,-1 1,-1 1,0 0,-1 1,-1 0,0 1,10 7,-28-22,-2 2,0 1,-2 1,0 3,-2 0,0 3,0 1,-2 2,-20-4,-25-3,-1 3,0 4,-1 3,-73 3,59 2,-684-44,545 27,-2 12,1 9,0 12,0 10,2 10,-27 16,64 6,-141 59,295-94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49.9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1 829,'39'-20,"-2"-1,0-2,-1-1,-1-2,18-19,-44 38,32-25,-1 0,-1-3,-2-1,-2-2,-2-1,-1-2,-2-1,-2-2,-2 0,3-10,-27 49,1 0,-1 0,0 0,-1 0,0 0,1-1,-1 1,-1 0,1-1,-1 1,0 0,0-1,-1-3,0 8,1 0,-1 1,1-1,-1 0,1 0,-1 1,1-1,-1 0,0 1,1-1,-1 0,0 1,0-1,0 1,1-1,-1 1,0 0,0-1,0 1,0 0,0-1,0 1,0 0,1 0,-1 0,0 0,0 0,0 0,0 0,0 0,0 1,0-1,0 0,0 0,0 1,1-1,-1 0,0 1,0-1,0 1,1 0,-1-1,0 1,0-1,1 1,-1 0,-8 7,1 1,0-1,0 1,1 0,1 1,-1 0,1 0,1 0,0 1,1 0,0 0,0 0,1 0,0 5,-6 20,2 0,1 1,2 0,2 0,1 0,2 0,4 24,11 53,25 90,-15-88,-16-77,-2 0,-2 1,-1-1,-2 1,-2 0,-1 0,-3 0,-1 0,-1-1,-3 0,-11 37,-10-10</inkml:trace>
  <inkml:trace contextRef="#ctx0" brushRef="#br0" timeOffset="467.794">389 922,'3'-7,"-1"0,2 0,-1-1,1 2,0-1,1 0,-1 1,1 0,0 0,1 0,0 1,0 0,0 0,0 0,1 1,-1 0,1 0,0 1,1 0,6-3,33-9,0 1,0 2,1 3,1 2,10 1,-53 4,0 0,1 1,-1 0,0 0,1 1,-1 0,0 0,1 0,-1 1,0 0,1 0,-1 0,0 1,0 0,0 0,0 1,0 0,-1 0,1 0,-1 0,0 1,0 0,0 0,0 1,-1-1,0 1,0 0,0 0,0 0,2 5,3 102,-9-111,0 0,0 0,0-1,0 1,0 0,0 0,0 0,0-1,0 1,0 0,1 0,-1-1,0 1,0 0,1 0,-1-1,1 1,-1 0,0-1,1 1,-1-1,1 1,0 0,-1-1,1 1,-1-1,1 1,0-1,-1 0,1 1,0-1,0 0,-1 1,1-1,0 0,0 0,-1 0,1 0,0 0,0 0,0 0,-1 0,1 0,0 0,0 0,0 0,-1 0,1-1,0 1,-1 0,1-1,0 1,0 0,-1-1,1 1,0-1,-1 1,1-1,-1 1,1-1,-1 0,1 0,39-38,-17 8,-1-1,-2-1,-1-1,11-29,-2 7,-28 56,0 0,0 0,0 1,0-1,0 0,0 0,0 0,0 0,0 0,1 0,-1 1,0-1,0 0,0 0,0 0,0 0,0 0,1 0,-1 0,0 0,0 0,0 0,0 1,0-1,1 0,-1 0,0 0,0 0,0 0,0 0,0 0,1 0,-1 0,0 0,0 0,0 0,0-1,1 1,-1 0,0 0,0 0,0 0,0 0,0 0,1 0,-1 0,0 0,0 0,0-1,0 1,1 20,-1-18,-2 11,2 0,-1 0,2 0,0-1,0 1,1 0,1 0,0-1,0 0,2 0,-1 0,2 0,-1 0,2-1,0 1,36 12,-22-21</inkml:trace>
  <inkml:trace contextRef="#ctx0" brushRef="#br0" timeOffset="821.888">1525 642,'0'0,"9"97,-8-93,0-1,0 0,1 1,-1-1,1 0,0 0,0 0,0 0,0 0,0 0,0 0,1-1,-1 1,1-1,0 0,0 0,0 0,0 0,0 0,0-1,1 1,-1-1,1 0,-1 0,4 1,-1-2,-1 1,1-1,0-1,0 1,0-1,0 0,-1 0,1 0,0-1,-1 0,1 0,-1-1,0 1,1-1,-1 0,0 0,-1-1,1 0,-1 0,4-3,0-2,1 0,-1-1,-1 1,0-2,0 1,-1-1,-1 0,0 0,2-7,1-21,-15 48,4-4,1 1,-1 0,1 0,1-1,-1 1,1 0,0 0,0 0,1 1,0-1,0 0,0 0,1 0,0 0,0 0,0 0,1 0,0 0,0-1,1 1,0-1,-1 1,2-1,-1 0,1 0,-1 0,1-1,1 1,2 2,1-4,1 0,-1 0,1-1,0 0,-1 0,1-1,0 0,0-1,3 0,38 0</inkml:trace>
  <inkml:trace contextRef="#ctx0" brushRef="#br0" timeOffset="1382.947">2340 602,'-9'-1,"1"1,-1 0,0 0,0 1,0 0,0 1,0 0,1 0,-1 1,1 0,0 0,-1 1,1 0,1 1,-1-1,1 2,0-1,-5 5,11-8,-1-1,1 0,0 1,0-1,0 1,0-1,0 1,0 0,1-1,-1 1,0 0,1-1,-1 1,1 0,0 0,-1 0,1-1,0 1,0 0,0 0,1 0,-1 0,0-1,1 1,-1 0,1 0,0-1,-1 1,1 0,0-1,0 1,0-1,0 1,0-1,0 1,1-1,-1 0,0 0,1 0,-1 1,1-1,0 0,76 28,-57-27,1-1,0-1,-1 0,1-2,-1 0,1-2,-1 0,0-2,-1 0,1-1,-1-1,0-1,-1-1,0 0,-1-2,0 0,-1-1,0-1,8-9,-12 9,-1-2,0 1,-1-2,-1 1,-1-1,0-1,-1 0,-1 0,-1 0,-1-1,0 0,-1 0,-1-6,1-11,-1 0,-2 0,-2 0,-1 0,-2 0,-6-26,-18-18,28 79,-1 0,1 1,-1-1,1 1,-1-1,0 1,1 0,-1-1,0 1,1 0,-1-1,0 1,1 0,-1 0,0-1,1 1,-1 0,0 0,0 0,1 0,-1 0,0 0,0 0,1 0,-1 0,0 1,0-1,1 0,-1 0,0 1,1-1,-1 0,0 1,1-1,-1 1,1-1,-1 1,1-1,-1 1,1-1,-1 1,1-1,-1 1,1 0,-1-1,1 1,0 0,0-1,-1 1,1 0,0 0,0-1,0 1,0 0,0 0,-8 19,0 0,2 0,1 1,0 0,1 0,0 20,3-33,-6 54,4 1,1 0,4-1,2 1,3-1,13 50,-18-99,1 0,0 0,0-1,2 1,0-1,0 0,1 0,0-1,1 1,0-2,1 1,0-1,2 1,-8-10,0 1,0-1,1 1,-1-1,0 0,1 0,-1 0,1 0,0-1,-1 1,1-1,0 0,-1 1,1-1,0 0,-1-1,1 1,0 0,-1-1,1 1,-1-1,1 0,-1 0,1 0,-1 0,1 0,-1-1,0 1,0-1,0 0,1 0,58-61,-39 31,-2-2,-1 0,-1-1,6-20,-1 3,-20 75,-4-19,-1 24,0-7,0 0,1 0,1 0,1 0,1 0,2 5,-3-23,-1-1,1 1,0 0,0-1,0 1,0 0,0-1,0 1,1-1,0 0,-1 1,1-1,0 0,0 0,0 0,0 0,0-1,0 1,1 0,-1-1,1 0,-1 1,1-1,-1 0,1 0,0-1,-1 1,1 0,0-1,0 0,0 0,-1 0,1 0,0 0,0 0,0-1,0 1,24-9</inkml:trace>
  <inkml:trace contextRef="#ctx0" brushRef="#br0" timeOffset="1633.388">3183 361,'-18'-5,"-13"-1,-11-2,-6 1,4 1</inkml:trace>
  <inkml:trace contextRef="#ctx0" brushRef="#br0" timeOffset="1801.453">2434 187,'25'-7,"24"-6,25-4,19 1,15 4,3 3,-18 3</inkml:trace>
  <inkml:trace contextRef="#ctx0" brushRef="#br0" timeOffset="2136.61">3196 762,'14'-5,"-1"-1,0 0,0-1,-1 0,1-1,-2 0,1-1,-1-1,-1 1,0-2,0 1,-1-1,0-1,-1 0,0 0,-1-1,0 1,-1-2,-1 1,0-1,1-6,-5 18,0 0,0 0,-1 1,1-1,-1 0,1 0,-1 0,1 0,-1 0,0 0,0 0,0 0,0-1,-1 1,1 0,0 0,-1 0,1 0,-1 1,0-1,0 0,0 0,0 0,0 0,0 1,0-1,0 1,-1-1,1 1,-1-1,1 1,-1 0,1-1,-1 1,0 0,0 0,1 0,-1 1,0-1,0 0,0 1,0-1,0 1,0 0,0-1,-1 1,-3 4,0-1,0 1,1 0,-1 0,1 1,0 0,0 0,1 0,0 0,0 1,0 0,0 0,1 0,0 0,0 0,0 1,1-1,0 1,1 0,-1-1,1 1,0 0,1 0,0 2,0-2,0-1,1 0,-1 0,1 1,1-1,-1 0,1 0,0 0,0 0,1-1,0 1,0 0,0-1,1 0,0 0,0 0,0 0,0-1,1 0,0 1,0-2,0 1,0 0,0-1,1 0,0-1,-1 1,1-1,0 0,0 0,1-1,1 1,4 0,-1 0,1 0,-1-1,0-1,1 0,0-1,-1 0,0 0,1-1,-1-1,0 0,0 0,0-1,-1-1,1 0,-1 0,0-1,0 0,-1-1,0 0,0 0,-1-1,0-1,0 1,-1-1,0 0,0-1,4-8,33-81,-47 152,1-35,0-5,0 0,1-1,0 1,1 0,1 0,0 0,0 0,1 0,1-1,0 1,1-1,23 10,-13-22</inkml:trace>
  <inkml:trace contextRef="#ctx0" brushRef="#br0" timeOffset="2299.382">3851 107,'-16'-7,"-7"-2,-5 3,1 4,4 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46.3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1 237,'10'55,"4"0,1-2,3 0,2 0,3-2,23 38,-40-76,2-1,-1-1,1 1,1-1,0-1,1 1,0-2,0 1,1-1,0-1,3 1,-11-7,0-1,0 1,0-1,0 0,0 0,0 0,0-1,1 1,-1-1,0 1,0-1,1 0,-1-1,0 1,0 0,1-1,-1 0,0 0,0 0,0 0,0 0,0-1,0 1,0-1,-1 0,1 0,0 0,-1 0,0 0,1 0,1-3,3-4,-1 0,0 0,0 0,-1-1,0 0,0 0,-1 0,2-11,3-22,-2-1,-2 0,-2 0,-1 0,-3-1,-2 1,-1 0,-3 0,-3-8,37 102,0-6,2 0</inkml:trace>
  <inkml:trace contextRef="#ctx0" brushRef="#br0" timeOffset="795.622">855 585,'-14'-7,"-2"0,1 1,-1 0,0 1,0 1,0 1,-9-1,20 3,0 1,-1 0,1 0,0 0,0 0,-1 1,1 0,0 0,0 0,0 1,0 0,0 0,0 0,1 1,-1-1,1 1,-1 0,1 0,0 1,0-1,1 1,-1 0,1 0,-1 0,1 1,0-1,-1 1,1 0,0-1,1 1,-1 0,1 1,0-1,0 0,1 0,-1 1,1-1,0 1,1 0,-1-1,1 1,0-1,1 1,-1 0,1-1,0 1,1-1,-1 0,1 1,0-1,1 0,-1 0,1 0,0 0,0-1,0 1,1-1,-1 1,1-1,0-1,5 4,-6-5,1-1,-1 1,1-1,0 0,-1-1,1 1,0-1,0 1,0-1,-1 0,1 0,0-1,0 1,-1-1,1 0,0 0,-1 0,1-1,-1 1,1-1,-1 0,0 0,1 0,-1 0,0 0,0-1,-1 1,1-1,2-2,4-6,-1 1,0-1,0 0,-1-1,0 0,-1 0,4-10,-7 13,6-9,0 31,-8-4,1 0,0 1,1-1,0 0,1-1,0 1,0 0,1-1,0 0,0 0,1-1,0 1,0-1,1 0,0-1,0 0,5 4,-10-9,0-1,0 1,0-1,1 1,-1-1,0 0,0 0,0 1,0-2,0 1,1 0,-1 0,0-1,0 1,0-1,0 1,0-1,0 0,0 0,0 0,0 0,-1 0,1-1,0 1,0-1,-1 1,1-1,-1 1,0-1,1 0,-1 1,0-1,0 0,0 0,0-1,27-73,-16-125,-12 200,0 0,-1-1,1 1,0-1,0 1,0 0,0-1,1 1,-1-1,0 1,0 0,1-1,-1 1,1 0,0-1,-1 1,1 0,0 0,-1 0,1 0,0-1,0 1,0 0,0 0,0 1,0-1,1 0,-1 0,0 0,0 1,0-1,1 1,-1-1,0 1,1-1,-1 1,1 0,-1 0,0 0,2-1,135 34,-129-31,0-1,0 2,0-1,0 1,-1 0,1 1,-1 0,0 0,0 1,0 0,0 0,-1 1,0 0,0 0,-1 1,0-1,0 2,0-1,-1 1,0-1,0 1,2 7,1 32,-9-43,1 1,0-1,0 0,0 0,0 0,1 1,-1-1,1 0,0 0,0 0,1 0,-1 0,1 0,0-1,0 1,0 0,1-1,-1 1,1-1,0 0,0 0,0 0,0 0,0-1,1 1,-1-1,1 0,0 0,-1 0,1-1,0 1,0-1,0 0,1 0,4-2,1-1,0 0,0 0,-1-1,1-1,-1 1,0-1,0-1,-1 0,1 0,-1-1,0 0,-1 0,1-1,-1 0,0 0,-1-1,3-4,1 1,-1-1,0-1,-1 1,-1-1,0-1,0 1,-2-1,1 0,-2 0,0-1,-1 0,2-11,-8 48,2 0,0 0,1 1,1-1,2 0,0 0,1 0,1 0,3 7,-5-24,-1 0,1-1,0 1,0-1,1 0,-1 0,1 0,0 0,0 0,0-1,1 1,1 0,21 10</inkml:trace>
  <inkml:trace contextRef="#ctx0" brushRef="#br0" timeOffset="1057.009">1818 158,'-6'15,"6"13,12 6,5-3</inkml:trace>
  <inkml:trace contextRef="#ctx0" brushRef="#br0" timeOffset="1937.176">2299 572,'-173'-109,"170"107,0 0,-1 0,1 0,0 0,-1 1,1-1,-1 1,1 0,-1 0,0 0,1 0,-1 1,0 0,1-1,-1 1,0 1,0-1,1 0,-1 1,0 0,1 0,-1 0,1 0,-1 1,1-1,-1 1,1 0,0 0,0 0,0 0,0 1,0-1,-1 2,-1 5,1 0,-1 1,1-1,1 1,0-1,0 1,1 0,0 0,1 1,0-1,0 0,1 0,1 0,0 1,0-1,1 0,1 2,-3-10,0 1,1 0,0 0,-1-1,1 1,0 0,1-1,-1 1,0-1,1 1,-1-1,1 0,0 1,0-1,0 0,0 0,0 0,0-1,1 1,-1 0,0-1,1 0,-1 1,1-1,0 0,-1 0,1-1,0 1,0 0,0-1,-1 0,1 0,0 0,0 0,0 0,0 0,-1-1,1 1,0-1,0 0,-1 0,1 0,0 0,-1 0,2-2,5-4,-1-1,-1-1,1 0,-1 0,-1 0,0 0,0-1,-1 0,0-1,-1 1,0-1,-1 1,0-1,0 0,-1-1,-1 1,0 0,0-1,-1-2,-3 34,2 1,0-1,2 0,0 1,1-1,1 0,1 0,1 0,1 0,0-1,2 0,3 7,-9-24,-1 1,1-1,0 0,0 0,0 0,0-1,0 1,0 0,1-1,-1 0,1 1,-1-1,1 0,-1 0,1 0,-1-1,1 1,0 0,-1-1,1 0,0 0,0 0,-1 0,1 0,0 0,0-1,-1 1,1-1,0 0,-1 0,1 0,-1 0,1 0,-1-1,0 1,1-1,-1 1,0-1,0 0,0 0,0 0,-1 0,2-1,10-13,-1-1,0-1,-1 0,-1 0,-1-1,0-1,-1 1,-2-1,0-1,2-10,13-62,-3-1,-4-1,-4-7,-7 17,-3 85,-1 1,1-1,0 0,0 0,-1 0,1 0,0 1,-1-1,1 0,0 0,-1 0,1 0,0 0,-1 0,1 0,0 0,-1 0,1 0,0 0,-1 0,1 0,0 0,-1 0,1 0,0 0,-1-1,1 1,0 0,-1 0,1 0,0 0,0-1,-1 1,1 0,0 0,0-1,-1 1,1 0,0 0,0-1,0 1,0 0,-1-1,1 1,0 0,0-1,0 1,0 0,0-1,0 1,0 0,0-1,0 1,0 0,0-1,-6 16,0-1,1 1,0 0,2 1,0-1,-1 15,2-17,-3 10,1 0,1 0,1 1,1-1,2 0,0 1,1-1,2 0,0 0,1 0,1-1,2 1,0-1,6 10,-12-28,0-1,-1 0,2 1,-1-1,0 0,1 0,-1 0,1 0,0-1,0 1,0-1,0 0,0 0,0 0,1 0,-1 0,1-1,0 1,-1-1,1 0,0 0,0-1,-1 1,1-1,0 0,0 0,0 0,0 0,-1-1,1 1,0-1,0 0,-1 0,1-1,0 1,-1-1,1 1,1-3,67-66,-34 27,-37 42,-1 0,1 0,0 1,0-1,0 0,0 0,0 0,0 1,0-1,0 0,0 1,0-1,0 1,0-1,1 1,-1 0,0 0,0-1,0 1,1 0,-1 0,0 0,0 0,1 0,-1 0,0 1,0-1,0 0,1 1,-1-1,0 1,0-1,0 1,0-1,0 1,0 0,0-1,0 1,0 0,0 0,0 0,0 0,-1 0,1 0,0 0,-1 0,1 0,-1 0,1 0,-1 1,1-1,-1 0,0 0,0 0,0 1,1 0,4 13,0 1,0 0,-2 0,0 1,0-1,-2 1,0-1,-1 1,-1 0,0-1,-4 16,5-30,0-1,0 1,0 0,-1 0,1 0,0-1,-1 1,0 0,1-1,-1 1,0 0,0-1,0 1,0-1,0 1,0-1,0 0,0 1,-1-1,1 0,-1 0,1 0,-1 0,1 0,-1 0,1 0,-1-1,0 1,1 0,-1-1,0 0,0 1,0-1,1 0,-1 0,0 0,0 0,0 0,1 0,-1-1,0 1,-1-1,-2-4,0-1,0 0,1 0,0-1,0 1,0-1,1 0,0 0,0 0,1 0,0-1,0 1,1-1,0 1,0-1,1 0,0-1,0 0,0 1,1-1,0 1,1 0,0-1,0 1,0 0,1 0,1 0,-1 0,1 1,1-1,-1 1,1 0,1 0,-1 1,1 0,0 0,0 0,1 1,0-1,0 2,0-1,0 1,1 0,0 0,0 1,0 0,0 1,0 0,1 0,2 0,2-1,1 1,0 0,0 0,0 2,0 0,0 0,5 2,-15-1,1-1,-1 1,0 1,0-1,1 0,-1 1,0 0,0 0,0 0,0 0,-1 1,1 0,-1 0,0 0,1 0,-1 0,0 0,-1 1,1-1,-1 1,1 0,-1 0,0 0,0 3,2 6,-1 0,-1 0,0 0,-1 1,-1-1,0 0,-2 12,1 14,1-38,0-1,0 1,0 0,-1-1,1 1,0 0,0 0,0-1,0 1,0 0,0 0,0-1,0 1,0 0,0 0,0-1,0 1,1 0,-1-1,0 1,0 0,1-1,-1 1,1 0,-1-1,0 1,1 0,-1-1,1 1,0-1,-1 1,1-1,-1 1,1-1,0 0,-1 1,1-1,0 0,-1 0,1 1,0-1,0 0,-1 0,8-5</inkml:trace>
  <inkml:trace contextRef="#ctx0" brushRef="#br0" timeOffset="2180.042">2967 130,'14'19,"14"12,1 1</inkml:trace>
  <inkml:trace contextRef="#ctx0" brushRef="#br0" timeOffset="2987.398">3355 452,'14'-20,"-1"0,-1 0,-1-1,-2-1,1 0,-2 0,-1 0,-1-1,-1 0,-1-1,-1 1,-1-1,0 17,-1-1,0 1,0-1,-1 1,0-1,0 1,-1-1,1 1,-2 0,1-1,-1 1,0 0,-1 0,0 0,0 0,0 0,-1 1,0-1,-1 1,4 5,-1 0,0 0,0 0,0 0,0 0,0 1,0-1,0 1,0-1,-1 1,1 0,0 0,0 0,0 0,0 0,0 1,0-1,0 0,0 1,-1 0,1-1,1 1,-1 0,0 0,0 0,0 0,0 1,1-1,-1 0,1 1,-1-1,0 1,-46 55,37-40,1 1,1-1,0 2,2-1,0 1,1 0,1 1,0-1,2 1,0 0,1 0,1 0,1 0,1 1,1-1,1-1,0 1,2 0,1 5,-2-16,-1-1,1 0,1 1,0-1,0-1,0 1,1-1,0 0,1 0,-1 0,1-1,0 0,1-1,0 0,0 0,0 0,0-1,1 0,-1-1,1 0,0 0,0-1,0 0,0 0,1-1,-1-1,0 0,0 0,1 0,-1-1,0-1,0 1,0-1,0-1,6-2,-5-1,0 0,0 0,-1-1,0 0,0 0,-1-1,0 0,0-1,-1 0,0 0,-1-1,0 0,0 0,-1 0,0 0,-1-1,0 0,-1 0,0 0,-1 0,0-1,0-7,-2 18,0-1,0 1,0 0,0 0,0 0,0 0,-1-1,1 1,0 0,0 0,-1 0,1 0,-1 0,1 0,-1 0,0 0,1 0,-1 0,0 0,0 0,1 1,-1-1,0 0,0 0,0 1,0-1,0 1,0-1,0 1,0-1,0 1,0-1,-1 1,1 0,0 0,0 0,0-1,0 1,0 0,-1 1,1-1,0 0,0 0,0 0,0 1,0-1,-1 0,1 1,0-1,0 1,0 0,0-1,0 1,1 0,-1-1,0 1,0 0,0 0,1 0,-1 0,0 0,1 0,-1 0,0 0,1 0,-1 1,-3 1,1 1,-1 0,1 0,0 0,0 1,0-1,1 1,-1-1,1 1,0 0,1 0,-1 0,1 0,0 0,0 0,0 1,1-1,0 0,0 0,0 0,1 1,0-1,0 0,0 0,0 0,1 0,0 0,0 0,0 0,1-1,-1 1,1-1,2 2,5 1,1-1,-1 0,1-1,1 0,-1-1,1 0,-1 0,1-2,0 1,1-2,-1 1,0-2,0 1,12-3,4 2,-1-1,1-2,-1-1,0-1,0-1,0-2,-1 0,0-2,14-7,-25 9,0 0,0 0,-1-2,0 0,-1 0,0-1,-1-1,0 0,-1-1,0 0,-1 0,-1-1,0-1,-1 0,0 0,0-4,-2 7,-2-1,0 0,0 0,-1-1,0 1,-2 0,1-1,-2 0,0 1,0-1,-1 1,-1-1,0 1,-1 0,-1-1,0 1,0 1,-1-1,-1 1,-2-4,6 13,-1 0,1 0,-1 0,0 0,0 0,0 1,0-1,0 1,-1 0,1 0,0 0,-1 0,0 1,1-1,-1 1,0 0,0 0,0 0,0 1,0-1,0 1,0 0,0 0,0 1,0-1,0 1,1 0,-1 0,0 0,0 0,1 1,-1-1,0 1,1 0,-2 1,-5 6,0-1,1 1,0 1,0 0,1 0,0 1,1 0,0 0,1 0,0 1,1 0,1 1,-1-1,2 1,0-1,0 1,1 0,1 0,0 0,1 0,0 1,1-1,1 0,0 0,1-1,0 1,1 0,0-1,1 0,0 0,1 0,0 0,0-2,0-1,0 1,1-1,0 0,1 0,-1-1,2 0,-1-1,1 0,0 0,1-1,0 0,0 0,0-1,0 0,1-1,0-1,0 1,0-2,0 0,0 0,1-1,-1 0,0-1,1 0,-1-1,0 0,1-1,-1 0,0 0,0-2,6-2,-7 2,0-1,-1-1,0 1,-1-2,1 1,-1-1,0 0,-1-1,1 0,-2 0,1 0,-1-1,0 0,-1 0,0-1,-1 1,3-9,-2-2,-19 41,12-16,1 0,-1 1,1-1,0 1,1-1,-1 1,1-1,0 1,0 0,1-1,0 1,0-1,0 1,0-1,1 0,0 0,0 1,1-1,-1 0,1-1,0 1,0 0,1-1,-1 0,1 0,0 0,3 2,6 0,1 0,0-1,0-1,0 0,0-1,1-1,0 0,-1 0,1-2,0 0,-1-1,1 0,4-2,87-24,-69 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6:01.7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685 175,'-7'-2,"0"1,0 0,0 1,0-1,0 1,0 1,0-1,0 1,0 0,0 1,0 0,0 0,1 0,-1 1,1 0,0 0,0 1,0-1,0 2,0-1,1 0,0 1,0 0,0 0,0 2,-15 20,1 1,2 0,1 2,1 0,2 1,1 0,1 1,2 0,1 1,1 0,2 0,1 13,-15 149,8 1,9 0,10 26,4 73,13-1,44 183,-59-418,2-1,3-1,2 0,3-2,2 0,3-1,9 12,-28-56,0 0,0 0,1 0,1-1,0 0,0-1,1 0,0 0,0 0,1-1,0-1,0 0,0 0,1-1,0 0,0-1,0 0,0-1,1 0,0-1,-1 0,1-1,0 0,0-1,7-1,8-6,0-1,-1-1,0-2,-1 0,0-2,-1 0,0-2,-1-1,-1-1,0 0,-2-2,0-1,2-3,22-20,-3-3,-1-1,-3-2,-1-1,-3-2,-2-2,-3 0,-2-2,-2-1,-3-1,-2-1,3-29,0-39,-6 0,-5-1,-6-1,-6 1,-5-1,-6 1,-7-7,4 37,-5 0,-3 2,-5 1,-4 1,-9-10,21 59,-2 0,-2 1,-2 2,-1 0,-3 2,-1 1,-2 2,-1 1,-2 1,-2 2,-6-2,20 18,-1 1,0 1,-1 1,-1 1,0 1,-1 2,-9-2,21 7,1 2,-1 0,1 1,-1 1,0 0,0 1,1 0,-1 2,0 0,1 1,-1 0,1 1,0 1,-9 4,-4 6,1 2,1 1,0 2,2 0,0 1,1 2,1 0,1 1,2 2,0 0,2 1,1 0,0 2,-47 90,4 2,6 3,-29 104,19-35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55.8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1088 202,'-3'-5,"-1"-3,0 1,-1-1,0 1,0 0,-1 0,1 0,-2 1,1 0,-1 0,0 0,0 1,0 0,-1 1,1 0,-1 0,0 0,-1 1,-2-1,-9 3,-1 0,0 2,1 0,-1 1,0 1,1 1,0 1,0 0,0 2,1 0,0 2,0 0,-2 2,-3 1,0 0,0 2,1 0,1 2,1 0,0 2,1 0,1 1,0 1,2 1,1 1,0 0,1 1,2 0,0 1,0 6,-13 43,3 2,4 1,0 14,-16 67,-46 120,40-149,5 2,7 1,1 30,18-89,3 1,4-1,3 1,3 0,3-1,4 0,2 0,4-1,2-1,4 0,29 62,-45-117,1 0,1 0,0-1,1 0,1 0,0-1,1-1,0 0,1 0,0-1,0 0,2-1,-1-1,1 0,0-1,1 0,0-1,13 3,-7-5,1-2,-1 0,1-2,0 0,0-1,0-2,0 0,-1-1,1-1,18-6,7-5,-1-2,-1-2,0-2,12-9,-20 10,-2-1,0-2,-2-1,0-1,-2-2,-1-2,-1-1,-1-1,-2-1,1-4,2-11,-3-1,-1-1,-3-1,-2-1,-2-1,2-19,20-98,2-58,-41 221,39-228,-10-2,-2-190,-28 375,-3 1,-1-1,-3 1,-2 0,-2 0,-2 1,-10-21,14 46,-1 2,-1-1,-1 1,0 1,-2 0,-1 1,0 0,-1 2,-1-1,-1 2,-1 1,0 0,-1 1,-1 1,0 1,-3 0,4 4,-1 1,1 1,-1 2,-1 0,1 1,-1 0,0 2,1 1,-1 1,0 1,0 0,1 2,-1 0,1 2,-1 0,2 2,-1 0,1 1,0 1,0 1,-7 6,-25 15,2 2,2 3,1 1,2 3,1 1,3 3,-8 11,-43 58</inkml:trace>
  <inkml:trace contextRef="#ctx0" brushRef="#br0" timeOffset="898.877">2105 496,'2'23,"1"21,0 16,-3 10,-4 7,-3-4,-3-7,-2-14,1-17</inkml:trace>
  <inkml:trace contextRef="#ctx0" brushRef="#br0" timeOffset="1149.206">2091 1,'13'14,"19"11,15 6,11 2,-5-4</inkml:trace>
  <inkml:trace contextRef="#ctx0" brushRef="#br0" timeOffset="1716.232">2452 522,'-5'19,"1"0,0 0,1 0,1 0,1 0,1 1,0-1,2 0,0 0,1 0,1 0,1 0,5 13,35 76,-44-107,-1 0,1-1,0 1,1-1,-1 1,0-1,0 0,0 1,0-1,0 0,0 0,0 0,0 0,1 0,-1 0,0 0,0 0,0 0,0 0,0-1,0 1,0 0,1-1,-1 1,0-1,0 1,0-1,-1 0,1 1,0-1,0 0,0 0,0 0,-1 1,1-1,0 0,-1 0,1 0,-1 0,1 0,-1 0,1 0,-1-1,0 1,1 0,-1 0,0 0,0 0,0 0,0-1,2-2,124-247,-126 251,17-23,-17 23,0 0,0-1,1 1,-1 0,0 0,1 0,-1-1,0 1,1 0,-1 0,0 0,1-1,-1 1,1 0,-1 0,0 0,1 0,-1 0,1 0,-1 0,0 0,1 0,-1 0,0 0,1 0,-1 0,1 0,-1 1,0-1,1 0,-1 0,0 0,1 0,-1 1,0-1,1 0,-1 0,0 1,1-1,-1 0,0 1,0-1,0 0,1 1,-1-1,0 0,0 1,0-1,0 0,1 1,-1-1,0 1,0-1,0 0,0 1,0-1,0 1,0-1,0 0,0 1,0-1,-1 1,8 90,-8-82,0 1,1-1,0 0,0 1,1-1,0 1,1-1,0 0,0 0,1 1,0-2,1 1,0 0,0-1,1 0,0 0,0 0,1 0,0-1,3 3,-1-6,1-1,-1 1,1-1,-1-1,1 0,0 0,0-1,0 0,0 0,1-1,-1 0,0-1,0 0,0 0,0-1,0 0,-1-1,1 0,0 0,-1-1,0 0,0 0,0-1,-1 0,1-1,-1 0,1-1,8-7,-1 0,-1-1,0 0,-1-1,-1-1,-1 0,0 0,-1-1,-1-1,0 0,-2 0,0 0,-1-1,2-13,4-30,-3-1,-2-1,-3 1,-3-3,-7-163,3 212,-4 35,11 274,3 152,-7-423,0-8,-1 0,2-1,-1 1,2 0,0 0,0-1,1 0,0 1,1-1,4 9,-6-18,-1 0,0 0,0 0,1-1,-1 1,1 0,-1-1,1 1,0-1,0 1,0-1,0 0,0 0,0 0,0 0,0 0,0-1,0 1,0 0,0-1,1 0,-1 1,0-1,1 0,-1 0,0 0,0-1,1 1,-1 0,0-1,0 0,0 1,0-1,0 0,0 0,1-1,22-12</inkml:trace>
  <inkml:trace contextRef="#ctx0" brushRef="#br0" timeOffset="1966.091">3040 202,'12'0,"21"2,26 4,26 2,14 4,3 8,-10 7,-21-2</inkml:trace>
  <inkml:trace contextRef="#ctx0" brushRef="#br0" timeOffset="2317.729">3455 857,'18'-27,"-1"-1,-1 0,-1-1,-2-1,-1 0,-1 0,-2-2,-1 1,-1-1,-2 0,2-32,-7 64,0 0,0-1,0 1,1 0,-1 0,0-1,0 1,1 0,-1 0,0-1,0 1,1 0,-1 0,0 0,1 0,-1 0,0-1,1 1,-1 0,0 0,1 0,-1 0,0 0,1 0,-1 0,0 0,1 0,-1 0,0 0,1 0,-1 0,0 1,0-1,1 0,-1 0,0 0,1 0,-1 0,0 1,0-1,1 0,-1 0,0 1,0-1,1 0,-1 0,0 1,0-1,0 0,0 1,1-1,-1 0,0 0,0 1,0-1,0 0,0 1,0-1,0 0,0 1,0-1,0 0,0 1,0-1,0 1,5 5,5 1,0 1,0-2,1 1,-1-2,1 1,1-1,-1-1,5 1,68 35,-81-38,-1 0,0 0,1 0,-1 1,0-1,0 1,0-1,0 1,0 0,-1-1,1 1,-1 0,0 0,0 0,0 0,0 1,0-1,-1 0,0 0,1 0,-1 1,0-1,0 0,-1 0,0 3,-29 81,18-59,11-27,-7 17,1 1,1 0,0 0,2 0,-2 14,5-29,1 1,-1-1,1 0,0 0,1 1,-1-1,1 0,0 0,0 0,0 1,0-1,1 0,0-1,-1 1,1 0,1 0,-1-1,1 1,-1-1,1 0,0 0,0 0,0 0,1 0,-1-1,1 1,-1-1,1 0,2 1,13 3,1 0,-1-1,1-1,0-1,0 0,0-2,1 0,-1-2,0 0,19-4,9-1</inkml:trace>
  <inkml:trace contextRef="#ctx0" brushRef="#br0" timeOffset="3449.223">1837 2046,'108'-220,"-54"103,-54 116,0 0,0 0,0 0,1 0,-1 1,0-1,1 0,-1 0,0 0,1 1,-1-1,1 0,0 1,-1-1,1 0,-1 1,1-1,0 1,-1-1,1 1,0-1,0 1,-1 0,1-1,0 1,0 0,0-1,0 1,-1 0,1 0,0 0,0 0,0 0,0 0,0 0,0 0,-1 0,1 0,0 1,0-1,0 0,0 0,-1 1,1-1,0 1,0-1,-1 1,1-1,0 1,-1-1,1 1,0 0,-1-1,1 1,-1 0,1-1,-1 1,0 0,1 0,-1-1,0 1,1 0,-1 0,15 32,-1 0,-2 0,-1 1,0 12,-8-35,1-2,-2 0,1 0,-1 1,-1-1,1 0,-2 1,1-1,-1 1,-1 0,0-1,0 0,-3 9,4-17,-1 0,0 0,1 0,-1 0,0 0,0 0,0-1,0 1,0 0,0 0,0-1,0 1,0-1,0 1,0-1,-1 0,1 1,0-1,0 0,0 0,-1 1,1-1,0 0,0 0,0-1,-1 1,1 0,0 0,0-1,0 1,-1 0,1-1,0 1,0-1,0 1,0-1,0 0,0 0,0 1,0-1,0 0,1 0,-1 0,0 0,0 0,1 0,-1 0,1 0,-1 0,1 0,-1 0,1-1,-1 1,1 0,0 0,0 0,0-1,0 1,0 0,0 0,0-1,-2-3,0-1,1 1,0-1,0 1,0-1,1 1,0-1,0 0,0 1,1-1,-1 0,1 1,1-1,-1 1,1 0,0-1,0 1,1 0,-1 0,1 0,0 0,1 1,-1-1,1 1,0 0,0 0,0 0,0 1,1-1,-1 1,1 0,0 0,0 1,0-1,1 1,-1 0,0 1,4-1,77-5,29-6,-111 12,1-1,0 1,-1-1,1 0,-1-1,0 1,0-1,0 1,0-1,0-1,-1 1,1 0,-1-1,0 0,0 0,0 0,0 0,-1 0,0 0,0-1,1 0,-2 2,0 1,0 0,-1-1,1 1,0-1,-1 1,0-1,1 1,-1-1,0 1,0-1,-1 1,1 0,0-1,-1 1,0-1,1 1,-1-1,0 1,0 0,0 0,-1-1,1 1,0 0,-1 0,0 0,1 1,-1-1,0 0,0 1,0-1,0 1,0-1,0 1,0 0,-1 0,1 0,0 0,-1 0,1 1,-1-1,1 1,-1-1,1 1,-1 0,1 0,-1 0,1 0,-1 1,0-1,-1 1,0 0,0 0,0 0,0 1,0-1,0 1,1 0,-1 0,0 0,1 0,0 1,0 0,0-1,0 1,0 0,0 1,1-1,-1 0,1 1,0-1,0 1,0 0,1 0,-1-1,1 1,0 0,0 0,0 0,1 1,-1-1,1 0,0 0,0 0,1 0,-1 0,1 0,0 0,0 0,0 0,1 0,-1 0,1 0,0-1,0 1,0 0,0-1,1 0,0 0,-1 0,1 0,0 0,2 1,5 3,0-1,0 0,1 0,-1-1,1-1,1 0,-1 0,1-1,-1 0,1-1,0-1,0 1,0-2,0 0,0 0,0-1,-1-1,1 0,0-1,8-2,-7 0,-1 0,1 0,-1-1,-1-1,1 0,-1-1,-1 0,1 0,-1-1,-1-1,1 0,-2 0,1 0,-2-1,1-1,-1 1,-1-1,4-11,3-10,-1-1,-2 0,-1-1,-2 0,-1 0,0-19,-3-56,-14 77,10 33,0 0,0 0,0 0,0 0,0 0,0 0,0 0,0 1,0-1,0 0,0 0,1 1,-1-1,0 1,0-1,0 1,0-1,0 1,1-1,-1 1,0 0,0-1,1 1,-1 0,0 0,1-1,-1 1,1 0,-1 0,1 0,0 0,-1 0,-14 23,0 2,2-1,1 2,1-1,1 2,2-1,-6 29,9-34,1-1,1 1,1 0,1 0,1 1,1-1,3 13,-3-26,1 1,0-1,0 0,1 0,0 0,1 0,0 0,1-1,0 0,0 0,0 0,1 0,0-1,1 0,0 0,0-1,0 0,6 4,-4-5,0 0,0-1,1 0,-1 0,1-1,0 0,0 0,0-1,1-1,-1 0,0 0,0-1,1 0,-1-1,0 0,1-1,-1 0,0-1,0 0,-1 0,1-1,-1 0,1-1,4-3,-2 1,-2 0,1 0,-1-1,0 0,-1-1,0 0,0-1,-1 0,0 0,-1 0,0-1,-1 0,0-1,0 0,-2 0,1 0,-2 0,1 0,0-9,-3 20,-1-1,1 0,-1 1,1-1,-1 0,0 0,1 0,-1 1,0-1,0 0,0 0,-1 0,1 1,0-1,-1 0,1 0,-1 1,1-1,-1 0,0 1,0-1,0 0,0 1,0-1,0 1,0 0,0-1,-1 1,1 0,0 0,-1 0,1 0,-1 0,1 0,-1 0,0 0,1 1,-1-1,0 1,0-1,1 1,-1-1,0 1,0 0,0 0,1 0,-1 0,0 0,0 1,0-1,1 0,-2 1,-4 2,-1 0,1 0,1 1,-1 0,1 0,-1 0,1 1,0 0,1 0,-1 1,1 0,0 0,1 0,-1 0,1 1,0-1,1 1,0 0,0 0,0 1,1-1,0 0,0 1,1-1,0 1,0 0,1 3,3-5,0 0,0-1,1 1,-1-1,1 0,0 0,1-1,-1 1,1-1,0 0,0 0,0 0,1-1,-1 0,1 0,0 0,0-1,0 0,0 0,0-1,0 1,1-1,-1 0,0-1,4 0,41 8</inkml:trace>
  <inkml:trace contextRef="#ctx0" brushRef="#br0" timeOffset="4063.847">3455 1726,'-7'1,"0"0,0 1,0 0,0 1,0-1,1 1,-1 0,1 1,0-1,0 1,0 1,1-1,-1 1,1 0,0 0,1 0,-1 1,1 0,0 0,0 0,-1 4,4-7,0-1,1 1,0-1,-1 1,1 0,0-1,0 1,1 0,-1-1,0 1,1-1,0 1,0 0,-1-1,1 0,1 1,-1-1,0 0,0 1,1-1,0 0,-1 0,1 0,0 0,0 0,0-1,0 1,0-1,0 1,1-1,-1 0,0 1,1-1,87 26,-73-24,0-1,0-1,1 0,-1-2,0 0,0 0,0-2,-1 0,1-1,0-1,-1 0,0-2,-1 1,1-2,-1 0,-1-1,1 0,-1-1,-1-1,0 0,-1-1,0 0,0-1,-2 0,9-13,-8-4,-1-1,-1 0,-1 0,-2-1,-1 1,-2-1,-1 0,-2 0,0-1,-3-3,3 22,-9-147,0 139,-2 28,-8 36,4 11,3 1,2 0,2 0,3 0,2 1,3 0,4 33,-4-73,1-1,0 0,1 0,0 0,1 0,1 0,1 0,-1-1,2 1,0-1,1-1,0 1,0-1,2-1,-1 1,8 6,-12-15,1-1,-1 1,1-1,-1 0,1 0,0 0,0 0,0-1,0 0,0 0,1-1,-1 1,0-1,0 0,0 0,1-1,-1 0,0 0,0 0,0 0,0-1,0 0,-1 0,4-1,6-5,0 1,0-2,-1 0,0-1,0 0,-1-1,3-4,119-161,-172 301,36-121,0-1,1 1,0 0,0 0,0 0,0 0,0 1,1-1,0 0,0 0,0 0,0 0,1 0,0 0,0 0,0 0,0 0,0 0,1 0,0 0,0 0,0-1,0 1,0-1,1 0,0 1,-1-1,1 0,0-1,1 1,-1 0,0-1,4 2,0-3,0 0,-1 0,1 0,0-1,0 0,0-1,0 0,-1 0,1 0,0-1,-1 1,1-2,-1 1,3-2,23-11</inkml:trace>
  <inkml:trace contextRef="#ctx0" brushRef="#br0" timeOffset="4315.185">4457 1619,'-16'-7,"-9"-4,-6-1,-2 0,3-1,1-2,2-3,5 1</inkml:trace>
  <inkml:trace contextRef="#ctx0" brushRef="#br0" timeOffset="4477.745">3816 1271,'20'0,"25"0,28-2,22-1,10 0,-12 1</inkml:trace>
  <inkml:trace contextRef="#ctx0" brushRef="#br0" timeOffset="4664.242">4444 1806,'13'0,"0"-1,-1 0,1 0,0-2,-1 1,1-2,-1 0,0 0,0-1,-1 0,1-1,-1 0,-1-1,1-1,-1 1,0-2,-1 1,0-1,0-1,-1 1,0-2,0 1,3-9,-9 14,-1 0,-1 0,1 0,0-1,-1 1,0 0,-1 0,1 0,-1 0,0 0,0 0,0 0,-1 0,0 0,0 0,0 1,0-1,-1 0,0 1,0 0,0 0,0 0,-1 0,0 1,1-1,-1 1,-1 0,1 0,0 0,-1 1,1-1,-1 1,0 0,0 0,0 1,0 0,0 0,0 0,0 0,0 1,0 0,0 0,-1 0,1 0,0 1,-4 1,1-1,1 1,-1 0,1 0,0 1,0 0,0 0,0 0,0 1,1 0,0 1,0-1,0 1,0 0,1 1,0-1,0 1,0 0,1 0,-1 1,2-1,-1 1,1 0,0 0,0 0,1 1,0-1,0 0,1 1,0 0,0-1,1 1,0-1,0 1,1 0,0-1,0 1,1-1,-1 1,2-1,-1 0,1 0,0 0,1 0,0 0,2 3,9 4,1 0,0-1,1 0,0-1,0-1,2-1,-1-1,1 0,0-2,1 0,0-1,0-1,0 0,19 0,9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6:02.4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1 741,'21'118,"1"-39,3-2,3-1,4-1,2-2,23 32,-48-89,-1-1,2-1,0 1,1-2,0 1,1-2,1 1,0-2,0 0,13 8,-25-18,1 0,0 0,-1 0,1 0,0-1,0 1,0 0,-1-1,1 1,0-1,0 0,0 0,0 1,0-1,0-1,0 1,0 0,0 0,0-1,0 1,-1-1,1 1,0-1,0 0,0 0,-1 0,1 0,-1 0,1 0,0 0,-1-1,0 1,1 0,-1-1,0 1,0-1,0 0,1 0,23-74,-19 18,-3 0,-2 0,-3 0,-2 0,-4-12,-4-55,13 73,-1 52,-1-1,1 0,0 0,0 0,0 1,0-1,1 0,-1 0,0 0,0 1,0-1,1 0,-1 0,0 1,1-1,-1 0,0 0,1 1,-1-1,1 1,-1-1,1 0,0 1,-1-1,1 1,-1-1,1 1,0-1,-1 1,1 0,0-1,0 1,-1 0,1 0,0-1,0 1,0 0,-1 0,1 0,0 0,0 0,0 0,-1 0,1 0,0 1,0-1,0 0,-1 0,1 1,0-1,0 0,-1 1,1-1,0 1,35 29,-35-28,32 34</inkml:trace>
  <inkml:trace contextRef="#ctx0" brushRef="#br0" timeOffset="755.521">923 1142,'-5'-3,"-1"-1,0 1,0 0,0 0,0 1,0 0,-1 0,1 0,-1 1,1 0,-1 0,0 1,1 0,-1 0,0 1,1-1,-1 1,0 1,1-1,0 1,-1 0,1 1,0-1,0 1,0 1,0-1,1 1,0 0,-1 0,1 0,0 1,1 0,0 0,-2 1,-30 55,35-59,0 0,1-1,-1 1,1 0,-1-1,1 1,-1 0,1 0,0-1,0 1,0 0,0 0,0 0,1-1,-1 1,0 0,1 0,-1-1,1 1,0 0,0-1,-1 1,1-1,0 1,0-1,0 1,1-1,-1 0,0 1,1-1,-1 0,0 0,1 0,-1 0,1 0,0 0,0 0,6 0,-1-1,1 0,0 0,0-1,-1 0,1 0,0-1,-1 0,0 0,1-1,-1 0,0 0,0 0,0-1,-1 0,1-1,-1 1,0-1,0 0,-1-1,0 0,0 1,5-8,4-4,0-1,-1-1,0 0,-2 0,7-17,-18 36,0 0,0 0,0 0,1 1,-1-1,0 0,0 0,0 0,0 0,0 1,0-1,0 0,0 0,0 0,1 0,-1 1,0-1,0 0,0 0,0 0,0 0,1 0,-1 0,0 1,0-1,0 0,1 0,-1 0,0 0,0 0,0 0,1 0,-1 0,0 0,0 0,0 0,1 0,-1 0,0 0,0 0,0 0,0 0,1 0,-1 0,0 0,0-1,0 1,1 0,-1 0,0 0,0 0,0 0,0 0,0-1,1 1,-1 0,0 0,0 0,4 28,-2-16,-2-8,0 1,0-1,1 0,0 0,0 0,0 0,0 0,1 0,-1 0,1-1,0 1,0 0,0-1,1 1,-1-1,1 0,0 0,0 0,0 0,0-1,0 1,1-1,-1 0,1 0,0 0,-1 0,1 0,0-1,0 0,0 0,0 0,0 0,0-1,0 1,1-1,-1 0,0 0,4-1,-3-1,-1-1,1 1,0-1,-1 0,1 0,-1 0,0 0,0-1,0 0,0 0,-1 0,1 0,-1 0,0-1,-1 0,1 1,-1-1,0 0,0 0,1-5,1-4,-1 0,0 0,0-1,-2 1,0-1,0 0,-2-2,-1-8,-2 1,-1 0,0-1,-2 2,-1-1,-3-5,11 29,1 0,-1 1,1-1,-1 0,1 0,-1 0,1 0,-1 0,1 0,0 0,-1 0,1 0,-1 0,1 0,-1 0,1 0,-1 0,1 0,-1-1,1 1,-1 0,1 0,-1-1,1 1,-1 0,1-1,-1 1,1 0,-1-1,0 1,1-1,-1 1,0-1,1 1,-1-1,0 1,0-1,1 1,-1-1,0 1,0-1,0 1,0-1,0 1,0-1,0 1,0-1,0 0,0 1,0-1,0 1,0-1,0 1,0-1,-1 1,1-1,0 1,51 18,0-1,1-3,21 1,-68-13,3-2,-1 0,1 1,0 0,-1 1,0 0,1 0,-1 0,0 1,0 0,0 1,0-1,-1 1,0 0,1 1,-2 0,1 0,0 0,-1 1,0-1,0 1,-1 1,0-1,2 3,-3 4,0 0,-1 1,-1-1,0 0,-1 0,0 1,-2 9,2 61,0-83,0 1,0-1,0 0,0 1,1-1,-1 0,0 1,1-1,-1 0,1 0,0 0,-1 1,1-1,0 0,-1 0,1 0,0 0,0 0,0 0,0 0,0-1,0 1,0 0,1 0,-1-1,0 1,0-1,0 1,1-1,-1 1,0-1,1 0,-1 0,0 0,1 1,-1-1,0-1,1 1,-1 0,0 0,0 0,1-1,-1 1,0 0,1-1,54-30,-39 14,0 0,-1-2,-1 0,-1 0,0-2,-2 1,0-2,-1 0,-2 0,0 0,-1-2,1-11,-5 70,-4-15,1 0,0 0,2-1,0 1,1-1,3 8,-5-22,-1-1,1 1,0-1,0 1,0-1,0 0,1 0,-1 0,1 0,0 0,1-1,-1 1,1-1,-1 0,1 0,0 0,0-1,0 1,0-1,1 0,-1 0,1-1,-1 1,1-1,0 0,-1 0,1 0,5-1,23-2</inkml:trace>
  <inkml:trace contextRef="#ctx0" brushRef="#br0" timeOffset="1005.848">1873 541,'5'14,"14"8,5 1</inkml:trace>
  <inkml:trace contextRef="#ctx0" brushRef="#br0" timeOffset="1913.43">2421 889,'-11'-4,"3"0,0 0,0 1,-1 0,1 0,-1 1,1 1,-1-1,0 1,0 1,0 0,1 0,-1 0,-2 1,6 3,1 0,-1 0,1 0,0 0,0 1,1-1,-1 1,1 0,0 0,0 0,1 1,0-1,-1 1,2-1,-1 1,1 0,0-1,0 1,0 0,1 0,0 0,0 0,1 0,-1-1,2 3,-2-2,1-1,0 1,1 0,-1 0,1 0,0-1,1 1,-1-1,1 0,0 1,0-1,1-1,3 5,-6-8,1 1,0 0,0 0,0-1,0 1,0-1,0 1,0-1,1 0,-1 0,0 0,1 0,-1 0,0-1,1 1,-1-1,1 0,-1 1,1-1,0 0,-1 0,1-1,-1 1,1-1,-1 1,1-1,-1 0,0 0,1 0,-1 0,0 0,0 0,1-1,8-8,-1 0,0-1,-1 0,0 0,-1-1,0 0,-1-1,0 0,-1 0,-1 0,0-1,-1 1,0-1,-1-1,0-2,-1 9,3-14,-3 23,-2 10,-1 4,1 0,0 0,1 0,1 0,0 0,1-1,0 1,1-1,1 1,1-1,0 0,6 10,-10-22,-1 0,1 0,0 0,0 0,0 0,0-1,0 1,1-1,-1 1,0-1,1 0,-1 0,1 0,-1 0,1 0,-1-1,1 1,0-1,-1 0,1 0,0 0,-1 0,1 0,0 0,-1-1,1 1,0-1,-1 0,1 0,-1 0,1 0,-1 0,0 0,1-1,-1 1,0-1,0 0,0 1,0-1,0 0,0-1,10-13,-1 0,0-1,-1 0,-1 0,-1-2,0 1,-1-1,-1 0,-1 0,-1 0,0-1,-2 1,0-1,-1-1,6-66,-3-1,-4 1,-4-1,-13-71,1 80,16 79,0 0,0 0,-1 0,1 1,0-1,0 0,-1 0,1 0,0 0,-1 1,1-1,0 0,0 0,-1 0,1 0,0 0,-1 0,1 0,0 0,-1 0,1 0,0 0,0 0,-1 0,1 0,0 0,-1 0,1 0,0-1,-1 1,1 0,0 0,0 0,-1 0,1-1,0 1,0 0,0 0,-1 0,1-1,0 1,0 0,0 0,-1-1,1 1,0 0,0 0,0-1,0 1,0 0,0-1,0 1,0 0,0-1,0 1,0 0,0-1,0 1,0 0,0 0,0-1,0 1,0 0,0-1,0 1,0 0,1 0,-6 24,1 50,4 0,4-1,2 0,4 0,2 0,9 17,19 45,-35-156,-5 16,0-1,0 1,0 0,0-1,1 1,0 0,0 0,1-1,-1 1,1 0,0 0,0 1,1-1,-1 0,1 1,0-1,1 1,-1 0,1 0,0 0,-1 1,2-1,-1 1,0 0,1 0,-1 1,1-1,0 1,0 0,0 0,2 0,0 0,-1 1,0 0,1 1,-1 0,0 0,1 0,-1 0,1 1,-1 0,0 1,0-1,0 1,0 0,0 1,0-1,0 1,-1 1,1-1,-1 1,0 0,0 0,0 0,-1 0,1 1,1 3,0-2,-1 2,0-1,0 0,0 1,-1 0,0 0,-1 0,0 1,0-1,-1 1,0 0,0 0,-1-1,0 1,-1 0,0 0,0 0,-1 1,0-6,1-1,-1 0,0 0,0 0,0 0,0 0,-1 0,1 0,-1-1,0 1,1 0,-1-1,0 0,-1 1,1-1,0 0,-1 0,1 0,-1 0,0 0,1-1,-1 1,0-1,0 0,0 0,0 0,0 0,0-1,0 1,-1-1,1 1,0-1,0 0,0-1,0 1,-1 0,1-1,0 0,0 1,0-1,0-1,0 1,0 0,1-1,-1 1,-1-2,0 0,-1-1,1 0,0-1,0 1,0-1,0 0,1 0,0 0,0 0,0-1,1 1,0-1,0 1,0-1,1 0,0 0,0 0,0 0,1 0,0 0,0 0,0 0,1 0,0 0,0 0,0 1,1-1,0 0,0 1,0-1,1 1,0-1,0 1,0 0,1 0,0 0,7-9,1 0,0 1,0 0,2 1,-1 0,2 1,-1 0,1 2,1-1,0 2,0 0,1 1,0 1,0 0,0 2,1 0,3 0,-17 3,0 0,1 1,-1 0,0-1,0 2,0-1,0 0,0 1,0 0,0 0,0 0,0 0,0 1,0-1,0 1,-1 0,1 0,-1 0,1 1,-1 0,0-1,0 1,0 0,0 0,-1 0,1 1,-1-1,0 1,0-1,0 1,0 0,0 3,2 7,-1 1,0 0,-2-1,0 1,0 0,-1 0,-2 11,2 58,4-73,0-8</inkml:trace>
  <inkml:trace contextRef="#ctx0" brushRef="#br0" timeOffset="2659.963">3103 247,'14'8,"159"9,-115-15,239 10,-297-12,72-7,-70 6,0 0,0 1,0-1,0 0,0 0,0 0,0-1,0 1,0 0,-1-1,1 1,0-1,-1 1,0-1,1 0,-1 0,0 0,0 0,0 0,0 0,0 0,0 0,0 0,-1 0,1 0,-1 0,0-1,0 1,0 0,0-1,-1-9,0 1,-2-1,1 0,-2 0,1 1,-2 0,1 0,-2 0,1 0,-2 1,1 0,-1 0,-1 1,-6-8,10 12,-1 0,0 1,0-1,0 1,0 0,-1 0,1 0,-1 1,0 0,0 0,-1 1,1-1,0 1,-1 1,1-1,-1 1,0 0,1 1,-1-1,0 1,0 1,1-1,-1 1,0 0,1 1,-1 0,1 0,0 0,0 1,-1 0,-1 1,-1 3,1-1,0 1,0 1,1 0,-1 0,2 0,-1 1,1 0,1 0,0 1,0 0,0-1,2 2,-1-1,1 0,1 1,-1 5,-1 7,1 1,1-1,1 1,1 0,1 0,2-1,2 14,0-14,1 0,1-1,1 1,0-2,2 1,1-1,0-1,2 0,0 0,1-1,1-1,1-1,0 0,2-1,-1 0,2-2,0 0,1-1,19 9,-36-20,0-1,0 1,0 0,0-1,1 0,-1 0,1 0,-1 0,1 0,-1-1,1 0,-1 1,1-1,-1 0,1-1,-1 1,1-1,-1 0,1 1,-1-1,1-1,-1 1,0-1,0 1,1-1,0 0,163-116,-158 114,1-1,-1 1,0-1,-1-1,1 1,-1-2,0 1,0-1,-1 0,0-1,0 1,-1-2,0 1,0-1,-1 1,0-1,0-1,-1 1,2-9,-6 15,0 1,0 0,0-1,0 1,-1 0,1-1,-1 1,0 0,0 0,0 0,0-1,0 1,0 0,0 0,-1 0,1 1,-1-1,1 0,-1 0,0 1,1-1,-1 1,0 0,0-1,0 1,0 0,-1 0,1 0,0 1,0-1,-2 0,-1-1,0 1,0 0,0 0,0 0,-1 0,1 1,0 0,-1 0,1 0,0 1,-1 0,1 0,-4 1,5 0,-1 1,0-1,1 1,0 0,0 0,0 0,0 0,0 1,0 0,1-1,0 1,0 1,0-1,0 0,1 1,0-1,-1 1,2 0,-1 0,0 0,1 0,0 0,0 0,1 5,-1-2,0 0,1 1,1-1,0 1,0-1,0 0,1 0,0 0,1 0,-1 0,2 0,-1 0,1-1,0 0,1 1,3 1,0 0,1 0,0-1,0-1,0 1,1-1,1-1,-1 0,1 0,0-1,0-1,0 0,1 0,-1-1,11 1,13 2,0-1,0-2,0-2,25-2,40-6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7:39.8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241 1471,'210'-20,"-129"8,262-32,2 15,0 16,55 16,-50 30,-434-23,57-4</inkml:trace>
  <inkml:trace contextRef="#ctx0" brushRef="#br0" timeOffset="351.582">2835 308,'-9'10,"1"0,-1 1,2-1,0 1,0 1,1-1,0 1,1 1,0-1,1 1,1-1,0 3,2-14,0 1,1 0,0-1,-1 1,1-1,0 1,0 0,0-1,0 1,0 0,0-1,0 1,0 0,1-1,-1 1,1 0,-1-1,1 1,0-1,-1 1,1-1,0 1,0-1,0 0,0 0,0 1,1-1,-1 0,0 0,1 0,-1 0,0 0,1 0,-1-1,1 1,-1 0,1-1,-1 1,1-1,0 1,-1-1,2 0,0-2,-1-1,1 0,0 0,-1 0,0 0,1-1,-1 1,0 0,-1-1,1 0,-1 1,1-1,-1 0,0 0,-1 1,1-1,-1 0,1 0,-1 0,0 0,-1 0,1 0,-1 0,0 0,0 1,0-2,1 3,0 0,-1 0,1 0,0 1,-1-1,1 0,-1 0,0 1,1-1,-1 1,0-1,0 0,0 1,0 0,0-1,-1 1,1 0,0-1,-1 1,1 0,-1 0,1 0,-1 0,1 0,-1 1,0-1,1 0,-1 1,0-1,0 1,1 0,-1-1,0 1,0 0,0 0,1 0,-1 0,0 1,0-1,0 0,1 1,-1-1,0 1,1 0,-1-1,0 1,0 1,-9 11</inkml:trace>
  <inkml:trace contextRef="#ctx0" brushRef="#br0" timeOffset="621.853">2795 1030,'9'7,"8"-5,2-9,0-11,-5-8,-4-5,-7-2,-7 5,-9 7,-6 10,-4 11,-1 14,1 15,5 8,8 3,12-3,6-8</inkml:trace>
  <inkml:trace contextRef="#ctx0" brushRef="#br0" timeOffset="-1215.292">589 268,'-5'0,"1"-1,-1 1,1 1,-1-1,1 1,-1 0,1 0,-1 0,1 0,0 1,0 0,-1 0,1 0,1 0,-1 1,0 0,0-1,1 1,0 0,0 1,0-1,0 1,0-1,0 1,1 0,-1 2,-6 9,2 0,-1 1,2 0,0 0,1 1,-1 6,0-1,1 0,0 0,2 1,1 0,0 0,2-1,1 1,1 0,0 0,2-1,1 1,0-1,2 0,0-1,4 7,-8-23,0 0,0 0,0 0,1 0,-1-1,1 1,0-1,0 0,1 0,-1 0,1-1,0 1,0-1,0-1,0 1,0-1,1 1,-1-2,1 1,0 0,-1-1,1 0,0-1,0 1,0-1,0 0,-1-1,1 1,0-1,0 0,-1-1,1 1,0-1,-1 0,1 0,-1-1,1 0,2-4,1 1,-2-1,1-1,-1 1,0-1,0 0,-1-1,0 0,-1 0,1 0,-2-1,0 1,0-1,0 0,-1-1,-1 1,0-1,3-16,-1 0,-2 0,-1-1,0 1,-2 0,-2-4,-1-7,-1 1,-2 0,-2 0,-1 1,-2 0,-1 1,-15-28,26 57,0 1,-1-1,1 0,-1 1,0-1,-1 1,1 0,-1 0,0 0,-1 1,1 0,-1-1,0 1,0 1,0-1,0 1,0 0,-1 0,0 0,1 1,-1 0,0 0,0 1,0-1,-1 1,1 1,0-1,0 1,0 0,-1 0,1 1,0 0,-4 1,-1 4,0 1,0 1,1-1,0 2,0-1,1 1,0 1,1-1,0 2,1-1,0 1,0 0,1 0,0 1,1 0,-1 6,-5 9,2-1,1 2,1-1,1 1,2 0,0 0,2 1,1-1,2 7,7 44</inkml:trace>
  <inkml:trace contextRef="#ctx0" brushRef="#br0" timeOffset="-727.08">990 0,'-11'32,"2"-1,1 2,1-1,2 1,2 0,0 1,3 28,0-57,2 211,11 17,0-108,-5-157,-7 11,1 0,1-1,1 1,1 1,1-1,1 1,0 0,2 0,0 1,1 0,1 1,1 0,11-13,-20 28,-1 0,2 1,-1-1,0 0,0 1,1 0,0 0,-1 0,1 0,0 1,0-1,0 1,0 0,0 0,0 0,0 1,0-1,0 1,0 0,0 1,1-1,-1 0,0 1,0 0,0 0,0 0,0 1,0 0,-1-1,1 1,-1 0,1 1,-1-1,1 0,2 4,3 5,-1 1,0 0,0 0,-2 1,1 0,-2 0,1 1,-2 0,0-1,-1 1,0 1,-1-1,0 0,-1 1,-1-1,-1 4,2-12,-1 1,0-1,-1 1,1-1,-1 1,-1-1,1 0,-1 1,0-1,-1 0,1 0,-1 0,0-1,-1 1,1-1,-1 1,0-1,-1 0,1-1,-1 1,0-1,0 0,0 0,-1 0,1-1,-1 0,0 0,-3 1,-2 0,1 0,-1-1,0 0,0-1,0-1,0 1,-1-2,1 0,0 0,0-1,0 0,-1-1,1 0,-3-1,-4-18,20 10</inkml:trace>
  <inkml:trace contextRef="#ctx0" brushRef="#br0" timeOffset="-381.493">1912 321,'-7'-4,"-1"0,1 0,-1 1,0 0,-1 0,1 1,-1 0,1 0,-1 1,1 0,-1 0,0 1,1 0,-1 1,0 0,1 0,-1 1,1 0,0 1,0 0,-1 0,2 0,-1 1,0 1,1-1,0 1,0 0,0 1,-3 2,4-2,0 0,0 0,0 0,1 0,0 1,0 0,0 0,1 0,0 1,1-1,0 1,0 0,0 0,1 0,0 1,1-1,0 0,0 1,1-1,0 1,0-1,1 0,0 1,0-1,1 0,1 0,-1 0,1 0,0 0,1 0,0-1,0 0,1 1,-1-2,2 1,-1-1,1 1,0-1,12 6,1-1,0-1,0 0,1-1,1-2,-1 0,4 0,-3-1,0 1,0 1,0 1,-1 0,-1 2,13 9,-28-18,-1 0,0 0,0 1,0-1,-1 1,1-1,0 1,-1 0,0 0,0 0,0 1,0-1,0 0,-1 1,1-1,-1 1,0 0,0-1,0 1,-1 0,1 0,-1-1,0 1,0 0,0 0,-1-1,1 1,-1 0,0 0,0-1,0 1,-1-1,1 2,-11 10,0-1,-1 0,0 0,-1-1,-1-1,0 0,0-1,-2-1,1 0,-1-1,-17 6,-46 22,4-5</inkml:trace>
  <inkml:trace contextRef="#ctx0" brushRef="#br0" timeOffset="6607.208">6016 1751,'3'23,"0"21,0 19,-1 15,0 12,-3 4,-4-2,-1-10,-1-12,0-18</inkml:trace>
  <inkml:trace contextRef="#ctx0" brushRef="#br0" timeOffset="6922.364">5963 1792,'-4'-23,"4"-55,0 77,1 0,-1 0,1 1,0-1,-1 0,1 1,0-1,0 0,-1 1,1-1,0 1,0-1,0 1,0 0,0-1,0 1,0 0,0-1,0 1,0 0,0 0,0 0,0 0,0 0,0 0,0 0,0 1,0-1,0 0,0 0,0 1,0-1,-1 1,1-1,0 1,0-1,0 1,0-1,-1 1,1 0,1 0,17 12,-1 0,0 1,0 1,-2 0,0 2,7 8,-11-12,17 17,-1 2,-1 0,-1 2,-3 1,0 1,-3 0,-1 2,-1 0,-3 1,-1 1,6 27,-18-59,0 0,-1 0,0 0,0 0,-1 1,0-1,0 0,-1 0,0 1,0-1,-1 0,0 0,0-1,-1 1,0 0,-1-1,0 1,0-1,0 0,-1-1,0 1,0-1,-1 0,1 0,-2 0,-4 3,-5 0,-1-1,1 0,-1-1,-1-1,0-1,1 0,-2-2,1 0,0 0,0-2,-1 0,1-2,-1 0,1-1,0 0,-1-2,1 0,-2-2,17 6,-1-1,1 0,0 1,-1-2,1 1,0 0,0-1,0 1,0-1,0 0,0 0,0 0,1 0,-1-1,1 1,0-1,-1 1,1-1,0 0,1 0,-1 0,-1-3,5-8</inkml:trace>
  <inkml:trace contextRef="#ctx0" brushRef="#br0" timeOffset="7200.619">6859 1805,'-8'-7,"-1"0,1 1,-1 1,0-1,-1 1,1 1,-1 0,0 0,0 1,-1 0,1 0,-1 2,1-1,-1 1,1 1,-1 0,0 0,1 1,-1 0,1 1,-1 0,1 1,0 0,0 1,0 0,0 0,-3 3,0 5,1 1,1 0,0 1,0 0,2 1,0 0,0 0,1 1,1 0,1 0,0 1,1-1,1 2,1-1,0 0,1 0,1 1,1-1,0 1,1-1,1 1,1-1,0 0,2 2,-2-6,1-1,0 0,1 0,0 0,1-1,0 0,1 0,0 0,1-1,0 0,1 0,0-1,0 0,1-1,0 0,0-1,1 0,0 0,0-1,1 0,0-1,-1-1,2 0,-1 0,0-1,11 0,-8-1,0-1,1-1,-1-1,0 0,1-1,-1 0,0-1,0-1,0-1,-1 0,0 0,8-5,30-19</inkml:trace>
  <inkml:trace contextRef="#ctx0" brushRef="#br0" timeOffset="7455.936">7340 1738,'-4'21,"-2"22,-2 20,0 17,-1 12,0 5,0-2,2-8,3-14,1-18,2-22,0-18</inkml:trace>
  <inkml:trace contextRef="#ctx0" brushRef="#br0" timeOffset="7772.172">7260 1751,'-21'-124,"21"123,-1 0,1 0,0 0,-1 1,1-1,-1 0,1 0,0 0,0 0,0 0,0 0,0 0,-1 0,2 0,-1 0,0 1,0-1,0 0,0 0,0 0,1 0,-1 0,0 0,1 0,-1 1,1-1,-1 0,1 0,0 1,-1-1,1 0,-1 0,1 1,0-1,0 1,-1-1,1 1,0-1,0 1,0-1,0 1,0 0,-1 0,1-1,0 1,0 0,0 0,0 0,0 0,0 0,0 0,0 0,0 0,0 0,0 1,0-1,-1 0,1 0,0 1,0-1,0 1,0-1,-1 1,1-1,0 1,0-1,0 2,21 11,-1 1,0 0,0 2,-2 1,3 4,-3-5,28 26,-2 2,-1 2,-3 2,-1 3,-25-30,0 1,-2 0,0 1,-2 0,-1 1,0 0,-2 0,-1 1,-1 0,-1 1,0 6,-4-21,0 0,-1 0,0-1,-1 1,0 0,0 0,-1 0,-1-1,0 1,0-1,-1 1,0-1,-1-1,0 1,-1-1,0 1,0-2,-1 1,0-1,-1 0,0 0,0-1,0 0,-1 0,0-1,-1-1,1 1,-1-1,-6 2,-1 0,0-1,0 0,0-2,-1 0,1-1,-1-1,0 0,0-1,0-1,0-1,1-1,-1 0,0-1,1-1,-3-2,-5-4</inkml:trace>
  <inkml:trace contextRef="#ctx0" brushRef="#br0" timeOffset="2737.804">4707 3236,'-14'444,"14"-308,-1 110,-26 187,-47 166,56 4,17-495,-32 497,13-326,-51 465,21-275,-64 665,20-344,83-680,7-72</inkml:trace>
  <inkml:trace contextRef="#ctx0" brushRef="#br0" timeOffset="4593.482">4693 3316,'2'-3,"0"0,0 0,0 0,0 1,0-1,0 1,1-1,-1 1,1 0,0 0,0 0,-1 0,1 1,0-1,0 1,1 0,-1 0,0 0,0 0,1 0,-1 1,0-1,1 1,-1 0,0 0,1 0,-1 1,0-1,1 1,-1 0,3 1,6-2,577 53,-389-31,276 11,96-22,-189 7,25 19,-44-3,-274-27,220 26,-304-32,-4-1,-1 0,1-1,-1 1,1 0,0 0,-1 0,1 0,0 0,-1 0,1 0,0 0,-1 1,1-1,0 1,-1-1,1 1,-1 0,1-1,-1 1,0 0,1 0,-1 0,0 0,1 0,-1 1,0-1,0 0,0 1,0-1,0 0,-1 1,1-1,0 1,-1-1,1 1,0-1,-1 1,0 0,1-1,-1 1,0 0,0-1,0 1,0 0,-1 1,-64 135,40-34,4 1,4 1,5 1,5 0,7 103,0-79,-14 548,-54 321,48-625,17 48,2-120,-12 368,14 717,28-581,-14-572,7 245,-29-358,5-115,0-12</inkml:trace>
  <inkml:trace contextRef="#ctx0" brushRef="#br0" timeOffset="5851.04">3985 9733,'11'17,"-4"7,0 0,-2 1,-1 0,-1 0,0 13,-2-27,22 386,12 123,-32-485,1-1,1 1,2-1,1 0,2-1,1 0,2 0,1-1,14 23,-23-48,0 0,0-1,1 1,0-1,0 0,0-1,1 1,0-1,0-1,0 1,1-1,-1 0,1-1,0 0,0 0,0-1,0 0,1 0,-1-1,0 0,4 0,28-2,0-1,0-2,-1-2,1-2,17-6,32-6,145-11,1 10,0 10,225 20,-378-7,384 5,352-43,-426 1,197 15,-583 20,-5 1,1-1,-1 1,0-1,0 1,1-1,-1 0,0 0,1 0,-1 0,1 0,-1 0,0 0,1-1,-1 1,0 0,1-1,-1 1,0-1,0 1,0-1,1 1,-1-1,0 0,0 0,0 0,0 0,0 0,0 0,0 0,0 0,-1 0,1 0,0 0,-1 0,1-1,-1 1,1-1,-4-17,-3-3</inkml:trace>
  <inkml:trace contextRef="#ctx0" brushRef="#br0" timeOffset="8887.702">8169 4439,'-9'11,"0"0,1 0,1 0,0 1,1 0,0 0,0 1,2 0,-1-1,2 2,-2 6,4-12,0-1,0 0,1 0,0 1,0-1,1 0,0 1,0-1,1 0,0 0,0 0,1 0,-1 0,2-1,-1 1,1-1,0 0,0 0,0 0,1 0,0-1,1 1,3 1,0 1,1-2,0 1,0-1,1-1,-1 0,1 0,0-1,0-1,1 0,-1 0,1-1,0-1,-1 0,1 0,0-1,0-1,4 0,-8 0,0 0,0 0,0-1,-1 0,1-1,0 1,-1-1,1-1,-1 0,0 0,0 0,-1-1,1 1,-1-2,0 1,-1-1,1 0,-1 0,0 0,0-1,-1 0,0 0,0 0,-1 0,0-1,2-6,-3 3,0-1,-1 1,0-1,-1 1,0-1,-1 1,-1-1,1 1,-2 0,0-1,0 1,-1 0,0 1,-1-1,0 1,-1 0,0 0,0 1,-1-1,0 2,-1-1,0 1,-1 0,1 0,-1 1,-1 0,1 1,-1 0,0 1,-1 0,0 0,6 3,0 0,0 1,-1 0,1 0,-1 0,1 0,0 1,-1 0,1 0,-1 1,1-1,-1 1,1 0,0 1,0-1,-1 1,1 0,0 0,0 1,1-1,-1 1,1 0,-1 1,1-1,0 1,0-1,0 1,1 1,-1-1,1 0,0 1,0-1,1 1,-1 0,1 0,0 0,1 0,-1 1,0 4,0-1,1 0,0 0,0 1,1-1,0 1,1-1,0 0,0 1,3 5,9 30</inkml:trace>
  <inkml:trace contextRef="#ctx0" brushRef="#br0" timeOffset="9137.547">8797 4573,'25'0,"27"-2,29-6,28-8,27-6,23-3,16-3,8 0,-5 4,-12 3,-20 7,-27 4,-26 9,-29 7,-25 5,-27 3,-14-2</inkml:trace>
  <inkml:trace contextRef="#ctx0" brushRef="#br0" timeOffset="9872.008">7126 4532,'-3'10,"0"0,0 1,2-1,-1 0,1 0,1 1,0-1,0 1,1-1,0 1,1-1,0 0,1 0,0 0,0 0,1 0,0-1,1 0,0 0,1 0,0 0,0-1,1 0,0 0,0-1,2 2,-5-5,1-1,-1 1,1-1,-1 0,1-1,0 1,0-1,0 0,0 0,0 0,0-1,1 0,-1 0,1 0,-1-1,0 0,1 0,-1 0,1-1,-1 1,1-1,-1 0,0-1,0 0,0 0,1 0,-2 0,1-1,0 1,0-1,-1 0,0-1,0 1,0-1,0 0,0-1,3-4,-1 0,0-1,-1 0,0 0,0 0,-1-1,-1 1,0-1,0 0,-1 0,0-1,-1 1,0 0,-1 0,0-1,-2-4,2 9,-1 0,-1 0,1 0,-1 0,0 0,0 0,-1 1,0-1,0 1,-1 0,0 0,0 0,0 0,0 1,-1 0,0 0,0 0,-1 0,0 1,1 0,-1 0,0 0,-1 1,1 0,-1 0,-2 0,-1 2,0-1,0 2,0 0,0 0,0 1,0 0,1 0,-1 1,0 1,1-1,-1 2,1-1,0 1,0 1,0 0,1 0,-1 0,1 1,1 0,-1 1,1 0,0 0,1 1,-1-1,2 2,-1-1,1 0,0 1,1 0,0 0,0 0,-1 8,-3 17</inkml:trace>
  <inkml:trace contextRef="#ctx0" brushRef="#br0" timeOffset="10253.775">7020 4145,'-5'0,"1"3,4 2,8 1,12-1,14-1,14-4,14-4,7-3,3-1,-1 1,-7 1,-9 3,-14 3,-13 7,-13 4,-13 2,-6 0</inkml:trace>
  <inkml:trace contextRef="#ctx0" brushRef="#br0" timeOffset="10951.43">7086 6110,'8'-28,"0"1,2-1,0 2,2 0,1 0,10-13,-12 18,97-149,-93 152,-15 18,0-1,0 1,1 0,-1 0,0-1,1 1,-1 0,0 0,1 0,-1-1,1 1,-1 0,0 0,1 0,-1 0,1 0,-1 0,0 0,1 0,-1 0,1 0,-1 0,0 0,1 0,-1 1,0-1,1 0,-1 0,1 0,-1 0,0 1,1-1,-1 0,0 0,0 1,1-1,-1 0,0 0,0 1,1-1,-1 0,0 1,0-1,0 0,1 1,-1-1,0 1,0-1,0 0,0 1,0-1,0 1,0-1,0 0,0 1,0-1,0 1,0-1,0 0,0 1,0-1,0 0,-1 1,1-1,0 0,0 1,0-1,-1 205,3 166,1-340</inkml:trace>
  <inkml:trace contextRef="#ctx0" brushRef="#br0" timeOffset="11201.767">6979 5616,'12'2,"21"1,30-5,35-9,29-9,23-5,14 0,1 6,-28 5</inkml:trace>
  <inkml:trace contextRef="#ctx0" brushRef="#br0" timeOffset="11784.276">8329 5990,'-14'15,"1"1,0 0,1 1,0 1,2 0,0 0,1 1,-5 18,11-33,1 0,0 1,1 0,-1-1,1 1,0 0,0 0,0 0,1-1,0 1,0 0,0 0,0 0,1 0,0 0,0 0,0-1,0 1,1 0,0-1,0 1,0-1,0 0,1 0,0 0,0 0,0 0,0 0,1-1,1 2,7 1,0-1,0-1,0 0,1-1,0 0,0-1,0 0,0-1,0 0,0-1,0-1,0 0,0 0,-1-2,1 1,0-2,-1 0,0 0,8-5,-12 7,-1-1,1-1,-1 0,0 0,1 0,-2-1,1 0,-1 0,0-1,0 1,0-1,-1-1,0 1,0-1,0 0,-1 0,0 0,-1-1,1 1,-2-1,1 0,-1 0,0 0,0 0,-1 0,0 0,-1-1,0 1,0 0,-1 0,0-1,0 1,-1 0,0 0,-2-5,-2 2,0 0,-1 0,0 1,-1 0,0 0,0 1,-1 0,0 0,-1 1,0 0,0 1,-1 0,0 1,0 0,0 0,-1 1,0 1,0 0,0 1,0 0,-1 1,1 0,-1 1,1 0,-1 1,0 1,1 0,-1 0,1 1,0 1,-1 0,0 1,7-1,1-1,-1 1,1 0,0 1,0-1,0 1,0 0,0 0,1 0,0 1,0 0,0 0,1 0,-1 0,1 0,0 1,1-1,-1 1,1 0,1 0,-1 0,1 0,0 0,0 0,0 0,1 0,0 0,0 0,1 0,0 1,0-1,0 0,1 0,0-1,0 1,0 0,1 0,-1-1,2 0,-1 1,1 0,5 2,-1 0,1-1,0 1,1-2,-1 0,1 0,1 0,-1-1,1-1,7 2,49 16</inkml:trace>
  <inkml:trace contextRef="#ctx0" brushRef="#br0" timeOffset="12071.508">8797 6097,'308'-23,"1"14,0 13,103 23,-409-27,106 12,-1 4,15 8,-89-10,-80-28,27 9</inkml:trace>
  <inkml:trace contextRef="#ctx0" brushRef="#br0" timeOffset="12569.178">9011 7474,'-4'14,"-2"8,0 6,1 2,2-4</inkml:trace>
  <inkml:trace contextRef="#ctx0" brushRef="#br0" timeOffset="12821.022">8958 8262,'-2'16,"1"8,3 1,2-3</inkml:trace>
  <inkml:trace contextRef="#ctx0" brushRef="#br0" timeOffset="13070.854">8918 8891,'0'0</inkml:trace>
  <inkml:trace contextRef="#ctx0" brushRef="#br0" timeOffset="13071.854">8918 9238,'0'0</inkml:trace>
  <inkml:trace contextRef="#ctx0" brushRef="#br0" timeOffset="15340.208">7113 9921,'35'3,"0"-1,0-1,0-2,0-2,0-1,0-2,5-2,24-2,-63 11,1 0,-1 0,1 0,-1 0,0 0,1 0,-1 1,0-1,0 1,0-1,0 0,0 1,0 0,-1-1,1 1,0 0,-1-1,0 1,1 0,-1-1,0 1,0 0,1 0,-1 0,-1-1,1 1,0 0,0 0,-1-1,1 1,-1 0,1-1,-1 1,0 0,0-1,0 1,0-1,0 1,0 1,-15 56,1-9,2 0,2 0,2 1,-1 49,12-47,2 0,2-1,6 17,6 52,-16-91,-2-9</inkml:trace>
  <inkml:trace contextRef="#ctx0" brushRef="#br0" timeOffset="15590.539">7179 10348,'14'5,"18"-2,17-5,16-9,11-7,4-3,-5-1,-13 2,-17 5</inkml:trace>
  <inkml:trace contextRef="#ctx0" brushRef="#br0" timeOffset="15767.064">7059 9640,'18'-9,"25"-8,27-5,27-6,22-1,11 3,-3 6,-23 6</inkml:trace>
  <inkml:trace contextRef="#ctx0" brushRef="#br0" timeOffset="16448.756">8329 10174,'-10'5,"0"1,0 0,0 0,0 1,1 0,0 1,1 0,0 0,0 1,0 0,1 0,1 0,0 1,0 0,1 1,0-1,0 1,2 0,-3 9,4-15,0 0,1 0,0 0,0 0,0 0,0 0,1 0,0 0,0 1,0-1,0 0,1 0,0 0,0 0,1 1,-1-2,1 1,0 0,1 0,-1-1,1 1,0-1,0 1,0-1,0 0,1-1,0 1,0-1,0 1,0-1,0 0,1 0,-1-1,1 0,0 1,13 3,0 0,0-1,1-1,0-1,0-1,0 0,0-1,0-1,0-1,0-1,0 0,0-2,0 0,-1-1,17-7,-28 10,-1 0,0 0,1-1,-1 0,0 0,0 0,0-1,-1 0,1 0,-1-1,0 1,0-1,-1 0,0-1,1 1,-2-1,1 0,-1 0,1 0,-2 0,1 0,-1-1,0 1,0-1,-1 1,1-1,-2 0,1 0,-1 0,0 1,0-1,-1-2,-3-1,0 0,-1-1,0 2,-1-1,0 1,0-1,-1 2,0-1,-1 1,0 0,0 0,0 1,-1 0,0 1,-1 0,1 1,-1-1,0 2,-1-1,1 2,-1-1,0 1,0 1,0 0,-10 0,17 1,0 0,0 0,0 1,0 0,0 0,0 0,0 0,0 1,0-1,0 1,0 0,0 0,0 1,1-1,-1 1,0 0,1 0,-1 0,1 0,0 0,0 1,0 0,0-1,0 1,0 0,1 1,-1-1,1 0,0 1,0-1,0 1,1 0,-1-1,1 1,0 0,0 2,1-1,0 0,1 0,0-1,0 1,0 0,1-1,-1 1,1-1,0 1,0-1,1 0,-1 0,1 0,0 0,2 2,23 23</inkml:trace>
  <inkml:trace contextRef="#ctx0" brushRef="#br0" timeOffset="16705.596">8877 10295,'210'-9,"199"-35,-284 28,864-94,282 34,-911 77,-348 0,-7-1,0 1,1-1,-1 0,0 0,0-1,1 1,-1-1,0 0,0-1,0 1,0-1,0 0,4-2,3-11</inkml:trace>
  <inkml:trace contextRef="#ctx0" brushRef="#br0" timeOffset="18454.86">5321 3918,'-21'-1,"-1"0,0 1,1 2,0 0,-1 1,1 2,0 0,0 1,1 1,0 0,0 2,1 1,0 0,-14 11,25-16,0 1,0 0,0 1,1-1,0 2,1-1,-1 1,-4 8,9-13,1 0,-1 0,1 0,-1 0,1 0,0 1,0-1,1 1,-1-1,1 1,-1-1,1 1,0-1,0 1,1-1,-1 1,1-1,0 0,0 1,0-1,0 0,0 1,1-1,0 0,-1 0,3 2,9 8,1 0,0 0,1-2,0 0,1 0,0-2,1 0,0-1,0 0,1-2,0 0,0-1,1 0,-16-4,42 12,-28-9,0 1,0 0,-1 2,0 0,0 0,4 4,-18-10,-1 0,1 0,-1 0,0 0,1 0,-1 0,0 0,0 0,1 0,-1 1,0-1,0 1,0-1,-1 0,1 1,0 0,0-1,-1 1,1-1,-1 1,0 0,1-1,-1 1,0 0,0-1,0 1,0 0,0 0,0-1,-1 1,1 0,-1-1,1 1,-1-1,1 1,-1 0,0-1,0 1,0-1,0 0,0 1,0-1,0 0,0 0,-1 1,1-1,0 0,-1 0,-15 10,0 0,-1-1,-1 0,0-2,0 0,0-1,-1-1,0-1,0-1,-4 0,-87 11,111-15,1 0,-1 0,0 0,1 0,-1 0,0 0,1 0,-1 0,0 0,0 0,1 0,-1 0,0 0,1-1,-1 1,0 0,1 0,-1 0,0 0,0 0,1-1,-1 1,0 0,0 0,1-1,-1 1,0 0,0 0,0-1,0 1,1 0,-1 0,0-1,0 1,0 0,0-1,0 1,0 0,0-1,0 1,0 0,0 0,0-1,0 1,0 0,0-1,0 1,0 0,0-1,0 1,0 0,0-1,0 1,-1 0,1 0,0-1,0 1,0 0,-1 0,1-1,0 1,0 0,-1 0,1 0,0-1,0 1,-1 0,1 0,0 0,0-1,20-10</inkml:trace>
  <inkml:trace contextRef="#ctx0" brushRef="#br0" timeOffset="18770.018">5455 4292,'7'-6,"0"1,0 0,0 0,0 0,1 1,0 0,0 1,0 0,0 0,0 0,0 1,1 0,0 1,-1 0,1 1,-1-1,1 2,0-1,-7 1,0 0,0 0,0 0,0 0,0 0,-1 0,1 0,0 1,-1-1,1 1,-1-1,0 1,1-1,-1 1,0 0,0 0,0 0,0 0,0 0,-1 0,1 0,-1 0,1 0,-1 0,0 0,1 0,-1 0,0 0,-1 0,1 0,0 0,0 0,-1 2,-25 67,-152 165,176-235,1 1,0-1,-1 0,1 1,0-1,0 1,0-1,0 1,1-1,-1 1,0 0,1-1,-1 1,1 0,-1 0,1-1,0 1,0 0,0 0,0-1,0 1,0 0,0 0,0 0,1-1,-1 1,1 0,0-1,-1 1,1 0,0-1,0 1,0-1,0 1,0-1,0 1,0-1,7 2,0 0,0 0,1-1,-1 0,0 0,1-1,-1 0,1-1,-1 0,1 0,-1-1,3 0,-3 0,113-12,-66 4</inkml:trace>
  <inkml:trace contextRef="#ctx0" brushRef="#br0" timeOffset="19384.402">5134 4987,'-6'-2,"0"1,0-1,0 1,0 1,-1-1,1 1,0 0,0 0,0 1,-1 0,1 0,0 0,0 1,0 0,1 0,-1 1,0-1,1 1,-1 0,1 1,0-1,0 1,1 0,-1 1,1-1,-1 1,2-1,-1 1,0 1,1-1,0 0,0 1,1 0,-2 3,2-3,0 0,1 0,0 0,0 0,1 0,-1 0,1 0,1 0,-1 0,1 0,0 0,0 0,1 0,0 0,0 0,0-1,1 1,0-1,0 1,0-1,0 0,1 0,0-1,4 4,10 11,0-2,2 0,0-1,0-1,7 3,14 7,-26-17,-1 0,-1 1,1 1,-2 0,1 0,-1 2,2 2,-13-12,-1 0,1 1,0-1,-1 0,1 0,-1 0,0 1,0-1,0 0,0 0,0 1,0-1,-1 0,1 0,-1 1,0-1,1 0,-1 0,0 0,0 0,0 0,-1 0,1 0,0-1,-1 1,1 0,-1-1,0 1,1-1,-1 1,0-1,0 0,0 0,0 1,0-2,0 1,0 0,0 0,0-1,-1 1,1-1,0 1,0-1,-1 0,-26 10,0 0,0-2,-1-1,0-2,0-1,-1-1,-4-1,12-2,23 0,0 0,1 0,-1 0,0-1,0 1,0 0,0 0,1 0,-1 0,0 0,0-1,0 1,0 0,0 0,0 0,0 0,1-1,-1 1,0 0,0 0,0 0,0-1,0 1,0 0,0 0,0 0,0-1,0 1,0 0,0 0,0 0,0-1,-1 1,1 0,0 0,0 0,0-1,0 1,0 0,0 0,0 0,-1 0,1-1,0 1,0 0,15-6</inkml:trace>
  <inkml:trace contextRef="#ctx0" brushRef="#br0" timeOffset="19634.735">5482 5307,'-3'-2,"0"6,-2 9,-2 14,-3 14,1 13,1 11,5 6,6 5,5-2,3-13</inkml:trace>
  <inkml:trace contextRef="#ctx0" brushRef="#br0" timeOffset="20255.616">5201 6137,'-16'-3,"1"1,-1 0,0 1,0 1,1 1,-1 0,0 1,1 0,-1 1,1 1,0 1,0 0,0 1,1 0,0 1,0 1,1 0,0 1,-8 7,18-14,-1 0,1 0,-1 0,1 1,0-1,0 1,0 0,0 0,1 0,-1 0,1 0,0 1,0-1,0 1,0-1,0 1,1 0,0 0,-1 0,2 0,-1 0,0 0,1 0,0 0,0 0,0 0,0 0,0 0,1 0,0 0,0 0,0 0,0 0,1-1,1 4,7 4,1-1,0 0,0-1,0-1,1 1,1-2,-1 0,1 0,1-1,-1-1,6 2,-5-2,45 19,-29-14,-1 2,0 1,-1 1,0 2,-1 1,2 3,-25-18,-1 0,0 0,0 0,-1 1,1-1,0 1,-1 0,1-1,-1 1,0 1,0-1,0 0,-1 0,1 1,-1-1,1 1,-1-1,0 1,-1-1,1 1,-1 0,1-1,-1 1,0 0,-1 0,1-1,0 1,-1 0,0-1,0 1,0-1,0 1,-1 0,-6 5,0-1,-1 1,0-1,-1-1,1 0,-1 0,-1-1,1 0,-1-1,0 0,0-1,-1 0,1-1,-1 0,0 0,0-2,-4 1,-7 2,-1-1,0-1,-1 0,1-2,0-1,-3-2,26 3,0 1,0-1,1 0,-1 0,0 0,0 0,0 0,0 0,0 0,0 0,0 0,0 0,0 0,0-1,0 1,0 0,0-1,0 1,0-1,1 1,-1-1,0 1,0-1,1 0,-1 1,0-1,1 0,-1 0,0 1,1-1,-1 0,1 0,-1 0,1 0,0 0,-1 0,1 1,0-1,0 0,0 0,0 0,0 0,0 0,0 0,0 0,0 0,0 0,0 0,11-10</inkml:trace>
  <inkml:trace contextRef="#ctx0" brushRef="#br0" timeOffset="20570.774">5455 6685,'0'2,"-1"0,0 0,1 0,-1 0,1 0,0 0,0 0,-1 0,1 0,0 0,1 0,-1 0,0 0,1 0,-1 0,1 0,-1 0,1-1,0 1,0 0,0 0,0 0,0-1,1 1,-1-1,0 1,1-1,-1 1,1-1,-1 0,1 0,0 1,-1-1,1 0,0-1,0 1,0 0,0 0,0-1,2 1,83 10,-79-12,0 0,0-1,0 0,-1-1,1 1,-1-1,0-1,1 1,-2-1,1 0,0-1,-1 0,1-1,-4 4,-1 0,1-1,-1 1,0-1,0 1,0-1,0 0,-1 0,1 0,-1 0,0 0,1 0,-1-1,-1 1,1 0,0-1,-1 1,0 0,0-1,0 1,0 0,0-1,-1 1,1 0,-1-1,0 1,0 0,0 0,-1 0,1 0,-1 0,0-1,-5-5,-1-1,-1 1,1 1,-2-1,1 2,-1-1,0 1,-1 1,1 0,-1 0,0 1,-1 0,0 1,1 1,-1 0,0 0,0 1,-1 0,-3 1,0 0,1 1,0 1,-1 0,1 1,0 0,0 1,0 1,1 0,-1 1,1 1,0 0,0 1,-4 4,-22 13</inkml:trace>
  <inkml:trace contextRef="#ctx0" brushRef="#br0" timeOffset="21752.735">1578 6538,'52'13,"1"-2,1-3,-1-2,1-2,0-3,16-3,-21 2,1096-44,-791 32,-28-14,-232 6,-79 17,1 0,-1 1,1 1,0 0,0 1,15 2,14 0,-35-2,-5-1,0 1,-1-1,1 2,0-1,-1 0,1 1,0 0,-1 0,1 0,-1 1,1-1,-1 1,0 0,1 1,-11 5,-6-5</inkml:trace>
  <inkml:trace contextRef="#ctx0" brushRef="#br0" timeOffset="22341.161">121 6230,'9'2,"10"8,8 9,10 8,9 8,8 8,6 5,2 7,0 1,-4 0,-5-1,-9-4,-11-5,-9-6,-12-8,-13-9,-6-8</inkml:trace>
  <inkml:trace contextRef="#ctx0" brushRef="#br0" timeOffset="22592.02">603 6204,'-12'22,"-7"20,-11 16,-7 11,-7 8,-5 5,1-1,3-5,7-8,10-14,12-15,8-16</inkml:trace>
  <inkml:trace contextRef="#ctx0" brushRef="#br0" timeOffset="22918.177">897 6752,'1'6,"0"0,0 1,1-1,0 1,0-1,0 0,1 0,0 0,0-1,0 1,1-1,0 1,0-1,1-1,-1 1,1 0,0-1,0 0,0 0,1-1,-1 1,1-1,0 0,0-1,0 1,0-1,1-1,-1 1,1-1,-1 0,1 0,4-1,-2 1,-1-1,0 0,0 0,1-1,-1 0,0 0,0-1,0 0,0 0,0-1,-1 0,1 0,-1-1,1 0,-1-1,-1 1,1-1,-1-1,0 1,0-1,0 0,-1 0,0-1,0 0,0 1,-1-2,0 1,-1 0,1-1,-1-3,-2 7,-1 0,0-1,-1 1,1 0,-1-1,1 1,-1 0,-1-1,1 1,-1 0,1 0,-1 0,0 0,-1 0,1 1,-1-1,1 1,-1-1,0 1,0 0,-1 0,1 1,-2-2,-4-3,-1 1,1 0,-1 1,0 0,0 1,0 0,-1 0,-9-1,6 3,0 0,0 1,-1 0,1 1,-1 1,1 0,0 1,-1 1,1 0,1 1,-1 0,0 1,1 0,0 2,0-1,1 2,0-1,0 2,-2 1,-19 19</inkml:trace>
  <inkml:trace contextRef="#ctx0" brushRef="#br0" timeOffset="24237.492">1859 5281,'-32'20,"31"-20,0 1,1-1,-1 0,0 0,1 1,-1-1,1 1,-1-1,1 0,-1 1,1-1,-1 1,1-1,-1 1,1 0,0-1,-1 1,1-1,0 1,0 0,-1-1,1 1,0 0,0-1,0 1,0 0,0-1,0 1,0 0,0-1,0 1,0 0,0-1,0 1,0 0,1-1,-1 1,0 0,0-1,1 1,-1-1,1 1,-1 0,0-1,1 1,-1-1,1 1,-1-1,1 0,0 1,69 14,42-10,101-10,-87 1,809-50,-627 38,35 14,-127-26,-98 29,-140-1,-7 0</inkml:trace>
  <inkml:trace contextRef="#ctx0" brushRef="#br0" timeOffset="24837.885">174 5121,'-6'-14,"-1"-2,8 9,13 16,13 19,14 17,13 16,9 8,2 4,0-2,-4-5,-9-8,-8-11,-9-11,-13-15,-11-10</inkml:trace>
  <inkml:trace contextRef="#ctx0" brushRef="#br0" timeOffset="25091.24">509 5134,'-9'18,"-8"20,-9 19,-11 18,-7 13,-5 4,1-4,8-17</inkml:trace>
  <inkml:trace contextRef="#ctx0" brushRef="#br0" timeOffset="25265.773">803 5388,'2'5,"3"8,4 13,1 16,2 14,1 10,3 1,1-2,-2-13</inkml:trace>
  <inkml:trace contextRef="#ctx0" brushRef="#br0" timeOffset="26201.299">2340 4185,'0'0,"0"1,-1-1,1 1,0-1,0 1,0-1,0 1,0-1,0 0,0 1,0-1,0 1,0-1,0 1,0-1,0 1,1-1,-1 1,0-1,0 1,0-1,1 1,-1-1,0 0,1 1,-1-1,0 0,1 1,-1-1,0 0,1 1,-1-1,1 0,-1 0,0 1,1-1,-1 0,1 0,-1 0,1 0,-1 1,1-1,-1 0,1 0,-1 0,1 0,-1 0,1 0,-1 0,104 3,-85-4,632-61,461 31,-984 23,-124 2,-12 4</inkml:trace>
  <inkml:trace contextRef="#ctx0" brushRef="#br0" timeOffset="26840.045">629 3637,'14'16,"13"12,11 10,11 8,6 5,3 4,0 0,-4-1,-6-2,-8-2,-8-5,-10-6,-9-10</inkml:trace>
  <inkml:trace contextRef="#ctx0" brushRef="#br0" timeOffset="27089.53">1097 3637,'-14'-2,"-11"8,-5 14,-8 23,-4 21,-1 19,0 12,0 8,2-2,10-17</inkml:trace>
  <inkml:trace contextRef="#ctx0" brushRef="#br0" timeOffset="28136.299">1431 4051,'19'-6,"0"0,0 0,0 2,1 1,-1 0,1 1,0 2,0 0,-1 0,12 3,-28-2,1 0,0 1,0-1,-1 1,1-1,-1 1,0 0,1 0,-1 1,0-1,0 1,0-1,0 1,-1 0,1 0,-1 0,0 0,0 1,0-1,0 1,-1-1,1 1,-1 0,0-1,0 1,0 0,0 0,-1 0,0 0,0 0,1 9,-2-1,0 1,-1-1,0 1,0-1,-1 0,-1 0,-5 11,-11 19,-2 0,-2-1,-2-1,-15 16,25-35,10-12,4-7,-1 1,1-1,0 1,1-1,-1 1,0 0,1 0,-1 0,1-1,0 2,0-1,0 0,0 0,1 0,-1 0,1 2,16 4,92-36,275-86,-305 94</inkml:trace>
  <inkml:trace contextRef="#ctx0" brushRef="#br0" timeOffset="32777.334">11057 4038,'18'48,"-2"0,-2 1,-2 0,-2 1,-2 0,-3 3,10 32,-9-77,-4-21,-7-67,2 68,1 0,0 0,1 0,0 0,1 0,1-1,-1 1,2 0,0 0,0 0,2 1,-1-1,1 1,1-1,0 1,0 0,5-5,-9 14,-1 1,1-1,0 1,0-1,1 1,-1 0,0 0,0-1,1 1,-1 0,0 0,1 0,-1 0,1 0,-1 1,1-1,0 0,-1 1,1-1,0 1,-1 0,1-1,0 1,0 0,-1 0,1 0,0 0,0 1,-1-1,1 0,0 1,-1-1,1 1,0-1,-1 1,1 0,-1 0,1 0,-1 0,2 1,4 9,-1 0,0 1,-1 0,0 1,-1-1,0 1,-1 0,-1 0,0 0,0 1,-1-6,23 118,-24-125,1-1,-1 1,0-1,0 1,0-1,1 1,-1-1,0 1,1-1,-1 1,0-1,1 1,-1-1,1 1,-1-1,1 0,-1 1,0-1,1 0,0 1,-1-1,1 0,-1 0,1 0,-1 1,1-1,-1 0,1 0,0 0,-1 0,1 0,-1 0,1 0,0 0,-1 0,1 0,-1 0,1-1,-1 1,1 0,-1 0,1-1,0 1,-1 0,0-1,1 1,-1 0,1-1,-1 1,1-1,-1 1,0 0,1-1,-1 1,0-1,1 1,-1-1,0 0,0 1,1-1,-1 1,21-39,-20 36,35-83,49-95,-46 142,-38 38,0 1,0-1,1 1,-1-1,0 1,0-1,0 1,1 0,-1 0,0 0,0 0,1 0,-1 0,0 0,1 0,-1 0,0 1,0-1,0 0,1 1,-1-1,0 1,0 0,0-1,0 1,0 0,0-1,0 1,0 0,0 0,0 0,0 0,-1 0,1 0,0 0,-1 0,1 0,-1 0,1 1,-1-1,1 0,3 13,0 0,0 0,-2 0,1 0,-2 0,0 1,-1-1,0 0,-2 5,2 10,-1 4,11 104,-9-132,1 1,0-1,0 0,0 0,1 0,-1 0,1 0,0 0,1-1,-1 0,1 1,0-1,0 0,0-1,0 1,1-1,0 0,-1 0,1 0,0-1,1 0,4 2,-1-1,0-1,0-1,0 0,0 0,0 0,1-1,-1-1,0 1,0-2,0 1,0-1,1-1,28-8</inkml:trace>
  <inkml:trace contextRef="#ctx0" brushRef="#br0" timeOffset="33122.014">12046 4439,'1'8,"-1"-1,1 0,1 0,-1 1,1-1,1 0,-1-1,1 1,1 0,-1-1,1 1,0-1,0 0,1-1,-1 1,2-1,-1 0,0 0,1 0,0-1,0 0,0 0,1 0,-1-1,1 0,0 0,0-1,0 0,0 0,1 0,0-2,1 1,0-1,0-1,0 1,0-2,-1 1,1-1,0 0,-1-1,0 0,1 0,6-5,-11 6,0 0,-1 0,1 0,-1-1,0 1,0-1,0 0,0 0,0 0,0 0,-1-1,1 1,-1 0,0-1,0 0,0 0,-1 0,0 1,1-1,-1-1,0 1,-1 0,1 0,-1 0,0 0,0 0,0-1,-1 1,0-2,0 1,-1 0,0-1,0 1,-1 0,1 1,-1-1,0 0,0 1,-1-1,1 1,-1 0,0 0,0 1,-1-1,1 1,-1 0,1 0,-1 0,0 0,-8-3,-1 0,1 0,-1 1,0 1,0 0,0 1,-3 0,10 2,-1 0,0 0,0 1,1 0,-1 0,0 1,0 0,0 0,1 1,-1 0,1 0,-1 1,1-1,0 2,0-1,0 1,0 0,1 1,0 0,0 0,0 0,0 0,1 1,-1 2,-11 16</inkml:trace>
  <inkml:trace contextRef="#ctx0" brushRef="#br0" timeOffset="33886.526">10950 3850,'332'27,"61"-4,101-19,-482-4</inkml:trace>
  <inkml:trace contextRef="#ctx0" brushRef="#br0" timeOffset="35900.649">11164 5829,'33'58,"-3"1,-2 2,-3 1,1 11,16 65,-57-212,13 58,2 0,0 0,1 0,0 0,1 0,1 0,1 1,0-1,1 1,0 0,1 0,1 0,1 1,0 0,0 1,2-1,-1 2,2-1,6-4,-16 15,0 1,0-1,0 1,0-1,1 1,-1 0,0 0,1 0,-1-1,1 1,0 1,-1-1,1 0,0 0,-1 1,1-1,0 1,0-1,-1 1,1 0,0 0,0-1,0 1,0 1,0-1,-1 0,1 0,0 1,0-1,0 1,-1-1,1 1,0 0,-1 0,1 0,-1 0,1 0,-1 0,1 0,-1 0,0 1,1-1,-1 0,0 1,0-1,0 1,0 0,0-1,0 2,6 18,-2 1,0-1,-1 1,-1 0,-1 1,-2-1,0 3,10 91,-10-112,1 1,-1-1,1 1,0 0,0 0,0-1,1 1,-1-1,1 1,0-1,1 0,-1 0,1 0,0 0,0 0,2 2,-3-6,1 0,-1 0,0 0,0-1,0 1,0-1,0 0,0 1,0-1,0 0,0 0,0 0,0 0,-1-1,1 1,0 0,-1-1,1 1,-1-1,0 0,1 1,-1-1,0 0,0 0,0 0,0 0,0 0,-1 0,1 0,-1 0,1-1,14-36,-2 0,-1-1,-2 0,4-37,-10 55,2-7,-2 21,-2 20,1 81,-5-73,2 1,0-1,1 0,1 0,1 0,1 0,1 0,0-1,2 0,5 11,-10-26,1-1,-1 1,1-1,0 1,0-1,1 0,-1-1,1 1,-1-1,1 1,0-1,0 0,0 0,0-1,0 1,0-1,0 0,1 0,-1 0,0 0,1-1,2 0,21 1</inkml:trace>
  <inkml:trace contextRef="#ctx0" brushRef="#br0" timeOffset="36185.886">12046 6378,'17'-109,"4"2,14-30,-30 123,-2 19,-2 28,-1-28,-2 49,2-1,3 1,2-1,2 1,3-2,2 1,10 25,-7-44</inkml:trace>
  <inkml:trace contextRef="#ctx0" brushRef="#br0" timeOffset="37235.412">11083 5549,'0'1,"0"1,0-1,0 1,0-1,1 1,-1-1,0 1,1-1,-1 0,1 1,-1-1,1 0,0 1,0-1,-1 0,1 0,0 0,0 1,0-1,0 0,0-1,1 1,-1 0,0 0,0 0,0-1,1 1,-1 0,1-1,-1 1,0-1,1 0,-1 1,1-1,-1 0,2 0,21 7,2-1,-1-1,1-2,-1 0,1-2,4 0,-15-1,215-1,192-28,-361 24,-45 4,-26 3,4-2</inkml:trace>
  <inkml:trace contextRef="#ctx0" brushRef="#br0" timeOffset="39621.551">12755 9720,'26'554,"-17"-505,-9-49,1 0,-1 1,1-1,-1 0,1 0,-1 1,1-1,-1 0,0 0,1 0,-1 0,1 0,-1 0,1 0,-1 0,1 0,-1 0,1 0,-1 0,1 0,-1 0,1 0,-1 0,1-1,-1 1,1 0,-1 0,1 0,-1-1,0 1,1 0,-1-1,0 1,1 0,-1-1,0 1,1-1,-1 1,0 0,1-1,-1 1,0-1,0 1,0-1,0 1,1-1,-1 1,0-1,0 1,0-1,0 1,0-1,22-43,-1-2,-3 0,-1-1,0-14,3-1,31-104,-41 142,-9 23,-1 1,0 0,1 0,-1 0,1 0,-1 0,0 0,1 0,-1 0,1 0,-1 0,0 0,1 0,-1 0,1 0,-1 0,0 0,1 0,-1 0,1 1,-1-1,0 0,1 0,-1 0,0 1,1-1,-1 0,0 0,1 1,-1-1,0 0,0 1,1-1,-1 0,0 1,0-1,0 1,0-1,1 0,-1 1,0-1,0 1,0-1,0 0,0 1,0-1,0 1,0-1,0 1,0-1,0 0,0 1,0-1,-1 1,1-1,0 0,0 1,0-1,-1 0,1 1,0-1,0 0,-1 1,1-1,0 0,-4 135,0-104,3-1,0 1,2-1,1 1,2-1,1 1,-5-29,0 1,0 0,1-1,-1 1,1 0,0-1,-1 1,1-1,0 1,1-1,-1 1,0-1,1 0,-1 1,1-1,0 0,0 0,0 0,0-1,0 1,0 0,0-1,0 1,1-1,-1 0,1 0,-1 0,1 0,-1 0,1 0,0-1,-1 1,1-1,0 0,-1 0,1 0,0 0,0 0,-1-1,1 1,0-1,-1 1,1-1,-1 0,2-1,4-3,0 0,-1-1,1 0,-1 0,-1 0,1-1,-1 0,0-1,-1 1,0-1,0 0,-1 0,0-1,0 1,-1-1,3-8,1-9,-1 0,-1-1,-1 0,-1 0,-2-5,0-25,-1 57,0 0,0 0,0 1,1-1,-1 0,0 0,0 1,0-1,0 0,0 1,0-1,0 0,0 0,0 1,0-1,0 0,0 1,0-1,0 0,0 0,0 1,0-1,0 0,0 1,0-1,-1 0,1 0,0 1,0-1,0 0,0 0,-1 0,1 1,0-1,0 0,-1 0,1 0,0 1,0-1,-1 0,1 0,0 0,0 0,-1 0,1 0,0 0,0 0,-1 1,1-1,0 0,-1 0,1 0,0 0,0-1,-1 1,1 0,0 0,-1 0,1 0,0 0,0 0,-1 0,1 0,0-1,0 1,-8 38,2 0,2 1,1-1,2 29,1-36,-1 3,-1-17,1-1,0 1,2-1,0 1,0-1,2 0,0 1,1-1,0 0,2-1,2 6,5-2</inkml:trace>
  <inkml:trace contextRef="#ctx0" brushRef="#br0" timeOffset="39905.789">13409 10174,'10'-2,"0"0,-1 0,1 1,0 0,0 1,0 0,0 0,0 1,-1 0,1 1,0 0,-1 1,1 0,-1 0,0 1,0 0,0 1,0 0,-1 0,0 1,0 0,-1 0,1 1,-1 0,0 2,-2 0,0 0,0 1,-1-1,-1 1,1 0,-2 0,1 1,-2-1,1 0,-1 1,-1-1,0 1,-1 10,-30 138,17-103,-11 120,25-166</inkml:trace>
  <inkml:trace contextRef="#ctx0" brushRef="#br0" timeOffset="40152.132">13463 10455,'18'-2,"15"-1,14 0,10 0,6 1,2-1,-3-1,-8-3,-13-1</inkml:trace>
  <inkml:trace contextRef="#ctx0" brushRef="#br0" timeOffset="40491.736">12647 9318,'16'-2,"17"-1,14 3,14 5,14 4,9 6,7 2,1-2,-3-1,-8-2,-14-2,-12-3,-24-2,-23-4,-14-2</inkml:trace>
  <inkml:trace contextRef="#ctx0" brushRef="#br0" timeOffset="42187.032">14652 429,'-26'21,"0"2,2 1,1 1,0 1,2 0,1 2,2 1,0 0,2 1,1 1,2 0,1 1,-1 8,-1 37,4-1,4 1,2 0,6 45,-2-43,-45 782,35-758,4 0,4 1,5-1,5 0,4 0,4-1,22 69,-5-83,3-2,4-1,4-2,4-2,3-2,3-2,59 62,-34-46,-4 4,-4 3,-5 2,50 106,-83-135,-4 2,-3 1,-3 1,-4 1,-3 0,-4 2,-3 0,-3 0,-4 0,-4 0,-11 76,-19 11,-8-2,-32 75,13-43,14-30,6 1,-1 60,30-143,3 1,4 0,4-1,3 1,13 61,1-54,4-1,4-1,5-1,31 64,183 332,-159-332,-7 4,-7 3,47 159,-105-272,-2 0,-2 1,-2 1,-2-1,-3 1,-1 0,-3 0,-2 0,-2-1,-3 1,-9 32,-21 32,-6-2,-4-2,-48 79,37-79,6 3,4 3,-11 50,46-113,1 1,4 0,1 1,3 0,3 0,2 0,2 0,3 0,2-1,6 21,90 309,-58-230,-5 1,-4 27,-24-91,-5 1,-3-1,-5 1,-3 0,-5-1,-4 0,-16 60,-42 118,33-135,5 2,-6 81,25-8,8 0,17 122,-3 152,-12-407,2-37,0 1,3-1,1 1,4 13,5-12,3-12</inkml:trace>
  <inkml:trace contextRef="#ctx0" brushRef="#br0" timeOffset="44773.614">3048 12660,'-9'6,"0"1,0 0,0 1,1-1,0 1,0 1,1 0,1 0,-1 0,1 1,1 0,0 0,0 0,1 1,0-1,1 1,0 0,1 0,0 0,1 1,0-1,0 0,2 1,0 9,0-16,1-1,-1 1,1 0,0-1,0 0,0 1,0-1,1 0,0 0,0 0,0 0,0-1,1 1,-1-1,1 0,0 0,0 0,0 0,0-1,1 0,-1 0,1 0,-1 0,1-1,0 1,-1-1,1-1,0 1,0 0,0-1,0 0,14 0,-1 0,0-1,0-1,0-1,0-1,0 0,14-6,-15 4,-1 0,0-1,1 0,-2-2,0 0,0 0,0-2,-1 1,-1-2,0 0,0-1,-1 0,-1-1,0 0,-1-1,1-23,-34 55,19-9,0-1,0 1,0 0,1 0,0 0,1 0,0 1,0-1,1 1,-1 1,2-7,0 1,0-1,0 1,0 0,0-1,1 1,0-1,-1 0,1 1,1-1,-1 1,0-1,1 0,-1 0,1 0,0 0,0 0,1 0,-1-1,0 1,1-1,0 1,-1-1,1 0,0 0,1 0,6 2,0-1,1 0,-1 0,1-2,0 1,-1-1,1-1,0 0,0 0,0-1,0 0,-1-1,1-1,-1 1,1-2,-1 1,0-1,0-1,-1 0,1 0,-1-1,0 0,0-1,1-2,-2 2,0-1,-1 0,0-1,0 1,-1-1,0-1,0 1,-1-1,0 0,-1 0,0-1,-1 1,0-1,-1 1,0-1,-1 0,1-3,-3-6,1 20,0 0,0 0,0 0,0 1,0-1,0 0,0 0,-1 0,1 0,0 1,0-1,0 0,0 0,0 0,0 0,0 0,-1 1,1-1,0 0,0 0,0 0,0 0,0 0,-1 0,1 0,0 0,0 0,0 0,-1 0,1 1,0-1,0 0,0 0,0 0,-1 0,1 0,0-1,0 1,0 0,0 0,-1 0,1 0,0 0,0 0,0 0,0 0,-1 0,-3 21,3-14,1 0,0 0,0 1,1-1,0 0,0 0,1 0,0 0,0 0,1 0,0-1,0 1,0-1,1 0,0 0,0 0,0 0,1-1,0 0,0 1,1-2,-1 1,1-1,0 0,0 0,0 0,1-1,3 1,12 5,1-2,-1 0,1-2,0 0,6-1,46 5</inkml:trace>
  <inkml:trace contextRef="#ctx0" brushRef="#br0" timeOffset="49454.878">12888 12447,'-13'47,"2"0,2 1,2 1,2-1,3 1,1-1,3 1,6 34,19 282,-27-353,2-1,-2-1,1 1,-1-1,-1 1,0-1,-1 1,0-1,0 0,-1 0,0 0,-1 0,-3 6,6-14,0-1,0 0,1 0,-1 1,0-1,0 0,0 0,0 0,0 0,-1 0,1-1,0 1,0 0,0 0,-1-1,1 1,0-1,-1 1,1-1,-1 1,1-1,0 0,-1 0,1 0,-1 0,1 0,-1 0,1 0,-1 0,1-1,0 1,-1 0,1-1,-1 1,1-1,0 0,0 1,-1-1,1 0,0 0,-1-1,-39-49,28 19,3 0,0-1,2 0,1 0,2-1,1 0,2 0,2 0,0 0,3 0,0 0,1-13,1 1,3 1,1-1,3 2,1-1,3 2,1 0,22-40,6 22,-43 60,-1-1,1 0,0 1,0-1,-1 1,1 0,0-1,0 1,0 0,0 0,0 0,1 1,-1-1,0 0,0 1,1 0,-1-1,0 1,0 0,1 0,-1 0,0 0,1 1,-1-1,0 1,0-1,0 1,1 0,0 0,5 6,0 0,-1 0,0 1,0 0,0 0,-1 0,-1 1,1 0,-2 0,1 0,-1 1,0 1,7 11,44 100,-54-120,0 0,0 0,0 0,0 0,0 1,-1-1,1 0,-1 0,1 0,-1 1,0-1,0 0,0 1,0-1,0 0,0 0,-1 1,1-1,-1 0,0 0,0 0,1 0,-1 0,0 0,-1 0,1 0,0 0,-1 0,1 0,-1-1,1 1,-1-1,0 1,0-1,1 0,-1 1,0-1,0 0,0 0,-1-1,1 1,-2 0,-3 1,-1 0,0-1,1 0,-1 0,0-1,0 0,0-1,0 0,1 0,-1 0,0-1,1 0,-1-1,1 1,0-1,0-1,0 0,-1 0,7 3,1 1,-1-1,1 0,-1 0,1 1,-1-1,1 0,0 0,-1 1,1-1,0 0,-1 0,1 0,0 0,0 0,0 1,0-1,0 0,0 0,0 0,0 0,0 0,0 0,1 1,-1-1,0 0,1 0,-1 0,0 1,1-1,-1 0,1 0,-1 1,1-1,0 0,-1 1,1-1,-1 1,1-1,0 1,0-1,-1 1,1-1,0 1,0-1,0 1,-1 0,1 0,0 0,0-1,0 1,0 0,0 0,0 0,-1 0,1 0,0 0,0 1,0-1,0 0,31-5,1 0,0 3,-1 1,16 1,7 0,-23 1,0-1,1-1,-1-2,0-1,0-2,0-1,-1-2,0-1,-1-1,6-4,-32 13,0 0,0 0,-1 0,1 0,-1 0,0-1,1 1,-1-1,0 0,-1 0,1 0,0 0,-1-1,0 1,0-1,0 0,0 1,0-1,-1 0,0 0,0 0,0 0,0 0,0 0,-1 0,0 0,0-1,0 1,0 0,-1 0,0 0,1 0,-2 0,1 0,0 0,-1 0,1 1,-1-1,-1-1,-4-2,0 0,0 1,-1 0,1 1,-1-1,0 1,-1 1,1 0,-1 0,0 1,0 0,0 0,0 1,0 0,-1 1,1 0,-1 0,1 1,-1 0,-8 2,12-1,1 0,-1 0,1 1,-1-1,1 1,0 1,0-1,0 1,0 0,1 0,-1 0,1 0,-1 1,1 0,0 0,1 0,-1 1,1-1,0 1,0-1,0 1,0 0,1 1,0-1,0 0,1 0,-1 1,1-1,0 1,1-1,-1 1,1 0,0-1,1 3,0 4,1 0,0-1,1 1,0 0,1-1,0 0,1 0,0 0,1 0,0-1,1 0,0 0,0-1,1 0,6 6,5 3,0-1,2-1,-1 0,2-2,0 0,20 8,49 16,-7-10</inkml:trace>
  <inkml:trace contextRef="#ctx0" brushRef="#br0" timeOffset="47271.276">8797 12554,'-11'0,"0"1,-1 0,1 1,0 0,0 1,0 0,0 1,0 0,1 1,0 0,0 0,0 1,1 0,-1 1,2 0,-1 1,1 0,0 0,0 1,1-1,1 2,-1-1,1 1,1 0,0 0,0 1,1-1,0 1,0 4,3-10,1 0,-1 0,1 0,0 0,0 0,1-1,0 1,-1 0,2 0,-1-1,0 1,1 0,0-1,0 1,0-1,1 0,-1 0,1 0,0 0,0 0,1-1,-1 1,1-1,0 0,-1 0,1 0,1-1,-1 1,0-1,1 0,-1 0,1-1,-1 1,1-1,0 0,0 0,-1-1,1 1,0-1,0 0,0 0,2-1,6 0,-1 0,0-1,0 0,1-1,-2 0,1-1,0 0,-1-1,0 0,0-1,0 0,-1-1,1 0,-2-1,1 0,-1 0,0-1,-1 0,0-1,-1 0,0 0,0 0,-1-1,0 0,-1-1,-1 1,4-11,-8 18,0 0,0-1,0 1,0 0,0 0,-1-1,0 1,0 0,0 0,-1 0,1 0,-1 0,0 1,-1-2,3 3,-1 1,0 0,0-1,0 1,0 0,0 0,0 0,0 0,0 0,-1 0,1 0,0 1,0-1,-1 0,1 1,-1-1,1 1,0-1,-1 1,1-1,-1 1,1 0,-1 0,1 0,-1 0,1 0,-1 0,1 0,-1 1,1-1,-1 0,1 1,-1 0,1-1,0 1,-1 0,1-1,0 1,0 0,-2 1,0 1,0 0,0 0,0 0,0 1,0-1,1 1,-1 0,1 0,0-1,0 2,0-1,1 0,0 0,-1 0,2 1,-1-1,0 0,1 1,0-1,0 1,0-1,0 1,1-1,0 0,0 1,0-1,0 0,1 0,0 1,0-1,0-1,0 1,0 0,1 0,0-1,-1 1,1-1,1 0,-1 0,4 2,4 3,1 0,0-1,0 0,1-1,-1-1,2 0,-1 0,6 0,50 12</inkml:trace>
  <inkml:trace contextRef="#ctx0" brushRef="#br0" timeOffset="47885.178">9493 12608,'-9'-3,"1"1,-1 0,0 1,1 0,-1 0,0 1,0 0,1 0,-1 1,0 0,1 1,-1 0,1 0,-1 1,1 0,0 1,0 0,0 0,1 0,0 1,-1 0,1 0,1 1,-1 0,1 0,0 1,1 0,0 0,0 0,0 1,-1 3,4-7,1 0,0 1,0-1,0 1,1 0,0-1,-1 1,1 0,1-1,-1 1,1-1,0 1,0-1,0 1,1-1,-1 1,1-1,0 0,0 0,1 0,-1 0,1 0,0-1,0 1,0-1,1 1,-1-1,1 0,-1-1,1 1,3 1,4 2,1 1,0-2,0 1,0-2,1 0,0 0,-1-1,1-1,1 0,9 0,-5-2,0 0,0-2,0 0,-1-1,1-1,-1 0,1-1,-1-1,-1-1,1 0,-1-2,0 1,-1-2,0 0,-1-1,0 0,0-2,-1 1,-1-1,0-1,-1 0,-1-1,0 0,6-13,5-24,-3-1,-2-1,-2 0,-3-1,-2 0,-3-1,-2 0,-2 0,-3-7,3 13,-2-1,-2 1,-2-1,-9-37,-10 27,22 59,0 1,0 0,0-1,0 1,0 0,0 0,0 0,-1 0,1 0,0 0,-1 0,1 0,0 0,-1 0,1 1,-1-1,1 1,-1-1,0 1,1 0,-1-1,0 1,1 0,-1 0,1 0,-1 0,0 1,1-1,-1 0,1 1,-1-1,0 1,1-1,-1 1,1 0,-1 0,-6 4,1 0,0 1,1 0,-1 0,1 1,0 0,1 0,0 0,0 0,0 1,1 0,-1 2,-8 21,1 0,1 0,2 1,1 0,1 0,2 1,1 0,2 0,2 0,0 1,2-1,2 0,1-1,1 1,2-1,2 0,0-1,2 0,1 0,2-2,16 26,-9-17,2 0,1-1,2-2,2 0,0-2,3-2,16 13,-44-39,1 0,0 0,0-1,0 0,1 0,-1 0,1 0,0-1,0 0,1-1,-1 1,0-1,1 0,0 0,-1-1,1 0,0 0,0-1,-1 0,1 0,0-1,0 1,-1-1,1-1,3-1,1-5,-1 0,-1-1,1-1,-2 1,1-2,-1 1,-1-1,0 0,0-1,-1 1,1-5,13-21,95-145,-115 182,0 1,0 0,0-1,0 1,0 0,1-1,-1 1,0 0,0-1,1 1,-1 0,0-1,1 1,-1-1,1 1,-1-1,1 1,-1-1,1 1,-1-1,1 1,-1-1,1 0,0 1,-1-1,1 0,0 1,-1-1,1 0,0 0,-1 0,1 0,0 0,-1 0,1 0,0 0,0 0,-1 0,1 0,0 0,-1 0,1 0,0-1,-1 1,1 0,0 0,-1-1,1 1,-1-1,1 1,0-1,-1 1,1 0,-1-1,0 0,1 1,-1-1,1 1,-1-1,0 0,1 1,-1-1,0 1,0-1,-16 117,12-97,0 0,1 0,1 0,0 1,2-1,0 6,1-21,-1-1,1 1,-1-1,1 1,0-1,1 1,-1-1,0 0,1 0,0 1,0-1,0 0,0-1,0 1,0 0,1-1,0 1,-1-1,1 0,0 0,0 0,0 0,0 0,0 0,1-1,-1 0,0 0,1 0,-1 0,1 0,-1-1,1 1,0-1,2 0,33-4,-2-3</inkml:trace>
  <inkml:trace contextRef="#ctx0" brushRef="#br0" timeOffset="48039.349">10656 12501,'-19'-14,"-14"-9,-11-5,-10-5,5 4</inkml:trace>
  <inkml:trace contextRef="#ctx0" brushRef="#br0" timeOffset="48222.858">9787 12126,'16'-3,"21"0,24 1,26-3,20-2,12 0,-14 2</inkml:trace>
  <inkml:trace contextRef="#ctx0" brushRef="#br0" timeOffset="48403.376">10802 12567,'2'20,"2"-1,0 0,1 0,0 0,2 0,0-1,1 0,1-1,1 1,1-1,-10-15,0 1,1-1,0 0,-1 0,1 1,0-2,0 1,0 0,0 0,1 0,-1-1,0 1,1-1,-1 0,1 0,-1 0,1 0,0 0,-1-1,1 1,0-1,0 1,-1-1,1 0,0 0,0 0,-1-1,1 1,0-1,0 1,-1-1,1 0,-1 0,1 0,-1-1,1 1,-1 0,1-1,-1 0,0 1,0-1,0 0,1-2,9-12,-1-1,0 0,-2-1,0 0,-1 0,0-1,-2 0,0 0,-1 0,-1-3,1 3,27-90,-23 92</inkml:trace>
  <inkml:trace contextRef="#ctx0" brushRef="#br0" timeOffset="48705.568">11203 12834,'48'-28,"-3"-2,0-2,-2-3,-1 0,32-38,-74 72,9-7,0 0,-1-1,-1 0,1 0,-2-1,1 0,-1 0,-1 0,0-1,0 0,2-10,-7 20,1 0,-1 0,0-1,0 1,0 0,0 0,0-1,0 1,0 0,0 0,0-1,-1 1,1 0,-1 0,1 0,-1 0,1-1,-1 1,1 0,-1 0,0 0,0 0,0 0,1 0,-1 1,0-1,0 0,0 0,0 1,-1-1,1 0,0 1,0-1,0 1,0-1,-1 1,1 0,0 0,0-1,0 1,-1 0,1 0,0 0,-1 0,1 1,0-1,0 0,0 0,-63 17,53-12,0 1,0 0,0 1,1 1,0 0,1 0,0 0,0 1,-5 8,11-14,0 0,0 1,1-1,0 1,0-1,0 1,0 0,0 0,1 0,-1 0,1 0,0 0,1 0,-1 1,1-1,-1 0,1 0,1 1,-1-1,1 0,-1 0,1 1,0-1,1 0,-1 0,1 0,-1-1,1 1,0 0,2 1,6 5,0-1,1 0,1 0,-1-1,1 0,1-1,-1-1,1 0,1 0,-1-2,1 1,-1-2,13 2,-25-4,102 22,-2-5</inkml:trace>
  <inkml:trace contextRef="#ctx0" brushRef="#br0" timeOffset="45020.953">4894 12647,'0'21,"0"15,0 11,2 7,5-2,7-5,7-7,2-12,-2-10</inkml:trace>
  <inkml:trace contextRef="#ctx0" brushRef="#br0" timeOffset="45271.789">4760 12286,'5'14,"10"13,12 9,1-1</inkml:trace>
  <inkml:trace contextRef="#ctx0" brushRef="#br0" timeOffset="45450.316">5161 12928,'27'-16,"-2"-1,0-2,-1 0,-1-2,-1 0,11-16,-30 35,2-4,1 1,-1-1,0 0,0 0,0-1,-1 0,0 1,-1-1,1-1,-1 1,-1 0,1-1,-1 1,0-3,-3 8,0-1,0 1,0-1,-1 1,1 0,0 0,-1 0,1 0,-1 0,0 0,0 0,0 0,0 0,0 1,0-1,0 1,0 0,-1-1,1 1,-1 0,1 0,-1 1,1-1,-1 0,1 1,-1 0,0-1,1 1,-1 0,1 1,-1-1,0 0,1 1,-1-1,1 1,-1 0,1 0,-1 0,1 0,-1 1,-5 0,0 1,0 1,0-1,1 1,0 0,0 1,0 0,0 0,1 1,0-1,0 1,0 1,1-1,0 1,0 0,1 0,-2 2,4-4,0-1,0 0,0 1,1-1,-1 1,1-1,0 1,0-1,1 1,0 0,-1 0,1-1,1 1,-1 0,1 0,0-1,0 1,0-1,1 1,-1-1,1 1,0-1,0 0,1 0,-1 0,1 0,0 0,0-1,1 1,-1-1,2 1,8 5,0-1,2 0,-1-1,0-1,1 0,1-1,-1 0,0-1,1-1,0-1,0 0,1-1,58 7</inkml:trace>
  <inkml:trace contextRef="#ctx0" brushRef="#br0" timeOffset="45973.612">5816 12608,'-4'-3,"-1"1,0-1,0 1,0 1,0-1,0 1,-1-1,1 2,0-1,-1 0,1 1,0 0,-1 1,1-1,0 1,0 0,-1 0,1 0,0 1,0 0,0 0,0 0,1 1,-1-1,0 1,1 0,0 1,0-1,0 1,0 0,-2 2,2-1,0 0,0 0,1 1,-1 0,1-1,1 1,-1 0,1 0,0 0,0 1,1-1,-1 0,2 1,-1-1,1 1,0-1,0 1,0-1,1 1,0-1,1 0,-1 1,1-1,0 0,1 0,-1 0,1 0,1-1,-1 1,1-1,0 1,0-1,0-1,1 1,-1-1,1 1,2 0,15 8,2-1,0 0,0-2,1-1,0 0,1-2,0-1,24 2,19 7,-17 3,-52-17,1 0,-1 0,0 0,1 0,-1 0,0 0,0 0,0 0,0 0,0 0,0 1,0-1,0 0,0 0,-1 0,1 0,0 0,-1 0,1 0,-1 0,1 0,-1-1,1 1,-1 0,0 0,1 0,-1 0,0-1,0 1,1 0,-1-1,0 1,0-1,0 1,0-1,0 1,0-1,0 0,0 1,0-1,0 0,0 0,0 0,0 0,0 1,0-2,-1 1,-21 7,-1-1,1-1,-1-1,0-1,0-2,-5 0,26-1,1 1,0 0,0-1,1 1,-1-1,0 0,0 1,0-1,0 0,1 0,-1 0,0 0,0-1,0 1,0 0,1-1,-1 0,0 1,1-1,-1 0,0 1,1-1,-1 0,1 0,-1-1,1 1,-1 0,1 0,0-1,0 1,0-1,-1 1,1-1,1 1,-1-1,0 0,0-1,3-3,1 0,-1 1,1-1,1 1,-1-1,1 1,0 0,0 1,0-1,1 1,1-1,-6 5,28-27,2 2,0 1,2 1,0 2,1 2,2 0,0 3,0 0,8 0,-38 14,-1 0,1 0,-1 0,1 0,0 1,0 0,0 0,-1 0,1 0,0 1,0 0,0 0,0 0,0 1,0 0,0 0,0 0,0 0,-1 1,1 0,-1 0,1 0,-1 0,2 2,2 7,-1 0,0 1,-1 0,0 0,-1 1,0-1,-1 1,0 1,-1-1,-1 0,1 7,3 9,-5-23,29 79,-29-85,-1 1,0-1,1 1,-1-1,1 1,-1-1,1 1,-1-1,1 0,-1 1,1-1,-1 0,1 1,-1-1,1 0,0 0,-1 0,1 1,0-1,-1 0,1 0,-1 0,1 0,0 0,-1 0,1 0,0 0,-1 0,1-1,-1 1,1 0,0 0,-1-1,1 1,-1 0,1-1,-1 1,1 0,-1-1,1 1,-1-1,1 1,-1-1,1 1,-1-1,0 1,1-1,-1 1,0-1,17-30,-16 30,10-26</inkml:trace>
  <inkml:trace contextRef="#ctx0" brushRef="#br0" timeOffset="46218.956">6324 12246,'0'20,"7"17,9 12,2-1</inkml:trace>
  <inkml:trace contextRef="#ctx0" brushRef="#br0" timeOffset="46671.951">6619 12902,'12'-17,"0"0,-1-1,-1 0,-1 0,0-1,-1-1,-1 1,-1-1,-1 0,-1-1,-1 1,0-1,-2 0,0 1,-1-1,-1 0,-1 0,-1 1,-3-9,6 26,-1-1,0 1,0-1,0 1,0-1,0 1,-1 0,1-1,-1 1,0 0,0 0,-1 0,1 0,0 1,-1-1,0 1,1-1,-1 1,0 0,0 0,-2 0,3 2,1 1,-1 0,0 0,1 0,-1 0,0 0,1 0,0 0,-1 1,1-1,0 0,-1 1,1-1,0 1,0 0,0-1,0 1,1 0,-1 0,0-1,1 1,-1 0,1 0,0 0,-1 0,1 0,0 0,0-1,0 1,1 2,-1 2,0-1,1 1,-1-1,1 1,1 0,-1-1,1 0,0 1,0-1,1 0,-1 0,1 0,0 0,0-1,1 1,0-1,-1 0,2 0,-1 0,0 0,1-1,-1 0,1 0,0 0,0 0,1-1,16 9,1-2,0 0,0-2,1 0,8 0,-10-2,68 22,-86-25,-1 0,0 0,0 0,0 0,0 1,0-1,-1 1,1-1,-1 1,0 0,1 0,-1 0,-1 1,1-1,0 0,-1 1,1-1,-1 1,0-1,-1 1,1 0,0-1,-1 4,-7 117,7-121,0-1,1 0,-1 1,1-1,0 1,-1-1,1 0,0 0,0 1,0-1,1 0,-1 0,0 0,1 0,-1 0,1-1,0 1,0 0,0-1,0 1,0-1,0 0,0 1,0-1,0 0,0 0,1 0,-1-1,0 1,1-1,-1 1,1-1,-1 0,1 0,-1 0,0 0,1 0,0-1,92-21,-81 15,0-1,0 0,-1-1,0-1,-1 0,0 0,-1-1,0-1,0 0,-1 0,-1-1,0 0,-1-1,0 0,-1 0,-1 0,0-1,1-9,6 158,15-67,-27-66,-1 1,1 0,1-1,-1 1,0-1,0 1,0-1,1 0,-1 0,1 1,-1-1,1 0,0 0,-1 0,1-1,0 1,-1 0,1-1,0 1,0-1,0 1,-1-1,1 0,0 0,0 0,0 0,0 0,0 0,0-1,-1 1,1-1,0 1,0-1,0 1,0-2,15-8</inkml:trace>
  <inkml:trace contextRef="#ctx0" brushRef="#br0" timeOffset="46924.276">7501 12353,'-16'-2,"-10"-1,-5 0,-1 1,4 2,7 4,14 6,17 6,7 0</inkml:trace>
  <inkml:trace contextRef="#ctx0" brushRef="#br0" timeOffset="43157.466">228 12273,'0'25,"0"20,2 15,1 12,2 4,1 2,1-7,-1-10,2-16,-2-15</inkml:trace>
  <inkml:trace contextRef="#ctx0" brushRef="#br0" timeOffset="43452.674">174 12206,'139'161,"-109"-127,12 10,-2 2,-2 2,-2 2,-2 1,-1 5,-29-50,-1 0,1 0,-1 0,0 1,-1-1,0 1,0-1,0 1,-1 0,1 0,-2 0,1 0,-1-1,0 1,-1 0,1 0,-1 0,-1 0,1 0,-1-1,0 1,-1-1,0 1,0-1,0 0,-1 0,0 0,-1 1,-8 3,-1-1,0-1,-1 0,0 0,0-2,-1 0,0-1,0 0,0-1,0-1,-1 0,1-2,-1 0,1 0,-17-3,-52-7,84 9,0 0,0 0,1 0,-1 0,0 0,1 0,-1 0,0 0,0 0,1 0,-1-1,0 1,1 0,-1-1,0 1,1 0,-1-1,0 1,1-1,-1 1,1-1,-1 1,1-1,-1 0,1 1,0-1,-1 1,1-1,0 0,-1 1,1-1,0 0,0 0,-1 1,1-1,0 0,0 0,0 1,0-1,0 0,0 1,0-1,1 0,-1 0,10-10</inkml:trace>
  <inkml:trace contextRef="#ctx0" brushRef="#br0" timeOffset="43705.998">1271 12501,'-18'-7,"-1"1,0 2,1 0,-2 0,1 2,0 0,0 2,-1 0,1 1,0 1,0 0,0 2,0 0,-10 5,11-4,1 2,-1 1,1 0,0 1,1 0,0 2,1 0,0 1,8-7,0 1,1 0,0 1,0-1,0 1,1 0,0 1,1-1,-1 1,2 0,-1 0,1 0,0 0,1 1,-1-1,2 1,-1 0,1 1,1-3,1-1,-1 1,1 0,0-1,1 1,-1-1,1 1,1-1,-1 0,1 0,0 0,0 0,1 0,0-1,0 0,0 0,1 0,-1 0,1 0,3 1,4 4,1-1,1-1,0 0,0-1,0 0,1-1,0 0,3-1,19 4,0-2,0-1,0-3,1 0,-1-3,0-1,30-5,37-7</inkml:trace>
  <inkml:trace contextRef="#ctx0" brushRef="#br0" timeOffset="43872.553">1779 12501,'-11'15,"-4"18,0 16,4 11,2 4,4 1,5-3,2-12,1-12</inkml:trace>
  <inkml:trace contextRef="#ctx0" brushRef="#br0" timeOffset="44151.821">1779 12340,'43'67,"293"277,-325-331,-1 0,-1 1,0 0,-1 1,-1 0,4 9,-9-20,-1 0,0 0,1 0,-1 0,-1 0,1 0,-1 1,1-1,-1 0,-1 0,1 1,0-1,-1 0,0 0,0 0,0 0,-1 0,1 0,-1 0,0 0,0-1,0 1,-1-1,1 1,-1-1,0 0,0 0,0 0,-6 4,-1-1,0-1,0 0,0 0,-1-1,1 0,-1-1,0 0,0-1,0 0,0-1,-1 0,1-1,0 0,0 0,-1-2,1 1,0-1,0-1,0 0,1-1,-1 0,1 0,-10-6,-9-9</inkml:trace>
  <inkml:trace contextRef="#ctx0" brushRef="#br0" timeOffset="50412.462">670 13823,'21'-2,"0"0,1 1,0 1,-1 2,1 0,-1 1,0 1,0 0,0 2,-1 1,20 9,-30-12,1 1,-2 1,1 0,0 0,-1 1,0 0,-1 1,0 0,0 0,0 1,-1 0,-1 0,1 0,-1 1,-1 0,0 0,0 1,-1 0,-1-1,0 1,0 0,-1 1,0 0,-2 10,-1 0,0 0,-2-1,-1 1,0-1,-2 0,0 0,-1-1,-1 0,-1 0,-1 0,-1-1,-1-1,0 0,-1-1,-13 14,-5 15,31-46,0 1,0 0,1 0,-1 0,0-1,1 1,-1 0,0 0,1-1,-1 1,1 0,0-1,-1 1,1-1,-1 1,1-1,0 1,-1-1,1 1,0-1,0 1,-1-1,1 0,0 1,0-1,0 0,-1 0,1 0,0 0,0 0,0 0,0 0,-1 0,1 0,0 0,0 0,0-1,2 2,62 0,-1-3,1-3,-1-3,40-10,-45 9,7-2,222-26,-246 40,-37 0</inkml:trace>
  <inkml:trace contextRef="#ctx0" brushRef="#br0" timeOffset="50669.292">870 14065,'4'-3,"9"0,13-2,19-3,19-4,19-2,14-2,7 3,-4 2,-18 5</inkml:trace>
  <inkml:trace contextRef="#ctx0" brushRef="#br0" timeOffset="51553.48">1779 14145,'9'-8,"22"-17,-2-1,0-2,-2-1,-1-1,3-7,-27 35,1-1,-1 1,0 0,0-1,0 1,-1-1,1 1,-1-1,1 0,-1 0,0 0,0 0,0 0,0 0,-1 0,1 0,-1 0,0 0,0 0,0 0,0 0,-1 0,1-1,-1 1,1 0,-1 0,0 0,-1 1,1-1,0 0,-1 0,1 1,-1-1,0 1,0-1,0 1,-1-1,-5 0,-1 0,1 1,-1 0,1 1,-1 0,0 0,1 1,-1 0,0 1,1-1,-1 2,1-1,-1 1,1 1,-1-1,1 2,0-1,1 1,-1 0,0 0,1 1,0 0,-3 3,5-4,-1 0,1 1,-1 0,1 0,1 1,-1-1,1 1,0 0,0 0,0 0,1 1,0-1,0 1,1 0,0 0,0 0,1 0,0 0,0 0,0 0,1 0,0 0,1 0,-1 1,1-1,1 0,-1 0,1 0,0 0,1-1,0 2,6 8,1 0,0-1,1 0,1 0,0-2,1 1,1-2,0 1,0-2,1 0,0-1,1 0,1-2,-1 0,1 0,0-2,1 0,0-1,0 0,0-2,0 0,7-1,-17-1,-1 0,1 0,-1-1,1 0,-1 0,1-1,-1 0,1 0,-1-1,0 0,0 0,0-1,0 1,0-2,0 1,-1-1,1 0,-1 0,0-1,0 0,-1 0,0 0,1-1,-2 0,1 0,-1 0,2-3,3-9,-1-1,0 0,-2-1,0 0,-1 0,-1 0,-1 0,0-1,-2 0,0 1,-2-1,0 1,-1-1,-3-9,4 24,0 0,0 0,0 0,-1 0,0 0,0 1,0-1,-1 0,0 1,0 0,0-1,-1 1,0 1,0-1,0 0,0 1,-1 0,0 0,0 0,0 1,4 2,0 1,1-1,-1 1,0 0,0-1,1 1,-1 0,0 0,0-1,0 1,0 0,1 0,-1 0,0 0,0 0,0 0,0 0,0 1,1-1,-1 0,0 0,0 1,0-1,1 0,-1 1,0-1,0 1,1-1,-1 1,0-1,1 1,-1-1,1 1,-1 0,1-1,-1 1,1 0,-1 0,1-1,0 1,-1 0,1 0,0-1,0 1,-1 0,1 0,0 0,0 0,0 0,0-1,0 1,0 0,0 0,1 0,-1 0,0-1,0 1,1 0,-1 0,0 0,1-1,-1 1,1 0,-1-1,1 1,-1 0,1-1,-1 1,7 6,1 0,-1 0,1 0,1-1,-1-1,1 0,0 0,0 0,0-1,0 0,1-1,0 0,0-1,9 2,-8-1,61 15,110 39,-175-55,-1 2,1-1,-1 0,0 1,1 1,-2-1,1 1,0 0,-1 0,0 0,0 1,-1 0,0-1,0 2,0-1,0 1,-1-1,0 1,-1 0,1 0,-1 0,-1 0,1 0,-1 1,-13 121,6-98,6-28,-1-1,0 1,1-1,-1 1,1-1,0 1,0 0,0-1,0 1,0-1,0 1,1 0,-1-1,1 1,0-1,0 1,0-1,0 0,0 1,1-1,-1 0,0 0,1 0,0 0,0 0,-1 0,1 0,0-1,0 1,1-1,-1 1,0-1,0 0,1 0,-1 0,1 0,-1 0,1 0,-1-1,3 1,22 1,-1-1,0-2,1 0,-1-2,0-1,0-1,-1-1,1-1,11-6,87-29,-121 41,-1 0,1 1,-1-1,1 1,0 0,-1 0,1 0,0 0,-1 0,1 1,0-1,-1 1,1-1,-1 1,1 0,-1 0,1 0,-1 0,0 1,0-1,1 1,-1-1,0 1,1 2,3 0,3 1,2 0,-1-1,0 0,1 0,0-1,0-1,0 0,0 0,0-1,0-1,0 1,1-2,-1 0,0 0,0-1,0 0,0-1,-1 0,1-1,-1 0,1-1,-1 0,-1 0,1-1,1-2,-7 6,-1 0,0 0,0-1,0 1,-1-1,1 1,0-1,-1 0,0 0,0 0,0 0,0-1,0 1,-1 0,1-1,-1 0,0 1,0-1,0 0,0 1,-1-1,0 0,0 0,0 1,0-1,0 0,-1 0,0 1,1-1,-1 0,-1 1,1-1,-6-5,0 0,-1 1,0-1,0 2,-1-1,0 1,0 1,-1 0,1 0,-1 0,-1 2,1-1,-1 1,0 1,0 0,0 0,0 1,0 0,0 1,-1 1,1 0,-1 0,1 1,-5 1,10-2,0 0,0 1,0 0,1 0,-1 0,0 0,1 1,-1 0,1 0,-1 1,1-1,0 1,0 0,0 1,1-1,-1 1,1 0,-1 0,1 0,1 1,-1-1,1 1,0 0,0 0,0 0,0 1,1-1,0 0,0 1,1 0,-1-1,1 1,0 0,1 0,0 0,0 0,0 0,2 0,0 0,0 1,0-1,1 0,0 0,0-1,1 1,0-1,0 1,0-1,1-1,-1 1,4 2,31 26</inkml:trace>
  <inkml:trace contextRef="#ctx0" brushRef="#br0" timeOffset="52523.396">5095 14132,'-23'0,"0"2,1 1,-1 1,1 1,0 1,1 0,-1 2,1 0,1 2,-1 0,-7 7,24-16,0 1,1 0,-1 0,1 0,-1 0,1 1,0 0,0-1,0 1,0 0,1 0,-1 0,1 1,0-1,0 1,0-1,0 1,0 0,1-1,0 1,0 0,0 0,0 0,0 0,1 0,0 0,0 0,0 2,3-1,-1 0,1-1,1 0,-1 1,0-1,1-1,0 1,0 0,0-1,1 0,-1 0,1 0,-1-1,1 1,0-1,0 0,3 0,37 13,1-3,0-1,1-3,1-2,-1-1,1-3,16-2,3 2,-1-3,1-2,-1-4,0-2,51-15,-109 22,1 0,-1 0,-1-1,1 0,0 0,-1-1,1 0,-1-1,0 1,-1-1,1-1,5-5,-11 10,-1 0,1 1,0-1,0 0,-1 0,1 0,-1 0,1 0,-1 0,1 0,-1 0,0 0,1 0,-1 0,0 0,0 0,0 0,0 0,0 0,0 0,0 0,0 0,0 0,0 0,-1 0,1 0,0 0,-1 0,1 0,-1 0,1 0,-1 0,1 0,-1 0,0 0,1 1,-1-1,0 0,0 0,0 1,1-1,-1 1,0-1,0 0,-49-15,21 12,-1 1,1 2,-1 0,0 3,1 0,-1 2,1 1,0 1,0 2,-19 7,-24 28,71-42,0 0,-1 1,1-1,0 0,0 0,-1 1,1-1,0 1,1-1,-1 1,0 0,0-1,1 1,-1 0,0-1,1 1,0 0,-1 0,1-1,0 1,0 0,0 0,0-1,0 1,1 0,-1 0,0 0,1-1,0 1,-1 0,1-1,0 1,0-1,0 1,0-1,0 1,0-1,0 1,0-1,0 0,1 0,-1 0,2 1,9 5,0 0,1-1,-1 0,1-1,0-1,1 0,-1-1,1-1,0 0,-1 0,1-1,6-1,-4 1,1-1,0 0,-1-1,1-1,-1-1,0 0,1-1,-1-1,0 0,-13 3,0 1,0 0,0-1,0 1,1 1,-1-1,0 0,1 1,-1-1,0 1,1 0,-1 0,0 1,1-1,-1 1,0-1,2 2,7 1,0-1,1 0,-1-1,0 0,1-1,-1 0,0-1,1 0,-1-1,0 0,0-1,0-1,0 0,-1 0,1-1,-1-1,0 0,9-7,-5 3,-1 0,0-2,-1 1,0-2,-1 0,-1 0,0-1,0 0,-2-1,0 0,0-1,-1 0,-1-2,4-16,-2 0,-1 0,-2-1,-1 0,-2 0,-1-1,-2 1,-2 0,-1-1,-7-31,9 57,0-1,-1 1,-1-1,1 1,-2 0,1 0,-1 0,-1 1,0 0,0-1,-1 2,0-1,-4-4,7 11,1 0,0 1,0-1,-1 1,1 0,-1 0,1-1,-1 2,0-1,1 0,-1 0,0 1,0 0,1-1,-1 1,0 0,0 0,0 1,1-1,-1 1,0-1,1 1,-1 0,0 0,1 0,-1 0,1 0,-1 1,1-1,0 1,-1 0,-65 64,55-47,-1 1,2 0,1 1,1 1,0 0,2 0,0 1,2 0,1 0,0 0,2 1,0 8,2-16,0-1,1 0,1 1,0-1,1 0,1 0,1 0,0 0,1-1,0 1,1-1,0 0,2-1,-1 1,2-2,0 1,0-1,1 0,8 7,6-3,-1 0,2-1,0-2,1 0,0-2,1-1,0-1,1-1,0-1,0-2,0-1,1-1,12-1,29 2</inkml:trace>
  <inkml:trace contextRef="#ctx0" brushRef="#br0" timeOffset="54720.937">6685 14171,'-4'-1,"0"1,0-1,-1 1,1 0,0 0,0 1,-1-1,1 1,0 0,0 0,0 0,0 0,0 1,0 0,0 0,0 0,1 0,-1 1,1-1,0 1,0 0,-1 0,2 0,-1 0,0 1,1-1,-1 1,1-1,0 1,0 0,1 0,-1 0,0 3,0-1,0 0,1 0,0 1,0-1,0 0,1 1,0-1,0 1,0-1,1 0,0 1,0-1,1 0,0 0,0 0,0 0,1 0,0 0,0 0,0-1,1 0,-1 0,1 0,1 0,-1 0,1-1,0 0,0 0,0 0,0 0,1-1,-1 0,3 1,9 3,0 0,0-2,1 1,0-2,0-1,0 0,0-1,0-1,1-1,-1 0,0-1,0-1,1-1,-1-1,-1 0,1-1,-1-1,0-1,0-1,0 0,-1-1,-1 0,8-7,-16 10,1 0,-1-1,0 0,-1-1,0 0,0 0,-1 0,1 0,-2-1,1 0,-2 0,1 0,-1-1,0 1,-1-1,1-8,-2 11,3-9,5 26,1 11,-4-4,0-1,2 0,0-1,0 1,2-2,0 1,1-1,0-1,1 0,0-1,8 6,-17-16,0 0,0 0,1-1,-1 1,1-1,-1 0,1 0,-1 0,1-1,0 1,-1-1,1 0,0 0,-1 0,1 0,0-1,-1 1,1-1,-1 0,1 0,-1 0,1-1,-1 1,3-2,72-56,-74 55,117-116,-118 117,-3 2,1 0,-1 0,1 0,0 0,-1 0,1 0,0 0,0 0,0 1,0-1,0 0,0 0,0 1,0-1,0 1,0-1,0 1,0-1,0 1,0 0,1-1,-1 1,0 0,0 0,0 0,1 0,-1 0,0 0,0 0,0 0,0 1,1-1,-1 0,0 1,0-1,0 1,0-1,0 1,0-1,0 1,26 112,-25-107,0 0,1 0,-1 0,2 0,-1 0,1 0,-1-1,2 1,-1-1,0 0,1-1,0 1,0-1,1 0,-1 0,1 0,0-1,0 0,0 0,0-1,0 1,1-1,-1-1,1 1,-1-1,1 0,0-1,-1 1,1-2,0 1,-1 0,6-2,3 0,-1-1,0 0,1-1,-1 0,-1-2,1 1,-1-1,0-1,0-1,-1 0,0 0,0-1,-1-1,0 1,-1-2,0 0,-1 0,0-1,-1 0,0 0,0-1,-2 0,0 0,0-1,-1 0,-1 0,2-10,4-25,-2 0,-3 0,-2 0,-2 0,-2 0,-2-1,-4-13,-23-52,30 113,-1 0,0 0,1 0,-1 0,0 0,0 1,0-1,-1 0,1 0,0 1,-1-1,1 1,-1-1,1 1,-1 0,0-1,1 1,-1 0,0 0,0 0,0 1,0-1,0 0,0 1,0-1,0 1,0 0,0-1,0 1,0 0,0 0,-1 1,1-1,0 0,0 1,0-1,0 1,0-1,0 1,0 0,1 0,-1 0,0 0,0 0,1 1,-1-1,0 1,-13 13,0 2,1-1,1 1,1 1,0 1,1 0,1 0,1 1,1 0,1 0,-2 9,-1 0,2 0,0 0,3 0,0 1,1 0,2 13,2-30,0 1,1-1,1 0,0 1,0-1,2 0,-1 0,2 0,0-1,0 0,1 0,1 0,0 0,0-1,5 4,-1-3,0-1,1-1,0 0,1 0,0-1,0-1,1 0,0-1,0-1,1 0,0 0,0-2,3 1,14 2,1-2,-1-1,1-1,-1-2,30-2,-40 0,-1-1,1-2,-1 1,1-2,-1-1,-1-1,19-8,-32 12,-1 0,1-1,-1 0,0 0,0 0,0-1,0 1,-1-1,0-1,0 1,0-1,-1 0,0 0,0 0,0-1,-1 1,0-1,0 0,-1 0,1 0,-2 0,1 0,-1 0,0-6,0 9,-1 0,1 0,-1 0,0 0,0 0,-1 0,1 0,-1 0,0 0,0 0,0 0,0 0,-1 1,0-1,1 1,-1-1,-1 1,1-1,0 1,-1 0,0 0,0 0,0 1,0-1,0 1,0-1,0 1,-1 0,0 0,1 1,-1-1,0 1,1 0,-1 0,0 0,0 0,0 1,0-1,0 1,0 0,0 0,0 1,0-1,0 1,0 0,-2 1,0 1,0 0,0 0,1 1,-1 0,1 0,0 0,0 0,1 1,-1 0,1 0,0 0,0 0,1 1,0 0,-1-1,2 1,-1 0,1 1,0-1,0 0,1 1,0-1,0 0,0 1,1 0,0-1,0 1,1-1,0 1,0-1,0 1,1-1,0 0,0 0,1 0,0 0,0 0,0 0,0-1,1 1,0-1,3 3,8 2,0 0,0-2,0 0,1 0,0-2,1 0,0 0,0-2,0 0,0-1,0-1,1-1,-1 0,10-1,12 2,1-2,0-2,-1-1,1-2,-1-2,-1-1,1-2,-1-2,17-8,17-25,-70 44,0-1,0 0,0 0,0 0,-1 0,1 0,0 0,-1-1,0 1,1 0,-1-1,0 1,0-1,0 1,-1-1,1 0,-1 1,1-1,-1 0,0 1,0-1,0 0,0 1,-1-1,1 0,-1 1,1-1,-2-1,-3-2,0 0,0 1,-1-1,0 1,0 1,0-1,-1 1,0 0,0 1,0-1,0 1,0 1,0-1,-1 1,1 1,-1-1,0 1,1 1,-1-1,0 1,0 1,1-1,-5 2,8-2,-1 0,0 0,0 1,1-1,-1 1,0 0,1 1,-1-1,1 1,0 0,-1 0,1 0,0 1,0-1,0 1,1 0,-1 0,1 0,-1 1,1-1,0 1,0 0,1 0,-1 0,1 0,0 0,0 1,0-1,1 1,-1-1,1 1,0-1,0 5,4-4,-1-1,1 1,0 0,0-1,0 0,1 1,0-1,0-1,0 1,0-1,0 1,1-1,-1 0,1-1,0 1,0-1,0 0,0 0,0 0,1-1,-1 0,0 0,1 0,-1-1,1 0,-1 0,7 3,-1 0,0-1,1-1,-1 0,1-1,-1 0,0 0,1-1,-1-1,1 0,-1 0,0-1,0-1,0 0,-1 0,1-1,-1-1,0 1,-1-2,1 1,3-4,-10 57,-3-44,0 0,0 0,0-1,0 1,1 0,-1 0,1 0,-1 0,1-1,0 1,0 0,0-1,0 1,1-1,-1 1,1-1,0 0,-1 1,1-1,0 0,0 0,1 0,-1-1,0 1,0 0,1-1,-1 0,1 1,0-1,-1 0,1 0,0 0,-1-1,1 1,0-1,0 0,0 1,0-1,-1 0,1-1,0 1,0 0,0-1,0 0,0 0,4-5,0-1,-1 0,0-1,0 1,-1-1,0 0,0-1,-1 1,0-1,3-7,-4 9,48-164,-34 100,-17 69,0 0,0-1,0 1,1 0,-1 0,1-1,-1 1,1 0,0 0,0 0,0 0,0 0,0 0,0 0,0 0,1 0,-1 0,1 1,-1-1,1 1,0-1,-1 1,1-1,0 1,0 0,0 0,0 0,0 0,0 0,0 1,1-1,-1 1,0-1,0 1,2 0,58 47,-45-30,38 34,-37-38,-1 1,-1 0,0 2,-1 0,-1 0,0 2,-1-1,-1 2,-1 0,-1 0,0 1,-2 0,0 1,-4 3,-2 0,0-1,-2 1,-1 0,-1 0,0 0,-2 0,-7 21,-8 77,18-112,1 0,1 0,-1-1,2 1,-1 0,1 0,1 0,0-1,0 1,1-1,0 0,0 0,1 0,1-1,-1 0,1 0,1 0,-1-1,1 1,1-2,-1 1,1-1,0 0,0-1,2 1,4 2,0 0,1-1,0 0,0-1,0-1,1 0,0-1,0-1,0 0,0-2,11 1,-24-2,-1 0,1 0,0 0,-1 0,1 0,0 0,-1-1,1 1,-1-1,1 0,-1 0,1 0,-1 0,0 0,1 0,-1-1,0 1,0-1,0 0,0 1,0-1,0 0,-1 0,1 0,0-1,-1 1,0 0,0 0,1-1,-1 1,-1-1,1 1,0-1,-1 1,1-1,-1-1,-1-7,0 0,-2 0,1 0,-1 1,-1-1,0 1,0 0,-1-1,0 2,-1-1,0 1,-1 0,1 0,-9-7,-56-64,-4 3,-4 3,-2 4,-4 3,-25-11,90 63,-49-46,69 60,-1-1,1 1,0-1,-1 0,1 1,0-1,0 1,0-1,0 0,1 1,-1-1,0 1,1-1,-1 1,1-1,-1 1,1-1,0 1,-1 0,1-1,0 1,0 0,0-1,0 1,0 0,0 0,1 0,-1 0,0 0,1 0,-1 0,0 1,1-1,-1 0,1 1,-1-1,1 1,-1 0,1-1,-1 1,1 0,0 0,-1 0,1 0,-1 0,1 0,-1 1,1-1,55-10,1 3,-1 3,1 2,42 4,-95-2,12 0,-1 0,1 1,-1 1,0 0,0 1,0 1,0 0,0 1,-1 1,4 2,-17-6,0-1,0 1,0 0,0 0,0 0,0 0,0 0,-1 1,1-1,-1 0,0 1,0-1,0 1,0-1,0 1,0-1,-1 1,1 0,-1-1,0 1,0 0,0 0,0-1,0 1,0 0,-1-1,1 1,-1 0,0-1,0 1,0-1,0 1,0-1,-1 1,-5 59,11-56,0-1,0 1,0-1,0 0,1 0,0-1,0 0,1 1,-1-2,1 1,0-1,0 0,0 0,0 0,0-1,1 0,-1 0,1-1,-1 0,1 0,0 0,-1-1,1 0,0 0,-1-1,1 0,0 0,-1 1,-1 0,1 0,0-1,-1 0,1 0,-1 0,1-1,-1 0,0 0,1 0,-1-1,0 0,0 0,-1 0,1 0,-1-1,1 1,-1-1,0-1,-1 1,1 0,-1-1,0 0,0 0,0 0,-1 0,1 0,-1 0,-1-1,1 1,0-4,-2 0,0 0,0 0,-1 1,0-1,-1 1,1-1,-2 1,1-1,-1 1,-1 0,1 0,-1 1,-1-1,0 1,0 0,0 0,-1 0,1 1,-2 0,-5-6,7 8,-1-1,1 1,-1 0,1 1,-1-1,-1 1,1 0,0 0,-1 1,1 0,-1 0,1 1,-1 0,0 0,0 0,0 1,1 0,-1 0,0 1,0 0,0 0,1 0,-1 1,0 0,1 0,-5 3,5-1,0 0,0 1,1 0,-1 0,1 0,0 1,1-1,-1 1,1 0,0 0,1 1,0-1,0 1,0 0,1 0,-1 0,2 0,-1 0,1 0,0 0,1 1,-1-1,2 0,-1 1,1-1,0 0,0 0,1 0,0 0,0 0,1 0,0 0,0 0,0-1,1 0,0 0,2 3,25 14,2-7</inkml:trace>
  <inkml:trace contextRef="#ctx0" brushRef="#br0" timeOffset="54969.274">10562 13877,'-19'-11,"-11"-5,-9 4,-2 8,2 12,7 13,9 12,11 8,7-3</inkml:trace>
  <inkml:trace contextRef="#ctx0" brushRef="#br0" timeOffset="55241.548">10615 14426,'14'13,"11"5,10-1,11-5,12-7,8-10,-6-3</inkml:trace>
  <inkml:trace contextRef="#ctx0" brushRef="#br0" timeOffset="55424.059">11658 13570,'4'79,"3"1,4-1,5 4,15 124,-17 134,-14-336,-1 0,1-1,0 1,0 0,1-1,-1 1,1 0,0-1,1 1,-1 0,1-1,-1 0,1 1,1-1,-1 0,1 0,-1 0,1 0,0-1,0 1,1-1,-1 0,1 0,0 0,0 0,0-1,0 1,4 1,4-2,0 0,1 0,-1-1,0-1,1 0,-1 0,1-2,-1 1,0-2,0 1,0-2,0 1,0-2,10-5,23-11</inkml:trace>
  <inkml:trace contextRef="#ctx0" brushRef="#br0" timeOffset="55673.54">11364 13971,'18'-2,"25"-1,24 0,21 3,14 3,6 4,-3 6,-14 2,-21-2</inkml:trace>
  <inkml:trace contextRef="#ctx0" brushRef="#br0" timeOffset="55927.362">12019 14278,'-4'8,"1"1,0 0,0-1,1 1,0 0,0 0,1 0,1 0,-1 0,1 1,1-1,0 0,0 0,1 0,0 0,0 0,1-1,0 1,1-1,0 0,0 0,1 0,0 0,0-1,1 1,0-1,0-1,1 1,-1-1,1-1,1 1,-1-1,1 0,1 0,-3-1,1-1,-1-1,0 1,1-1,-1 0,1 0,0-1,0 0,0 0,-1 0,1-1,0 0,0-1,0 0,0 0,-1 0,1-1,0 1,-1-2,1 1,-1-1,0 0,0 0,0-1,0 1,0-2,-1 1,0 0,0-1,0 0,0 0,-1-1,4-4,-6 1,0 1,0-1,-1 0,0 0,0 1,-1-1,-1 0,1 0,-1 1,0-1,-1 0,0 1,-1-1,0 1,0 0,-1 0,1 0,-2 0,1 0,-1 1,0 0,-1 0,0 1,0-1,0 1,-1 0,0 1,0 0,0 0,-1 0,0 1,0 0,0 1,-8-3,12 5,1 0,-1 0,0 1,1-1,-1 1,0 0,0 0,0 0,1 1,-1-1,0 1,1 0,-1 0,0 0,1 0,-1 1,1 0,0-1,-1 1,1 0,0 1,0-1,1 0,-1 1,0 0,1 0,-1 0,1 0,0 0,0 0,0 1,-1 2,0 0,1 0,-1 0,2 1,-1-1,0 1,1-1,1 1,-1-1,1 1,0 0,0-1,1 1,0-1,0 1,1-1,1 5,19 36,6-4</inkml:trace>
  <inkml:trace contextRef="#ctx0" brushRef="#br0" timeOffset="56385.134">12607 14559,'22'-63,"-2"-1,-3 0,-3-2,6-63,-7 26,-3 0,-5-39,-5 139,1-7,-1 1,0-1,0 1,-1-1,0 1,0-1,-1 1,-1 0,0-1,0 1,0 0,-1 1,-1-1,-1-1,4 8,0 0,0 1,0-1,0 1,0 0,-1-1,1 1,0 0,-1 0,1 0,-1 1,1-1,-1 1,1-1,-1 1,0 0,1 0,-1 0,1 0,-1 1,0-1,1 1,-1-1,1 1,-1 0,1 0,0 0,-1 0,1 0,0 1,0-1,0 1,0-1,0 1,0 0,0 0,0 0,1 0,-1 0,1 0,0 0,-1 1,1-1,0 1,0-1,0 0,1 1,-6 15,0 0,1 1,2 0,0 0,0 0,2 0,1 0,0 0,1 0,1 0,1 0,4 15,6 22,2 0,3-1,2-1,3-1,1-1,22 31,-45-80,88 125,-84-123,-1 0,1 0,0 0,0-1,1 0,-1 0,1-1,0 1,0-1,0-1,0 1,1-1,-1 0,1 0,-1-1,1 0,-1 0,1-1,0 1,0-1,4-1,14-6,0-2,0 0,-1-1,0-2,-1 0,-1-1,0-2,-1 0,3-4,81-65,-105 83,1 1,-1-1,0 1,1-1,-1 1,1 0,-1-1,1 1,-1-1,1 1,-1 0,1-1,-1 1,1 0,0 0,-1-1,1 1,-1 0,1 0,0 0,-1 0,1 0,0 0,-1 0,1 0,-1 0,1 0,0 0,-1 0,1 0,-1 1,1-1,0 0,-1 0,1 1,-1-1,1 0,-1 1,1-1,-1 1,1-1,-1 0,1 1,-1-1,0 1,1-1,-1 1,0 0,1-1,2 34,-2-29,-2 2,0 0,1 0,0 0,0 0,1 0,0 0,0-1,1 1,-1 0,2-1,-1 1,1-1,0 1,0-1,0 0,1 0,0-1,0 1,1-1,0 0,0 0,0 0,0-1,1 0,-1 0,1 0,0-1,1 1,77 15,-44-16</inkml:trace>
  <inkml:trace contextRef="#ctx0" brushRef="#br0" timeOffset="56549.696">13624 14132,'-16'-5,"-10"-1,-3 0,0 1,-1 2,1 1,5 1</inkml:trace>
  <inkml:trace contextRef="#ctx0" brushRef="#br0" timeOffset="56810">12607 13851,'-16'-12,"-7"-5,-3 0,4 0,12 3,20 7,23 6,27 4,23 3,21 1,11 1,1 2,-4 1,-16-1,-23-2</inkml:trace>
  <inkml:trace contextRef="#ctx0" brushRef="#br0" timeOffset="57284.824">11564 14853,'366'12,"-256"-12,1587 4,-1527-1,22 10,-169-6,-42 0,-297 28,221-25</inkml:trace>
  <inkml:trace contextRef="#ctx0" brushRef="#br0" timeOffset="57587.068">11390 15201,'623'-18,"1107"14,-1555 9,45 8,-208-12,53 17,-57-7,-10 0</inkml:trace>
  <inkml:trace contextRef="#ctx0" brushRef="#br0" timeOffset="59689.882">12647 13490,'0'-7,"-2"-2,-5 9,-7 14,-2 19,-2 18,1 20,3 14,8 7,6-11</inkml:trace>
  <inkml:trace contextRef="#ctx0" brushRef="#br0" timeOffset="61355.934">1 15602,'6'-1,"0"1,0-1,0 1,0 1,0-1,0 1,0 0,0 0,0 1,0 0,-1 0,1 0,0 0,-1 1,0 0,0 1,0-1,0 1,0 0,-1 0,1 0,-1 1,0-1,0 1,-1 0,0 0,0 0,0 1,0-1,0 3,6 15,-2 0,-1 0,0 0,-2 1,-1-1,0 1,-2 0,-1 0,-1 0,-1 0,-1-1,-1 1,-5 15,6-22,10-29,3-10,105-211,-105 217,-9 15,-1 1,1 0,-1 0,0 0,1 0,-1 0,1 0,-1 0,1 1,-1-1,0 0,1 0,-1 0,1 0,-1 0,0 1,1-1,-1 0,0 0,1 0,-1 1,0-1,1 0,-1 1,0-1,0 0,1 1,-1-1,0 0,0 1,1-1,-1 1,0-1,0 0,0 1,0-1,0 1,0-1,0 0,0 1,0-1,0 1,0-1,0 1,0-1,0 0,0 1,0-1,0 1,-1-1,1 0,0 1,0-1,2 67,-2-50,0 0,1 0,0-1,1 1,1-1,2 6,-3-18,-1 0,1 0,0 0,0 0,0 0,1-1,-1 1,1 0,0-1,0 0,0 0,0 0,1 0,-1-1,1 1,0-1,0 0,-1 0,1 0,1 0,-1-1,0 1,0-1,0 0,1-1,0 1,3 0,1 0,-1-1,1 0,-1 0,1-1,-1 0,1 0,-1-1,0 0,0-1,0 0,0 0,0 0,0-1,-1-1,0 1,0-1,0 0,0 0,-1-1,0 0,0 0,-1-1,0 0,0 0,0 0,-1 0,0-1,0 1,-1-1,0 0,0 0,-1 0,1-4,-3-12,-1 16,0 15,-1 6,2 0,-1 0,2 0,0 1,0-1,2 0,2 9,-4-18,0 0,0 1,1-1,0 0,0 0,0-1,0 1,1 0,0-1,-1 1,1-1,1 0,-1 0,0 0,1 0,-1-1,1 1,0-1,0 0,0 0,0 0,0-1,0 0,0 1,1-1,10 0,0-1,0 0,0-1,0 0,0-2,0 0,0 0,0-1,-1-1,0 0,0-1,0-1,-1 0,0-1,4-4,56-58,-61 55,-12 15,1 1,0-1,-1 0,1 1,-1-1,1 1,0-1,-1 1,1-1,-1 1,1-1,-1 1,0-1,1 1,-1-1,0 1,1 0,-1-1,0 1,0 0,1-1,-1 1,0 0,0-1,0 1,0 0,0-1,0 1,0 0,0 0,0-1,0 1,0 0,-1-1,1 1,0 0,0-1,-1 1,1-1,0 1,-1 0,1-1,-1 1,1 1,-4 107,8-92</inkml:trace>
  <inkml:trace contextRef="#ctx0" brushRef="#br0" timeOffset="61607.259">910 15602,'20'0,"21"0,17 2,14 8,9 9,-9 1</inkml:trace>
  <inkml:trace contextRef="#ctx0" brushRef="#br0" timeOffset="62201.274">1471 15842,'-10'208,"10"-207,0 0,-1 1,1-1,0 0,0 0,0 0,1 1,-1-1,0 0,0 0,1 0,-1 0,0 0,1 0,-1 0,1 1,0-1,-1 0,1-1,0 1,-1 0,1 0,0 0,0 0,0-1,0 1,0 0,0-1,0 1,0 0,0-1,0 0,0 1,0-1,0 0,1 1,-1-1,0 0,0 0,0 0,0 0,1 0,-1 0,0 0,1-1,53-17,-38 9,0-1,-1-1,-1-1,0 0,0-1,-1-1,-1 0,0-1,-1 0,0-1,5-11,-15 24,-2 2,0 1,-1-1,1 1,0-1,0 1,0-1,0 1,0-1,0 1,0-1,1 1,-1-1,0 1,0-1,0 1,0-1,1 1,-1-1,0 1,0 0,1-1,-1 1,0-1,1 1,-1 0,0-1,1 1,-1 0,1-1,-1 1,1 0,-1 0,1-1,-1 1,0 0,1 0,-1 0,1 0,-1 0,1 0,-1 0,1 0,0 0,-1 0,1 0,-1 0,1 0,-1 0,1 0,-1 0,1 0,-1 1,0-1,1 0,1 41,-2-31,0 0,1 0,0 0,0 0,1 0,1 0,0-1,0 1,1 1,0-5,0 1,1-1,-1 0,1 0,0 0,1 0,0-1,0 0,0 0,0-1,1 1,-1-2,1 1,0-1,0 0,1 0,-1 0,0-1,1-1,0 1,-1-1,1 0,0-1,0 0,-1 0,1-1,0 0,0 0,-1-1,1 0,-1 0,7-3,-1 0,0-1,0-1,-1 0,0 0,0-1,-1-1,1 0,-2-1,0 0,0 0,0-1,-2 0,1-1,-1 0,-1 0,0-1,4-11,2-9,-1-2,-1 1,-2-1,-1 0,-2-1,0-20,0-9,-2-1,-4 0,-5-27,5 85,-16-46,2 57,-26 76,22-31,2 2,2 0,3 0,1 1,3 0,2 1,2 23,3-59,0 0,1-1,1 1,0-1,1 1,1-1,0 0,1 0,1 0,0-1,1 0,0 0,1 0,1-1,0-1,1 1,0-1,1-1,1 0,-1-1,1 0,1 0,0-2,1 0,0 1,1-3,0-1,1 0,-1-1,1-1,0 0,-1-1,1-1,0 0,0-1,0-1,0-1,0 0,0-1,8-3,-14 4,-1-1,0 0,0-1,0 0,0 0,0-1,-1 0,0 0,0-1,-1 0,1-1,-1 1,-1-1,1-1,-1 1,0-1,-1 0,0-1,0 1,-1-1,0 0,-1 0,0 0,1-3,-9-54,5 64,-1 1,1-1,-1 0,1 1,-1-1,0 1,0-1,0 1,0 0,0-1,0 1,0 0,0 0,0 0,-1 0,1 0,0 0,-1 0,1 0,-1 0,1 0,-1 1,1-1,-1 1,0-1,1 1,-1 0,0 0,1-1,-1 1,0 0,1 1,-1-1,0 0,1 0,-1 1,-1-1,-1 4,-1-1,1 0,0 1,0 0,0 0,0 0,0 0,1 1,0-1,0 1,0 0,1 0,0 0,0 0,0 0,0 1,1-1,0 0,0 1,0-1,1 1,-1 0,2-1,-1 1,0-1,1 1,0-1,2 4,-1 1,1-1,0 1,1-1,0 0,1 0,0-1,0 1,1-1,0 0,0-1,1 0,0 0,0 0,0 0,1-1,0-1,1 1,-1-1,1-1,0 0,0 0,0 0,1-1,-1-1,2 1,20 2</inkml:trace>
  <inkml:trace contextRef="#ctx0" brushRef="#br0" timeOffset="62454.607">2086 15561,'21'-2,"31"-1,34 0,31 3,21 4,13 5,-19 2</inkml:trace>
  <inkml:trace contextRef="#ctx0" brushRef="#br0" timeOffset="62875.119">3048 16297,'23'-65,"-2"-1,-4 0,-3-2,0-21,-12 77,-3 9,1 1,-1-1,1 0,0 1,0-1,0 0,1 1,-1-1,0 1,1-1,0 1,-1-1,1 1,0-1,1 1,-1-1,0 1,1 0,-1 0,1 0,-1 0,1 0,0 0,0 0,0 0,0 1,0-1,1 1,-1 0,0-1,1 1,0 0,80 34,-75-28,4 1,0 0,0 2,-1-1,0 1,0 1,-1 0,0 1,-1 0,0 0,-1 1,0 0,0 0,-1 1,-1 0,0 0,0 1,-1-1,1 9,3 157,-8-175,0-1,0 0,0 1,1-1,-1 0,1 0,-1 0,1 0,0 0,0 0,0 0,0-1,0 1,1-1,-1 0,0 1,1-1,-1 0,1 0,-1 0,1-1,-1 1,1-1,-1 1,1-1,0 0,-1 0,1 0,0 0,-1-1,1 1,0-1,-1 1,1-1,-1 0,1 0,-1 0,0 0,1-1,-1 1,0-1,1 0,25-10</inkml:trace>
  <inkml:trace contextRef="#ctx0" brushRef="#br0" timeOffset="64070.954">3690 16003,'-2'10,"0"1,1-1,0 0,0 1,1-1,1 1,-1-1,2 1,0-1,0 0,1 0,0 0,0 0,1 0,1-1,-1 1,2-1,-1 0,1-1,1 1,-1-1,1-1,1 1,0-1,0 0,0-1,3 2,-7-7,0 1,0-1,0 0,1 0,-1 0,0-1,0 1,1-1,-1 0,0 0,0-1,1 1,-1-1,0 0,0 0,0 0,0-1,0 1,0-1,0 0,0 0,-1-1,1 1,-1-1,1 0,-1 0,0 0,0 0,-1 0,1 0,-1-1,1 0,-1 1,0-1,0 0,-1 0,1 0,0-4,5-10,-1-1,0 1,-2-1,0 0,-1 0,-1-1,-1 1,-1-2,0 22,0-1,0 0,0 0,0 0,0 0,0 0,-1 0,1 1,0-1,0 0,0 0,0 0,0 0,-1 0,1 0,0 0,0 0,0 0,0 0,-1 0,1 0,0 0,0 0,0 0,0 0,-1 0,1 0,0 0,0 0,0 0,-1 0,1 0,0 0,0 0,0 0,0 0,0 0,-1-1,1 1,0 0,0 0,-7 21,4-8,0 1,1 0,1 0,0-1,1 1,1 0,0 0,1 0,0 0,-1-9,1 0,-1 1,1-1,0 0,0 0,0 0,0-1,1 1,0 0,0-1,0 0,1 0,0 0,-1 0,1 0,1-1,-1 1,0-1,1 0,0-1,-1 1,1-1,0 0,3 1,0-2,-1 0,1 0,0-1,0 0,-1 0,1-1,0 0,-1 0,1-1,-1 0,1 0,-1-1,0 0,0 0,0-1,0 0,-1 0,1 0,-1-1,0 0,-1 0,1-1,-1 1,0-1,0 0,-1-1,0 1,0-1,0 0,-1 0,0 0,0 0,0-5,-1 6,3-6,-3 17,-2 2,1 1,-1 0,2-1,-1 1,1-1,0 1,1-1,-1 0,1 0,1 0,0 0,0-1,0 1,0-1,1 0,0-1,1 1,-1-1,1 0,0 0,0 0,1-1,-1 0,1 0,0-1,0 0,4 1,3 2,-1-1,0 0,1-1,0-1,0 0,0-1,0 0,0-1,0-1,1 0,-1-1,0-1,0 0,0-1,0 0,-1-1,1-1,-1 0,1-1,-7-1,-1 1,1-2,-1 1,-1-1,0 0,0 0,0 0,-1-1,0 1,0-1,-1 0,-1 0,1 0,-2-1,1 1,-1-1,0 1,-1-1,0 1,-1-1,0 1,0-1,-1 1,-1 0,1 0,-1 0,-1 0,0 0,-3-6,6 13,1 0,-1 0,0 0,0 0,0 0,0 0,0 0,0 0,0 1,-1-1,1 0,-1 1,1-1,-1 1,0 0,0-1,1 1,-1 0,0 0,0 0,0 0,0 0,0 1,0-1,0 1,-1-1,1 1,0 0,0 0,0 0,0 0,-1 0,1 0,0 0,0 1,0-1,0 1,0 0,0 0,0-1,0 1,0 0,0 1,-4 5,1 1,0 1,0-1,0 1,1-1,1 1,0 0,0 1,0-1,1 0,1 1,0-1,0 1,1 0,0 4,-1-4,1 0,1 0,0 1,0-1,1 0,0 0,0 0,1 0,1 0,0-1,0 1,1-1,0 0,0-1,1 1,0-1,1 0,0 0,0-1,1 0,-1 0,2-1,-1 0,1 0,-1-1,2 0,7 2,-9-2,0-1,0 0,1-1,0 0,0-1,0 1,0-2,0 1,0-1,0-1,0 1,0-2,0 1,1-1,-1-1,0 1,0-2,-1 1,1-1,0 0,-1-1,0 0,0-1,0 1,0-2,-1 1,1-1,-2 0,1 0,-1-1,1 0,0-2,0-7,-1 0,0-1,-1 0,-1 0,0 0,-1 0,-1-1,-1 1,-1-1,0 1,-2-7,-2 119,3-89,0 1,1-1,0 0,0 1,0-1,0 0,1 1,0-1,1 0,-1 0,1 0,0 0,1 0,0 0,-1 0,2-1,-1 0,1 1,0-1,0 0,0-1,0 1,1-1,0 0,0 0,0 0,4 1,4-3,-1-1,1 0,0-1,0 0,0-1,0-1,0 0,0 0,-1-2,1 1,-1-1,0-1,0-1,-1 1,1-2,-1 1,-1-2,1 0,-1 0,-1 0,1-1,-1-1,-1 0,0 0,5-8,22-60,-37 76,-5 17,4-6,-1 0,2 0,-1 1,1-1,1 1,0 0,0-1,1 1,0 0,0-1,1 1,1-1,-1 1,2-1,-1 1,1-1,1 0,0 0,0 0,0-1,1 0,1 0,-1 0,1 0,1-1,-1 0,1 0,0 0,1-1,0-1,0 1,6 2,-3-3,1-2,0 0,0 0,0-1,0 0,1-1,-1-1,0 0,0 0,1-1,-1-1,0 0,1-2</inkml:trace>
  <inkml:trace contextRef="#ctx0" brushRef="#br0" timeOffset="64340.238">5789 16190,'0'2,"0"8,0 9,0 10,-2 7,-1 5,-2-1,-1-2,0-4,-1-4,2-6,4-7,2-10,1-7</inkml:trace>
  <inkml:trace contextRef="#ctx0" brushRef="#br0" timeOffset="64502.317">5709 15802,'-7'2,"5"6,9 6,4 0</inkml:trace>
  <inkml:trace contextRef="#ctx0" brushRef="#br0" timeOffset="64684.827">6324 16270,'-4'20,"-2"12,0 7,3 2,3 0,3-5,4-5,2-9,0-8</inkml:trace>
  <inkml:trace contextRef="#ctx0" brushRef="#br0" timeOffset="64853.376">6351 15763,'-12'-14,"-3"0,1 10,2 11,6 15,4 3</inkml:trace>
  <inkml:trace contextRef="#ctx0" brushRef="#br0" timeOffset="69841.102">7380 16645,'9'-41,"0"1,3 0,1 1,2 1,2 0,2-1,-12 22,1 1,1-1,0 1,1 1,1 0,0 1,1 0,12-10,-23 23,1-1,-1 1,1 0,-1 0,1 0,0 0,0 0,0 1,0-1,-1 1,1-1,0 1,0-1,0 1,0 0,0 0,0 0,0 0,0 0,0 1,0-1,0 0,0 1,0 0,0-1,-1 1,1 0,0 0,0 0,-1 0,1 0,-1 1,1-1,-1 0,2 2,40 60,-41-58,13 23,4 5,-1 0,-3 2,0 0,-1 5,-13-38,0-1,0 0,-1 1,1-1,0 1,-1-1,1 1,-1-1,0 1,0 0,1-1,-1 1,0-1,0 1,0 0,0-1,-1 1,1-1,0 1,-1 0,1-1,-1 1,0-1,1 0,-1 1,0-1,0 1,0-1,0 0,0 0,0 1,0-1,0 0,-1 0,1 0,0 0,-1-1,1 1,0 0,-1 0,1-1,-1 1,1-1,-1 1,0-1,1 0,-1 0,1 0,-1 1,0-2,1 1,-2 0,-2-2,1 0,-1-1,0 1,1-1,-1 0,1 0,0-1,0 0,1 1,-1-1,1 0,-1-1,1 1,0 0,1-1,-1 0,1 0,0 1,0-1,1-1,-1 1,1 0,0 0,0 0,1-1,0 1,0 0,0-1,1 1,-1 0,1 0,0-1,1 1,-1 0,1 0,0 0,0 0,1 1,0-1,-1 1,1-1,1 1,1-2,7-4,0 0,1 1,0 1,0 0,0 1,1 0,1 1,-1 1,1 0,0 1,0 0,0 2,0-1,0 2,1 0,14 1,-23 0,-1-1,1 1,0 1,0-1,-1 1,1 0,0 1,-1-1,1 1,-1 1,0-1,0 1,0 0,0 1,0-1,-1 1,1 0,-1 0,0 1,0 0,-1 0,1 0,-1 0,0 1,-1-1,1 1,-1 0,1 3,-2 2,0 1,-1-1,0 1,0 0,-2 0,1-1,-1 1,-1 0,-3 9,-1 25,5-45,1 0,0 0,0 0,0-1,0 1,0 0,0 0,0 0,0 0,0 0,0 0,0 0,0-1,1 1,-1 0,0 0,1 0,-1 0,0-1,1 1,-1 0,1 0,-1-1,1 1,0 0,-1-1,1 1,0-1,-1 1,1-1,0 1,0-1,0 1,-1-1,1 0,0 1,0-1,0 0,0 0,0 0,0 1,-1-1,1 0,0 0,0 0,0-1,0 1,0 0,0 0,0-1,46-16,-35 10,1 0,-2-1,1-1,-1 1,0-2,-1 1,0-2,-1 1,0-1,0-1,-2 0,1 0,-1 0,-1-1,0 0,-1 0,0 0,-1-1,0-4,7-38,-9 133,-3-40,2 1,2 0,1-1,3 0,5 21,-11-53,1 0,-1-1,1 0,0 1,0-1,0 0,1 0,-1 0,1 0,0 0,0-1,1 1,-1-1,1 0,-1 0,1 0,0-1,0 1,0-1,1 0,1 1,21 3</inkml:trace>
  <inkml:trace contextRef="#ctx0" brushRef="#br0" timeOffset="70267.961">8891 15950,'-8'29,"-30"286,5-120,33-194,0-1,0 1,0-1,1 1,-1 0,0-1,0 1,1-1,-1 1,0-1,1 1,-1-1,0 1,1-1,-1 1,1-1,-1 1,1-1,-1 0,1 1,-1-1,1 0,-1 1,1-1,0 0,-1 0,1 0,-1 1,1-1,0 0,-1 0,1 0,0 0,-1 0,1 0,-1 0,1 0,0-1,-1 1,1 0,-1 0,1 0,0-1,-1 1,1 0,-1-1,1 1,-1 0,1-1,-1 1,1-1,-1 1,1-1,-1 1,0-1,1 1,-1-1,0 1,0-1,1 1,-1-1,0 0,0 1,0-1,1 1,-1-1,0 0,3-1,104-71,-100 69,0 1,0 0,0 0,0 1,1-1,-1 2,1-1,-1 1,1 0,-1 1,1-1,0 2,-1-1,1 1,6 1,-10 0,0 0,-1 0,1 1,-1-1,0 1,0 0,0 0,0 0,0 0,-1 0,1 0,-1 1,0 0,0-1,0 1,0 0,-1 0,0 0,1 0,-1 0,-1 0,1 0,-1 0,0 0,1 0,-2 1,1-1,0 0,-1 0,0 0,0 0,0 0,-1 0,1 0,-1 0,0-1,0 1,0-1,0 1,-1-1,1 0,-1 1,0-1,0-1,0 1,-2 0,-5 6,-2 0,1-2,-1 1,-1-2,1 1,-1-2,0 1,0-2,-1 0,1 0,-1-2,0 1,0-2,0 0,0 0,0-2,-8 0,18 1,0-1,1 1,-1 0,0-1,1 0,-1 0,1 0,-1 0,1-1,-1 1,1-1,0 0,0 0,0 0,0 0,0 0,1-1,-1 0,0 1,1-1,0 0,0 0,0 0,0 0,0-1,1 1,-1 0,1-1,3-15</inkml:trace>
  <inkml:trace contextRef="#ctx0" brushRef="#br0" timeOffset="70908.317">9934 16216,'-1'3,"0"0,1 0,-1 0,1 0,0 0,0 0,0 0,0 0,0 0,1 0,-1 0,1 0,0-1,0 1,0 0,0 0,0 0,1-1,-1 1,1-1,-1 1,1-1,0 0,0 0,0 1,1-1,-1-1,0 1,1 0,-1-1,1 1,0-1,-1 1,1-1,0 0,0-1,0 1,11 0,1-1,-1-1,1-1,-1 0,1 0,-1-2,0 1,0-2,0 0,-1-1,0 0,0-1,0 0,2-3,4 1,-1 0,0-1,-1-1,0-1,-1 0,0-1,-1-1,0 0,-1-1,-1 0,0-2,-1 1,-1-1,-1-1,0 0,2-8,-14-41,2 65,-1 0,1 0,-1 1,0-1,0 0,0 0,0 1,0-1,0 1,0-1,0 1,-1-1,1 1,-1 0,1 0,-1 0,1 0,-1 0,0 0,1 0,-1 0,0 0,0 1,0-1,0 1,1 0,-1-1,0 1,0 0,0 0,0 0,0 0,-2 1,0 1,-1 0,0 1,1 0,-1-1,1 2,0-1,0 0,0 1,1 0,-1 0,1 0,0 0,0 0,0 1,1 0,-1-1,1 1,0 0,1 0,-1 0,0 2,-14 47,2 0,2 1,2 1,3-1,1 29,6-81,-13 200,5-62,-24 127,27-241,0-1,-2 0,-1 0,-1-1,-8 16,1-12</inkml:trace>
  <inkml:trace contextRef="#ctx0" brushRef="#br0" timeOffset="71204.157">10094 16538,'12'-6,"1"2,-1 0,1 0,0 1,0 1,1 0,-1 0,6 2,5-2,32-4,1 2,-1 3,1 3,3 2,-55-4,0 0,-1 0,1 1,-1-1,1 1,-1 0,1 0,-1 1,1-1,-1 1,0 0,0 0,0 1,0-1,0 1,-1 0,1 0,-1 0,1 0,-1 1,0-1,0 1,-1 0,1 0,-1 0,0 0,0 0,0 0,-1 0,1 3,-26 106,25-111,0-1,0 1,0-1,0 0,0 1,0-1,1 0,-1 0,1 1,-1-1,1-1,-1 1,1 0,-1 0,1 0,0-1,-1 1,1-1,0 1,-1-1,1 0,0 0,0 0,0 0,-1 0,1 0,0 0,0 0,-1-1,1 1,0-1,0 1,-1-1,2 0,3 0,0 0,0 0,1-1,-1 0,0 0,-1 0,1-1,0 0,-1 0,1 0,-1-1,0 0,0 0,-1 0,1 0,-1-1,0 0,0 0,0 0,-1 0,0-1,0 1,0-1,0 0,-1 0,0 0,-1 0,1 0,-1 0,0 0,-1-1,1 1,-1 0,0-1,-1-2,-2 1,1 1,-1-1,0 1,-1 0,0 0,0 0,0 0,-1 1,0 0,0 0,-1 0,0 1,0-1,0 1,0 1,-1-1,0 1,0 0,0 1,0 0,-1 0,-2 0,8 2,1 0,-1 1,0 0,0-1,0 1,0 0,0 0,0 0,0 0,0 0,0 0,0 1,0-1,0 1,0-1,0 1,0 0,0 0,0 0,1 0,-1 0,0 0,1 0,-1 1,1-1,-1 0,1 1,0-1,0 1,-1 0,1-1,0 1,0 0,1 0,-1 0,0 0,1-1,-1 1,1 0,-1 0,1 0,0 0,0 0,0 0,0 0,0 0,1 0,-1 1,4 26</inkml:trace>
  <inkml:trace contextRef="#ctx0" brushRef="#br0" timeOffset="72308.237">10937 16752,'-4'-29,"2"1,2-1,0 1,2-1,1 1,1-1,1 1,5-10,67-169,-64 167,-21 54,6-10,0 0,1-1,0 1,0 1,0-1,0 0,1 0,0 0,0 0,0 0,0 1,1-1,-1 0,1 0,0 0,0 0,1 0,-1 0,1 0,0-1,0 1,0 0,0-1,1 0,-1 1,1-1,0 0,0 0,0-1,2 2,90 39,-83-39,0 0,0 0,0 1,-1 0,0 1,0 1,0 0,6 6,-12-7,-1 1,0-1,0 1,-1 0,0 0,0 0,-1 0,0 1,0-1,-1 1,0-1,0 1,-1-1,0 1,0 0,0-1,-1 1,-1-1,1 1,-1-1,-2 6,-4 50,8-61,0 0,0 1,0-1,1 0,-1 0,0 0,1 0,-1 0,1 1,0-1,0 0,0 0,0-1,0 1,0 0,0 0,1 0,-1-1,1 1,-1-1,1 1,0-1,-1 0,1 1,0-1,0 0,0 0,0 0,0 0,0-1,0 1,0-1,0 1,2-1,76-7,-71 3,0 1,1-1,-2-1,1 0,0 0,-1-1,0 1,0-2,-1 1,0-1,0-1,0 1,-1-1,0 0,-1 0,0-1,0 0,-1 0,0 0,0 0,-1-1,0 1,-1-1,0 0,-1 0,0 1,0-10,-6 84,5-57,1-1,0 0,0-1,0 1,1 0,0 0,0 0,1-1,0 0,0 1,0-1,1 0,0 0,0-1,1 1,-1-1,1 0,0 0,1-1,-1 1,1-1,0 0,0-1,0 1,1-1,-1-1,1 1,-1-1,5 1,-3-1,0 0,0-1,0 0,0-1,0 1,0-2,0 1,0-1,0 0,0-1,-1 1,1-2,0 1,-1-1,1 0,-1-1,0 0,0 0,0 0,-1-1,0 0,0 0,0-1,0 1,-1-1,0-1,0 1,-1-1,1 1,-1-1,-1-1,2-2,15-82,-28 125,7-26,-2 2,1 0,0 1,0-1,1 1,0 0,1-1,0 1,1 0,0-1,0 1,1-1,0 1,1-1,0 0,0 0,1 0,0 0,2-6,-1 1,1-1,-1 0,1 0,0-1,0 0,0 0,1 0,-1-1,0 0,1 0,-1 0,0-1,1 0,-1 0,1-1,-1 0,0 0,0 0,1-1,-1 0,0 0,0-1,-1 0,1 0,0 0,-1 0,3-3,86-71,-93 77,-1 0,1-1,0 1,-1 0,1 0,0-1,-1 1,1 0,0 0,-1 0,1 0,0 0,0 0,-1 0,1 0,0 0,-1 0,1 1,0-1,-1 0,1 0,0 1,-1-1,1 0,-1 1,1-1,0 0,-1 1,1-1,-1 1,1-1,-1 1,1-1,-1 1,0 0,1-1,-1 1,0 0,1-1,-1 1,0-1,0 1,0 0,0 0,1-1,-1 1,0 0,0-1,0 1,0 0,5 11,2-5,1 0,-1 0,1 0,0-1,1 0,0-1,0 0,0 0,0-1,1 0,0-1,0 0,0-1,0 0,0 0,0-1,0 0,1-1,-1 0,0-1,0 0,3-1,-8 2,-1 0,0 0,0-1,0 0,1 0,-1 0,0 0,0-1,0 1,0-1,-1 0,1 0,0 0,-1-1,0 0,1 1,-1-1,0 0,0 0,-1-1,1 1,-1-1,1 1,-1-1,0 0,0 0,-1 0,1 0,-1 0,0 0,0 0,0 0,-1-1,0 1,1 0,-1 0,-1-1,1 1,-1 0,1 0,-2-3,0 1,1 0,-1 1,0-1,-1 0,0 1,0 0,0 0,0-1,-1 2,0-1,0 0,0 1,0 0,-1 0,0 0,0 0,0 1,0 0,0 0,-1 0,1 1,-1 0,0 0,1 0,-1 1,0 0,0 0,0 0,0 1,-1 0,1 0,0 0,0 1,0 0,0 0,0 1,-4 1,2 1,1 1,0 0,0 0,0 1,0 0,1 0,0 0,0 1,1 0,0 0,0 1,0-1,1 1,0 0,1 0,0 0,0 1,1-1,0 1,0-1,1 1,0 0,1 0,0 0,0-1,1 3,0-6,1 0,0 0,0 0,0-1,0 1,1-1,0 1,0-1,0 0,0 0,1 0,0 0,-1-1,1 0,1 0,-1 0,0 0,1 0,-1-1,1 0,0 0,0 0,0-1,0 1,0-1,0 0,0-1,3 1,31 3</inkml:trace>
  <inkml:trace contextRef="#ctx0" brushRef="#br0" timeOffset="72562.556">12540 16096,'-16'-9,"-7"-3,-2 0,2 8,7 8,4 10,11 10,4 1</inkml:trace>
  <inkml:trace contextRef="#ctx0" brushRef="#br0" timeOffset="72818.385">12553 16578,'0'16,"3"7,2 0,8-1,11-5,12-6,14-8,-2-5</inkml:trace>
  <inkml:trace contextRef="#ctx0" brushRef="#br0" timeOffset="73307.079">13690 16284,'23'35,"-2"0,-1 2,-2 0,-2 1,-1 1,-2 0,-2 1,-1 0,-2 1,0 18,2-18,-10-40,0-1,1 0,-1 0,1 1,-1-1,1 0,-1 0,1 0,-1 0,1 0,-1 0,1 1,0-1,-1 0,1-1,-1 1,1 0,-1 0,1 0,-1 0,1 0,-1 0,1-1,-1 1,1 0,-1 0,1-1,-1 1,0 0,1-1,-1 1,1 0,-1-1,0 1,1-1,-1 1,0-1,0 1,1-1,-1 1,0-1,0 1,2-2,22-30,-1 0,-1-2,-2-1,-1 0,-2-1,7-24,-16 46,-9 33,-1-11,0 1,1 0,0-1,1 1,0 0,0 0,0-1,1 1,1 0,-1-1,2 1,-1-1,1 1,0-1,1 0,0 0,0-1,1 1,-1-1,2 0,-1 0,1-1,0 1,0-1,7 4,-4-4,0-1,1-1,0 1,0-2,0 1,0-1,0-1,0 0,1 0,-1-1,1-1,-1 1,1-2,0 1,-1-2,0 1,1-1,-1-1,0 0,0 0,0-1,0-1,-1 1,0-2,0 1,0-1,0 0,-1-1,0 0,-1 0,1-1,-2 0,5-5,-7 7,-1 0,1 0,-1 0,0-1,-1 1,1-1,-1 0,-1 1,1-1,-1 0,0 0,-1 0,1 0,-2 0,1 0,-1 0,0 0,0 0,-1 0,0 1,0-1,0 0,-1 1,0 0,0-1,-3-2,5 8,-1-1,0 0,1 1,-1-1,0 1,0 0,0-1,0 1,0 0,0 0,0 0,0 1,-1-1,1 0,0 1,0 0,-1-1,1 1,0 0,-1 0,1 0,0 1,-1-1,1 0,0 1,0 0,-1-1,1 1,0 0,0 0,0 0,0 0,0 1,0-1,0 0,1 1,-1 0,-1 1,-2 2,0 0,1 1,0-1,0 1,0 0,1 0,-1 1,1-1,1 1,0 0,0 0,-1 2,2-1,0 0,0 0,1 0,0 0,0 0,1 0,0 0,1 0,0-1,0 1,0 0,1-1,0 1,1-1,-1 0,1 0,1 0,-1-1,1 1,1-1,4 5,1-1,0-1,0-1,0 1,1-2,1 1,-1-2,1 0,0 0,0-1,1-1,0 0,0-1,46 7,-5-5</inkml:trace>
  <inkml:trace contextRef="#ctx0" brushRef="#br0" timeOffset="74316.659">14933 16632,'0'-6,"0"-1,-1 1,1 0,-1 0,-1 0,1 0,-1 0,0 1,0-1,-1 0,0 1,0 0,0-1,-1 1,1 1,-1-1,0 0,-1 1,1 0,-1 0,0 0,0 0,0 1,0 0,-1 0,1 1,-1-1,1 1,-1 0,0 1,0-1,0 1,0 0,0 1,-1 0,1-1,0 2,-6 0,7 0,-1 0,0 0,1 0,-1 1,1 0,0 0,-1 0,1 1,0 0,0 0,1 0,-3 2,5-3,1-1,-1 0,1 1,0-1,0 0,0 1,0 0,0-1,0 1,0-1,0 1,1 0,-1 0,1 0,-1-1,1 1,0 0,-1 0,1 0,0 0,0 0,1-1,-1 1,0 0,0 0,1 0,-1 0,1-1,0 1,0 0,-1-1,1 1,0 0,0-1,1 1,-1-1,0 1,0-1,1 1,7 5,-1 1,1-1,0-1,1 0,0 0,0 0,0-2,0 1,1-1,0-1,4 1,-4 0,1-1,0 2,-1-1,0 2,0-1,0 2,-1-1,0 1,6 6,-10-3,0 1,0 0,-1 0,0 0,-1 0,-1 1,0-1,0 1,-1 0,0 0,-1 0,-1 0,0 0,-1 0,0 0,0 0,-2 1,1 24,-2-1,-2 0,-1 0,-2-1,-2 1,-1-2,-14 28,26-59,-1 0,0-1,1 1,-1-1,0 1,0-1,-1 0,1 1,-1-1,1 0,-1 0,1 0,-1 0,0 0,0 0,0-1,0 1,0 0,-1-1,1 0,0 0,-1 1,1-1,-1-1,1 1,-1 0,0-1,1 1,-1-1,1 0,-1 0,0 0,-1 0,-3-6,1 0,0 0,0-1,1 0,0 0,0 0,0-1,1 0,0 1,1-1,0-1,0 1,1 0,-1-5,-2 3,2 0,-1 0,1-1,1 1,0-1,1 1,0-1,0 0,1 0,0 1,1-1,0 0,1 1,0-1,1 1,0-1,1 1,0 0,0 0,1 1,0-1,1 1,0 0,6-5,5 3,0 1,1 1,0 1,1 1,0 0,0 1,0 1,1 1,0 1,0 0,10 1,0-2,-10 2,3-1,1 0,-1-2,1 0,-1-2,-1 0,10-5,-29 11,-1 0,1 0,-1 0,0 0,1 0,-1 0,0 0,0-1,0 1,0-1,0 0,0 1,0-1,0 0,-1 0,1 0,-1-1,0 1,1 0,-1 0,0-1,0 1,0-1,-1 1,1-1,-1 1,1-1,-1 1,0-1,0 1,0-1,0 1,0-1,-1 0,1 1,-1-1,1 1,-1-1,0 1,0 0,0-1,-1 1,1 0,0 0,-2-2,-1 0,0 1,0 0,0 0,0 1,-1-1,1 1,-1 0,1 0,-1 0,0 1,1-1,-1 1,0 0,0 1,0-1,0 1,0 0,0 0,0 1,0-1,0 1,0 0,0 1,0-1,1 1,-1 0,1 0,-1 0,1 1,0-1,0 1,0 0,0 0,0 1,0-1,1 1,-1 0,1 4,0-1,0 1,1 0,0 0,0 0,1 0,0 0,0 0,1 0,0 1,1-1,0 0,0 0,0 0,1 0,1 0,-2-4,0 1,0 0,1-1,0 1,0-1,0 0,1 0,-1 0,1 0,0 0,0-1,1 1,-1-1,1 1,-1-1,1-1,0 1,0 0,0-1,1 0,-1 0,0 0,1 0,-1-1,1 0,0 0,3 0,-3-1,0-1,0 0,0 0,0 0,0 0,0-1,0 0,0 0,0 0,-1-1,1 0,-1 0,0 0,0 0,0 0,0-1,0 0,-1 0,0 0,0 0,0 0,0-1,-1 0,3-4,7-9,-11 18,0 0,0 0,0 0,-1 1,1-1,0 0,0 0,0 1,0-1,0 0,-1 1,1-1,0 1,0-1,-1 1,1-1,0 1,-1 0,1-1,0 1,-1 0,1 0,-1-1,1 1,-1 0,0 0,1 0,-1-1,0 1,1 0,-1 0,0 0,0 0,0 0,0 0,0 0,0 0,0-1,0 1,0 0,-1 0,1 0,0 0,0 0,-1 0,4 10,-3-9,0-1,1 1,-1 0,1 0,0-1,0 1,-1-1,1 1,0 0,0-1,0 1,1-1,-1 0,0 1,0-1,1 0,-1 0,1 0,-1 0,1 0,-1 0,1 0,0-1,-1 1,1-1,0 1,0-1,-1 1,1-1,0 0,0 0,0 0,0 0,-1 0,1 0,0-1,0 1,-1 0,1-1,0 0,0 1,-1-1,1 0,-1 0,1 0,0 0,10-10,-1-1,-1 0,0-1,0 0,-1 0,-1-1,0 0,-1-1,-1 1,0-1,-1-1,3-14,16-52,-3 0,-4-2,-4 0,-4-1,-1-55,-9 99,1 41,0 0,0 1,-1-1,1 1,0-1,-1 0,1 0,0 1,-1-1,1 0,0 1,-1-1,1 0,-1 0,1 0,-1 0,1 1,0-1,-1 0,1 0,-1 0,1 0,-1 0,1 0,-1 0,1 0,0 0,-1 0,1 0,-1-1,1 1,-1 0,1 0,0 0,-1 0,1-1,-1 1,1 0,0 0,-1-1,1 1,0 0,-1-1,1 1,0 0,0-1,-1 1,1-1,0 1,0-1,-17 39,1 0,2 1,2 1,2 0,2 0,-1 16,0-14,2-1,2 1,2 0,2 0,1 0,2 0,2 0,2-1,2 1,2-1,4 9,-12-42,2 0,-1 0,1 0,0 0,0 0,1-1,0 0,0 0,1 0,0-1,0 1,2 0,-7-6,0-1,0 1,0-1,-1 1,1-1,0 1,0-1,0 0,0 1,0-1,0 0,0 0,0 0,0 0,0 1,0-1,0-1,0 1,0 0,0 0,-1 0,1 0,0-1,0 1,0 0,0-1,0 1,0-1,0 1,-1-1,1 1,0-1,10-11</inkml:trace>
  <inkml:trace contextRef="#ctx0" brushRef="#br0" timeOffset="74567.011">15294 16270,'14'2,"22"6,29 8,25 8,18 7,-10-2</inkml:trace>
  <inkml:trace contextRef="#ctx0" brushRef="#br0" timeOffset="74833.302">15882 16845,'-1'4,"0"0,0 0,0-1,0 2,0-1,1 0,0 0,0 0,0 0,1 0,-1 0,1 0,0 0,0 0,0 0,1-1,-1 1,1 0,0-1,0 1,0-1,0 1,1-1,0 0,-1 0,1 0,0-1,0 1,1-1,-1 1,1 0,5 1,0-1,-1 1,1-1,0-1,1 0,-1 0,0-1,1 0,-1 0,1-1,-1 0,0-1,8-1,-12 1,0 0,0 0,0-1,0 1,0-1,-1 0,1-1,-1 1,1-1,-1 1,0-1,0-1,0 1,-1 0,1-1,-1 0,0 0,0 0,0 0,0 0,-1-1,0 1,0-1,0 0,0 0,0-1,-1-1,-1-1,0 0,0 0,0 1,-1-1,0 0,-1 1,0-1,0 1,0-1,-1 1,0 0,-1 0,1 0,-1 1,-1-1,1 1,-1 0,0 0,0 0,-1 1,0 0,0 0,0 0,0 1,-1 0,0 0,0 1,0 0,0 0,0 0,-1 1,1 0,-1 1,0-1,1 2,-1-1,0 1,0 0,1 1,-1-1,0 1,1 1,-1 0,1 0,-1 0,1 1,0 0,-1 1,0 2,0-1,0 2,0-1,0 1,1 0,1 1,-1-1,1 1,0 1,1-1,0 1,0 0,1 0,0 1,-10 30</inkml:trace>
  <inkml:trace contextRef="#ctx0" brushRef="#br0" timeOffset="75501.515">15482 15428,'45'29,"0"-2,2-2,1-2,1-2,12 2,-2 0,53 22,78 30,156 89,-305-141,-1 1,0 2,-2 2,-1 1,31 34,-57-52,0 0,-1 1,0 1,-1 0,0 0,-1 1,-1 0,0 0,-1 1,0 0,-2 0,1 0,-2 0,0 1,-1 0,-1-1,0 1,-1 0,-1 8,-8 14,-2 0,-1-1,-2 0,-1-1,-2-1,-2 0,-1-2,-1 0,-2-1,-25 26,-36 59,65-88,0 1,2 1,2 1,-1 4,11-25,1 0,1 0,0 1,1-1,0 1,0 0,2 0,-1-1,1 1,1 0,0 0,1 0,3 10,23 41,7-11</inkml:trace>
  <inkml:trace contextRef="#ctx0" brushRef="#br0" timeOffset="76184.696">16003 16230,'-9'14,"-1"6,6 3,13-1,16-4,15-5,14-7,10-9,1-8,-7-8,-12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26.1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92,'-9'-14,"-13"-22,-1-6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24.7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227 110,'0'21,"-2"20,-4 17,-2 14,-2 9,-2 4,-1-3,1-9,4-12,4-17,4-15</inkml:trace>
  <inkml:trace contextRef="#ctx0" brushRef="#br0" timeOffset="302.192">1 31,'272'159,"-236"-138,0 3,-1 1,-2 2,-1 1,-1 1,-1 2,-2 0,24 36,-47-60,0 0,0 1,-1-1,0 1,-1 0,1 0,-2 0,1 0,-1 1,0-1,-1 1,0-1,0 1,-1 0,0-1,-1 1,1-1,-2 1,1-1,-1 1,-1-1,1 0,-1 0,-1 0,0 0,0 0,0-1,-1 0,0 0,0 0,-3 2,-7 2,-1 0,0 0,-1-1,0-2,-1 1,0-2,0 0,0-1,-1-1,0-1,0-1,0 0,0-2,-1 0,1-1,0-1,-1 0,1-2,0 0,-12-5,25 8,-1-2,0 1,1-1,-1 0,1 0,0-1,-1 0,1 0,0 0,1-1,-1 0,1 0,-1 0,1-1,1 0,-3-3,-1-10</inkml:trace>
  <inkml:trace contextRef="#ctx0" brushRef="#br0" timeOffset="588.055">1310 271,'-21'-15,"-1"1,0 0,-1 2,-1 1,0 0,0 2,-1 1,-16-3,34 9,-1 0,0 0,1 1,-1 0,0 1,0-1,1 1,-1 1,0 0,1 0,-1 0,0 1,1 0,-1 1,1-1,0 1,0 1,0-1,1 1,-1 1,1-1,0 1,0 0,0 0,1 1,-1 0,2 0,-1 0,1 1,-2 2,0 3,1 0,1 1,0-1,0 1,1 0,1 1,0-1,1 0,0 0,1 1,1-1,0 0,1 1,0-1,1 0,0 0,1 0,6 11,-1-3,1 0,0-1,2 0,0-1,2 0,0-1,1-1,0 0,2-1,14 11,-11-12,1-1,0 0,1-2,1 0,0-2,0 0,1-2,0-1,0 0,1-2,0-1,0-1,0-1,0-1,0-1,1-2,-1 0,16-4,35-14</inkml:trace>
  <inkml:trace contextRef="#ctx0" brushRef="#br0" timeOffset="838.438">1845 164,'-5'20,"-1"21,1 17,0 12,2 8,3 4,4 0,4-8,0-9,1-13,2-21,0-21,0-27,-4-11</inkml:trace>
  <inkml:trace contextRef="#ctx0" brushRef="#br0" timeOffset="1083.781">1872 164,'-63'-145,"49"127,8 21,34 63,-26-63,37 48,2-2,2-2,2-2,1-2,3-2,28 17,-35-25,-12-10,8 6,-1 2,-1 1,-2 2,15 20,-46-51,0 0,0 0,0 0,0 1,-1-1,1 1,-1-1,0 1,0 0,0 0,0 0,-1 0,1 0,-1 1,0-1,-1 0,1 1,-1-1,0 0,0 1,0-1,0 0,-1 1,0-1,0 0,0 1,0-1,-1 0,1 0,-1 0,0 0,-1-1,1 1,0 0,-2 0,-11 7,-1 0,0 0,-1-2,0 0,0-1,-1-1,0-1,0 0,0-1,-17 2,25-5,-292 57,281-58,18-5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03.9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3065 932,'0'-1,"-4"-17,4 18,0 0,0 1,0-1,0 0,0 0,0 0,0 1,-1-1,1 0,0 0,0 0,0 0,0 1,0-1,0 0,0 0,0 0,-1 0,1 1,0-1,0 0,0 0,0 0,-1 0,1 0,0 0,0 0,0 0,-1 0,1 1,0-1,0 0,0 0,0 0,-1 0,1 0,0 0,0 0,0 0,-1 0,-2 249,9 129,-9 340,-80 189,78-793,-7 180,-12-1,-17 19,-71 544,57-422,-9 119,54-139,-4 60,0-322,-24 450,39-307,-1-302</inkml:trace>
  <inkml:trace contextRef="#ctx0" brushRef="#br0" timeOffset="3448.013">3092 932,'11'-69,"-4"1,-2-1,-3 0,-3 0,-3-1,-3 2,-15-64,16 93,2 18,1 0,0-1,2 0,0 0,2 1,0-1,1 0,2 1,0-1,4-8,-6 27,0 1,0-1,1 1,0-1,-1 1,1 0,0 0,0 0,0 0,0 1,0-1,1 1,-1 0,0 0,1 0,-1 0,1 1,-1-1,1 1,-1 0,1 0,-1 0,1 1,-1-1,1 1,-1-1,0 1,1 1,0-1,9 1,410 75,-186-61,160-12,-276-5,1163 13,-1177-13,153 2,49 14,-307-15,54 6,0-3,1-2,27-4,-66 1,23-3,0 2,0 2,0 1,10 3,38 31,-57-19,-8-5,-7-4,1 2,-1-1,0 2,-1 0,0 1,-1 1,0 0,0 1,-1 1,-1 0,6 7,-14-8,0 0,-1 0,0 0,-1 0,0 1,-1-1,-1 1,0 0,-1 0,0-1,-1 1,0 0,-1-1,0 1,-1-1,-3 7,6-15,-13 63,-8 39,5 1,2 22,9 427,7-361,-2-134,-16 614,-22 82,34 472,3-320,6-637,20 445,-8 34,9-362,-25-315,-2-9,3 0,4 1,4 14,-4-32,-2 1,-2 0,-4 35,1-6,2-51,-8 54,4-79,1 0,-1 1,0-1,0 0,1-1,-1 1,-1 0,1-1,0 0,0 0,0 0,-1 0,1 0,-1-1,1 1,0-1,-1 0,1 0,-1 0,1-1,-1 1,1-1,-2 0,-8 0,-86 0,-52-1,-76-13,-662-116,-43 29,664 80,-23 12,-177-4,313 14,0 7,-2 6,67-2,0-3,-22-5,70-3,12-2,0 1,0 2,1 1,-1 1,0 1,1 2,0 1,-6 4,-36 18,75-35,7-5</inkml:trace>
  <inkml:trace contextRef="#ctx0" brushRef="#br0" timeOffset="4434.451">18 584,'-10'2,"3"13,8 16,11 18,13 11,11 7,10 3,6-3,1-6,2-9,-2-14,-5-12,-9-12,-9-12,-9-7</inkml:trace>
  <inkml:trace contextRef="#ctx0" brushRef="#br0" timeOffset="4643.891">364 571,'-16'7,"-9"11,-8 14,-3 15,-1 14,-2 9,1 7,3 2,2-4,8-15</inkml:trace>
  <inkml:trace contextRef="#ctx0" brushRef="#br0" timeOffset="4913.469">619 891,'6'-2,"-1"0,1 0,0 0,0 1,0 0,0 0,1 1,-1-1,0 1,0 0,0 1,0 0,0 0,1 0,-2 1,1 0,0 0,0 0,0 1,-1 0,0 0,1 0,-1 1,0-1,-1 1,1 0,-1 1,0-1,0 1,0 0,0 0,-1 0,0 1,0-1,0 1,-1-1,0 1,0 0,0 0,-1 0,0 0,0 0,-1 0,1 1,-2 3,-3 8,-1-1,-1 0,0-1,-1 1,-1-1,-1 0,0-1,-1 0,-1-1,0 0,-1 0,-1-1,-7 6,-45 56,64-75,0 1,0 0,-1 0,1 0,0 0,0 0,1 0,-1 0,0 1,0-1,0 0,1 0,-1 1,0-1,1 0,0 1,-1-1,1 1,0-1,-1 0,1 1,0-1,0 1,0-1,0 1,1-1,-1 0,0 1,1-1,-1 1,1-1,-1 0,1 1,-1-1,1 0,0 0,0 1,0-1,0 0,0 0,0 0,0 0,0 0,0 0,0 0,0-1,1 1,-1 0,0-1,0 1,1-1,-1 1,1-1,-1 0,0 1,1-1,-1 0,1 0,-1 0,2 0,21 2,1 0,0-2,-1-1,1 0,-1-2,14-4,-8 3,53-9</inkml:trace>
  <inkml:trace contextRef="#ctx0" brushRef="#br0" timeOffset="5249.569">44 1667,'9'16,"12"16,10 13,8 9,6 7,6 2,0-2,-2-5,-4-10,-8-11,-8-10,-8-11</inkml:trace>
  <inkml:trace contextRef="#ctx0" brushRef="#br0" timeOffset="5499.916">364 1667,'-13'3,"-12"6,-8 12,-6 11,0 12,4 9,4 10,4 7,5 4,3 0,6-12</inkml:trace>
  <inkml:trace contextRef="#ctx0" brushRef="#br0" timeOffset="5752.242">632 1895,'-11'9,"-4"14,2 15,9 12,10 11,7 7,7 5,2 2,-3 0,-4-14</inkml:trace>
  <inkml:trace contextRef="#ctx0" brushRef="#br0" timeOffset="6000.576">18 2951,'15'18,"13"17,11 15,9 9,6 5,3-1,-1-3,-4-5,-6-8,-6-12,-10-11</inkml:trace>
  <inkml:trace contextRef="#ctx0" brushRef="#br0" timeOffset="6172.12">418 2897,'-21'14,"-17"17,-12 18,-7 14,-2 13,2 6,8 1,13-5,12-15</inkml:trace>
  <inkml:trace contextRef="#ctx0" brushRef="#br0" timeOffset="6482.313">672 3432,'-1'5,"-1"-1,1 1,0 0,0 0,1 0,-1 0,1 0,0 1,0-1,1 0,-1 0,1 0,1 0,-1-1,1 1,-1 0,1 0,1-1,-1 1,0-1,1 0,0 0,0 0,1 0,-1 0,1 0,0-1,-1 0,2 0,-1 0,0 0,2 0,5 0,0-1,0 0,0-1,0 0,0-1,0 0,0-1,0 0,0-1,0 0,0-1,-1 0,1 0,-1-1,0-1,0 0,0 0,-1-1,1 0,-1 0,-1-1,1-1,-1 1,3-6,-8 10,0-1,-1 0,0 0,0 0,0 0,0 0,-1 0,1 0,-1-1,0 1,-1-1,1 1,-1 0,0-1,0 1,0-1,0 1,-1-1,0 1,0 0,0-1,0 1,-1 0,1 0,-1 0,0 0,-1 0,1 0,-1 0,1 1,-1 0,0-1,-1 1,1 0,0 0,-1 1,0-1,1 1,-1-1,0 1,0 1,-3-2,-1-1,0 0,-1 1,1 0,-1 0,0 1,0 0,0 0,0 1,0 1,0-1,0 2,0-1,0 1,0 0,0 1,0 0,0 0,0 1,1 1,0-1,-1 1,1 0,0 1,7-4,0 0,0 0,0 0,0 0,0 0,0 1,0-1,0 0,1 0,-1 1,0-1,1 0,-1 1,1-1,-1 0,1 1,0-1,0 1,0-1,0 1,0-1,0 0,0 1,0-1,0 1,1-1,-1 1,0-1,1 0,0 2,10 16</inkml:trace>
  <inkml:trace contextRef="#ctx0" brushRef="#br0" timeOffset="6804.018">1153 3204,'28'3,"28"0,29-1,29-2,24-3,21-4,17-3,9-4,0-2,-11-1,-20 3,-28 1,-34 3,-35 3,-26 3</inkml:trace>
  <inkml:trace contextRef="#ctx0" brushRef="#br0" timeOffset="7313.206">1087 2148,'9'0,"16"0,28 0,35-2,40-3,39-6,30-2,19-2,6 2,-6 3,-19 3,-30 3,-35 2,-41 2</inkml:trace>
  <inkml:trace contextRef="#ctx0" brushRef="#br0" timeOffset="7814.868">1274 1026,'2'0,"8"0,15 0,27-3,32 0,35-2,32-3,26 1,17 0,6 3,-7 1,-15 1,-25 2,-33 0,-38 0</inkml:trace>
  <inkml:trace contextRef="#ctx0" brushRef="#br0" timeOffset="10245.44">6407 1159,'-7'7,"-1"1,1 0,1 0,0 0,0 1,0 0,1 0,0 0,1 1,0 0,1 0,0 0,0 0,1 0,1 0,-1 1,2-1,-1 1,2-1,-1 1,1-1,1 1,0-1,0 0,1 0,1 0,-1 0,1-1,1 1,0-1,0 0,1 0,6 7,-8-13,0 0,1 0,-1 0,0-1,1 1,0-1,0 0,-1 0,1-1,0 0,1 1,-1-2,0 1,0 0,0-1,0 0,0-1,1 1,-1-1,0 0,0 0,0 0,0-1,0 1,0-2,-1 1,1 0,-1-1,1 0,-1 0,0 0,0 0,0-1,-1 1,1-1,-1 0,0 0,1-2,11-12,-2-1,0-1,-1 0,-1 0,-1-1,-1 0,-1-1,-1 0,-1-1,-1 1,0-1,-2 0,0-16,-2 31,0 1,-1-1,0 0,0 0,-1 1,1-1,-2 0,1 1,-1-1,-1 1,1-1,-1 1,0 0,-1 0,0 0,0 1,0-1,-1 1,0 0,0 0,-1 1,1-1,-1 1,0 0,-1 1,1 0,-1 0,0 0,-1 0,0 2,0 0,0 1,1 0,-1 0,0 0,0 1,0 1,0-1,0 1,0 0,0 1,1 0,-1 0,1 1,-1 0,1 0,0 1,0 0,0 0,1 1,-1-1,1 1,-3 4,1-2,0 1,1 0,0 0,1 1,0 0,0 0,1 0,0 1,0 0,1 0,0 0,1 0,1 1,-1-1,1 1,1 0,0 1,7 45,7-6</inkml:trace>
  <inkml:trace contextRef="#ctx0" brushRef="#br0" timeOffset="11700.137">7210 1239,'-2'-10,"2"9,0 0,0 1,-1-1,1 0,0 0,0 1,0-1,-1 0,1 0,0 1,0-1,0 0,1 0,-1 1,0-1,0 0,0 0,0 1,1-1,-1 0,0 1,1-1,-1 0,0 1,1-1,-1 0,1 1,-1-1,1 1,-1-1,1 1,0-1,-1 1,1-1,0 1,-1 0,1-1,0 1,68-5,898 3,66-42,-905 24,-121 18</inkml:trace>
  <inkml:trace contextRef="#ctx0" brushRef="#br0" timeOffset="12713.452">10030 865,'0'18,"1"-1,0 1,1-1,1 1,1-1,0 0,2 0,0-1,0 1,2-1,0-1,1 1,2 2,-2-2,1 0,0 0,1-1,0-1,1 0,1 0,11 8,-23-21,-1 0,1-1,0 1,-1-1,1 1,0 0,-1-1,1 0,0 1,0-1,-1 1,1-1,0 0,0 0,0 1,0-1,-1 0,1 0,0 0,0 0,0 0,0 0,0 0,-1 0,1 0,0-1,0 1,0 0,0-1,-1 1,1 0,0-1,0 1,-1-1,1 1,0-1,-1 1,1-1,0 0,-1 1,1-1,-1 0,1 1,-1-1,1 0,10-42,-9 32,68-237,-61 238,-8 38,-1 4,-1-19,0 1,0 0,2 0,0-1,0 1,1 0,1-1,0 1,1-1,0 0,1 0,1-1,4 8,-9-19,0 0,0 1,0-1,0 1,0-1,0 0,1 0,-1 0,1 0,-1 0,0 0,1 0,0 0,-1-1,1 1,-1 0,1-1,0 1,0-1,-1 0,1 0,0 0,0 0,-1 0,1 0,0 0,0 0,-1-1,1 1,0 0,-1-1,1 0,0 1,-1-1,1 0,-1 0,1 0,-1 0,0 0,1 0,-1 0,0-1,1 0,46-65,-37 45,-2 0,0-1,-1 0,-2 0,0-1,-1 1,-1-5,-6-4,1 32,1-1,0 1,0 0,-1-1,1 1,-1 0,1-1,0 1,-1 0,1 0,-1 0,1-1,0 1,-1 0,1 0,-1 0,1 0,-1 0,1 0,-1 0,1 0,0 0,-1 0,1 0,-1 0,1 0,-1 0,1 0,-1 0,1 0,0 1,-1-1,1 0,-1 0,1 1,0-1,-1 0,1 0,0 1,-1-1,1 0,0 1,-1-1,1 1,0-1,0 0,0 1,-1-1,1 1,0-1,0 1,0-1,0 0,0 1,0-1,0 1,0-1,0 1,0-1,0 1,0-1,0 1,0-1,-7 12,1 0,0 1,0 0,2 0,-1 0,2 1,0-1,0 1,1 0,1-1,1 1,0 0,0 0,1 0,1 0,2 5,0-10,0 0,1-1,0 1,1-1,0 0,0-1,1 1,0-1,0-1,0 1,1-1,0 0,1-1,-1 0,1 0,0-1,0 0,0-1,0 0,1 0,0-1,-1 0,8 0,30 6</inkml:trace>
  <inkml:trace contextRef="#ctx0" brushRef="#br0" timeOffset="13402.64">10939 1199,'0'23,"-1"-19,0-1,0 1,0-1,0 1,1-1,0 1,-1 0,1-1,1 1,-1 0,0-1,1 1,0-1,0 1,0-1,0 1,1-1,-1 0,1 0,0 0,0 0,0 0,0 0,0 0,1 0,-1-1,1 1,0-1,0 0,0 0,0 0,0 0,0 0,0-1,1 0,-1 1,2-1,4 1,0-1,0 0,1 0,-1-1,1-1,-1 1,0-1,1-1,-1 0,0 0,0-1,0 0,0 0,-1-1,1 0,-1-1,4-3,-9 5,-1-1,0 0,1-1,-1 1,-1 0,1-1,-1 1,0-1,0 1,0-1,0 1,-1-1,0 0,0 1,0-1,-1 0,1 1,-1-1,0 1,0-1,-1 1,1-1,-1 1,0 0,0 0,-1 0,1 0,-1 0,0 1,0-1,0 1,0-1,-1 1,0 0,1 0,-1 1,0-1,-4-1,0 0,1-1,-1 2,0-1,-1 1,1 0,0 1,-1 0,0 0,1 1,-1 0,0 1,0-1,1 2,-1-1,0 1,0 1,1 0,-1 0,1 0,-1 1,1 1,0-1,0 1,1 0,-1 1,1 0,0 0,0 1,1 0,-1 0,1 0,1 1,-1 0,1 0,-3 6,-13 34,7-2</inkml:trace>
  <inkml:trace contextRef="#ctx0" brushRef="#br0" timeOffset="14100.773">6220 2415,'11'-33,"1"1,1 0,2 1,1 0,11-13,44-94,-52 84,-28 73,-2 19,3 0,1 1,2 0,1 1,2 6,1-13,1-1,1 1,2-1,1 0,2 1,1-2,8 24,4-6</inkml:trace>
  <inkml:trace contextRef="#ctx0" brushRef="#br0" timeOffset="14798.153">6982 2402,'20'6,"0"-2,0 0,1-1,-1-1,1-1,7-1,12 1,690 7,-512-9,89 2,721-11,-916 3,-92 3,-38-4,-1 5,-1 0</inkml:trace>
  <inkml:trace contextRef="#ctx0" brushRef="#br0" timeOffset="15615.484">10431 2242,'8'93,"-6"-37,-2-26,2 0,0-1,3 1,6 28,-11-56,0-1,0 1,1 0,-1 0,0 0,1 0,-1-1,1 1,0 0,-1-1,1 1,0 0,0-1,0 1,0-1,0 1,0-1,1 0,-1 1,0-1,1 0,-1 0,1 0,0 0,-1 0,1 0,0 0,-1-1,1 1,0-1,0 1,-1-1,1 0,0 1,0-1,0 0,0 0,-1 0,1-1,0 1,0 0,0-1,-1 1,1-1,0 0,0 1,-1-1,2-1,7-7,-1-1,0 0,-1 0,0-1,-1 0,0 0,-1-1,0 0,0 0,-2-1,2-4,5-11,-2-1,-1 0,-1-1,-1 1,-2-1,-1 0,-1 0,-2-4,0 34,0 0,1-1,-1 1,0-1,0 1,1-1,-1 1,0-1,0 1,0-1,0 0,0 1,0-1,0 1,0-1,0 1,0-1,0 1,0-1,0 1,0-1,-1 1,1-1,0 1,0-1,0 1,-1-1,1 1,0-1,-1 1,1-1,0 1,-1 0,1-1,-1 1,1 0,-1-1,1 1,-1 0,1 0,-1-1,1 1,-1 0,1 0,-1 0,1 0,-1 0,1-1,-1 1,1 0,-1 0,-17 27,14-14,0 1,0-1,1 1,1 0,0 0,1 0,0 0,1 0,1 0,0 0,1 0,0 0,1-1,3 8,-3-13,-1-1,1 1,1-1,0 0,0 1,0-2,1 1,-1 0,2-1,-1 0,1 0,0-1,0 1,1-1,-1-1,1 1,0-1,0 0,1-1,-1 0,1 0,0 0,-1-1,1 0,5 0,-8-1,0-1,0 0,0 1,0-1,0-1,-1 1,1-1,0 0,0 0,0 0,0-1,-1 0,1 0,-1 0,1 0,-1-1,0 0,0 1,0-2,0 1,0 0,-1-1,0 0,1 1,-2-1,1 0,0-1,-1 1,1-1,-1 1,-1-1,1 1,0-3,2-7,0-2,-1 1,0 0,-2-1,0 1,0-1,-1 1,-1-1,-1 1,0 0,-4-10,7 24,-1-1,0 1,0 0,0 0,0 0,0 0,0 0,-1-1,1 1,0 0,-1 0,1 0,0 0,-1 0,1 0,-1 0,0 0,1 0,-1 0,0 0,1 1,-1-1,0 0,0 0,0 1,0-1,0 0,0 1,0-1,0 1,0-1,0 1,0 0,0-1,0 1,0 0,-1 0,1 0,0 0,0 0,0 0,0 0,0 0,-1 0,-1 5,-1 0,2 0,-1 0,1 0,-1 1,1-1,1 1,-1-1,1 1,0 0,0-1,1 1,0 0,0 0,0-5,-1 12,1 1,0-1,2 1,-1-1,1 1,1-1,1 0,0 0,0-1,1 1,1-1,0 0,1 0,0-1,7 9,10 11</inkml:trace>
  <inkml:trace contextRef="#ctx0" brushRef="#br0" timeOffset="15887.79">11233 2643,'10'-86,"4"0,3 2,11-25,-22 91,-2 14,-2 15,-22 217,0 153,18-296</inkml:trace>
  <inkml:trace contextRef="#ctx0" brushRef="#br0" timeOffset="16380.871">8186 3672,'-3'12,"0"10,2 8,2 6,1-3</inkml:trace>
  <inkml:trace contextRef="#ctx0" brushRef="#br0" timeOffset="16631.304">8225 4595,'-4'13,"0"10,6 3,7-1,1-5</inkml:trace>
  <inkml:trace contextRef="#ctx0" brushRef="#br0" timeOffset="16781.43">8105 5344,'-2'18,"3"11,5 7,2 4,1-5</inkml:trace>
  <inkml:trace contextRef="#ctx0" brushRef="#br0" timeOffset="16947.984">8212 6226,'0'16,"0"14,0 11,0 6,2 1,1-2,0-6,-1-8</inkml:trace>
  <inkml:trace contextRef="#ctx0" brushRef="#br0" timeOffset="17452.646">6019 7095,'8'-5,"1"1,0 0,0 1,0 0,0 0,0 1,0 0,1 0,-1 1,1 0,0 1,-1 0,1 1,-1 0,7 1,-8-1,-1 0,1 0,0 1,-1 0,1 0,-1 1,0 0,0 0,0 0,0 1,-1 0,1 1,-1-1,0 1,0 0,-1 1,1 0,-1-1,-1 2,1-1,-1 0,0 1,0 0,-1 0,0 0,0 0,-1 1,0-1,1 3,-2 7,-1 0,-1 0,0 0,-1 0,-1 0,0 0,-1 0,-1-1,-1 0,0 0,-9 14,-9 33,17-46,1-1,1 1,0 0,1 0,1 1,1-1,0 1,2-1,0 1,2 15,4-13</inkml:trace>
  <inkml:trace contextRef="#ctx0" brushRef="#br0" timeOffset="17701.483">5980 7428,'16'-6,"16"-3,19 0,19 0,16 1,9 3,2-2,-16 2</inkml:trace>
  <inkml:trace contextRef="#ctx0" brushRef="#br0" timeOffset="18248.54">7116 7402,'249'12,"73"-14,695-60,-417 17,-520 38,0 3,1 3,-1 4,0 3,0 4,59 16,-120-19,-19-7,-1 0,1 0,0 0,0 0,-1 0,1 0,0 0,0 0,0 0,-1 0,1 0,0 0,0 0,0 0,-1 0,1 1,0-1,0 0,-1 0,1 0,0 0,0 0,0 0,0 1,-1-1,1 0,0 0,0 0,0 1,0-1,0 0,0 0,0 0,-1 1,1-1,0 0,0 0,0 0,0 1,0-1,0 0,0 0,0 1,0-1,0 0,0 0,0 0,0 1,0-1,0 0,1 0,-1 0,0 1,0-1,0 0,0 0,0 0,0 1,1-1,-1 0,0 0,0 0,0 0,0 1,1-1,-1 0,0 0,-70 7,44-6</inkml:trace>
  <inkml:trace contextRef="#ctx0" brushRef="#br0" timeOffset="19050.907">10431 7001,'5'7,"1"0,-2 0,1 1,-1 0,-1-1,1 1,-1 1,-1-1,1 0,-1 1,-1 0,4 10,69 265,-47-236,-25-48,0 0,0 0,0-1,0 1,0 0,0-1,0 0,0 1,-1-1,1 0,0 0,-1 0,1 0,0 0,-1 0,1-1,-1 1,0 0,1-1,-1 1,0-1,0 1,0-1,0 0,0 0,0 1,-1-1,1 0,0 0,-1-2,2 1,22-49,-2-2,-2-1,-3 0,3-23,-11 42,-14 58,0 1,1 0,1 0,2 0,0 13,1-29,0 1,0-1,1 0,0 1,0-1,1 0,0 0,0 0,1 0,0 0,0 0,1-1,-1 1,1-1,1 0,-1 0,1-1,0 1,0-1,1 0,5 4,-7-7,0 0,0-1,0 1,0 0,0-1,0 0,0 0,1 0,-1-1,0 0,1 1,-1-1,0-1,1 1,-1-1,0 1,1-1,-1-1,0 1,0 0,0-1,0 0,0 0,0 0,-1-1,1 1,0-1,5-5,0 1,-1-1,1 0,-2-1,1 0,-1 0,0-1,-1 0,3-7,1-4,-2 1,0-1,-2-1,0 1,-1-1,-1 0,-1 0,-1-11,-2 32,1-1,-1 0,0-1,0 1,1 0,-1 0,0-1,-1 1,1 0,0 0,-1 0,1-1,-1 1,0 0,0 0,1 0,-1 0,-1 0,1 0,0 0,0 1,-1-1,1 0,-1 0,0 3,1-1,-1 1,1-1,-1 1,1 0,0 0,-1 0,1 0,0 0,0 0,-1 0,1 0,0 0,0 0,0 1,0-1,1 0,-1 1,0-1,0 1,1-1,-1 1,1-1,0 1,-1 0,1-1,0 1,0 0,-5 15,2 1,0-1,1 1,1-1,1 1,0-1,1 1,1-1,1 1,0-1,2 0,0 0,0 0,2-1,0 0,0 0,2 0,9 13,-8-18,1 0,-1-1,2 0,-1-1,1 0,1-1,-1 0,2-1,-1 0,1-1,-1-1,2 0,-1-1,0 0,1-1,0-1,46 8</inkml:trace>
  <inkml:trace contextRef="#ctx0" brushRef="#br0" timeOffset="19917.67">11474 7295,'-12'-4,"16"1,25 0,18 0,-1 1,0 3,0 2,0 2,25 7,-66-12,0 1,0 0,0 0,0 0,0 1,0-1,0 1,-1 1,1-1,0 1,-1-1,0 1,0 1,0-1,0 0,0 1,-1 0,0 0,1 0,-1 0,-1 0,1 1,-1 0,0-1,0 1,0 0,0 0,-1 0,0 0,0 0,0 0,-1 0,0 0,0 2,-4 14,-2 0,0-1,-1 0,-2 0,0 0,0-1,-7 8,-17 36,23-44,1 1,0-1,2 2,0-1,2 1,0 0,1 0,1 0,1 0,0 1,2-1,2 10,21 21,-9-40</inkml:trace>
  <inkml:trace contextRef="#ctx0" brushRef="#br0" timeOffset="20162.014">11581 7509,'18'3,"22"4,27 4,29 3,28-2,23-3,8-2,-21-3</inkml:trace>
  <inkml:trace contextRef="#ctx0" brushRef="#br0" timeOffset="24884.525">3573 2790,'-19'-4,"1"2,-1 0,0 0,0 2,0 1,1 0,-1 1,0 1,1 1,0 0,0 2,0 0,0 1,13-4,0 0,1 1,-1-1,1 1,0 0,0 1,0-1,1 1,-1-1,1 1,0 0,0 0,1 1,0-1,0 0,0 1,1-1,-1 1,1 0,0 0,1-1,0 1,0 0,0 0,0-1,1 1,0 0,0-1,1 1,0 0,0-1,0 0,0 1,1-1,0 0,0 0,0-1,1 1,1 2,12 10,0-1,2 0,-1-1,2-1,0-1,14 7,2 2,-11-6,-11-9,1 2,-1 0,-1 1,1 0,-2 1,0 1,0 0,-1 0,5 8,-14-17,-1 0,1 0,-1 0,0 0,0 0,0 0,-1 0,1 0,-1 1,1-1,-1 0,0 0,-1 1,1-1,0 0,-1 0,0 0,1 0,-1 1,-1-1,1 0,0 0,-1-1,1 1,-1 0,0 0,0-1,0 1,0-1,-1 0,1 0,0 1,-1-2,0 1,1 0,-1 0,0-1,0 0,0 1,-3 0,-19 8,-1-1,0-1,-1-2,1 0,-1-2,0-1,-1-1,1-1,-18-2,33 2,1-1,-1-1,0 0,0 0,1-1,-1-1,1 0,-11-4,21 7,1 0,-1 0,1 0,0 0,-1 0,1-1,-1 1,1 0,-1 0,1 0,0 0,-1-1,1 1,0 0,-1 0,1-1,0 1,-1 0,1-1,0 1,0 0,-1-1,1 1,0 0,0-1,0 1,-1 0,1-1,0 1,0-1,0 1,0 0,0-1,0 1,0-1,0 1,0-1,0 1,0 0,0-1,0 1,0-1,0 1,0 0,1-1,-1 1,0-1,0 1,0 0,1-1,-1 1,0 0,1-1,-1 1,0 0,0-1,1 1,-1 0,1 0,-1 0,0-1,1 1,-1 0,0 0,1 0,15-9</inkml:trace>
  <inkml:trace contextRef="#ctx0" brushRef="#br0" timeOffset="25169.279">3854 3378,'-1'3,"0"-1,0 1,1-1,-1 1,1-1,0 1,0-1,0 1,0-1,0 1,1 0,-1-1,1 1,-1-1,1 0,0 1,0-1,0 1,0-1,1 0,-1 0,1 0,-1 0,1 0,0 0,-1 0,1 0,0-1,0 1,1-1,-1 1,1-1,79 25,-71-25,-1 0,0-1,1 0,-1 0,0-1,1 0,-1-1,0 0,0-1,0 0,0 0,-1-1,1-1,-1 0,0 0,0 0,-1-1,0 0,0-1,4-4,-11 9,1 0,-1 1,0-1,0 0,0-1,0 1,-1 0,1 0,0 0,-1 0,0-1,1 1,-1 0,0 0,0-1,0 1,-1 0,1 0,0 0,-1-1,0 1,1 0,-1 0,0 0,0 0,0 0,0 0,0 0,-1 0,1 0,-1 1,1-1,-1 1,1-1,-1 1,0-1,-1 1,-75-39,70 37,0 1,0 0,0 0,0 1,0 0,0 1,0-1,0 1,0 1,0 0,0 0,0 0,0 1,0 0,0 1,0 0,1 0,0 1,-1-1,-3 4,-3 7</inkml:trace>
  <inkml:trace contextRef="#ctx0" brushRef="#br0" timeOffset="26232.976">3587 1895,'-22'-10,"1"1,-1 1,-1 1,1 0,-1 2,-1 1,-19-1,39 5,1 1,0-1,0 1,0-1,0 1,0 0,0 0,0 1,0-1,0 0,0 1,0 0,1 0,-1 0,1 0,0 0,-1 0,1 0,0 1,0 0,0-1,1 1,-1 0,1 0,-1-1,1 1,0 0,0 1,-1 2,0 0,0 0,1 1,0-1,0 0,1 1,0-1,0 0,0 1,1-1,0 0,0 1,1-1,0 0,5 7,1-1,1 0,0 0,0-1,2 0,-1-1,1 0,0 0,1-1,0-1,1 0,0-1,0 0,0-1,15 5,-16-5,22 9,83 53,-116-68,1 1,-1-1,0 1,0-1,1 1,-1 0,0 0,0-1,0 1,0 0,0 0,0 0,0 0,0 0,0 0,-1 1,1-1,0 0,-1 0,1 0,-1 1,1-1,-1 0,0 1,0-1,1 0,-1 1,0-1,0 1,0-1,0 0,0 1,-1-1,1 0,0 1,-1-1,1 0,-1 0,1 1,-1-1,0 0,1 0,-1 0,0 1,0-1,0 0,0 0,0-1,0 1,0 0,0 0,0 0,-1 0,-16 5,0-1,-1 0,0-2,0 0,0-1,-17 0,24-1,-165-1,170-4,19 2,11 0</inkml:trace>
  <inkml:trace contextRef="#ctx0" brushRef="#br0" timeOffset="26485.327">3827 2376,'16'-25,"-2"-1,0 0,-2 0,-1-1,-1-1,-1 0,-2 0,-1-1,-1 0,1-29,-6 58,0 1,-1-1,1 0,0 1,-1-1,1 0,0 1,-1-1,1 0,0 0,-1 1,1-1,-1 0,1 0,0 0,-1 0,1 0,-1 1,1-1,0 0,-1 0,1 0,-1 0,1 0,-1 0,1 0,-1-1,1 1,0 0,-1 0,1 0,-1 0,1 0,0-1,-1 1,1 0,0 0,-1-1,1 1,0 0,-1 0,1-1,0 1,-1 0,1-1,-9 27,2 0,0 1,2 0,0 0,2 0,2 1,0 19,11 44,-2-59</inkml:trace>
  <inkml:trace contextRef="#ctx0" brushRef="#br0" timeOffset="27118.707">3827 704,'-15'-3,"1"0,-2 1,1 1,0 0,0 1,0 0,0 1,-1 1,1 1,1 0,-1 1,0 0,1 1,0 1,0 0,0 1,1 1,0 0,11-6,-1 0,1 0,0 0,0 1,0-1,0 0,0 1,1 0,-1 0,1-1,0 1,0 0,0 0,0 0,0 0,0 0,1 0,0 0,-1 1,1-1,0 0,1 0,-1 0,0 0,1 0,0 0,0 0,0 0,0 0,0 0,0 0,1 0,0-1,1 3,5 7,1-1,0 0,1 0,0-1,1 0,0-1,1 0,74 51,-58-42,-1 1,-1 1,0 1,-2 2,0 0,-22-22,-1 0,1 0,0 1,-1-1,1 0,-1 0,0 1,0-1,1 1,-1-1,0 1,0-1,0 1,0 0,-1 0,1-1,0 1,-1 0,1 0,-1 0,0 0,0 0,1-1,-1 1,0 0,-1 0,1 0,0 0,0 0,-1 0,1-1,-1 1,0 0,0 0,1-1,-1 1,0 0,0-1,-1 1,1-1,0 1,-12 3,1 0,-1-1,0-1,1 0,-2-1,1 0,0-1,0 0,-8-1,5 0,-1 1,-5 1,1-2,-1 0,0-1,1-1,-21-5,41 7,0 0,0 0,0 0,0 0,0 0,0-1,0 1,0 0,0-1,1 1,-1 0,0-1,0 1,0-1,1 1,-1-1,0 0,1 1,-1-1,0 0,1 1,-1-1,1 0,-1 0,1 1,-1-1,1 0,0 0,-1 0,1 0,0 0,5-6</inkml:trace>
  <inkml:trace contextRef="#ctx0" brushRef="#br0" timeOffset="27582.468">4121 1065,'1'0,"-1"1,1-1,-1 0,1 0,-1 1,0-1,1 0,-1 0,1 0,-1 0,1 0,-1 0,1 0,0 0,-1 0,1 0,-1 0,1 0,-1 0,1 0,-1 0,0 0,1-1,-1 1,1 0,-1 0,1-1,-1 1,1 0,-1 0,0-1,1 1,-1-1,0 1,1 0,-1-1,0 1,1-1,-1 1,0-1,0 1,0-1,1 1,-1 0,0-1,0 1,0-1,0 1,0-1,0 0,0 1,0-1,0 1,0-1,0 1,-1-1,5 3,-1-1,0 1,-1-1,1 1,0 0,0 0,-1 0,1 1,-1-1,0 0,0 1,0 0,0-1,0 1,-1 0,1 0,-1 0,1 0,-1 1,0-1,0 0,-1 0,1 1,-1-1,0 0,0 1,0-1,0 0,0 1,-1-1,1 0,-1 0,-1 3,-2 7,0 0,-2-1,1 1,-2-1,1-1,-2 1,-7 8,-68 78,82-98,0 1,0-1,0 1,0 0,0-1,0 1,0 0,1 0,-1 0,0 0,0 0,1 0,-1 0,1 0,-1 0,1 0,-1 0,1 0,-1 0,1 0,0 0,0 0,0 1,0-1,0 0,0 0,0 0,0 1,0-1,0 0,0 0,1 0,-1 0,1 0,-1 0,1 0,-1 0,1 0,-1 0,1 0,0 0,0 0,-1 0,1 0,0 0,0-1,0 1,0 0,0-1,0 1,0-1,0 1,0-1,0 1,1-1,-1 0,1 1,14 2,0-1,1 0,-1-1,1 0,-1-2,9-1,107-10,0-7,59-18,-96 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35.1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54 370,'0'25,"-2"22,-1 17,-2 11,-3 6,0 1,2-2,-1-6,1-10,2-17</inkml:trace>
  <inkml:trace contextRef="#ctx0" brushRef="#br0" timeOffset="254.833">0 451,'5'21,"8"15,13 11,12 4,10 1,9-7,3-8,-1-11,-4-10,-12-7</inkml:trace>
  <inkml:trace contextRef="#ctx0" brushRef="#br0" timeOffset="502.171">616 264,'-11'21,"-11"17,-11 17,-6 12,-4 8,1 4,6-2,6-6,9-8,7-11,11-14,11-14,10-10,2-8</inkml:trace>
  <inkml:trace contextRef="#ctx0" brushRef="#br0" timeOffset="667.732">736 531,'0'14,"0"13,0 11,0 9,2 5,1 5,2 2,3 0,2-3,-1-4,1-7,-2-6,-2-8,-2-8</inkml:trace>
  <inkml:trace contextRef="#ctx0" brushRef="#br0" timeOffset="1201.036">1164 786,'-5'18,"-1"10,0 8,2 4,1-2,1-6,1-7</inkml:trace>
  <inkml:trace contextRef="#ctx0" brushRef="#br0" timeOffset="2019.115">1043 505,'55'16,"-1"4,-1 1,0 3,11 9,-52-28,0 1,0 1,0 0,-1 0,0 1,-1 1,0-1,0 2,-1-1,0 2,-1-1,0 1,0 0,-1 1,-1-1,0 1,-1 1,0-1,0 1,-2 0,3 13,-7 92,3-116,-1-1,1 1,-1-1,1 1,-1-1,1 1,0-1,0 0,0 0,0 0,-1 0,1 0,1 0,-1 0,0-1,0 1,0-1,0 1,0-1,1 0,-1 0,0 0,0 0,0-1,0 1,1 0,-1-1,0 1,0-1,0 0,0 0,0 0,0 0,0 0,-1 0,1-1,2 0,19-10,-1-1,1-1,-2-1,0-1,-1-1,-1 0,5-7,-22 22,-2 1,1 0,-1 0,0 0,1 1,-1-1,1 0,-1 0,1 0,-1 1,1-1,0 0,-1 1,1-1,0 0,-1 1,1-1,0 1,0-1,0 1,0 0,-1-1,1 1,0 0,0-1,0 1,0 0,0 0,0 0,0 0,0 0,0 0,0 0,0 0,-1 0,1 1,0-1,0 0,0 0,0 1,0-1,0 1,-1-1,1 1,0-1,0 1,-1-1,1 1,0 0,0 0,7 43,12 27,-17-67,-1 0,1 0,0-1,0 1,1-1,-1 0,1 0,0 0,-1 0,1 0,1-1,-1 0,0 0,0 0,1 0,-1-1,1 0,-1 0,1 0,0 0,-1-1,1 1,0-1,0-1,-1 1,3-1,4-1,0 0,-1-1,1 0,-1-1,0 0,0-1,0 0,-1-1,1 1,7-8,0-2,-1 0,-1-1,-1 0,0-1,-2-1,1 0,-2 0,-1-2,0 1,-1-1,-1 0,-1-1,-1 0,2-14,3-25,-2-1,-4 0,-1 0,-5-39,1 45,-3 1,-2 0,-8-28,12 77,1 1,-1-1,0 0,0 1,0-1,-1 1,1-1,-1 1,0 0,0 0,-1 0,1 0,-1 0,0 0,0 1,-1-2,2 4,0 1,1 0,-1 0,1 0,-1 0,0 0,1 0,-1 0,1 1,-1-1,1 0,-1 1,0 0,1-1,0 1,-1 0,1-1,-1 1,1 0,0 0,0 0,-1 0,1 1,0-1,0 0,0 0,0 1,0-1,1 0,-1 1,0-1,1 1,-1 1,-8 15,1 1,2 0,-1 1,2-1,1 1,0 0,2 0,-1 19,3-36,-4 48,2 1,2 0,2 0,3-1,2 0,3 0,1 0,3-1,1-1,22 45,-33-84,0 1,1-1,0 1,1-2,0 1,0 0,1-1,0 0,1-1,0 0,0 0,1 0,0-1,0-1,3 2,-8-8,1 1,0-1,0 0,0-1,0 1,-1-1,1 0,0 0,0 0,-1-1,1 0,-1 0,0 0,1 0,-1-1,0 0,0 1,-1-1,1-1,0 1,-1-1,0 1,0-1,0 0,0 0,-1 0,0 0,2-4,8-10,-1-2,-1 1,0-1,-2-1,0 0,-1 0,-2 0,0-1,-1 0,0-8,-4 29,1-1,-1 1,0-1,0 1,1-1,-1 1,0-1,0 1,-1-1,1 0,0 1,0-1,-1 1,1-1,-1 1,0 0,1-1,-1 1,0-1,0 1,0 0,1 0,-2-2,-21 40,20-26,-1 1,2 0,-1 1,2-1,0 0,0 1,1-1,0 1,1-1,1 0,0 1,-1-7,1 0,0-1,0 1,0 0,0-1,1 0,0 0,0 1,0-2,1 1,0 0,0-1,0 1,0-1,1 0,0-1,-1 1,1-1,1 0,-1 0,0-1,1 1,4 0,26 4,-4-7</inkml:trace>
  <inkml:trace contextRef="#ctx0" brushRef="#br0" timeOffset="2270.444">2099 237,'19'5,"25"5,32 4,26 4,18 4,-13-3</inkml:trace>
  <inkml:trace contextRef="#ctx0" brushRef="#br0" timeOffset="2633.984">2915 919,'-9'-35,"3"0,0-1,2 0,2 0,2-31,0 29,2-63,0 100,0-1,0 0,0 1,0-1,0 1,0 0,1 0,-1-1,0 2,1-1,-1 0,1 0,-1 1,0-1,1 1,0 0,-1 0,1 0,-1 0,1 0,-1 0,1 1,-1 0,0-1,1 1,-1 0,1 0,-1 0,0 0,2 1,7 1,50 10,105 31,-162-43,-1 1,1 0,-1 0,1 0,-1 0,0 1,0-1,0 1,0 0,-1 0,1 0,-1 0,0 0,1 0,-2 1,1-1,0 1,-1 0,1-1,-1 1,0 0,0 0,-1 0,1 0,-1 0,0 0,0 0,0 0,0-1,-1 2,-2 36,2-31,0 1,0-1,1 1,0-1,1 1,0-1,0 0,1 1,2 3,-1-10,-1-1,1 1,0-1,1 0,-1 1,0-1,1-1,0 1,0 0,0-1,0 0,0 0,0 0,0-1,1 1,-1-1,1 0,-1 0,1 0,-1-1,1 0,-1 0,1 0,-1 0,5-1,27-1</inkml:trace>
  <inkml:trace contextRef="#ctx0" brushRef="#br0" timeOffset="3885.099">3584 598,'-6'15,"1"0,1 0,0 0,1 1,1 0,0-1,1 1,1 7,0-17,0-1,1 0,0 0,0 0,0 0,0 0,1 0,0-1,0 1,0 0,1-1,-1 0,1 1,0-1,0 0,1 0,-1-1,1 1,0-1,0 1,0-1,0-1,1 1,-1 0,1-1,-1 0,4 1,-1-2,-1 0,1 0,-1-1,1 1,-1-2,1 1,-1-1,1 0,-1 0,0 0,1-1,-1 0,0-1,0 1,0-1,0 0,-1-1,1 1,-1-1,0 0,0 0,0-1,-1 0,1 1,-1-2,0 1,-1 0,1-1,-1 0,0 1,0-1,-1 0,0-1,0 1,0 0,-1-1,0 1,0-4,2 1,-1-1,-1 0,1 0,-1 0,-1 1,0-1,0 0,-1 0,-1-7,1 17,0-1,1 1,-1-1,1 1,-1 0,0-1,1 1,-1 0,1 0,-1 0,0-1,1 1,-1 0,0 0,1 0,-1 0,0 0,0 0,1 0,-1 0,0 0,1 1,-1-1,0 0,1 0,-1 1,1-1,-1 0,0 1,1-1,-1 0,1 1,-1-1,1 1,-1-1,1 1,-1-1,1 1,0-1,-1 1,1 0,0-1,-1 1,1 0,0-1,0 1,0 0,-1-1,1 1,0 0,0-1,0 2,-3 3,0 0,0 0,0 0,1 1,0 0,0-1,0 1,1 0,0 0,0 0,0 0,1 0,0 0,0 0,1 0,-1 0,1-1,0 1,1 0,0 0,0 0,0-1,0 1,1-1,0 0,0 0,0 0,1 0,0 0,0-1,0 1,0-1,5 3,-1-4,0 0,0-1,0 0,1 0,-1-1,0 0,1 0,-1-1,1 0,0-1,-1 0,0 0,1-1,-1 0,0 0,0-1,0 0,0 0,0-1,-1 0,1 0,-1-1,0 0,-1 0,1-1,-1 0,0 0,-1 0,1-1,-1 0,0 0,-1 0,0-1,0 1,0-1,-1 0,-1 0,1 0,-1 0,0-6,-3 19,0 0,1 1,-1-1,1 1,0-1,0 0,1 1,-1-1,1 0,0 1,1-1,-1 0,1 0,0 0,1 0,-1 0,1-1,0 1,0-1,0 1,1-1,3 4,5-2,0 1,0-2,1 1,0-2,0 0,0 0,0-1,1-1,-1 0,1-1,0-1,-1 0,1 0,-1-2,1 1,7-4,-11 5,-1-1,1 0,-1-1,0 0,0 0,0-1,0 0,0-1,0 0,-1 0,0-1,0 0,0 0,0-1,-1 0,0-1,0 1,-1-1,0 0,0-1,-1 0,1 0,-2 0,1 0,-1-1,-1 0,1 0,-1 0,-1 0,0 0,1-9,-3 12,-1-1,1 1,-1-1,-1 1,1-1,-1 1,0 0,0 0,-1 0,0 0,0 0,-1 0,-2-2,5 5,-1 1,0 0,0 0,0 0,0 1,0-1,0 0,-1 1,1-1,-1 1,1 0,-1 0,1 0,-1 0,0 0,1 1,-1-1,0 1,0 0,1 0,-1 0,0 0,0 0,1 0,-1 1,0-1,0 1,1 0,-1 0,1 0,-1 0,-2 2,0-1,0 1,0 1,0-1,0 1,0-1,1 1,-1 1,1-1,0 1,1-1,-1 1,1 0,0 0,0 1,0-1,1 1,0-1,0 1,0 0,1 0,0 0,0 0,0 0,1 0,0 0,0 0,0 0,1 0,0 0,0-1,1 1,0 0,0 0,0-1,0 1,1-1,0 1,7 4,1-1,0 0,0-1,0 0,1 0,1-1,-1-1,1 0,0-1,0-1,1 0,-1 0,1-1,0-1,0 0,0-1,0-1,9-1,-14 2,0-1,0 0,0 0,0-1,-1-1,1 1,0-1,0-1,-1 0,0 0,1 0,-1-1,0-1,-1 1,1-1,-1 0,0-1,0 0,-1 0,1 0,-2-1,1 0,-1 0,0-1,0 1,0-1,-1 0,-1 0,0-1,1 0,-2 1,0 0,0 0,-1 0,0 0,0 0,-1 0,0 0,-1 0,0 0,-1-5,3 14,-1-1,0 1,0-1,0 1,0-1,0 1,0-1,0 1,0-1,0 1,0-1,-1 1,1-1,0 1,0-1,0 0,-1 1,1-1,0 1,0-1,-1 1,1-1,0 0,-1 1,1-1,0 0,-1 1,1-1,-1 0,1 0,-1 1,1-1,0 0,-1 0,1 0,-1 0,1 1,-1-1,1 0,-1 0,1 0,-1 0,1 0,-1 0,1 0,-1 0,1-1,-1 1,1 0,-1 0,1 0,-1 0,1-1,-1 1,1 0,0 0,-1-1,1 1,-1 0,1-1,0 1,-1-1,1 1,0 0,0-1,-1 0,-1 7,1 0,-1-1,1 1,0 0,0-1,1 1,0 0,0 0,0 0,0-1,1 1,0 0,1 0,-1-1,1 1,0-1,0 1,1-1,0 0,-1 0,2 0,-1 0,1-1,-1 1,1-1,1 0,-1 0,0 0,1-1,0 1,0-1,0-1,0 1,0 0,1-1,-1 0,2 0,1 1,-1-1,0 0,0-1,1 1,-1-2,1 1,-1-1,1 0,0-1,-1 1,1-1,-1-1,0 0,0 0,1 0,-1-1,0 0,-1 0,1-1,-1 0,1 0,-1 0,0-1,-1 0,1 0,-1-1,0 1,0-1,-1 0,2-2,25-78,-40 146,11-56,-1 1,0-1,1 0,0 1,0-1,0 0,0 0,1-1,0 1,-1 0,1-1,1 0,-1 1,0-1,1-1,0 1,-1 0,1-1,0 0,0 0,1 0,-1 0,0-1,5 2,4 0,0 0,-1 0,2-1,-1-1,0 0,0-1,0-1,3 0,-7 1,0-1,0-1,0 1,0-1,0-1,-1 0,1 0,-1 0,0-1,0-1,0 1,0-1,-1-1,0 1,0-1,0-1,-1 1,0-1,0 0,0 0,-1-1,4-7,-8 13,-1 2,0 1,0-1,1 0,-1 1,0-1,1 0,-1 0,0 1,1-1,-1 0,1 0,-1 1,0-1,1 0,-1 0,1 0,-1 0,1 0,-1 0,0 0,1 0,-1 0,1 0,-1 0,1 0,-1 0,0 0,1 0,-1 0,1 0,-1 0,1-1,-1 1,0 0,1 0,-1-1,0 1,1 0,-1 0,0-1,1 1,-1 0,0-1,0 1,1 0,-1-1,0 1,0-1,0 1,1 0,-1-1,0 1,0-1,0 1,0-1,0 1,51 120,-48-114,0 0,1-1,0 0,0 1,1-2,-1 1,1 0,0-1,1 0,-1 0,0-1,1 1,0-1,0-1,0 1,0-1,1 0,3 1,11-1</inkml:trace>
  <inkml:trace contextRef="#ctx0" brushRef="#br0" timeOffset="4139.419">5589 250,'0'0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43.1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0 944,'8'-35,"21"-33,-9 21,-1-1,-2 0,8-46,-20 71,-4 23,0 0,0 1,0-1,0 0,0 1,0-1,0 1,-1-1,1 1,0-1,0 1,0 0,-1-1,1 1,0 0,-1 0,1-1,-1 1,1 0,-1 0,1 0,-1 0,1 0,-1 0,0 0,1 0,-1 0,0 0,0 0,0 0,0 0,0 0,0 0,0 0,0 0,0 0,-1 0,3 4,155 329,-147-292,-10-41,0-1,0 1,0 0,0 0,0-1,0 1,0 0,0-1,0 1,0 0,-1-1,1 1,0 0,-1-1,1 1,0-1,-1 1,1 0,-1-1,1 1,-1-1,1 1,-1-1,1 1,-1-1,1 0,-1 1,0-1,1 0,-1 1,0-1,1 0,-1 0,0 0,1 0,-1 0,0 1,1-1,-1 0,0 0,0-1,1 1,-1 0,0 0,1 0,-1 0,0-1,1 1,-1 0,0 0,1-1,-1 1,1-1,-1 1,0-1,-5-3,-1 0,1-1,0 1,0-2,1 1,-1-1,1 0,0 0,1 0,0 0,0-1,0 0,1 0,-1 0,2 0,-1-1,1 1,0-1,1 1,0-1,0 0,0 0,1 1,0 1,1-1,-1 0,1 0,0 1,1-1,0 0,0 1,0 0,1-1,0 1,0 0,1 0,-1 1,1-1,0 1,1 0,-1 0,1 0,0 0,1 1,-1 0,1 0,-1 0,4 0,9-6,1 1,0 1,0 1,1 0,0 2,0 0,17-2,-15 4,0-1,0 2,-1 1,1 1,0 1,18 3,-37-2,-1 0,1 0,-1 0,1 0,-1 1,0-1,0 1,0 0,0 0,0-1,-1 1,1 0,-1 1,0-1,0 0,0 0,0 0,0 1,-1-1,0 0,1 1,-1-1,-1 0,1 1,0-1,-1 0,0 1,1-1,-1 0,0 0,-2 3,1 13,1 0,-1-15,1 1,0-1,0 1,0 0,0 0,1-1,0 1,0 0,1 0,-1 0,1-1,0 1,0 0,0-1,1 1,0-1,0 1,0-1,0 0,1 0,-1 0,1 0,0 0,1 0,-1-1,0 0,1 1,3 1,1-2,0-1,0 0,0-1,0 1,0-1,1-1,-1 0,0 0,1 0,-1-1,0-1,0 1,0-1,0-1,0 1,0-1,-1-1,1 1,-1-1,0-1,1 0,7-5,0-1,-1-1,0 0,-1-1,-1 0,0-1,0 0,-1-1,0-2,35-73,-46 167,1-69,1 1,0-1,0 0,0 0,1 0,1 0,-1 0,1-1,0 1,1-1,0 0,0-1,1 1,-1-1,1 0,1 0,-1-1,1 1,0-2,0 1,1-1,-1 0,1 0,0-1,0 0,0-1,0 1,1-1,28 6</inkml:trace>
  <inkml:trace contextRef="#ctx0" brushRef="#br0" timeOffset="802.204">1364 597,'27'62,"-2"1,-4 1,2 13,-21-67,-1-6,-1-1,1 1,0-1,0 0,0 0,1 1,-1-1,1 0,-1 0,1 0,0 0,0-1,0 1,1-1,-1 1,1 0,-1-4,0 1,0 0,0 0,0-1,0 0,0 1,0-1,0 0,-1 0,1 0,0 0,0 0,-1 0,1 0,-1-1,1 1,-1-1,1 1,-1-1,0 1,0-1,0 0,0 0,1-1,1 0,117-199,-109 186,-11 16,0 0,1-1,-1 1,0 0,1 0,-1 0,0 0,1 0,-1 0,0 0,1 0,-1 0,0 0,1 0,-1 0,0 0,1 1,-1-1,0 0,1 0,-1 0,0 0,1 0,-1 1,0-1,0 0,1 0,-1 1,0-1,0 0,0 0,1 1,-1-1,0 0,0 1,0-1,0 0,1 1,-1-1,0 0,0 1,0-1,0 0,0 1,0-1,0 0,0 1,0-1,0 0,0 1,0-1,0 0,-1 1,1-1,0 0,0 1,0-1,0 2,1 8,0-1,0 1,1 0,0-1,1 1,0-1,0 0,1 0,0 0,1 0,0-1,0 1,1-1,0-1,1 1,-1-1,2 0,-1-1,0 1,1-2,0 1,1-1,-1 0,1-1,0 0,6 2,-6-4,0 0,0 0,0-1,0-1,0 0,0 0,0 0,0-1,0-1,0 1,0-2,-1 1,1-1,0 0,-1-1,0 0,0 0,0-1,-1 0,1 0,-1-1,0 0,-1 0,0-1,0 0,0 0,0 0,-1 0,-1-1,1 0,2-6,6-24,-1-1,-2 0,-2 0,-1-1,-3 0,0 0,-3 0,-3-28,2-35,-6 0,-5-11,-6 46,16 67,1 1,-1 0,1-1,-1 1,1 0,-1-1,0 1,1 0,-1 0,1 0,-1 0,0 0,1 0,-1 0,0 0,1 0,-1 0,0 0,1 0,-1 0,1 0,-1 1,0-1,1 0,-1 0,1 1,-1-1,1 0,-1 1,1-1,-1 1,1-1,-1 1,1-1,-1 1,1-1,0 1,-1-1,1 1,0-1,0 1,-1-1,1 1,0 0,0-1,0 1,0 0,0-1,0 1,0 0,0-1,0 1,0-1,0 1,-13 37,2 0,1 1,2 0,2 1,1-1,2 5,-2 18,3 0,2 0,3 0,3 2,-2-35,1-1,1 1,1-1,2 0,1-1,1 0,1-1,1 0,13 17,-23-37,0-1,1 1,0-1,0 0,0 0,1 0,-1 0,1-1,0 0,1 0,-1 0,1-1,0 0,-1 0,1 0,1-1,4 2,-8-4,-1-1,1 0,0 0,0 0,-1 0,1 0,-1-1,1 1,-1-1,0 0,0 0,1 1,-1-1,0-1,-1 1,1 0,0 0,-1-1,1 1,-1-1,0 1,1-1,-1 0,-1 1,1-1,0 0,-1 0,1 1,-1-1,0 0,0 0,0-2,0-16,0-1,-2 1,0-1,-2 1,0 0,-1 0,-2 1,0-1,-1 1,0 1,-2-1,-8-11,0-3,-2 1,-1 0,-2 2,0 0,-3 1,0 2,-2 1,-1 1,0 1,-2 2,-1 1,-12-5,136 55,87 9,163 13,-237-37,2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45.8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503 850,'-22'-7,"0"2,0 0,0 2,-1 0,1 1,-1 2,1 0,-1 2,1 0,-1 1,1 2,0 0,0 1,1 1,0 1,-19 11,33-16,0 1,-1 0,1 1,1 0,-1 0,1 1,0-1,0 1,1 1,-1-1,1 1,1 0,-1 0,1 0,1 1,-1-1,1 1,1 0,-1 0,1 0,0 6,2-10,2 0,-1-1,0 1,1-1,-1 0,1 1,0-1,0 0,1 0,-1 0,1 0,-1 0,1-1,0 1,0-1,0 0,0 0,0 0,0 0,1 0,-1-1,1 0,-1 1,1-1,0 0,-1-1,1 1,0-1,0 0,-1 0,1 0,0 0,0 0,-1-1,1 0,0 0,-1 0,1 0,2-2,12-2,-1-2,1 0,-1-1,-1-1,1-1,-2 0,1-1,-1 0,-1-2,0 1,-1-2,0 0,-2 0,1-1,-2-1,0 0,0 0,-2-1,7-16,-8 8,0 1,-2-1,-1 0,-1 0,-1-1,-1 1,-1 0,-1-1,-2 1,0 0,-2 0,0 0,-6-11,-15-20,26 56,-1-1,1 1,-1 0,1 0,-1 0,1 0,-1 0,1 0,-1 0,0 0,1 0,-1 0,1 0,-1 0,1 0,-1 1,1-1,-1 0,1 0,-1 0,1 1,-1-1,1 0,-1 1,1-1,0 0,-1 1,1-1,0 1,-1-1,1 0,0 1,-1-1,1 1,0-1,0 1,-1-1,1 1,0-1,0 1,0 0,0-1,0 1,0-1,0 1,0-1,0 1,0-1,0 1,0-1,0 1,1-1,-1 1,0 0,-3 28,2 1,1-1,2 1,0-1,2 0,6 23,-9-46,7 38,1-1,3 0,1 0,2-2,2 0,2 0,11 16,-28-52,0-1,0 1,1-1,0 1,0-1,0 0,0 0,0 0,1 0,0-1,0 1,0-1,0 0,0 0,1-1,-1 1,1-1,0 0,-1 0,1-1,0 1,0-1,0 0,0 0,1-1,-1 0,4 0,2-5,-1-1,1 0,-1-1,-1 0,1-1,-1 0,0 0,-1-1,0 0,-1-1,0 1,0-1,-1-1,1-2,9-10,75-115,-91 139,0 0,0-1,0 1,0 0,0-1,1 1,-1-1,0 1,0-1,1 1,-1 0,0-1,1 1,-1-1,0 1,1-1,-1 1,1-1,-1 0,1 1,-1-1,1 0,-1 1,1-1,-1 0,1 1,-1-1,1 0,0 0,-1 0,1 0,0 0,-1 0,1 1,-1-1,1 0,0-1,-1 1,1 0,0 0,-1 0,1 0,-1 0,1-1,-1 1,1 0,0-1,-1 1,1 0,-1-1,1 1,-1 0,0-1,1 1,-1-1,1 1,-1-1,0 1,1-1,-1 1,0-1,0 0,1 1,-1-1,0 1,0-1,8 59,-8-46,0-1,1 1,0-1,1 0,1 1,0-1,0 0,1 0,1-1,-1 1,2-1,0 0,0 0,0-1,1 1,3 1,9 4</inkml:trace>
  <inkml:trace contextRef="#ctx0" brushRef="#br0" timeOffset="248.319">984 489,'-7'18,"7"11,12 2,5-3</inkml:trace>
  <inkml:trace contextRef="#ctx0" brushRef="#br0" timeOffset="522.587">1492 703,'-46'3,"-1"3,1 1,1 2,0 2,-2 3,26-8,-24 12,45-16,0-1,0 0,0 0,0 1,0-1,0 0,0 1,1-1,-1 0,1 0,-1 1,1-1,-1 0,1 0,0 0,-1 0,1 0,0 0,0 0,0 0,0 0,0 0,0 0,0 0,0-1,0 1,0 0,1-1,-1 1,0-1,0 0,1 1,-1-1,0 0,0 0,1 1,-1-1,0 0,2-1,-3 2,101 29,-79-25,0 0,0 2,0 0,-1 2,0 0,-1 1,0 1,-1 1,0 1,10 9,-27-21,1 1,0 0,-1 0,0 0,1 0,-1 1,0-1,0 1,0-1,0 1,-1 0,1 0,-1 0,1 0,-1 0,0 0,0 0,-1 0,1 0,-1 0,1 1,-1-1,0 0,0 0,0 0,-1 1,1-1,-1 0,0 0,0 0,0 0,0 0,0 0,-1 0,1 0,-2 1,-5 2,0-1,-1 0,1 0,-1-1,0 0,0 0,-1-1,1-1,-1 0,1 0,-1 0,0-1,0-1,0 0,1 0,-7-2,-74-23,87 24,0-1,0 0,0 0,0 0,0 0,0 0,1 0,-1-1,1 0,-1 1,1-1,0 0,0 0,0 0,1 0,-1 0,1-1,0 1,-1-1,2 1,-1 0,0-1,1 0,-1-1,4-19</inkml:trace>
  <inkml:trace contextRef="#ctx0" brushRef="#br0" timeOffset="735.018">1812 823,'-2'19,"-1"16,0 17,1 15,5 12,6 9,5 7,-1 3,-2 2,-3-6,-8-9,-3-19</inkml:trace>
  <inkml:trace contextRef="#ctx0" brushRef="#br0" timeOffset="1019.107">1759 984,'0'-15,"-2"-16,2 0,2 0,1 0,1 1,1-1,2 1,3-9,-8 36,-1-1,0 0,1 1,0-1,0 1,0 0,0 0,0 0,1 0,-1 0,1 0,0 0,0 1,0 0,0-1,0 1,1 0,-1 1,1-1,-1 0,1 1,-1 0,1 0,0 0,0 0,0 1,-1-1,1 1,0 0,0 0,0 1,0-1,-1 1,1 0,0 0,0 0,3 1,4 4,1 0,-1 0,-1 1,1 1,-1-1,0 2,-1-1,0 2,0-1,-1 1,0 0,-1 1,0 0,0 0,-2 0,1 1,-1 0,0 4,-3-12,-1 0,0 0,-1 0,1 0,-1 0,0 0,0 0,0 0,0 0,-1 0,0 0,0 0,0 0,0 0,0 0,-1 0,0 0,0-1,0 1,0-1,0 0,-1 1,1-1,-1 0,0 0,0-1,0 1,-1-1,1 1,0-1,-1 0,0 0,1 0,-1-1,-3 1,-2 2,0-1,0 0,0 0,0-1,-1-1,1 1,-1-1,1-1,-1 0,1 0,-1-1,1 0,-1-1,1 0,0 0,0-1,0 0,0-1,0 0,1 0,-3-3,10 6,0 0,0 0,0 0,0 0,0 0,0 0,1-1,-1 1,0 0,1-1,-1 1,1-1,-1 1,1-1,-1 1,1-1,0 1,0-1,0 1,0-1,0 1,0-1,0 1,1-1,-1 1,0-1,1 1,-1 0,1-1,0 1,0-1,13-19</inkml:trace>
  <inkml:trace contextRef="#ctx0" brushRef="#br0" timeOffset="1320.301">2347 810,'-11'9,"5"-5,0 1,-1 0,2 0,-1 1,0 0,1 0,0 0,1 0,-1 1,1 0,1 0,-3 6,6-11,1 1,-1-1,1 1,0-1,0 1,0-1,0 0,1 0,-1 1,0-1,1 0,0 0,-1 0,1 0,0-1,0 1,0 0,0-1,0 1,1-1,-1 0,0 0,1 0,-1 0,1 0,-1 0,1-1,-1 1,1-1,-1 0,1 0,0 0,-1 0,1 0,-1 0,1-1,0 1,9 0,-1 0,1-1,-1-1,1 1,-1-2,0 1,0-2,0 1,0-2,7-3,-14 7,-1-1,1 0,0 0,-1-1,1 1,-1-1,0 0,0 0,0 0,0 0,-1 0,1 0,-1-1,0 1,0-1,0 0,0 0,-1 0,1 1,-1-2,0 1,0 0,-1 0,1 0,-1 0,0 0,0 0,0-1,-1 1,0-3,-2-1,-1 1,0 0,0 0,0 1,-1-1,0 1,0 0,-1 0,0 1,0-1,0 1,-1 1,1-1,-1 1,0 0,0 1,-1 0,1 0,-1 0,1 1,-1 0,0 1,0-1,0 2,0-1,0 1,0 0,0 1,0-1,0 2,1-1,-1 1,-2 1,8-3,1 0,0 0,0 1,-1-1,1 0,0 0,0 1,-1-1,1 1,0-1,0 1,0-1,0 1,0 0,0 0,0-1,0 1,0 0,0 0,0 0,0 0,1 0,-1 0,0 0,1 0,-1 1,1-1,-1 0,1 0,0 0,-1 1,1-1,0 0,0 0,0 1,0-1,0 0,0 0,0 1,0-1,1 0,-1 0,0 1,1-1,-1 0,1 0,-1 0,1 0,0 1,0 0,63 24,-22-17</inkml:trace>
  <inkml:trace contextRef="#ctx0" brushRef="#br0" timeOffset="1836.434">2868 729,'2'18,"25"113,-25-125,0-1,0 1,1-1,0 0,0 0,0 0,1 0,-1-1,1 0,0 1,0-1,1 0,-1-1,1 1,0-1,0 0,0 0,0-1,1 1,-1-1,2 0,-2-1,1 0,-1-1,0 0,0 1,0-2,1 1,-1-1,0 0,0 0,0 0,0 0,0-1,0 0,-1 0,1-1,0 1,-1-1,0 0,0 0,0 0,0-1,0 1,0-1,-1 0,8-9,0 0,-1 0,-1-1,0 0,-1 0,6-15,1-3,-9 46,-4-6,-1 0,1-1,1 1,0 0,0 0,0-1,1 0,0 0,0 0,0 0,1 0,1-1,-1 0,1 0,0-1,0 1,0-1,1 0,0-1,0 0,0 0,0 0,1-1,6 2,-2-3,0-1,1 0,-1-1,0-1,1 0,-1 0,0-1,0 0,0-2,0 1,0-1,-1-1,1 0,-1 0,0-1,-1-1,0 0,0 0,0-1,-1 0,0-1,0 0,-1 0,-1-1,1 0,-2-1,1 1,-1-1,-1 0,0-1,0-1,9-20,-10 46,-3 44,-2-44,0 1,1-1,0 1,2-1,-1 1,2-1,0 1,0-1,1 0,1-1,2 6,26 11,-16-24</inkml:trace>
  <inkml:trace contextRef="#ctx0" brushRef="#br0" timeOffset="2087.763">3684 409,'-16'-2,"-5"1,1 3,6 4,10 5,6 1</inkml:trace>
  <inkml:trace contextRef="#ctx0" brushRef="#br0" timeOffset="2602.388">4072 195,'2'199,"8"0,19 78,3-119,-32-158,0 0,0 1,0-1,0 1,0-1,0 0,0 1,0-1,0 1,0-1,0 1,0-1,0 0,0 1,0-1,1 1,-1-1,0 0,0 1,0-1,1 0,-1 1,0-1,0 0,1 1,-1-1,0 0,1 1,-1-1,0 0,1 0,-1 1,0-1,1 0,-1 0,1 0,-1 0,0 0,1 0,-1 1,1-1,-1 0,1 0,-1 0,0 0,1 0,-1-1,1 1,-1 0,1 0,-1 0,0 0,1 0,-1 0,0-1,1 1,-1 0,1-1,10-23,6-38,-10 33,1 1,2 0,0 0,11-17,-17 38,0 0,0 0,1 1,0 0,0-1,0 2,1-1,-1 1,1 0,1 0,-1 1,1-1,0 1,0 1,0 0,0 0,0 0,1 1,6-2,-8 3,1 1,-1 0,1 0,0 0,-1 1,0 0,1 0,-1 0,1 1,-1 0,0 0,0 1,0 0,0 0,-1 0,1 1,-1-1,0 1,0 1,0-1,-1 1,1 0,-1 0,0 0,0 0,-1 1,0-1,0 1,0 0,-1 0,1 0,-2 1,1-1,-1 0,0 1,0-1,0 1,-1-1,0 5,0-8,-1 1,1 0,-1 0,0-1,0 1,0 0,0-1,-1 1,1-1,-1 0,0 1,0-1,0 0,-1 0,1 0,-1-1,1 1,-1 0,0-1,0 0,0 0,0 1,-1-2,1 1,0 0,-1-1,1 0,-1 0,0 0,1 0,-1 0,0-1,0 1,1-1,-1 0,0 0,0-1,1 1,-1-1,-3-1,3 2,0-1,0 0,0 1,0-1,1-1,-1 1,0-1,1 1,-1-1,1 0,0 0,-1-1,1 1,0-1,1 1,-1-1,0 0,1 0,-1 0,1-1,0 1,0 0,0-1,1 0,-1 1,1-1,0 0,0 0,0 1,0-1,1 0,0 0,0 0,0 0,0 0,0 0,1 0,0 0,0 0,5-7,0 0,1 0,0 1,1 0,0 0,1 0,0 1,0 1,1 0,0 0,0 1,1 0,0 1,0 0,1 0,-1 2,1-1,0 1,9-1,-7 0,0 0,0 0,0 2,1-1,0 2,0 0,0 1,-1 0,1 1,0 1,1 1,-12 0,-1 0,0 1,0 0,0-1,0 1,-1 1,1-1,-1 0,0 0,0 1,0-1,0 1,-1 0,1 0,-1-1,0 1,0 0,-1 0,1 0,-1 0,0 0,0 0,0 0,0 0,-1 0,1 0,-1 0,0 0,-1 1,1 7,-2 20,5 53,-1-83,0 0,0 0,0-1,1 1,-1 0,1-1,-1 1,1-1,0 1,0-1,-1 0,1 0,0 0,0 0,0 0,0 0,0 0,1-1,-1 1,0-1,0 1,0-1,0 0,1 0,-1 0,0 0,0-1,0 1,1 0,-1-1,0 0,0 1,0-1,0 0,0 0,0 0,0 0,0 0,1-2,21-11</inkml:trace>
  <inkml:trace contextRef="#ctx0" brushRef="#br0" timeOffset="3166.393">4713 302,'46'11,"-1"-2,1-2,0-2,0-2,2-2,113-7,-152 5,1-1,-1 0,0-1,0 1,0-2,0 1,0-1,0-1,-1 1,0-2,0 1,0-1,-1 0,0-1,4-3,-8 3,1 0,-1 0,0 0,-1 0,0 0,0 0,0-1,-1 1,0-1,0 1,-1-1,0 1,-1-1,1 1,-1-1,-1 1,0-1,0 1,0 0,-1 0,0 0,0 0,0 1,-1-1,0 1,-1 0,1 0,-1 0,0 0,-1 1,0 0,1 0,-1 1,-1 0,1 0,-1 0,1 0,-1 1,0 0,0 1,-1 0,1 0,0 0,-1 1,1 0,-2 1,2 0,1 1,0 0,0 1,0-1,1 1,-1 1,0-1,1 1,-1 0,1 0,0 0,0 1,0 0,1 0,-1 0,1 0,0 1,0 0,0 0,1 0,0 0,-2 4,-4 9,0-1,2 1,0 1,1-1,1 1,-2 12,3 0,1 0,2 0,0 1,3-1,0 0,2 0,1 0,2 0,1-1,1 0,2 0,0-1,2-1,2 0,0-1,2 0,10 11,-17-25,0 0,1-1,1-1,0 0,0 0,1-1,13 8,-22-16,0 1,1-1,-1 0,1 0,-1 0,1-1,0 1,-1-1,1 0,0-1,0 1,0-1,0 0,0 0,-1-1,1 1,0-1,0 0,0 0,-1-1,1 1,-1-1,1 0,-1-1,0 1,1-1,-1 1,0-1,13-13,-1-1,0 0,-2-1,1-1,-2 0,8-16,8-10,-29 45,0 1,0-1,0 0,1 1,-1-1,0 0,0 1,0-1,1 0,-1 1,0-1,0 0,1 0,-1 1,0-1,1 0,-1 0,0 1,0-1,1 0,-1 0,1 0,-1 0,0 1,1-1,-1 0,0 0,1 0,-1 0,1 0,-1 0,0 0,1 0,-1 0,0 0,1 0,-1 0,1-1,-1 1,0 0,1 0,-1 0,0 0,1-1,-1 1,0 0,1 0,-1-1,0 1,0 0,1 0,-1-1,0 1,0 0,1-1,-1 1,0 0,0-1,0 1,0 0,0-1,0 1,1-1,-1 1,1 37,-1-31,-1 32,0-26,0 0,1-1,0 1,0 0,2 0,-1-1,1 1,1-1,0 1,1-1,0 0,1 0,41 25,-19-27</inkml:trace>
  <inkml:trace contextRef="#ctx0" brushRef="#br0" timeOffset="3416.723">5569 342,'0'16,"12"12,14 6,4-4</inkml:trace>
  <inkml:trace contextRef="#ctx0" brushRef="#br0" timeOffset="3665.09">6732 609,'0'16,"2"12,6 8,7 3,7-4,2-7,-4-8</inkml:trace>
  <inkml:trace contextRef="#ctx0" brushRef="#br0" timeOffset="3998.75">6611 195,'63'18,"0"4,-2 2,31 18,-63-30,0 1,0 2,-2 1,0 1,-1 1,0 1,-2 2,0 0,-2 2,18 21,-35-36,-1 1,1 0,-2 0,1 0,-1 0,0 1,-1-1,0 1,-1 0,0 0,0-1,-1 1,-1 0,1 0,-2 2,2-11,0 1,-1 0,1 0,0 0,0 0,0-1,1 1,-1 0,0 0,1 0,-1-1,1 1,0 0,-1-1,1 1,0 0,0-1,0 1,0-1,0 1,0-1,1 0,-1 0,0 1,1-1,-1 0,1 0,-1 0,1 0,0-1,-1 1,1 0,0-1,-1 1,1-1,0 1,1-1,11 2,0-1,0 0,0-1,0-1,0 0,0-1,0-1,0 0,0 0,-1-2,0 1,0-2,0 0,0 0,0-2,0 1,-1-1,-1 0,1-1,-1 0,-1 0,0-1,0 0,-1-1,0 0,-1-1,3-5,-9 13,0 0,-6 20,2-7,0 0,1 0,0 1,1-1,0 0,0 0,1 0,0 0,1 0,0 0,0 0,1 0,0-1,1 1,0-1,0 0,0 0,5 5,13 11,2-1,1-2,0 0,2-1,0-2,1 0,0-2,2-2,0 0,0-2,1-1,4-1,99 33,-9-9</inkml:trace>
  <inkml:trace contextRef="#ctx0" brushRef="#br0" timeOffset="4731.895">262 2360,'318'-220,"-228"156,-3-4,-3-4,66-74,-130 124,0-2,-2 0,0-1,-2-1,-1-1,3-31,-18 57,0-1,1 1,-1-1,-1 0,1 1,0-1,0 1,0-1,-1 1,1-1,-1 1,1-1,-1 1,0 0,1-1,-1 1,0 0,0-1,0 1,0 0,0 0,0 0,-1 0,1 0,0 0,0 0,-1 0,1 1,0-1,-1 0,1 1,-1-1,1 1,-1 0,0-1,-5 2,-1-1,0 1,1 0,-1 0,1 1,-1 0,1 1,0 0,0 0,0 0,0 1,1 0,-1 0,1 1,0-1,0 1,1 1,0-1,-1 1,2 0,-1 0,1 0,0 1,0 0,-2 6,-6 17,2 0,1 1,1 0,2 1,1-1,1 1,2 0,1 0,2 0,1 0,3 14,15 200,-4-105,-7 1,-6 0,-6 0,-16 94,6-164</inkml:trace>
  <inkml:trace contextRef="#ctx0" brushRef="#br0" timeOffset="5152.295">556 2307,'59'-22,"1"2,1 3,1 2,0 4,1 2,0 3,10 2,-53 2,0 0,-1 0,1 2,-1 0,1 1,-1 1,0 0,1 2,14 5,-30-8,-1 1,1-1,-1 1,0 0,0 0,0 0,0 1,-1-1,1 1,0-1,-1 1,0 0,1 0,-1 0,-1 0,1 0,0 1,-1-1,1 1,-1-1,0 1,0-1,-1 1,1 0,-1-1,0 1,0 0,0-1,0 1,0 0,-1-1,0 1,0 0,0-1,0 1,0-1,-1 0,-1 3,-43 86,41-75,14-18,20-23,-17 12,0-1,-1-1,-1 0,0 0,-1-1,-1-1,0 1,-1-1,-1 0,-1-1,3-11,-7 26,0 0,-1 0,1 0,-1 0,1 0,-1 0,0 0,0 0,0 0,0 0,0 0,0 0,0 0,-1-1,1 1,-1 0,0 0,0 1,1-1,-1 0,0 0,0 0,-1 0,1 1,0-1,-1 1,1-1,-1 1,1-1,-1 1,0 0,1 0,-1 0,0 0,0 0,0 0,0 0,0 0,0 1,0-1,0 1,0 0,0 0,-1-1,-1 3,0-1,-1 1,1-1,1 1,-1 0,0 1,0-1,1 0,-1 1,1 0,0 0,0 0,0 0,0 1,0-1,1 1,0 0,0 0,0-1,0 1,0 1,1-1,-1 0,1 0,0 0,1 1,-1-1,1 0,0 1,0-1,0 1,1-1,-1 0,2 3,5 25</inkml:trace>
  <inkml:trace contextRef="#ctx0" brushRef="#br0" timeOffset="6331.458">1692 2454,'10'-31,"-1"-1,-1-1,-2 1,-1-1,-2 0,-1 0,-2-1,-1 1,-1-1,-6-70,8 105,0-1,0 0,0 1,0-1,0 0,0 1,0-1,0 1,0-1,0 0,0 1,0-1,1 0,-1 1,0-1,0 0,0 0,1 1,-1-1,0 0,0 1,1-1,-1 0,0 0,0 1,1-1,-1 0,0 0,1 0,-1 0,0 0,1 1,-1-1,1 0,-1 0,0 0,1 0,-1 0,0 0,1 0,-1 0,1 0,-1 0,0 0,1 0,-1-1,0 1,1 0,-1 0,0 0,1 0,-1-1,0 1,1 0,-1 0,0-1,0 1,1 0,-1 0,0-1,0 1,0 0,1-1,-1 1,0 0,0-1,0 1,6 5,12 8,1-2,1 0,0-1,0 0,1-2,0-1,0 0,1-2,-1 0,14 0,96 28,-126-31,-1-1,1 1,-1 0,0 0,0 0,0 1,0-1,0 1,0 0,-1 0,1 0,-1 1,0-1,0 1,0 0,0 0,-1 0,0 0,0 0,0 0,0 1,0-1,-1 1,0-1,0 1,0-1,-1 1,1 0,-1-1,0 1,-1 0,1 1,-5 22,3-24,1 1,0-1,0 1,1-1,-1 0,1 1,0-1,0 1,0-1,0 1,1-1,0 1,0-1,0 0,2 5,0-8,0 1,-1-1,1 1,0-1,0 0,0 0,0 0,0 0,0-1,0 1,0-1,0 0,0 0,0 0,0 0,0-1,1 1,-1-1,0 0,0 1,-1-1,1-1,0 1,0 0,0-1,-1 1,1-1,26-12,0-1,-1-1,-1-1,0-1,-1-2,-1-1,-1 0,2-6,37-59,-64 92,0 0,0 1,1-1,-1 1,2 0,-1-1,1 1,0-1,0 0,1 1,-1-1,2 0,-1 0,1 0,0 0,0 0,0-1,1 1,0-1,1 2,5 0,0 0,1-1,0 0,0 0,0-1,1 0,0-1,0-1,0 0,0 0,0-1,1-1,-1 0,1-1,-1 0,1-1,-1 0,0-1,1 0,3-2,-10 2,0 1,1-1,-1-1,0 1,0-1,0 0,-1 0,1-1,-1 0,1 0,-1 0,-1 0,1-1,-1 0,1 0,-1 0,-1-1,1 1,-1-1,0 0,0 0,0 0,-1 0,0 0,-1-1,1 1,-1 0,0-1,-1 0,1 1,-2-4,-8-61,39 179,-25-94,1 0,1 0,1-1,-1 0,2 0,0-1,0 0,4 2,-10-11,1 1,-1-1,1 1,0-1,1 0,-1 0,0-1,1 1,0-1,-1 0,1-1,0 1,0-1,0 0,0 0,0 0,0 0,1-1,-1 0,0 0,0-1,0 0,0 1,0-2,4 0,5-5,0-1,-1 0,0-1,0 0,-1-1,0 0,-1-1,0 0,-1-1,0 0,-1-1,-1 0,0 0,0-1,35-47,-42 60,0 1,0 0,-1 0,1 0,0 0,-1 0,1 0,0 1,0-1,-1 0,1 0,0 0,-1 1,1-1,-1 0,1 1,0-1,-1 1,1-1,-1 0,1 1,-1-1,1 1,-1 0,1-1,-1 1,0-1,1 1,-1 0,0-1,1 1,-1 0,0-1,0 1,0 0,1-1,-1 1,0 0,0-1,0 1,0 0,0 0,-1-1,1 1,0 0,0-1,0 1,-1 0,1-1,0 1,0 0,-1-1,1 1,-1-1,2 9,0-4,1-1,-1 1,1 0,-1 0,1-1,0 1,1-1,-1 0,1 0,0 1,0-2,0 1,1 0,-1-1,1 1,0-1,0 0,0 0,0-1,1 1,-1-1,1 0,-1 0,1-1,4 2,8 0,0-1,0 0,0-1,0-1,1 0,-1-1,0-1,0-1,0-1,10-3,65-10,-89 18,-1-1,1 0,-1 1,1-1,-1 1,1 0,-1 0,1 0,-1 0,1 0,-1 1,0-1,0 1,0-1,0 1,0 0,0 0,0 0,0 0,-1 0,1 0,-1 0,0 1,1 1,13 15,-5-11,1 0,0-1,0 0,1-1,0 0,0-1,1-1,-1 1,1-2,0 0,0 0,0-2,0 1,1-2,-1 1,0-2,0 0,1-1,2 0,-8 1,1-1,-1 1,0-2,0 1,0-1,0 0,0-1,0 0,-1 0,1 0,3-5,-8 7,0 0,0-1,-1 0,1 1,-1-1,0 0,0 0,0 0,0-1,0 1,-1 0,1-1,-1 1,0-1,0 1,0-1,-1 0,1 1,-1-1,0 0,0 1,0-1,-1 0,1 1,-1-1,0 1,0-1,0 0,-4-5,0 0,-1 1,0-1,0 1,-1 0,0 1,0 0,-1 0,0 1,0-1,0 2,-1-1,0 1,0 1,0-1,-1 2,1-1,-1 1,0 1,0 0,0 0,0 1,-1 0,1 1,0 0,0 0,-3 2,2-1,1 1,-1 0,1 1,-1 0,1 1,0 0,0 1,1 0,-1 0,1 1,0 0,1 1,-1 0,1 0,1 0,-1 1,1 1,1-1,0 1,0 0,0 1,1-1,1 1,0 0,0 0,1 1,-2 6,4-14,0 0,1 1,-1-1,1 1,0-1,0 0,0 1,0-1,0 1,1-1,-1 0,1 1,0-1,0 0,1 0,-1 0,0 1,1-1,0-1,0 1,0 0,0 0,0-1,0 1,1-1,0 0,-1 0,1 0,0 0,2 1,31 6,1-7</inkml:trace>
  <inkml:trace contextRef="#ctx0" brushRef="#br0" timeOffset="6616.701">4098 1598,'-6'-2,"1"1,-1-1,0 1,0 0,0 0,0 1,-1-1,1 2,0-1,0 0,0 1,0 0,0 1,0-1,1 1,-1 0,0 1,1 0,-1-1,1 1,0 1,0-1,0 1,1 0,-4 4,1 6,1-1,0 1,2 1,-1-1,2 1,0 0,0 0,2 0,0 0,1 0,0 0,1 0,1 0,0 0,1 0,0-1,3 4,6 36,2 0,3-1,2-1,2-1,3-1,6 8,-26-50,0 1,1-1,0-1,0 1,1-1,-1 1,2-2,-1 1,1-1,0 0,0 0,1-1,0 0,0 0,0-1,2 1,105 15,-52-16</inkml:trace>
  <inkml:trace contextRef="#ctx0" brushRef="#br0" timeOffset="7251.996">5849 2107,'-19'-1,"0"1,0 1,0 0,0 2,0 0,1 1,-1 1,1 1,0 1,0 0,1 1,0 1,0 0,-4 6,18-14,1 0,0 0,-1 1,1-1,0 1,0 0,0-1,0 1,1 0,-1 0,0 0,1 0,-1 1,1-1,0 0,0 0,0 1,0-1,0 1,1-1,-1 1,1-1,-1 1,1 0,0-1,0 1,0-1,0 1,1 0,-1-1,1 1,-1-1,1 1,0-1,0 1,0-1,0 0,1 1,-1-1,1 0,-1 0,1 0,0 0,0 0,7 2,1-1,-1 0,1-1,0 0,0 0,0-1,0 0,1-1,-1 0,0-1,0 0,0 0,0-1,0 0,-1-1,1-1,-1 1,5-3,0 1,0-1,-1-1,0 0,0 0,0-2,-1 1,0-2,-1 1,0-2,0 1,-1-1,-1-1,0 0,0 0,-1-1,-1 0,0 0,-1-1,0 0,-1 0,0-4,5-28,-2 0,-2 0,-2-1,-3 1,-1-1,-2 0,-2 1,-3 0,-8-33,13 69,0 0,1 1,-1-1,-1 1,0 0,0 0,-1 0,0 0,0 1,-1-1,0 1,-2-1,7 8,-1 1,1-1,-1 1,1 0,-1-1,1 1,-1 0,1-1,-1 1,0 0,1 0,-1 0,1-1,-1 1,0 0,1 0,-1 0,1 0,-1 0,0 0,1 0,-1 0,1 0,-1 0,0 1,1-1,-1 0,1 0,-1 1,1-1,-1 0,0 0,1 1,-1-1,1 1,0-1,-1 0,1 1,-1-1,1 1,0-1,-1 1,1-1,0 1,-1 0,1-1,0 1,0-1,0 1,0 0,-1-1,1 1,0-1,0 1,0 0,-7 22,0 2,2-1,1 1,0-1,2 1,1 0,1 12,0-20,-1 25,3 0,1 0,1 0,3 0,5 15,-6-36,0 0,1-1,1 0,1-1,1 0,0 0,2-1,0 0,0-1,2-1,9 9,-19-19,1-1,0 0,0 0,1 0,-1 0,1-1,0 0,0 0,1 0,-1-1,1 0,0-1,0 1,-1-1,2 0,-1-1,0 0,0 0,0-1,1 1,-1-1,0-1,0 0,1 0,-1 0,0-1,0 0,0 0,0-1,-1 0,1 0,-1 0,0-1,1 0,3-4,1-6,-1-2,0 1,0-2,-2 1,0-1,-1 0,-1-1,0 1,2-18,-5 24,5 49,-6-12,2 1,1-1,1 0,9 23,-12-41,0 1,0-1,1 0,0-1,1 1,0-1,0 1,0-2,1 1,0 0,0-1,1 0,0-1,0 1,0-1,6 3,13 1</inkml:trace>
  <inkml:trace contextRef="#ctx0" brushRef="#br0" timeOffset="7499.336">6452 1572,'0'18,"6"13,10 10,2-2</inkml:trace>
  <inkml:trace contextRef="#ctx0" brushRef="#br0" timeOffset="7972.152">6705 2227,'17'-94,"-5"-1,-3 0,-5-69,-3 139,-1 24,0 1,0-1,0 1,1-1,-1 1,0 0,0-1,1 1,-1-1,0 1,1 0,-1-1,0 1,1 0,-1 0,1-1,-1 1,0 0,1 0,-1 0,1-1,-1 1,1 0,-1 0,1 0,-1 0,1 0,-1 0,1 0,-1 0,1 0,-1 0,0 0,1 0,-1 0,1 1,-1-1,1 0,-1 0,1 0,-1 1,0-1,1 0,-1 1,1-1,-1 0,0 1,1-1,-1 0,0 1,0-1,1 0,-1 1,0-1,0 1,0-1,1 1,-1-1,0 1,0-1,0 1,0-1,0 1,0-1,0 1,7 5,17 10,1-1,1-1,0-1,1-1,1-1,-1-2,8 1,85 33,-116-42,-1 0,1 1,-1-1,1 1,-1 0,1 0,-1 0,0 0,0 0,0 1,0-1,-1 1,1 0,-1 0,1 0,-1 0,0 1,0-1,0 0,-1 1,1 0,-1-1,0 1,0 0,0-1,-1 1,1 0,-1 1,-10 41,7-41,2 0,-1 0,1 0,-1 0,1 0,1 1,-1-1,1 0,0 0,0 1,0-1,1 0,0 0,0 1,3-2,0 0,0-1,0 0,1 0,-1 0,1 0,0-1,0 0,0 0,0 0,0 0,0-1,0 0,1 0,-1 0,0-1,1 0,-1 0,0 0,1-1,-1 1,3-2,3 2,0 0,0-1,0 0,0-1,0 0,0-1,0 0,-1-1,1 0,-1 0,0-1,0-1,-1 0,1 0,-1 0,-1-2,1 1,-1-1,0 0,-1 0,0-1,-1 0,1 0,3-9,-6 10,-1 0,0 0,0 0,0 0,-1-1,0 1,-1-1,0 1,0-1,-1 1,0-1,-1 0,0 1,0-1,-1 1,0-1,-1-1,2 8,0 0,-1 0,1 0,-1 1,1-1,-1 0,0 1,0-1,0 1,0 0,0-1,0 1,0 0,0 0,-1 0,1 1,0-1,0 0,-1 1,1 0,-1-1,1 1,0 0,-1 0,1 1,0-1,-1 0,1 1,0-1,-1 1,1 0,0 0,0 0,0 0,-1 0,1 0,0 0,1 1,-1-1,0 1,0 0,1-1,-1 1,1 0,-1 0,1 0,0 0,-1 0,1 0,0 1,1-1,-2 2,-2 4,1-1,0 1,0 0,0 0,1 0,0 1,1-1,0 0,0 1,0-1,1 1,1-1,0 1,0-1,0 1,1-1,0 0,1 0,0 0,0 0,0 0,1-1,1 0,-1 1,1-1,0-1,1 1,-1-1,1 0,1 0,-1-1,7 4,1 1,0-1,1-1,1-1,-1 0,1-1,10 3,33 7</inkml:trace>
  <inkml:trace contextRef="#ctx0" brushRef="#br0" timeOffset="8834.849">8068 1906,'-4'-2,"0"0,-1 0,1 1,-1 0,0 0,1 0,-1 1,0-1,0 1,1 0,-1 0,0 1,0 0,1-1,-1 2,1-1,-1 0,1 1,-1 0,1 0,0 0,0 1,0-1,0 1,0 0,-2 2,0 3,0-1,0 1,1 1,0-1,1 1,-1 0,2 0,-1 0,1 0,1 1,0-1,0 1,0-1,2 1,-1 0,1 0,0 0,2 5,-1-8,-1 0,1 0,1-1,0 1,0 0,0-1,0 0,1 1,0-1,1 0,-1-1,1 1,0 0,1-1,-1 0,1 0,0-1,0 1,1-1,-1 0,1 0,0-1,0 0,0 0,0 0,7 1,-1-2,1-1,0 0,0-1,0 0,-1-1,1-1,0 0,-1-1,1 0,-1-1,0 0,0-1,-1 0,1-1,-1-1,0 1,-1-2,0 1,0-2,0 1,-1-1,0-1,-1 1,0-2,-1 1,0-1,-1 0,1-1,12-30,-2-1,-2 0,-1-1,-3-1,-1 0,-3 0,-1-1,-2 0,-3-27,3-314,-8 338,-1 30,-8 26,4 13,1-1,1 1,1 0,1 1,0-1,2 1,-1 9,2-16,-7 34,3 0,2 0,2 1,2 0,2-1,2 1,2-1,3 0,1 0,3-1,2-1,1 0,3-1,1-1,3-1,24 36,8-20,-54-59,-1 0,1 0,0 0,-1 0,1 0,0 0,0 0,-1 0,1 0,0 0,-1 0,1 0,0 0,-1 0,1-1,0 1,-1 0,1-1,0 1,-1 0,1-1,-1 1,1-1,-1 1,1 0,-1-1,1 0,-1 1,1-1,-1 1,0-1,1 1,-1-1,0 0,1 1,-1-1,0 0,0 1,0-1,0 0,0 0,0 1,0-1,0 0,0 1,0-1,0 0,0 1,0-1,0 0,-1 1,1-1,0 0,-1 0,-1-17,-2 1,0-1,0 1,-2-1,0 2,-1-1,-1 1,-2-3,8 14,-35-65,-3 2,-3 1,-3 2,-45-48,73 90,21 16,64 29,9 7,32 12,91 50,-93-18,-103-70,1 1,-1-1,1 1,-1-1,0 1,0 0,-1 0,1 0,-1 1,0-1,0 0,0 1,-1 0,1-1,-1 1,-1 0,1 0,0-1,-1 1,0 0,0 0,-1 0,1 0,-2 3,-47 93,48-100,1 1,0 0,0-1,0 1,0 0,0-1,1 1,-1-1,0 1,1-1,-1 1,1-1,-1 1,1-1,0 1,0-1,0 0,0 1,0-1,0 0,0 0,0 1,0-1,0 0,1 0,-1 0,0-1,1 1,-1 0,1 0,-1-1,1 1,-1-1,1 0,-1 1,1-1,0 0,1 0,64 4,-59-5,0 0,0 0,-1-1,1 0,0 0,-1-1,0 0,1 0,-1-1,0 0,-1 0,1-1,-1 1,0-2,0 1,0-1,-1 1,0-2,0 1,0 0,-1-1,0 0,0 0,-1 0,0 0,0-1,-1 0,0 1,0-1,-1 0,0 0,0 0,-1 0,0 1,0-1,-1-2,0 6,0 1,0-1,0 0,-1 1,0-1,0 1,0-1,0 1,0 0,-1 0,1 0,-1 0,0 0,0 0,0 1,0 0,-1-1,1 1,0 0,-1 1,0-1,1 1,-1-1,0 1,0 0,0 0,1 1,-1-1,0 1,0 0,0 0,0 0,0 1,0-1,0 1,0 0,0 0,1 1,-1-1,0 1,1-1,-1 1,-2 2,-4 1,1 1,-1 0,1 0,1 1,-1 0,1 1,0 0,1 0,0 0,0 1,1 0,0 1,0-1,1 1,1 0,0 0,0 1,1-1,0 1,0 0,1 0,1 0,0 0,1 0,0 3,1-10,1 1,-1-1,1 1,0-1,0 1,0-1,1 0,0 0,0 0,0 0,0-1,0 1,1-1,-1 0,1 0,0 0,0 0,0-1,1 0,-1 1,0-2,1 1,0 0,-1-1,1 0,0 0,-1 0,1-1,0 0,0 1,2-2,33 1</inkml:trace>
  <inkml:trace contextRef="#ctx0" brushRef="#br0" timeOffset="9086.684">9205 1504,'-20'-9,"-16"-2,-9 6,-4 9,3 14,8 12,14 10,15 7,15 3,8-7</inkml:trace>
  <inkml:trace contextRef="#ctx0" brushRef="#br0" timeOffset="9247.79">9139 2187,'11'13,"15"8,20-1,24-3,30-7,25-14,-9-7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27.8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12,'12'-5,"3"-1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0,'5'0,"8"0,11 0,12 0,17 2,15 1,16 3,13-1,4 2,0-1,-6 0,-13-3,-17-1,-19-1,-18 0,-19-1,-15 0,-7-1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8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1,'7'14,"4"10,3 10,-1 7,-2 5,-11 5,-12 2,-12-1,-8-6,3-12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9.0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1,'9'0,"14"2,22 3,24 3,19 0,15-1,7-2,-2-2,-9-3,-23-3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6.3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33,'4'-3,"0"0,0 0,0 0,0 1,0-1,1 1,-1 0,1 0,-1 1,1-1,0 1,0 0,-1 0,1 1,0-1,0 1,0 0,0 1,0-1,0 1,0 0,-1 0,1 0,0 1,-1-1,1 1,-1 1,1-1,-1 0,0 1,0 0,0 0,0 0,1 3,2 5,0 1,-1 0,-1 0,0 0,-1 1,0-1,-1 1,0 0,-1 0,-1 1,0-1,0 0,-2 1,0 7,4 59,-3-80,0 1,0-1,0 1,0 0,0-1,0 1,0-1,0 1,0 0,0-1,0 1,0-1,0 1,0-1,0 1,1 0,-1-1,0 1,0-1,1 1,-1-1,0 1,1-1,-1 1,1-1,-1 0,0 1,1-1,-1 0,1 1,-1-1,1 0,-1 1,1-1,0 0,-1 0,1 0,-1 1,1-1,-1 0,1 0,0 0,-1 0,1 0,-1 0,1 0,0 0,-1-1,1 1,-1 0,1 0,-1 0,1 0,0-1,-1 1,1 0,26-26,-6-3,-2-1,-1 0,-2-2,-1 0,10-30,11-24,-36 86,1 0,-1 1,0-1,0 0,0 0,1 0,-1 0,0 0,0 0,1 1,-1-1,0 0,0 0,1 0,-1 0,0 0,1 0,-1 0,0 0,0 0,1 0,-1 0,0 0,0-1,1 1,-1 0,0 0,0 0,1 0,-1 0,0 0,0-1,0 1,1 0,-1 0,0 0,0-1,0 1,1 0,-1 0,0 0,0-1,0 1,0 0,0 0,0-1,0 1,0 0,0 0,1-1,-1 1,0 0,0 27,0-23,0 3,11 116,-9-118,-1 0,0-1,1 0,0 1,0-1,0 0,0 0,1 0,0 0,0-1,0 1,0-1,0 1,1-1,-1 0,1 0,0-1,0 1,0-1,0 0,1 0,-1 0,0-1,1 1,1-1,-3 0,0 0,0-1,1 0,-1 1,0-1,0 0,0-1,0 1,1-1,-1 1,0-1,0 0,0 0,0 0,0 0,0-1,-1 1,1-1,0 0,-1 0,1 0,-1 0,0 0,1 0,-1-1,0 1,0-1,-1 1,1-1,0 0,-1 0,0 0,0 0,1-1,2-8,0-1,-1 0,0-1,-1 1,0-1,-1 1,-1-7,-1-20,1 138,3-86,0 0,0 0,1-1,0 0,1 0,0 0,1 0,0-1,6 8,4 3</inkml:trace>
  <inkml:trace contextRef="#ctx0" brushRef="#br0" timeOffset="380.494">856 314,'0'9,"1"0,0 0,1 0,0 0,0-1,0 1,1-1,1 1,0-1,0 0,0 0,1-1,0 0,3 4,-5-8,0 1,0-1,0 0,0 0,1 0,0 0,-1-1,1 1,0-1,0 0,0 0,0 0,1-1,-1 0,0 1,1-2,-1 1,1 0,-1-1,1 0,-1 0,1 0,-1-1,1 1,-1-1,1 0,-1 0,0-1,1 1,1-1,-1-1,0 1,1-1,-1 0,0 0,0-1,-1 1,1-1,-1 0,1 0,-1-1,-1 1,1-1,-1 0,1 0,-1 0,-1 0,1 0,-1-1,0 0,0 1,-1-1,1 0,-1 0,0 1,-1-1,0 0,0 0,0 0,0 0,-1 0,0 0,-1 0,1 1,-1-1,0 0,0 1,-1-1,1 1,-1 0,-1 0,1 0,-1 0,1 1,-2 0,1 1,-1-1,1 1,-1 0,0 0,0 1,-1-1,1 1,0 0,-1 1,1-1,-1 1,0 0,1 1,-1-1,0 1,1 0,-1 1,0-1,1 1,-1 0,1 0,-1 1,1 0,-1 0,1 0,0 1,0-1,0 1,0 0,1 1,-1-1,1 1,-3 3,-5 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1.6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303 855,'-16'-7,"-1"-1,1 2,-2 0,1 1,-1 1,0 1,-5-1,16 4,-1-1,1 1,0 0,-1 0,1 1,0-1,-1 2,1-1,0 1,0 0,0 1,0 0,1 0,-1 0,1 1,0 0,0 0,0 1,0 0,4-4,0 1,0-1,1 1,-1 0,0 0,1 0,0 0,-1 0,1 0,0 0,0 0,0 0,0 1,1-1,-1 0,1 0,-1 1,1-1,0 1,0-1,0 0,0 1,0-1,0 1,1-1,-1 0,1 1,0-1,0 0,0 0,0 0,0 1,0-1,0 0,1 0,-1-1,1 1,-1 0,1 0,0-1,0 1,0-1,0 1,0-1,1 1,8 2,0-1,1 1,-1-2,1 0,0 0,-1-1,1 0,0-1,0-1,-1 0,1 0,0-1,-1-1,1 0,-1 0,0-1,0-1,0 0,-1 0,1-1,0-1,-1 0,-1 1,0-1,0-1,-1 0,0 0,-1 0,0-1,0 0,0-1,-2 1,1-1,-1-1,0 1,-1 0,0-1,-1 0,0 0,-1 0,0-1,-1 1,0 0,-1-10,-1-12,-1 0,-1 0,-2 0,-2 0,0 1,-3 0,-3-7,-21-34,34 73,0-1,0 1,0-1,0 1,-1-1,1 1,0-1,0 1,-1-1,1 1,0-1,-1 1,1-1,0 1,-1 0,1-1,0 1,-1 0,1-1,-1 1,1 0,-1 0,1-1,-1 1,1 0,-1 0,1 0,-1 0,1 0,-1 0,0 0,1 0,-1 0,1 0,-1 0,1 0,-1 0,1 0,-1 0,1 0,-1 1,1-1,-1 0,1 0,-1 1,1-1,-1 0,1 1,-9 26,7 14,3-1,0 1,3-1,2 1,1-1,2-1,12 35,-17-62,-1 0,13 52,4 0,20 44,-39-106,-1-1,0 1,1-1,-1 1,1 0,0-1,0 1,-1-1,1 1,0-1,0 0,0 1,0-1,1 0,-1 0,0 1,1-1,-1 0,0 0,1-1,-1 1,1 0,0 0,-1-1,1 1,-1-1,1 1,0-1,-1 0,1 0,0 0,0 0,-1 0,1 0,0 0,-1 0,1-1,0 1,-1-1,1 1,0-1,-1 1,1-1,12-9,0-1,-1-1,0 0,-1 0,0-1,-1-1,0 0,-2 0,3-2,0 1,-2-2,0 1,-1-2,-1 1,0-1,-1 0,-1-1,-1 1,0-8,-18 66,2 78,11-114,0 0,1 0,-1 0,1 0,0 0,0 0,1 0,-1-1,1 1,0 0,0-1,0 1,0-1,0 0,1 0,0 0,-1 0,1 0,0-1,1 1,-1-1,0 0,1 0,-1 0,1 0,-1 0,5 0,19 4</inkml:trace>
  <inkml:trace contextRef="#ctx0" brushRef="#br0" timeOffset="250.843">690 428,'12'14,"3"4</inkml:trace>
  <inkml:trace contextRef="#ctx0" brushRef="#br0" timeOffset="517.689">1132 668,'-8'-5,"0"0,-1 0,1 0,-1 1,0 1,-1 0,1 0,0 0,-1 1,0 1,1-1,-1 2,0-1,0 1,1 1,-1 0,0 0,1 1,-1 0,1 1,-1 0,1 0,0 1,0 0,1 1,-4 2,10-6,0 1,-1-1,1 1,0 0,0 0,1-1,-1 1,0 1,1-1,-1 0,1 0,-1 1,1-1,0 0,0 1,0-1,1 1,-1 0,0-1,1 1,0-1,-1 1,1 0,0-1,1 1,-1 0,0-1,1 1,-1 0,1-1,0 1,0-1,0 1,0-1,1 0,-1 1,0-1,2 2,8 5,0 1,1-2,-1 0,1 0,1-1,0 0,0-2,0 1,1-1,2 1,-1 0,-1 1,1 0,-1 2,-1-1,13 12,-24-20,-1 1,0 0,0 0,0 0,0 0,0 1,0-1,0 0,-1 0,1 0,0 1,-1-1,1 0,-1 1,1-1,-1 1,1-1,-1 1,0-1,0 0,0 1,0-1,0 1,0-1,0 1,-1-1,1 1,0-1,-1 1,1-1,-1 0,1 1,-1-1,0 0,0 0,1 1,-1-1,0 0,0 0,0 0,0 0,-1 0,1 0,0 0,0-1,0 1,-1 0,1-1,0 1,-1-1,1 1,-1-1,-17 9,-1-1,0 0,0-2,-1-1,0 0,0-1,-13 0,28-3,4-1,-1 1,1 0,0-1,-1 1,1-1,-1 0,1 0,0 0,-1 0,1 0,-1 0,1-1,0 1,-1-1,1 0,0 1,-1-1,1 0,0-1,0 1,0 0,0 0,0-1,0 0,-2-9</inkml:trace>
  <inkml:trace contextRef="#ctx0" brushRef="#br0" timeOffset="767.935">1265 695,'-2'23,"-1"18,0 17,1 11,1 11,0 4,0 5,1 0,-2-3,-4-7,-2-11,-2-14,-2-17,-1-20,1-24,4-9</inkml:trace>
  <inkml:trace contextRef="#ctx0" brushRef="#br0" timeOffset="1050.736">1212 1096,'0'-370,"0"363,0 5,-1 0,1 0,-1 0,1 0,0 0,0-1,-1 1,2 0,-1 0,0 0,0 0,1 0,-1 0,1 0,-1 0,1 0,0 0,0 0,0 0,0 0,0 0,0 1,1-1,-1 0,1 1,-1-1,1 1,-1 0,1-1,0 1,0 0,0 0,0 0,-1 0,1 0,0 1,2-1,6 3,0 0,0 1,0 1,-1 0,1 0,-1 1,0 0,0 0,-1 1,0 0,5 2,-12-7,16 9,0 1,-1 0,-1 1,0 1,-1 0,0 1,9 12,-22-25,0 0,0 0,0 0,-1 0,1 1,0-1,-1 0,1 1,-1-1,1 0,-1 1,0-1,0 1,1-1,-1 0,0 1,0-1,0 1,-1-1,1 0,0 1,0-1,-1 1,1-1,-1 0,1 1,-1-1,0 0,1 0,-1 0,0 1,0-1,0 0,0 0,0 0,0 0,0 0,0-1,0 1,-1 0,1 0,0-1,-1 1,0 0,-62 17,47-15,-1 0,1-2,-1 0,1-1,-1-1,-5-1,18-4,23 2,6 1</inkml:trace>
  <inkml:trace contextRef="#ctx0" brushRef="#br0" timeOffset="1349.935">1626 896,'1'2,"0"0,0 0,0 0,0 0,1 0,-1 0,0-1,1 1,-1 0,1-1,0 1,0-1,-1 0,1 1,0-1,0 0,0 0,0 0,0 0,1-1,1 1,82 19,-84-20,1 0,0 0,0 0,0 0,0 0,-1-1,1 1,0-1,0 0,0 1,-1-1,1-1,-1 1,1 0,-1-1,1 1,-1-1,0 0,0 1,1-1,-1 0,-1 0,1-1,0 1,0 0,-1-1,1 1,-1-1,0 0,0-3,-1 0,-1 0,1 0,-1 0,0 0,-1 0,1 0,-1 0,0 1,-1-1,1 1,-1-1,0 1,0 0,-1 0,0 0,0 1,0-1,0 1,0 0,-1 0,0 1,-3-3,-67-28,72 34,1-1,0 0,-1 1,1 0,-1 0,1-1,-1 2,0-1,1 0,-1 0,1 1,0-1,-1 1,1 0,-1 0,1 0,0 0,0 0,-1 0,1 1,0-1,0 1,0 0,0-1,1 1,-1 0,0 0,1 0,0 0,-2 2,3-2,-1 0,1 0,0 0,-1 0,1 0,0 0,0 0,0 0,0 0,1 0,-1 0,0 0,1 0,0 0,-1 0,1 0,0 0,0 0,0-1,0 1,0 0,1-1,-1 1,0 0,1-1,-1 0,1 1,0-1,-1 0,1 0,0 0,1 1,22 14</inkml:trace>
  <inkml:trace contextRef="#ctx0" brushRef="#br0" timeOffset="1912.453">1961 761,'3'22,"1"-1,0 1,2-1,1-1,0 1,2-1,0-1,1 1,1-2,6 7,-16-23,1 1,-1-1,1 0,0-1,0 1,0 0,0 0,0-1,0 0,1 1,-1-1,0 0,1 0,-1 0,1 0,-1 0,1-1,0 1,-1-1,1 0,0 0,-1 0,1 0,-1 0,1 0,0-1,-1 1,1-1,-1 0,1 0,-1 0,1 0,-1 0,0 0,0-1,1 1,-1-1,1-1,8-7,0-1,0 0,-1 0,-1-1,0-1,0 1,-1-1,-1-1,0 0,-1 0,-1 0,0 0,-1-1,0 0,-1 0,-5 22,1 0,1-1,-1 1,1 0,0 0,0 0,1 0,0-1,0 1,1 0,0 0,0-1,0 0,1 1,0-1,0 0,1 0,0 0,0-1,0 1,3 2,-2-5,0 0,0 0,0 0,0-1,0 0,0 0,1 0,-1-1,1 1,-1-1,1-1,-1 1,1-1,0 0,-1 0,1-1,0 1,-1-1,1 0,-1-1,1 0,-1 1,0-2,0 1,4-3,1 0,-1-1,-1 0,1 0,-1-1,0 0,0 0,-1-1,0 0,-1 0,0-1,0 1,0-1,1-5,6-9,-12 48,-3-11,0-7,0 1,1 0,0-1,0 1,1 0,0 0,0 0,1 0,0 0,0-1,1 1,0-1,0 1,1-1,0 1,0-1,5 6,31 4,-19-19</inkml:trace>
  <inkml:trace contextRef="#ctx0" brushRef="#br0" timeOffset="2161.3">2616 521,'0'0</inkml:trace>
  <inkml:trace contextRef="#ctx0" brushRef="#br0" timeOffset="2729.348">2924 173,'-10'67,"2"0,4 0,2 5,1-35,11 441,-9-464,-1-30,-1 0,0 1,1-1,1 1,0-1,1 1,1 0,0 0,1 0,1 0,0 0,1 1,0 0,1 0,1 1,0 0,1 0,3-2,-10 13,0 0,0 1,0-1,0 0,0 1,0 0,1 0,-1 0,0 0,1 0,-1 0,1 0,-1 1,1-1,-1 1,1 0,-1 0,1 0,-1 0,1 0,0 0,-1 1,1-1,-1 1,1 0,-1 0,0-1,1 2,-1-1,0 0,0 0,0 1,0-1,2 3,2 2,0 0,0 0,-1 1,0-1,-1 1,1 1,-1-1,-1 0,1 1,-1 2,24 87,-26-93,0 1,0-1,-1 1,0 0,0-1,0 1,-1 0,1-1,-1 1,0-1,-1 1,1-1,-1 0,1 1,-1-1,-1 0,1 0,-1 0,1-1,-2 2,3-4,0 1,0-1,1 0,-1 0,0 0,0-1,0 1,0 0,0 0,-1 0,1-1,0 1,0 0,0-1,-1 0,1 1,0-1,0 1,-1-1,1 0,0 0,-1 0,1 0,0 0,-1 0,1 0,0 0,-1-1,1 1,0 0,-1-1,1 1,0-1,0 0,0 1,-1-1,1 0,0 0,0 1,0-1,0 0,0 0,1 0,-1 0,0 0,0-1,1 1,-1 0,0 0,1 0,-1-1,1 1,0 0,-1-1,1 1,0 0,0-1,0 1,0 0,0-1,0 1,0-1,0-6,1 0,0 0,0 1,1-1,-1 1,2-1,-1 1,1 0,0 0,0 0,1 0,0 0,0 1,1 0,0 0,1-1,93-83,-97 89,50-30,-50 31,-1 0,0-1,0 1,0-1,1 1,-1 0,0 0,0 0,1 0,-1 0,0 0,0 0,1 0,-1 1,0-1,0 0,1 1,-1-1,0 1,0-1,0 1,0-1,0 1,0 0,0 0,0 0,0-1,0 1,0 0,0 0,-1 0,1 0,0 0,-1 1,1-1,-1 0,1 0,-1 0,1 0,-1 1,0-1,0 0,0 2,3 128,-6-56,3-74,0 0,-1 0,1 0,0 0,0 0,0 0,0 0,0 0,0 1,1-1,-1 0,0 0,0 0,1 0,-1 0,1 0,-1 0,1 0,-1 0,1-1,-1 1,1 0,0 0,0 0,-1-1,1 1,0 0,0-1,0 1,0-1,0 1,0-1,0 1,0-1,0 1,0-1,1 0,9-2</inkml:trace>
  <inkml:trace contextRef="#ctx0" brushRef="#br0" timeOffset="2981.673">3364 334,'-11'16,"1"12,8 6,10-1,3-6</inkml:trace>
  <inkml:trace contextRef="#ctx0" brushRef="#br0" timeOffset="3398.076">3619 454,'17'-76,"-3"-1,-3-1,-4 0,-3-4,-4 78,1 2,-1 0,1 0,-1 0,1 0,-1 0,0 0,0 0,0 0,0 0,0 0,0 0,-1 0,1 0,-1 0,1 0,-1 0,0 1,0-1,0 0,0 0,0 1,0-1,0 0,0 1,-1-1,1 1,-1 0,1-1,-1 1,0 0,1 0,-1 0,0 0,0 0,-2 2,0 0,0 0,0 1,0 0,0-1,0 1,0 0,1 1,-1-1,1 1,0-1,-1 1,1 0,-2 4,-14 16,2 0,1 2,0 0,2 1,1 1,1 0,1 0,2 1,1 0,1 1,1 0,1 0,2 0,1 18,-1-13,2-1,1 0,1 1,2-1,2 0,1 0,1-1,2 0,1 0,1-1,3 1,27 30,-39-60,0-1,-1 1,1-1,0 0,0 1,0-1,0 0,0 0,0 0,0 0,0-1,1 1,-1 0,0-1,0 0,1 1,-1-1,0 0,0 0,1 0,-1-1,0 1,1 0,-1-1,0 0,0 1,0-1,0 0,0 0,2-1,8-7,-1 0,0-1,0-1,-1 0,0 0,-1-1,0 0,-1-1,1-2,1-1,36-57,-46 73,0 0,0 1,0-1,0 0,0 0,0 1,0-1,0 0,0 0,0 1,0-1,0 0,0 0,0 1,0-1,0 0,0 0,1 1,-1-1,0 0,0 0,0 1,0-1,0 0,1 0,-1 0,0 1,0-1,0 0,1 0,-1 0,0 0,0 0,0 1,1-1,-1 0,0 0,0 0,1 0,-1 0,0 0,1 0,-1 0,0 0,0 0,1 0,-1 0,0 0,0 0,1 0,-1 0,0 0,0 0,1 0,-1-1,0 1,0 0,1 0,-1 0,0 0,0 0,0-1,1 1,-1 0,0 0,1 28,-1-26,-2 32,0-25,1 0,0 0,1 0,0 0,0 0,1 0,0 0,0 0,1 0,1 0,-1-1,1 1,1-1,0 0,3 7,-5-14,0 1,0 0,0 0,1-1,-1 1,1-1,-1 0,0 0,1 0,0 0,-1 0,1-1,0 1,-1-1,1 1,0-1,-1 0,1 0,0 0,0-1,-1 1,1-1,0 1,2-2,12-4</inkml:trace>
  <inkml:trace contextRef="#ctx0" brushRef="#br0" timeOffset="3649.905">3913 454,'-5'0,"-1"7,-2 9,-2 6,1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39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207 176,'-8'34,"-1"0,-2 0,-1-1,-3 5,0 0,-110 272,116-280,7-17,9-19,13-30,-1 0,-2-1,-1-1,-3-1,6-22,91-342,-83 328,-26 74,0 0,-1 1,1-1,0 0,0 1,0-1,-1 1,1-1,0 1,0-1,0 1,0 0,0-1,0 1,0 0,0 0,0 0,0 0,0-1,0 2,0-1,0 0,0 0,0 0,0 0,-1 0,1 1,0-1,0 1,0-1,0 0,0 1,0-1,-1 1,1 0,0-1,0 1,-1 0,1-1,0 1,-1 0,1 0,-1 0,1-1,-1 1,1 0,-1 0,0 0,1 0,-1 0,0 0,0 0,0 0,0 0,1 0,-1 0,-1 0,1 0,0 1,17 45,-3 2,-1 0,-3 0,-1 1,-3 0,-1 38,0 31,12 105,-11-200,0-9</inkml:trace>
  <inkml:trace contextRef="#ctx0" brushRef="#br0" timeOffset="254.321">33 443,'18'0,"18"0,16 0,15-2,12-3,4-1,-5-1,-16 0</inkml:trace>
  <inkml:trace contextRef="#ctx0" brushRef="#br0" timeOffset="600.396">728 417,'1'15,"0"1,0-1,2 0,0 0,0-1,2 1,-1-1,2 1,0-2,1 1,0-1,1 0,0 0,1-1,1 0,0 0,1-1,-1-1,2 0,1 0,-12-8,0-1,1 0,-1 1,1-1,0 0,-1 0,1 0,0 0,0 0,-1-1,1 1,0 0,0-1,0 0,0 1,0-1,0 0,0 0,0 0,0 0,0 0,0-1,0 1,0 0,0-1,0 0,-1 1,1-1,0 0,0 0,-1 0,1 0,0 0,-1 0,1-1,-1 1,1 0,-1-1,5-8,-1 1,0-1,-1 0,0 0,-1-1,0 1,0-1,-1 0,-1 1,1-1,-2 0,0 0,0-4,10-74,-10 87,0 0,1 0,-1 1,1-1,-1 0,1 0,0 0,0 1,0-1,0 0,0 1,0-1,0 1,0-1,1 1,-1 0,0-1,1 1,-1 0,1 0,0 0,-1 0,1 0,0 0,0 1,-1-1,1 1,0-1,0 1,0 0,0-1,0 1,1 0,11 2</inkml:trace>
  <inkml:trace contextRef="#ctx0" brushRef="#br0" timeOffset="1485.568">1209 671,'27'-12,"-2"0,0-2,0-1,-1-1,-1-1,15-14,9-37,-46 66,0 0,0 0,0 0,-1 0,1 0,-1 0,0-1,1 1,-1 0,0 0,0-1,-1 1,1 0,0 0,-1 0,1-1,-1 1,0 0,1 0,-1 0,0 0,0 0,-1 0,1 1,0-1,-1 0,1 0,-1 1,1-1,-1 1,0 0,0-1,1 1,-1 0,-1 0,-2-1,1 0,-1 0,0 1,0 0,0 0,0 1,0-1,0 1,-1 0,1 0,0 1,0-1,0 1,0 0,0 1,0-1,1 1,-1 0,0 0,1 1,-1-1,1 1,0 0,0 0,0 0,0 1,1-1,-1 1,1 0,0 0,0 0,0 1,1-1,-1 1,1-1,0 1,1 0,-1 0,1-1,0 1,0 0,0 1,1-1,0 0,0 0,0 0,0 0,1 0,0 0,0 0,0 0,1 0,0 0,0-1,0 1,0-1,1 1,0-1,1 3,7 1,0 0,0-1,0 0,1-1,0 0,0-1,1 0,0-1,-1 0,1-1,1 0,-1-1,0-1,0 0,1-1,-1-1,0 0,1 0,-1-1,12-4,-16 4,-1 0,1 0,-1-1,0 0,0 0,0-1,0 0,-1 0,1-1,-1 0,0-1,-1 1,1-1,-1-1,-1 1,1-1,-1 0,0 0,0 0,-1-1,0 0,0 0,-1 0,0 0,1-8,-1-59,-4 75,0 1,1-1,-1 0,0 0,1 0,-1 1,0-1,1 0,-1 1,1-1,-1 0,1 1,-1-1,1 1,-1-1,1 1,-1-1,1 1,-1-1,1 1,0 0,-1-1,1 1,0-1,0 1,-1 0,1-1,0 1,0 0,0-1,0 1,0 0,0-1,0 1,0 0,0-1,0 1,0 0,1-1,-1 1,0 0,1 0,-3 4,0 1,1 0,0 0,0 0,0 0,1 1,0-1,0 0,1 0,0 0,0 0,0 0,1 0,0 0,0-1,0 1,1-1,-1 1,2-1,-1 0,0 0,1 0,0 0,0-1,0 1,1-1,0 0,-1-1,1 1,4 1,0-2,1 1,0-2,-1 0,1 0,0 0,0-1,0-1,0 0,0 0,0-1,0 0,0-1,0 0,0 0,0-1,5-3,-9 4,0-1,0 0,0 0,-1 0,1-1,-1 0,0 0,0 0,0-1,-1 0,1 0,-1 0,0 0,-1 0,1-1,-1 0,0 0,-1 0,1 0,-1 0,0 0,-1-1,0 1,0 0,0-4,-7-14,-8 35,12-6,0 1,1-1,0 0,0 1,0-1,1 1,0-1,0 1,0-1,1 0,0 1,0-1,0 1,0-1,1 0,0 0,0 0,1 0,-1 0,1 0,0-1,0 1,1-1,-1 0,1 0,0 0,0 0,1-1,-1 0,0 0,1 0,0 0,0-1,0 1,0-1,0-1,0 1,1-1,-1 0,1 0,-1 0,0-1,1 0,-1 0,5-1,-4 1,-1 0,1-1,-1 0,1 0,-1-1,0 1,0-1,1 0,-1-1,-1 1,1-1,0 0,0 0,-1 0,0-1,0 0,0 0,0 0,-1 0,1 0,-1-1,0 1,0-1,-1 0,1 0,-1 0,0 0,-1-1,1 1,-1 0,0-1,0-5,1 5,-1-1,0 1,0-1,-1 1,0-1,0 1,-1-1,0 0,0 1,0-1,-1 1,0 0,-1-3,3 9,0-1,0 1,0-1,0 1,-1 0,1-1,0 1,0-1,-1 1,1 0,0-1,0 1,-1 0,1-1,0 1,-1 0,1 0,-1-1,1 1,0 0,-1 0,1-1,-1 1,1 0,-1 0,1 0,0 0,-1 0,1 0,-1 0,1 0,-1 0,1 0,-1 0,1 0,-1 0,1 0,0 0,-1 1,1-1,-1 0,1 0,-1 0,1 1,0-1,-1 0,1 0,0 1,-1-1,1 0,0 1,-1-1,1 0,0 1,0-1,0 1,-1-1,1 1,0-1,-10 30,10-24,0 0,0-1,0 1,0 0,1 0,0 0,1 0,-1-1,1 1,0 0,0-1,1 1,0-1,0 0,0 0,0 0,1-1,0 1,0-1,0 1,0-2,1 1,0 0,-1-1,1 0,1 0,-1 0,0 0,15 6,-1 0,1-2,1 0,-1-1,1-1,0 0,5-2,41 3,-8-4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7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1,'16'18,"10"13,2 8,-3 2,-6 3,-10-2,-15 0,-14-4,-11-5,-5-9,4-8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1,'0'2,"5"1,5 0,2-1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2.9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11,'-7'-2,"1"-1,7 0,15 1,21 2,22 2,22 0,18 0,9 0,1-1,-7 0,-15-1,-16 0,-28 0,-30 0,-18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9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0,'12'89,"3"0,8 16,-22-101,-1-3,0 0,0 0,-1 1,1-1,0 0,0 0,0 0,0 0,1 0,-1 0,0 0,0 1,1-1,-1 0,0 0,1 0,-1 0,1 0,0 0,-1 0,1-1,0 1,-1 0,1 0,0 0,0-1,0 1,0 0,0-1,0 1,0-1,0 1,0-1,0 1,0-1,0 0,0 1,0-1,0 0,0 0,0 0,0 0,1 0,-1 0,0 0,0 0,0-1,0 1,0 0,0-1,7-7,-1-1,0 0,0 0,-1-1,-1 0,1 0,-1 0,2-9,0 2,53-148,-54 192,-7 18,-1-27,2-1,0 0,1 1,1-1,0 0,5 15,-7-30,1-1,-1 1,1-1,-1 1,1-1,0 1,-1-1,1 0,0 1,0-1,0 0,0 0,0 0,0 0,1 0,-1 0,0 0,0 0,1 0,-1 0,1-1,-1 1,1 0,-1-1,1 0,-1 1,1-1,-1 0,1 0,-1 0,1 0,0 0,-1 0,1 0,-1 0,1-1,-1 1,1 0,-1-1,1 0,-1 1,1-1,-1 0,0 0,1 0,-1 0,0 0,0 0,0 0,1 0,10-11,-1-1,0 0,-1-1,0 0,-1 0,-1-1,0 0,-1-1,0 1,-2-1,0-1,1-6,10-24,-12 80,-8 22,2 79,3-127,0 0,1 1,-1-2,2 1,-1 0,1 0,0-1,0 1,1-1,-1 0,2 0,-1 0,1-1,-1 1,2-1,-1 0,1 0,21 14</inkml:trace>
  <inkml:trace contextRef="#ctx0" brushRef="#br0" timeOffset="301.202">708 213,'13'-4,"0"1,0 0,0 0,0 1,0 1,0 0,0 1,9 1,-18-1,1 1,-1-1,1 1,-1 1,1-1,-1 0,0 1,0 0,0 0,0 0,0 1,0-1,0 1,-1 0,1 0,-1 0,0 0,0 1,0-1,-1 1,1 0,-1 0,0 0,0 0,0 0,0 1,1 11,0 1,-1-1,-1 1,-1-1,0 1,-1-1,-1 1,0-1,-1 0,-1 1,-1-1,-1 1,-10 54,14-62,-2 11,0 1,2 0,0 0,1 0,2 16,-1-37,-1 1,1 0,0 0,0 0,-1 0,1-1,0 1,0 0,0 0,0 0,0 0,0 0,0-1,0 1,1 0,-1 0,0 0,0-1,1 1,-1 0,0 0,1 0,-1-1,1 1,-1 0,1-1,-1 1,1 0,0-1,-1 1,1-1,0 1,-1-1,1 1,0-1,0 0,0 1,-1-1,1 0,0 0,0 1,0-1,-1 0,1 0,0 0,0 0,0 0,0 0,0 0,-1 0,1-1,0 1,0 0,0 0,0-1,-1 1,1 0,0-1,0 0,5-10</inkml:trace>
  <inkml:trace contextRef="#ctx0" brushRef="#br0" timeOffset="546.545">735 468,'16'-5,"16"-3,17-3,12-2,6 2,3-1,-5 1,-12-1,-15 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1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19,'13'-2,"13"-3,5-1,-3 1</inkml:trace>
  <inkml:trace contextRef="#ctx0" brushRef="#br0" timeOffset="249.333">296 32,'2'0,"3"0,6 0,4-2,1-1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8.7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8,'4'-1,"-1"-1,1 1,0 0,0 0,0 1,0-1,0 1,0-1,0 1,0 1,0-1,0 1,0-1,0 1,0 0,0 0,0 1,0-1,-1 1,1 0,-1 0,1 0,-1 1,0-1,0 1,0-1,0 1,0 0,0 0,0 3,6 12,-1 0,0 1,-2 0,0 0,-1 1,-1 0,-1-1,-1 2,-1-1,0 0,-2 0,0 4,1 10,0-34,-1 1,1-1,-1 1,1 0,0-1,0 1,0 0,-1-1,1 1,0 0,0-1,0 1,0 0,0-1,0 1,0 0,0 0,0-1,0 1,1 0,-1-1,0 1,0 0,1-1,-1 1,0-1,1 1,-1 0,1-1,-1 1,0-1,1 1,0-1,-1 1,1-1,-1 0,1 1,-1-1,1 0,0 1,-1-1,1 0,0 0,-1 1,1-1,0 0,-1 0,1 0,0 0,31-88,-28 71,22-103,-23 155,-3-26,-1 2,0 0,1-1,1 1,-1 0,2-1,-1 1,1-1,1 1,0-1,0 0,1 0,1 0,-1-1,7 10,-9-18,-1 1,1-1,-1 0,1 1,-1-1,1 0,0 0,0 0,0 0,-1-1,1 1,0 0,0-1,0 1,0-1,0 0,0 0,0 0,0 0,0 0,0 0,0 0,0-1,0 1,0-1,0 1,0-1,0 0,0 0,0 1,0-2,-1 1,1 0,-1 0,1 0,0-1,-1 1,0-1,1 0,47-68,-42 50,-1-1,-1 0,-1 0,0 0,-2 0,0-16,-2 37,-2 15,1 1,1-1,0 1,1-1,1 1,0-1,1 0,1 0,0 0,1 0,0-1,2 1,-1-1,2-1,0 1,0-2,2 1,-1-1,2 0,-1-1,9 7,-10-11,-1-1,1 0,0 0,0 0,1-2,-1 1,1-1,0 0,1-1,-1 0,0-1,1 0,0-1,-1 0,6-1,-13-1,1-1,0-1,0 1,-1-1,1 1,-1-1,0 0,0 0,0 0,0-1,-1 1,1-1,-1 1,0-1,0 0,0 0,-1 0,1 0,-1 0,0 0,0 0,0-1,-1 1,0 0,1-1,2-8,37-153,-39 166,-1 0,0 0,0 0,0 0,1 0,-1 0,0 0,0 0,0 0,1 0,-1 0,0 0,0 0,0 0,1 0,-1 0,0 0,0 0,0 0,1 0,-1 0,0-1,0 1,0 0,0 0,1 0,-1 0,0 0,0 0,0-1,0 1,0 0,0 0,1 0,-1 0,0-1,0 1,0 0,0 0,0 0,0-1,0 1,0 0,0 0,4 21,18 183,-18-171</inkml:trace>
  <inkml:trace contextRef="#ctx0" brushRef="#br0" timeOffset="1311.567">870 436,'0'2,"0"6,0 5,0 8,0 7,0 6,0 3,0 3,0-1,0-3,0-5,2-8,1-10,0-9,2-13,-1-4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49.2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149 214,'-61'618,"57"-593,1-70,-11-165,-20-73,12 109,18 147,2 19,0 0,1 0,0 0,1 0,0 0,0 0,1 0,0 0,0 0,1-2,1 7,0 1,0-1,1 1,-1-1,1 1,0 0,-1 1,1-1,0 0,0 1,0 0,0 0,0 0,0 1,0-1,0 1,0 0,1 0,-1 0,0 1,0 0,0-1,0 1,0 1,0-1,3 2,0-2,360 101,-314-85,-40-10</inkml:trace>
  <inkml:trace contextRef="#ctx0" brushRef="#br0" timeOffset="187.506">2 509,'25'0,"22"0,21-3,19 0,14-2,5-3,-16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0.7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1,'2'2,"10"3,15 1,15-1,16-3,10-5,1-1,-11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1.0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73,'21'0,"24"-4,26-7,20-5,16-5,-10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7.3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0,'18'3,"20"2,15 1,11-1,7-1,-2-2,-10 0,-16-1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7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18,'23'2,"21"1,18-2,18-4,6-4,-4 0,-17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9.5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0,'12'0,"14"2,22 1,21 0,21-1,18-2,13-2,2 0,-19-1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01.4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27,'18'-2,"20"-1,22 0,18-2,14 1,11 0,0 1,-6 1,-19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02.4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0,'293'10,"954"-18,232 6,-1469 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8.6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0 137,'1'-8,"0"1,1-1,0 0,0 1,0-1,1 1,0 0,1 0,-1 0,1 0,1 1,-1-1,1 1,0 0,1 1,-1-1,1 1,6-4,-10 8,-1 0,1 0,-1 1,1-1,0 1,-1-1,1 1,0 0,-1-1,1 1,0 0,-1 0,1 0,0 0,0 1,-1-1,1 0,0 1,-1-1,1 1,-1 0,1-1,-1 1,1 0,-1 0,1 0,-1 0,0 0,1 0,-1 0,0 1,0-1,0 0,0 1,0-1,0 1,0-1,-1 1,1-1,-1 1,1-1,0 2,19 73,-20-76,27 244,-15-200,-12-43,0 0,1 0,-1 0,0 0,1 0,-1-1,1 1,-1 0,1 0,-1-1,1 1,0 0,-1-1,1 1,0 0,0-1,-1 1,1-1,0 1,0-1,0 0,0 1,-1-1,1 0,0 0,0 1,0-1,0 0,0 0,0 0,0 0,0 0,0 0,0 0,-1-1,1 1,0 0,0 0,0-1,0 1,0-1,0 1,-1-1,1 1,0-1,5-5,1-1,-1 0,-1 0,0-1,0 0,0 0,-1 0,0 0,-1-1,0 1,0-1,0 0,-1-4,31-216,-32 269,2 1,2-1,7 30,-10-61,-1 1,0 0,1 0,0-1,1 1,0 0,0-1,1 0,1 0,-1 0,1 0,1-1,-1 0,8 7,-12-14,0 0,1 0,-1 0,1 0,-1-1,1 1,0 0,-1-1,1 0,0 1,-1-1,1 0,0 0,-1 0,1 0,0 0,-1 0,1 0,0-1,0 1,-1-1,1 1,-1-1,1 1,-1-1,1 0,-1 0,1 0,-1 0,1 0,-1 0,0 0,1-1,35-46,-25 25,-1 0,-1 0,-2-1,0-1,-1 0,-1 1,-2-2,0 1,-2-3,-2 29,0-1,0 0,-1 0,1 0,0 0,0 0,-1 0,1 0,0 1,0-1,0 0,-1 0,1 0,0 0,0 0,-1 0,1 0,0 0,0 0,-1 0,1 0,0 0,0 0,-1-1,1 1,-4 13,1 0,0 0,1 1,0-1,1 0,1 1,0-1,0 1,2-1,-1 1,2-1,0 0,0 0,1 0,1-1,0 1,1-1,6 9,14 12</inkml:trace>
  <inkml:trace contextRef="#ctx0" brushRef="#br0" timeOffset="305.184">842 431,'1'-2,"1"0,-1 0,1 0,0 0,-1 0,1 0,0 0,0 1,0-1,0 1,0-1,1 1,-1 0,0 0,1 0,-1 0,1 0,-1 1,3-1,6-3,-1 0,1 1,0 1,1 0,-1 0,0 1,1 1,-1 0,0 0,1 1,-1 0,0 1,0 1,8 2,-17-4,1 0,0 1,-1-1,0 1,1-1,-1 1,0 0,0 0,0 0,0 0,0 0,-1 1,1-1,-1 0,1 1,-1-1,0 1,0-1,0 1,0 0,0-1,-1 1,1 0,-1 0,0 0,0-1,0 1,0 3,-1 1,-1 1,1 0,-2-1,1 1,-1-1,0 0,0 0,-1 0,0 0,-1 0,-193 222,197-228,0-1,0 1,0-1,0 1,0-1,1 1,-1-1,0 1,0 0,0 0,0-1,1 1,-1 0,0 0,1 0,-1 0,1 0,-1 0,1 0,-1 0,1 0,0 0,0 0,-1 0,1 0,0 0,0 0,0 0,0 0,0 1,0-1,1 0,-1 0,0 0,0 0,1 0,-1 0,1 0,-1 0,1 0,-1 0,1 0,-1 0,1-1,0 1,0 0,-1 0,1-1,0 1,0 0,0-1,0 1,0-1,0 1,0-1,0 1,0-1,0 0,0 1,0-1,0 0,1 0,23 1,0-2,0-1,0-1,0-1,0 0,-1-3,23-7,-27 8,47-14</inkml:trace>
  <inkml:trace contextRef="#ctx0" brushRef="#br0" timeOffset="1351.072">1430 257,'2'0,"6"0,1 0</inkml:trace>
  <inkml:trace contextRef="#ctx0" brushRef="#br0" timeOffset="1985.889">1765 43,'9'3,"1"1,-1 0,0 0,0 1,0 0,0 0,-1 1,0 0,0 1,-1-1,0 2,0-1,-1 1,1 0,-2 0,1 1,-1 0,-1 0,2 4,7 16,-2 1,0 1,-3 0,0 0,0 15,10 42,-17-87,0-1,0 0,0 0,0 0,0 1,0-1,0 0,0 0,0-1,0 1,0 0,0 0,0 0,0-1,0 1,0 0,0-1,0 1,0-1,0 1,-1-1,1 0,0 1,0-1,-1 0,1 0,0 1,-1-1,1 0,0 0,-1 0,0 0,1 1,-1-1,1 0,-1 0,0 0,0 0,1 0,-1 0,0 0,0-1,0 1,16-35,-3 0,0-1,-3 0,-1-1,-2 0,-1 0,-2-4,4 1,-5 43,0 126,-3-113,-1-8,0 0,1 0,-1 0,2 1,-1-1,1 0,0 0,0 0,1 0,0 0,0 0,1-1,0 1,0-1,0 1,1-1,0 0,0-1,2 3,-4-7,1 1,0-1,0 0,0 0,0 0,-1 0,1-1,0 1,0-1,1 1,-1-1,0 0,0 0,0-1,0 1,0-1,0 1,0-1,0 0,-1 0,1 0,0 0,0-1,-1 1,2-2,62-48,-49 35,-1-2,0-1,-2 0,0 0,-1-2,-1 1,-1-2,0 1,-2-2,-1 1,0-1,1-13,-9 36,-1 0,1 0,0 0,0 0,0 0,0 0,-1 0,1 0,0 0,0 0,0 0,-1 0,1-1,0 1,0 0,0 0,0 0,0 0,-1 0,1-1,0 1,0 0,0 0,0 0,0 0,0-1,0 1,0 0,0 0,0 0,0-1,0 1,0 0,0 0,0 0,-10 19,4-3,1 0,1 1,1-1,0 1,1 0,1 0,0 0,1 0,1 0,3 16,-2-24,0 0,0 0,1 0,0 0,0-1,1 0,0 1,1-1,0 0,0-1,1 0,0 1,0-2,0 1,1-1,0 0,0 0,1-1,0 0,6 3,30 10,-3-7</inkml:trace>
  <inkml:trace contextRef="#ctx0" brushRef="#br0" timeOffset="2238.727">2901 324,'-3'14,"3"11,4 5,10 4,8 1,6 0,2-1,1-3,-3-3,-6-5,-9-4,-14-3,-15-4,-17-4,-16-8,0-4</inkml:trace>
  <inkml:trace contextRef="#ctx0" brushRef="#br0" timeOffset="2485.669">2915 217,'15'-2,"18"-4,18-2,17-2,12-3,2 0,-8 0,-17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1.5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0,'16'115,"-10"-53,28 166,-33-223,-1 0,1 0,0 0,1 0,-1 0,1 0,0 0,0-1,1 1,0-1,-1 1,1-1,1 0,-1 0,4 3,-5-6,0-1,-1 0,1 0,0 0,0 0,0 0,0-1,0 1,0 0,-1-1,1 0,0 1,0-1,-1 0,1 0,0 0,-1 0,1 0,-1 0,0 0,1-1,-1 1,0 0,1-1,-1 1,0-1,0 1,0-1,-1 0,1 1,0-2,14-25,-1 0,-1 0,-2-2,-1 1,-2-1,0-1,-2 1,-1-6,5-26,-21 248,10-183,0 1,1-1,-1 0,1 1,0-1,0 0,0 1,1-1,-1 1,1-1,0 0,0 0,0 1,0-1,0 0,1 0,-1 0,1 0,0-1,0 1,0 0,0-1,1 1,-1-1,1 0,-1 0,1 0,0 0,0 0,-1 0,2-1,-1 1,0-1,0 0,0 0,0 0,1-1,1 1,4-3,1-1,-1 0,0-1,0 0,-1 0,1-1,-1 0,0 0,0-1,0 0,-1-1,0 1,0-1,-1-1,0 1,0-1,-1 0,0-1,0 1,2-7,-2 4,0 1,-1-1,0 0,-1 0,0-1,-1 1,0-1,-1 1,0-1,-1-2,-3 8,-1 17,-1 3,2 1,0-1,0 1,2 0,-1 0,2 0,0 0,1 0,1 0,0 0,1 0,0-1,1 1,1-1,1 0,0 0,0-1,4 4,10 10</inkml:trace>
  <inkml:trace contextRef="#ctx0" brushRef="#br0" timeOffset="300.198">696 388,'17'-5,"-1"1,1 1,0 0,0 1,1 1,-1 1,0 0,0 2,0 0,8 2,-22-3,0 0,0 0,0 0,0 0,0 1,0-1,-1 1,1 0,-1 0,1 0,-1 0,0 1,0-1,0 0,0 1,0 0,0-1,-1 1,1 0,-1 0,0 0,0 0,0 0,0 0,0 0,-1 0,0 0,1 0,-1 0,0 1,0-1,-1 0,1 0,-1 0,0 1,-2 10,-1-1,0 0,-1 0,0-1,-1 1,-1-1,-4 6,-116 159,126-176,0 0,0 0,0 0,0-1,1 1,-1 0,0 1,1-1,-1 0,1 0,-1 0,1 0,-1 0,1 0,0 1,0-1,-1 0,1 0,0 1,0-1,0 0,0 0,1 0,-1 1,0-1,0 0,1 0,-1 0,1 1,-1-1,1 0,-1 0,1 0,0 0,-1 0,1 0,0 0,0 0,0-1,0 1,0 0,0 0,0-1,0 1,0-1,0 1,0-1,0 1,1-1,-1 1,0-1,0 0,1 0,-1 0,1 0,13 1,0-2,0 1,0-2,0 0,0-1,0-1,-1 0,1-1,10-5,-15 7,65-26,-6-1</inkml:trace>
  <inkml:trace contextRef="#ctx0" brushRef="#br0" timeOffset="556.512">1310 295,'16'4,"15"2,15 2,13-1,11-1,3-1,-3 0,-10 0,-16-2</inkml:trace>
  <inkml:trace contextRef="#ctx0" brushRef="#br0" timeOffset="800.863">1619 80,'-3'25,"0"22,1 19,2 12,3 6,4 0,5-7,1-17</inkml:trace>
  <inkml:trace contextRef="#ctx0" brushRef="#br0" timeOffset="1395.855">2100 121,'-1'31,"1"1,2-1,2 0,0 0,2 0,2 0,0-1,2 0,3 2,-13-29,1 0,-1 0,1-1,0 1,0-1,0 1,0-1,1 1,-1-1,1 1,-1-1,1 0,0 0,0 0,0 0,0 0,0 0,1-1,-1 1,0-1,1 0,-1 1,1-1,-1 0,1 0,0-1,-1 1,1 0,0-1,0 0,-1 1,1-1,0 0,0-1,-1 1,1 0,0-1,0 0,-1 1,1-1,-1 0,1 0,-1-1,1 1,8-10,0 0,-1-1,0 0,-1-1,-1 0,0 0,-1-1,0 0,-1 0,0-1,-2 1,2-8,25-128,-45 196,2 91,12-129,1-1,-1 1,2-1,-1 1,1-1,0 0,0 1,1-1,0 0,0-1,1 1,0 0,0-1,0 0,1 0,0 0,0 0,1-3,-1 1,1-1,0 0,0-1,0 1,0-1,0 0,0-1,1 0,-1 0,1 0,-1 0,1-1,-1 0,1-1,-1 1,1-1,-1-1,0 1,1-1,-1 0,0-1,0 1,0-1,-1 0,1 0,-1-1,1 0,-1 0,0 0,-1-1,1 1,-1-1,0 0,0-1,0 1,-1-1,3-5,4-6,-2 0,0 0,0-1,-2 0,0-1,-1 1,-1-1,-1 0,0-1,-2 0,-16 42,7 3,2 0,1 1,1-1,1 1,1 0,1 0,1 0,3 13,-3-33,1-1,0 1,-1 0,2-1,-1 1,1-1,0 0,0 1,0-1,1 0,0 0,0 0,0-1,0 1,1-1,0 0,0 0,0 0,0 0,1-1,-1 1,1-1,17 6</inkml:trace>
  <inkml:trace contextRef="#ctx0" brushRef="#br0" timeOffset="5062.523">3049 428,'-5'-5,"-1"-3,5-1,9 2,11 1,8 5,9 2,5 1,2 0,-1 0,-6-1,-9 2,-9 1</inkml:trace>
  <inkml:trace contextRef="#ctx0" brushRef="#br0" timeOffset="5513.878">3009 415,'-24'264,"23"-263,1-1,0 1,-1 0,1 0,0-1,0 1,-1 0,1 0,0 0,0-1,0 1,0 0,0 0,0 0,0-1,0 1,0 0,1 0,-1 0,0-1,0 1,1 0,-1 0,1-1,-1 1,0 0,1-1,-1 1,1-1,-1 1,1 0,0-1,-1 1,1-1,0 1,-1-1,1 0,0 1,-1-1,1 0,0 1,0-1,0 0,-1 0,1 0,0 0,0 0,0 0,-1 0,1 0,0 0,0 0,0 0,-1 0,1 0,0-1,0 1,105-81,-103 79,1 0,-1 0,1 0,0 0,0 1,0 0,0 0,0 0,1 0,-1 1,0-1,0 1,0 0,1 0,-1 1,0-1,0 1,0 0,0 0,0 0,0 1,0 0,0-1,0 1,-1 0,1 1,-1-1,0 1,1-1,-1 1,0 0,0 0,2 4,3 6,0 1,-1 0,0 0,-1 1,0 0,-2 0,0 0,0 1,-1-1,-1 1,-1 0,0-1,-1 10,0-21,0 1,0 0,0 0,-1 0,1 0,-1 0,0 0,-1-1,1 1,-1 0,0-1,0 1,0-1,-1 0,0 0,1 0,-1 0,-1 0,1 0,0-1,-1 0,0 0,0 0,0 0,0 0,0-1,-1 0,1 0,-1 0,1 0,-1-1,0 1,-2-1,-10 2,1 0,-1-2,0 0,1-1,-1 0,0-1,1-1,-1-1,1 0,-9-9,24 11,1 1,0-1,0 1,0-1,-1 1,1-1,0 1,0-1,0 1,0-1,0 1,0-1,0 1,0-1,1 1,-1-1,0 1,0-1,0 1,0-1,1 1,-1-1,0 1,0-1,1 1,-1-1,0 1,1 0,-1-1,1 1,-1 0,0-1,1 1,-1 0,1 0,-1-1,1 1,-1 0,1 0,-1 0,1-1,-1 1,1 0,-1 0,1 0,0 0,17-8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04.6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3049 1262,'8'708,"-4"-487,-10 0,-13 37,-65 614,74-555,16 88,1-37,-21 456,14-128,-32-202,6-163,25-323,-69 942,-15-232,79-671,-10 65,4 1,5 81,7-193,0-8</inkml:trace>
  <inkml:trace contextRef="#ctx0" brushRef="#br0" timeOffset="2166.04">3075 1316,'-10'-18,"2"-1,-1 1,2-1,1-1,0 1,2-1,0 0,1 0,1 0,1 0,0-1,2 1,0 0,2-3,-2-15,4-26,-3 63,0 0,0 0,1 1,-1-1,0 0,1 1,-1 0,1 0,-1-1,0 1,1 1,-1-1,1 0,-1 1,0-1,1 1,-1 0,0-1,0 1,1 1,6 0,83 13,0-3,0-5,55-4,137 11,262 54,-40-49,173 13,-27 53,-612-81,-16-2,1 0,0 2,0 1,-1 1,0 2,-22-7,-1-1,0 1,0 0,0 0,0 0,1 0,-1 0,-1 0,1 1,0-1,0 0,0 0,-1 1,1-1,0 0,-1 1,1-1,-1 1,0-1,1 0,-1 1,0-1,0 1,0-1,0 1,0-1,0 1,-1-1,1 1,0-1,-1 1,1-1,-1 0,0 1,1 0,-3 11,-16 148,3 121,17-122,8 0,22 120,-23-226,35 304,-34 462,29-90,-7-222,-12 439,7-303,-11 195,-17-559,-13 337,4-135,10-203,-13 92,15 28,7-357,-2-38,-1-9</inkml:trace>
  <inkml:trace contextRef="#ctx0" brushRef="#br0" timeOffset="4131.126">4092 126,'0'-2,"0"8,0 16,-3 19,0 16,0 9,1 6,0 1,1-8,0-9,1-15</inkml:trace>
  <inkml:trace contextRef="#ctx0" brushRef="#br0" timeOffset="4431.324">3985 112,'179'174,"-150"-149,-2 1,-1 1,-1 1,-1 2,-2 0,-1 2,-1 0,14 32,-32-59,0 0,0 0,-1 1,1-1,-1 0,-1 1,1-1,-1 1,1-1,-2 1,1-1,0 1,-1-1,0 1,-1-1,1 0,-1 0,0 1,0-1,-1 0,1-1,-1 1,0 0,0-1,-1 0,1 1,-1-1,0-1,0 1,-1-1,1 1,-4 1,-4 2,-1 0,0 0,-1-2,1 1,-1-2,0 0,0 0,0-1,-1-1,1-1,-1 0,1-1,-1 0,1-1,-1-1,-8-2,-27-25,37 13</inkml:trace>
  <inkml:trace contextRef="#ctx0" brushRef="#br0" timeOffset="4711.092">4960 259,'-15'-8,"1"1,-1 0,0 1,-1 0,1 1,-1 1,0 1,0 0,0 1,-1 0,-7 2,19 0,0 0,0 1,0 0,0 0,0 1,0-1,0 1,0 0,1 0,-1 1,1-1,0 1,0 0,0 0,0 1,0-1,1 1,-1 0,1-1,0 2,0-1,0 0,1 1,0-1,0 1,0-1,0 1,0 4,-1 1,1 0,1-1,0 1,0 0,1 0,0 0,1 0,0 0,0 0,1 0,1 0,0 0,0-1,2 4,2 0,0-1,1 1,1-1,0-1,0 0,1 0,1 0,-1-2,2 1,-1-1,2-1,-1 0,1-1,0 0,0-1,1 0,0-1,0-1,0 0,0-1,1-1,-1 0,1-1,0 0,0-1,-1-1,14-2,43-12,-9-5</inkml:trace>
  <inkml:trace contextRef="#ctx0" brushRef="#br0" timeOffset="4895.598">5348 152,'2'19,"3"16,4 12,-1 10,-1 6,-2-1,-2-4,-1-7,-1-11,1-11,1-11</inkml:trace>
  <inkml:trace contextRef="#ctx0" brushRef="#br0" timeOffset="5158.896">5414 112,'-8'-26,"-6"-44,15 69,-1 0,0 0,1 0,-1 0,1 1,-1-1,1 0,-1 0,1 1,0-1,-1 0,1 1,0-1,-1 0,1 1,0-1,0 1,0-1,0 1,-1 0,1-1,0 1,0 0,0-1,0 1,0 0,0 0,0 0,0 0,0 0,0 0,0 0,0 0,0 1,0-1,-1 0,1 0,0 1,0-1,0 1,0-1,0 1,-1-1,2 1,18 8,-1 1,0 1,0 1,-1 0,0 1,-1 1,6 8,-19-19,26 22,-1 0,-2 2,0 1,-2 2,-1 0,-1 1,-2 2,-1 0,-2 1,-1 1,12 36,-27-66,0 0,-1 0,1 1,-1-1,0 0,0 1,-1-1,0 1,0-1,0 0,0 1,-1-1,0 1,0-1,0 0,-1 1,0-1,0 0,0 0,-1 0,0-1,1 1,-2-1,-2 5,-3-2,-1-1,1 0,-1 0,0-1,-1-1,1 1,-1-2,0 1,0-2,-9 2,-81 15,-3-5</inkml:trace>
  <inkml:trace contextRef="#ctx0" brushRef="#br0" timeOffset="7993.036">3530 1770,'0'-3,"0"1,1-1,-1 0,0 0,-1 0,1 0,0 0,-1 1,0-1,0 0,1 0,-2 1,1-1,0 1,0-1,-1 1,1-1,-1 1,0 0,0 0,0 0,0 0,0 0,0 0,-1 0,1 1,-1-1,1 1,-1 0,1 0,-1 0,0 0,1 0,-1 0,0 1,0-1,0 1,0 0,1 0,-1 0,0 0,-3 1,-10 3,0 1,-1 0,2 1,-1 1,1 0,0 1,0 1,1 1,0 0,1 0,0 1,1 1,0 0,-4 7,14-17,-1 1,0-1,1 1,0 0,-1 0,1-1,1 2,-1-1,0 0,1 0,-1 1,1-1,0 0,0 1,0-1,1 1,-1 0,1-1,0 1,0-1,0 1,1 0,-1-1,1 1,0-1,0 1,0-1,0 1,0-1,1 0,1 3,7 3,0-1,1 1,0-2,1 1,0-2,0 1,0-2,0 0,1 0,0-1,0 0,1-2,0 1,17 5,-26-6,123 47,-124-46,1-1,-1 1,1 1,-1-1,0 0,0 1,-1 0,1 0,-1 0,0 0,0 1,0-1,0 1,-1 0,0 0,0 0,0 0,-1 0,0 0,0 0,0 0,0 1,-1-1,0 2,-1 0,0 1,-1-1,0 0,0 0,-1 0,0 0,0-1,-1 1,1-1,-2 0,1 0,0 0,-1 0,0-1,-1 0,1 0,-1 0,0-1,0 0,0 0,-1 0,1-1,-1 0,0 0,0-1,0 0,0 0,0 0,-1-1,1 0,0-1,-1 0,1 0,-1 0,1-1,0 0,-1 0,1-1,-3-1,-26-18,36 20,-1 1,0-1,1 1,-1-1,0 1,1-1,-1 1,1-1,-1 0,0 1,1-1,0 0,-1 0,1 1,-1-1,1 0,0 0,0 1,-1-1,1 0,0 0,0 0,0 0,0 1,0-1,0 0,0 0,0 0,0 0,1 1,-1-1,0 0,0 0,1 1,-1-1,0 0,1 0,-1 1,1-1,-1 0,1 1,0-1,-1 0,1 1,0-1,9-5</inkml:trace>
  <inkml:trace contextRef="#ctx0" brushRef="#br0" timeOffset="8316.731">3730 2185,'8'-7,"1"1,0 1,1 0,-1 0,1 1,0 0,0 1,0 0,0 0,0 1,1 1,-1 0,1 0,0 1,-1 0,-7 0,0 1,0 0,0-1,0 1,0 0,0 0,0 1,0-1,-1 1,1-1,0 1,-1 0,1 0,-1 0,0 0,0 0,0 1,0-1,0 1,0-1,-1 1,1 0,-1-1,0 1,0 0,0 0,0 0,0 0,-1 0,1 0,-1 0,0 0,0 1,0-1,0 0,0 0,-1 0,1 0,-1 0,0 0,0 1,-5 11,0 0,-2-1,1 1,-2-1,0-1,0 0,-1 0,-1-1,0 0,-5 3,-53 68,68-82,0 0,0 0,0 0,0 0,0 0,1 0,-1 0,0 0,1 0,-1 0,0 1,1-1,0 0,-1 0,1 0,0 1,-1-1,1 0,0 1,0-1,0 0,0 0,0 1,0-1,1 0,-1 1,0-1,1 0,-1 0,1 0,-1 1,1-1,0 0,-1 0,1 0,0 0,0 0,0 0,-1 0,1 0,0 0,0-1,1 1,-1 0,0-1,0 1,0 0,0-1,1 1,13 3,1 0,-1-1,0-1,1 0,-1-1,1-1,0 0,6 0,169-5,-141 1</inkml:trace>
  <inkml:trace contextRef="#ctx0" brushRef="#br0" timeOffset="8811.407">3570 2813,'2'-6,"9"-52,-11 56,0 1,0 0,0-1,0 1,0 0,0 0,0-1,-1 1,1 0,0 0,-1-1,1 1,-1 0,1 0,-1 0,0 0,1 0,-1 0,0 0,0 0,0 0,0 0,1 0,-1 0,-1 1,1-1,0 0,0 1,0-1,0 1,0-1,-1 1,1-1,0 1,0 0,-1 0,1 0,0-1,0 1,-1 1,1-1,-10 2,1 0,0 1,0 0,1 1,-1 0,1 1,-1 0,2 0,-1 1,0 0,1 1,-5 5,-39 43,51-53,-1 0,1 0,0 0,0 0,0 0,0 0,0 0,0 0,0 1,1-1,-1 0,1 1,0-1,0 0,0 1,0-1,0 1,0-1,1 0,-1 1,1-1,-1 0,1 0,0 1,0-1,0 0,0 0,1 0,-1 0,0 0,10 7,-1 0,2-1,-1 0,1-1,0 0,0-1,1-1,0 0,0 0,6 0,7 5,10 2,-22-8,1 0,-1 1,0 1,0 0,0 1,-1 1,0 0,0 0,-1 1,0 1,-1 0,1 2,-10-9,0-1,0 1,-1 0,1 0,-1-1,0 1,1 0,-1 0,-1 0,1 1,0-1,-1 0,0 0,0 0,0 0,0 1,0-1,0 0,-1 0,0 0,1 0,-1 0,0 0,-1 0,1 0,0 0,-1 0,0 0,0-1,1 1,-1-1,-1 0,1 1,0-1,-1 0,1 0,-1 0,1-1,-1 1,0 0,-3 0,-11 5,-1 0,0-1,0-2,-1 1,0-2,1-1,-1 0,0-1,0-1,-8-2,-30-6,57 8,-1 0,1 0,-1 0,1 0,0 0,-1 0,1-1,0 1,-1 0,1 0,0 0,-1-1,1 1,0 0,-1 0,1-1,0 1,0 0,-1 0,1-1,0 1,0 0,0-1,-1 1,1 0,0-1,0 1,0 0,0-1,0 1,0-1,0 1,0 0,0-1,0 1,0 0,0-1,0 1,0-1,0 1,0 0,0-1,0 1,0 0,1-1,-1 1,0 0,0-1,0 1,1 0,-1-1,0 1,0 0,1 0,-1-1,0 1,1 0,-1 0,0 0,1 0,-1-1,0 1,1 0,23-13,-24 13,30-12</inkml:trace>
  <inkml:trace contextRef="#ctx0" brushRef="#br0" timeOffset="9064.245">4011 3026,'-12'16,"-3"15,1 12,7 14,7 10,6 10,2 5,-1-11</inkml:trace>
  <inkml:trace contextRef="#ctx0" brushRef="#br0" timeOffset="9478.982">3570 3816,'-12'-7,"0"1,-1 1,1 0,-1 1,0 0,-1 1,1 0,-1 1,-6 0,16 2,-1-1,0 1,1 0,-1 1,1-1,-1 1,1 0,-1 0,1 0,-1 0,1 1,0 0,0 0,0 0,0 1,0-1,0 1,0 0,1 0,0 0,-1 0,1 1,1-1,-1 1,0 0,1 0,0 0,0 0,-1 2,2-1,-1 0,1 0,0 0,0 1,1-1,0 0,0 0,0 1,1-1,-1 0,1 1,0-1,1 0,-1 0,1 0,0 0,1 0,-1-1,1 1,0 0,0-1,0 0,0 0,2 1,99 86,-51-54,-25-19,-1 1,-1 0,-1 2,-1 1,-1 1,-1 1,9 14,-29-36,0 0,0 0,0 0,0 0,-1 0,1 1,-1-1,1 0,-1 1,0-1,0 1,0 0,0-1,-1 1,1 0,-1-1,1 1,-1 0,0 0,0 0,0-1,-1 1,1 0,0 0,-1-1,0 1,0 0,0-1,0 1,0-1,0 1,-1-1,1 0,-1 1,0-1,0 0,0 0,0 0,0 0,-12 2,1 0,-1-1,0 0,0-1,0-1,0-1,0 0,0 0,0-1,0-1,0 0,1-1,-1-1,1 0,-1-1,-95-31,110 36,-1 0,0 0,0 0,0 0,1-1,-1 1,0 0,0 0,0 0,0-1,1 1,-1 0,0 0,0 0,0-1,0 1,0 0,0 0,0-1,0 1,0 0,1 0,-1-1,0 1,0 0,0 0,-1-1,1 1,0 0,0 0,0-1,0 1,0 0,0 0,0-1,0 1,0 0,0 0,-1 0,1-1,0 1,0 0,0 0,-1 0,1 0,0-1,0 1,0 0,-1 0,1 0,0 0,0 0,0 0,-1-1,1 1,0 0,0 0,-1 0,1 0,0 0,0 0,-1 0,1 0,0 0,-1 0,1 0,0 1,21-6,-17 5,25-4</inkml:trace>
  <inkml:trace contextRef="#ctx0" brushRef="#br0" timeOffset="9763.629">3850 4363,'9'8,"1"-2,-1 1,1-1,1-1,-1 1,1-2,0 0,0 0,0-1,1 0,-1-1,1 0,-1-1,8 0,-11-1,-1 0,1 0,0-1,-1 0,1-1,-1 1,1-1,-1-1,0 0,0 0,0 0,0-1,0 0,-1 0,0 0,0-1,0 0,0 0,-1-1,0 0,0 0,2-2,-4 3,-1 0,1 0,-1 0,0 0,0 0,-1 0,1-1,-1 1,-1-1,1 1,-1-1,1 1,-2-1,1 1,-1-1,1 1,-1-1,-1 1,1 0,-1 0,0-1,0 1,-1 0,1 1,-1-1,0 0,-1 1,1-1,-1 1,1 0,-1 1,-1-1,1 0,0 1,-1 0,-1-1,-11-4,0 1,0 0,-1 2,0 0,1 0,-2 2,1 0,0 1,-1 1,1 1,0 1,-1 0,1 1,0 1,0 1,0 0,0 2,1 0,0 1,-2 1,-39 17</inkml:trace>
  <inkml:trace contextRef="#ctx0" brushRef="#br0" timeOffset="10978.41">0 4176,'104'11,"752"-21,-333-4,83 11,-210-47,-162 50,-138 8,-18 18,-74-25,-3-2</inkml:trace>
  <inkml:trace contextRef="#ctx0" brushRef="#br0" timeOffset="11893.535">214 3174,'1'0,"-1"0,0 0,1 0,-1 0,0 0,1 0,-1 0,1 0,-1 0,0 0,1 0,-1 0,1 0,-1 0,0 0,1 0,-1 0,0-1,1 1,-1 0,0 0,1 0,-1-1,0 1,0 0,1-1,-1 1,0 0,0 0,1-1,-1 1,0 0,0-1,0 1,0-1,1 1,-1 0,0-1,0 1,0 0,0-1,0 1,0-1,0 1,0 0,0-1,0 1,0 0,0-1,0 1,-1-1,1 1,0 0,0-1,0 1,0 0,-1-1,1 1,0 0,0 0,-1-1,1 1,0 0,-1 0,1-1,0 1,-1 0,175-32,-125 26,295-23,316 16,-468 13,33-9,-1-9,61-19,-218 27,16-4,0 4,1 3,31 4,6-7,56 10,-167 7,-33-3,-29-12,22 0</inkml:trace>
  <inkml:trace contextRef="#ctx0" brushRef="#br0" timeOffset="12929.285">281 2064,'-3'-6,"18"4,313 33,175-15,407-43,-385 4,-170 21,-345 0,-13-1</inkml:trace>
  <inkml:trace contextRef="#ctx0" brushRef="#br0" timeOffset="16227.083">5722 1983,'0'-4,"2"21,0-8,-1 1,2-1,-1 0,1 0,1 0,0 0,0 0,0-1,1 0,1 0,-1 0,1 0,1-1,-1 0,1-1,0 1,1-1,-1-1,1 1,1-1,-1 0,1-1,-1 0,1-1,0 0,0 0,1-1,-1 0,6 0,-9-1,0-1,1-1,-1 1,0-1,0 0,1-1,-1 0,0 1,0-2,0 1,-1-1,1 0,-1 0,1-1,-1 1,0-1,0 0,-1-1,1 1,-1-1,0 0,0 0,-1 0,1 0,-1-1,0 1,-1-1,1 0,-1 0,-1 0,1 0,0-5,-2-5,0-1,-1 0,-1 0,-1 0,0 1,-1-1,-1 1,-1 0,0 1,-1-1,0 1,-2 0,1 1,-2 0,0 0,-1 1,-7-7,17 17,0 1,-1-1,1 1,-1 0,1-1,-1 1,0 0,0 0,0 0,0 0,0 1,0-1,-1 1,1-1,0 1,-1 0,1-1,-1 1,0 1,1-1,-1 0,0 1,1-1,-1 1,0 0,0 0,0 0,1 0,-1 0,0 1,1-1,-1 1,0 0,1-1,-1 1,0 1,1-1,0 0,-1 1,-1 1,-10 12,1 1,1 0,0 1,1 1,1 0,1 0,-4 13,10-26,-46 125,54-86,5-36</inkml:trace>
  <inkml:trace contextRef="#ctx0" brushRef="#br0" timeOffset="17066.354">5749 1530,'-2'0,"1"0,6 0,8 0,11 0,14-3,13 0,10-2,5-1,-1 2,-12 0</inkml:trace>
  <inkml:trace contextRef="#ctx0" brushRef="#br0" timeOffset="17875.953">5789 3174,'2'-30,"1"0,2 0,1 0,1 1,3-6,9-16,-18 51,-1 0,1 0,-1 0,1 0,-1 0,1 0,-1 0,1 0,-1 0,1 0,-1 0,1 0,-1 0,1 0,-1 1,1-1,-1 0,0 0,1 0,-1 1,1-1,-1 0,0 1,1-1,-1 0,0 1,1-1,-1 0,0 1,1-1,-1 1,0-1,0 1,0-1,1 1,-1-1,0 1,0-1,0 1,0-1,0 1,0-1,0 1,0-1,0 1,0-1,0 0,0 1,0-1,-1 1,1 0,16 166,-14-97,-1-54,-1 0,0 0,2-1,0 1,1-1,0 1,1-1,6 12,-1-11</inkml:trace>
  <inkml:trace contextRef="#ctx0" brushRef="#br0" timeOffset="18109.328">5682 2693,'-9'-5,"4"-1,14 0,19 1,23 2,23-1,18 0,6 0,-13 2</inkml:trace>
  <inkml:trace contextRef="#ctx0" brushRef="#br0" timeOffset="18796.087">5709 4097,'20'-3,"-11"0,0 1,0 0,0 1,0 0,0 1,0 0,0 0,0 1,0 0,0 1,0-1,0 2,0-1,-1 1,1 1,3 2,-9-2,0 1,0-1,-1 1,0 0,0 0,0 0,0 1,-1-1,0 0,0 1,0-1,-1 1,1-1,-1 1,-1-1,1 0,-1 1,0-1,0 0,-1 1,1-1,-1 0,0 0,-3 5,-97 201,101-209,0 0,0-1,0 1,1 1,-1-1,0 0,1 0,-1 0,1 0,0 0,0 0,0 1,0-1,0 0,0 0,0 0,1 0,-1 0,1 0,0 1,0-1,-1 0,1-1,0 1,1 0,-1 0,0 0,0-1,1 1,-1 0,1-1,0 0,-1 1,1-1,0 0,0 0,0 0,0 0,0 0,0 0,0 0,2 0,16 3,-1 0,1-1,0-1,1-1,-1-1,0-1,0-1,0 0,0-2,8-2,65-26,-60 14</inkml:trace>
  <inkml:trace contextRef="#ctx0" brushRef="#br0" timeOffset="19044.007">5601 3895,'5'-13,"13"-7,16-1,19 5,19 4,15 4,6 8,-12 4</inkml:trace>
  <inkml:trace contextRef="#ctx0" brushRef="#br0" timeOffset="19660.456">5736 5273,'177'-32,"-120"34,-56-2,0 0,1 1,-1-1,0 1,0-1,0 1,0-1,0 1,0-1,-1 1,1 0,0 0,0 0,0-1,-1 1,1 0,0 0,-1 0,1 0,-1 0,1 0,-1 0,1 0,-1 0,0 0,0 1,1-1,-1 0,0 0,0 0,0 0,0 0,0 1,0-1,-1 0,1 0,0 0,-1 0,1 0,0 0,-1 0,1 0,-1 0,0 0,1 0,-1 0,0 0,-8 13,-1 0,0 0,-1-1,0 0,-1-1,0-1,-9 7,-10 10,28-26,2-1,0-1,-1 1,1 0,0 0,-1 0,1 0,0 0,0 0,0 0,0 0,0 0,0 1,0-1,0 0,1 1,-1-1,0 0,1 1,-1-1,1 1,-1-1,1 1,0 0,0-1,0 1,0-1,0 1,0-1,0 1,0-1,1 1,-1-1,1 1,-1-1,1 1,0 0,67 25,-44-22,-22-4,10 1,0 0,-1 1,1 0,-1 1,0 1,0 0,0 0,-1 1,0 0,0 1,0 0,-1 1,0-1,0 2,-1 0,4 4,-11-7,0-1,-1 1,1-1,-1 0,0 1,-1-1,1 1,-1-1,0 1,-1-1,1 0,-1 0,0 0,0 0,0 0,-1 0,0 0,0-1,0 1,-1-1,1 0,-1 0,0 0,0-1,0 1,-1-1,1 0,-1 0,0-1,-1 1,-109 55,57-40</inkml:trace>
  <inkml:trace contextRef="#ctx0" brushRef="#br0" timeOffset="19913.781">5588 5086,'-16'-3,"-7"0,7 0,15 1,21-2,28-3,27-4,24-2,17-2,7 2,-18 3</inkml:trace>
  <inkml:trace contextRef="#ctx0" brushRef="#br0" timeOffset="20545.605">5775 6409,'-2'36,"-2"1,-1-1,-2 0,-5 15,-14 77,25-125,0-1,0 1,1 0,-1 0,1 0,0 0,0 0,0 0,0 0,0 0,1 0,-1 0,1 0,0 0,0 0,0-1,0 1,0 0,1 0,-1-1,1 1,0-1,0 0,0 1,0-1,0 0,0 0,0 0,1-1,-1 1,1 0,0-1,-1 0,4 2,5-4,0 0,1 0,-1-1,0 0,0-1,0 0,0-1,-1-1,1 1,-1-2,0 1,0-1,-1-1,0 0,0 0,-1-1,2-1,10-8,-1 0,0-1,-2-1,0-1,2-4,-33 57,2 1,1 0,2 1,2 0,0 0,3 1,1 0,1-1,3 10,-2 11,0-10</inkml:trace>
  <inkml:trace contextRef="#ctx0" brushRef="#br0" timeOffset="20777.984">5562 6288,'14'-6,"22"-8,26-5,27-4,21-3,15 3,0 6,-22 5</inkml:trace>
  <inkml:trace contextRef="#ctx0" brushRef="#br0" timeOffset="21408.808">5856 7799,'11'16,"9"10,3 5,2-1,-1 0,-5-2,-5 0,-5-1,-9 3,-11-3,-13-3,-11-5,-7-7,-2-11,5-7</inkml:trace>
  <inkml:trace contextRef="#ctx0" brushRef="#br0" timeOffset="21581.351">5775 7679,'16'-9,"15"-6,12-1,14-4,8 0,4 1,2 1,-4 2,-12 3,-14 4</inkml:trace>
  <inkml:trace contextRef="#ctx0" brushRef="#br0" timeOffset="21819.716">5616 7411,'18'-7,"22"-6,24-4,27-3,23-1,12 1,3 4,-11 5,-26 4</inkml:trace>
  <inkml:trace contextRef="#ctx0" brushRef="#br0" timeOffset="22646.108">5963 8735,'-17'7,"0"0,0 1,1 1,0 1,0 0,1 1,1 0,0 2,0-1,-2 6,11-13,0 1,1 0,0 0,0 0,0 0,1 1,0 0,0 0,0-1,1 2,0-1,1 0,0 0,0 0,0 1,1-1,0 1,0-1,1 0,0 1,0-1,1 0,0 0,0 0,1 0,2 6,1-3,0 0,1 0,0 0,0 0,1-1,1-1,-1 1,1-1,1-1,-1 0,1 0,1-1,-1 0,1-1,0 0,0 0,1-1,-1-1,1 0,0-1,0 0,10 0,-19-1,0-1,0 0,0 0,0 0,1 0,-1-1,0 1,0-1,0 0,0 0,0 0,0 0,0 0,-1-1,1 1,0-1,-1 0,1 0,-1 0,1 0,-1 0,0 0,0-1,0 1,0-1,0 1,-1-1,1 0,-1 0,0 0,0 1,0-1,0 0,0-1,-1 1,1 0,-1 0,0 0,0 0,0 0,0 0,-1-1,1 1,-1 0,0 0,0 0,0 0,0 0,0 0,-1 1,0-3,-2 1,-1-1,0 1,0 0,0 0,0 0,0 1,-1 0,1 0,-1 0,0 0,0 1,0 0,-1 1,1-1,0 1,0 0,-1 1,1-1,-1 1,1 1,0-1,-1 1,1 0,0 1,-1-1,1 1,0 0,0 1,1 0,-1 0,0 0,1 0,0 1,0 0,-3 2,-31 44,28-26</inkml:trace>
  <inkml:trace contextRef="#ctx0" brushRef="#br0" timeOffset="22899.422">5695 8521,'19'-5,"23"-3,26-3,23 1,18 1,3 4,-9 1,-21 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44.3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1,'177'13,"918"15,-1003-28,637-11,-680 12,-34 5,-20 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05.6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27,'0'1,"0"-1,0 0,0 0,1 0,-1 0,0 1,0-1,0 0,0 0,1 1,-1-1,0 0,0 0,0 0,0 1,0-1,0 0,0 1,0-1,0 0,0 0,1 1,-1-1,0 0,-1 0,1 1,0-1,0 0,0 0,0 1,0-1,0 0,0 0,0 1,0-1,-1 0,1 0,0 1,0-1,0 0,0 0,-1 0,1 1,0-1,0 0,0 0,-1 0,1 0,0 0,0 0,-1 1,1-1,0 0,0 0,-1 0,1 0,0 0,0 0,-1 0,1 0,0 0,-1 0,1 0,0 0,0 0,-1 0,8 10,0 1,1-1,-1 0,2-1,0 0,0 0,0 0,1-2,0 1,1-1,0-1,5 3,-3-1,29 19,-3-4,-1 1,0 2,-2 2,-1 1,-2 2,27 32,-60-65,-6-6</inkml:trace>
  <inkml:trace contextRef="#ctx0" brushRef="#br0" timeOffset="362.034">379 0,'-18'43,"-214"455,222-479,-18 54,32-68,3-8</inkml:trace>
  <inkml:trace contextRef="#ctx0" brushRef="#br0" timeOffset="879.684">553 522,'-1'7,"1"0,-1 0,1 1,1-1,-1 0,1 1,0-1,1 0,0 0,0 0,0 0,1-1,0 1,1 0,-1-1,1 0,0 0,1 0,-1-1,1 1,1-1,-1 0,0 0,1-1,0 0,0 0,1 0,-1-1,1 0,-1 0,1 0,6 0,-8-2,0 0,0-1,0 0,0 0,0-1,0 1,0-1,0 0,-1 0,1-1,0 1,0-1,-1 0,1-1,-1 1,0-1,0 1,0-1,0-1,0 1,0 0,-1-1,0 0,0 0,0 0,0 0,0 0,-1-1,0 1,1-4,4-6,-2-1,0-1,0 1,-2-1,0 1,0-1,-2 0,0 0,-1-2,1 12,-1 0,0-1,-1 1,1-1,-2 1,1-1,0 1,-1 0,0 0,-1 0,1 0,-1 0,-1 0,1 1,-1-1,1 1,-2 0,1 0,0 1,-1-1,0 1,0 0,0 0,-1 1,1-1,-1 1,0 1,0-1,0 1,0 0,0 0,-1 0,0 1,0 1,-1 0,1 1,0-1,-1 1,1 1,0 0,0 0,0 0,0 1,0 0,0 0,1 1,0-1,0 1,0 1,0-1,0 1,1 0,0 1,0-1,0 1,1 0,0 0,0 1,0-1,1 1,0-1,0 1,1 0,0 0,0 1,1-1,0 0,-1 4,-10 84,10-53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2.0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0,'9'3,"8"4,7 9,7 13,7 12,6 12,3 9,0 6,-2 1,-5-3,-6-5,-6-7,-5-8,-7-9,-4-11,-3-10</inkml:trace>
  <inkml:trace contextRef="#ctx0" brushRef="#br0" timeOffset="254.319">388 41,'-9'9,"-8"17,-10 19,-9 21,-8 15,-6 9,0 4,3-6,7-13,11-19</inkml:trace>
  <inkml:trace contextRef="#ctx0" brushRef="#br0" timeOffset="704.63">481 402,'25'-7,"0"1,0 1,0 1,1 2,21 0,-44 2,-1-1,0 1,1 0,-1-1,0 1,1 1,-1-1,1 0,-1 0,0 1,1-1,-1 1,0 0,0 0,1 0,-1 0,0 0,0 0,0 1,0-1,0 1,-1-1,1 1,0 0,-1-1,1 1,-1 0,0 0,1 0,-1 0,0 1,0-1,0 0,-1 0,1 1,-1-1,1 0,-1 1,1-1,-1 0,0 1,0-1,-1 0,1 1,0-1,-1 1,-5 13,-1-1,0 0,-1-1,-1 0,0 0,-1-1,-1 0,0 0,0-1,-11 8,-6 8,-24 36,51-63,0 0,1 0,-1 0,0 0,1 0,-1 1,1-1,-1 0,1 0,0 0,0 1,-1-1,1 0,0 0,0 1,0-1,0 0,1 0,-1 1,0-1,0 0,1 0,-1 0,1 1,-1-1,1 0,-1 0,1 0,0 0,-1 0,1 0,0 0,0 0,0 0,0 0,0-1,0 1,0 0,0-1,0 1,0-1,0 1,1-1,-1 1,0-1,0 0,1 1,-1-1,0 0,0 0,1 0,-1 0,0 0,0 0,1-1,-1 1,0 0,0 0,0-1,1 1,-1-1,33 1,0-1,0-2,0-1,0-2,27-9,-34 9,88-21,-8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0.4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21,'2'5,"6"8,7 8,12 9,7 7,7 4,5 3,3 0,-1-3,0-4,-3-3,-2-3,-7-5,-4-4,-8-4,-8-5</inkml:trace>
  <inkml:trace contextRef="#ctx0" brushRef="#br0" timeOffset="253.321">362 21,'-4'-9,"-5"0,-2 7,-2 16,-5 19,-5 22,-4 18,-6 12,0 4,2-6,6-8,11-19,6-18</inkml:trace>
  <inkml:trace contextRef="#ctx0" brushRef="#br0" timeOffset="968.297">670 503,'7'-166,"10"50,12 19,-29 97,0-1,1 1,-1 0,0 0,0 0,1 0,-1-1,0 1,1 0,-1 0,0 0,1 0,-1 0,0 0,0 0,1 0,-1 0,0 0,1 0,-1 0,0 0,1 0,-1 0,0 0,1 1,-1-1,0 0,0 0,1 0,-1 0,0 1,1-1,-1 0,0 0,0 1,0-1,1 0,-1 0,0 1,0-1,0 0,0 0,1 1,-1-1,0 0,0 1,0-1,0 0,0 1,0-1,0 0,0 1,0-1,0 0,0 1,0-1,0 0,0 0,0 1,-1-1,1 0,0 1,7 31,-1 2,-2-1,-1 0,-1 12,-1-18,6 359,-7-367,-1-12,1-1,0 1,0 0,1 0,0 0,0 0,0 0,1-1,0 1,1-1,2 7,3-6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8.5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1,'18'9,"22"3,27-1,25-4,22-8,13-3,3-2,-13 0,-27 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7.8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1,'16'36,"-2"1,-1 1,-2 1,-2-1,-1 2,-2-1,0 35,-2-57,2-26,3-26,21-155,-20 166,6 36,51 184,-67-195,1 0,-1 0,0 0,1 0,-1 0,1-1,-1 1,1 0,-1 0,1 0,0 0,-1-1,1 1,0 0,0-1,0 1,-1-1,1 1,0-1,0 1,0-1,0 1,0-1,0 0,0 0,0 1,0-1,0 0,0 0,0 0,0 0,0 0,0 0,0 0,0-1,0 1,0 0,0 0,0-1,0 1,0-1,-1 1,1-1,0 1,0-1,0 1,0-1,-1 0,32-41,-31 42,63-150,-41 86,-17 64,-5 18,-1-17,-2 54,1-40,0 1,0 0,2-1,0 1,0-1,2 1,0-1,1 0,2 5,-2-15,0 0,0 0,1-1,0 1,0-1,0 0,0-1,1 1,-1-1,1 0,0 0,0-1,0 1,0-1,0-1,1 1,-1-1,1 0,-1-1,1 1,-1-1,1-1,-1 1,0-1,1 0,1-1,0 2,18-1</inkml:trace>
  <inkml:trace contextRef="#ctx0" brushRef="#br0" timeOffset="314.15">682 308,'0'5,"-1"-1,0 1,1 0,0 0,0 0,0 0,1 0,-1-1,1 1,1 0,-1 0,1-1,-1 1,1-1,0 0,1 1,-1-1,1 0,0 0,0 0,0-1,0 1,1-1,0 0,-1 1,1-2,0 1,0 0,1-1,-1 0,1 0,-1 0,1-1,-1 1,1-1,0 0,0 0,0-2,0 1,0-1,-1-1,1 1,0 0,-1-1,1 0,-1 0,0-1,0 1,0-1,0 0,0 0,0 0,-1 0,0-1,1 1,-1-1,0 0,-1 0,1 0,-1 0,0-1,0 1,0-1,-1 1,1-1,-1 1,0-1,0-4,0 5,0 0,0 0,-1-1,1 1,-1-1,0 1,-1 0,1-1,-1 1,0 0,0-1,0 1,0 0,-1 0,1 0,-1 0,0 0,-1 0,1 1,-1-1,1 1,-1-1,0 1,0 0,-1 0,1 0,-1 1,1-1,-1 1,0 0,0 0,0 0,-4-1,-2 2,0 1,0 0,0 0,1 1,-1 0,0 1,0 0,0 1,1 0,0 0,-1 1,1 0,0 1,1 0,-1 0,1 1,0 0,1 0,-1 1,-2 3,-9 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39.8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3116 972,'77'16,"-47"-10,74 25,-101-28,1 1,-1 0,0 0,0 0,0 1,-1-1,1 1,-1-1,0 1,-1 0,1 0,-1 0,0 0,0 0,0 0,-1 0,0 0,0 0,0 0,0 0,-1 0,0 0,0 0,0 0,-1 0,0 0,0 0,0-1,0 1,-3 15,-6 33,4 1,1 0,3 0,2 33,-5-48,0-36</inkml:trace>
  <inkml:trace contextRef="#ctx0" brushRef="#br0" timeOffset="251.695">3063 1387,'4'-5,"9"-3,11-3,10-2,12-1,6 2,3 1,0 2,-5 2,-7 3,-8 2,-10 2</inkml:trace>
  <inkml:trace contextRef="#ctx0" brushRef="#br0" timeOffset="547.185">3116 798,'-9'-9,"-3"1,5 5,10 3,17 3,18 1,18-2,19-3,12-5,4 0,-3-2,-17 0</inkml:trace>
  <inkml:trace contextRef="#ctx0" brushRef="#br0" timeOffset="1298.711">3958 678,'-2'0,"1"0,-1 0,0 0,1 1,-1-1,1 1,-1-1,0 1,1 0,-1 0,1-1,0 1,-1 0,1 0,0 1,0-1,-1 0,1 0,0 0,0 1,0-1,0 1,1-1,-1 1,0-1,1 1,-1-1,1 1,-1-1,1 1,0 0,-1 0,-3 60,4-49,2 563,4-424,15 73,-5-73,-5 66,-13-116,2-166,0 39</inkml:trace>
  <inkml:trace contextRef="#ctx0" brushRef="#br0" timeOffset="3180.205">95 156,'-3'1,"1"1,-1-1,1 0,0 1,0 0,0 0,0-1,0 1,0 0,0 0,0 1,1-1,-1 0,1 1,0-1,0 1,0-1,0 1,0-1,0 1,1 0,-1-1,1 1,0 0,-1 0,1-1,1 1,-1 0,1 2,9 239,-1 67,-20 131,6 291,9-631,-5 1,-4 0,-5-1,-8 22,-13 25,32-147,0-1,0 1,0 0,1 0,-1-1,1 1,-1-1,1 1,-1-1,1 1,0-1,0 0,0 0,0 0,0 0,0 0,0-1,0 1,0-1,0 1,0-1,0 0,1 1,-1-1,0 0,0-1,0 1,0 0,1-1,-1 1,0-1,0 1,0-1,1-1,9 2,454-18,111-13,-216 7,138 17,324 29,-614 4,-173-24,1 0,-1-3,0 0,15-5,76-2,121-6,-161 7,-69 5,0 0,1 0,0 2,-1 0,1 2,11 1,-17 0,0-1,1 0,-1-1,1-1,-1 0,1-1,-1-1,13-2,-23 4,1 0,0-1,0 1,0-1,0 0,0 0,-1 0,1 0,0-1,-1 0,1 1,-1-1,0 0,1-1,-1 1,0-1,0 1,-1-1,1 0,-1 0,1 0,-1 0,0-1,0 1,0-1,0 1,0-2,0-10,0-1,-1 1,0-1,-1 0,-1 1,-1-1,0 1,-1 0,0 0,-1 0,-1 0,-2-5,1 0,-58-243,43 161</inkml:trace>
  <inkml:trace contextRef="#ctx0" brushRef="#br0" timeOffset="9742.949">3971 63,'0'-2,"2"-1,8 0,16 1,24 0,33 1,36 1,41-3,42-2,38-4,33-1,25 0,11 3,-1 1,-17 7,-57 4</inkml:trace>
  <inkml:trace contextRef="#ctx0" brushRef="#br0" timeOffset="10558.793">3958 1306,'-7'0,"-4"0,-3 0,-1 0,4 0,11 0,14 0,24 0,27 0,35 0,34 0,33 0,32 0,29 2,27 4,14 0,-38-1</inkml:trace>
  <inkml:trace contextRef="#ctx0" brushRef="#br0" timeOffset="19778.626">5482 1360,'27'-17,"-12"13,0 1,0 0,0 1,0 1,1 1,-1 0,12 2,12-1,-3 1,-1 2,0 2,1 1,-1 1,112 19,-139-26,1 0,-1 1,0 0,0 1,0 0,0 0,0 1,-1 0,1 0,5 5,-6-4,92 16,-21-13,-72-3,-3 0</inkml:trace>
  <inkml:trace contextRef="#ctx0" brushRef="#br0" timeOffset="43115.619">5148 798,'13'24,"-4"-6,-1 0,-1 0,0 1,-2 0,0 0,-1 0,1 19,3 14,-8-52,0 0,0 0,-1 1,1-1,0 0,0 0,0 1,0-1,-1 0,1 1,0-1,0 0,0 1,0-1,0 0,0 0,0 1,0-1,0 0,0 1,0-1,0 0,0 1,0-1,0 0,0 1,1-1,-1 0,0 0,0 1,0-1,0 0,1 1,-1-1,0 0,0 0,0 0,1 1,-1-1,0 0,0 0,1 0,-1 1,0-1,1 0,-1 0,0 0,1 0,-1 0,0 0,0 0,1 0,-1 0,0 0,1 0,-1 0,0 0,1 0,-1 0,0 0,1 0,-1 0,0 0,1 0,-1-1,0 1,0 0,1 0,-1 0,0-1,10-22,58-188,-68 211,12-22,-12 22,0-1,0 1,0 0,0-1,0 1,1 0,-1-1,0 1,0 0,0 0,0-1,0 1,0 0,1 0,-1-1,0 1,0 0,0 0,1 0,-1-1,0 1,0 0,1 0,-1 0,0 0,0-1,1 1,-1 0,0 0,0 0,1 0,-1 0,0 0,1 0,-1 0,0 0,1 0,-1 0,0 0,0 0,1 0,-1 0,0 0,1 0,-1 1,0-1,0 0,1 0,-1 0,0 0,0 0,1 1,-1-1,0 0,0 0,0 1,1-1,-1 0,0 0,0 1,0-1,0 0,0 0,1 1,-1-1,0 0,0 0,0 1,10 115,-9-112,-2 2,1 0,1 0,-1 0,1 1,0-1,1-1,-1 1,1 0,0 0,0-1,1 1,0-1,0 1,0-1,1 0,0-1,-1 1,2-1,0 1,-4-4,1 0,0-1,-1 1,1-1,0 0,0 0,0 1,-1-1,1 0,0-1,0 1,-1 0,1 0,0-1,0 1,-1-1,1 1,0-1,-1 0,1 0,0 0,-1 0,0 0,1 0,-1 0,1 0,-1-1,0 1,1-1,32-45,21-87,-46 107,-3 10,3 44,-7 193,11-169,-5-36</inkml:trace>
  <inkml:trace contextRef="#ctx0" brushRef="#br0" timeOffset="43399.959">5709 932,'17'-5,"-14"2,0 1,1 0,-1 0,1 1,-1-1,1 1,0 0,-1 0,1 0,0 0,0 1,0 0,0-1,0 1,0 1,-1-1,1 0,0 1,0 0,0 0,-1 0,1 1,0-1,-1 1,1 0,-1-1,0 2,1-1,-1 0,0 1,2 2,-1 7,0 1,0 0,-2-1,0 1,0 0,-1 1,0-1,-2 0,1 0,-2 0,0 4,-8 104,14-106,0-6</inkml:trace>
  <inkml:trace contextRef="#ctx0" brushRef="#br0" timeOffset="43643.819">5776 1066,'5'-3,"10"-2,12-3,10-3,9-1,2 1,-1 3,-10 2</inkml:trace>
  <inkml:trace contextRef="#ctx0" brushRef="#br0" timeOffset="43879.7">4947 531,'21'-2,"20"-4,23-2,25-2,18-3,10 0,-1 2,-20 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57.4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1 547,'55'-135,"60"-142,-115 276,0 0,0 0,1-1,-1 1,0 0,0-1,1 1,-1 0,1-1,-1 1,1 0,-1-1,1 1,0 0,0 0,-1 0,1 0,0 0,0 0,0 0,0 0,0 0,0 0,1 1,-1-1,0 0,0 1,1-1,-1 1,0-1,1 1,-1 0,0 0,1-1,-1 1,0 0,1 0,-1 0,0 0,1 1,-1-1,1 0,-1 0,0 1,0-1,1 1,-1 0,7 11,-1 0,0 0,-1 1,-1 0,0 0,-1 1,0 0,1 9,-1-6,0-1,0-7,-2 1,1-1,-1 0,0 1,-1-1,0 1,-1-1,0 1,-1-1,1 1,-2 3,1-11,-1 0,1-1,0 1,-1 0,1-1,0 1,-1-1,0 1,1-1,-1 0,0 0,0 0,0 0,0 0,0 0,0 0,0 0,0-1,0 1,0-1,0 0,0 0,-1 0,1 0,0 0,0 0,0 0,0 0,0-1,0 0,-1 1,1-1,0 0,1 0,-1 0,0 0,-1-1,2 2,1-1,-1 1,1-1,-1 1,1-1,0 0,-1 1,1-1,0 0,-1 0,1 1,0-1,0 0,-1 1,1-1,0 0,0 0,0 1,0-1,0 0,0 0,0 0,1 1,-1-1,0 0,0 1,1-1,-1 0,0 0,1 1,-1-1,0 1,1-1,-1 0,1 1,-1-1,1 1,-1-1,1 1,0-1,-1 1,1-1,0 1,-1 0,1-1,0 1,0 0,35-20,54-11,-73 27,1-1,-1-1,1 0,-2-2,1 1,-1-2,0 0,-1-1,0-1,-1 0,0-1,6-6,-17 13,0 1,0-1,0 0,0 0,-1 0,0 0,0 0,0 0,-1-1,0 1,0-1,0 1,-1-1,1 1,-1-1,-1 0,1 1,-1-1,0 1,0-1,0 1,-1 0,0-1,0 1,0 0,-1 0,0 0,0 1,0-1,0 1,-1 0,0-1,0 1,0 1,0-1,-1 1,1 0,-1 0,0 0,-1-1,4 3,0 1,0-1,0 0,-1 0,1 1,0-1,0 1,-1 0,1 0,0 0,0 0,-1 0,1 0,0 0,0 1,-1-1,1 1,0 0,0-1,0 1,0 0,0 0,0 1,0-1,0 0,1 1,-1-1,0 1,1-1,-1 1,1 0,-1 0,1 0,0-1,0 1,0 0,0 1,0-1,0 0,-2 6,1-1,0 1,0 0,0 0,1 0,1-1,-1 1,1 0,0 0,2 8,1-6,1 1,0 0,0-1,1 0,1 0,0 0,0-1,1 0,0 0,1-1,-1 1,2-2,-1 1,1-1,0-1,1 1,-1-1,1-1,0 0,1-1,-1 0,1 0,0-1,0 0,4 0,50 11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00.9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1 665,'168'-241,"-151"216,-2-1,0-1,-2 0,-1 0,-1-1,-1-1,-2 0,-1 0,-1-1,2-26,-8 53,1-1,-1 1,0 0,0 0,0-1,0 1,0 0,-1 0,0 0,1-1,-1 1,0 0,-1 0,1 0,0 0,-1 1,0-1,0 0,1 1,-2-1,1 1,0-1,0 1,-1 0,1 0,-1 0,0 0,0 1,1-1,-1 1,0-1,0 1,0 0,-1 0,1 1,0-1,0 0,0 1,-1 0,1 0,-1 0,-3 4,-1 0,1 0,0 0,0 1,1 0,0 1,0-1,0 1,0 1,1-1,0 1,0-1,1 1,0 1,0-1,1 1,0-1,0 1,0 0,1 0,1 0,-1 6,-2 5,1 1,1 1,0-1,2 0,0 0,2 1,0-1,1 0,1 0,1-1,1 1,0-1,1 0,2-1,0 1,0-2,2 1,0-1,1-1,1 0,0-1,1 0,1-1,0-1,1 0,0-2,1 1,1-2,6 3,-13-6,1-1,0 0,0-1,1-1,0 0,-1 0,1-2,0 1,1-2,-1 1,0-2,0 0,1 0,-1-2,0 1,0-2,0 0,0 0,0-1,-1-1,0 0,0 0,0-1,0-1,-1 0,0-1,-1 0,2-2,-3 1,0-1,-1 0,-1-1,0 0,0 0,-1 0,0 0,-1-1,-1 0,0-1,0 1,-1 0,-1-1,0 0,0-6,-2 18,0 0,0-1,0 1,0 0,0 0,-1 0,1 0,0 0,-1 0,1 0,0-1,-1 1,1 0,-1 0,0 0,1 1,-1-1,0 0,1 0,-1 0,0 0,0 1,0-1,0 0,0 1,0-1,0 1,0-1,0 1,0-1,0 1,0 0,0-1,-1 1,1 0,0 0,0 0,0 0,0 0,0 0,-1 0,1 0,0 1,0-1,0 0,0 1,0-1,-1 1,-53 26,43-20,0 1,1 1,0 0,0 1,1 0,0 0,1 1,0 0,0 1,2 0,-1 0,-2 9,9-20,0 1,0 0,1 0,-1 0,1-1,-1 1,1 0,0 0,0 0,0 0,0 0,0 0,0 0,0 0,1-1,-1 1,1 0,-1 0,1 0,0-1,0 1,0 0,0 0,0-1,0 1,0-1,0 1,1-1,-1 0,0 1,1-1,-1 0,1 0,0 0,-1 0,1 0,0 0,0-1,-1 1,1-1,0 1,0-1,0 0,0 1,0-1,0 0,8 1,0-1,1-1,-1 1,0-1,0-1,0 0,0 0,0-1,-1 0,1-1,-1 0,0-1,0 0,0 0,0-1,-1 0,0 0,-1-1,1 0,-1 0,0-1,-1 0,0 0,0-1,-1 0,0 1,-1-2,0 1,0-1,1-4,-5-11,-4 35,5-4,-1-1,1 0,0 1,0-1,0 1,1-1,0 0,0 0,0 0,0 0,1 0,0-1,0 1,0-1,1 1,0-1,-1 0,1-1,1 1,-1-1,0 0,1 0,0 0,0 0,11 6,1-1,0 0,1-1,-1-1,1 0,10 0,53 8,-3-5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03.8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0 746,'32'-31,"-2"-1,-2-1,-1-1,-1-2,-2-1,-2-1,-1 0,-2-2,-2 0,-2-1,3-14,-11 36,-2-1,0 0,-1-1,-1 1,-1-1,-1 1,0-1,-2 0,0 1,-2-1,-2-7,5 26,-1 0,1 0,-1 0,0 0,0 0,0 0,0 0,-1 0,1 1,0-1,-1 0,1 1,-1-1,1 1,-1-1,0 1,0 0,0 0,0 0,0 0,0 0,0 0,0 0,0 1,0-1,0 1,0-1,0 1,-1 0,1 0,0 0,0 0,0 0,-1 1,1-1,0 1,0-1,0 1,0 0,0 0,0 0,0 0,0 0,0 0,-1 1,-7 7,0 0,0 0,0 1,1 0,1 0,0 1,0 0,1 1,0 0,1 0,1 0,0 1,-1 3,-7 17,2 0,1 1,2 0,2 0,0 1,3 0,0 0,3 10,0-24,1-1,1 0,1 0,1 0,1 0,0-1,2 1,0-1,1-1,1 0,0 0,2 0,0-1,13 15,-19-27,0 1,0 0,0-1,0 0,1 0,0-1,0 0,1 0,-1 0,1 0,0-1,0 0,0-1,0 0,0 0,0 0,1-1,-1 0,1 0,-1-1,0 0,1-1,-1 1,1-1,-1-1,0 1,1-1,-1-1,0 1,1-2,7-6,-1-1,0 0,0-1,-1-1,-1 0,0-1,-1 0,0-1,-1 0,-1-1,0 0,-1 0,-1-1,-1 0,0 0,-1-1,-1 1,-1-1,0 0,-1-12,-1 26,0 1,-1 1,1-1,-1 0,0 1,1-1,-1 0,-1 1,1-1,0 0,-1 1,1-1,-1 0,0 1,1-1,-1 1,-1-1,0-1,-9 9,6 2,1 0,0 1,0 0,1 0,0 0,1 0,-1 1,2-1,-1 0,1 1,0 0,1-1,1 9,-1-6,1-1,0 1,1-1,1 0,-1 0,2 0,-1 0,1 0,1-1,0 0,0 0,1 0,0 0,0-1,1 0,0 0,0-1,6 4,6 4,0-1,0-1,1 0,1-2,0 0,1-2,14 4,57 17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58.1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509 627,'21'-9,"-1"-1,0-1,-1-1,0 0,-1-1,0-2,-1 1,-1-2,0 0,-1-1,-1-1,-1 0,0-1,-1 0,-1-1,-1 0,-1-1,-1 0,-1 0,0-1,-2 0,0 0,-2 0,1-19,-4 30,0-1,-1 1,-1 0,0-1,0 1,-1 0,0 0,-1 0,-3-5,5 12,1 0,-1 1,0-1,0 1,-1 0,1-1,-1 1,1 0,-1 1,0-1,0 0,-1 1,1 0,0 0,-1 0,1 0,-1 0,0 1,1-1,-1 1,0 0,0 0,0 1,0-1,0 1,0 0,0 0,-2 0,-3 3,0 0,0 1,1 0,-1 0,1 1,0 0,1 1,-1-1,1 1,0 1,1 0,-1 0,1 0,1 0,-1 1,1 0,1 0,-1 1,1-1,1 1,0 0,-1 3,-4 7,2-1,0 1,1 0,1 0,1 0,0 0,1 1,2-1,0 1,1 0,0-1,2 0,1 1,0-1,1 0,1-1,1 1,0-1,2-1,0 1,1-1,0-1,1 0,1 0,1-1,0-1,1 0,1-1,0-1,0 0,1-1,9 5,-18-12,0-1,0 0,0 0,1-1,-1 1,1-2,-1 1,1-1,0 0,-1 0,1-1,0 0,-1-1,1 0,0 0,-1 0,1-1,-1 0,1-1,-1 0,0 0,0 0,0-1,-1 0,1 0,-1-1,0 1,0-1,0-1,0 0,3-6,1 1,-2-1,0-1,0 0,-1 0,-1 0,0-1,0 0,-2 0,0-1,0 1,-2-1,0 0,0-5,-1 18,-1-1,1 1,-1 0,0 0,0-1,0 1,0 0,0 0,0-1,-1 1,1 0,-1 0,0 0,1-1,-1 1,0 0,0 0,-1 0,1 0,0 1,0-1,-1 0,0 0,1 1,-1-1,0 1,1 0,-1-1,0 1,0 0,0 0,0 0,0 0,0 0,-1 1,1-1,0 1,0-1,0 1,-1 0,-1 0,-3 2,0 1,1 0,-1 0,1 0,0 1,0 0,0 0,1 1,0 0,-1-1,2 2,-1-1,0 1,1-1,0 1,1 0,-1 1,1-1,0 1,1-1,-1 1,1 0,1 0,-1 0,1 0,1 0,-1 6,2-7,0 0,0 0,1 0,0 0,0-1,0 1,1-1,0 1,0-1,0 0,1 0,0 0,0-1,0 1,0-1,1 0,-1 0,1-1,0 1,0-1,2 1,10 5,0 0,1-1,0-1,0-1,0 0,4-1,9 2,0-2,1-1,0-1,0-2,0-1,0-2,0-1,-1-1,1-2,-1-1,9-4,15-9</inkml:trace>
  <inkml:trace contextRef="#ctx0" brushRef="#br0" timeOffset="1206.289">1752 587,'-4'-5,"0"0,-1 0,1 1,-1 0,0 0,0 0,0 1,0 0,-1 0,1 0,-1 0,0 1,0 0,0 0,0 1,0 0,0 0,-1 0,1 1,0-1,0 2,-1-1,1 1,0 0,0 0,0 0,0 1,0 0,0 0,0 1,1 0,-1 0,1 0,0 1,0-1,0 1,0 0,0 1,1-1,0 1,-3 4,6-7,0 0,-1 1,1-1,0 0,0 1,1-1,-1 1,0 0,1-1,0 1,-1-1,1 1,0 0,1-1,-1 1,0-1,1 1,-1 0,1-1,0 1,0-1,0 1,0-1,0 0,0 1,1-1,-1 0,1 0,0 0,-1 0,3 1,1 1,0 0,1 0,-1 0,1-1,0 0,0 0,0-1,0 0,1 0,-1 0,0-1,4 1,-2 0,0-1,1 0,-1 0,1-1,-1 0,1-1,-1 0,0 0,1 0,-1-1,0-1,0 1,0-1,0-1,-1 1,1-1,-1 0,0-1,0 0,0 0,-1-1,0 0,0 0,0 0,-1-1,0 1,0-1,-1 0,0-1,3-6,-10 54,7-34,0 1,0-1,1 0,-1 0,1 0,1-1,-1 1,1-1,0-1,0 1,0-1,0 0,1 0,0-1,0 0,0 0,0-1,0 1,1-2,-1 1,1-1,-1 0,8 0,8 2,0 0,1-2,-1-1,0 0,1-2,-1 0,0-2,3-1,-18 3,1 0,-1-1,1 0,-1 0,0 0,0-1,-1-1,1 1,-1-1,0 0,0-1,0 0,-1 0,0 0,0-1,-1 1,0-2,0 1,0 0,-1-1,0 0,2-7,-4 11,-1-1,0 1,0 0,-1 0,1-1,-1 1,0 0,0-1,0 1,-1 0,1-1,-1 1,0 0,0 0,-1 0,1 0,-1 0,0 0,0 0,0 0,-1 1,1-1,-1 1,0-1,0 1,0 0,0 0,-1 1,1-1,-1 1,0-1,1 1,-1 0,0 1,0-1,0 1,-1-1,1 1,0 1,0-1,-7-1,0 0,0 1,0 1,0 0,0 0,0 1,1 0,-1 1,0 0,1 1,-1 0,1 1,0 0,0 1,0 0,1 0,-1 1,1 0,1 1,-1-1,-5 7,13-11,0-1,0 1,0-1,0 1,0-1,0 1,0-1,0 1,1 0,-1 0,1-1,-1 1,1 0,0 0,0 0,-1-1,1 1,0 0,1 0,-1 0,0-1,1 1,-1 0,0 0,1-1,0 1,0 0,-1-1,1 1,0 0,0-1,0 1,1-1,-1 0,0 1,0-1,1 0,-1 0,1 0,-1 0,1 0,-1 0,1 0,0-1,-1 1,1 0,0-1,0 1,0-1,-1 0,3 0,14 5,0-1,1-1,-1 0,1-2,0 0,3-2,94 12,-113-10,0 0,-1 0,1 0,0 1,0-1,-1 1,1-1,-1 1,1 0,-1 0,0 0,0 0,0 1,0-1,0 1,0-1,-1 1,1-1,-1 1,0 0,0 0,0 0,0 0,0 0,0 3,2 80,-3-74,-30 470,26-270,-5-139,9-71,-1 0,0 0,1 0,-1 0,0 0,0 0,-1 0,1 0,0-1,-1 1,1 0,-1-1,1 1,-1-1,0 1,0-1,0 0,0 0,0 0,0 0,0 0,0 0,0 0,0-1,0 1,0-1,-1 0,1 1,0-1,0 0,-8-2,0 0,1 0,-1-1,1 0,0-1,0 0,0 0,0-1,1 0,0-1,0 0,0 0,1-1,-6-6,-6-4,0-1,2-1,0 0,1-2,1 0,1 0,1-2,-3-7,11 20,0-1,1 0,0 0,0 0,2 0,-1 0,1-1,1 1,0-1,1 0,0 1,1-1,0 1,1-1,0 1,1-1,0 1,0 0,4-6,10-10,1 1,1 0,1 2,1 0,1 1,1 1,1 2,21-15,-40 31,275-214,-275 214,-5 3,1 0,-1 0,1-1,0 2,0-1,-1 0,1 0,0 0,0 0,0 0,0 1,0-1,0 0,0 1,0-1,1 1,-1-1,0 1,0 0,0-1,0 1,1 0,-1 0,0 0,0 0,1 0,-1 0,0 0,0 0,1 0,-1 1,0-1,0 0,0 1,0-1,27 102,-26-94,1-1,0 1,0-1,1 0,0 1,1-2,-1 1,1 0,1-1,-1 0,1 0,0-1,0 1,1-1,-1-1,1 1,0-1,1 0,-1-1,5 2,-9-5,0 0,0 0,0 0,0 0,0-1,-1 1,1-1,0 0,0 1,-1-1,1-1,0 1,-1 0,1-1,-1 1,0-1,1 0,-1 0,0 1,0-2,0 1,0 0,0 0,-1-1,1 1,-1-1,28-70,-26 65,-1 0,0 1,-1-1,0 0,0 0,-1 0,1-1,-2 1,1 0,-1 0,-1 0,1 1,-1-1,-1 0,1 0,-1 1,-3-4,3 9,-1 0,1 0,-1 1,1 0,-1 0,0 0,1 0,-1 0,0 1,0 0,0-1,1 1,-1 1,0-1,0 1,0-1,1 1,-1 0,0 0,1 1,-1-1,1 1,0 0,-1 0,1 0,0 0,0 0,0 1,0 0,1-1,-1 1,1 0,-1 0,-1 3,0-1,-1-1,1 1,0 0,0 1,1-1,-1 1,1-1,0 1,1 0,-1 0,1 0,1 0,-1 1,1-1,0 0,0 1,1-1,0 1,0-1,0 1,1-1,0 0,0 1,1-1,0 0,0 0,0 0,1 0,0 0,0 0,0-1,1 1,0-1,0 0,0 0,2-1,0 0,1-1,-1 1,1-1,0-1,0 1,0-1,0-1,0 1,0-1,2 0,34 1</inkml:trace>
  <inkml:trace contextRef="#ctx0" brushRef="#br0" timeOffset="1451.7">3022 52,'-18'0,"-15"0,-12 5,-1 7,3 10,10 10,15 8,18 7,15 6,5-5</inkml:trace>
  <inkml:trace contextRef="#ctx0" brushRef="#br0" timeOffset="1702.03">2955 828,'3'16,"4"10,9 2,10-3,15-6,14-6,10-8,5-9,-11-4</inkml:trace>
  <inkml:trace contextRef="#ctx0" brushRef="#br0" timeOffset="5966.409">67 1644,'-11'20,"-4"19,1 13,2 12,6 6,6 3,8 0,5-5,2-10,-2-13,-4-15,-5-14</inkml:trace>
  <inkml:trace contextRef="#ctx0" brushRef="#br0" timeOffset="6203.291">1 1576,'22'57,"2"-1,3-2,2 0,3-2,2-1,2-2,8 6,1 2,-21-29,-1 2,-1 1,-1 1,-2 1,4 11,-22-42,0 0,0 0,0 0,0 0,0 0,-1 0,1 0,0 0,-1 1,0-1,0 0,1 0,-1 0,-1 1,1-1,0 0,0 0,-1 0,1 1,-1-1,0 0,0 0,0 0,0 0,0 0,0 0,0-1,0 1,-1 0,1-1,-1 1,1-1,-1 1,0-1,0 1,0-1,1 0,-1 0,0 0,0 0,-1-1,1 1,0 0,0-1,0 1,-1-1,-17 4,1-2,-1 0,1-1,-1-1,0-1,1 0,-1-2,1 0,0-1,0-1,-6-3,18 6,1 0,-1-1,0 0,1 0,0 0,0-1,0 0,0 0,0 0,1-1,-3-3,-7-15</inkml:trace>
  <inkml:trace contextRef="#ctx0" brushRef="#br0" timeOffset="6487.446">923 1764,'-7'-6,"0"0,-1 0,0 1,0 0,-1 1,1 0,-1 0,0 1,0 0,0 0,-1 1,1 0,0 1,-1 0,1 1,-1-1,1 2,-1-1,1 2,-1-1,1 1,0 1,0-1,0 2,0-1,0 1,1 0,0 1,-1 0,2 0,-5 5,3-2,1 1,0 0,1 1,0 0,1 0,0 1,0-1,1 1,1 0,0 1,0-1,1 1,1-1,0 1,0 0,1 0,1 0,0 0,1 0,0 0,0 0,1 0,1 0,0-1,1 1,0-1,1 0,0 0,1-1,0 1,0-1,1 0,0-1,1 0,0 0,8 6,2-2,1-1,0-1,1-1,0 0,1-1,0-2,0 0,1-1,-1-1,1-1,0-1,1-1,-1-1,0-1,1-1,-1-1,0 0,0-2,0-1,2-1,39-13</inkml:trace>
  <inkml:trace contextRef="#ctx0" brushRef="#br0" timeOffset="6738.775">1432 1683,'-12'20,"-8"17,-2 12,1 12,5 8,10 2,10-1,9-6,7-7,5-11,0-13,-2-17,-4-18,-7-17,-4-15,-4-2</inkml:trace>
  <inkml:trace contextRef="#ctx0" brushRef="#br0" timeOffset="6982.125">1284 1616,'9'0,"12"7,17 9,12 8,14 10,13 8,5 8,2 7,-6 5,-13 4,-17 1,-24-1,-33-2,-34-6,-40-9,-42-7,-47-11,5-11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01.1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37 334,'-4'16,"-2"14,0 12,4 7,4 2,4 0,3-5,3-8,1-10,-1-10</inkml:trace>
  <inkml:trace contextRef="#ctx0" brushRef="#br0" timeOffset="242.904">24 1,'-11'18,"0"15,9 9,12 4,5-6</inkml:trace>
  <inkml:trace contextRef="#ctx0" brushRef="#br0" timeOffset="460.324">292 575,'18'-8,"0"-1,-1 0,0-1,0-1,-1 0,0-1,-1-1,-1-1,7-7,-19 20,-1 0,1 0,-1 0,1 0,-1 0,0 0,0 0,1-1,-1 1,0 0,0-1,0 1,-1-1,1 1,0-1,0 1,-1-1,1 1,-1-1,1 0,-1 1,0-1,0 0,0 0,1 1,-2-1,1 0,0 1,0-1,-1 0,1 1,0-1,-1 0,0 1,1-1,-1 1,0-1,0 1,0-1,0 1,0 0,0-1,0 1,-1 0,1 0,0 0,-1 0,1 0,-1 0,1 0,-1 0,0 0,-7 2,1 0,-1 0,0 1,1 0,0 0,-1 1,1 0,0 0,0 1,1 0,-1 1,1-1,0 1,0 1,0 0,1 0,-3 3,1-1,0-1,1 2,1-1,-1 1,1 0,1 0,-1 0,-3 10,8-15,-1 0,1-1,0 1,0 0,0 0,1 0,-1-1,1 1,0 0,0 0,0 0,0 0,1 0,0 0,0-1,0 1,0 0,0 0,1-1,0 1,0-1,0 0,0 1,0-1,3 3,3 0,1 1,0-1,1-1,0 0,-1 0,1-1,1 0,-1 0,1-1,-1-1,1 0,0 0,0-1,0-1,51 7</inkml:trace>
  <inkml:trace contextRef="#ctx0" brushRef="#br0" timeOffset="976.939">987 308,'-14'-1,"0"0,0 2,0-1,0 2,1 0,-1 0,0 2,1-1,0 2,0 0,0 0,1 1,-1 1,1 0,1 1,-1 0,-6 7,15-12,0 1,1-1,-1 1,1-1,0 1,0 0,0 0,1 0,0 0,-1 0,1 0,0 0,1 1,-1-1,1 0,0 0,0 1,0-1,1 0,-1 0,1 1,0-1,0 0,1 0,-1 0,1 0,0 0,0-1,2 4,3 4,1-1,1 1,0-1,0-1,1 0,0 0,0-1,1 0,1 0,40 22,-38-23,0 0,-1 1,0 1,0 0,-1 1,0 0,3 5,-14-14,0 0,-1 0,1-1,0 1,0 0,-1 0,1 0,-1 0,1 0,-1 0,1 0,-1 1,0-1,1 0,-1 0,0 0,0 0,0 0,0 1,0-1,0 0,0 0,0 0,0 0,-1 0,1 0,0 1,-1-1,1 0,-1 0,1 0,-1 0,1 0,-1 0,0 0,0-1,1 1,-1 0,0 0,0 0,0-1,0 1,0 0,0-1,0 1,0-1,0 1,-55 17,50-17,0 1,0-1,0 0,0 0,0 0,0-1,0 0,0 0,0-1,0 0,0 0,0 0,0-1,1 1,-1-1,0-1,1 1,0-1,-1 0,1 0,0-1,0 0,1 1,-1-2,0 0,4 3,0 0,1 0,-1 0,1 0,0-1,-1 1,1 0,0 0,0 0,0 0,1 0,-1 0,1-1,-1 1,1 0,-1 0,1 0,0 0,0 0,0 1,0-1,0 0,1 0,-1 1,0-1,1 1,-1-1,1 1,0-1,56-37,54-14,2 5,7 3,-117 44,17-7,68-15,-87 24,0 0,0 0,0 0,0 0,0 1,0-1,0 1,0-1,-1 1,1 0,-1 0,1 0,-1 0,0 0,0 0,0 0,0 0,0 0,0 1,-1-1,1 0,-1 0,1 1,-1-1,0 0,0 1,0-1,0 0,-1 1,1-1,0 0,-1 1,0-1,0 2,0 0,-6 54,4-44,1 0,1 0,0 0,0 0,2 0,-1 0,2 3,-1-15,-1 1,1 0,-1-1,1 1,0-1,0 0,0 1,0-1,0 0,1 1,-1-1,0 0,1 0,0 0,0 0,0 0,-1-1,2 1,-1-1,0 1,0-1,0 0,1 1,-1-1,0 0,1-1,-1 1,1 0,-1-1,1 1,0-1,-1 0,1 0,-1 0,1 0,0 0,-1-1,1 1,-1-1,1 0,1 0,14-10</inkml:trace>
  <inkml:trace contextRef="#ctx0" brushRef="#br0" timeOffset="1194.368">1348 67,'6'21,"10"13,6 10,0-3</inkml:trace>
  <inkml:trace contextRef="#ctx0" brushRef="#br0" timeOffset="1943.411">1601 695,'15'-23,"-1"0,-2 0,0-2,-2 1,0-1,-2-1,-1 0,-1 0,-1 0,-1-1,-1 1,-2-6,0 28,0-2,0 1,0-1,-1 1,0-1,0 0,0 1,0-1,-1 1,0-1,0 1,-1-1,0 1,1 0,-2-1,1 1,-1 0,1 1,-1-1,-2-2,3 7,1 0,0 0,0 0,0 0,-1 0,1 1,0-1,0 0,0 1,0-1,0 1,0-1,-1 1,1 0,1-1,-1 1,0 0,0 0,0 0,0-1,0 1,1 0,-1 0,0 0,1 0,-1 0,1 1,-1-1,1 0,0 0,-1 0,1 0,0 0,0 1,0-1,0 0,0 0,0 0,0 1,0-1,0 0,1 0,-1 0,0 1,1-1,-1 0,3 4,-1 0,1 0,-1 0,1 0,1-1,-1 1,1-1,-1 0,1 0,0 0,1-1,-1 1,1-1,-1 0,1 0,0-1,0 0,0 1,1-2,-1 1,0-1,1 1,4-1,101 19,39 12,-146-30,0-1,0 1,0 0,-1 0,1 1,-1-1,1 1,-1-1,0 1,0 0,0 1,-1-1,1 0,-1 1,0-1,1 1,-2 0,1 0,0 0,-1 0,0 0,1 1,1 95,-4-30,1-67,1 0,-1 0,1 0,0 0,0 0,0 0,0 0,1 0,-1 0,1 0,0 0,0-1,0 1,0-1,0 1,0-1,1 0,-1 0,1 0,-1 0,1-1,0 1,0-1,0 1,0-1,0 0,0 0,0 0,2 0,4 0,0 0,0 0,0-1,0 0,0 0,0-1,0 0,0-1,0 0,0 0,7-4,-1 0,0-1,-1 0,0-1,0-1,0 0,-1-1,-1 0,0-1,0 0,-1-1,0 0,-1-1,-1-1,0 1,-1-1,0-1,-1 1,-1-1,0 0,-1-1,-1 0,0 0,-3 15,-1 0,1-1,-1 1,0 0,1-1,-1 1,0-1,0 1,0 0,0-1,0 1,0-1,-1 1,1-1,0 1,-1 0,1-1,-1 1,1 0,-1-1,0 1,1 0,-1 0,0 0,0 0,0-1,0 1,0 1,-1-2,1 3,0 0,-1 0,1 0,0 1,0-1,0 0,0 1,0-1,0 0,0 1,1-1,-1 1,0 0,1-1,-1 1,1-1,0 1,-1 0,1-1,0 1,0 0,0 0,0 0,-3 23,1 0,1 1,1-1,1 1,2-1,0 1,2-1,1 0,-6-23,1 0,-1 0,0 0,0 0,1 0,-1 1,1-1,0 0,0 0,0 0,0 0,0 0,0-1,0 1,1 0,-1 0,0-1,1 1,0-1,-1 1,1-1,0 0,0 0,0 1,4-5</inkml:trace>
  <inkml:trace contextRef="#ctx0" brushRef="#br0" timeOffset="2194.739">2484 147,'-5'-2,"6"6,9 9,3 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21.4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1184 1,'5'11,"12"6,20 1,21-4,26-4,22-5,13-4,2-2,-8-1,-23-1</inkml:trace>
  <inkml:trace contextRef="#ctx0" brushRef="#br0" timeOffset="-598.731">1238 187,'92'272,"-90"-268,-1 1,1 0,0 0,0 0,0-1,1 1,0 0,0-1,0 0,0 0,1 0,-1 0,1 0,0 0,0-1,4 2,-6-6,-1 0,1 0,0 0,-1 0,1 0,-1-1,1 1,-1 0,0-1,1 1,-1-1,0 0,0 1,0-1,0 0,-1 0,1 0,0 1,-1-1,1 0,-1 0,0 0,1 0,-1 0,0 0,0 0,0 0,-1 0,1 1,13-168,-13 170,1-1,-1 1,0-1,1 1,-1-1,1 1,-1-1,1 0,0 1,-1-1,1 0,-1 1,1-1,-1 0,1 0,0 0,-1 0,1 0,0 1,-1-1,1 0,0 0,-1 0,1-1,-1 1,1 0,0 0,-1 0,1 0,0-1,-1 1,1 0,-1 0,1-1,-1 1,1-1,-1 1,1 0,-1-1,1 1,-1-1,1 1,-1-1,0 1,1-1,-1 1,0-1,0 0,1 1,-1-1,0 1,0-1,0 0,0 1,0-1,0 0,0 1,0-1,0 1,0-1,0 0,0 1,0-1,0 0,0 1,-1-1,1 0,21 83,-20-73,0 0,0 0,1 0,0 0,1-1,0 1,0-1,1 1,4 6,-6-14,-1 1,0-1,1 0,-1 1,1-1,0 0,-1 0,1 0,0 0,-1-1,1 1,0 0,0-1,0 1,0-1,0 0,0 1,0-1,0 0,0 0,-1-1,1 1,0 0,0 0,0-1,0 1,0-1,0 0,-1 0,1 1,0-1,0 0,0-1,55-38,-48 32,-1 0,1-1,-1 1,-1-2,0 1,0-1,-1 0,0 0,0-1,-1 0,-1 0,0 0,1-4,-16 32,10-12,-1 1,1-1,1 0,-1 0,1 0,-1 1,1-1,1 0,-1 0,1 1,0-1,0 0,1 0,-1 0,1 0,0 0,1-1,-1 1,1 0,0-1,0 0,0 0,0 0,1 0,0 0,0-1,0 1,0-1,0 0,1 0,1 0,24 12,-3-5</inkml:trace>
  <inkml:trace contextRef="#ctx0" brushRef="#br0" timeOffset="-315.466">1959 522,'59'-190,"-50"181,-8 36,-1-26,3 230,0-212</inkml:trace>
  <inkml:trace contextRef="#ctx0" brushRef="#br0" timeOffset="-36236.243">75 842,'-75'-49,"96"49,265-5,-227 2,500-25,0 25,127 33,-591-22</inkml:trace>
  <inkml:trace contextRef="#ctx0" brushRef="#br0" timeOffset="-34697.802">47 3196,'21'-3,"15"0,16 0,17 1,19-2,25 0,24-2,26-2,24-1,18-3,11 0,3 1,-9 0,-16 3,-29 1,-33 8,-39 5,-35 2</inkml:trace>
  <inkml:trace contextRef="#ctx0" brushRef="#br0" timeOffset="-33921.849">208 4345,'2'0,"10"0,15 2,22 1,26 1,30-2,32 0,27-1,29-1,21 1,17-1,7 0,-4-1,-14 4,-27 4,-34 8,-44 2</inkml:trace>
  <inkml:trace contextRef="#ctx0" brushRef="#br0" timeOffset="-32748.937">141 5508,'3'0,"4"0,9 0,15 0,22 0,30-2,35-6,36-5,35-3,30-2,22 1,13 3,2 4,-9 6,-16 8,-26 8,-46 2</inkml:trace>
  <inkml:trace contextRef="#ctx0" brushRef="#br0" timeOffset="-35463.779">75 1952,'50'15,"-40"-14,99 6,0-4,65-9,-145 5,1156-76,-1100 73,123-9,1 10,90 14,-195 4,-34 2</inkml:trace>
  <inkml:trace contextRef="#ctx0" brushRef="#br1" timeOffset="12867.354">2628 1832,'19'-4,"0"0,0 2,0 0,0 2,1 0,-1 1,0 0,0 2,12 3,16 4,0-2,0-2,35-1,24-5,86 1,35 11,591 33,-661-37,263 17,2 18,-224-16,1-10,1-8,-17 1,-181-9,-9 0</inkml:trace>
  <inkml:trace contextRef="#ctx0" brushRef="#br1" timeOffset="16032.709">2454 5454,'705'3,"147"74,-331-75,-505-2,43-9,-58 6,1 1,-1-1,0 0,0 0,0 0,0 0,0 0,-1 0,1 0,-1 0,0 0,0 0,0 0,0-1,-1 1,1 0,-1 0,0 0,0 0,0 0,0 1,-1-4,-1-4,-18-75,-38-208,42 105,9-1,14-173,0-345,-14 578,4 87,2 1,1-1,5-32,42-121,-11-15,5 64,-35 128,-5 15,1 0,-1 0,1 0,0 0,0 0,0 0,0 1,0-1,0 0,1 1,0-1,-1 1,1-1,0 1,0 0,0-1,0 1,1 0,-1 1,1-1,-1 0,1 1,-1-1,1 1,0 0,0 0,0 0,-1 0,1 0,3 0,127 12,218 5,-206-7,0-6,43-9,483 1,-661 5</inkml:trace>
  <inkml:trace contextRef="#ctx0" brushRef="#br1" timeOffset="16954.757">6411 1484,'15'28,"-1"2,-2-1,-1 1,-1 1,-1 0,-2 0,-1 1,-2 0,-1 0,-1 0,-2 23,-5 255,1-140,11 96,12-85,6 121,-46-196,13-49,8-65</inkml:trace>
  <inkml:trace contextRef="#ctx0" brushRef="#br1" timeOffset="18236.555">6505 1578,'51'-13,"0"3,1 2,0 2,1 2,-1 3,1 2,-1 2,0 2,0 3,0 2,-1 2,-1 3,21 9,-42-15,0 2,0 1,-1 1,-1 1,0 2,-1 0,-1 2,-1 1,0 1,-1 1,-2 0,0 2,-1 1,-1 0,-2 2,4 7,3 18,-2 1,-3 0,-2 2,-2 0,-3 1,-2 0,-3 1,-2-1,-2 1,-3 1,-5 32,3-57,-2-1,0 1,-3 0,0-1,-2 0,-2-1,0 0,-2-1,-5 7,-3 5,-2-1,-1-1,-2-1,-1-1,-3-1,0-2,-2-1,-2-2,-1-1,-27 17,42-34,-1-2,0 0,-1-2,0 0,-1-2,0 0,0-1,0-2,-1 0,0-2,1 0,-7-2,-3 0,-25-2,0 3,1 3,0 2,-10 4,-90-4,157-7,0 1,0 0,0 0,1 0,-1 0,0-1,0 1,0 0,0 0,1 0,-1-1,0 1,0 0,0 0,0 0,0-1,0 1,0 0,0 0,0-1,0 1,0 0,0 0,0-1,0 1,0 0,0 0,0-1,0 1,0 0,0 0,0 0,0-1,0 1,0 0,-1 0,1 0,0-1,0 1,0 0,0 0,0 0,-1-1,1 1,0 0,0 0,0 0,-1 0,1 0,0 0,0 0,-1-1,12-7</inkml:trace>
  <inkml:trace contextRef="#ctx0" brushRef="#br1" timeOffset="19131.17">7895 2300,'-6'12,"-1"0,2 1,0 0,1 0,0 1,0-1,2 1,0 0,0 0,1 0,1 0,1 8,-1-10,-2-4,1 0,0-1,0 1,0 0,1 0,1 0,-1 0,1 0,1 0,-1 0,1-1,1 1,-1-1,1 1,1-1,-1 0,1 0,0-1,1 1,0-1,0 0,0 0,1 0,0-1,0 0,0 0,4 2,4-1,0-2,1 1,0-2,-1 0,1-1,0 0,1-1,-1-1,0-1,0 0,0-1,0 0,0-1,11-4,-19 5,-1 0,1-1,-1 0,1 0,-1 0,0-1,0 0,-1 0,1 0,-1-1,0 0,0 0,0 0,-1-1,0 1,0-1,0 0,-1 0,0 0,0-1,0 1,-1-1,0 0,-1 0,1 0,-1 1,0-5,1-7,-1-1,-1 1,0 0,-1 0,-2 0,1 0,-2 0,0 1,-2-1,0 0,3 10,-1-1,0 1,0 0,-1 0,0 0,0 1,-1 0,0 0,0 0,0 0,-1 1,0 0,-1 1,1 0,-1 0,0 0,0 1,0 0,-1 1,-5-2,6 3,0 0,0 1,0-1,0 2,0-1,0 1,0 0,0 1,0 0,0 0,0 1,0 0,0 0,0 1,1 0,-1 0,1 1,0 0,0 0,0 0,1 1,-1 0,1 1,1 0,-1-1,1 2,0-1,0 1,0-1,1 1,0 0,1 1,0-1,0 1,0 0,1-1,0 1,1 0,-1 0,2 0,-1 0,1 2,0-5,1 0,-1-1,1 1,0 0,1-1,-1 1,1-1,0 1,0-1,0 0,1 1,-1-1,1 0,0-1,0 1,1-1,-1 1,1-1,18 14</inkml:trace>
  <inkml:trace contextRef="#ctx0" brushRef="#br1" timeOffset="20284.432">8376 2434,'7'-2,"0"0,-1 0,1 0,0 1,0 0,0 1,1 0,-1 0,0 0,0 1,5 1,12 0,121 4,0-5,14-8,293-41,-51 45,254-11,-63-11,-352 22,39-14,-179 13,0 4,84 11,4 1,-129-11,151 7,94 19,-217-9,-88-17,-6 0</inkml:trace>
  <inkml:trace contextRef="#ctx0" brushRef="#br1" timeOffset="21171.126">10608 1204,'-4'14,"8"177,0-125,19 223,-21-368,-2 61,-19-695,5 549,14 164,0-1,1 1,-1-1,1 0,-1 1,0-1,1 1,-1-1,1 1,0-1,-1 1,1 0,-1-1,1 1,-1 0,1-1,0 1,-1 0,1 0,0-1,-1 1,1 0,0 0,0 0,-1 0,1 0,0 0,-1 0,1 0,0 0,-1 0,1 1,0-1,-1 0,1 0,0 1,-1-1,1 0,0 1,-1-1,1 1,-1-1,1 0,-1 1,1 0,-1-1,1 1,-1-1,7 3,40 9,1-2,0-2,0-2,1-3,-1-1,12-4,24 4,-59 0,-25-2,-1 0,1 0,-1 0,1 0,0 0,-1 0,1 0,0 0,-1 0,1 0,-1 1,1-1,0 0,-1 0,1 0,0 1,0-1,-1 0,1 1,0-1,0 0,-1 0,1 1,0-1,0 0,0 1,-1-1,1 0,0 1,0-1,0 1,0-1,0 0,0 1,0-1,0 1,0-1,0 0,0 1,0-1,0 0,0 1,0-1,0 1,0-1,1 0,-1 1,0-1,0 0,0 1,1-1,-1 0,0 1,0-1,1 0,-1 0,0 1,1-1,-1 0,0 0,1 0,-1 1,0-1,1 0,-1 0,0 0,1 0,-1 0,1 0,-26 18,-4 0</inkml:trace>
  <inkml:trace contextRef="#ctx0" brushRef="#br1" timeOffset="21424.449">10623 1337,'13'3,"19"-3,19-2,17-1,11-3,1 0,-9 0,-14 3,-19 0,-16 2</inkml:trace>
  <inkml:trace contextRef="#ctx0" brushRef="#br1" timeOffset="28399.269">11758 4104,'-2'23,"-3"19,-1 13,1 12,-1 7,0 3,-1 0,-1-3,-2-6,-2-10,2-16</inkml:trace>
  <inkml:trace contextRef="#ctx0" brushRef="#br1" timeOffset="28984.734">11692 4345,'4'-50,"-3"11,1 0,2 0,2 1,2 0,1 0,2 0,2 2,13-28,-20 54,0 0,1 0,0 1,1 0,0 0,0 1,1 0,0 1,0 0,1 0,0 1,0 0,1 0,-6 3,1 1,0 0,-1 0,1 0,0 0,0 1,0 0,0 1,0-1,0 1,0 0,0 1,0 0,0 0,0 0,0 0,0 1,0 0,0 0,-1 1,1-1,-1 1,0 0,0 1,4 3,-2-1,0 1,0 1,0-1,-1 1,-1 0,1 1,-1-1,-1 1,1 0,-1 0,-1 0,0 1,0-1,-1 1,0 0,-1 0,0-1,-1 1,0 0,-1 9,0-4,-1 1,0-1,-2 0,1 0,-2 0,0 0,-1-1,-1 1,0-1,0-1,-2 0,-9 13,11-17,-1-1,0 1,-1-1,0-1,0 0,0 0,-1-1,0 0,-1 0,1-1,-1-1,0 0,0 0,0-1,0 0,-1-1,9-1,1-1,0 1,0-1,0 0,-1 1,1-1,0 0,0 0,-1 0,1-1,0 1,0 0,0-1,-1 0,1 1,0-1,0 0,0 0,0 0,0-1,0 1,1 0,-1-1,0 1,1-1,-1 1,1-1,-1 0,1 0,0 0,-1 1,1-1,0 0,1-1,-1 1,0 0,0 0,1 0,0 0,-1-1,1 1,0 0,0 0,0-1,0 1,0 0,1 0,-1 0,1-1,-1 1,1 1,0-1,-1 1,1 0,-1-1,1 1,0 0,0 0,0-1,0 1,0 0,0 0,0 0,0 0,1 0,-1 1,0-1,0 0,1 0,-1 1,0-1,1 1,-1-1,1 1,-1 0,1-1,-1 1,1 0,-1 0,1 0,-1 0,1 0,-1 1,1-1,-1 0,0 1,1-1,-1 1,1-1,-1 1,46 40,14 69,18 25,-73-127,1-1,0 0,0 0,1 0,0-1,0 0,0 0,1-1,0 0,0-1,0 0,0 0,1-1,6 1,-4-2,0 0,0-1,1 0,-1-1,0-1,0 0,0 0,0-1,0-1,0 0,0-1,-1 0,0 0,1-1,-2-1,1 0,-1-1,0 0,0 0,-1-1,0 0,0-1,-1 0,0 0,0-1,-1 0,-1 0,2-4,-5 9,-1 0,0 0,-1 0,1 0,-1 0,0 0,0-1,-1 1,1 0,-1-1,-1 1,1 0,-1-1,0 1,0 0,0 0,-1-1,1 1,-1 0,-1 1,1-1,-1 0,0 1,0-1,0 1,0 0,-1 0,0 0,1 0,-2 1,1-1,0 1,-1 0,1 1,-1-1,0 1,0 0,0 0,0 0,0 1,0 0,-1 0,1 0,0 0,-1 1,1 0,0 0,-1 1,0-1,1 2,0 0,-1 0,1 0,0 0,0 1,0 0,0 0,0 0,1 0,-1 1,1 0,0 0,0 0,0 0,1 1,0 0,0-1,0 1,0 1,1-1,-1 0,1 0,1 1,-1-1,1 1,0-1,0 1,1 0,-1 0,1-1,1 1,-1 0,1-1,0 1,0 0,1-1,-1 1,1-1,0 0,1 0,-1 0,1 0,0 0,1 0,10 8,1 0,0-1,1-1,0 0,1-1,0-1,1-1,-1 0,2-1,-1-1,1-1,0-1,0 0,0-1,0-2,1 0,0 0,53 3</inkml:trace>
  <inkml:trace contextRef="#ctx0" brushRef="#br1" timeOffset="30282.318">13069 4345,'-7'-6,"-1"1,0 0,0 0,-1 1,1 0,-1 0,0 1,0 0,0 1,-1 0,1 0,0 1,-1 0,1 1,-1 0,1 1,0-1,-1 2,1-1,0 2,0-1,0 1,0 0,0 1,0 0,1 0,0 1,0 1,0 0,1 0,1 1,0 1,0-1,0 1,1 0,0 0,0 0,1 1,0-1,0 1,3-6,0 0,0-1,0 1,0 0,1 0,-1 0,1-1,-1 1,1 0,0 0,0 0,1 0,-1 0,1 0,-1 0,1-1,0 1,0 0,0 0,0-1,0 1,1-1,-1 1,1-1,0 0,0 1,-1-1,2 0,-1 0,0 0,0 0,1-1,-1 1,0-1,1 1,0-1,0 0,9 2,1-1,-1 0,0-1,1 0,-1-1,1-1,-1 0,0-1,1 0,-1 0,0-2,0 1,-1-1,1-1,-1 0,0-1,0 0,0-1,5-5,30-20,-45 33,1-1,0 0,-1 0,1 1,-1-1,1 0,-1 1,1 0,-1-1,1 1,-1 0,1 0,-1 0,0 0,0 0,0 0,1 0,-1 0,0 0,0 1,0-1,-1 0,1 1,0-1,0 1,-1-1,1 1,-1-1,1 1,-1-1,0 1,1-1,-1 1,0 0,0-1,0 2,2 5,51 171,12 90,-64-264,4 15,0-1,-1 1,-1 0,-1 1,-1-1,0 0,-2 0,0 0,-2 1,0-1,-1-1,-2 6,4-21,0 1,-1-1,0 0,0-1,0 1,0 0,0-1,-1 0,1 0,-1 0,0 0,0 0,0-1,0 1,-1-1,1-1,-1 1,1 0,-1-1,1 0,-1 0,0 0,0-1,1 0,-1 0,0 0,0 0,1-1,-1 0,0 0,0 0,1 0,-1-1,1 1,0-1,-1-1,1 1,0-1,0 1,0-1,1 0,-1 0,1-1,-1 1,1-1,-1-1,-6-10,0-1,1 0,1 0,0-1,1 0,1 0,1-1,0 1,1-1,1 0,1 0,1-1,0 1,1 0,1-1,1-2,2-10,1 1,1-1,2 1,1 0,1 1,1 0,2 1,1 0,1 1,2 1,1 0,9-12,2 1,2 2,1 1,2 1,1 2,38-25,29-5,-101 60,0 0,0 0,0 1,0-1,0 0,0 0,0 0,0 1,1-1,-1 1,0-1,0 1,0-1,1 1,-1 0,0 0,1 0,-1-1,0 1,0 0,1 0,-1 1,0-1,1 0,-1 0,0 1,0-1,1 1,-1-1,0 1,0-1,0 1,0 0,0-1,0 1,0 0,0 0,0 0,0 0,0 0,0 0,-1 0,1 0,0 0,-1 0,1 1,-1-1,1 0,-1 0,0 0,1 1,-1-1,0 0,0 1,0-1,-48 187,47-186,1 1,-1-1,1 0,0 0,-1 1,1-1,0 1,1-1,-1 0,0 1,1-1,-1 0,1 0,0 1,-1-1,1 0,0 0,0 0,1 0,-1 0,0 0,1 0,-1 0,1-1,0 1,-1 0,1-1,0 0,0 1,0-1,0 0,0 0,1 1,10 1,-1-1,1 0,-1-1,1 0,0 0,-1-2,1 1,0-2,-1 0,1 0,-1-1,0-1,0 0,0 0,0-1,2-2,-6 2,-1 1,1-1,-1 0,0-1,0 0,0 0,-1 0,0-1,0 0,-1 0,0-1,0 1,-1-1,0 0,0-1,-1 1,0 0,0-1,-1 0,0 0,-1 1,1-7,1 0,1 27,-1 1,1 2,0 0,1-1,1 0,1 1,0-2,0 1,10 12,-13-22,-1 1,1 0,0-1,1 0,-1 0,1 0,0 0,0-1,0 0,0 0,0 0,1-1,-1 1,1-1,0-1,0 1,-1-1,1 0,0 0,0-1,0 0,1 0,8-3,0 0,0-2,-1 0,1 0,-1-1,0-1,-1-1,0 0,0 0,-1-1,0-1,0 0,-1-1,0 0,-1 0,-1-1,2-3,13-17,-2-1,-1 0,-2-2,-1 0,-2-1,-1-1,-2 0,-1-1,-3-1,-1 0,-1 0,-3 0,-1 0,-2-21,0 46,-1 0,-1 0,0 0,-1 0,-1 0,0 0,-1 0,0 1,-1 0,-1 0,0 0,-6-9,10 19,0 1,1-1,-1 1,-1 0,1 0,0 0,0 0,-1 0,1 1,-1-1,1 0,-1 1,0 0,1 0,-1 0,0 0,0 0,0 1,0-1,0 1,0 0,0-1,0 1,0 1,0-1,0 0,0 1,0 0,0-1,-2 2,-2 1,0 1,0 0,0 0,0 1,1 0,0 0,0 0,0 1,0 0,1 0,-1 2,-13 19,2 0,2 2,0 0,2 0,1 1,1 1,2 0,1 0,1 1,2 0,0 15,3-23,1 1,1 0,1-1,1 1,1-1,1 1,2-1,0 0,6 14,-7-25,1-1,0 1,1-1,0 0,1 0,0-1,0 0,2 0,-1-1,1 0,1-1,0 0,0-1,0 0,1-1,1 0,6 2,-8-4,0-1,0-1,1 0,0 0,-1-1,1-1,0 0,0 0,0-1,0-1,0 0,0 0,-1-2,1 1,-1-1,1-1,-1 0,0-1,0 0,-1-1,0 0,0 0,0-1,0 0,-1-1,-1 0,1-1,-1 1,4-8,-3 4,0 0,-2-1,1 0,-2 0,1-1,-2 1,0-1,1-7,-6 23,-13 96,13-94,0 0,0 0,0 0,1 0,0 1,0-1,0 0,0 0,0-1,1 1,0 0,0 0,0-1,0 1,0-1,1 0,0 0,-1 1,1-2,0 1,1 0,-1-1,0 1,1-1,-1 0,2 0,5 0,-1 0,1-1,0 0,-1-1,1 0,0 0,0-1,-1-1,1 0,-1 0,1-1,-1 0,0 0,0-1,0 0,-1-1,1 0,-1 0,0-1,-1 0,1 0,0-1,-3 2,0 0,0 1,0-2,-1 1,0 0,0-1,0 0,0 0,-1 0,0 0,-1-1,1 1,-1-1,0 1,-1-1,1 0,-2 0,1 0,-1 0,0 1,0-1,0 0,-1 0,0 0,-1 0,0 1,0-1,0 0,-1 1,0 0,0 0,0 0,-1 0,0 0,0 1,-1-1,1 1,-1 0,0 1,0-1,-1 1,0 0,1 0,-5-2,4 4,-1 0,1 0,0 0,-1 0,1 1,0 0,-1 1,0-1,1 1,-1 1,1-1,-1 1,1 0,0 0,-1 1,1 0,0 0,0 1,0-1,0 1,0 1,1-1,-1 1,1 0,-3 3,-2 1,1 1,0 1,1-1,0 1,0 0,1 1,1 0,0 0,0 0,1 1,0 0,-2 11,6-18,-1 0,1 0,0 0,1 0,-1 0,1 1,0-1,0 0,1 0,-1 0,1 0,0 1,1-1,-1 0,1-1,0 1,0 0,0 0,1-1,0 0,0 1,0-1,0 0,1 0,0-1,-1 1,1-1,0 0,1 0,-1 0,1 0,4 1,28 12</inkml:trace>
  <inkml:trace contextRef="#ctx0" brushRef="#br1" timeOffset="30535.654">15141 3744,'-16'-7,"-10"-2,-5 2,-1 10,-1 13,6 16,5 13,7 13,5 7,4-6</inkml:trace>
  <inkml:trace contextRef="#ctx0" brushRef="#br1" timeOffset="30805.965">15034 4533,'16'13,"12"8,12-1,12-3,9-7,7-8,-2-8,-12-4</inkml:trace>
  <inkml:trace contextRef="#ctx0" brushRef="#br1" timeOffset="31520.095">11277 5201,'980'-38,"-500"13,1089-11,-145 7,-822 9,-546 12,-48 2</inkml:trace>
  <inkml:trace contextRef="#ctx0" brushRef="#br1" timeOffset="32449.186">13456 5776,'0'20,"0"19,0 16,0 12,-2 8,-3 8,-1 3,-2-2,1-6,2-11,1-18</inkml:trace>
  <inkml:trace contextRef="#ctx0" brushRef="#br1" timeOffset="32802.889">13456 5922,'10'34,"1"0,2-2,2 1,0-2,2 0,1-1,2 0,1-2,1-1,1 0,10 7,-20-19,1-1,0 0,1-1,1 0,-1-1,2-1,0-1,0 0,6 1,-21-10,-1 0,0-1,0 0,1 1,-1-1,0 0,1 0,-1 1,0-1,1 0,-1 0,0-1,1 1,-1 0,0 0,1-1,-1 1,0 0,0-1,1 1,-1-1,0 0,0 0,0 1,0-1,0 0,0 0,0 0,0 0,0 0,0 0,0 0,-1 0,1 0,0 0,-1-1,1 0,9-52,-7-71,-12-109,1 87,4 12,5 136,-1-1,0 0,0 0,0 0,1 0,-1 0,0 1,0-1,1 0,-1 0,0 0,1 0,-1 0,0 0,0 0,1 0,-1 0,0 0,1 0,-1 0,0 0,0 0,1 0,-1-1,0 1,0 0,1 0,-1 0,0 0,0 0,1-1,-1 1,0 0,0 0,0 0,0-1,1 1,-1 0,0 0,0 0,0-1,0 1,0 0,1 0,-1-1,0 1,0 0,0-1,0 1,0 0,0 0,0-1,0 1,0 0,0-1,0 1,0 0,0 0,-1-1,1 1,0 0,0 0,0-1,0 1,9 10</inkml:trace>
  <inkml:trace contextRef="#ctx0" brushRef="#br1" timeOffset="33252.754">14366 5816,'-34'44,"2"1,2 1,2 1,2 2,2 1,3 1,2 0,-6 30,-4 35,32-115,37-97,-34 77,119-527,-99 471,-26 76,0-1,0 1,0-1,0 1,0-1,0 0,0 1,0-1,0 1,0-1,1 0,-1 1,0-1,0 0,0 1,0-1,1 1,-1-1,0 0,0 1,1-1,-1 0,0 0,1 1,-1-1,0 0,1 0,-1 1,0-1,1 0,-1 0,1 0,-1 0,0 0,1 1,-1-1,1 0,-1 0,0 0,1 0,-1 0,1 0,-1 0,0 0,1-1,-1 1,1 0,-1 0,0 0,1 0,-1 0,1-1,-1 1,0 0,1 0,-1-1,0 1,0 0,1-1,-1 1,0 0,1-1,-1 1,0 0,0-1,0 1,1-1,25 149,-2 12,8-1,13 26,-18-89,-23-84</inkml:trace>
  <inkml:trace contextRef="#ctx0" brushRef="#br1" timeOffset="33501.089">14057 6029,'26'0,"25"0,23-2,17-5,9-7,1-2,-7-1,-14 0,-19 2</inkml:trace>
  <inkml:trace contextRef="#ctx0" brushRef="#br1" timeOffset="33918.49">14834 5883,'-29'98,"4"2,4 4,-1 6,16-85,3-19,3-14,4-19,14-101,-6 0,-5-13,-5 114,6 43,1 25,2-1,2 0,2 0,1-2,7 12,-16-36,1-1,1 0,0 0,0-1,1 0,0 0,1-1,1-1,0 1,0-2,1 0,0-1,1 0,-1-1,1 0,1-1,-13-5,0 0,1 0,-1 0,0 0,0 0,1-1,-1 1,0-1,1 0,-1 1,1-1,-1 0,0-1,1 1,-1 0,0-1,1 1,-1-1,0 0,1 0,-1 0,0 0,0 0,0 0,0 0,0-1,0 1,0-1,-1 1,1-1,0 0,-1 0,1 0,-1 0,0 0,0 0,0 0,0 0,0 0,0-1,0 1,-1 0,1-1,-1-1,5-34,-2 1,-1-1,-2 1,-2-1,-2-3,4 38,-21-222,36 187,-2 31</inkml:trace>
  <inkml:trace contextRef="#ctx0" brushRef="#br1" timeOffset="34169.826">15609 5776,'-3'22,"0"20,-2 13,0 10,1 4,0 0,2-3,1-8,0-10,1-16,0-15</inkml:trace>
  <inkml:trace contextRef="#ctx0" brushRef="#br1" timeOffset="34420.524">15555 5575,'19'54,"6"-15,2 0,1-1,2-2,15 13,20 25,-41-46,-1 0,-1 2,-1 1,-1 0,-2 1,-2 1,1 5,-15-32,0 1,0 0,0 0,-1 0,0 0,0 0,-1 0,0 0,0 0,0 0,-1 0,0 0,-1 0,0 0,0-1,0 1,-1 0,0-1,0 0,0 0,-1 0,0 0,0 0,-1-1,0 1,1-1,-2 0,-8 6,1-1,-2 0,1-1,-1-1,0 0,-1-1,0 0,0-2,-1 0,1-1,-1 0,0-1,14-2,0 0,0 0,0-1,0 1,0-1,0 1,0-1,0 0,0 0,0-1,0 1,0 0,0-1,1 0,-1 0,0 0,0 0,0 0,1 0,-1-1,1 1,-1-1,1 0,-1 0,1 0,0 0,0 0,0 0,0-2,-3-16</inkml:trace>
  <inkml:trace contextRef="#ctx0" brushRef="#br1" timeOffset="34601.911">16304 6096,'16'-9,"12"-5,12-3,12 0,7 2,6 4,-2 4,-4 5,-13 3</inkml:trace>
  <inkml:trace contextRef="#ctx0" brushRef="#br1" timeOffset="35232.259">17119 5883,'-10'15,"0"0,0 1,2 0,0 1,1-1,0 2,2-1,-3 15,6-24,0 1,1-1,0 1,0 0,1-1,0 1,1 0,0-1,0 1,1-1,0 1,1-1,0 0,0 0,0 0,1 0,0-1,1 1,2 1,-4-5,1 0,0 0,0-1,0 0,0 1,1-2,-1 1,1 0,0-1,-1 0,1 0,0-1,1 1,-1-1,0 0,0 0,0-1,1 1,-1-1,0 0,1-1,-1 1,0-1,0 0,0-1,0 1,0-1,0 0,0 0,0-1,0 1,-1-1,0 0,1 0,-1-1,0 1,0-1,-1 0,1 0,-1 0,1-1,10-16,-1 1,0-2,-2 0,0 0,-2-1,0 0,5-24,-13 43,5-11,-9 34,2-12,-4 12,1-1,1 1,1 0,1 0,0 1,2-1,0 0,1 0,1 1,-2-16,0 0,1-1,-1 1,1 0,0 0,1-1,-1 1,0-1,1 0,0 0,0 0,0 0,0 0,0-1,1 1,-1-1,1 0,-1 0,1 0,0 0,0-1,0 0,0 1,0-1,0-1,3 1,2 0,0 0,0-1,0 0,0-1,0 0,1-1,-1 0,-1 0,1 0,0-1,6-4,0 0,-1-2,0 0,0 0,-1-2,-1 1,1-2,-2 1,1-2,-2 0,0 0,0 0,-1-2,-1 1,0-1,-1 0,2-8,4-14,-1 1,-2-2,-2 0,-2 0,-1 0,0-25,-2 21,-2 0,-2 0,-2 0,-2 0,-1 1,-2-1,-2 2,-10-27,20 64,-1 1,1-1,-1 0,0 1,0-1,0 1,0-1,0 1,0-1,-1 1,1-1,-1 1,1 0,-1 0,0 0,0 0,0 0,0 1,-1-1,1 0,0 1,-1 0,1-1,-1 1,1 0,-1 0,1 1,-1-1,0 0,0 1,1 0,-1-1,0 1,1 0,-1 1,0-1,-1 0,-2 5,1-1,-1 1,1 0,0 0,0 0,1 1,-1-1,1 1,1 0,-1 1,1-1,-2 4,-8 20,1 0,1 1,1 0,2 1,1 0,2 0,1 0,1 1,2-1,1 1,2-1,3 13,-2-24,1-1,1 0,1 0,0-1,2 0,0 0,2 0,0-1,0-1,2 0,0 0,1-1,1-1,0 0,1 0,1-2,0 0,1-1,0-1,0 0,17 7,56 16,-6-11</inkml:trace>
  <inkml:trace contextRef="#ctx0" brushRef="#br1" timeOffset="44800.062">11572 6070,'18'2,"22"3,24 1,27-1,25-1,18-1,4-4,-21-1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0.3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410 116,'-3'-7,"0"0,0 0,-1 0,0 0,0 1,-1 0,0 0,0 0,-1 0,1 1,-1 0,0 0,-1 0,1 1,-1 0,0 0,0 1,0 0,0 0,-1 0,1 1,-1 0,-1 1,-1 0,1 1,0 0,-1 0,1 1,-1 0,1 1,0 0,0 1,0 0,0 0,0 0,1 2,-1-1,1 1,0 0,0 0,1 1,0 0,0 1,0-1,0 2,-2 2,0 1,1 0,0 0,1 0,1 1,-1 0,2 1,0-1,0 1,1 0,1 0,0 0,0 1,1 6,2-12,0 1,1-1,0 0,0 1,1-1,0 0,0 0,1 0,0 0,1-1,-1 1,1-1,1 0,0 0,0 0,0-1,0 1,1-1,0-1,1 1,-1-1,1 0,0 0,0-1,1 0,-1 0,1-1,0 0,0-1,0 1,3-1,20 6,0-2,0-2,0-1,1-1,-1-1,1-2,-1-2,0 0,0-2,0-2,0 0,-1-2,0-2,-1 0,0-2,-1-1,-1-2,0 0,-1-2,-12 9,-2-1,1 0,-1-1,-1 0,0-1,0 0,-1-1,-1 0,0 0,-1-1,0 0,-1-1,4-11,-11 23,1 1,-1 0,1-1,-1 1,0 0,0-1,0 1,0-1,0 1,-1-1,1 1,-1 0,1-1,-1 1,0 0,0 0,0-1,0 1,0 0,-1 0,1 0,-1 0,1 1,-1-1,0 0,1 0,-1 1,0 0,0-1,0 1,0 0,-1 0,1 0,0 0,0 0,-1 0,1 1,0-1,-1 1,1 0,-1-1,1 1,-2 0,-4 0,0-1,0 1,0 0,0 1,0 0,1 0,-1 0,0 1,1 1,-1-1,1 1,-1 0,1 1,0 0,0 0,1 0,-1 1,1 0,0 0,1 1,-1-1,1 1,0 1,0-1,1 1,0-1,0 1,0 1,0 2,4-6,-1 0,1-1,0 1,0 0,1 0,-1-1,1 1,0 0,0-1,0 1,0-1,1 1,0-1,-1 0,1 1,0-1,1 0,-1 0,0 0,1-1,0 1,-1-1,1 1,2 0,83 44,-43-34,0-2,1-2,0-3,0-1,1-2,36-3,-1-2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7.6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166 523,'-11'6,"0"0,0 1,1 0,-1 0,2 1,-1 0,1 1,0 0,1 1,0-1,1 2,0-1,0 1,1 0,1 0,0 1,0-1,1 1,1 0,0 1,0-1,1 0,1 1,0-1,1 9,0-18,1 0,-1 0,1 0,0 0,-1-1,1 1,0 0,1 0,-1-1,0 1,1-1,-1 1,1-1,0 0,0 1,0-1,0 0,0 0,1-1,-1 1,0 0,1-1,0 1,-1-1,1 0,0 0,-1 0,1 0,0 0,0-1,0 1,0-1,0 0,0 0,0 0,-1 0,1 0,0-1,0 0,0 1,0-1,0 0,-1 0,1 0,0-1,1 0,11-8,-1-1,0 0,0-1,-1-1,0 0,-1-1,-1 0,0-1,-1 0,-1 0,0-1,-1-1,-1 1,5-15,10-34,-3 0,-2-1,-4-1,-2 0,-3-1,-3 0,-4-50,-1 85,-5 27,0 23,-12 79,3-1,5 2,3 95,5-165,2-1,1 0,1 0,6 24,-8-44,0 0,1 0,0-1,0 1,0 0,1-1,0 0,0 1,0-1,1 0,0-1,0 1,0-1,0 0,1 0,-1 0,1 0,0-1,0 0,1 0,-1 0,1-1,-1 1,3-1,1 0,1-1,-1 0,1 0,0-1,0-1,-1 1,1-2,0 1,-1-1,1-1,-1 1,0-2,0 1,0-1,4-3,7-4,0-1,0-1,-2-1,1 0,15-17,-24 22,0 0,-1 0,0-1,-1 0,0-1,-1 1,0-2,0 1,-1-1,-1 0,0 0,0 0,-2-1,1 1,-2-1,1 0,-2 0,1-10,-2 21,0 1,0 0,0-1,-1 1,1 0,0-1,0 1,-1 0,1 0,-1-1,1 1,-1 0,0 0,1 0,-1 0,0 0,0 0,0 0,0 0,0 0,0 0,0 0,0 0,0 1,0-1,0 0,0 1,-1-1,1 1,0-1,0 1,-1 0,1 0,0-1,-1 1,1 0,0 0,0 0,-1 0,1 1,0-1,-1 0,1 0,0 1,0-1,-1 1,1-1,0 1,0 0,-1 0,-2 2,0 1,-1 0,1 0,1 0,-1 1,1-1,-1 1,1 0,1 0,-1 0,1 0,0 1,0-1,0 1,1-1,0 1,0 0,0-1,1 1,0 0,0-1,0 1,1 0,0 0,0-1,0 1,1-1,0 1,0-1,0 0,1 0,-1 0,1 0,1 0,-1 0,2 1,8 6,1-1,0-1,1 0,-1-1,2-1,-1 0,1-1,1-1,-1 0,1-1,0-1,0-1,0 0,15 0,98 11,-4-9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4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1 616,'48'111,"-35"-77,1 0,2-1,2-1,5 7,26 7,-47-46,-1 1,1 0,0-1,-1 1,1-1,0 1,0-1,-1 0,1 0,0 0,0 0,0 0,0 0,-1-1,1 1,0 0,0-1,-1 0,1 1,0-1,-1 0,1 0,-1 0,1 0,-1 0,1 0,-1 0,0 0,1-1,-1 1,0 0,0-1,0 1,1-2,4-9,0 0,-1 0,0 0,-1-1,0 0,-1 0,0 0,-1 0,0 0,-2 0,1-13,16-89,-16 112,1-1,0 1,0-1,0 1,1 0,-1-1,1 1,-1 1,1-1,0 0,0 1,1-1,-1 1,0 0,1 0,0 0,-1 1,1-1,0 1,0 0,-1 0,1 0,0 0,0 1,0 0,0 0,0 0,0 0,0 0,0 1,0 0,0 0,0 0,2 1,35 8</inkml:trace>
  <inkml:trace contextRef="#ctx0" brushRef="#br0" timeOffset="1365.738">777 749,'-11'-6,"0"-1,0 1,-1 1,0 0,0 0,0 1,-10-1,18 4,0 0,0 1,0 0,0 0,0 0,0 0,0 1,0-1,0 1,0 0,0 0,0 0,0 1,1 0,-1-1,1 1,-1 0,1 1,0-1,0 1,0-1,0 1,0 0,0 0,1 0,-2 2,1-1,1 0,-1 0,1 0,-1 0,1 1,1-1,-1 1,0-1,1 1,0 0,0-1,1 1,-1 0,1 0,0 0,0 0,1-1,-1 1,1 0,0 0,0-1,1 1,-1 0,1-1,0 0,1 1,-1-1,1 0,-1 0,1 0,0 0,1-1,-1 1,1-1,-1 0,1 0,0 0,0-1,0 1,1-1,-1 0,1 0,-1-1,4 2,-2-2,-1-1,1 0,0 0,-1 0,1-1,0 0,-1 0,1 0,-1 0,1-1,-1 0,0 0,0-1,0 1,0-1,0 0,-1-1,1 1,-1-1,0 0,0 0,1-1,4-5,-1-1,-1 1,1-2,-2 1,1-1,-2 0,0 0,4-11,3 94,-12-67,1 0,0 0,0 0,1-1,-1 1,1 0,0-1,0 0,0 1,0-1,0 0,1 0,0 0,-1 0,1 0,0-1,0 1,0-1,1 0,-1 0,1 0,-1-1,1 1,0-1,-1 0,1 1,0-2,0 1,0 0,0-1,-1 0,1 0,0 0,0 0,0-1,0 1,1-2,7-3,-1-2,0 0,-1 0,1-1,-1 0,-1 0,0-1,0-1,0 0,-1 0,-1 0,0-1,0 0,-1 0,-1-1,0 0,4-11,9-33,-2-1,-2-1,-3 0,-2 0,-4-1,-1-16,-3 66,1-17,0 0,-2 0,-1 0,-1 0,-1 1,-1-1,-5-13,9 37,0 0,0-1,-1 1,1 0,-1 0,0 0,0 0,0 0,0 0,0 0,0 0,0 0,0 0,-1 1,1-1,-1 0,0 1,1-1,-1 1,0 0,0 0,0-1,0 1,0 0,0 1,0-1,0 0,0 0,0 1,0 0,-1-1,1 1,0 0,0 0,0 0,-1 0,1 0,0 1,0-1,0 1,0-1,-1 1,1 0,0 0,0 0,0 0,1 0,-1 0,0 1,0-1,-1 2,-8 8,0 1,0 0,1 1,0 0,2 1,-1 0,2 0,-1 1,2 0,0 0,1 0,0 4,-2 2,0 1,1-1,2 1,0 0,1 0,2 0,0 1,1-1,1 0,1 0,2 0,0 0,1 0,1-1,0 1,2-2,1 1,1-1,0 0,1-1,1 0,1-1,1-1,1 0,0 0,1-2,0 0,5 2,-17-13,-1-1,1-1,-1 1,1 0,0-1,0 1,1-1,-1-1,0 1,0 0,1-1,-1 0,1 0,0 0,-1-1,1 1,-1-1,1 0,0-1,-1 1,1-1,0 0,-1 0,1 0,-1-1,0 1,1-1,-1 0,3-2,-1-3,-1 0,0 0,0 0,0-1,-1 0,0 0,0 0,-1 0,2-8,-3 11,9 58,-10-49,-1-1,1 0,-1 1,1-1,0 0,0 0,0 0,1 1,-1-1,1 0,0-1,0 1,0 0,0 0,0-1,0 1,1-1,-1 0,1 0,0 0,0 0,0 0,0-1,0 1,0-1,0 0,0 0,0 0,1 0,-1 0,0-1,1 1,-1-1,0 0,1 0,-1 0,1-1,-1 1,0-1,1 0,-1 0,0 0,0 0,0-1,1 1,0-4,1 1,-1-1,0 1,0-1,-1-1,1 1,-1 0,0-1,-1 0,1 1,-1-1,0 0,-1 0,1 0,-1-1,0 1,-1 0,0 0,0-1,0 1,0 0,-1 0,0 0,-1 0,1-1,-3-3,2 7,0 0,0 1,0-1,0 1,0-1,-1 1,0 0,1 0,-1 0,0 0,0 0,0 1,0-1,0 1,0 0,0 0,0 0,0 0,-1 1,1-1,0 1,-1 0,1 0,0 0,-1 0,1 1,0-1,-1 1,1 0,0 0,0 0,0 0,0 1,0-1,0 1,0 0,0 0,1 0,-1 0,1 0,-1 0,1 1,0-1,0 1,0 0,0-1,1 1,-1 0,0 1,0 0,-1-1,1 1,0 0,0 1,0-1,0 0,1 0,0 1,0-1,0 1,0-1,1 1,-1-1,1 1,0 0,1-1,-1 1,1-1,0 1,0-1,0 1,1-1,0 0,0 0,0 0,0 0,0 0,1 0,0 0,0-1,0 1,0-1,0 0,1 0,-1 0,2 0,0 1,0 0,0 0,1-1,0 1,-1-1,1-1,1 1,-1-1,0 0,0 0,1-1,-1 0,1 0,-1-1,1 0,-1 0,1 0,-1-1,1 1,-1-2,1 1,-1-1,0 0,1 0,-1-1,0 0,-1 0,1 0,-1-1,1 1,-1-1,0-1,0 1,-1-1,1 0,-1 0,0 0,0-1,2-11,-1 0,-1 0,0-1,-2 1,0-1,0 0,-2 0,0 0,-3-13,3 9,-15-125,32 156,59 45,-66-49,0 0,-1 0,1 1,-1 0,0 1,-1 0,0 0,0 1,0 0,-1 0,0 1,-1 0,0 0,0 1,-1-1,0 1,-1 0,0 1,0-1,1 11,-15 82,9-102,1 0,0-1,0 1,-1 0,1 0,0-1,0 1,0 0,0 0,0-1,0 1,0 0,0 0,0-1,0 1,0 0,0 0,1-1,-1 1,0 0,0-1,1 1,-1 0,0-1,1 1,-1 0,1-1,-1 1,1-1,-1 1,1-1,0 1,-1-1,1 1,-1-1,1 0,0 1,0-1,-1 0,1 0,0 1,-1-1,1 0,0 0,0 0,-1 0,1 0,0 0,0 0,-1 0,1 0,0 0,0-1,-1 1,1 0,0 0,-1-1,1 1,0 0,-1-1,1 0,43-24,-33 15,0-1,-1 0,-1 0,0-1,0 0,-1-1,-1 0,0 0,-1 0,0-1,-1 0,-1 0,3-12,-7 25,1 1,-1 0,0-1,1 1,-1 0,0-1,1 1,-1-1,0 1,1 0,-1-1,0 1,0-1,0 1,1-1,-1 1,0-1,0 1,0-1,0 1,0-1,0 1,0-1,0 0,0 1,0-1,0 1,0-1,0 1,-1-1,1 1,0-1,0 1,-1 0,1-1,0 1,0-1,-1 1,1-1,-1 1,1 0,0-1,-1 1,1 0,-1-1,1 1,0 0,-1 0,1-1,-1 1,1 0,-1 0,1 0,-1 0,1 0,-1 0,0 0,1 0,-1 0,1 0,-1 0,1 0,-25 27,19-17,0 0,1 0,1 1,0-1,0 1,1 0,0 1,1-1,0 0,1 1,0-1,1 1,1-1,-1 1,2-1,-1 0,2 1,0-1,0 0,4 8,-5-15,1-1,0 1,0-1,0 1,0-1,0 0,1-1,-1 1,1 0,0-1,0 0,0 0,0 0,2 1,24 5</inkml:trace>
  <inkml:trace contextRef="#ctx0" brushRef="#br0" timeOffset="1611.918">2100 1,'-14'13,"-4"14,3 10,9 6,9 6,5-5</inkml:trace>
  <inkml:trace contextRef="#ctx0" brushRef="#br0" timeOffset="2378.573">2247 549,'25'-50,"-2"-2,-2 0,-3-1,-2-1,-2-1,-3 0,4-54,-21 75,5 34,0 0,0 0,0-1,0 1,0 0,1 0,-1 0,0 0,0 0,0 0,0 0,0 1,0-1,0 0,0 0,1 1,-1-1,0 0,0 1,0-1,1 1,-1-1,0 1,0 0,1-1,-1 1,0 0,1-1,-1 1,1 0,-1 0,1-1,0 1,-1 0,1 0,-17 23,1 1,2 0,0 0,2 2,1-1,1 2,1-1,-3 24,3-20,1 1,2-1,2 1,1 0,1 0,1 0,2 1,2-1,1 0,1-1,3 10,-5-32,1 0,-1-1,1 1,1-1,-1 0,1 0,1-1,0 1,1 0,-6-6,1-1,-1 1,1 0,0-1,0 0,-1 1,1-1,0 0,0 0,1 0,-1 0,0 0,0 0,0-1,1 1,-1-1,0 1,1-1,-1 0,0 0,1 0,-1 0,0 0,1-1,-1 1,0-1,0 0,1 1,-1-1,0 0,0 0,0 0,0-1,0 1,0 0,0-1,1-1,7-7,0 0,0-1,-1 0,-1-1,0 0,-1 0,4-8,-9 3,-17 31,13-12,0 0,1 0,-1 0,1 1,-1-1,1 1,0-1,0 1,0-1,0 1,1 0,-1-1,1 1,-1 0,1 0,0-1,0 1,0 0,0 0,1-1,-1 1,1 0,0-1,0 1,0 0,0-1,0 1,0-1,1 0,-1 1,1-1,-1 0,1 0,0 0,0 0,0 0,0 0,1-1,-1 1,0-1,2 1,1 1,0-1,0-1,0 1,0-1,1 1,-1-2,0 1,1-1,-1 1,0-1,1-1,-1 1,0-1,1 0,-1 0,0-1,0 1,0-1,0 0,0-1,0 1,0-1,-1 0,1 0,-1 0,0-1,0 1,0-1,-1 0,1 0,-1-1,0 1,0-1,-1 1,1-1,0-1,-1 1,0 0,0-1,-1 1,0 0,0-1,0 1,0-1,-1 1,0-1,0 1,0-1,-1 1,0-1,0 1,0 0,-1-1,0 1,0 0,0 0,0 0,-1 0,0 1,0-1,0 1,-1-1,1 1,-1 0,0 1,0-1,-1 0,1 1,-1 0,-3-2,4 4,0-1,0 1,0 0,0 1,0-1,0 0,-1 1,1 0,0 0,0 0,0 1,-1 0,1-1,0 1,0 1,0-1,0 0,0 1,1 0,-3 1,6-3,-1 0,1 1,-1-1,1 0,0 1,-1-1,1 0,-1 1,1-1,0 1,-1-1,1 1,0-1,-1 1,1-1,0 1,0-1,0 1,-1-1,1 1,0-1,0 1,0-1,0 1,0-1,0 1,0 0,0-1,0 1,0-1,0 1,1-1,-1 1,0-1,0 1,0-1,1 1,-1-1,0 1,1-1,-1 1,0-1,1 0,-1 1,0-1,1 0,-1 1,1-1,-1 0,1 1,-1-1,1 0,-1 0,1 1,31 10,-11-8,0-1,0-1,0-1,0-1,1-1,-1-1,4-1,-23 4,-1-1,1 0,0 1,-1-1,1 1,0-1,-1 1,1 0,0-1,-1 1,1 0,0 0,0 0,-1 1,1-1,0 0,-1 1,1-1,0 1,-1-1,1 1,0 0,-1 0,1-1,-1 1,0 0,1 1,-1-1,0 0,1 0,-1 0,0 1,0-1,0 1,0-1,0 1,28 138,-28-124,-1 0,-1 0,-1 0,0 0,-1 0,-1-1,-1 4,-12 67,16-83,1 1,0-1,0 0,1 0,-1 0,0 0,1 0,0 1,0-1,0 0,0 0,0-1,1 1,-1 0,1 0,0-1,0 1,0-1,0 1,0-1,0 0,1 0,-1 0,1 0,0 0,-1-1,1 1,0-1,2 1,91 21,-94-22,59 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21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415 130,'-11'16,"-7"17,1 16,0 13,3 10,5 4,2 1,4-2,2-4,1-10,0-11,1-11,-3-13,0-10</inkml:trace>
  <inkml:trace contextRef="#ctx0" brushRef="#br0" timeOffset="1348.22">1 465,'41'14,"0"-2,1-2,1-1,0-3,25 1,-53-6,173 15,148-9,-316-8,-38 4,0-1,0 1,0 1,0 1,1 0,-1 1,2 1,-1 1,1 0,0 1,0 1,1 0,1 2,0-1,0 2,1-1,-9 13,20-23,1-1,-1 1,1 0,0 0,-1-1,1 1,0 0,0 0,0 0,0 1,1-1,-1 0,1 0,-1 0,1 0,0 1,-1-1,1 0,0 0,1 1,-1-1,0 0,1 0,-1 0,1 1,-1-1,1 0,0 0,0 0,0 0,0 0,1 0,5 2,1-1,-1 0,1-1,-1 0,1 0,0 0,0-1,0 0,0-1,0 0,0 0,0-1,0 0,0 0,-1 0,1-1,0-1,3-1,0 1,-1 0,1-1,-1 0,0-1,0-1,0 1,-1-1,0-1,0 0,0 0,-1-1,0 0,-1 0,1-1,-2 1,1-2,-1 1,-1-1,0 0,3-8,-25 115,16-87,0 0,0-1,1 1,0 0,1 0,0 0,1 0,2 8,-3-15,0 0,0-1,0 1,0 0,1-1,-1 1,1-1,0 0,-1 1,1-1,0 0,0 0,1 0,-1 0,0-1,1 1,-1-1,1 1,-1-1,1 0,-1 0,1 0,0 0,0 0,0-1,-1 1,1-1,0 0,0 0,0 0,0 0,1 0,7-4,0 0,0 0,-1-1,1 0,-1-1,0 0,-1-1,0 1,0-2,0 0,-1 0,0 0,0-1,-1 0,-1-1,1 1,-1-1,-1 0,0-1,-1 0,4-9,14-42,-3-1,-2 0,-3-2,-3 1,-3-2,-3 1,-3-3,0-41,-12 100,-2 28,-3 23,1 2,2 0,2 0,2 1,1 1,0-10,2-1,1 0,1 1,3 0,0-1,2 1,2 0,2-1,3 10,-9-44,0 0,0 0,0 0,0 1,0-1,0 0,0 0,0 0,1 0,-1 0,0 0,1 0,-1 0,1 0,-1 0,1 0,0 0,-1 0,1 0,0 0,0-1,0 1,-1 0,1-1,0 1,0 0,0-1,0 1,0-1,0 1,0-1,0 0,0 1,0-1,1 0,-1 0,0 0,0 0,0 0,0 0,0 0,0 0,0 0,2-1,36-69,-23 33,27-19,-42 55,0 0,1 0,-1-1,1 1,-1 0,1 0,0 1,-1-1,1 0,0 0,0 1,0-1,-1 1,1 0,0 0,0-1,0 1,0 0,0 0,-1 1,1-1,0 0,0 1,0-1,0 1,-1-1,1 1,0 0,-1 0,1 0,0 0,-1 0,1 0,-1 0,1 1,5 7,0 1,-1-1,0 1,0 1,-1-1,0 1,-1 0,0 0,-1 1,-1-1,1 1,-2-1,1 7,-2-15,3 9,-1 0,0 0,-1 1,0-1,-1 0,0 0,-1 0,-1 1,0-1,0 0,-4 8,4-18,1 0,-1 0,0 0,0 0,0 0,0 0,0-1,-1 1,1-1,-1 1,1-1,-1 0,1 0,-1 0,1 0,-1 0,0-1,1 1,-1-1,0 0,0 0,0 0,1 0,-1 0,0-1,0 1,1-1,-1 0,0 0,1 0,-1 0,1 0,-1 0,1-1,0 1,-1-1,1 1,0-1,0 0,0 0,0 0,1 0,-1-1,0 1,1 0,0-1,-1 1,1-1,0 1,0-3,-1 3,0 0,0 0,1 0,-1-1,1 1,-1-1,1 1,0-1,0 0,0 1,1-1,-1 0,0 1,1-1,0 0,0 0,0 0,0 0,0 1,0-1,1 0,-1 0,1 0,0 1,0-1,0 0,0 1,0-1,1 1,-1 0,1-1,0 1,0 0,-1 0,1 0,0 0,1 0,-1 0,0 1,1-1,-1 1,3-2,14-2,0 2,0 0,0 0,1 2,-1 0,0 2,9 1,3-1,-9 0,-17 0,1 1,-1-1,0-1,0 1,1-1,-1 0,0 0,1 0,-1-1,0 0,1 0,-1 0,0 0,0-1,0 0,0 0,0-1,-1 1,1-1,-1 0,1 0,-1-1,0 1,0-1,-1 0,1 0,-1 0,2-4,-2 2,-1-1,-1 0,1 0,-1 0,0 0,-1 0,1 0,-2 0,1 0,-1-1,0 1,-1-3,2 9,0 0,0 1,0-1,0 0,0 1,0-1,-1 0,1 1,0-1,0 0,-1 1,1-1,0 1,-1-1,1 0,0 1,-1-1,1 1,-1-1,1 1,-1-1,1 1,-1 0,0-1,1 1,-1 0,1-1,-1 1,0 0,1 0,-1-1,0 1,1 0,-1 0,0 0,0 0,1 0,-1 0,0 0,1 0,-1 0,0 0,1 1,-1-1,0 0,1 0,-1 1,0-1,-24 27,19-16,0 0,1 1,0 0,1 0,0 0,0 0,2 1,0-1,0 1,1-1,0 1,1 0,1 0,0-1,0 1,2-1,-1 1,2-1,0 0,0 0,1 0,0-1,5 7,-7-14,0 0,0-1,1 1,-1-1,1 0,0 0,0 0,0-1,0 1,0-1,1 0,-1 0,1-1,-1 1,1-1,0 0,0 0,0-1,-1 1,1-1,0 0,0 0,0-1,0 1,-1-1,1 0,0-1,-1 1,1-1,-1 0,1 0,-1 0,0 0,0-1,0 0,0 0,0 0,0 0,16-18,1 0,-2-1,-1-1,-1-1,-1 0,-1-1,-1-1,-2 0,0-1,-2 0,2-9,16-44,-3-1,-4-1,-3-1,-4-3,-10 66,-1 0,-2-1,0 1,-1 0,-1-1,-2-9,3 27,0 1,0 0,-1-1,1 1,-1-1,0 1,0 0,1-1,-2 1,1 0,0 0,0 0,-1-1,1 2,-1-1,1 0,-1 0,0 0,0 1,0-1,0 1,0-1,0 1,0 0,-1 0,1 0,0 0,-1 0,1 1,0-1,-1 1,1 0,-1-1,1 1,-1 0,1 0,-1 1,1-1,-1 0,1 1,-1-1,1 1,0 0,-1 0,1 0,0 0,0 0,0 1,0-1,0 1,0-1,0 1,0 0,-16 14,2 0,0 1,1 0,0 1,2 1,0 0,1 1,1 1,1-1,1 2,0-1,2 1,1 1,0-1,0 13,0-12,2 0,0 1,2-1,0 0,1 1,2 0,0-1,2 0,1 1,0-1,2 0,0-1,2 1,0-1,2-1,0 0,1 0,2-1,0 0,1-1,0-1,15 13,-13-17,1-1,1-1,0-1,0 0,1-2,0 0,1-1,0-1,2 0,71 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1.1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202 662,'-8'0,"-1"1,0-1,0 1,1 1,-1 0,1 0,-1 1,1 0,0 0,0 1,1 0,-1 0,1 1,-1 0,1 0,1 1,-1 0,1 0,0 0,1 1,-1 0,1 0,1 0,-1 1,1 0,1 0,-1 0,1 0,1 0,-3 9,5-12,0 0,0 0,0 0,0-1,1 1,0 0,0 0,0-1,1 1,-1 0,1-1,0 0,1 1,-1-1,1 0,-1 0,1 0,0 0,1-1,-1 0,1 1,0-1,-1 0,1 0,1 0,7 4,0-1,0 0,0-1,1 0,-1 0,1-2,0 0,9 1,6 1,-1-2,1-1,0-2,0 0,0-2,0-1,0-1,-1-2,1 0,-2-2,1-1,-1-1,0-1,7-6,-27 14,-1-1,1 0,-1 0,1-1,-1 1,0-1,-1 0,1 0,-1-1,0 1,0-1,-1 0,0 0,0 0,0-1,-1 1,1-5,2 41,-4-26,1 1,0 0,0 0,0-1,1 0,-1 1,1-1,0 0,1 0,-1 0,1-1,-1 1,1-1,0 0,0 0,1 0,-1-1,1 1,-1-1,1 0,0-1,0 1,-1-1,1 0,0 0,0 0,0-1,1 1,-1-1,0-1,0 1,0-1,0 0,0 0,0 0,-1 0,1-1,0 0,0 0,-1-1,0 1,1-1,0 0,0-2,0 0,-1 0,1 0,-1-1,0 1,0-1,-1 0,1 0,-1-1,-1 1,1-1,-1 1,0-1,-1 0,1 0,-1 0,-1 1,0-1,1 0,-2 0,1 0,-2-3,2 5,-1 0,0 0,0 0,-1 0,0 1,0-1,0 0,0 1,0 0,-1-1,0 1,0 0,0 0,0 1,-1-1,0 1,1 0,-1-1,0 2,-1-1,1 0,0 1,-1 0,1 0,-1 0,0 1,0-1,0 1,0 0,0 1,0-1,0 1,0 0,0 0,0 0,0 0,1 1,-1 0,0 0,1 0,-1 1,0 0,1 0,0 0,-1 0,1 0,0 1,0 0,0 0,1 0,-1 0,1 1,-1-1,1 1,1 0,-1 0,0 0,1 0,0 1,0-1,0 1,0-1,1 1,0 0,0-1,0 5,-1 23</inkml:trace>
  <inkml:trace contextRef="#ctx0" brushRef="#br0" timeOffset="519.611">1138 917,'6'-26,"0"0,-2-1,-2 1,0-1,-1 0,-2 0,-1 1,-1-1,-1 1,-1-1,-5-13,4 22,37 25,-24-3,120 41,-99-38,1 2,-1 2,-1 0,20 12,-42-19,1 0,-1 0,0 0,-1 0,1 1,-1 0,1 0,-2 0,1 1,0-1,-1 1,0 0,-1 0,1 0,-1 0,0 0,0 0,-1 1,0-1,0 1,-1-1,1 1,-2-1,1 4,0 3,-1-8,0 1,0-1,1 1,-1-1,1 0,1 1,-1-1,1 0,0 1,0-1,0 0,1 0,0 0,0 0,0 0,0 0,1 0,0-1,0 1,0-1,1 0,-1 0,1 0,0 0,0-1,1 0,-1 0,4 2,-1-3,-1 0,1 0,-1-1,1 0,0-1,0 0,0 0,-1 0,1-1,0 0,0 0,-1 0,1-1,-1 0,1-1,-1 1,0-1,0 0,0-1,4-3,1-1,0 0,0-1,-1 0,-1 0,0-1,0-1,-1 1,0-2,0 1,-1-1,-2 2,1 0,-1 0,0-1,-1 0,-1 1,0-1,0-1,-1 1,0 0,-1-1,0 1,-1-1,0 1,-1 0,-2-11,3 22,0-1,0 0,0 0,-1 1,1-1,0 1,0-1,-1 0,1 1,0-1,-1 0,1 1,-1-1,1 1,0-1,-1 1,0-1,1 1,-1-1,1 1,-1 0,1-1,-1 1,0 0,1-1,-1 1,0 0,1 0,-1 0,0 0,1 0,-1-1,0 1,1 0,-1 1,0-1,0 0,1 0,-1 0,0 0,1 0,-1 1,0-1,1 0,-1 1,1-1,-1 0,0 1,1-1,-1 1,1-1,-1 1,1-1,-1 1,1 0,-25 34,21-28,1 1,0-1,0 0,1 1,0-1,0 1,0 0,1-1,1 1,-1 0,1 0,0 0,1 0,0 0,0-1,1 1,0 0,0-1,1 1,0-1,0 0,1 0,0 0,0 0,0-1,1 0,0 0,0 0,1 0,5 4,32 9,-1-7</inkml:trace>
  <inkml:trace contextRef="#ctx0" brushRef="#br0" timeOffset="869.189">2382 516,'-23'-1,"0"1,0 1,1 1,-1 1,0 1,1 1,-20 8,39-13,1 0,0 1,-1 0,1 0,0 0,0 0,0 0,0 0,0 0,0 1,0-1,0 1,0-1,1 1,-1 0,1 0,-1-1,1 1,0 0,-1 0,1 1,0-1,0 0,1 0,-1 0,0 1,1-1,-1 0,1 1,0-1,0 1,0-1,0 0,0 1,1-1,-1 0,1 1,-1-1,1 0,0 0,0 1,0-1,7 8,1-1,0-1,0 1,1-1,0-1,1 0,-1 0,1-1,1 0,0-1,17 11,109 73,-136-88,0 0,-1 0,1 0,-1 0,1 1,0-1,-1 0,0 1,1-1,-1 1,0-1,0 1,0 0,0-1,0 1,0 0,0 0,-1 0,1 0,-1-1,1 1,-1 0,0 0,0 0,0 0,0 0,0 0,0 0,0 0,-1 0,1 0,-1 0,1 0,-1 0,0 0,0-1,0 1,0 0,-8 3,0 0,0 0,-1-1,0 0,0-1,0 0,0 0,-1-1,1-1,0 1,-7-2,15 1,-122-2,97-5</inkml:trace>
  <inkml:trace contextRef="#ctx0" brushRef="#br0" timeOffset="1786.205">2715 596,'-10'288,"15"-65,9 0,15 28,-15-102,-20-176,-24-236,11-33,12 185,-10-311,17 418,0 2,-1 0,1 0,0 0,0 1,0-1,0 0,0 0,0 0,0 0,0 0,1 0,-1 0,1 1,-1-1,1 0,0 0,0 1,0-1,0 0,0 1,0-1,0 1,1-1,-1 1,0 0,1 0,-1-1,1 1,-1 0,1 0,0 0,0 0,6 1,1 1,-1-1,0 1,0 1,0-1,0 1,0 1,0-1,6 4,0-1,13 5,6 0,1 2,-2 2,0 1,0 1,18 14,-48-29,0 0,-1 0,1 0,0 0,0 0,-1 1,1-1,0 1,-1-1,0 1,1-1,-1 1,0 0,0-1,0 1,0 0,0 0,0 0,0 0,-1 0,1 0,-1 0,1 0,-1 0,0 0,0 0,0 1,0-1,0 0,-1 0,1 0,0 0,-1 0,0 0,1 0,-2 1,-6 6,-1 0,-1 0,0-1,0 0,0-1,-1 0,0-1,0 0,-1 0,0-2,-9 4,-46 14,61-21,29-10,-17 7,62-25,-2-2,-1-4,-1-2,1-4,-61 35,20-9,-20 32,-6-13,-1-1,1 1,1 0,-1-1,1 1,0 0,0 0,1 0,-1 0,1-1,1 1,-1 0,1 0,0 0,0 0,1-1,0 1,0 0,0-1,1 0,-1 1,1-1,1 0,-1 0,1-1,0 1,0-1,0 0,0 0,1 0,-1 0,1-1,0 0,2 1,-1-2,0 0,0-1,0 1,0-1,1-1,-1 1,0-1,0 0,1 0,-1-1,0 0,0 0,1-1,-1 1,0-1,-1-1,1 1,0-1,-1 0,1 0,-1 0,0-1,0 0,0 0,-1 0,1-1,-1 0,0 0,0 0,-1 0,1 0,0-3,3-5,1 0,-2-1,0-1,-1 1,0-1,-1 1,0-1,-2-1,0 1,0 0,-1-6,-4 84,1-48,0 0,1 0,1 1,0-1,2 0,-1 0,2 0,0 0,0 0,2 0,0-1,3 5,-7-16,1 0,-1-1,1 0,0 1,0-1,0 0,0 0,1 0,-1 0,0-1,1 1,0-1,-1 1,1-1,0 0,-1 0,1 0,0 0,0 0,0-1,0 1,0-1,0 0,0 0,0 0,0 0,0-1,0 1,0-1,-1 0,1 0,0 0,0 0,0 0,20-10</inkml:trace>
  <inkml:trace contextRef="#ctx0" brushRef="#br0" timeOffset="2154.215">3826 569,'-13'204,"29"-127,-15-76,0 1,0 0,0 0,1-1,-1 1,0-1,1 1,-1-1,1 0,-1 1,1-1,0 0,-1 0,1 0,0 0,0-1,0 1,0 0,-1-1,1 1,0-1,0 0,0 1,0-1,0 0,0 0,0-1,0 1,0 0,0-1,0 1,0-1,0 1,0-1,0 0,1-1,12-7,0 0,-1-1,-1-1,1 0,-2-1,0 0,0-1,-1-1,-1 0,0 0,7-15,64-119,-104 246,22-92,1 0,-1 0,1 0,0 0,0 0,1 0,0 0,0 0,0 0,1 0,-1 0,2-1,-1 1,1-1,-1 1,1-1,1 0,-1 0,1 0,0 0,0-1,0 0,1 0,0 0,-1 0,1 0,2 0,9 3,-1-1,1 0,-1-1,2 0,-1-2,0 0,1 0,-1-2,1 0,9-1,38-2</inkml:trace>
  <inkml:trace contextRef="#ctx0" brushRef="#br0" timeOffset="2521.234">4762 556,'-16'-2,"1"1,-1 1,1 0,-1 1,1 0,0 1,-1 1,1 1,0 0,-10 5,18-6,0 0,0 0,0 1,1 0,0 0,0 0,0 1,0 0,1 0,-1 1,1-1,1 1,-1 0,1 1,0-1,1 1,-1 0,1-1,1 2,-1-1,1 0,-1 6,2-8,1 0,0-1,0 1,0 0,0-1,1 1,0 0,0-1,0 1,0-1,1 1,-1-1,1 0,1 0,-1 0,0 0,1 0,0 0,0 0,0-1,0 0,1 1,-1-1,1 0,0-1,0 1,0-1,0 0,0 0,0 0,1 0,-1-1,1 1,-1-1,1 0,0-1,-1 1,1-1,0 0,-1 0,1-1,0 1,-1-1,5-1,-1 0,1-1,-1 1,1-2,-1 1,0-1,0 0,-1-1,1 0,-1 0,0-1,0 0,-1 0,0-1,0 1,0-1,-1 0,0-1,0 0,-1 1,0-1,3-8,3-10,-1 0,-2 0,0-1,-2 0,-1 0,0-17,3-107,-11-121,-6 199,-4 73,-33 73,30-36,2 0,2 1,1 1,2 0,-4 28,11-45,1-1,0 1,2-1,0 1,2 0,0-1,1 1,2-1,0 0,1 0,5 10,32 48,4-14</inkml:trace>
  <inkml:trace contextRef="#ctx0" brushRef="#br0" timeOffset="7509.882">1085 1999,'149'-237,"-135"215,-14 22,0 1,0-1,0 0,0 1,0-1,0 0,0 1,0-1,0 0,0 1,0-1,0 0,0 1,0-1,0 0,1 1,-1-1,0 0,0 1,0-1,0 0,1 0,-1 1,0-1,0 0,1 0,-1 1,0-1,0 0,1 0,-1 0,0 1,1-1,-1 0,0 0,1 0,-1 0,0 0,1 0,-1 0,0 1,1-1,-1 0,0 0,1 0,-1-1,0 1,1 0,-1 0,0 0,1 0,-1 0,0 0,1 0,-1-1,0 1,0 0,1 0,-1 0,0-1,1 1,-1 0,-11 199,2 125,-6-220,14-100,-1 1,1 0,-1 0,0-1,0 1,0-1,0 0,-1 1,0-1,0 0,0 0,0-1,-1 1,0-1,1 0,-1 0,0 0,0 0,-4 1,-39-2,48-3,-1-1,1 1,0 0,-1 0,1 1,0-1,0 0,-1 0,1 0,0 0,0 1,0-1,0 0,0 1,0-1,0 1,0-1,0 1,1-1,-1 1,0 0,0 0,0-1,0 1,1 0,-1 0,1 0,282-30,-206 23,-51 6</inkml:trace>
  <inkml:trace contextRef="#ctx0" brushRef="#br0" timeOffset="9519.44">3170 2173,'-16'0,"-1"0,0 2,1 0,-1 0,1 2,0 0,-6 3,16-5,1 0,-1 1,1 0,-1 0,1 0,0 1,0-1,1 1,-1 0,1 1,0-1,0 1,0 0,1 0,-1 0,1 0,0 1,1-1,-1 1,1 0,0 2,1-6,0 0,0 0,1-1,-1 1,1 0,-1 0,1 0,0 0,0 0,0 0,0 1,0-1,0 0,0 0,1 0,-1 0,1-1,0 1,-1 0,1 0,0 0,0 0,0-1,0 1,0 0,1-1,-1 1,0-1,1 1,-1-1,1 0,0 1,-1-1,1 0,0 0,0 0,-1-1,1 1,0 0,0-1,0 1,0-1,0 1,8-2,0-1,-1 1,1-1,-1-1,0 0,0 0,0-1,0 0,-1-1,1 0,-1 0,0-1,-1 1,1-2,-1 1,0-1,5-7,4-4,-1-1,0 0,-2-1,0-1,-1 0,-1-1,-1 0,-2 0,0-1,-1 0,-1 0,-1-1,-1 0,-1 0,-1 0,-2 0,0 0,-1 0,-5-24,5 43,1 0,0 0,-1 0,1 0,-1 0,-1 0,1 0,-1 0,1 0,-1 0,-1 1,1-1,-1 1,0-1,0 1,0 0,0 0,-4-2,6 5,0 1,-1 0,1 0,0 0,-1 0,1 0,0 1,-1-1,1 0,0 0,0 1,-1-1,1 1,0-1,0 1,0 0,0 0,-1-1,1 1,0 0,0 0,1 0,-1 0,0 0,0 0,0 0,1 0,-1 0,0 0,1 1,-1-1,1 1,-10 19,1 1,1 1,1-1,1 1,1 0,2 1,0-1,0 16,0-19,1 0,1 0,1 0,0 1,2-1,0 0,2 0,0 0,1-1,0 0,2 1,1-2,0 1,1-1,1-1,1 1,9 11,-15-24,0-1,1 1,-1-1,1 0,0 0,0-1,1 0,-1 0,1 0,-1-1,1 0,0 0,0-1,0 0,0 0,0 0,0-1,0 0,0 0,0-1,0 0,0 0,-1-1,1 0,0 0,4-3,4-1,-1-1,-1 0,1-1,-1 0,0-2,-1 1,0-1,-1-1,0 0,0-1,4-8,-4 5,-2 0,0-1,0 0,-2 0,0-1,0 0,2-16,-12 45,-18 96,20-101,1 0,-1 0,1 0,1 1,-1-1,1 0,0-1,1 1,0 0,0 0,0 0,1-1,0 0,0 1,0-1,3 2,12 10</inkml:trace>
  <inkml:trace contextRef="#ctx0" brushRef="#br0" timeOffset="9968.81">3692 1732,'10'14,"0"-2,1 1,1-2,0 1,1-2,0 0,0 0,1-1,0-1,1 0,11 4,33 21,-44-25,-1 0,0 2,0 0,-1 0,0 1,-1 1,0 0,-1 1,0 0,-1 1,-1 0,0 0,-1 1,4 9,21 127,-32-147,-1-1,2 1,-1-1,0 1,1-1,-1 0,1 1,0-1,0 0,0 0,0 0,1-1,0 1,-1 0,1-1,0 0,0 1,0-1,0 0,0-1,1 1,-1 0,1-1,-1 0,1 0,-1 0,1 0,0-1,-1 1,1-1,0 0,-1 0,1 0,0-1,-1 1,1-1,3-1,6-2,0 0,0-1,0 0,-1-1,1-1,-1 0,-1 0,0-1,0-1,0 0,-1 0,0-1,-1 0,0-1,-1 0,0-1,-1 1,0-1,-1-1,0 1,-1-1,0 0,-1 0,0-6,1 1,3 76,-4-48,0-1,0 1,1-1,1 0,-1 0,1-1,1 0,0 0,0 0,0-1,1 0,0-1,0 1,1-1,0-1,0 0,0 0,0-1,2 0,48 22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05.5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719 72,'-2'-4,"0"1,0 0,-1-1,0 1,1 0,-1 0,-1 0,1 1,0-1,0 1,-1 0,0-1,1 2,-1-1,0 0,0 1,0 0,0-1,0 2,0-1,0 0,0 1,-3 0,-27-4,0 1,0 2,-1 1,-17 4,35-1,0 0,1 1,-1 1,1 0,1 2,-1 0,1 0,0 1,-5 5,-92 88,101-90,1 1,0 0,1 0,0 1,1 0,0 0,1 1,1 0,0 0,1 1,0-1,1 1,1 0,1 1,0-1,0 12,6 139,-2-160,-1 0,1 0,1 0,-1 0,1-1,0 1,0-1,1 1,-1-1,1 0,0 0,1-1,-1 1,1-1,0 0,0 0,0 0,1-1,-1 0,1 0,0 0,-1-1,1 0,1 0,14 4,0 0,0-2,0 0,1-1,-1-1,13-2,150-2,-180 2,0 0,0-1,0 1,0-1,0 0,0 0,-1-1,1 1,0-1,0 0,-1 0,1 0,-1 0,0-1,0 1,0-1,0 0,0 0,0 0,-1 0,0-1,1 1,-1-1,0 1,-1-1,1 0,-1 0,1-3,1 3,0 0,-1 0,1-1,-1 1,0-1,-1 1,1-1,-1 0,0 0,0 1,-1-1,1 0,-1 0,0 0,0 0,-1 0,1 0,-1 0,0 0,0 1,-1-1,0 0,0 1,0-1,0 1,0 0,-1 0,0-1,0 2,0-2,-13-4,-1 0,1 1,-2 1,1 0,-1 2,1-1,-2 2,1 1,-3 0,-50-13,-12 12,385-10,-601 62,250-37,49-10,0-1,0 0,0 0,0 0,0 0,0 0,0 0,1 0,-1 1,0-1,0 0,0 0,0 0,0 0,0 0,0 0,0 1,0-1,0 0,0 0,0 0,0 0,0 0,21-2,259-67,-278 68,-1 0,1 0,0 1,0-1,-1 1,1-1,0 1,0 0,0 0,0 0,0 0,0 0,0 0,-1 0,1 0,0 1,0-1,0 1,0 0,-1-1,1 1,0 0,-1 0,1 0,0 0,-1 0,1 0,-1 1,0-1,1 1,-1-1,0 1,0-1,0 1,0-1,0 1,0 0,3 14,0-1,-1 1,-1 0,0-1,-1 1,-1 0,0 0,-1 0,-1 0,-1-8,-1-1,0 0,0 0,-1 0,1-1,-1 0,-1 0,1 0,-1 0,0-1,0 0,-1 0,0-1,0 0,0 0,0 0,0-1,-1 0,1-1,-1 1,0-1,0-1,0 0,0 0,0 0,0-1,-4-1,-135 10,33-11,109 1,0-1,0 1,0-1,1 1,-1-1,0-1,1 1,0-1,0 0,-1 0,2 0,-1 0,0-1,1 1,-1-1,1 0,0 0,0 0,1 0,-1-1,0-2,-6-19,2-1,1 0,1 0,1-1,1 0,2 1,1-1,1 0,3-19,-2 30,1 0,0 0,1 0,0 1,2-1,0 1,1 0,0 1,1 0,1 0,1 0,0 1,1 1,0 0,1 0,0 1,1 1,0 0,1 0,0 2,1 0,0 0,7-2,-5 6,-1 1,1 1,0 0,0 1,0 1,0 0,0 2,14 1,9-1,134 0,-236 15,-70 6,81-15,0 1,0 3,1 3,-16 7,53-14,0 1,0 0,1 1,1 0,-1 1,2 0,-1 1,1 0,1 1,0 0,1 1,0-1,1 1,0 1,1-1,1 1,0 1,1-1,0 0,1 1,1 0,0 2,2-3,-1 0,2 0,0 0,1 0,0 0,1 0,1 0,0-1,1 0,0 0,1 0,0 0,1-1,1 0,0-1,0 1,1-2,1 1,3 2,-7-7,1-1,0 1,0-1,0-1,1 1,0-2,0 1,0-1,0 0,1 0,-1-1,1 0,-1 0,1-1,0-1,-1 1,1-1,0-1,0 0,3 0,22-6,-1 0,0-2,0-2,17-8,-39 15,-9 4,1-1,-1 1,0-1,1 0,-1 0,0 0,0 0,0 0,1 0,-1 0,0-1,-1 1,1-1,0 1,0-1,-1 0,1 0,-1 0,1 0,-1 0,0 0,0 0,0 0,0 0,0-1,0 1,0 0,-1-1,0 1,1 0,-1-1,0 1,0-1,0 1,0-1,-1 1,1 0,-1-1,1 1,-1 0,0-1,0 0,-6-7,0 1,-1 0,0 1,-1-1,1 2,-2-1,1 1,-1 0,0 1,0 0,-1 1,1 0,-1 1,-1 0,1 0,0 1,-7 0,-12-2,1 1,-1 2,0 1,0 2,-15 2,262-22,-186 16,-17 1,0 0,0 1,0 1,0 0,0 1,0 1,6 1,-21-4,1 1,0 0,0 0,-1 0,1 0,0 0,0-1,-1 1,1 0,0 0,0 0,-1 0,1 0,0 0,-1 0,1 0,0 0,0 0,-1 0,1 0,0 0,-1 0,1 0,0 0,0 0,-1 0,1 0,0 1,0-1,-1 0,1 0,0 0,0 0,-1 1,1-1,0 0,0 0,0 0,0 1,-1-1,1 0,0 0,0 1,0-1,0 0,0 0,0 1,0-1,-1 0,1 1,0-1,0 0,0 0,0 1,0-1,0 0,0 1,1-1,-1 0,0 0,0 1,-222 24,149-8,73-17,1 0,-1 0,0 0,1 0,-1 0,0 0,1 1,-1-1,0 0,0 0,1 0,-1 0,0 1,0-1,1 0,-1 0,0 1,0-1,0 0,1 1,-1-1,0 0,0 0,0 1,0-1,0 0,0 1,0-1,1 0,-1 1,0-1,0 0,0 1,0-1,0 0,-1 1,1-1,0 0,0 1,0-1,0 0,0 1,0-1,147-15,-90 5,82-4,-139 14,0 0,0 1,0-1,-1 0,1 1,0-1,0 0,0 0,0 1,-1-1,1 0,0 1,0-1,0 0,0 0,0 1,0-1,0 0,0 1,0-1,0 0,0 1,0-1,0 0,0 1,0-1,0 0,1 1,-1-1,0 0,0 0,0 1,0-1,1 0,-1 0,0 1,0-1,1 0,-1 0,0 1,0-1,1 0,-1 0,0 0,0 0,1 0,-1 1,0-1,1 0,-1 0,0 0,1 0,-1 0,0 0,1 0,-1 0,0 0,1 0,-1 0,0 0,0 0,1-1,-5 8,-10 18,7-14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10.4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211 158,'-6'-1,"1"0,-1 0,0 1,1 0,-1 0,0 0,1 1,-1-1,0 1,1 1,-1-1,1 1,0 0,-1 0,1 1,0-1,0 1,1 0,-1 1,0-1,1 1,0 0,0 0,0 0,1 1,-1-1,1 1,0 0,-2 4,0-2,1 0,-1 0,2 0,-1 1,1 0,0-1,0 1,1 0,0 1,1-1,0 0,0 0,1 1,0-1,0 1,1-1,0 0,0 0,1 1,0-1,0 0,1 0,1-1,-1 1,5 6,2-4,1 0,0-1,1-1,0 0,0-1,1 0,0-1,0 0,1-1,-1 0,1-1,0-1,0 0,0-1,1-1,-1 0,0-1,7-1,-13 1,-1-1,0 0,0-1,0 1,0-2,0 1,0-1,-1 0,1 0,-1-1,1 1,-1-2,-1 1,1-1,-1 1,1-2,-1 1,-1 0,1-1,-1 0,0 0,0 0,-1-1,0 1,0-1,0 0,-1 0,0 0,0 0,-1 0,0 0,0-1,-1-3,2-6,-1 1,-1-1,0 1,-2-1,0 1,0-1,-2 1,0 0,0 0,-7-14,7 22,0 0,0 0,-1 0,1 0,-2 1,1 0,-1 0,0 1,-1-1,1 1,-1 1,0-1,-1 1,1 0,-1 1,0 0,0 0,-1 1,1 0,-9-2,11 4,0-1,0 2,-1-1,1 1,0 0,0 0,-1 1,1 0,0 0,0 0,0 1,0 0,0 0,1 0,-1 1,0 0,1 0,0 0,0 1,0 0,0 0,1 0,-1 1,1-1,0 1,0 0,1 0,-1 0,1 1,-1 2,-3 6,0 0,1 0,1 1,0 0,1 0,0 0,1 1,1-1,1 1,0 0,1-1,1 1,0 0,1-1,0 1,2-1,4 15,-5-24,1 0,-1 0,1 0,0 0,1-1,-1 1,1-1,0 0,0-1,1 1,0-1,-1 0,1-1,0 1,1-1,-1 0,1-1,-1 1,1-2,0 1,0 0,0-1,6 0,-2 0,0 0,0-1,1-1,-1 1,0-2,0 0,0 0,0-1,0 0,-1-1,1 0,-1 0,0-1,6-5,-8 5,-1-1,0-1,-1 1,0-1,0 0,0 0,-1-1,0 0,0 0,-1 0,0 0,0-1,-1 0,0 1,-1-1,0 0,0 0,-1-1,0 1,-1 0,0 0,0-1,-1 1,0 0,-1 0,0 0,-2-8,0 3,0 0,-1-1,-1 2,0-1,-1 1,0-1,-1 2,0-1,-1 1,-1 1,0 0,0 0,-1 1,-1 0,1 1,-1 0,-1 1,6 4,0 1,-1 0,1 0,0 1,-1 0,1 0,-1 1,0 0,0 0,1 1,-1 0,0 1,0-1,1 1,-1 1,0-1,1 2,-1-1,1 1,0 0,0 0,0 1,0 0,1 0,-1 0,1 1,0 0,1 0,-1 1,1 0,0 0,-5 6,0 1,2 0,-1 1,2 0,0 0,0 1,1 0,1 0,1 0,0 0,1 1,0 0,1 0,1 14,1-20,0 0,0 0,1 0,1 0,0 0,0 0,1 0,0 0,0-1,1 0,1 1,-1-1,2-1,-1 1,1-1,0 0,1 0,0-1,0 0,1 0,-1-1,1 0,7 4,-4-4,-1 0,1-1,0-1,1 0,-1-1,1 0,0 0,-1-1,1-1,0 0,0 0,0-1,0-1,0 0,0-1,0 0,0-1,-1 0,1-1,-1 0,0-1,0 0,-1-1,1 0,-1 0,0-1,-1-1,0 0,3-2,-4 1,-1 0,1-1,-2 0,1 0,-1 0,-1-1,0 0,0 0,-1-1,0 1,-1-1,-1 1,0-1,0 0,-1 0,-1 0,0 0,0 0,-1 0,-1 0,0 0,-1 0,0 1,0-1,-2 1,1 0,-1 0,-1 0,0 1,-1 0,1 0,-2 1,0-1,0 1,0 1,-1 0,0 0,-1 1,0 0,-1 2,1-1,-1 1,0 1,0 0,0 1,-1 0,1 0,-1 1,1 1,-1 0,0 1,0 0,1 0,-1 1,0 1,1 0,-1 1,1 0,0 1,0 0,0 1,0 0,1 0,0 1,0 1,0-1,1 2,0-1,0 1,1 1,0 0,1 0,0 0,0 1,1 0,0 0,1 0,0 1,0 0,2 0,-1 1,3 1,0-1,0 1,2 0,-1 0,2 0,-1 0,2 0,0-1,0 1,2-1,-1 0,1 0,1 0,0-1,1 0,0 0,1 0,0-1,0 0,1-1,0 0,1 0,0-1,1 0,-1-1,1 0,1-1,-1 0,1-1,0 0,0-1,1 0,-1-1,2 0,-5 0,0-1,0 0,-1-1,1 0,0 0,0 0,0-1,1-1,-1 0,-1 0,1-1,0 0,0 0,0-1,-1 0,0 0,1-1,-1 0,-1-1,1 0,-1 0,0 0,0-1,3-4,-2 0,0-1,-2 0,1-1,-1 1,-1-1,0-1,-1 1,0-1,-1 0,0 1,-1-1,0 0,-1-1,-1 1,0 0,-1 0,0 0,-1 0,0 0,-1 0,-1 0,0 1,-1 0,0-1,-1 2,0-1,-1 1,0 0,-1 0,0 1,0 0,-1 0,-1 1,0 0,0 1,0 0,-1 0,-8-3,12 8,0 1,0 0,-1 0,1 0,0 1,-1 0,1 0,-1 1,1 0,-1 0,1 1,-1 0,1 0,-1 1,1 0,0 0,0 1,0 0,0 0,1 1,-1-1,1 2,0-1,0 0,-4 5,-10 10,1 1,1 1,1 0,0 2,2 0,1 0,1 1,0 1,2 0,1 1,2 0,-3 13,-5 20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18.4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0 319,'3'1,"1"0,-1-1,0 0,0 0,0 0,0 0,1 0,-1 0,0-1,0 0,0 0,0 0,0 0,0 0,0 0,0-1,0 1,-1-1,3-2,-1 2,51-32,-2-3,-1-2,39-39,-32 28,19-14,-77 64,0 0,-1 0,1 0,0 0,0 0,-1 0,1 0,0 0,0 0,0 0,-1 1,1-1,0 0,0 0,-1 1,1-1,0 0,-1 1,1-1,0 1,-1-1,1 1,-1-1,1 1,-1 0,1-1,-1 1,1 0,-1-1,0 1,1 0,-1-1,0 1,1 0,-1 0,0-1,0 1,0 0,0 0,0-1,0 1,0 0,0 0,0 0,0-1,0 1,0 0,-1 0,1-1,0 1,-1 0,1 0,-1 0,-12 183,8-69,5 0,9 50,-1-123,-2-54,-13-174,3-216,4 393,0 16,0 19,-14 434,2-192,12-455,-2 52,-17-113,8 194,11 54,-1 0,1 0,0 0,0 0,-1-1,1 1,0 0,-1 0,1 0,-1 0,1 0,0 0,-1 0,1 0,0 0,-1 0,1 0,0 0,-1 0,1 0,0 0,-1 0,1 0,0 1,-1-1,1 0,0 0,-1 0,1 0,0 1,0-1,-1 0,1 0,0 1,0-1,-1 0,1 1,0-1,0 0,0 1,0-1,-1 0,1 1,0-1,0 0,0 1,0-1,0 0,0 1,0-1,0 0,0 1,0-1,0 0,0 1,0-1,0 0,0 1,1-1,-1 0,0 1,0-1,0 1,-5 31,2 0,0 1,3 0,1 8,-1-16,1 66,5 0,13 69,-14-137,-5-23,0 0,0 0,0-1,0 1,0 0,0 0,0-1,0 1,0 0,0-1,0 1,0 0,0 0,1-1,-1 1,0 0,0 0,0 0,0-1,1 1,-1 0,0 0,0 0,0 0,1-1,-1 1,0 0,0 0,1 0,-1 0,0 0,0 0,1 0,-1 0,0-1,0 1,1 0,-1 0,0 0,1 0,-1 1,0-1,0 0,1 0,-1 0,0 0,0 0,1 0,-1 0,0 0,13-166,-12 128,-1 17,2-111,-13-111,2 197,3 48,-7 87,12-64,-1 534,2-660,-9-262,0 313,0 62,2 30,3 0,1 1,2-1,4 30,-3-63,19 236,-15-226,7-49,-5-272,-7 201,2 55,0 25,0 1,-2 0,0-1,-2 1,-3-18,-5 65,-8 143,3 121,15-104,8-313,-1 47,-3-1,-4 1,-10-66,-6 91,16 54,1 0,0-1,-1 1,1 0,-1 0,1-1,-1 1,1 0,-1 0,1 0,-1 0,1 0,-1 0,1 0,-1 0,1 0,-1 0,1 0,-1 0,0 0,1 0,-1 0,1 0,0 1,-1-1,1 0,-1 0,1 1,-1-1,1 0,-1 1,1-1,0 0,-1 1,1-1,0 1,-1-1,1 0,0 1,0-1,-1 1,1-1,0 1,0-1,0 1,0-1,0 1,-1-1,1 1,0-1,0 1,-7 20,0 0,2 0,0 1,1 0,1 0,0 12,1-14,-3 31,1 1,2-1,3 1,6 39,3-56,4-49,-5-15,-2-1,-1 0,-1 0,-2-1,0-15,0 4,11-312,-11 332,2 20,13 59,2 49,-4 0,-4 1,-5 13,-5-98,6-32,4-49,-4-1,-2 0,-3 0,-3-38,0 66,-5-68,-1 113,-3 402,2-280,7-474,0 175,0 690,0-716,0 222,-1-11,1 1,0 0,2-1,1 1,4 12,-8-33,1-1,0 1,0-1,0 1,0-1,0 1,0-1,0 1,0-1,0 1,0 0,0-1,0 1,0-1,0 1,0-1,1 1,-1-1,0 1,0-1,1 0,-1 1,0-1,0 1,1-1,-1 1,1-1,-1 0,0 1,1-1,-1 0,1 1,-1-1,1 0,-1 0,1 0,-1 1,1-1,-1 0,1 0,-1 0,1 0,-1 0,1 0,-1 0,1 0,-1 0,1 0,-1 0,1 0,0 0,-1-1,1 1,-1 0,0 0,1 0,-1-1,1 1,-1 0,1-1,-1 1,1 0,-1-1,0 1,1-1,14-32,-14 28,1 0,-1 0,0-1,-1 1,1 0,-1-1,0 1,0 0,-1-1,1 1,-3-5,0 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28.9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799 11,'-45'9,"1"3,0 1,1 2,0 2,2 2,0 2,1 1,1 2,-28 24,53-34,0 0,1 1,1 1,1 0,0 1,1 0,1 1,0 0,1 0,1 1,1 0,1 0,0 1,2-1,0 1,1 0,1 0,1 6,2 18,1 1,2-1,2 0,2-1,2 0,1 0,15 30,-5-20,2 0,2-1,2-1,3-2,2-1,2-2,2-1,38 35,-53-58,1-2,1-1,0 0,2-2,0-1,1-1,0-1,1-2,1-1,0-1,0-1,1-1,0-2,1-1,-1-2,1-1,18-1,-22-4,1 0,-1-2,-1-1,1-1,-1-2,0 0,-1-2,0-1,-1 0,0-2,-1-1,0-1,-1-1,-2 0,1-2,-2 0,0-2,-2 0,0-1,-2 0,0-2,-1 1,-2-2,0 0,-2 0,0-1,-2 0,-1-1,-1 0,-2 0,0 0,-2 0,-1-1,-2-22,-3 16,-1 0,-2 0,-2 0,0 1,-3 0,-1 1,-1 0,-1 1,-2 1,-1 0,-2 1,0 1,-3 0,-13-13,-2 1,-1 1,-2 3,-2 1,-1 2,-2 3,-43-23,59 36,0 2,-1 1,-1 1,0 2,-1 1,0 2,0 1,-1 2,0 1,0 1,0 2,0 1,0 2,0 2,0 1,1 1,0 2,0 1,0 2,-11 6,12-2,1 2,0 1,2 1,0 1,1 2,1 1,1 1,1 1,-21 28,31-34,1 1,0 1,2 0,0 1,1 0,2 1,0 0,1 0,2 1,0 0,2 1,0-1,2 1,0 12,9 59</inkml:trace>
  <inkml:trace contextRef="#ctx0" brushRef="#br0" timeOffset="584.954">2082 11,'-8'-3,"-1"1,0 0,0 1,0 0,0 0,0 1,0 0,0 0,0 1,0 1,0-1,0 1,0 1,1 0,-1 0,1 1,0-1,0 2,0-1,0 1,1 1,-5 4,-9 10,1 1,1 1,1 1,1 1,1 0,1 1,2 1,0 0,2 1,0 0,2 1,1-1,2 2,-1 8,-5 17,3 0,2 0,3 1,2 0,2 0,6 43,-3-73,1 1,1-1,2 0,0-1,1 1,2-1,0-1,2 0,0 0,2-2,0 1,1-2,2 0,0 0,10 7,-6-9,1-1,0-1,1-2,0 0,1-1,1-1,0-2,1 0,0-2,0-1,1-1,0-1,0-1,0-1,0-2,0-1,11-2,-25 1,1-1,-1 0,0-1,0 0,-1-1,1-1,-1 0,0-1,0 0,0-1,-1 0,0-1,-1 0,0 0,0-1,0-1,-1 0,-1 0,0-1,0 1,-1-2,0 1,-1-1,1-5,3-15,-1 1,-2-1,-2-1,-1 1,-1-1,-2 0,-1 0,-1 0,-2 1,-2-1,-1 1,-1 0,-4-8,3 5,-2 0,-2 0,-1 1,-2 1,-1 0,-1 1,-2 1,-1 1,-2 0,0 2,-2 0,-1 2,-2 1,0 0,-1 3,-2 0,-13-7,29 22,0 0,-1 1,1 0,-1 2,0-1,-1 2,1 0,-1 1,0 0,1 1,-1 1,0 0,0 2,1 0,-1 0,1 1,0 1,0 1,0 0,0 1,1 0,-8 6,2 1,1 1,0 1,1 0,1 2,0 0,1 1,1 1,1 0,1 1,0 0,1 1,2 1,0 0,1 0,-3 16,-11 44</inkml:trace>
  <inkml:trace contextRef="#ctx0" brushRef="#br0" timeOffset="1116.941">3245 79,'-11'-3,"-1"2,0-1,0 2,0-1,0 2,1-1,-1 2,0 0,0 0,1 1,-1 0,1 1,0 0,0 1,1 0,-1 1,1 0,0 1,-5 4,-2 3,1 1,0 1,2 0,-1 0,2 2,0 0,1 0,1 1,1 1,-1 5,-2 3,1 1,2 0,1 1,1 0,2 1,1 0,1-1,2 1,1 1,1-1,2 0,1 0,1 0,2-1,1 0,6 16,-5-29,0-1,1 1,1-2,0 1,1-1,1-1,0 0,1-1,0 0,1-1,1 0,0-2,0 1,1-2,0 0,2 0,9 2,0 0,1-1,0-2,0-1,1-2,0 0,0-2,0-1,24-2,-38 1,0-2,-1 0,1 0,0-2,-1 0,0 0,1-1,-1-1,-1-1,1 0,-1 0,0-1,0-1,-1 0,0-1,-1 0,0-1,0 0,-1-1,0 0,-1-1,-1 0,1 0,-2-1,0 0,2-5,0-13,-1-1,-1 0,-2 0,-1 0,-2-1,-1 0,-1 1,-2-1,-1 1,-2-1,-1 1,-1 0,-2 1,-2 0,0 0,-6-6,5 7,-2 1,-1 0,-1 1,-1 1,-2 0,0 2,-2 0,-18-16,25 28,0 1,-1 0,0 1,-1 1,0 0,-1 1,0 1,0 1,0 0,-1 1,0 1,-1 1,1 0,-1 2,-13-1,10 4,0 0,0 1,0 2,1 0,0 1,-1 1,2 2,-1 0,1 0,0 2,1 1,0 0,1 1,-14 13,-14 13,2 2,2 2,1 2,-27 40,-23 37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14.6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51 385,'38'-21,"37"-29,-2-3,-3-3,-2-3,44-50,-66 73,-45 36,0 0,-1 1,1-1,0 0,-1 1,1-1,0 1,-1-1,1 1,0-1,-1 1,1 0,-1-1,1 1,-1 0,0-1,1 1,-1 0,0 0,1-1,-1 1,0 0,0 0,0 0,1-1,-1 1,0 0,0 0,0 0,-1 0,1-1,0 1,0 0,0 0,0 0,-1-1,1 1,0 0,-1 0,1 0,-20 127,-4 66,28-139,2 0,2 0,2-1,3 0,16 41,-18-59,-6-24,-2-16,-2-25,-1 26,-8-496,-5 404,13 95,0 0,0-1,-1 1,1 0,0 0,-1 0,1-1,0 1,-1 0,1 0,0 0,-1 0,1 0,0 0,-1 0,1 0,0 0,-1 0,1 0,0 0,-1 0,1 0,0 0,-1 0,1 0,0 1,-1-1,1 0,0 0,-1 0,1 0,0 1,0-1,-1 0,1 0,0 1,0-1,-1 0,1 0,0 1,0-1,0 0,0 1,-1-1,1 0,0 1,0-1,0 0,0 1,0-1,0 0,0 1,0-1,0 0,0 1,0-1,0 0,0 1,0-1,0 0,1 1,-1-1,0 0,0 1,0-1,0 0,1 1,-36 209,28-145,-5 35,4-1,4 39,0-339,-28-201,29 386,3 35,14 537,-14-494,7-94,4-52,-4-1,-4 0,-3 0,-4 0,-8-36,1 86,17 229,3 218,-3-358,0-66,2-68,-4 0,-3 0,-7-48,-20-198,20 310,3 40,3 657,2-626,4-66,-5-31,-1-1,-2 0,-2 1,-9-39,10 61,-47-216,41 210,10 26,-1 0,0 1,1-1,-1 0,0 0,0 0,1 1,-1-1,0 0,0 0,1 1,-1-1,0 0,0 1,0-1,1 0,-1 1,0-1,0 0,0 1,0-1,0 0,0 1,0-1,0 1,0-1,0 0,0 1,0-1,0 0,0 1,0-1,0 1,0-1,0 0,-1 1,1-1,0 0,0 0,0 1,-1-1,1 0,0 1,0-1,-1 0,1 0,0 1,0-1,-1 0,1 0,0 0,-1 1,1-1,0 0,-1 0,1 0,-1 0,1 0,0 0,-1 0,1 0,0 0,-1 0,1 0,0 0,-1 0,1 0,-1 0,1 0,-1 0,4 125,5 1,11 44,-17-156,-1-2,1-1,0 1,1-1,0 0,1 0,0 0,1 0,1 2,-6-13,1 1,-1-1,1 0,-1 0,1 0,-1 0,1 0,-1 1,1-1,-1 0,1 0,0 0,-1 0,1 0,-1-1,1 1,-1 0,1 0,-1 0,1 0,-1-1,1 1,-1 0,1 0,-1-1,0 1,1 0,-1-1,1 1,-1 0,0-1,1 1,-1-1,0 1,1-1,-1 1,0 0,0-1,0 1,1-1,-1 1,0-1,0 0,0 1,0-1,0 1,0-1,0 1,0-1,0 1,0-1,0 1,0-1,0 1,-1-1,1 1,0-1,0 1,0-1,-1 1,1-1,0 1,-1-1,12-276,12-121,-25 346,1 51,1 1,-1-1,0 1,1-1,-1 1,1-1,-1 1,0 0,1-1,-1 1,0 0,1-1,-1 1,0 0,0 0,1 0,-1 0,0 0,0-1,1 1,-1 1,0-1,0 0,1 0,-1 0,0 0,0 0,1 1,-1-1,0 0,1 1,-1-1,0 0,1 1,-1-1,0 1,1-1,-1 1,-139 116,45-34,4 3,-12 22,90-94,14-20,22-27,31-43,4 3,3 2,4 4,18-14,-15 29,-68 53,0-1,0 0,0 1,0-1,0 0,0 0,0 1,0-1,0 0,0 1,1-1,-1 0,0 0,0 1,0-1,0 0,1 0,-1 0,0 1,0-1,0 0,1 0,-1 0,0 0,0 1,1-1,-1 0,0 0,1 0,-1 0,0 0,0 0,1 0,-1 0,0 0,1 0,-1 0,0 0,0 0,1 0,-1 0,0 0,1 0,-1 0,0 0,0 0,1 0,-1-1,0 1,0 0,1 0,-1 0,0 0,1-1,-17 25,-17 14,-2-1,-1-2,-2-2,-1-1,-2-2,-1-2,-31 15,59-34,-70 45,122-93,154-148,-337 319,65-61,180-172,-83 84,28-30,2 2,2 2,1 2,27-15,-74 55,-2-1,0 1,0 0,0-1,0 1,0 0,1 0,-1 0,0 0,1 0,-1 0,0 0,1 0,-1 1,1-1,0 0,-1 1,1-1,-1 1,1 0,0 0,-1 0,1-1,0 1,-1 1,1-1,0 0,-1 0,1 1,0-1,-1 1,1-1,-1 1,1 0,-1-1,1 1,-1 0,1 0,-1 0,0 0,0 0,1 1,-1-1,1 1,-1 12,0 0,0 0,-1 0,-1 0,0 0,-1 0,-3 7,0 15,3-23,-16 137,2 84,17-26,-1-230,2 1,0-1,1 0,2 1,0 0,7-20,-12 40,0 0,0 0,0 0,0 0,0 0,0 1,0-1,0 0,1 0,-1 0,0 0,0 0,1 0,-1 1,1-1,-1 0,0 0,1 1,0-1,-1 0,1 0,-1 1,1-1,0 1,-1-1,1 1,0-1,0 1,0-1,-1 1,1-1,0 1,0 0,0 0,0-1,-1 1,1 0,0 0,0 0,0 0,0 0,0 0,0 0,0 0,0 1,-1-1,1 0,0 0,0 1,0-1,0 0,-1 1,1-1,0 1,0-1,-1 1,1 0,0-1,-1 1,1 0,-1-1,1 1,-1 0,1 0,-1-1,1 1,-1 0,0 0,4 12,-1 1,0-1,-1 1,-1-1,0 1,0 0,-2 9,1-4,-7 46,8-87,51-148,-39 145,-5 42,-9 13,0 0,-2 0,-1 0,-6 21,5-35,1-33,14-49,-7 95,-3 25,-24-67,9 9</inkml:trace>
  <inkml:trace contextRef="#ctx0" brushRef="#br0" timeOffset="5632.836">399 666,'0'1,"0"-1,0 0,0 0,0 0,0 1,1-1,-1 0,0 0,0 0,0 1,0-1,0 0,1 0,-1 0,0 1,0-1,0 0,1 0,-1 0,0 0,0 0,0 0,1 0,-1 1,0-1,0 0,1 0,-1 0,0 0,0 0,1 0,-1 0,0 0,0 0,1 0,-5 30,-5 26,4 1,2 0,3 45,1-237,-24 183,17-41,149-9,-116-1</inkml:trace>
  <inkml:trace contextRef="#ctx0" brushRef="#br0" timeOffset="52087.579">212 1321,'53'-24,"202"-136,-242 152,-20 30,-4 6,1 0,1 0,1 1,2 0,0 1,2 0,2 0,1 28,-4 13,-6 90,0-489,8 124,4 691,6-451,-6-36,0 0,-1 0,1 0,0 0,0-1,-1 1,1 0,0-1,0 1,-1 0,1-1,0 1,-1-1,1 1,0-1,-1 0,1 1,-1-1,1 1,-1-1,1 0,-1 1,0-1,1 0,-1 0,0 1,1-1,-1 0,0 0,0 0,0 1,0-1,0 0,0 0,0 0,0 0,0 1,0-2,7-39,-2 0,-1-1,-3 0,-2-25,1 15,-1-116,10 228,-9-55,9 75,-4 0,-3 1,-3-1,-11 65,1-78,9-93,17-269,8 25,-17 343,24 315,-24-376,-4-42,11-461,-5 972,-3-322,-6-157,1 0,-1 1,0-1,0 0,0 0,0 0,-1 0,1 0,0 0,-1-1,1 1,-1 0,0-1,0 1,1-1,-1 0,0 1,0-1,0 0,-1 0,1 0,0-1,0 1,0 0,-1-1,1 1,0-1,-1 0,1 0,0 0,0 0,-1 0,1-1,0 1,-1-1,1 1,0-1,0 0,0 0,-2-1,-16 1,-128-2,257-15,67-5,-370 24,97-1,407 0,-452-2,127-1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0.7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38,'0'0,"0"-1,0 0,0 1,0-1,0 1,0-1,0 1,0-1,0 0,0 1,0-1,1 1,-1-1,0 1,0-1,1 1,-1-1,0 1,0-1,1 1,-1-1,1 1,-1-1,0 1,1 0,-1-1,1 1,-1 0,1-1,-1 1,1 0,-1 0,1-1,0 1,-1 0,1 0,-1 0,1 0,-1 0,1 0,0 0,-1 0,1 0,-1 0,2 0,8-5,1 2,0-1,0 1,0 1,1 0,-1 1,0 0,1 1,-1 0,1 0,-1 1,0 1,0 0,1 1,-1 0,-1 0,1 1,0 1,-1 0,4 3,-9-3,-1 0,0 1,0 0,-1-1,1 1,-1 1,-1-1,1 0,-1 1,0 0,0-1,-1 1,0 0,0 0,-1 0,0 0,0-1,0 1,-1 0,0 0,-1 0,1-1,-1 1,0 0,-1-1,0 0,0 0,0 0,-1 0,0 0,0 0,0-1,-1 0,1 0,-1 0,-1-1,1 1,-1-1,1 0,-1-1,0 0,-1 0,1 0,-6 2,12-6,1 1,-1-1,0 1,0 0,0-1,1 1,-1-1,0 1,0-1,0 1,0-1,0 1,0-1,0 1,0-1,0 1,0-1,0 1,0-1,0 1,0-1,0 1,-1-1,1 1,0 0,0-1,-1 1,1-1,0 1,0 0,-1-1,1 1,0 0,-1-1,1 1,-1 0,1-1,-1 1,13-3,0 1,0 0,0 0,0 1,1 1,-1 0,0 1,0 0,0 1,0 0,0 1,0 1,-1-1,1 2,-1 0,0 0,-1 1,1 0,-1 1,0 0,-1 0,1 1,-2 1,1 0,-1 0,0 0,6 11,-12-17,-1 1,1 0,0 0,-1 0,0 0,0 0,0 0,0 0,-1 0,1 0,-1 0,0 0,-1 0,1 1,-1-1,1 0,-1 0,-1 0,1 0,0 0,-1-1,0 1,0 0,0-1,0 1,-1-1,1 0,-1 1,-1 0,-5 4,0 1,-1-2,0 1,0-1,-1-1,0 0,0 0,-1-1,-3 1,-6 2,-1-2,0 0,0-1,0-1,-1-1,0-1,1-1,-1 0,0-2,-16-3,34 3,0 1,0-1,0 0,0-1,1 1,-1-1,0 0,1 0,-1 0,1-1,0 1,0-1,0 0,0 0,-1-2,5 4,-1 0,1 0,0 0,0-1,0 1,-1 0,1 0,0 0,0 0,1 0,-1-1,0 1,0 0,0 0,1 0,-1 0,1 0,-1 0,1 0,-1 0,1 0,0 0,-1 0,1 0,0 0,0 1,-1-1,1 0,0 0,0 1,0-1,0 1,0-1,0 1,0-1,0 1,0 0,1-1,-1 1,0 0,0 0,0 0,0 0,0 0,1 0,35-12,3 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3.4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303 581,'-18'-5,"0"1,-1 1,1 1,-1 0,1 1,-19 2,29 0,1 0,0 0,0 1,0 0,0 0,0 0,0 1,1 0,-1 1,1-1,0 1,0 0,0 1,1-1,-1 1,1 1,0-1,1 1,-1 0,1 0,0 1,0 0,1 0,0 0,0 0,1 0,-1 0,2 1,-1-1,1 1,0-1,1 1,0 5,0-9,0 0,0-1,1 1,0 0,-1-1,1 1,1-1,-1 1,0-1,1 0,0 1,0-1,0 0,0 0,0 0,0 0,1-1,0 1,-1-1,1 1,0-1,0 0,0 0,0 0,1-1,-1 1,1-1,-1 1,1-1,8 0,-1-1,0 0,0-1,0 0,1 0,-1-1,0-1,-1 0,1 0,0-1,-1-1,0 1,0-2,0 1,-1-1,0-1,0 0,5-5,1 0,-1 0,0-1,-1 0,0-1,-1-1,-1 0,0-1,-2 0,1 0,-2-1,0 0,-1 0,-1-1,0 0,-2-1,0 1,-1-1,-1 0,1-13,-1-1,-2 0,-2 1,-1-1,-1 1,-1 0,-3 0,0 0,-2 1,-12-27,20 52,-1 0,0 1,0-1,0 0,0 1,-1 0,0 0,0 0,0 0,-1 1,0 0,0 0,4 3,0 1,0-1,-1 1,1-1,-1 1,1 0,0 0,-1 0,1 0,-1 0,1 0,0 0,-1 0,1 0,-1 1,1-1,0 1,-1-1,1 1,0-1,0 1,-1 0,1 0,0 0,0-1,0 1,0 0,0 0,0 0,0 1,0-1,1 0,-1 0,0 0,1 1,-1-1,1 0,-1 2,-8 17,1 0,0 0,2 1,0 0,2 1,0-1,0 22,3-36,-5 38,3 0,1 1,3-1,1 1,5 20,-4-47,1 0,0 1,2-2,0 1,1-1,0 0,2 0,0-1,1 0,1 0,0-1,1-1,14 14,-20-23,0 0,1 0,0-1,0 0,0 0,0 0,1-1,0 0,0-1,0 0,0 0,1-1,-1 1,1-2,-1 1,1-2,0 1,-1-1,1 0,0-1,0 0,-1 0,1-1,-1 0,1 0,-1-1,0 0,0-1,0 0,-1 0,1 0,-1-1,5-4,-2-2,0-1,-1 0,0 0,-1-1,0 0,-1 0,0-1,-1 0,-1 0,0 0,-1-1,-1 0,0 0,-1 0,0 0,-2 0,1 0,-2 0,0 0,-1 0,0 0,-5-14,7 28,0-1,0 0,0 0,0 0,-1 0,1 1,0-1,-1 0,0 0,1 0,-1 1,0-1,0 0,0 1,0-1,0 1,0-1,0 1,0 0,-1-1,1 1,-1 0,1 0,-1 0,1 0,-1 0,0 0,1 0,-1 1,0-1,0 1,1-1,-1 1,0-1,0 1,0 0,-1 0,-1 4,0 1,1-1,0 1,0 0,0 0,1 0,-1 0,1 0,0 0,1 1,-1-1,1 1,0-1,1 1,-1 0,1-1,0 3,0 2,-1-1,2 1,-1 0,1 0,1 0,0 0,0-1,1 1,0-1,0 1,1-1,0 0,1-1,0 1,1-1,0 0,0 0,0-1,1 1,0-2,1 1,0 0,51 29,1-10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3.9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0 349,'152'-329,"-141"309,-11 20,0 1,0-1,-1 0,1 0,0 0,0 1,0-1,0 0,0 0,0 1,-1-1,1 0,0 0,0 1,0-1,0 0,0 0,0 1,0-1,0 0,0 1,0-1,0 0,0 0,0 1,0-1,0 0,1 0,-1 1,0-1,0 0,0 0,0 1,0-1,1 0,-1 0,0 0,0 1,0-1,1 0,-1 0,0 0,0 0,1 1,-1-1,0 0,0 0,1 0,-1 0,0 0,0 0,1 0,-1 0,0 0,0 0,1 0,-1 0,0 0,0 0,1 0,-1 0,0 0,-17 251,34 138,-16-379,-1 1,0-1,0 0,-1 0,-1 0,1 0,-2 0,0 0,0-1,0 1,-1-1,-1 0,1 0,-2 0,1-1,-1 1,-1-1,5-6,1-1,-1 0,0 0,0 0,0 0,0 0,0-1,0 1,0-1,0 1,0-1,-1 0,1 1,0-1,0 0,0 0,0-1,0 1,-1 0,1-1,0 1,0-1,0 0,0 0,0 0,0 0,1 0,-1 0,0 0,0-1,1 1,-1 0,1-1,-1 0,1 1,0-1,-1-1,-39-72,41 75,0 0,0-1,0 1,0 0,0-1,0 1,0 0,0-1,0 1,0-1,1 1,-1 0,0 0,0-1,0 1,1 0,-1-1,0 1,0 0,1 0,-1-1,0 1,1 0,-1 0,0 0,1-1,-1 1,0 0,1 0,-1 0,0 0,1 0,-1 0,0 0,1 0,-1 0,0 0,1 0,-1 0,1 0,-1 0,0 0,1 0,-1 0,0 0,1 0,-1 1,0-1,1 0,-1 0,0 0,1 1,-1-1,0 0,0 0,1 1,-1-1,0 0,0 1,0-1,1 1,3 0,26 6,1-1,-1-1,1-2,0-1,0-1,-1-2,1-1,10-3,15-2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1.1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0 494,'15'41,"1"-1,2 0,2-1,1-1,2-1,2-1,2 0,-22-30,-2-1,0-1,0 0,0 0,0 0,1-1,0 1,0-1,0 0,0 0,0 0,1 0,-1-1,1 1,0-1,4 1,-7-4,0 0,0 0,1 0,-1 0,0-1,0 1,0-1,-1 1,1-1,0 1,-1-1,1 0,0 0,-1 0,0 0,0 0,1 0,-1 0,-1-1,1 1,0 0,0-1,-1 1,1 0,-1-1,0 1,0-1,0-1,0 4,17-250,-16 248,-1-1,1 1,-1-1,1 1,0 0,0-1,0 1,0 0,0 0,0 0,1-1,-1 1,1 0,-1 1,1-1,0 0,0 0,0 1,0-1,0 1,0 0,0-1,0 1,1 0,-1 0,0 1,1-1,-1 0,1 1,-1-1,1 1,-1 0,1 0,-1 0,1 0,1 1,29 3,0 2</inkml:trace>
  <inkml:trace contextRef="#ctx0" brushRef="#br0" timeOffset="889.67">777 587,'-6'-5,"-1"0,1 1,0-1,-1 1,0 1,0-1,0 1,-1 1,1-1,-1 1,1 1,-1-1,0 1,1 0,-1 1,0 0,0 0,0 1,1 0,-1 0,0 1,1 0,-1 0,1 1,0 0,0 0,0 1,0 0,0 0,-4 4,6-4,-1 1,1 0,0 0,1 1,-1-1,1 1,0 0,1 0,-1 0,1 1,0-1,1 1,-1 0,1 0,1 0,-1 0,1 0,1 0,-1 0,1 0,0 0,1 0,0 5,3-8,-1-1,1 0,-1 1,1-1,0 0,0-1,0 1,0-1,1 0,-1 0,1 0,-1 0,1-1,0 0,0 0,-1 0,1-1,0 1,0-1,0 0,0-1,-1 1,1-1,0 0,0 0,-1 0,1-1,0 0,-1 0,4-1,-1-1,0 0,1 0,-1 0,-1-1,1 1,0-2,-1 1,0-1,-1 0,1 0,-1-1,0 1,-1-1,0 0,3-5,0 33,-7-17,2 1,-1 0,0-1,1 1,0-1,0 1,1-1,-1 0,1 0,0 0,0 0,0-1,0 1,1-1,-1 0,1 0,0 0,0 0,0-1,0 1,1-1,-1 0,1 0,-1-1,1 1,-1-1,4 0,1 1,1-1,0-1,-1 1,1-1,-1-1,1 0,-1 0,1-1,-1 0,0-1,0 0,0-1,7-3,-5 1,0-1,0 0,-1-1,0 0,-1 0,1-1,-2-1,1 0,-1 0,-1 0,0-1,0 0,-1 0,0-1,-1 0,-1 0,0 0,0 0,-1-1,1-11,0-12,-1 0,-1 0,-3 0,0 0,-3-1,-6-30,7 53,-2-20,-1 0,-2 1,-1-1,-2 2,-10-22,21 53,0 0,0 1,0-1,-1 0,1 0,0 0,-1 0,1 0,-1 1,1-1,-1 0,0 0,1 1,-1-1,1 0,-1 1,0-1,0 1,1-1,-1 1,0-1,0 1,0 0,0-1,0 1,1 0,-1-1,0 1,0 0,0 0,0 0,0 0,0 0,0 0,0 0,0 0,1 1,-2-1,-20 31,9 11,2 0,1 1,3 0,1 0,0 40,3-55,1 0,1 0,1 1,2-1,1 0,1 0,1 0,1-1,2 0,1 0,1 0,7 11,-13-32,0 0,0-1,1 1,0-1,0 0,0 0,1-1,0 1,0-1,0-1,0 1,0-1,1 0,0 0,-1-1,1 0,0 0,0-1,0 1,0-1,0-1,1 0,-1 0,0 0,0-1,0 0,0 0,0-1,0 0,0 0,6-3,0 0,0-1,-1 0,0-1,0 0,0-1,-1 0,0-1,-1 0,0-1,0 0,-1 0,-1-1,1 0,-2-1,0 0,0 0,0-1,-3-2,-16 33,10-10,0 1,0-1,1 1,0 0,0 0,1-1,1 1,-1 0,1 0,1-1,1 6,-3-11,1 0,0 1,0-1,1 0,-1 0,1 1,0-1,0-1,0 1,0 0,0 0,0-1,1 1,-1-1,1 0,0 0,0 0,-1 0,2 0,-1 0,0-1,0 0,0 1,1-1,-1 0,0-1,1 1,-1-1,1 1,1-1,1-1,0 1,0-1,0-1,0 1,0-1,-1 0,1 0,0-1,-1 1,0-1,0-1,0 1,0-1,0 0,0 0,-1 0,0 0,0-1,0 0,-1 0,1 0,-1 0,0 0,-1-1,1 1,-1-1,0 0,-1 0,1 0,-1 0,0-6,1 7,-1-2,0 1,0 0,-1 0,0 0,0 0,0 0,-1-1,0 1,0 0,0 0,-1 0,0 0,0 1,-1-1,1 0,-1 1,0 0,-1 0,0 0,1 0,-1 0,-1 1,1-1,-1 1,1 0,-1 1,-1-1,1 1,0 0,-3-1,4 3,-1 0,1 0,0 0,-1 1,1 0,-1 0,1 0,-1 0,1 1,-1-1,1 1,-1 0,1 1,0-1,0 1,0 0,0 0,0 0,0 0,0 1,1-1,-1 1,1 0,-1 0,1 1,0-1,1 1,-1-1,1 1,-1 0,1 0,0 0,0 0,1 0,-1 0,1 1,0-1,0 1,1-1,-1 0,1 1,0-1,0 1,0-1,1 1,0-1,-1 1,2-1,-1 0,0 1,1-1,1 3,15 20</inkml:trace>
  <inkml:trace contextRef="#ctx0" brushRef="#br0" timeOffset="1422.246">1805 761,'8'-68,"-4"-1,-2 1,-5-22,3 79,-1 0,0-1,-1 1,0 0,-1 0,0 0,-1 0,0-1,4 12,0 1,0-1,0 0,1 1,-1-1,0 1,0-1,0 0,0 1,0-1,0 1,1-1,-1 0,0 1,0-1,0 1,0-1,-1 0,1 1,0-1,0 1,0-1,0 0,0 1,0-1,-1 1,1-1,0 0,0 1,-1-1,1 0,0 0,0 1,-1-1,1 0,0 1,-1-1,1 0,0 0,-1 0,1 1,-1-1,1 0,0 0,-1 0,1 0,0 0,-1 0,1 0,-1 0,1 0,-1 0,1 0,0 0,-1 0,1 0,-1 0,1 0,0 0,-1-1,1 1,4 9,1 0,0 0,0 0,1-1,0 0,0 0,1-1,0 0,1 0,-1 0,1-1,1 0,-1-1,1 0,0 0,0-1,7 3,-13-6,8 5,-5-4,0 1,-1-1,1 1,-1 1,1-1,-1 1,0 0,0 0,-1 0,1 0,-1 1,0 0,0 0,-1 0,0 1,1-1,-2 1,1 0,8 62,11 30,-20-95,0 0,0 0,0 0,1 0,-1-1,1 1,-1-1,1 1,0-1,0 0,0 0,0 0,0-1,0 1,1-1,-1 1,1-1,-1 0,1-1,-1 1,1 0,-1-1,1 0,0 0,-1 0,2 0,91-27,-84 22,-1-2,0 1,0-1,0-1,-1 0,0 0,0-1,-1 0,-1-1,1 0,-2 0,1-1,-1 0,-1 0,5-11,-6 13,-8 27,1-7,0 2,0 0,1 0,0 1,1-1,1 0,0 1,3 8,-4-18,1-1,0 1,0-1,0 1,1-1,-1 1,1-1,0 0,0 0,0 0,0 0,0 0,1 0,-1 0,1-1,0 1,0-1,0 0,0 0,0 0,0 0,1-1,-1 1,1-1,-1 0,1 0,-1 0,1 0,0-1,0 1,21-3,-1-3</inkml:trace>
  <inkml:trace contextRef="#ctx0" brushRef="#br0" timeOffset="1675.569">2408 226,'-16'-2,"-6"1,4 6,10 6,14 8,7 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9.3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264 505,'-5'-3,"-1"-1,1 2,-1-1,0 0,0 1,0 0,0 1,0-1,0 1,0 1,0-1,0 1,-1 0,1 0,0 0,0 1,-1 0,1 1,0-1,0 1,1 0,-1 1,0-1,1 1,-1 0,0 1,-3 3,0 1,1 1,0-1,0 1,1 1,0-1,0 1,1 0,1 1,0 0,0-1,1 2,0-1,1 0,0 1,1 0,0-1,1 1,0 9,1-18,0 0,1 0,-1 1,1-1,-1 0,1 0,0 0,0 0,0 0,1 0,-1 0,1-1,-1 1,1 0,0-1,0 1,0-1,0 0,1 1,-1-1,1 0,-1 0,1-1,0 1,0-1,-1 1,1-1,0 0,0 0,0 0,1 0,-1-1,0 1,0-1,0 0,0 0,1 0,-1 0,0-1,0 1,0-1,3 0,11-6,-1 0,-1 0,1-2,-1 0,-1 0,0-2,0 0,-1 0,0-1,-1-1,-1 0,0 0,0-1,-2-1,0 0,0 0,4-14,-1 1,-1 0,-2 0,-1-1,-1-1,-2 1,0-1,-3 0,0 0,-2 0,-1 0,-1 0,-2 0,-1 1,-6-23,8 42,0-1,-1 1,0 0,0 0,-1 0,-1 1,1-1,-5-3,9 11,0 1,-1 0,1 0,0 0,-1 0,1 0,-1 0,0 0,1 0,-1 0,0 1,0-1,1 1,-1-1,0 1,0 0,0-1,1 1,-1 0,0 0,0 1,0-1,0 0,1 1,-1-1,0 1,0-1,1 1,-1 0,0-1,1 1,-1 0,1 0,-1 1,1-1,-1 0,1 0,0 1,0-1,0 1,-1-1,1 1,1-1,-1 1,0-1,0 1,1 0,-1 0,0-1,1 1,0 2,-13 25,2 2,2-1,0 1,2 1,2-1,0 1,2 0,2 23,-1-24,2-1,0 0,3 0,0 0,2-1,6 21,-8-39,0-1,1 1,0-1,1 0,0-1,0 1,1-1,0 0,1 0,0-1,0 0,1 0,0-1,0 0,1 0,0-1,0 0,1-1,9 5,-6-5,-1-1,1 0,1 0,-1-2,0 1,1-2,-1 0,1 0,-1-1,1-1,-1 0,1-1,-1-1,0 0,0 0,0-2,0 1,-1-2,1 1,-1-2,-1 0,1 0,-1-1,-1 0,1-1,-1 0,-1-1,0 0,0-1,-1 1,0-2,-1 1,0-1,-1 0,-1 0,5-13,-8 17,1-1,-1-1,0 1,-1 0,0 0,0-1,-1 1,-1 0,1-1,-2 1,1 0,-1 0,0 0,-1 0,0 0,-1 0,1 1,-2-1,0 1,4 6,0 1,0 0,0-1,0 1,0 0,0 0,-1 0,1 0,0 0,-1 0,1 1,-1-1,1 0,-1 1,1-1,-1 1,1 0,-1-1,0 1,1 0,-1 0,1 0,-1 0,0 0,1 0,-1 0,0 1,1-1,-1 1,1-1,-1 1,1 0,-1-1,1 1,0 0,-1 0,1 0,-1 0,-35 53,34-45,0 0,1 0,0 0,1 0,0 0,0 0,1 1,0-1,1 0,0 0,0 1,1-1,0 0,1 0,0-1,0 1,1 0,0-1,0 0,1 0,0 0,1-1,0 0,0 0,0 0,1 0,0-1,0-1,1 1,7 4,2-1,1 0,0-1,1-1,0-1,0 0,0-2,8 1,55 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7.1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0 335,'17'14,"0"2,-2 0,0 1,-1 0,-1 1,6 10,-15-21,0 0,0 1,0-1,-1 1,0 0,0 0,-1 0,0 0,-1 0,0 1,0-1,0 0,-1 1,-1-1,1 1,-1-1,-1 0,0 4,-6 3,6-30,9-2,1-1,0 2,2-1,0 1,1 0,0 1,2 0,-1 1,2 1,0 0,0 1,2 0,-12 8,4-3,-1 0,1 1,0 0,0 1,1 0,0 0,0 1,0 0,0 0,1 1,6-1,-12 4,-1 1,0 0,0 0,0 1,0-1,0 1,0 0,0-1,0 1,-1 0,1 1,-1-1,0 0,1 1,-1 0,0-1,0 1,-1 0,1 0,-1 0,1 0,-1 0,0 0,0 0,0 1,0-1,-1 0,0 0,1 1,-1-1,0 0,0 1,-1-1,1 0,-1 1,0-1,-10 187,10-188,0 1,1 0,-1-1,1 1,0 0,0 0,0-1,0 1,1 0,-1 0,1-1,-1 1,1 0,0-1,0 1,0-1,1 1,-1-1,0 1,1-1,0 0,-1 0,1 0,0 0,0 0,0 0,0 0,1-1,-1 1,0-1,1 0,-1 1,1-1,0 0,-1 0,1-1,0 1,2 0,6-3,1 0,-1 0,0-1,0 0,0-1,0-1,0 0,-1 0,0-1,0 0,-1 0,0-1,0-1,0 0,0 0,51-50,-31 42,-17 11,-2-1,1 0,-1-1,0 0,0 0,-1-1,0 0,0-1,-1 1,0-2,0 1,-1-2,-6 9,0 0,0 0,0 1,0-1,-1 0,1 0,-1 0,1 0,-1 0,0 0,0 0,0 0,0 0,0 0,0 0,0 0,-1 0,1 0,-1 0,1 0,-1 0,0 1,0-1,0 0,0 0,0 1,0-1,-1 1,1-1,0 1,-1-1,1 1,-1 0,1 0,-1-1,0 1,0 0,1 1,-4-3,0 1,0 0,0 0,0 1,0 0,0 0,-1 0,1 0,0 1,0 0,-1 0,1 0,0 1,-2 0,2-1,0 2,-1-1,1 1,0-1,0 2,0-1,0 0,1 1,-1 0,1 0,-1 0,1 1,0 0,0-1,1 1,-1 1,1-1,0 0,0 1,0 0,0-1,1 1,0 0,0 0,1 1,-1-1,1 0,0 1,0-1,1 0,0 1,0-1,0 1,0-1,1 0,0 1,0-1,1 0,-1 0,1 1,1 1,4 1,-1-1,2 0,-1 0,1-1,0 0,0 0,1-1,-1 0,1 0,0-1,1 0,-1-1,1 0,-1-1,1 0,0 0,4 0,33 5</inkml:trace>
  <inkml:trace contextRef="#ctx0" brushRef="#br0" timeOffset="467.775">1097 375,'1'16,"1"-1,1 0,0 0,1 0,0 0,1 0,1-1,1 0,0 0,0 0,1-1,1 0,1-1,-1 0,2 0,0-1,0-1,1 0,0 0,1-1,0-1,3 2,-14-8,1-1,-1 1,1-1,0 1,0-1,-1 0,1 0,0 0,0-1,0 1,0-1,0 1,0-1,0 0,0 0,0 0,0-1,0 1,0-1,0 0,0 0,0 0,0 0,0 0,-1 0,1-1,0 1,-1-1,1 0,-1 0,2-1,4-9,0 0,0-1,-1 0,-1-1,0 1,0-1,-2 0,2-8,2-2,10-34,-10 29,1 0,1 1,2 0,1 1,13-22,14 14,-22 31</inkml:trace>
  <inkml:trace contextRef="#ctx0" brushRef="#br0" timeOffset="848.279">1846 442,'-5'12,"1"-1,1 2,0-1,0 0,1 1,1-1,0 1,1 11,1-18,-1-1,1 0,0 0,0 0,1 0,0 0,0 0,0 0,0 0,1-1,-1 1,1-1,0 1,1-1,-1 0,1-1,0 1,0-1,0 1,0-1,0 0,3 1,-3-2,-1 0,1-1,0 1,0 0,0-1,0 0,0 0,0 0,0-1,0 1,0-1,1 0,-1 0,0-1,0 1,0-1,0 0,0 0,0 0,0 0,0-1,0 0,0 0,-1 0,1 0,-1 0,1-1,-1 0,0 1,3-4,0-1,0 0,0 0,-1-1,0 0,0 0,-1 0,0-1,0 1,-1-1,0 0,0 0,-1 0,0-6,-1 5,-1 0,0 1,0-1,-1 0,0 0,-1 0,0 0,-1 0,0 1,0 0,-1-1,-3-4,5 10,0-1,-1 1,1 0,-1 0,0 1,0-1,0 1,-1-1,1 1,-1 0,0 0,1 0,-2 1,1 0,0-1,0 1,-1 1,1-1,-1 1,1-1,-1 1,0 1,1-1,-1 1,0-1,1 1,-2 1,0 0,0 0,-1 1,1 0,0 0,1 1,-1 0,0 0,1 0,0 1,0-1,0 1,0 0,0 1,1-1,0 1,0 0,0 0,0 0,1 1,0-1,0 1,1 0,-1 0,1 0,0 0,1 0,-1 4,2-7,0 0,1 0,-1-1,1 1,-1 0,1 0,0-1,0 1,1-1,-1 1,0-1,1 1,-1-1,1 0,0 1,0-1,0 0,0 0,0-1,0 1,1 0,-1-1,0 1,1-1,-1 0,1 0,0 0,-1 0,1 0,0 0,0-1,0 0,32 9</inkml:trace>
  <inkml:trace contextRef="#ctx0" brushRef="#br0" timeOffset="1101.601">2314 375,'0'14,"0"11,0 8,0 5,2 3,1 0,2-4,2-5,3-8,0-8</inkml:trace>
  <inkml:trace contextRef="#ctx0" brushRef="#br0" timeOffset="1277.129">2286 0,'-7'2,"3"8,8 11,11 12,2-1</inkml:trace>
  <inkml:trace contextRef="#ctx0" brushRef="#br0" timeOffset="1502.051">2580 508,'13'-1,"0"-1,0 0,-1-1,1-1,-1 0,0 0,0-1,-1-1,1 0,-1-1,-1 0,1 0,-1-1,0-1,-1 0,0 0,0-1,-1 0,-1 0,1-1,-2 0,4-7,-6 13,-1-1,0-1,0 1,0 0,-1-1,0 1,0-1,-1 0,0 0,0 0,0 0,-1 1,0-1,0 0,-1 0,0 0,0 0,-1 0,1 1,-2-1,1 1,-1-1,0 1,0 0,0 0,-1 0,-1-1,4 6,-1 0,1 0,-1 0,1 0,-1 1,0-1,1 0,-1 0,0 1,1 0,-1-1,0 1,0 0,0 0,1-1,-1 1,0 1,0-1,0 0,1 0,-1 1,0-1,0 1,1-1,-1 1,1 0,-1 0,0 0,1 0,-1 0,1 0,-1 0,-39 48,34-38,0 1,1 1,0-1,1 1,1 0,0 0,0 1,2-1,-1 1,2 0,0 0,0-1,1 1,1 0,1 0,0-1,2 9,-1-16,0 0,0 0,0-1,1 1,0-1,0 0,1 0,0 0,-1-1,1 1,1-1,-1 0,1-1,-1 1,1-1,0 0,0-1,1 1,-1-1,4 0,9 3,1-1,1-1,-1 0,0-2,20-1,29-3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5.8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281 121,'-1'-5,"0"-1,-1 1,0-1,0 1,-1 0,1 0,-1-1,0 2,-1-1,1 0,-1 1,0 0,0-1,0 2,-1-1,1 0,-1 1,0 0,0 0,0 0,0 1,-1 0,1 0,-1 0,1 0,-1 1,0 0,1 0,-1 1,0 0,0 0,1 0,-1 0,0 1,-4 1,1 4,0 0,0 1,1 0,0 1,0 0,0 0,1 1,1 0,-1 0,1 0,1 1,0 0,0 0,1 0,0 1,1-1,0 1,1 0,0 0,0 0,2 0,-1 0,1 6,0-14,0 1,0-1,1 1,-1-1,0 1,1-1,0 1,0-1,0 0,0 1,1-1,-1 0,1 0,0 0,0 0,0 0,0-1,1 1,-1 0,1-1,-1 0,1 1,0-1,0 0,0-1,0 1,0 0,0-1,0 0,1 0,-1 0,1 0,-1 0,1-1,-1 1,1-1,7-2,0-1,0 0,0-1,0 0,-1 0,0-1,0-1,0 0,-1 0,0-1,0 0,0 0,-1-1,0 0,0-1,-1 0,-1 0,1 0,4-10,-5 10,0-1,-1 1,0-1,0-1,-1 1,-1-1,0 1,0-1,-1 0,0 0,-1 0,0 0,-1-1,0 1,-1 0,-1-6,-8 3,2 33,5 5,0 0,2 1,1-1,1 1,1-1,1 0,1 0,1 0,1 0,1-1,8 17,-13-35,0 0,0 0,0 0,0-1,1 1,0 0,0-1,0 0,0 1,1-1,0-1,0 1,0-1,0 1,0-1,1 0,-1 0,1-1,0 0,0 1,0-2,0 1,0 0,0-1,1 0,-1-1,0 1,6-1,28-10,-2-7</inkml:trace>
  <inkml:trace contextRef="#ctx0" brushRef="#br0" timeOffset="479.904">696 162,'-5'-48,"-2"80,6-15,2 0,0 0,0 1,2-1,0-1,3 10,-5-21,1 0,0 1,0-1,0 0,0 0,1 0,-1-1,1 1,1-1,-1 1,1-1,-1 0,1 0,0 0,1-1,-1 0,1 0,-1 0,1 0,0 0,0-1,2 0,-2-1,-1 0,1 0,0-1,0 0,0 0,0 0,0-1,0 0,0 0,0 0,-1 0,1-1,0 1,-1-1,1-1,-1 1,0 0,0-1,0 0,0 0,0 0,-1-1,4-3,2-3,0 0,-1-1,0 0,-1 0,0-1,0 0,-2 0,2-4,15-70,-21 230,19-39,-20-102,1-1,0 1,0 0,0-1,0 0,0 1,1-1,-1 0,1 1,0-1,-1 0,1 0,0 0,0 0,0-1,1 1,-1-1,0 1,1-1,-1 0,1 1,-1-1,1-1,-1 1,1 0,0-1,-1 1,1-1,0 0,0 0,-1 0,1 0,0 0,-1-1,1 1,2-1,8-6,0 0,0 0,0-1,-1-1,-1 0,0 0,0-1,-1-1,0 1,0-2,-1 0,-1 0,0 0,-1-1,0-1,-1 5,-1 0,0-1,-1 1,0-1,0 0,-1 0,0 0,-1-1,0-1,-2 12,0 0,-1 0,1 1,-1-1,1 0,-1 0,1 0,0 1,-1-1,1 0,-1 0,1 0,-1 0,1 0,-1 0,1 0,-1 0,1 0,-1 0,1 0,-1 0,1 0,-1 0,1-1,-1 1,1 0,0 0,-1-1,1 1,-1 0,1 0,0-1,-1 1,1 0,0-1,-1 1,1 0,0-1,-1 1,1-1,0 1,0-1,0 1,-1-1,1 1,0 0,0-1,0 1,0-1,0 1,0-1,0 1,0-1,0 1,0-1,0 1,0-1,0 1,1-1,-1 1,-3 6,1 1,0 0,1 0,0 0,0 1,0-1,1 0,0 0,1 0,-1 0,1 1,1-1,-1 0,1 0,0-1,1 1,0 0,0-1,0 1,1-1,0 0,0 0,1-1,-1 1,1-1,0 0,1 0,-1-1,1 1,0-1,3 1,32 23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5.6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59 134,'-2'4,"0"1,0-1,0 0,0 1,1 0,0-1,0 1,0 0,0 0,1 0,0 0,0-1,0 1,1 5,0-8,-1 1,1-1,0 1,-1-1,1 1,0-1,0 1,1-1,-1 0,0 0,1 0,0 0,-1 0,1 0,0 0,0 0,0-1,0 1,0-1,0 1,1-1,-1 0,0 0,1 0,-1 0,1 0,0 0,72 6,-71-8,1 1,0-1,0 1,0-2,-1 1,1 0,0-1,-1 0,1 0,-1 0,0-1,0 1,0-1,0 0,0 0,-1-1,1 1,-1-1,0 1,0-1,0 0,0 0,-1-1,0 1,0 0,0-1,0 0,-1 1,1-1,-1 0,-4-96,2 97,0 0,-1 0,1 0,-1 1,1-1,-1 1,0-1,-1 1,1 0,-1-1,1 1,-1 0,0 1,0-1,0 0,0 1,0 0,-1 0,1 0,-1 0,0 0,1 1,-4-2,0 2,1 0,-1 0,0 0,1 1,-1 0,0 0,1 0,-1 1,1 0,-1 1,1-1,-1 1,1 0,0 1,0 0,0 0,0 0,0 0,1 1,-1 0,1 0,0 1,1-1,-1 1,1 0,0 1,0-1,0 0,1 1,0 0,0 0,0 0,1 0,0 1,0-1,0 3,-13 81,13-47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6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1 258,'2'-19,"1"-10,2-7,0-4,2 0,2 2,-1 6,-1 12,-3 17,-1 15,-1 16,-2 13,0 12,0 10,0 6,4 0,1-12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6.6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91,'5'-7,"0"0,0 1,1-1,0 1,0 0,0 1,1-1,0 1,0 0,0 1,1 0,-1 0,1 1,0 0,0 0,0 1,1 0,-1 0,0 1,1 0,-1 0,1 1,3 0,-9 1,-1-1,0 1,0-1,0 1,1 0,-1-1,0 1,0 0,0 1,0-1,-1 0,1 0,0 1,0-1,-1 1,1 0,-1-1,0 1,1 0,-1 0,0 0,0 0,0 0,0 0,0 0,-1 0,1 0,-1 1,1-1,-1 0,0 0,0 0,0 1,0-1,0 2,-24 78,3-46,-2-1,-2-2,-1 0,-12 11,-3 4,25-19,16-28,0-1,1 1,-1 0,0-1,0 1,1 0,-1-1,0 1,1 0,-1-1,1 1,-1-1,1 1,-1-1,1 1,-1-1,1 1,-1-1,1 0,0 1,-1-1,1 0,0 1,-1-1,1 0,0 0,-1 0,1 1,0-1,0 0,-1 0,1 0,0 0,-1 0,1-1,0 1,0 0,-1 0,1 0,0-1,-1 1,2 0,172-43,-26 10,-85 22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7.1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69,'40'-15,"1"2,0 1,1 2,29-2,-69 11,0 0,0 0,0 1,0-1,1 0,-1 1,0-1,0 1,1 0,-1 0,0 0,1 0,-1 0,0 0,0 1,1-1,-1 1,0-1,0 1,0 0,0 0,0 0,0 0,0 0,0 1,0-1,0 0,0 1,-1 0,1-1,-1 1,1 0,-1 0,0 0,0 0,1 0,-1 0,-1 0,1 0,0 0,0 0,-1 1,1-1,-1 0,0 1,-4 8,-1 0,0-1,-1 1,0-1,-1 0,0 0,-1-1,0 0,0 0,-1-1,0 0,-3 2,-62 42,74-51,0-1,-1 0,1 1,0-1,0 0,0 1,-1-1,1 1,0-1,0 0,0 1,0-1,0 1,0-1,0 1,0-1,0 0,0 1,0-1,0 1,0-1,0 1,1-1,-1 0,0 1,0-1,0 0,1 1,-1-1,0 0,0 1,1-1,-1 0,0 1,1-1,-1 0,0 0,1 1,-1-1,0 0,1 0,-1 0,1 1,-1-1,0 0,1 0,-1 0,1 0,-1 0,1 0,-1 0,0 0,1 0,-1 0,1 0,-1 0,1 0,-1 0,0-1,1 1,-1 0,1 0,-1 0,0-1,1 1,-1 0,0 0,1-1,-1 1,0 0,2 0,24 2,-11-1,1 0,-1 1,0 1,0 0,0 1,0 0,0 2,0 0,-13-5,1 0,-1 0,1 1,-1 0,0-1,0 1,0 0,0 0,0 0,0 0,0 0,-1 1,1-1,-1 0,1 1,-1-1,0 1,0 0,0-1,-1 1,1 0,0 0,-1-1,0 1,0 0,0 0,0 0,0-1,0 1,-1 0,1 0,-2 2,-1 5,-1 0,0-1,-1 1,0-1,0 0,-1 0,0 0,-3 1,-93 93,49-58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7.6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1,'-9'28,"1"0,1 0,1 1,2 0,1 0,1 22,8 5,-6-55,0 0,1 1,-1-1,1 0,-1 0,1 1,0-1,-1 0,1 0,0 0,0 0,0 0,0 0,0 0,0 0,0 0,0-1,0 1,0 0,1-1,-1 1,0-1,0 1,1-1,-1 1,0-1,1 0,-1 0,0 0,1 0,-1 0,0 0,1 0,-1 0,0 0,1-1,-1 1,1-1,11-4,-1-1,1 0,-2-1,1-1,-1 0,0 0,-1-1,9-10,-7 8,69-68,-67 71,-18 26,-15 51,3 0,3 1,2 16,3-30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8.0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1,'2'14,"5"8,7 6,4 5,5 1,0-1,-1-3,-3-3,-4-1,-5 0,-8-1,-10-1,-12-6,-9-5,-7-6,3-3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8.2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92,'18'-9,"13"-5,8-3,7-1,1 3,1 4,-8 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8.7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25,'-6'-3,"0"0,0 0,0 0,-1 0,1 1,-1 0,1 1,-1-1,0 1,1 0,-1 1,0 0,0 0,0 0,1 1,-1 0,0 0,1 1,-1 0,1 0,-1 1,1-1,0 1,-5 3,3 4,0 0,1 0,0 0,1 1,0 0,1 0,0 1,1 0,0-1,1 1,0 1,0-1,2 0,0 1,0-1,1 1,0-1,1 0,2 7,-2-5,2-1,0 1,0-1,1 0,1 0,0 0,1 0,0-1,1 0,1 1,-5-8,1 1,0-1,0 0,0 0,1 0,0-1,0 0,0 0,0 0,1 0,0-1,-1 0,1 0,0-1,1 1,-1-1,0 0,1-1,-1 0,1 0,5 0,-5-1,-1-1,1 0,-1-1,1 1,-1-1,0-1,0 1,0-1,0 0,0 0,0 0,-1-1,0 0,0 0,0-1,0 1,-1-1,1 0,-1 0,0-1,-1 1,0-1,1 0,-2 0,1 0,-1 0,1-3,-2 7,-1 0,1 1,-1-1,1 0,-1 0,0 0,0 1,0-1,0 0,0 0,0 0,0 1,-1-1,1 0,-1 0,1 0,-1 1,0-1,1 0,-1 1,0-1,0 1,0-1,-1 1,1-1,0 1,0 0,-1 0,1 0,-1-1,1 1,-1 0,1 1,-1-1,0 0,1 0,-1 1,0-1,0 1,1-1,-1 1,0 0,0 0,0 0,1 0,-1 0,0 0,0 1,-6 2,0 0,1 0,-1 1,1 1,0-1,0 1,1 0,0 1,0-1,0 1,0 1,1-1,0 1,0 0,1 0,0 0,0 0,1 1,-3 6,-30 106,26-62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50.1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62,'-6'-1,"2"1,1 0,-1-1,1 1,-1-1,0 0,1 0,0 0,-1 0,1 0,0-1,-1 0,1 1,0-1,0 0,-2-2,21-12,-4 12,0-1,1 1,-1 1,1 0,-1 1,1 0,0 1,0 1,0 0,0 1,-1 0,12 2,-20-1,0 0,0-1,0 1,0 1,0-1,-1 0,1 1,-1 0,0 0,0 0,0 0,0 0,0 1,-1-1,1 1,-1 0,0 0,0 0,-1 0,1 0,-1 0,0 0,1 2,9 100,-13-51,-3 0,-1 0,-8 23,0-37,7-32</inkml:trace>
  <inkml:trace contextRef="#ctx0" brushRef="#br0" timeOffset="249.849">0 343,'16'-14,"19"-11,24-11,22-5,25-6,19-3,9 0,-18 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24.3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8979 12634,'27'-11,"21"-27,2-7</inkml:trace>
  <inkml:trace contextRef="#ctx0" brushRef="#br0" timeOffset="-1490.569">6091 12086,'0'21,"0"17,2 12,4 7,2 0,0-3,-1-6,-4-11,-3-12</inkml:trace>
  <inkml:trace contextRef="#ctx0" brushRef="#br0" timeOffset="-830.337">5971 11778,'26'20,"2"0,1-2,0-1,1-2,1 0,18 4,116 63,-157-76,0 0,0 0,0 1,-1 0,0 1,-1-1,1 1,-1 0,-1 1,0 0,0 0,0 0,-1 0,-1 0,0 1,0 0,0 0,-2 0,1 0,-1 0,0 0,-1 0,-1 0,0 2,-11 149,12-158,1-1,-1 1,1 0,0-1,0 1,1-1,-1 1,0-1,1 1,-1-1,1 0,0 0,0 0,0 0,0 0,0 0,0 0,0-1,1 1,-1-1,1 0,-1 1,1-1,-1 0,1-1,0 1,-1 0,1-1,0 1,82-4,-75 0,0 0,-1-1,1 0,-1 0,0-1,0 0,-1 0,1-1,-1-1,-1 1,1-1,-1 0,0-1,-1 0,0 0,0 0,0-1,-1 0,-1 0,1 0,-2-1,1 1,-1-1,1-8,1-2,9 55,-11-22,0 1,1-1,1 0,1 0,0 0,0-1,1 0,1 0,0 0,0-1,1-1,1 1,0-1,0-1,1 0,0-1,2 1,-10-7,0 0,1-1,-1 1,1-1,-1 0,1 0,-1 0,1-1,0 1,0-1,-1 0,1 0,0 0,0 0,-1-1,1 1,0-1,-1 0,1 0,-1-1,1 1,-1-1,0 0,1 1,-1-1,0-1,0 1,0 0,-1-1,1 0,-1 1,1-1,-1 0,0 0,1-3,9-17,-2 0,-1-1,-1 0,-1-1,-1 1,-1-1,-1-1,-2 1,0 0,-2-4,10-193,-15-141,3 327,2 4,-2 1,-1 0,-1 0,-1 0,-9-22,14 51,0 1,0-1,0 1,0-1,0 1,-1-1,1 1,-1-1,1 1,-1-1,0 1,1 0,-1-1,0 1,0 0,0 0,0 0,0-1,0 1,0 0,-1 0,1 1,0-1,0 0,-1 0,1 1,-1-1,1 0,0 1,-1-1,1 1,-1 0,1 0,-1-1,1 1,-1 0,0 0,1 0,-1 1,1-1,-1 0,1 1,-1-1,1 1,0-1,-1 1,1-1,-1 1,1 0,0 0,0 0,-1 0,1 0,0 0,0 0,0 0,0 0,0 1,0-1,1 0,-1 0,0 1,0 1,-11 18,2 1,0 1,2-1,0 1,1 1,2 0,0 0,2 0,0 0,2 0,1 8,-1 27,3 0,3 0,2 0,3 0,2-1,3-1,3 0,2-2,2 0,10 15,-27-58,1 0,0 0,1 0,0-1,0 0,1 0,1-1,0 0,0 0,1-1,5 3,-13-11,0 1,-1-1,1 0,0 0,0 0,0 0,0 0,0 0,0-1,0 1,0-1,0 1,0-1,1 0,-1 0,0 0,0 0,0 0,0 0,1 0,-1-1,0 1,0-1,0 0,0 0,0 0,0 0,0 0,-1 0,1 0,0 0,0-1,-1 1,1-1,-1 1,1-1,-1 0,0 0,15-22</inkml:trace>
  <inkml:trace contextRef="#ctx0" brushRef="#br0" timeOffset="-576.999">6813 11618,'30'5,"30"3,27 3,22 6,11 8,-16-2</inkml:trace>
  <inkml:trace contextRef="#ctx0" brushRef="#br0" timeOffset="-251.329">7561 12380,'0'0,"-1"0,1 0,-1 1,0-1,1 0,-1-1,1 1,-1 0,1 0,-1 0,0 0,1 0,-1 0,1-1,-1 1,1 0,-1 0,1-1,-1 1,1 0,0-1,-1 1,1-1,-1 1,1 0,0-1,-1 1,1-1,0 1,-1-1,1 1,0-1,0 0,0 1,0-1,-1 1,1-1,0 1,0-1,0 1,0-1,0 0,0 1,0-1,0 1,1-1,-1 1,0-1,0 1,0-1,1 1,-1-1,0 0,23-276,-21 256,-2 0,0-1,-2 1,0 0,-1 0,-1 0,-1-1,1 14,12 21,9 1,0 0,1-1,1-1,-1-1,2-1,0-1,0 0,0-1,13 2,84 39,-112-47,1 0,-1 0,-1 1,1 0,0 0,-1 0,1 1,-1-1,0 1,0 0,0 0,-1 1,1-1,-1 1,0-1,-1 1,1 0,-1 0,0 0,0 1,0-1,-1 0,0 1,0-1,0 1,-1-1,1 1,-2 0,1-1,-1 3,-4 7,-1 0,0 0,-1 0,-1-1,0 0,-1 0,-1-1,-5 6,-52 91,65-106,1-1,0 1,0-1,1 1,-1-1,1 1,-1 0,1-1,0 1,1-1,-1 1,1-1,-1 1,1 0,0-1,0 0,0 1,1-1,-1 0,1 1,0-1,0 0,0 0,0-1,1 1,-1 0,1-1,0 1,-1-1,1 0,0 0,0 0,1 0,-1-1,0 1,0-1,1 0,-1 0,1 0,-1 0,2 0,140 20,-64-17</inkml:trace>
  <inkml:trace contextRef="#ctx0" brushRef="#br0" timeOffset="-2201.217">3498 12073,'-8'2,"0"0,1 1,0 0,-1 1,1-1,0 1,0 1,1-1,0 1,-1 0,2 1,-1-1,0 1,1 0,0 1,1-1,0 1,0 0,0 0,0 0,1 1,1-1,-1 1,1 0,0 0,1-1,0 1,0 0,1 0,0 0,0 0,1 3,1-6,-1-1,1 1,0-1,0 0,0 1,1-1,-1 0,1 0,0-1,0 1,0-1,1 1,-1-1,1 0,0 0,0-1,0 1,0-1,1 0,-1 0,0 0,1 0,-1-1,1 0,0 0,0 0,0 0,9 0,0 1,0-2,0 0,-1 0,1-1,0-1,0-1,11-2,-9-1,0 1,-1-2,0 0,0-1,-1 0,0-1,0-1,-1 0,0-1,-1-1,0 1,-1-2,0 0,-1 0,0-1,7-14,-6 7,-11 21,0 0,0 1,0-1,0 0,0 0,0 0,0 0,0 1,1-1,-1 0,0 0,0 0,0 1,0-1,0 0,1 0,-1 0,0 0,0 0,0 0,0 1,1-1,-1 0,0 0,0 0,0 0,1 0,-1 0,0 0,0 0,0 0,1 0,-1 0,0 0,0 0,0 0,1 0,-1 0,0 0,0 0,0 0,1 0,-1 0,0 0,0-1,0 1,1 0,-1 0,0 0,0 0,0 0,0 0,0-1,1 1,-1 0,0 0,0 0,0-1,0 1,0 0,0 0,0 0,0 0,0-1,0 1,0 0,4 21,-4-18,2 12,1 0,0-1,1 1,0-1,1 0,1 0,0 0,5 5,-9-15,1 1,0-1,0 1,0-1,0 0,1-1,0 1,0 0,0-1,0 0,0 0,1 0,0-1,-1 1,1-1,0 0,0-1,0 1,0-1,0 0,0 0,1 0,-1-1,0 0,4 0,-2-1,0-1,-1 1,1-1,-1 0,1-1,-1 0,0 0,0 0,0-1,-1 0,1 0,-1 0,0-1,0 1,0-1,-1 0,1-1,-1 1,-1-1,2-1,6-14,0 1,-1-1,-1-1,-1 0,1-6,6-26,-3 105,-9-26,2-1,1 1,0-1,2-1,3 7,-8-23,1-1,-1 1,1-1,0 0,0 0,1 0,-1-1,2 1,-1-1,0 0,1-1,0 1,0-1,0 0,1-1,-1 0,1 0,0 0,0 0,0-1,29 5</inkml:trace>
  <inkml:trace contextRef="#ctx0" brushRef="#br0" timeOffset="-1745.889">4674 11952,'43'1,"-1"2,1 2,-1 1,0 3,25 8,-56-13,0 0,-1 0,0 0,0 2,0-1,0 1,-1 0,0 1,6 6,-12-10,0 0,0 0,-1 0,1 0,-1 0,0 1,0-1,0 1,-1-1,1 1,-1 0,0 0,0 0,0-1,0 1,-1 0,1 0,-1 0,0 0,0 0,-1 0,1 0,-1 0,0 0,0 0,0 0,0-1,-2 3,-3 5,0-1,-1 0,0 0,-1-1,0 0,0 0,-1-1,-9 7,-2 2,21-17,0 0,0 1,-1-1,1 0,0 0,-1 0,1 0,0 0,-1 1,1-1,0 0,-1 1,1-1,-1 0,1 1,-1-1,1 1,-1-1,1 1,-1-1,1 1,-1-1,1 1,-1 0,0-1,1 1,-1-1,0 1,0 0,1-1,-1 1,0 0,0-1,0 1,0 0,0 0,0-1,0 1,0 0,0-1,0 1,0 0,-1-1,1 1,0 0,0-1,-1 1,1 0,0-1,-1 1,1-1,-1 1,1-1,-1 1,1-1,-1 1,1-1,-1 1,1-1,-1 0,0 1,1-1,-1 0,1 1,-1-1,0 0,0 0,1 0,-1 0,0 1,182-7,-172 5,0 1,0-1,-1 1,1 1,0 0,0 0,-1 0,1 1,0 1,-1 0,0 0,0 0,0 1,0 0,0 1,-1-1,0 1,0 1,0 0,-1 0,1 0,-1 1,-5-5,0 0,-1 1,1-1,-1 0,1 1,-1-1,0 1,0-1,0 0,0 1,0-1,0 0,-1 1,1-1,-1 0,1 1,-1-1,0 0,0 0,0 1,-1-1,1 0,0 0,-1-1,1 1,-1 0,-1 1,-53 40,-118 38,144-70</inkml:trace>
  <inkml:trace contextRef="#ctx0" brushRef="#br0" timeOffset="-4415.748">62 11859,'7'76,"-3"1,-4 0,-3 0,-3 0,-4-1,-4 7,-5-16,19-68,1 1,-1 0,0 0,0-1,0 1,1 0,-1-1,0 1,0 0,0-1,0 1,0 0,0-1,0 1,1 0,-1-1,0 1,0-1,0 1,-1 0,1-1,0 1,0 0,0-1,0 1,0 0,0-1,0 1,-1 0,1-1,0 1,0 0,0 0,-1-1,1 1,0 0,0 0,-1-1,1 1,0 0,0 0,-1 0,1-1,0 1,-1 0,1 0,0 0,-1 0,1 0,0 0,-1 0,1 0,-1 0,1 0,0 0,-1 0,1 0,0 0,-1 0,1 0,0 0,-1 0,1 0,0 0,-1 1,1-1,0 0,-1 0,-2-229,4 163,-9-146,12 253,2-17,1 0,1-1,1 1,1-2,1 0,1 0,1-1,0 0,2-1,1-1,0 0,1-1,1-1,0-1,2 0,0-1,19 10,28 1,-65-25,0-1,0 1,0-1,1 0,-1 0,0 0,0 0,0-1,0 1,0 0,0-1,0 1,0-1,0 0,0 0,0 0,-1 0,1 0,0 0,0 0,-1 0,1-1,-1 1,1-1,-1 1,0-1,1 0,-1 1,0-1,0 0,0 0,0-1,5-17,0 0,-2 0,0 0,-2-1,0 1,-1-20,-1 24,11-269,-11 282,0-1,1 0,-1 1,1-1,0 0,-1 1,2-1,-1 1,0 0,1-1,0 1,-1 0,1 0,1 0,-1 0,0 0,1 0,-1 1,1-1,0 1,0 0,0-1,0 1,0 1,0-1,1 0,-1 1,1 0,16-3</inkml:trace>
  <inkml:trace contextRef="#ctx0" brushRef="#br0" timeOffset="-3979.516">744 11939,'-75'413,"71"-395,11-60,77-338,-56 282,-13 72,-15 26,1 0,0 0,-1 0,1 0,-1 0,1 0,0 0,-1 0,1 0,-1 0,1 0,-1 0,1 0,0 0,-1 0,1 1,-1-1,1 0,-1 0,1 1,-1-1,1 0,-1 1,1-1,-1 1,0-1,1 0,-1 1,1-1,-1 1,0-1,1 1,-1-1,0 1,0-1,0 1,1 0,-1-1,0 1,0-1,0 1,0-1,0 1,0 0,61 188,125 307,-175-454,-13-40,-3-7</inkml:trace>
  <inkml:trace contextRef="#ctx0" brushRef="#br0" timeOffset="-3349.683">676 12140,'121'-6,"-1"-6,-1-4,31-13,-78 16,3 9,-73 5,0 0,-1 1,1-1,-1 1,0 0,1-1,-1 1,0 0,0 0,0 0,0 0,0 0,-1 0,1 0,0 0,-1 0,0 0,1 0,-1 1,0-1,0 0,0 0,-1 0,1 0,0 0,-1 0,0 1,1-1,-1 0,0 0,0 0,0 0,-1 6,-12 60,3 0,2 0,2 67,36-343,-21 162,2 0,1 0,3 1,6-10,-4 27,-15 28,-1-1,0 1,1 0,-1-1,0 1,1 0,-1-1,0 1,1 0,-1-1,1 1,-1 0,1 0,-1 0,0-1,1 1,-1 0,1 0,-1 0,1 0,-1 0,1 0,-1 0,1 0,-1 0,1 0,-1 0,1 0,-1 0,0 1,1-1,-1 0,1 0,-1 0,1 1,-1-1,0 0,1 0,-1 1,0-1,1 0,-1 1,0-1,1 1,-1-1,0 0,0 1,1-1,-1 1,0-1,0 1,0-1,0 0,1 1,-1-1,0 1,0-1,0 1,0 0,39 175,-34-156,0 0,1 0,1-1,1 0,1 0,0-1,1 0,1 0,1-1,6 6,-17-22,-1 0,1 0,0 0,0 1,0-1,0 0,0 0,0 0,0 0,0-1,1 1,-1 0,0 0,0-1,1 1,-1-1,1 1,-1-1,0 1,1-1,-1 0,1 0,-1 0,1 0,-1 0,0 0,1 0,-1 0,1-1,-1 1,1 0,-1-1,0 1,1-1,-1 0,0 1,0-1,1 0,-1 0,0 0,0 0,0 0,0 0,0 0,7-13,-2 0,1 0,-2-1,0 1,0-1,-1 0,-1-1,-1 1,0-1,-1 1,1-4,29-334,-31 350,0 2,0-1,-1 1,1 0,0 0,0 0,0 0,0-1,0 1,0 0,0 0,0 0,0-1,1 1,-1 0,0 0,1 0,-1 0,1 0,-1-1,1 1,0 0,-1 0,1 1,0-1,0 0,-1 0,1 0,0 0,0 1,0-1,0 0,0 1,0-1,0 1,1-1,-1 1,0-1,0 1,1 0,13 8,0 3</inkml:trace>
  <inkml:trace contextRef="#ctx0" brushRef="#br0" timeOffset="-2876.938">1987 11899,'1'98,"-1"63,-13 83,67-954,-54 707,0-8,3 21,3 20,1 1,2-2,1 1,1-2,2 1,1-2,1 0,1 0,1-1,2-1,6 5,240 260,-260-284,-2-4,-1 1,1-1,-1 0,1 1,-1 0,0-1,0 1,0 0,-1 0,1 0,0 0,-1 1,0-1,0 0,0 1,0-1,-1 0,1 1,-1-1,0 1,0-1,0 1,0-1,-1 0,1 1,-1-1,-1 2,-1-1,-1-1,0 0,0 0,-1 0,1 0,-1-1,1 0,-1 0,0 0,0 0,0-1,0 1,-4-1,-33 7,-1-2,1-2,-1-2,-9-2,10 0</inkml:trace>
  <inkml:trace contextRef="#ctx0" brushRef="#br0" timeOffset="-60301.071">3698 549,'-11'156,"8"96,4-147,-4 1112,-17-816,-18-1,-19 13,52-380,-72 467,0 302,68-134,-9 164,-110 221,95-838,2 45,10 1,12 83,18 276,-6-563</inkml:trace>
  <inkml:trace contextRef="#ctx0" brushRef="#br0" timeOffset="-58095.016">3792 763,'-8'-23,"2"-1,0 0,2 0,0-1,1-17,-10-59,8 78,-1 0,-1 0,0 0,-2 1,-1 0,-1 1,0 0,-2 1,0 0,-1 1,-1 0,-15-13,-21-18,51 50,0 0,0-1,-1 1,1 0,0 0,0-1,0 1,0 0,-1 0,1-1,0 1,0 0,0-1,0 1,0 0,0-1,0 1,0 0,0 0,0-1,0 1,0 0,0-1,0 1,0 0,0-1,0 1,0 0,0-1,0 1,1 0,-1 0,0-1,0 1,0 0,0 0,1-1,-1 1,0 0,0 0,1-1,-1 1,0 0,0 0,1 0,-1 0,0 0,1-1,-1 1,0 0,0 0,1 0,-1 0,0 0,1 0,-1 0,0 0,1 0,-1 0,0 0,1 0,-1 0,0 0,1 1,-1-1,0 0,0 0,1 0,25 4,57 15,2-3,64 3,483-10,-417-11,21 1,1079 10,-998 1,-1 15,200 46,-512-71,-2 0,0-1,0 1,0 0,0 0,0 0,0 0,0 0,0 1,0-1,0 0,0 1,0 0,0-1,0 1,0 0,-1 0,1 0,0 0,0 0,-1 0,1 1,-1-1,1 0,-1 1,0-1,0 1,1 0,-1-1,0 1,0 0,-1 0,1 0,0 0,-1 0,1-1,-1 1,1 0,-1 0,0 0,0 1,0-1,0 0,0 1,-51 127,39-62,3 0,1 60,4-54,0-15,-79 976,72-940,-62 700,59-576,-42 559,19-371,17 1,22 158,50 448,-23-638,31 91,-42-341,-6 1,-6 1,-8 102,-19 226,18-247,-16 66,12-209,-6 51,5 0,5 28,11-97,-8-48,0 1,0-1,0 0,0 1,1-1,-1 0,0 0,0 1,0-1,1 0,-1 1,0-1,0 0,1 0,-1 0,0 1,0-1,1 0,-1 0,0 0,1 1,-1-1,0 0,1 0,-1 0,0 0,1 0,-1 0,0 0,1 0,-1 0,1 0,-1 0,0 0,1 0,-1 0,0 0,1 0,-1-1,0 1,1 0,-1 0,0 0,0 0,1-1,-1 1,0 0,1 0,-1-1,0 1,0 0,0 0,1-1,-1 1,0 0,0-1,0 1,0 0,0-1,1 1,-1 0,0-1,7-12</inkml:trace>
  <inkml:trace contextRef="#ctx0" brushRef="#br0" timeOffset="-56830.311">3190 8837,'0'48,"-2"14,3 1,2-1,4 0,2 0,8 22,-9-52,1 0,2 0,2-1,1-1,1 0,1-1,2 0,0-1,2-2,1 0,23 21,-36-39,1-1,0-1,0 0,0 0,1-1,-1 0,1 0,1-1,-1-1,0 0,1 0,0-1,-1 0,1-1,0 0,0-1,0 0,0 0,10-3,265-54,-21 28,2 11,0 11,3 12,-250-4,914 47,-39 4,-446-44,-447-7,-1-1,1 1,0-1,0 0,0 0,0 0,-1 0,1 0,0-1,0 1,0 0,0-1,-1 0,1 1,0-1,0 0,-1 0,1 0,-1 0,1 0,-1 0,1 0,-1 0,0-1,1 1,-1-1,0 1,0-1,0 1,0-1,0 0,-1 1,1-1,0 0,-1 1,1-1,-1 0,0 0,1 0,-1 0,0-1,-3-219,-1 146,2 30,0-27,-4 0,-2 0,-10-31,4 52</inkml:trace>
  <inkml:trace contextRef="#ctx0" brushRef="#br0" timeOffset="-52549.809">4340 950,'-29'1,"1"2,-1 0,1 2,1 1,-1 2,1 0,0 2,1 1,0 1,-17 11,34-17,0-1,1 1,0 1,0-1,0 1,1 1,0-1,-3 6,8-11,0 1,1 0,-1-1,1 1,-1 0,1 0,0 0,0 0,0 0,0 0,1 1,-1-1,1 0,0 0,0 0,0 1,0-1,1 0,-1 0,1 0,0 0,0 0,0 0,0 0,0 0,1 0,-1 0,1 0,0 0,10 8,0 0,1 0,0-1,0-1,1-1,0 0,1 0,0-1,0-1,0-1,1 0,9 1,-18-4,55 16,-35-11,-1 1,0 0,-1 2,0 1,13 9,-35-19,0 0,-1 0,1 1,-1-1,1 1,-1 0,0-1,0 1,0 0,0 1,0-1,0 0,0 0,-1 1,1-1,-1 1,0-1,1 1,-1 0,0-1,-1 1,1 0,0 0,-1 0,0-1,0 1,1 0,-2 0,1 0,0 0,-1 0,1 0,-1-1,0 1,0 0,0 0,0-1,0 1,0-1,-1 1,0-1,-8 8,0-1,-1 0,0-1,-1 0,0-1,0 0,0-1,-1 0,0-1,0-1,0 0,-1 0,0-2,1 1,-1-2,-11 0,17 1,-1-2,0 1,0-1,0-1,0 0,1 0,-1 0,0-1,1-1,-1 1,1-2,0 1,0-1,0 0,1 0,-7-5,14 9,0-1,-1 1,1 0,-1-1,1 1,0 0,-1-1,1 1,0-1,-1 1,1-1,0 1,-1 0,1-1,0 1,0-1,0 1,0-1,0 0,-1 1,1-1,0 1,0-1,0 1,0-1,0 1,1-1,-1 1,0-1,0 1,0-1,0 1,0-1,1 1,-1-1,0 1,1-1,-1 1,0 0,1-1,-1 1,0-1,1 1,-1 0,1-1,10-6</inkml:trace>
  <inkml:trace contextRef="#ctx0" brushRef="#br0" timeOffset="-52213.178">4500 1431,'5'-3,"-1"0,1 0,0 1,0 0,0 0,0 0,0 1,0-1,1 1,-1 0,0 1,1-1,-1 1,0 0,1 0,-1 1,0 0,1 0,-1 0,0 1,0-1,0 1,0 0,0 1,0-1,-1 1,1 0,-1 0,1 0,-1 1,-1 0,1-1,3 6,-4-5,0 0,0 1,0 0,-1 0,0 0,0-1,-1 2,1-1,-1 0,0 0,0 0,-1 1,1-1,-1 0,0 1,-1-1,1 0,-1 1,0-1,-1 0,1 0,-1 0,0 0,0 0,-1 0,1-1,-3 4,-5 7,0 0,-1-1,0 0,-2-1,1 0,-1-1,-11 7,-44 39,68-57,0 0,0 1,1-1,-1 0,0 1,1-1,-1 0,1 1,-1-1,1 0,0 0,-1 1,1-1,0 0,0 0,0 0,0 0,0 0,0 0,0 0,0-1,0 1,0 0,1 0,-1-1,0 1,0-1,1 1,-1-1,0 0,1 1,-1-1,1 0,-1 0,0 0,1 0,-1 0,1 0,-1-1,0 1,1 0,-1 0,222 14,-169-9</inkml:trace>
  <inkml:trace contextRef="#ctx0" brushRef="#br0" timeOffset="-51733.461">4179 2193,'-12'-4,"0"0,-1 1,0 0,1 1,-1 0,0 1,0 1,0 0,1 0,-1 2,0-1,0 2,1 0,-1 0,1 1,-1 1,10-4,1 0,0 1,0-1,0 1,0 0,0-1,0 1,1 0,-1 0,0 0,1 0,0 0,-1 1,1-1,0 0,0 1,0-1,0 1,1-1,-1 1,1-1,0 1,-1-1,1 1,0-1,0 1,1-1,-1 1,1 0,-1-1,1 0,0 1,0-1,0 1,0-1,0 0,0 0,1 1,0 0,71 77,148 83,-217-160,-1-1,1 1,-1 0,0 0,0 0,0 0,0 1,-1-1,1 1,-1 0,0 0,0 0,0 0,-1 0,0 0,1 0,-1 0,-1 1,1-1,0 0,-1 1,0-1,0 1,-1-1,1 0,-1 1,0-1,0 0,0 0,-1 0,1 1,-1-1,0-1,-2 5,-6-1,0 0,-1 0,1-1,-1 0,0-1,-1 0,1-1,-1 0,0-1,0-1,0 0,0 0,0-1,-1 0,1-1,0-1,0 0,-10-2,-89-28,111 31,1 0,-1 0,1-1,-1 1,1 0,-1-1,1 1,-1 0,1-1,-1 1,1-1,-1 1,0-1,1 1,-1-1,0 1,1-1,-1 1,0-1,0 1,1-1,-1 0,0 1,0-1,0 1,0-1,0 0,0 1,0-1,0 1,0-1,0 0,0 1,0-1,-1 1,1-1,0 1,0-1,0 0,-1 1,1-1,0 1,-1-1,1 1,-1-1,1 1,0 0,-1-1,1 1,-1 0,1-1,-1 1,1 0,-1-1,0 1,1 0,-1 0,1 0,-1-1,1 1,-1 0,0 0,0 0,23-4</inkml:trace>
  <inkml:trace contextRef="#ctx0" brushRef="#br0" timeOffset="-51477.633">4434 2581,'0'-21,"0"-10,0-4,0 12,0 17,0 20,0 20,0 14,-3 12,0 8,1 5,-1 1,2-4,0-3,0-14</inkml:trace>
  <inkml:trace contextRef="#ctx0" brushRef="#br0" timeOffset="-50947.296">4099 3369,'-13'-5,"0"-1,0 2,0 0,-1 1,1 0,-1 1,0 0,0 1,0 1,0 0,0 1,0 1,-3 0,13 0,0 1,0-1,0 0,1 1,-1 0,1 0,0 0,-1 0,2 1,-1-1,0 1,1 0,-1-1,1 1,0 1,0-1,1 0,-1 0,1 0,0 1,0-1,0 1,1-1,-1 1,1-1,0 1,1-1,-1 1,1-1,0 1,0-1,0 0,1 1,-1-1,1 0,0 0,0 0,1 0,-1 0,1-1,2 3,9 11,1 0,1-2,0 0,1 0,1-2,0 0,1-1,19 8,27 21,-48-32,-1 2,-1 0,0 1,0 1,-1 0,-1 0,0 2,-1 0,7 11,-17-24,-1 0,0 0,0 0,0 0,-1 1,1-1,0 0,-1 0,1 1,-1-1,0 0,0 1,0-1,0 1,0-1,-1 0,1 1,-1-1,1 0,-1 0,0 1,0-1,0 0,0 0,0 0,-1 0,1 0,0 0,-1 0,0-1,1 1,-1-1,0 1,0-1,0 1,-1 0,-83 30,58-28,0 0,-1-2,1-1,-1-1,1-2,0-1,-1-1,1-1,0-1,1-2,-10-4,-5-14,39 14</inkml:trace>
  <inkml:trace contextRef="#ctx0" brushRef="#br0" timeOffset="-50616.172">4434 3744,'-4'-1,"-1"0,1 0,0 1,0 0,0-1,-1 1,1 1,0-1,0 1,-1-1,1 1,0 0,0 1,0-1,0 1,1 0,-1 0,0 0,1 0,-1 1,1-1,0 1,-1 0,2 0,-1 0,0 0,0 1,1-1,0 1,0-1,0 1,0 0,0 0,1 0,0 0,0 0,0 0,0 1,1-1,-1 0,1 0,0 0,1 5,1-4,0 0,0 0,1 0,0 0,-1 0,2-1,-1 1,1-1,-1 0,1 0,0 0,1-1,-1 1,1-1,-1 0,1 0,0-1,4 2,98 30,-98-31,1-1,0 0,-1-1,1 0,0-1,0 0,0 0,-1-1,1 0,0-1,0 0,-1 0,0-1,1 0,-1-1,0 0,0 0,-1-1,0-1,1 1,-2-1,1 0,-1-1,0 0,0 0,-1 0,3-5,-5 6,-1 0,0 0,0 0,-1 0,1 0,-1 0,-1-1,1 1,-1-1,-1 1,1-1,-1 0,0 1,0-1,-1 1,0-1,0 0,-1 1,1 0,-1-1,-1 1,1 0,-1 0,0 0,-1 0,1 1,-1 0,0-1,-1 1,1 0,-1 1,0-1,-2 0,-3-1,0 0,-1 1,1 0,-1 1,-1 0,1 1,0 0,-1 1,0 0,1 1,-1 0,0 1,-2 1,-154 20,156-19,-56 11</inkml:trace>
  <inkml:trace contextRef="#ctx0" brushRef="#br0" timeOffset="-49549.032">369 1338,'1190'-25,"-680"42,-148-1,185-23,-215-9,-251 30,27 1,-98-10,-29-1,-9-4,-3-2</inkml:trace>
  <inkml:trace contextRef="#ctx0" brushRef="#br0" timeOffset="-48994.506">88 442,'-11'-10,"1"3,4 6,10 10,13 14,13 10,13 10,8 4,5 3,1 0,-2-1,-3-6,-6-4,-9-7,-8-7,-9-8</inkml:trace>
  <inkml:trace contextRef="#ctx0" brushRef="#br0" timeOffset="-48748.649">490 401,'-12'18,"-10"18,-10 16,-12 15,-9 10,-5 5,-2 1,7-5,13-17</inkml:trace>
  <inkml:trace contextRef="#ctx0" brushRef="#br0" timeOffset="-48448.091">597 602,'20'-12,"1"0,1 1,0 1,0 1,1 1,0 1,21-3,-41 8,0 1,0 0,1 0,-1 0,0 0,0 1,1-1,-1 1,0 0,0 0,1 0,-1 1,0-1,0 1,1-1,-1 1,0 0,0 0,0 1,0-1,0 1,0-1,0 1,-1 0,1 0,-1 0,1 0,-1 1,0-1,0 1,0-1,0 1,0 0,0 0,-1 0,1 0,-1 0,0 0,0 0,0 1,-3 10,0 0,0 0,-2 0,0-1,0 1,-1-1,-1 0,0-1,-1 1,0-1,-1 0,0-1,-1 0,-3 3,12-13,-104 132,101-130,1-2,1 0,0 0,-1 0,1 1,0-1,-1 0,1 1,0-1,0 1,0-1,0 1,0-1,1 1,-1 0,0-1,1 1,-1 0,1 0,-1-1,1 1,0 0,0 0,0 0,0-1,0 1,0 0,1 0,-1-1,1 1,-1 0,1 0,0-1,-1 1,1 0,0-1,0 1,0-1,0 1,0-1,1 1,7 2,0-1,1 0,-1-1,1 1,0-2,-1 1,1-2,0 1,5-1,96-2,0-4,52-12,-107 12,55-7</inkml:trace>
  <inkml:trace contextRef="#ctx0" brushRef="#br0" timeOffset="-47763.92">116 1792,'6'16,"10"16,11 13,12 9,11 5,8 1,4-2,-3-2,-6-7,-7-4,-13-7,-11-9,-9-8</inkml:trace>
  <inkml:trace contextRef="#ctx0" brushRef="#br0" timeOffset="-47510.593">597 1779,'-16'13,"-15"19,-10 17,-8 16,-4 13,-1 8,5 1,9-2,10-8,11-18</inkml:trace>
  <inkml:trace contextRef="#ctx0" brushRef="#br0" timeOffset="-47330.08">1051 2006,'0'-18,"0"-9,0 8,0 18,0 23,0 26,0 23,0 17,0 10,0 4,0-15</inkml:trace>
  <inkml:trace contextRef="#ctx0" brushRef="#br0" timeOffset="-46617.96">1800 2246,'0'1,"-1"-1,1 1,-1-1,0 0,1 1,0-1,-1 1,1-1,-1 1,1-1,0 1,-1 0,1-1,0 1,-1-1,1 1,0 0,0-1,0 1,0 0,0-1,0 1,0 0,0-1,0 1,0 0,0-1,0 1,0 0,0-1,0 1,1-1,-1 1,0 0,1-1,-1 1,0-1,1 1,-1-1,1 1,-1-1,0 1,1-1,-1 1,1-1,0 0,-1 1,1-1,35 13,4-8,-1-2,1-2,0-1,25-4,-14 1,564-23,19 28,-598-1,132 16,-151-11,-14 0</inkml:trace>
  <inkml:trace contextRef="#ctx0" brushRef="#br0" timeOffset="-45795.159">262 3276,'0'-2,"7"3,9 9,11 12,10 11,8 11,7 7,4 5,2 1,-2-2,-7-4,-8-7,-10-13,-10-10</inkml:trace>
  <inkml:trace contextRef="#ctx0" brushRef="#br0" timeOffset="-45543.586">757 3195,'-18'5,"-15"10,-14 17,-12 20,-7 18,-4 13,0 8,9 0,13-8,19-13,22-17,12-18</inkml:trace>
  <inkml:trace contextRef="#ctx0" brushRef="#br0" timeOffset="-45298.385">998 3798,'10'7,"1"-1,0 0,1 0,-1-1,1-1,0 0,0 0,1-2,-1 1,0-1,1-1,0 0,-1-1,1 0,0-1,-1-1,1 0,-1 0,8-4,-8 3,-1-1,0 0,0-1,0 0,-1 0,0-2,0 1,4-4,-11 8,0-1,0 1,-1-1,1 1,-1-1,1 0,-1 0,0 0,0 0,0 0,-1 0,1-1,-1 1,0-1,0 1,0-1,0 1,0-1,-1 1,0-1,0 0,0 1,0-1,0 0,-1 1,1-1,-1 0,-1-2,-5-4,1 0,-1 1,0 0,-1 0,0 1,-1 0,1 0,-2 1,1 0,-1 1,0 0,0 1,0 0,-1 0,0 1,0 0,0 1,0 0,-1 1,1 1,-1-1,-3 2,9-2,-1 0,1 1,-1 0,0 1,1-1,-1 1,0 1,1-1,-1 1,0 0,1 1,-1-1,1 1,-1 1,1-1,0 1,0 0,0 0,0 1,1 0,0 0,-1 0,1 1,-1 2,1 18,10 0</inkml:trace>
  <inkml:trace contextRef="#ctx0" brushRef="#br0" timeOffset="-44533.429">1800 3583,'23'5,"25"1,28-1,25 0,22-4,16-2,12-3,3-1,-4 1,-12 0,-20 4,-24 2,-22 0,-22 0,-22-3,-20-3,-11-1</inkml:trace>
  <inkml:trace contextRef="#ctx0" brushRef="#br0" timeOffset="-44248.192">2415 3316,'2'4,"5"7,9 5,11 8,9 3,10 5,9 3,4 0,-1 2,-6 0,-12-1,-17 1,-24 2,-28 2,-27-2,-22-3,2-7</inkml:trace>
  <inkml:trace contextRef="#ctx0" brushRef="#br0" timeOffset="-43564.327">2509 1965,'11'19,"13"10,9 4,9 5,5-1,2 1,-3-2,-6 0,-14 2,-16 3,-23 3,-22 0,-21 0,-17-3,-10-6,10-9</inkml:trace>
  <inkml:trace contextRef="#ctx0" brushRef="#br0" timeOffset="-43047.165">2442 1164,'13'5,"15"3,10 3,11 4,8 4,4 3,-2 5,-7 5,-11 3,-16 5,-23 3,-28 3,-32 0,-29-3,0-8</inkml:trace>
  <inkml:trace contextRef="#ctx0" brushRef="#br0" timeOffset="-42131.367">6479 1003,'-6'22,"2"0,0-1,1 1,1 0,2 1,0 9,0-25,1 0,0 0,0 0,0-1,1 1,0 0,1-1,-1 1,1-1,0 0,1 0,0 0,0 0,0-1,0 1,1-1,0 0,0-1,0 1,1-1,-1 0,3 1,1-1,-1 0,1 0,0-1,0 0,0-1,1 0,-1 0,0-1,1 0,-1-1,1 0,-1-1,0 0,8-1,-12 1,1 0,-1-1,0 1,0-1,0 0,0 0,0-1,-1 0,1 1,-1-2,0 1,0 0,0-1,0 0,0 0,-1 0,0 0,1 0,-2-1,1 1,0-1,-1 0,0 0,0 0,-1 0,1-3,-1-2,0 0,-1 0,-1 0,1 0,-2 0,1 0,-2 1,1-1,-1 0,0 1,-1 0,0 0,-1 0,0 0,0 1,-1-1,0 2,-1-1,1 0,-1 1,-1 1,1-1,-1 1,0 0,-1 1,1 0,-1 0,0 1,-1 0,-4-1,8 5,0 0,0 0,-1 0,1 1,0-1,0 2,0-1,0 1,0 0,0 0,1 0,-1 1,1 0,-1 0,1 1,0-1,0 1,0 0,1 0,-1 1,1-1,0 1,1 0,-1 0,1 1,0-1,0 1,1-1,-1 1,1 0,0 0,1 0,0 0,-1 6,-6 21</inkml:trace>
  <inkml:trace contextRef="#ctx0" brushRef="#br0" timeOffset="-41880.04">6479 696,'-5'0,"6"2,16 4,21 2,24 0,25-1,18-3,9 0,-15-3</inkml:trace>
  <inkml:trace contextRef="#ctx0" brushRef="#br0" timeOffset="-41149.905">6505 2554,'30'-126,"20"-56,-50 182,12-25,-12 25,0 1,0-1,0 0,0 0,0 1,0-1,0 0,1 0,-1 1,0-1,0 0,0 0,0 1,1-1,-1 0,0 0,0 0,1 0,-1 1,0-1,0 0,1 0,-1 0,0 0,0 0,1 0,-1 0,0 0,1 0,-1 1,0-1,1 0,-1-1,0 1,0 0,1 0,-1 0,0 0,1 0,-1 0,0 0,0 0,1 0,-1 0,0-1,0 1,1 0,-1 0,0 0,0-1,0 1,1 0,-1 0,0-1,0 1,0 0,0 0,0-1,1 1,-1 0,0 0,0-1,0 1,0 0,0-1,0 1,13 169,6 126,-18-277</inkml:trace>
  <inkml:trace contextRef="#ctx0" brushRef="#br0" timeOffset="-40947.445">6372 1993,'20'0,"26"0,22 0,18 0,11 0,-3 0,-16 0</inkml:trace>
  <inkml:trace contextRef="#ctx0" brushRef="#br0" timeOffset="-40309.057">6372 3476,'13'-4,"0"0,1 1,-1 1,1 0,0 1,0 0,9 1,-19 0,0 0,0 1,0-1,-1 1,1 0,0 0,-1 0,1 0,-1 0,1 1,-1 0,1 0,-1 0,0 0,0 0,0 1,0-1,-1 1,1 0,0-1,-1 1,0 1,0-1,0 0,0 0,-1 1,1-1,-1 1,1 2,-2 5,0 0,-1 0,0 0,-1-1,0 1,0 0,-2-1,1 0,-1 1,-1-2,1 1,-2 0,1-1,-1 0,-1 0,0-1,-1 1,-127 181,134-189,-1 1,0 0,1 0,-1 0,1 0,-1 0,1 0,0 0,-1 0,1 1,0-1,1 0,-1 1,0-1,1 1,-1-1,1 0,0 1,0-1,0 1,0-1,0 1,1-1,-1 1,1-1,-1 1,1-1,0 0,0 1,0-1,0 0,0 0,1 0,1 2,3 0,1-1,0 0,0 0,0-1,1 0,-1 0,0 0,1-1,-1-1,4 1,22 2,0-2,0-1,1-2,-1-1,-1-1,1-2,-1-1,0-2,3-2,4-5</inkml:trace>
  <inkml:trace contextRef="#ctx0" brushRef="#br0" timeOffset="-40106.567">6252 3075,'20'-4,"25"-2,26 0,23 1,14 2,2 1,-18 1</inkml:trace>
  <inkml:trace contextRef="#ctx0" brushRef="#br0" timeOffset="-39363.045">6305 4639,'21'-2,"0"0,0 2,0 0,0 1,0 1,-1 1,6 2,-24-5,0 1,0-1,0 0,1 1,-1 0,0-1,0 1,0 0,0 0,0 0,0 0,-1 0,1 1,0-1,0 1,-1-1,1 1,-1-1,1 1,-1 0,0 0,0 0,0-1,0 1,0 0,0 1,0-1,-1 0,1 0,-1 0,0 0,1 2,-5 5,0-1,0 0,-1 1,0-2,0 1,-1-1,0 0,0 0,-1 0,0-1,0 0,0 0,-1-1,-4 2,6-2,-78 57,83-62,0 0,0 0,1 1,-1-1,0 0,1 1,-1-1,0 1,1-1,-1 1,1-1,-1 1,1-1,-1 1,1 0,-1-1,1 1,-1-1,1 1,0 0,0 0,-1-1,1 1,0 0,0 0,0-1,-1 1,1 0,0 0,0-1,0 1,1 0,-1 0,0-1,0 1,0 0,0 0,1-1,-1 1,0 0,1-1,-1 1,1 0,-1-1,0 1,1-1,-1 1,1 0,0-1,-1 1,1-1,-1 0,1 1,0-1,-1 1,1-1,0 0,0 0,-1 1,1-1,0 0,165 36,-162-35,8 0,-1 1,0 1,0 0,-1 0,1 1,0 1,-1-1,0 2,0-1,-1 1,0 1,0 0,4 4,-12-10,0 1,0 0,1 0,-1 0,-1 0,1 0,0 1,0-1,-1 0,1 0,-1 0,0 1,0-1,0 0,0 0,0 1,0-1,0 0,-1 0,1 1,-1-1,0 0,0 0,0 0,0 0,0 0,0 0,0 0,-1 0,-49 48,11-24,-1-2,0-2,-2-2,0-1,-9-1,-10-3,44-17</inkml:trace>
  <inkml:trace contextRef="#ctx0" brushRef="#br0" timeOffset="-39064.295">6172 4305,'18'0,"20"0,21 0,21 0,16 0,5 2,-9 6,-19 1</inkml:trace>
  <inkml:trace contextRef="#ctx0" brushRef="#br0" timeOffset="-38351.74">6546 5897,'-35'392,"33"-382,2 44,0-53,0 0,0 0,0 1,1-1,-1 0,0 0,1 0,-1 1,1-1,-1 0,1 0,0 0,0 0,-1 0,1 0,0 0,0 0,0-1,0 1,0 0,0 0,0-1,0 1,0 0,0-1,1 1,-1-1,0 0,0 1,0-1,1 0,-1 0,0 0,0 0,1 0,-1 0,1 0,7-3,0 1,0-2,0 1,0-2,0 1,-1-1,0 0,0-1,0 0,-1 0,4-4,5-2,70-54,-85 65,0 1,-1 0,1 0,0-1,0 1,0 0,0 0,0 0,0 0,-1 0,1 1,0-1,0 0,0 0,0 0,-1 1,1-1,0 1,0-1,0 0,-1 1,1-1,0 1,-1 0,1-1,0 1,-1-1,1 1,-1 0,1 0,-1-1,1 1,-1 0,0 0,1-1,-1 1,0 0,1 0,-1 0,0 0,0 0,0-1,0 1,0 0,0 0,0 0,0 0,0 0,-1 0,1-1,0 1,0 0,-1 0,1 0,-1-1,1 1,0 0,-1 0,0-1,1 1,-36 290,38-214,1-51</inkml:trace>
  <inkml:trace contextRef="#ctx0" brushRef="#br0" timeOffset="-38097.906">6359 5695,'18'0,"24"3,26 0,23-1,18 1,5 1,-16 0</inkml:trace>
  <inkml:trace contextRef="#ctx0" brushRef="#br0" timeOffset="-37580.289">6572 7206,'2'18,"6"13,6 8,4 5,7-2,4 0,-2-4,-5-2,-6-7,-8-2,-14-4,-19-4,-17-5,-16-5,2-4</inkml:trace>
  <inkml:trace contextRef="#ctx0" brushRef="#br0" timeOffset="-37313.489">6559 7139,'18'-4,"13"-2,10-2,8 0,4 2,2-1,-1 1,-8 2,-12 1</inkml:trace>
  <inkml:trace contextRef="#ctx0" brushRef="#br0" timeOffset="-37064.157">6372 6872,'20'0,"26"-3,24-2,27-1,18-1,9 0,-6 2,-23 1</inkml:trace>
  <inkml:trace contextRef="#ctx0" brushRef="#br0" timeOffset="-36417.86">6813 8088,'-17'19,"1"1,0 1,2 0,0 1,2 0,0 1,1 0,2 1,0 0,2 1,0 0,2 0,1 0,-1 25,4-42,1-1,1 1,0 0,0 0,0 0,1 0,0-1,0 1,1-1,0 1,1-1,-1 0,2 0,-1 0,0-1,1 0,1 0,-1 0,1 0,0-1,0 0,0 0,1-1,-1 1,1-1,0-1,1 1,-1-2,0 1,1-1,0 0,0 0,-1-1,1 0,0 0,0-1,0 0,0 0,0-1,3 0,-8 0,1 0,0 0,-1 0,1 0,-1-1,1 1,-1-1,1 0,-1 0,0 0,0 0,0 0,0-1,-1 0,1 1,-1-1,1 0,-1 0,0-1,0 1,0 0,-1-1,1 1,-1-1,0 1,0-1,0 1,0-1,-1 0,1 0,-1 1,0-1,0 0,0 0,-1 0,1 1,-1-1,0 0,0 1,-1-1,1 1,0-1,-1 1,0 0,0-1,0 1,-4-3,0 1,-1-1,0 1,1 0,-2 1,1 0,0 0,-1 0,0 1,0 0,0 1,0 0,0 0,0 1,0 0,-1 0,1 0,-1 2,1-1,0 1,-1 0,1 0,0 1,0 0,0 1,0 0,0 0,1 1,-1 0,1 0,-4 3,9-6,0 0,0 0,0 0,0 1,0-1,1 1,-1-1,0 1,1-1,-1 1,1 0,0 0,0 0,-1 0,1 0,0 0,1 0,-1 0,0 0,1 0,-1 1,1-1,-1 0,1 0,0 1,0-1,0 0,0 0,1 1,-1-1,1 0,-1 0,1 0,0 0,-1 1,1-1,0 0,1 0,-1-1,1 3,15 7</inkml:trace>
  <inkml:trace contextRef="#ctx0" brushRef="#br0" timeOffset="-36165.535">6625 7901,'19'5,"23"1,28 0,29-2,23-5,9-8,-18-1</inkml:trace>
  <inkml:trace contextRef="#ctx0" brushRef="#br0" timeOffset="-33427.305">6359 9144,'42'-1,"-28"0,0 0,-1 1,1 0,0 1,-1 1,1 0,-1 1,1 0,-1 1,1 1,-9-2,-1 0,1 0,-1 0,0 0,0 1,-1 0,1 0,-1 0,1 0,-1 0,-1 1,1-1,-1 1,1 0,-1 0,-1 0,1 0,-1 0,0 0,0 0,0 1,-3 112,-21-26,-3 33,26-112</inkml:trace>
  <inkml:trace contextRef="#ctx0" brushRef="#br0" timeOffset="-33158.997">6385 9438,'16'-4,"19"-4,17-3,15-4,9-2,-1 2,-5 2,-16 2</inkml:trace>
  <inkml:trace contextRef="#ctx0" brushRef="#br0" timeOffset="-32911.616">6265 9011,'16'-4,"23"-5,24-2,18-2,13 2,-4 2,-17 3</inkml:trace>
  <inkml:trace contextRef="#ctx0" brushRef="#br0" timeOffset="-31544.479">7535 1003,'-1'0,"0"0,1 0,-1-1,0 1,0 0,0 0,0 0,1 0,-1 0,0 0,0 0,0 0,0 0,1 1,-1-1,0 0,0 0,0 1,1-1,-1 0,0 1,1-1,-1 1,0-1,1 1,-1 0,0-1,1 1,-1-1,1 1,-1 0,1-1,-1 1,1 0,0 0,-1 0,1-1,0 1,0 0,0 0,-6 8,1 0,0 1,1-1,0 1,1 0,0 0,0 0,1 1,1-1,0 0,0 1,1-1,0 1,1 3,-1-9,1 1,0 0,0-1,1 1,-1-1,1 1,1-1,-1 1,1-1,-1 0,2 0,-1-1,0 1,1-1,0 1,0-1,0 0,0-1,1 1,0-1,0 0,0 0,0 0,0 0,0-1,3 1,0-1,-1 1,0-1,1-1,0 1,-1-1,1-1,0 1,0-1,-1-1,1 1,0-1,-1-1,1 1,-1-2,1 1,-1-1,0 1,0-2,0 1,0-1,-1 0,1-1,-1 0,0 0,-1 0,1 0,-1-1,0 0,0 0,-1-1,0 1,0-1,0 0,-1 0,0 0,0 0,-1-1,0 1,0-1,-1 1,0-1,0 0,-2-1,0-1,-1 1,0 0,-1 0,0 0,0 0,-1 1,0-1,0 1,-1 0,0 0,0 1,-1-1,0 1,-1 0,1 1,-1 0,0 0,-1 0,0 1,0 0,-6-3,11 7,-1-1,0 1,0 0,0 0,-1 1,1-1,0 1,0 0,0 0,0 0,0 1,-1 0,1-1,0 1,0 1,0-1,0 0,1 1,-1 0,0 0,1 0,-1 0,1 1,0 0,0-1,0 1,0 0,-2 3,-1 1,1 0,-1 1,1 0,1 0,0 0,0 0,0 1,1-1,0 1,1 0,0 0,0 4,0 20</inkml:trace>
  <inkml:trace contextRef="#ctx0" brushRef="#br0" timeOffset="-31294.117">7909 1111,'18'2,"20"3,24 1,24-1,22 1,16 0,9-2,3 1,-6 3,-14 1,-19 2,-25 1,-24-2</inkml:trace>
  <inkml:trace contextRef="#ctx0" brushRef="#br0" timeOffset="-30448.374">7335 2246,'-8'10,"1"0,1 0,0 1,0-1,1 1,0 1,1-1,0 0,1 1,0 0,1 0,0 0,1 0,0 1,0-8,1-1,-1 1,1-1,0 1,0 0,1-1,-1 1,1-1,0 1,1-1,-1 1,1-1,-1 0,1 0,0 0,1 0,-1 0,1 0,0 0,0-1,0 1,0-1,1 0,-1 0,1 0,0-1,-1 1,1-1,1 0,-1 0,0 0,0-1,1 1,-1-1,1 0,6 0,-1 0,1-1,-1 0,0-1,1 0,-1 0,0-1,0-1,0 0,0 0,0-1,-1 0,1-1,-1 0,0 0,6-6,-10 8,0 0,0-1,0 0,-1 0,0 0,1-1,-2 0,1 1,0-1,-1 0,0-1,0 1,-1-1,0 1,1-1,-2 0,1 0,-1 0,0 0,0 0,0 0,-1 0,0 0,-1 0,1 0,-1 0,0 0,0 0,-1-1,-2-1,1 1,-1 0,0-1,-1 1,0 1,0-1,0 1,-1 0,0 0,0 0,-1 1,0 0,1 0,-2 1,1 0,0 0,-1 1,0-1,0 2,0-1,-8 0,10 1,-1 0,1 1,-1 0,0 1,0-1,1 1,-1 1,0-1,1 1,-1 0,1 1,-1 0,1 0,-1 0,1 1,0-1,0 2,0-1,1 1,-1-1,1 2,0-1,0 0,0 1,0 0,1 0,-1 3,2-4,0 0,1 0,0 1,0-1,0 1,1-1,0 1,-1 0,2-1,-1 1,0 0,1 0,0 0,0 0,1-1,-1 1,1 0,0 0,0 0,0-1,1 1,0-1,1 3,16 25</inkml:trace>
  <inkml:trace contextRef="#ctx0" brushRef="#br0" timeOffset="-30244.929">7696 2474,'27'-2,"29"-1,33 0,33 0,25 0,20-1,8 0,0 2,-12 2,-22 5,-35 0</inkml:trace>
  <inkml:trace contextRef="#ctx0" brushRef="#br0" timeOffset="-29166.569">7374 3557,'-4'-4,"0"1,0 0,0 0,-1 0,1 0,-1 1,0-1,0 1,0 0,0 1,0-1,0 1,-1 0,1 1,0-1,-1 1,1 0,0 0,-1 1,1-1,0 1,0 0,-1 1,1-1,0 1,0 0,1 0,-1 1,0-1,1 1,-1 0,1 1,0-1,-1 2,-1 0,1 1,0 0,0 0,0 1,1-1,0 1,0 0,1 0,0 0,0 1,1-1,0 1,0-1,1 1,0 0,0 0,0-1,1 1,1 0,-1 0,1 0,1-1,-1 1,1 0,1-1,-1 0,1 1,0-1,1 0,0 0,0-1,1 1,-1-1,1 0,1 0,-1-1,1 1,0-1,0 0,0-1,1 1,6 1,-1 0,1-1,0-1,1 0,-1 0,0-1,1-1,0 0,0-1,0-1,-1 0,1 0,0-2,0 0,-1 0,1-1,-1-1,0 0,0-1,0-1,0 0,-1 0,0-1,-1-1,8-5,-14 8,0 0,-1-1,1 1,-1-1,-1 0,1 1,-1-2,0 1,0 0,-1-1,0 1,0-1,0 0,-1 1,0-1,-1 0,1 0,-1 0,0 0,-1 0,0 0,0 1,0-1,-1 0,0 0,0 1,-4-6,2 2,-1 0,-1 0,0 0,0 1,-1 0,0 1,-1-1,0 1,0 1,0-1,-1 1,0 1,-1 0,0 0,0 1,-9-4,-72-5,88 14,0 0,-1 0,1 1,0-1,-1 1,1 0,0 0,0 0,-1 0,1 1,0-1,0 1,1 0,-1 0,0 0,1 0,-1 0,1 1,0-1,-1 1,1-1,0 1,1 0,-1 0,-1 3,2-4,1 1,-1-1,1 1,0 0,-1-1,1 1,0 0,1 0,-1-1,0 1,1 0,0-1,-1 1,1-1,0 1,0-1,1 1,-1-1,0 0,1 0,0 1,18 23</inkml:trace>
  <inkml:trace contextRef="#ctx0" brushRef="#br0" timeOffset="-28954.137">7829 3690,'32'-9,"31"-5,31-3,31 2,24 3,20 4,13 7,4 9,-1 10,-13 7,-34-2</inkml:trace>
  <inkml:trace contextRef="#ctx0" brushRef="#br0" timeOffset="-28061.524">7361 4706,'-9'0,"-1"1,1 0,0 0,0 1,0 0,0 0,0 1,0 1,0-1,1 1,-3 2,8-4,0 0,0 0,0 1,0-1,0 0,1 1,-1 0,1-1,0 1,-1 0,1 0,1 1,-1-1,0 0,1 1,0-1,0 1,0-1,0 1,0-1,1 1,-1 0,1-1,0 1,0 0,1-1,-1 1,1-1,0 4,4 2,0 0,0 0,1 0,0 0,1-1,0 0,0-1,1 1,0-1,0-1,0 1,1-2,0 1,0-1,0 0,1-1,0 0,0-1,0 0,0 0,0-1,1-1,-1 0,7 0,-5 1,0-1,0-1,0 0,0-1,0-1,0 1,0-2,0 0,0 0,-1-1,0 0,2-2,-7 3,0 0,-1 0,1-1,-1 1,0-1,0-1,0 1,-1-1,1 0,-1 0,0 0,-1 0,1-1,-1 1,0-1,-1 0,1 0,-1 0,0-1,0 1,-1 0,0-1,0-1,-2-4,0 1,0-1,-1 0,-1 1,0-1,0 1,-1 0,-1 0,0 1,0-1,-1 1,0 0,-1 0,0 1,0 0,-1 0,-1 1,1 0,-1 0,-1 1,1 0,-1 1,0 0,-1 1,1 0,-1 0,0 1,0 1,-1-1,1 2,-1 0,0 0,-1 1,6 1,0 0,0 1,0-1,0 2,0-1,0 1,0 0,0 0,0 1,1-1,-5 4,8-5,1 1,-1 0,1-1,0 1,-1 0,1 0,0 0,0 0,0 1,0-1,1 0,-1 1,1 0,-1-1,1 1,0 0,0-1,0 1,0 0,1 0,-1 0,1 0,0 0,0 0,0 0,0 0,0 0,1 0,-1 0,2 2,0 0,0 0,0 0,0-1,1 1,0-1,0 0,0 0,0 0,0 0,1 0,0-1,0 1,0-1,0 0,1-1,-1 1,4 1,88 34,-36-21</inkml:trace>
  <inkml:trace contextRef="#ctx0" brushRef="#br0" timeOffset="-27810.652">7896 4854,'13'0,"15"0,17-3,20-2,23-3,25-1,22 3,16 0,11 5,4 7,-7 7,-16 6,-33-1</inkml:trace>
  <inkml:trace contextRef="#ctx0" brushRef="#br0" timeOffset="-27117.989">7321 5936,'-6'4,"1"1,0-1,0 1,1 0,-1 0,1 1,0 0,0-1,1 1,0 0,0 1,0-1,1 1,0-1,0 1,1-1,0 1,0 0,0 0,1 0,0 0,0-1,1 1,0 0,0 0,1 0,0-1,0 1,0-1,3 5,5 1,0-1,1 0,1 0,0-1,0 0,1-1,0-1,0 0,1-1,0 0,1-1,0-1,-1 0,2-1,-1 0,14 0,-15-1,0-2,0 1,0-2,0 0,0-1,0 0,0-1,6-1,-15 2,-1-1,1 1,0-1,0 0,-1 0,1 0,-1-1,0 1,0-1,0 0,0 0,0-1,-1 1,1-1,-1 0,0 1,0-2,0 1,-1 0,1 0,-1-1,0 0,0 1,-1-1,1 0,-2-6,0 0,0 1,-1-1,0 0,-1 0,0 1,-1-1,0 1,0 0,-1 0,-1 0,0 0,0 1,-1 0,0 0,0 0,-1 1,0 0,-1 0,-4-3,5 3,0 0,-1 1,1 0,-2 1,1-1,-1 2,1-1,-1 1,-1 1,1-1,-1 2,0-1,0 1,0 1,0 0,0 0,-1 1,1 0,0 1,-1 0,1 1,-1 0,1 0,-6 3,13-3,0 0,1 1,-1 0,1-1,-1 1,1 0,0 0,-1 0,1 1,1-1,-1 1,0-1,0 1,1-1,0 1,-1 0,1 0,0-1,0 1,0 0,1 0,-1 0,1 0,0 0,0 0,0 0,0 1,4 23</inkml:trace>
  <inkml:trace contextRef="#ctx0" brushRef="#br0" timeOffset="-26864.664">7949 6110,'21'0,"15"0,16-2,16-6,21-3,17-5,15-1,11 2,5 3,0 4,-8 3,-14 5,-27 3</inkml:trace>
  <inkml:trace contextRef="#ctx0" brushRef="#br0" timeOffset="-26135.468">7589 7099,'-7'-1,"0"1,1 0,-1 0,0 0,1 1,-1 0,0 0,1 1,-1 0,1 0,0 0,0 1,0 0,0 0,0 1,1-1,-1 1,1 1,0-1,0 1,1-1,-1 2,1-1,0 0,0 1,1-1,0 1,0 0,0 0,0 1,1-1,0 0,1 1,0-1,0 1,0 3,1-4,1 0,0 1,1-1,0 0,0 0,0 0,0 0,1 0,0-1,0 1,1-1,0 0,0 0,0 0,0 0,1-1,-1 0,1 0,0 0,1 0,-1-1,1 0,-1 0,1 0,0-1,0 0,0 0,0-1,4 1,-3 0,0 0,0-1,0 0,1 0,-1-1,0 0,1 0,-1 0,0-1,0-1,1 1,-1-1,0 0,0-1,-1 1,1-1,0-1,-1 1,0-1,0 0,0-1,0 1,-1-1,1 0,2-4,-3 0,-1-1,1 1,-1-1,-1 1,0-1,0 0,-1-1,-1 1,1 0,-2 0,1-1,-1 1,-1-1,0 1,0 0,-1 0,-1 0,1 0,-2 0,1 0,-1 1,-1-1,0 1,0 0,-1 0,0 1,0 0,-1 0,0 0,0 1,-1 0,0 1,0-1,-1 1,-4-2,3 4,1 0,-1 1,0-1,0 2,-1 0,1 0,0 1,-1 0,1 0,0 1,-1 1,1 0,-1 0,1 1,-4 2,8-3,1 1,-1-1,1 1,0 1,-1-1,1 1,0 0,1 0,-1 0,0 1,1-1,0 1,0 0,0 1,0-1,1 1,0-1,0 1,0 0,0 0,1 1,0-1,0 0,0 1,1-1,0 1,0 0,0 2,1-3,0 1,0-1,1 0,0 0,0 1,0-1,0 0,1 0,0 0,0-1,0 1,1 0,0-1,-1 1,3 1,23 27</inkml:trace>
  <inkml:trace contextRef="#ctx0" brushRef="#br0" timeOffset="-25925.51">7962 7219,'14'-4,"20"-4,28-3,29-2,30-1,26 2,19 3,12 3,5 5,-4 7,-14 5,-22 5,-35-1</inkml:trace>
  <inkml:trace contextRef="#ctx0" brushRef="#br0" timeOffset="-25198.455">7589 8102,'-11'1,"0"2,1 0,0 0,-1 0,1 2,1-1,-1 1,1 0,0 1,0 0,-2 3,7-6,0 0,0 1,1-1,0 1,-1 0,1 0,0 0,1 1,-1-1,1 0,0 1,0 0,0 0,1-1,0 1,0 0,0 0,0 0,1 0,0 1,0-1,0 0,1 0,0 4,1-2,1 0,-1-1,1 1,0-1,1 0,0 0,0 0,0 0,1-1,-1 0,1 1,1-2,-1 1,1-1,-1 0,1 0,1 0,3 1,4 2,1 0,0-1,0-1,0 0,0-1,1-1,14 1,-17-3,0 0,0-1,0-1,0 0,0-1,0 0,-1-1,1 0,5-3,-12 4,-1 0,0-1,0 1,0-1,0 0,0-1,0 1,-1-1,0 0,0 0,0 0,0 0,-1-1,1 1,-1-1,0 0,0 0,-1-1,0 1,0 0,0-1,0-2,-1 2,0 0,-1 0,0-1,0 1,-1 0,0 0,0 0,0 0,-1 0,1 0,-1 0,-1 0,1 1,-1-1,0 1,-1-1,1 1,-1 0,0 1,-4-5,-3-3,-1 1,-1 0,1 1,-2 1,1 0,-1 0,-7-2,-68-17,86 27,0 1,-1-1,1 1,-1 0,1 0,0 0,-1 0,1 1,-1-1,1 1,0 0,0 0,-1 0,1 1,0-1,0 1,0-1,0 1,0 0,1 0,-1 1,1-1,-1 0,1 1,-2 1,3-2,0 0,0 0,1 1,-1-1,0 0,1 0,-1 0,1 0,0 1,0-1,0 0,0 0,0 1,0-1,0 0,1 0,-1 1,1-1,0 0,0 0,0 1,11 21</inkml:trace>
  <inkml:trace contextRef="#ctx0" brushRef="#br0" timeOffset="-24946.094">8203 8196,'20'-7,"21"-5,19-2,16 2,12-1,10 3,9 3,6 3,3 3,-1 6,-4 3,-9 3,-22-1</inkml:trace>
  <inkml:trace contextRef="#ctx0" brushRef="#br0" timeOffset="-24201.999">7775 9065,'-12'-3,"0"0,-1 1,1 1,-1 0,1 1,-1 0,0 1,1 0,-1 1,1 1,0 0,0 0,0 1,0 1,0 0,-10 7,14-6,-1 1,1 1,1-1,-1 1,1 1,1-1,0 1,0 1,0-1,1 1,1 0,-3 6,5-10,0 0,1-1,-1 1,1 0,0 0,1 0,0 0,0 0,0 0,0 0,1 0,0 0,0 0,1-1,0 1,0 0,0-1,1 1,-1-1,1 0,1 0,-1 0,3 3,5 1,1 0,0-1,1 0,-1-1,1-1,1 0,-1 0,1-1,0-1,0 0,1-1,-1-1,0 0,1-1,0-1,-1 0,1-1,-1 0,1-1,-1-1,12-4,-13 4,0-1,0 0,0-1,0 0,-1-1,0-1,0 0,-1 0,1-2,-8 6,0 0,0-1,0 0,0 0,-1 0,1 0,-1 0,0-1,-1 0,1 1,-1-1,0 0,0 0,0 0,-1-1,0 1,0 0,0-1,0 1,-1 0,0-1,0 1,-1-1,1 1,-4-5,1 0,-2 1,1-1,-1 1,-1 0,0 1,0-1,0 1,-1 1,0-1,-1 1,0 0,0 1,0-1,-1 2,0-1,0 1,0 1,-1 0,0 0,1 0,-1 2,-5-2,7 1,0 1,0 0,-1 0,0 1,1 0,-1 0,1 1,-1 0,0 0,1 1,-1 1,0-1,1 1,0 1,-1-1,1 1,0 1,0 0,1 0,-1 0,1 1,0 0,0 0,1 1,-6 5,10-7,0-1,1 0,-1 1,1-1,0 1,0 0,0-1,0 1,0 0,1 0,0-1,0 1,0 0,0 0,1 0,-1-1,1 1,0 0,0-1,0 1,1 0,-1-1,1 0,0 1,0-1,0 0,0 0,0 0,1 0,0 0,-1-1,1 1,0-1,0 0,1 0,-1 0,2 1,31 19</inkml:trace>
  <inkml:trace contextRef="#ctx0" brushRef="#br0" timeOffset="-23939.693">8110 9265,'23'-3,"29"0,35 1,35-1,34 2,25 0,17 0,10 3,-2 6,-12 5,-40 2</inkml:trace>
  <inkml:trace contextRef="#ctx0" brushRef="#br0" timeOffset="41904.389">13524 5361,'-16'132,"6"2,6-1,8 71,33 351,-25-424,0 43,-7 1,-8-1,-19 126,13-232,-1 6,3 0,3 68,4-136,0-5</inkml:trace>
  <inkml:trace contextRef="#ctx0" brushRef="#br0" timeOffset="43148.107">13604 5348,'91'-9,"0"5,30 4,-78 0,19-1,0 3,0 2,0 3,-1 3,0 2,-1 3,-1 3,0 2,-1 3,-1 2,-2 3,45 29,-35-8,-3 2,-1 4,-3 1,44 57,-71-75,-1 1,-2 1,-1 2,-3 0,-1 2,2 9,-15-26,0 1,-2 0,0 0,-2 1,-2 0,0 0,-2 0,-1 0,-1 0,-2 0,-1 2,-12 36,-2-1,-3-1,-3-1,-3-1,-3-1,-24 38,47-88,-23 44,-36 75,-6-3,-69 92,128-202,0-1,-1 0,-1-1,0-1,-1 0,-1-1,0 0,-1-1,0-1,-1-1,0-1,-1 0,0-1,-1-1,0-1,0-1,0-1,-22 3,-371 34,321-26,-1-5,0-3,-22-4,-32-5,147 1,0 0,1 0,-1 0,0-1,0 1,0 0,1 0,-1 0,0 0,0-1,0 1,1 0,-1 0,0 0,0-1,0 1,0 0,0 0,0-1,0 1,0 0,1 0,-1-1,0 1,0 0,0 0,0-1,0 1,0 0,0 0,-1-1,1 1,0 0,0 0,0-1,0 1,0 0,0 0,0-1,0 1,-1 0,1 0,0 0,0-1,0 1,0 0,-1 0,1 0,0 0,0-1,-1 1,1 0,0 0,0 0,1-1,13-11</inkml:trace>
  <inkml:trace contextRef="#ctx0" brushRef="#br0" timeOffset="43965.969">15503 6364,'-4'1,"-1"-1,1 1,0 0,-1 0,1 0,0 1,0-1,0 1,0 0,0 0,1 1,-1-1,1 1,-1 0,1 0,0 0,0 0,0 0,0 1,1-1,0 1,-1 0,-34 90,36-83,0 1,0-1,1 0,1 1,0-1,0 0,1 1,1-1,0 0,0 0,1-1,0 1,1-1,1 0,-1 0,1 0,1-1,0 0,0 0,1-1,0 0,0 0,1-1,0 0,1-1,-1 1,1-2,0 0,1 0,-1 0,1-2,3 2,2 0,1-1,0 0,0-1,0 0,0-2,1 0,-1-1,0-1,8-1,-17 1,0 0,-1-1,1 0,0 0,0 0,-1-1,0-1,1 1,-1-1,-1 0,1-1,0 1,-1-1,0-1,0 1,-1-1,0 0,0 0,0-1,0 0,0-2,1-7,-1 0,0-1,-1 0,-1 0,0 0,-2 0,0 0,-1-1,0 1,-2 0,0 0,-1 0,0 0,-1 0,-2 1,1-1,-2 1,0 1,-5-9,8 15,-1-1,0 1,-1 0,0 0,0 0,-1 1,0 0,-1 0,0 1,0 0,0 0,-1 1,0 0,0 1,0 0,-1 0,0 1,0 0,0 1,0 0,-1 0,1 1,-1 1,1 0,-1 0,-7 1,6 2,0 1,0 0,1 1,-1 0,1 1,0 0,0 1,0 0,1 1,0 0,0 1,1 0,0 0,1 1,-1 0,2 0,-1 1,1 0,1 1,0-1,0 1,1 0,1 1,0-1,0 1,1 0,0 0,1 0,1 0,0 0,0 8,2-13,0 0,1 1,-1-1,1 0,1 0,-1-1,1 1,0 0,1-1,0 0,0 0,0 0,0 0,1 0,0-1,36 32</inkml:trace>
  <inkml:trace contextRef="#ctx0" brushRef="#br0" timeOffset="44370.887">16010 6524,'146'-6,"-1"5,25 9,-81-4,1419 19,-1447-25,111-5,103-19,-255 22,-40 3,2 4,1 0</inkml:trace>
  <inkml:trace contextRef="#ctx0" brushRef="#br0" timeOffset="48950.894">8952 5989,'199'13,"-93"-2,0-5,58-7,153 10,-42 7,147-14,-200-4,586 2,-251-36,-125 18,-120 18,-190 14,-5 0,15-1,-132-13,0 0,0 0,0 0,0 0,0 0,0 0,0-1,0 1,0 0,0 0,0 0,0 0,0 0,0 0,0-1,0 1,0 0,0 0,0 0,-12-3</inkml:trace>
  <inkml:trace contextRef="#ctx0" brushRef="#br0" timeOffset="55371.789">9473 7099,'40'-17,"209"-35,-231 47,225-55,81-2,54-2,-97 15,118 0,-105 30,426-42,-579 45,1 6,5 6,175 14,-58-7,-280-3,-6 0</inkml:trace>
  <inkml:trace contextRef="#ctx0" brushRef="#br0" timeOffset="60369.466">9527 9211,'114'11,"372"-14,2 0,-25 26,-156-5,-252-8,66 2,-115-14,0-1,0 0,0 0,-1 0,1-1,-1 0,0 0,0 0,-1-1,1 0,-1 0,0 0,0 0,0-1,-1 1,0-1,0 0,-1 0,1 0,-1 0,-1 0,1-2,11-22,5-19,-2-1,-2 0,-2-2,-3 1,-2-1,-2-1,-2 1,-3-1,-2 1,-3-3,-28-401,28 359,5-1,9-63,-8 154,-1 0,1 1,-1-1,0 1,-1-1,0 0,0 1,0-1,-1 1,0 0,0-1,-1 1,0 0,0 0,-2-3,4 8,-1-1,1 1,0-1,-1 0,1 0,0 0,0 1,0-1,1 0,-1 0,0 0,1-1,-1 1,1 0,0 0,-1 0,1 0,0 0,1-1,-1 1,0 0,0 0,1 0,-1 0,1 0,0 0,0 0,0 0,0 0,0 0,0 0,0 1,1-1,-1 0,0 1,1-1,0 1,-1-1,1 1,0 0,0 0,-1 0,1 0,0 0,0 0,0 0,1 1,14-6,1 2,0 0,0 1,1 1,-1 0,1 2,10 1,44-4,294-35,359 27,-472 13,-65-2,-160-13,-22 5</inkml:trace>
  <inkml:trace contextRef="#ctx0" brushRef="#br0" timeOffset="61282.487">12909 5950,'2'0,"4"0,2 0,5 0,6 0,8 0,8 0,9 0,7 0,5 0,1 0,-1 0,-5 2,-10 1,-8 0,-11-1</inkml:trace>
  <inkml:trace contextRef="#ctx0" brushRef="#br0" timeOffset="62588.566">19179 7046,'-28'-7,"-1"2,-1 1,1 2,-26 0,29 1,-42-2,-1 4,0 2,0 3,1 3,0 3,-32 11,89-20,0 0,0 1,0 0,0 1,0 1,1-1,0 2,0-1,1 1,-1 1,2 0,-1 0,1 1,0 0,1 0,0 0,1 1,-3 5,4-2,0 0,1 1,1-1,0 1,1-1,0 1,1 0,0 0,1 0,1 0,0 0,1 0,1-1,0 1,1-1,0 1,1-1,2 3,5 10,1 0,1-1,2 0,0-2,2 1,0-2,1-1,10 8,-2-4,1-2,1 0,1-3,0 0,2-2,0-1,12 3,-26-12,0-1,1-1,0-1,1 0,-1-2,1 0,0-1,-1-1,1-1,0 0,0-2,0 0,-1-1,2-2,31-12</inkml:trace>
  <inkml:trace contextRef="#ctx0" brushRef="#br0" timeOffset="62887.768">18804 7474,'-102'-13,"156"14,269 18,-317-18,1 0,0-1,1 1,-1 0,0 1,0 0,0 0,0 0,0 1,0 0,-1 0,0 1,1 0,-1 0,0 0,-5 1,1-1,-1 0,0 0,0 0,-1 0,1 1,-1-1,0 0,0 1,0-1,-1 0,0 1,1-1,-1 0,-1 0,1 0,-1 0,1 0,-1 0,-1 0,1-1,0 1,-1-1,1 1,-1-1,0 0,0 0,-1 0,-6 11,9-12,-5 4,0 0,1 1,-1 0,1 1,1-1,0 1,0-1,0 1,1 1,0-1,1 0,0 1,0-1,1 1,0 0,0-1,1 1,0 0,0 0,1-1,1 1,-1 0,4 7,16 16,3-4</inkml:trace>
  <inkml:trace contextRef="#ctx0" brushRef="#br0" timeOffset="63133.113">19566 8049,'0'0</inkml:trace>
  <inkml:trace contextRef="#ctx0" brushRef="#br1" timeOffset="80349.976">14046 241,'-20'233,"10"0,11 34,-1-47,-1-71,-7 0,-7-1,-6-1,-8 8,-43 120,63-240</inkml:trace>
  <inkml:trace contextRef="#ctx0" brushRef="#br1" timeOffset="81082.017">14059 214,'12'-6,"1"-1,0 2,1 0,-1 1,1 0,0 1,-1 0,1 1,15 0,-24 2,60-5,0 2,-1 4,1 3,0 2,-1 3,0 3,-1 3,0 2,-2 3,24 13,-48-17,0 1,-1 3,0 0,-2 3,-1 0,0 3,-2 0,-1 2,-2 1,0 2,-2 0,16 27,-11-10,-3 1,-2 1,-2 1,-3 1,-1 1,-3 1,-3 1,-1 0,-4 1,-1 0,-3 0,-3 0,-3 43,-3-66,0 0,-3 0,0 0,-2-1,-2 0,-1 0,-1-1,-1-1,-2-1,-1 0,-1-1,-2 0,-1-2,-1 0,-1-2,-1-1,-1 0,-9 5,-15 6,0-2,-2-2,-2-2,0-3,-53 17,-48 9,-85 13,128-36,0-5,-1-4,-92 2,203-21,-6 1,-1 0,1 0,0-1,-1 1,1-2,0 1,-1-1,1 0,0-1,0 0,0 0,0 0,0-1,0 0,1 0,-1-1,1 0,0 0,0 0,-5-6,6-5,3 1</inkml:trace>
  <inkml:trace contextRef="#ctx0" brushRef="#br1" timeOffset="81734.825">15703 1270,'-4'17,"1"1,1-1,0 0,1 1,1 0,0-1,2 1,0-1,1 0,1 0,0 0,1 0,1 0,1-1,0 0,9 14,-10-24,-1-1,1 1,1-1,-1-1,1 1,0-1,0 0,0-1,0 1,0-2,1 1,0-1,-1 0,1 0,0-1,0 0,0-1,3 0,5 0,0 0,0-2,0 0,0-1,0 0,-1-2,1 0,9-4,-15 5,-1 1,1-2,-1 1,1-2,-1 1,-1-1,1 0,-1-1,0 0,0 0,-1-1,0 0,-1 0,1-1,-2 0,1 0,-1 0,0 0,-1-1,-1 0,1 0,-1 0,-1-1,0 1,0 0,-1-1,-1 1,1-1,-2-10,-2 12,1-1,-1 1,-1 0,0 0,0 0,0 0,-1 1,-1 0,1 0,-1 0,-1 1,1-1,-1 2,-1-1,1 1,-1 0,0 1,0-1,-1 2,0-1,1 1,-9-2,4 1,-1 0,1 2,-1 0,0 0,1 1,-1 1,0 0,0 1,0 0,0 2,0-1,0 2,0-1,1 2,-11 4,19-7,1 1,-1-1,0 1,1 1,-1-1,1 0,0 1,0 0,0 0,0 0,1 1,-1-1,1 1,0 0,0 0,0 0,0 0,1 1,0-1,0 1,0-1,0 1,1 0,-1-1,1 1,1 0,-1 0,1 0,-1 0,2 0,-1 0,0 0,1 2,13 26</inkml:trace>
  <inkml:trace contextRef="#ctx0" brushRef="#br1" timeOffset="82237.481">16371 1351,'62'24,"9"-12,1-2,0-4,0-3,29-3,-44 0,262 1,117-2,423 57,-319 36,243 85,-413-89,-307-72,-74-13,-7-4</inkml:trace>
  <inkml:trace contextRef="#ctx0" brushRef="#br1" timeOffset="83036.87">18617 1,'3'11,"0"18,0 22,-1 20,-1 21,-4 15,-9 10,-10 2,-5-7,-2-13,-2-14,6-18,6-16,6-19</inkml:trace>
  <inkml:trace contextRef="#ctx0" brushRef="#br1" timeOffset="83354.094">19152 27,'2'-9,"1"4,0 16,-5 23,-7 25,-6 23,-6 19,-3 12,0 5,2-1,5-8,4-10,6-13,3-14,3-13,1-14,1-15</inkml:trace>
  <inkml:trace contextRef="#ctx0" brushRef="#br1" timeOffset="83533.616">18484 415,'-14'-4,"3"0,16 3,28 7,36 7,38 5,32 2,23 3,-17-4</inkml:trace>
  <inkml:trace contextRef="#ctx0" brushRef="#br1" timeOffset="83706.154">20208 696,'-4'0,"-5"0,1 0</inkml:trace>
  <inkml:trace contextRef="#ctx0" brushRef="#br1" timeOffset="85800.201">8965 2420,'126'10,"118"-6,-148-4,1145-1,-1196 2,-9 0,1-1,-1-2,1-2,32-7,-67 10,0 0,0 1,0-1,0 0,0 0,0 0,0-1,0 1,-1 0,1-1,0 1,-1-1,1 1,-1-1,0 0,0 0,0 1,1-1,-2 0,1 0,0 0,0 0,-1 0,1 0,-1-1,1 1,-1 0,0 0,0 0,0 0,0-1,0 1,-1 0,1 0,0 0,-1 0,0 0,0-2,0-8,0-41,2 0,2 0,3 0,7-24,4-44,-5 3,-6-1,-5 0,-5 0,-5 1,-5 0,-5 1,-28-87,11 66,36 136,-1 0,1 0,0 1,0-1,0 0,0 0,0 0,1 1,-1-1,1 0,-1 0,1 1,-1-1,1 0,0 1,0-1,0 1,0-1,0 1,0-1,0 1,0 0,1 0,-1-1,0 1,1 0,-1 0,1 0,-1 1,1-1,0 0,-1 0,1 1,0-1,0 1,-1 0,1-1,0 1,0 0,-1 0,1 0,0 0,0 0,0 1,1-1,142 0,79 12,-8-1,859-6,-1011-5,994-27,-987 29,-72-2,1 1,-1-1,1 0,-1 1,1-1,0 0,-1 1,1-1,0 0,-1 1,1-1,0 1,-1-1,1 0,0 1,0-1,0 1,-1-1,1 1,0-1,0 1,0-1,0 1,0-1,0 1,0-1,0 1,0-1,0 1,0-1,0 1,1-1,-1 1,0-1,0 1,0-1,1 1,-1-1,0 1,0-1,1 0,-1 1,0-1,1 0,-1 1,1-1,-1 0,0 1,1-1,-1 0,1 0,-1 1,1-1,-1 0,1 0,-1 0,1 0,-1 0,1 0,-1 0,1 0,-1 0,1 0,-1 0,1 0,-1 0,1 0,-1 0,1 0,-1-1,-13 8</inkml:trace>
  <inkml:trace contextRef="#ctx0" brushRef="#br1" timeOffset="87788.071">8818 4800,'359'10,"559"36,148 88,-350-35,-685-95,34 5,1-4,0-2,20-4,-84 1,0-1,0 0,0 0,0 0,0-1,0 1,0 0,0-1,-1 1,1-1,0 0,-1 1,0-1,1 0,-1 0,0 0,0 0,0 0,0 0,0 0,0 0,-1 0,1-1,-1 1,0 0,1 0,-1-1,0 1,0 0,-1 0,1-1,0 1,-1 0,1 0,-1 0,0-1,0 1,0-1,-1-14,8-331,10-584,-30-33,35 472,-20 463,-1 0,-2-1,-1 1,-2 0,0 1,-2-1,-2-1,4 12,0-1,2 0,0 0,1 0,2-1,0 1,0 0,2 0,1 0,0 0,13-132,14 66,-28 84,0 0,0 0,0 0,0 0,1 1,-1-1,0 1,1-1,-1 1,1 0,0 0,-1 0,1 1,0-1,-1 1,1-1,0 1,0 0,-1 0,1 0,0 0,0 0,0 1,6-1,497 17,-296-5,765 28,-925-38,-35-1</inkml:trace>
  <inkml:trace contextRef="#ctx0" brushRef="#br1" timeOffset="89416.523">12976 9453,'-40'144,"6"2,-3 61,-10 129,-1 326,37 344,12-893,6 552,90 634,-62-1053,-12 2,-10 0,-11 27,-12-167,4-76</inkml:trace>
  <inkml:trace contextRef="#ctx0" brushRef="#br1" timeOffset="90233.088">12762 9492,'737'-30,"-221"3,725 38,-653 3,180-6,1153 35,-70 71,-1452-87,-45-3,-262-11,-90-7,-15-1</inkml:trace>
  <inkml:trace contextRef="#ctx0" brushRef="#br1" timeOffset="91022.972">14005 10322,'-3'14,"0"0,0 1,1 0,1-1,1 1,0 0,1 0,0 0,1-1,1 1,0-1,1 0,1 0,0 0,1 0,0-1,1 0,1 0,0-1,0 0,1 0,8 6,-14-14,0 0,0 0,0-1,0 0,1 1,0-1,0-1,0 1,0 0,0-1,0 0,0 0,1 0,-1-1,1 1,0-1,-1 0,1-1,0 1,0-1,-1 0,1 0,0 0,0-1,-1 1,1-1,0 0,-1-1,1 1,-1-1,1 0,-1 0,0 0,0-1,4-2,2-6,-1-1,0 0,0 0,-1-1,-1 0,0-1,-1 1,0-1,-1 0,-1-1,0 1,-1-1,0 0,-2 0,1 0,-2 0,-1-14,1 11,-1 0,0 0,-1 0,-2 0,1 1,-2-1,0 1,-2 0,1 1,-2-1,0 1,-1 1,-1 0,0 0,-1 1,-1 0,-2-2,9 11,0 1,-1 1,1-1,-1 1,1 0,-1 0,0 0,0 1,0 0,0 0,-1 0,1 1,0 0,-1 0,1 1,-1 0,1 0,-1 0,1 1,-1 0,1 0,0 1,0 0,-1 0,1 0,0 1,1 0,-1 0,0 0,1 1,-3 2,-2 2,0 2,1-1,0 1,1 0,0 1,0 0,1 0,1 1,0-1,0 1,1 1,1-1,0 1,1 0,0 0,1 0,0 0,1 0,1 1,0-1,1 0,0 0,3 13,12 25</inkml:trace>
  <inkml:trace contextRef="#ctx0" brushRef="#br1" timeOffset="91486.261">14594 9947,'-1'69,"0"39,4 0,5-1,8 25,0-72,-16-59,0-1,1 0,-1 1,0-1,0 0,0 0,0 1,0-1,0 0,0 0,1 1,-1-1,0 0,0 0,0 1,1-1,-1 0,0 0,0 0,1 1,-1-1,0 0,0 0,1 0,-1 0,0 0,0 0,1 0,-1 0,0 1,1-1,-1 0,0 0,0 0,1 0,-1-1,0 1,1 0,-1 0,0 0,0 0,1 0,-1 0,0 0,1 0,-1-1,0 1,0 0,0 0,1 0,-1 0,0-1,0 1,1 0,-1 0,0-1,0 1,0 0,0 0,0-1,0 1,1 0,-1-1,0 1,0 0,0 0,0-1,0 1,8-25,-7 22,6-24,32-87,-37 110,0-1,1 1,-1 0,1 0,0 0,0 1,1-1,-1 1,1 0,0 0,0 0,0 0,0 1,0-1,0 1,1 0,-1 1,1-1,-1 1,1-1,0 1,0 1,0-1,4 2,-1 0,1 1,0 0,-1 0,0 1,1 0,-1 1,0 0,-1 0,1 0,-1 1,0 0,0 1,0 0,-1 0,0 0,0 1,0-1,-1 2,0-1,0 0,-1 1,0 0,-1 0,1 0,-2 0,1 1,0 5,-2-9,0 0,0 0,-1 1,0-1,0 0,0 0,-1 0,0 0,0 0,0 0,0 0,-1 0,0 0,0 0,0 0,-1-1,1 1,-1-1,0 0,0 0,-1 0,1 0,-1-1,0 1,0-1,0 0,0 0,-1 0,1-1,-4 2,-8 3,0-1,-1-1,0 0,0-1,0-1,0-1,0 0,-1-1,1-1,-1 0,1-2,0 0,-11-3,-23-13,49 8,10 2</inkml:trace>
  <inkml:trace contextRef="#ctx0" brushRef="#br1" timeOffset="91837.326">15650 10187,'-5'-7,"-1"0,1 0,-1 1,0 0,-1 0,1 0,-1 1,-1 0,1 0,0 1,-1 0,0 0,0 1,0-1,-1 2,1 0,-1 0,1 0,-1 1,0 0,1 1,-9 0,10 0,0 0,0 0,0 1,0 0,0 0,0 1,1 0,-1 0,1 1,-1 0,1 0,0 0,0 1,0-1,0 2,1-1,0 0,0 1,0 0,0 1,1-1,-1 1,2-1,-1 1,1 1,-1-1,2 0,-2 4,2-5,1 0,1 0,-1-1,1 1,-1 0,1 0,1 0,-1 0,1-1,0 1,0 0,0 0,0-1,1 1,0-1,0 1,0-1,1 0,-1 0,1 0,0 0,0 0,1-1,0 2,8 5,0 1,0-2,1 0,0 0,0-1,1-1,1 0,144 56,-109-46,-1 2,-1 3,13 9,-59-31,0 1,0-1,1 1,-1 0,0 0,0 0,0 0,0 0,0 0,-1 0,1 1,0-1,0 1,-1 0,1-1,-1 1,0 0,1 0,-1 0,0 0,0 0,0 0,0 0,-1 0,1 0,0 0,-1 1,0-1,1 0,-1 0,0 1,0-1,0 0,0 0,-1 1,1-1,-1 0,1 0,-1 0,0 1,0-1,0 0,0 0,0 0,-1 1,-7 4,-1 0,0-1,0 0,0 0,-1-1,0 0,0-1,0-1,0 1,-5-1,4 0,-235 47,161-39</inkml:trace>
  <inkml:trace contextRef="#ctx0" brushRef="#br1" timeOffset="92237.256">13832 11070,'28'-14,"190"2,1535-2,-1700 13,-29-1,0 2,0 0,0 2,-1 0,1 2,-1 0,0 2,7 2,-15-1</inkml:trace>
  <inkml:trace contextRef="#ctx0" brushRef="#br1" timeOffset="92633.226">16652 10174,'-6'6,"-1"0,1 0,1 0,-1 1,1 0,1 0,-1 0,1 1,0-1,1 1,0 0,0 0,0 1,1-1,1 0,-1 1,1 6,2-14,-1 1,1 0,0 0,0-1,0 1,0 0,0-1,0 1,0-1,1 1,-1-1,0 1,1-1,-1 0,1 0,0 0,-1 0,1 0,0 0,0 0,-1-1,1 1,0-1,0 1,0-1,0 0,0 0,0 1,0-1,0-1,0 1,0 0,-1 0,1-1,0 1,0-1,0 1,0-1,0 0,-1 0,1 0,0 0,-1 0,1 0,-1 0,1-1,-1 1,0-1,1 0,1-1,0 0,0-1,-1 0,1 1,-1-1,0 0,0 0,0 0,-1 0,1-1,-1 1,0 0,0-1,-1 1,1 0,-1-1,0 1,0-1,0 1,-1-1,0 1,0 0,0-1,0 1,-1 0,1 0,-1 0,0 0,0 0,-1 0,1 0,-1 1,0-1,0 1,0 0,0 0,0 0,-1 0,1 1,-3-2,4 3,0 1,0-1,0 1,0 0,0-1,0 1,0 0,0 0,0 0,0 0,0 1,0-1,0 0,1 1,-1-1,0 1,0 0,0 0,0 0,1 0,-1 0,0 0,1 0,-1 0,1 1,-1-1,1 1,0-1,-1 1,1-1,0 1,0 0,0 0,0-1,1 1,-1 0,0 0,1 0,0 0,-1 0,1 0,0 2,-6 23</inkml:trace>
  <inkml:trace contextRef="#ctx0" brushRef="#br1" timeOffset="92894.169">16706 10803,'9'-9,"5"-10,5-9,-1-6,-3-2,-4 1,-5 4,-7 7,-8 8,-10 13,-8 14,-4 15,1 11,6 0</inkml:trace>
  <inkml:trace contextRef="#ctx0" brushRef="#br1" timeOffset="93435.256">14286 11685,'-9'23,"-5"18,-1 17,3 11,3 8,4 3,4-7,7-8,4-15,2-16</inkml:trace>
  <inkml:trace contextRef="#ctx0" brushRef="#br1" timeOffset="93741.435">13978 11471,'5'-4,"0"1,0 0,0 0,0 0,0 1,0 0,1 0,0 0,-1 0,1 1,0 0,-1 0,1 1,1 0,0-1,43-4,-1 2,1 2,0 3,-1 2,0 1,0 3,0 2,-1 3,18 7,-58-17,1 0,-1 0,1 1,-1 0,0 0,-1 1,1 0,-1 1,0 0,0 0,0 1,-5-3,-1-1,0 1,0 0,0-1,-1 1,1 0,-1 0,0 0,0 0,0 0,-1 0,1-1,-1 1,0 0,0 0,0-1,-1 1,1 0,-1-1,0 0,0 1,0-1,0 0,-1 0,1 0,-1 0,0 0,0-1,0 1,0-1,0 0,0 0,-1 0,0 0,-40 30,0-2,-2-2,-1-2,-2-2,-17 5,-65 33,103-45,16-5</inkml:trace>
  <inkml:trace contextRef="#ctx0" brushRef="#br1" timeOffset="94539.408">14861 11899,'-3'8,"0"0,1 0,0 0,0 1,1-1,0 1,0-1,1 0,0 1,0-1,1 1,0-1,1 1,0-1,0 0,1 0,0 0,0 0,1-1,0 1,0-1,1 0,0 0,0 0,1-1,-1 0,2 0,-1 0,0-1,8 5,-12-9,1 1,-1-1,0 0,1-1,-1 1,1 0,-1-1,1 1,-1-1,1 0,0 0,-1 0,1 0,-1 0,1-1,-1 1,1-1,-1 1,1-1,-1 0,0 0,1 0,-1 0,0-1,0 1,0-1,1 1,-2-1,1 0,0 0,0 0,-1 0,1 0,-1 0,1-1,42-87,-39 78,4-13,34-63,-43 87,0 1,1 0,-1-1,0 1,0-1,1 1,-1 0,0-1,0 1,1-1,-1 1,1 0,-1 0,0-1,1 1,-1 0,1 0,-1-1,0 1,1 0,-1 0,1 0,-1 0,1 0,-1 0,1 0,-1 0,1 0,-1 0,1 0,-1 0,0 0,1 0,-1 0,1 0,-1 0,1 1,-1-1,1 0,-1 0,0 0,1 1,-1-1,0 0,1 1,-1-1,0 0,1 1,-1-1,0 0,1 1,-1-1,0 1,0-1,0 1,1-1,-1 0,0 1,0-1,0 1,0-1,0 1,0-1,5 35,-5-34,2 26,10 79,-11-102,0 0,0 0,1 0,-1 0,1 0,0-1,0 1,0 0,1-1,-1 1,1-1,0 0,0 0,0 0,0 0,0-1,1 1,-1-1,1 0,0 0,0 0,2 0,2-1,1-1,-1-1,1 1,-1-1,1-1,-1 0,0 0,1-1,-1 0,-1 0,1 0,0-1,-1-1,1 1,-1-1,-1 0,1-1,-1 0,0 0,0 0,0-1,-1 1,0-1,0-2,10-15,-2 0,-1-2,-1 1,-1-1,-1-1,-1 0,-1 0,-2-1,-1 1,-1-1,-1 0,-2 0,0 0,-5-22,4 4,-2 1,-2 0,-3 0,-10-34,7 54,11 25,-1-1,1 1,0 0,-1 0,1-1,-1 1,1 0,-1 0,1 0,-1 0,1 0,-1 0,0 0,1 0,-1 0,1 0,-1 0,1 0,-1 0,1 0,-1 0,1 0,-1 1,1-1,-1 0,1 0,0 1,-1-1,1 0,-1 1,1-1,0 0,-1 1,1-1,0 1,-1-1,1 0,0 1,-1-1,1 1,0-1,0 1,0-1,0 1,-1-1,1 1,0-1,0 1,0-1,0 1,0-1,0 1,0 0,0-1,1 1,-1-1,0 1,0-1,0 1,1-1,-9 43,2 1,2 0,2-1,2 8,-1-18,1 0,2 0,1 0,1 0,2-1,1 0,2 0,1 0,2-1,0-1,2 0,2-1,6 8,-19-31,1 0,0 0,1 0,-1 0,1-1,0 1,1-1,-1-1,1 1,0-1,0 0,1 0,-1-1,1 0,0 0,-1 0,1-1,0 0,1-1,-1 1,0-1,0-1,1 1,-1-1,0-1,1 1,-1-1,0 0,0-1,0 0,0 0,5-2,0-5,0 0,0-1,-1 0,-1-1,1 0,-2-1,0 0,0 0,-1-1,-1 0,0 0,0-1,-2 0,0 0,0 0,-1-1,0-8,-2-22,-3 45,-1 0,1 0,0 1,0-1,0 0,0 1,0-1,0 1,0-1,0 1,0-1,0 1,0 0,0 0,1-1,-1 1,0 0,0 0,1 0,-1 0,0 0,1 0,-1 0,1 0,0 0,-1 0,1 0,0 0,-6 12,0 0,1 1,1-1,0 1,1 0,0 0,1 0,1 0,0 0,1 0,1 1,0-1,1 0,0 0,2 3,-2-10,1 0,0-1,0 1,0 0,1-1,0 0,0 0,1 0,0-1,0 1,0-1,0 0,1-1,0 1,0-1,0 0,1-1,-1 1,1-1,0 0,0-1,0 0,0 0,0-1,1 1,36 2</inkml:trace>
  <inkml:trace contextRef="#ctx0" brushRef="#br1" timeOffset="95167.754">15449 11552,'14'6,"0"1,1-2,-1 0,1 0,0-2,13 2,-11-1,200 31,-132-24,0 4,-1 3,70 26,-146-42,0 0,0 1,0 0,-1 0,1 1,-1-1,0 2,0-1,-1 1,1 0,-1 1,0-1,0 1,-1 0,1 1,-1 0,-1-1,1 1,-1 1,-1-1,1 1,-1-1,1 6,-8 117,4-128,0 0,0 0,0 0,0 1,1-1,-1 0,1 0,-1 0,1 0,0 0,0 0,0 0,0 0,0-1,0 1,0 0,1 0,-1-1,1 1,-1-1,1 1,-1-1,1 0,0 0,0 0,0 1,0-2,0 1,0 0,0 0,0-1,0 1,0-1,0 1,2-1,2 0,0 0,0 0,0-1,0 0,0 0,-1 0,1-1,0 0,-1 0,1 0,-1-1,3-1,4-4,-1-1,-1 0,1-1,-2 0,1-1,-1 0,-1 0,0-1,-1 0,0 0,-1 0,0-1,-1 0,0-1,-1 1,2-14,-6 88,-1-52,0 1,0-1,2 1,-1-1,1 1,0-1,1 0,0 1,1-1,0 0,0 0,1 0,0-1,0 1,1-1,0 0,1-1,2 4,-6-10,1 1,0-1,-1 0,1 0,0 0,0 0,-1 0,1 0,0-1,0 0,0 1,0-1,0 0,0-1,0 1,0 0,-1-1,1 1,0-1,0 0,0 0,-1 0,1-1,-1 1,1-1,-1 1,1-1,-1 0,1 0,59-65,-53 53,0 0,-1-1,0 0,-1-1,-1 0,0 0,-1 0,-1-1,-1 1,1-11,-11 14,-6 28,10-10,0 0,0 0,0 1,1-1,0 1,0-1,0 1,1 0,0-1,0 1,0 0,1 0,0 0,0 0,1 0,-1-1,1 1,0 0,1 0,-1-1,1 1,1-1,-1 1,1-1,-1 0,1 0,1 0,-1 0,1-1,0 1,0-1,0 0,5 3,7 0,0 0,0-1,1-1,0-1,0 0,0-1,0-1,0-1,7 0,-20-1,64 4</inkml:trace>
  <inkml:trace contextRef="#ctx0" brushRef="#br1" timeOffset="96128.72">18096 11698,'-12'-1,"0"1,0 1,0-1,0 2,0 0,0 0,0 1,0 1,1 0,0 0,0 1,0 1,0-1,1 2,-9 6,17-11,0 0,0 0,0 0,1 0,-1 0,0 1,1-1,0 1,-1-1,1 1,0-1,0 1,1 0,-1-1,0 1,1 0,0 0,0 0,0-1,0 1,0 0,0 0,1-1,-1 1,1 0,0 0,0-1,0 1,0-1,0 1,0-1,1 1,-1-1,1 0,0 0,0 1,0-1,0-1,0 1,0 0,0 0,1-1,-1 1,0-1,1 0,0 0,0 1,28 12,0-1,1-1,1-2,-1-1,2-2,-1-1,1-1,0-2,8-1,52 5,0-3,0-4,0-5,34-8,-124 13,8-1,0-1,0 0,0 0,0-2,0 1,-1-1,0-1,0 0,0 0,0-1,3-4,-12 9,-1-1,0 0,0 1,0-1,0 0,0 0,0 0,0 0,0 0,-1 0,1 0,-1 0,0 0,0-1,1 1,-1 0,0 0,-1 0,1 0,0 0,-1 0,1 0,-1 0,0-1,1 2,-1-1,0 0,0 0,-1 0,1 0,0 1,0-1,-1 0,1 1,-1-1,0 1,1 0,-1-1,0 1,0 0,1 0,-1 0,0 0,0 1,0-1,0 1,-1-1,1 1,0-1,0 1,-21-8,-1 1,0 1,0 1,0 1,0 1,-1 1,1 2,-1 0,-20 3,38-3,0 0,-1 1,1 0,0 0,0 0,0 1,0 0,0 0,0 1,1 0,-1 0,1 1,0-1,0 1,0 1,0-1,1 1,0 0,0 0,-4 6,8-8,0-1,0 1,0-1,1 1,-1-1,1 1,0 0,0-1,0 1,0 0,0-1,0 1,1 0,-1-1,1 1,0-1,0 1,0-1,0 1,0-1,0 0,1 0,-1 1,1-1,0 0,-1 0,1 0,0-1,0 1,0 0,2 0,74 40,-70-39,-1 0,1 0,0-1,0 0,0 0,0-1,1 0,-1-1,0 0,0 0,1 0,-1-1,0-1,0 1,0-1,0 0,0-1,0 0,-1-1,1 1,-1-1,0 0,0-1,-1 0,1 0,-1-1,0 1,0-1,-1-1,0 1,0-1,0 0,-1 0,0 0,0-2,1-17,-3 15,2 27,-2-10,0 1,0 0,0-1,1 1,0-1,0 0,1 0,-1 0,1 0,1-1,-1 1,1-1,0 0,0 0,1-1,-1 0,1 0,0 0,0-1,0 1,0-2,1 1,-1-1,1 1,0-2,0 1,0-1,0 0,-1-1,1 1,7-2,-3 1,0-2,0 1,0-2,0 1,-1-1,0-1,1 0,-1-1,0 1,-1-2,1 0,-1 0,0 0,-1-1,0 0,0-1,0 0,3-5,2-4,-1-1,0 0,-1 0,-2-1,0-1,0 0,-2 0,-1 0,1-5,5-27,-3 0,-1-1,-4 0,-1-1,-5-51,3 91,-2-1,0 1,0 0,-2 0,0 0,0 0,-1 1,-1-1,0 1,-1 0,0 0,-1 1,-4-6,9 16,0 0,-1-1,1 1,0 0,-1 0,1 0,-1 1,1-1,-1 1,0-1,0 1,0 0,0 0,0 0,0 0,0 1,0-1,0 1,0 0,0 0,0 0,0 0,0 1,0-1,0 1,0-1,0 1,0 0,0 1,-4 1,0 0,0 1,1 0,-1 0,1 1,0 0,1 0,-1 0,1 1,0 0,-2 2,-5 12,0 0,1 1,2 1,0-1,1 1,1 1,1-1,1 1,1 0,2 1,0-1,1 0,1 1,1-1,1 1,5 20,-2-20,1 0,0-1,2 1,0-2,2 1,1-1,0 0,2-1,0-1,1 0,1-1,1 0,1-1,1-1,0-1,1-1,0 0,1-1,5 1,28 10</inkml:trace>
  <inkml:trace contextRef="#ctx0" brushRef="#br1" timeOffset="97268.673">19807 11672,'-7'-3,"0"0,0 1,0 0,0 1,0-1,-1 1,1 1,0-1,-1 1,1 1,0-1,-1 1,1 0,0 1,0 0,0 0,0 1,0-1,0 1,1 1,0-1,-1 1,1 1,0-1,1 1,-1 0,1 0,0 0,0 1,1 0,0 0,-1 2,3-2,0 1,1-1,-1 1,2 0,-1-1,1 1,0 0,0 0,1 0,0-1,0 1,0 0,1-1,0 1,0-1,1 0,0 0,0 0,1 0,-1 0,1-1,0 1,1-1,-1 0,1 0,0-1,0 1,1-1,-1 0,1-1,0 1,0-1,0-1,0 1,1-1,-1 0,1 0,1 0,3 1,-1 1,1-2,0 1,0-2,1 1,-1-2,0 1,0-2,0 1,1-1,-1-1,0 0,0-1,-1 0,1 0,0-2,-1 1,0-1,0 0,0-1,-1 0,0-1,0 0,-1 0,0-1,0 0,0-1,-1 1,1-4,-1 0,-1-1,-1 0,0 0,-1 0,0-1,-1 1,-1-1,0 0,0-4,-3 29,-2 9,2-1,0 1,1 0,1-1,1 1,1-1,0 0,2 1,2 6,-6-24,1 1,-1 0,1-1,-1 1,1-1,0 0,0 1,0-1,0 0,0 0,0 0,1 0,-1-1,1 1,-1-1,1 1,-1-1,1 0,0 0,0 0,0 0,0-1,0 1,-1-1,1 1,0-1,0 0,0-1,0 1,0 0,5-2,-1 1,0-2,0 1,0-1,0 0,0 0,0-1,-1 0,0 0,0 0,3-4,13-13,-1-1,0-2,-2 0,-1-1,-1 0,5-13,-2 12,-20 26,1 0,-1 0,1 0,-1 0,1 0,-1 0,1 1,-1-1,1 0,-1 0,1 0,-1 1,0-1,1 0,-1 1,1-1,-1 0,0 1,1-1,-1 0,0 1,0-1,1 1,-1-1,0 1,0-1,1 0,-1 1,0-1,0 1,0-1,0 1,0-1,0 1,0-1,0 1,0-1,0 1,0-1,0 1,0-1,0 1,0-1,-1 1,1-1,0 1,0-1,-1 1,1-1,0 0,-1 1,1-1,0 1,-1-1,0 7,-1-1,1 1,1 0,-1-1,1 1,0 0,1-1,0 1,0 0,0-1,1 1,0-1,0 0,0 1,1-1,0 0,0 0,1-1,0 1,0-1,0 1,0-1,1-1,0 1,0-1,0 0,1 0,2 2,2-3,1-1,0 1,-1-2,1 1,0-1,0-1,0 0,0-1,0 0,0 0,0-1,-1-1,1 0,-1 0,1-1,-1 0,0-1,-1 0,1-1,-1 0,0 0,-1-1,1 0,-1-1,-1 0,1 0,-1 0,0-3,6-7,-2 0,0-1,-1-1,-1 0,-1 0,-1-1,-1 0,0 0,-2 0,0-2,15-219,-18 160,-3-1,-3 1,-7-18,10 86,0 0,-1 0,0 1,-1-1,-1 1,0 0,0 0,-2 1,-4-8,10 18,-1 0,1 0,-1 1,1-1,-1 1,1-1,-1 1,0-1,0 1,1 0,-1 0,0 0,0 0,0 0,0 1,-1-1,1 0,0 1,0 0,0-1,0 1,-1 0,1 0,0 0,0 0,0 1,0-1,-1 1,1-1,0 1,0 0,-2 0,-55 49,39-21,1 0,1 1,2 1,1 1,2 0,1 1,1 0,2 1,1 0,2 0,1 1,2-1,1 34,3-36,0-1,2 0,1 1,2-2,1 1,2-1,0 0,13 26,-14-38,2 0,0 0,0-1,2 0,0-1,1 0,0-1,1 0,1-1,0-1,1 0,1-1,0-1,5 2,-14-9,1 0,0 0,0-1,0 0,0-1,0 0,1 0,-1-1,1 0,-1-1,1 0,-1 0,1-1,-1 0,1-1,-1 0,0 0,0-1,0-1,0 1,0-1,-1-1,0 0,0 0,0 0,0-1,6-6,-6 3,1 0,-1 0,0-1,-1 0,0-1,-1 1,0-1,0 0,-1-1,-1 1,0-1,0 0,-2 0,1-1,-1 1,-1 0,0-1,-1 1,-1-7,1 15,0 0,-1 1,1 0,-1-1,0 1,0-1,0 1,-1 0,1 0,-1-1,0 1,1 0,-2 1,1-1,0 0,0 0,-1 1,1 0,-1-1,0 1,0 0,0 0,0 0,0 1,0-1,0 1,-1 0,1 0,0 0,-1 0,1 0,-1 1,1 0,-1-1,1 1,-1 1,1-1,-1 0,1 1,-1 0,1 0,-1 0,0 0,-5 3,1 0,1 1,-1 0,1 0,0 0,0 1,0 0,1 1,0-1,0 1,1 0,0 1,0-1,0 1,1 0,1 0,-1 0,1 1,0-1,1 1,0 0,1-1,-1 1,2 0,-1-1,0 0,0 0,1-1,0 1,1 0,0 0,0-1,1 1,-1-1,2 1,-1-1,1 0,0 0,1 0,-1 0,2 0,-1-1,0 1,1-1,1-1,-1 1,1-1,-1 0,2 0,-1 0,0-1,6 3,-7-4,1-1,-1 1,1-1,-1 0,1-1,0 1,0-1,0 0,0-1,0 1,-1-1,1 0,0-1,0 1,0-1,0-1,0 1,0-1,-1 0,1 0,-1 0,1-1,-1 0,0 0,0 0,0-1,-1 0,1 0,-1 0,1-1,2-4,-1 0,-1-1,1 0,-2 0,1 0,-1 0,-1 0,0-1,0 0,-1 0,-1 0,0 0,0 0,-1 0,0-6,0 17,0-1,0 0,1 0,-1 1,0-1,0 0,0 0,0 1,0-1,0 0,0 0,0 1,0-1,0 0,0 0,0 1,-1-1,1 0,0 0,0 1,-1-1,1 0,-1 1,1-1,-1 0,1 1,-1-1,1 1,-1-1,1 1,-1-1,1 1,-1-1,0 1,1 0,-1-1,0 1,0 0,1-1,-1 1,0 0,0 0,1 0,-1 0,0 0,0 0,1 0,-1 0,0 0,0 0,1 0,-1 0,0 1,0-1,1 0,-1 1,0-1,1 0,-4 7,0 0,1-1,0 1,0 1,1-1,-1 0,2 1,-1-1,1 1,0-1,1 1,0-1,0 1,1 0,0 5,1-5,-1 0,1 1,1-1,0 0,0 0,0-1,1 1,0-1,0 1,1-1,0 0,1-1,-1 1,1-1,0 0,1-1,-1 0,1 0,0 0,1-1,4 3,10 4,1-1,0-2,0 0,1-1,0-1,21 1,7 1</inkml:trace>
  <inkml:trace contextRef="#ctx0" brushRef="#br1" timeOffset="98400.241">14046 13075,'0'-8,"1"0,0 0,0 0,1 1,0-1,1 0,-1 0,1 1,1 0,0-1,0 2,0-1,2-2,-4 6,1 0,-1 0,0 1,1-1,-1 1,1-1,0 1,0 0,0 0,0 0,0 1,0-1,1 1,-1 0,0-1,1 2,-1-1,1 0,-1 1,1-1,-1 1,1 0,-1 0,1 0,0 1,-1 0,1-1,-1 1,0 0,1 0,-1 1,8 5,-1 1,-1 0,1 1,-1-1,-1 2,1 0,-2 0,1 0,-2 1,1 0,-1 0,-1 1,0-1,-1 1,0 0,0 5,2-2,5 13,-7-14,0-1,2 0,-1 0,2 0,0-1,0 0,1 0,4 3,-12-14,1 0,0 0,0 1,0-1,0 0,0 0,0 0,0 0,0-1,1 1,-1 0,0 0,1-1,-1 1,0-1,1 1,-1-1,1 0,-1 1,0-1,1 0,-1 0,1 0,-1 0,1 0,-1 0,1 0,-1-1,0 1,1-1,-1 1,0-1,1 1,-1-1,0 0,1 1,-1-1,0 0,0 0,0 0,0 0,0 0,0 0,0 0,0 0,0-1,0 0,4-10,-1-1,0 0,-1 1,-1-1,0 0,0-1,-1 1,-1 0,0 0,-1-2,1-5,2-43,-2 62,-1 1,1-1,0 1,0 0,0-1,0 1,0-1,0 1,-1-1,1 1,0-1,0 1,0 0,1-1,-1 1,0-1,0 1,0-1,0 1,0-1,0 1,1 0,-1-1,0 1,0 0,1-1,-1 1,0-1,1 1,-1 0,0 0,1-1,-1 1,0 0,1-1,-1 1,1 0,-1 0,0 0,1 0,-1-1,1 1,-1 0,1 0,-1 0,1 0,-1 0,0 0,1 0,-1 0,1 0,-1 0,1 1,-1-1,1 0,-1 0,0 0,1 0,-1 1,1-1,-1 0,0 0,1 1,-1-1,0 0,1 1,-1-1,0 1,21 28,-20-28,20 36,-14-22,0-1,1-1,1 1,0-1,1-1,0 0,0 0,2-1,11 9,-21-18,0-1,1 0,-1 1,0-1,1 0,-1-1,1 1,-1 0,1-1,-1 1,1-1,-1 0,1 0,-1 0,1 0,-1 0,1 0,0-1,-1 1,1-1,-1 0,0 0,1 0,-1 0,0 0,1 0,-1-1,0 1,0-1,0 1,0-1,1-2,48-70,-46 64,84-154,-71 152,-11 38,-6-18,1-1,0 0,0-1,0 1,1-1,0 0,0 1,0-1,1 0,0-1,0 1,0-1,1 0,0 0,0 0,0-1,1 0,0 0,-1 0,1 0,1-1,-1 0,0-1,4 2,17 5,0-1,0-2,0 0,1-2,6 0,239 7,-216-12</inkml:trace>
  <inkml:trace contextRef="#ctx0" brushRef="#br1" timeOffset="98969.803">15663 13129,'1'-4,"0"-1,0 1,-1-1,0 1,1-1,-1 1,-1-1,1 1,-1-1,1 1,-1-1,-1 1,1 0,-1-1,1 1,-1 0,0 0,-1 0,1 1,-1-1,0 0,1 1,-2 0,1-1,0 1,-1 0,1 1,-1-1,0 1,0 0,-2-2,-2 1,0 1,0 0,-1 0,1 0,0 1,-1 0,1 1,0 0,-1 0,1 1,-1 0,1 0,0 1,0 0,0 1,0-1,0 2,0-1,1 1,-1 0,1 1,0-1,0 2,1-1,0 1,0 0,0 0,0 0,1 1,4-4,-1-1,1 1,0 0,0 0,0 0,1 0,-1-1,1 1,-1 0,1 0,0 0,0 0,1 0,-1 0,0 0,1 0,0 0,0 0,0 0,0-1,0 1,0 0,1-1,-1 1,1-1,0 1,0-1,0 0,0 0,0 0,0 0,0 0,2 1,4 2,1 1,-1-2,1 1,0-1,0 0,0-1,0 0,1-1,6 2,-6-2,0 0,-1 0,1-1,0-1,0 1,0-1,0-1,-1 0,1-1,0 1,-1-2,1 1,-1-2,0 1,0-1,0 0,0-1,-1 0,1-1,-2 1,1-1,0-1,-1 0,0 0,-1 0,0-1,5-7,18-78,-28 93,0 0,0 0,0 0,0 0,-1 0,1 0,0 0,0 0,0 0,0 0,-1 1,1-1,0 0,0 1,0-1,-1 0,1 1,0-1,0 1,-1-1,1 1,0-1,-1 1,1 0,-1-1,1 1,-1 0,1 0,-1-1,1 1,-1 0,0 0,1-1,-1 1,0 0,0 0,0 0,0 0,1 0,-1-1,0 1,-1 0,1 0,0 0,3 5,2 4,0 0,1 0,0-1,1 0,0 0,0 0,1-1,0 0,0-1,1 0,0 0,0-1,1 0,0 0,0-1,0-1,1 0,-1 0,1-1,0 0,0-1,0 0,11 0,-10-3,-1-1,0 0,1-1,-1-1,0 1,0-2,-1 0,1 0,-1 0,0-2,0 1,-1-1,0 0,0-1,-1 0,0-1,0 0,-1 0,0 0,-1-1,0 0,0 0,-1-1,-1 1,1-1,-3 6,-3 4,1 1,0-1,0 1,0-1,0 1,0-1,0 1,0-1,-1 1,2-1,-1 1,0-1,0 1,0-1,0 0,0 1,0-1,0 1,1-1,-1 1,0 0,1-1,-1 1,0-1,0 1,1-1,-1 1,1 0,-1-1,0 1,1 0,-1-1,1 1,-1 0,1 0,-1-1,1 1,-1 0,1 0,-1 0,1 0,-1 0,1 0,-1 0,1 0,-1 0,1 0,-1 0,1 0,0 0,-1 0,1 0,-1 0,1 1,3 15,0 0,1-1,1 1,0-1,1 0,1 0,1-1,-1 0,2-1,0 0,1 0,0-1,1 0,0-1,1-1,0 0,1-1,0 0,3 1,13 0</inkml:trace>
  <inkml:trace contextRef="#ctx0" brushRef="#br1" timeOffset="99217.138">16371 12634,'-2'18,"-1"6</inkml:trace>
  <inkml:trace contextRef="#ctx0" brushRef="#br1" timeOffset="100756.033">17307 12821,'22'30,"0"0,-2 2,-2 0,0 1,-2 3,39 70,-55-103,1-1,0 0,-1 0,1 1,0-1,0 0,0 0,1 0,-1 0,0 0,1-1,-1 1,1 0,-1-1,1 1,0-1,0 1,0-1,0 0,0 0,0 0,0 0,0 0,0 0,1-1,-1 1,0-1,0 1,1-1,-1 0,0 0,1 0,-1 0,0 0,1-1,-1 1,1-1,5-6,-1-1,1-1,-1 1,-1-1,0 0,0-1,-1 0,0 0,0 0,-1 0,0 0,0-7,4-3,-2 0,0-1,-1 0,-2-1,2-15,-13 100,8-56,-1-1,1 1,0 0,1-1,0 1,0 0,0-1,1 1,0-1,0 0,0 0,1 1,0-2,0 1,1 0,0-1,0 1,0-1,0 0,1 0,0-1,0 1,0-1,1 0,-1-1,1 1,0-1,0 0,0-1,0 1,1-1,-1 0,0-1,0-1,0 1,0-1,0 0,0 0,-1-1,1 1,0-1,0-1,0 1,-1-1,1 0,-1 0,1-1,-1 1,0-1,0-1,0 1,0-1,-1 1,1-1,-1-1,0 1,0-1,-1 1,1-1,-1-1,3-2,-1 0,-1-1,0 0,0 0,0 0,-1 0,-1 0,0-1,0 1,-1-1,0 0,0 1,-1-1,0 0,-1 0,-1-2,-1 3,6 23,2-1,0 0,1-1,1 0,0 0,1 0,0-1,1 0,0 0,0-1,1 0,1-1,0 0,0-1,1 0,-1 0,2-2,-1 1,1-2,0 1,0-2,1 0,-1 0,1-2,7 2,-16-4,1 0,-1 0,1 0,-1 0,1-1,-1 0,1 0,-1 0,0-1,1 0,-1 0,0 0,0-1,-1 0,1 0,0 0,-1 0,0-1,1 1,0-3,58-92,-13 15,-50 82,0 0,1 1,-1-1,0 0,1 1,-1-1,1 0,-1 1,0-1,1 1,-1-1,1 1,0-1,-1 1,1-1,-1 1,1 0,0-1,-1 1,1 0,0 0,-1-1,1 1,0 0,-1 0,1 0,0 0,0 0,-1 0,1 0,0 0,-1 0,1 0,0 0,0 0,-1 1,1-1,0 0,-1 0,1 1,0-1,-1 0,1 1,-1-1,1 1,-1-1,1 1,-1-1,1 1,-1-1,1 1,-1 0,1-1,-1 1,0 0,14 42,-13-39,1 6,37 115,-37-120,0-1,1 0,0 0,0 0,0 0,0 0,0 0,1-1,-1 0,1 0,0 0,0 0,0 0,1-1,-1 0,1 0,-1 0,1 0,-1-1,1 0,0 0,0 0,0 0,0-1,1 0,2 0,0-1,0 0,0-1,0 0,0 0,0-1,-1 0,1 0,-1-1,0 0,0 0,0-1,-1 1,0-1,0-1,0 1,0-1,2-4,7-8,-2 0,0-1,-1-1,0 0,7-20,-1 5,-4 64,-13-21,-1 1,2 0,-1-1,1 1,1-1,-1 1,1-1,1 0,0 0,0-1,0 1,1-1,0 0,0 0,1 0,0-1,0 0,1 0,0 0,-1-1,2 0,-1 0,1-1,15 2,0 0,1-2,-1-1,1-1,0-1,-1-1,16-2,-3 1,11 1,-21 1,1-1,0-1,-1-1,1-2,-1-1,24-7,-45 10,-1 0,1 0,0-1,-1 0,1 0,-1 0,0-1,0 1,0-1,-1 0,1 0,-1 0,0 0,0-1,-1 1,1-1,-1 0,0 0,0 0,0 0,-1 0,0 0,0 0,0-1,-1 1,1-5,1-20,-2 0,0 0,-2 1,-1-1,-1 0,-2 1,-1 0,-1 1,-9-20,13 38,-1 0,0 0,0 0,-1 0,0 1,-1 0,0 0,-1 1,-5-5,10 10,0 1,0-1,0 1,0 0,0 0,0 0,-1 1,1-1,-1 1,1 0,-1 0,0 0,1 0,-1 0,0 1,1 0,-1 0,0 0,0 0,1 1,-1-1,0 1,1 0,-1 0,0 0,1 1,-1-1,1 1,0 0,-1 0,-6 7,0 0,0 1,1 1,1-1,0 1,0 0,1 1,1 0,0 0,0 1,1-1,1 1,0 0,1 1,0-1,1 0,0 13,-1-10,2 0,0 0,1 0,1 0,0 1,1-1,1 0,1-1,0 1,1-1,0 1,1-1,1-1,1 1,0-1,0-1,2 1,-1-2,2 1,0-1,0-1,1 0,6 4,-1-2,0-1,1-1,0 0,1-2,0 0,1-1,0-1,0 0,0-2,1 0,-1-2,12 1,-21-3,1-1,0 1,0-2,-1 0,1-1,0 0,-1 0,0-1,1-1,-1 0,-1 0,1-1,0 0,-1-1,0-1,-1 1,1-1,-1-1,-1 0,1 0,-1-1,6-9,3-12,-1 0,-2-2,0 1,-3-2,-1 0,-1 0,-1-1,-3 1,1-10,17-113,4-144,-27 258,-1 42,1 0,0 1,-1-1,1 0,0 0,-1 0,1 1,-1-1,1 0,0 0,-1 0,1 0,-1 0,1 0,-1 0,1 0,0 0,-1 0,1 0,-1 0,1 0,0 0,-1 0,1-1,-1 1,1 0,0 0,-1 0,1-1,-1 1,1 0,0 0,0-1,-1 1,1 0,0-1,-1 1,1 0,0-1,0 1,0-1,-1 1,1 0,0-1,0 1,0-1,0 1,0 0,0-1,0 1,0-1,0 1,0-1,0 1,-13 23,2 0,1 1,0 0,2 0,1 1,0 6,-7 21,3 1,2 0,3 1,1 3,4-35,1-1,1 1,1-1,1 1,0-1,2 0,0 0,2 0,0-1,1 0,8 12,-9-20,1 0,1 0,0-1,1-1,0 0,0 0,1-1,0 0,1 0,0-2,0 1,1-2,0 1,0-2,10 3,-14-4,1-2,-1 0,1 0,-1 0,1-1,-1-1,1 0,0 0,0 0,-1-2,1 1,-1-1,1 0,-1-1,0 0,0-1,0 0,0 0,-1-1,1 0,-1 0,-1-1,3-3,0-1,0 0,-1-1,-1 0,0 0,-1-1,0 0,0-1,-2 1,1-1,-2 0,0-1,0 1,-1-1,-1 0,1-12,-4 7,-4 17,-12 51,14-33,1-1,0 1,2 0,-1 0,2 0,0-1,1 1,1 0,0-1,1 1,1-1,2 4,-4-11,1 0,-1-1,1 1,1-1,-1 0,1 0,1-1,-1 1,1-1,0 0,0-1,1 0,0 0,0 0,0 0,0-1,1-1,-1 1,1-1,0 0,0-1,0 0,0 0,1-1,-5 0,0-1,0 0,0 1,0-1,0-1,0 1,0-1,-1 1,1-1,0 0,0 0,-1-1,1 1,0-1,-1 0,1 0,-1 0,0 0,0-1,0 1,0-1,2-2,9-16</inkml:trace>
  <inkml:trace contextRef="#ctx0" brushRef="#br1" timeOffset="100934.555">19794 12527,'16'-5,"23"-1,26 1,24 0,23 4,14 4,6 4,-3 4,-23-2</inkml:trace>
  <inkml:trace contextRef="#ctx0" brushRef="#br1" timeOffset="101733.449">14046 14078,'17'0,"0"0,0-2,0 0,0-1,-1 0,1-1,-1-1,0-1,16-7,-24 10,43-17,-1-2,-1-3,0-1,-2-2,-2-3,0-1,26-28,-69 59,5-5,0 0,0 0,0 0,-1-1,0 1,-1-1,0-1,0 1,0-1,-1 0,0 0,0-1,-1 1,0-1,1-6,-5 12,0 0,0 1,0-1,0 1,0-1,0 1,-1 0,1-1,-1 1,0 0,0 0,0 0,0 0,0 0,0 1,0-1,-1 1,1-1,0 1,-1 0,1 0,-1 0,0 0,1 0,-1 1,0-1,1 1,-1 0,0-1,1 1,-1 1,0-1,0 0,1 1,-1-1,0 1,1 0,-1 0,1 0,-1 0,1 0,-2 1,-2 0,0 1,0 1,0-1,1 1,-1 0,1 0,-1 0,1 1,1 0,-1 0,1 0,0 0,0 1,0 0,1 0,0 0,0 0,0 0,1 0,0 1,-3 11,0 0,1-1,1 2,1-1,1 0,0 18,6 25,2 0,3 0,14 43,-2-3,-11-56,-3-1,-1 2,-2-1,-2 1,-3-1,-1 1,-2 0,-3-1,-4 18,-9-1</inkml:trace>
  <inkml:trace contextRef="#ctx0" brushRef="#br1" timeOffset="102616.09">14299 14252,'-4'-14,"1"5,0 0,0 0,1 0,0-1,1 1,0-1,1 1,-1 0,2-1,0-5,2 11,1-1,-1 1,1-1,0 1,0 0,1 1,-1-1,1 1,0 0,0 0,0 0,0 0,0 1,1 0,-1 0,1 1,-1 0,1 0,0 0,-1 0,1 1,5 0,-1-2,102-10,0 4,90 7,-175 1,-2 0,-17-1,-1 0,1 0,0 1,0 0,-1 1,1 0,-1 0,1 0,0 1,-1 0,0 1,0 0,0 0,0 0,0 1,2 2,-6-3,-1 1,0 0,-1 0,1 0,-1 0,1 0,-1 0,-1 0,1 0,0 0,-1 1,0-1,0 0,0 0,-1 1,1-1,-1 0,0 0,0 0,-1 0,1 1,-5 43,6-47,0 0,0 0,0-1,0 1,0 0,0 0,0 0,0 0,0 0,0 0,1-1,-1 1,0 0,1 0,-1 0,1-1,-1 1,1 0,-1 0,1-1,0 1,-1 0,1-1,0 1,-1-1,1 1,0-1,0 1,-1-1,1 0,0 1,0-1,0 0,0 0,0 1,-1-1,1 0,0 0,0 0,0 0,0 0,0 0,0 0,-1-1,1 1,0 0,0 0,0-1,0 1,0-1,38-24,-26 10,0 0,-2-1,0 0,0-1,-2 0,0-1,-1 0,1-6,-8 21,-1 3,0-1,0 0,0 1,0-1,0 0,0 0,0 1,0-1,0 0,0 1,0-1,0 0,0 1,1-1,-1 0,0 1,1-1,-1 0,0 1,1-1,-1 1,1-1,-1 1,0-1,1 1,0-1,-1 1,1-1,-1 1,1 0,-1-1,1 1,0 0,-1-1,1 1,0 0,-1 0,1 0,0 0,-1 0,1 0,0 0,0 0,-1 0,1 0,0 0,-1 0,1 0,0 0,-1 1,1-1,24 107,-22-94,-2-6,0 0,1-1,0 1,0-1,0 1,0-1,1 0,0 0,1 0,-1 0,5 4,-6-9,1 0,-1 0,0 0,1-1,-1 1,0-1,1 0,-1 0,1 0,-1 0,1 0,-1 0,0 0,1-1,-1 1,1-1,-1 0,0 0,0 0,1 0,-1 0,0 0,0-1,0 1,0-1,0 1,-1-1,1 0,0 0,-1 1,1-3,1 2,18-14,0-1,-1-2,-1 0,-1-1,-1 0,0-2,-2 0,2-5,-17 27,1-1,-1 0,0 1,0-1,0 1,0-1,0 1,0-1,1 1,-1-1,0 1,0 0,1-1,-1 1,0-1,1 1,-1 0,0-1,1 1,-1-1,1 1,-1 0,0 0,1-1,-1 1,1 0,-1 0,1 0,-1-1,1 1,-1 0,1 0,-1 0,1 0,0 0,-1 0,1 0,-1 0,1 0,-1 0,1 0,-1 0,1 1,-1-1,1 0,-1 0,1 1,-1-1,0 0,1 0,-1 1,1-1,-1 0,0 1,1-1,-1 1,0-1,18 33,-13-22,18 38,44 74,-67-122,1 1,0-1,-1 0,1 1,0-1,0 0,0 0,0 1,0-1,0 0,0 0,0 0,0 0,1 0,-1-1,0 1,1 0,-1 0,0-1,1 1,-1-1,1 0,-1 1,1-1,-1 0,1 0,-1 0,1 0,-1 0,1 0,-1 0,1 0,-1-1,1 1,-1 0,1-1,-1 0,1 1,-1-1,0 0,1 0,-1 1,0-1,0 0,9-13,-1 1,0-1,-1 0,-1-1,-1 1,0-2,0 1,-2 0,2-9,0 3,27-83,-33 104,1-1,-1 1,0-1,0 0,0 1,1-1,-1 1,0-1,0 0,1 1,-1-1,0 1,1-1,-1 1,1 0,-1-1,1 1,-1-1,1 1,-1 0,1-1,-1 1,1 0,-1-1,1 1,0 0,-1 0,1 0,-1 0,1 0,0-1,-1 1,1 0,-1 0,1 1,0-1,-1 0,1 0,0 0,-1 0,1 0,-1 1,1-1,-1 0,1 0,0 1,-1-1,1 0,-1 1,0-1,1 1,-1-1,1 1,19 31,-18-26,4 5,0-1,0 1,1-1,0 0,1 0,0-1,0 0,1 0,0-1,1-1,0 1,0-1,0-1,1 0,0 0,0-1,1-1,0 0,-1 0,12 1,100 4,-66-13</inkml:trace>
  <inkml:trace contextRef="#ctx0" brushRef="#br1" timeOffset="103238.714">16585 13945,'-9'-2,"-1"1,0 0,1 1,-1 0,0 0,0 1,1 0,-1 1,0 0,1 1,0 0,0 0,0 1,0 0,0 1,1 0,0 0,0 1,0 0,0 0,1 1,0 0,1 0,0 1,0-1,0 1,1 1,0-1,-1 4,6-9,-1 1,0 0,1-1,0 1,-1 0,1 0,1-1,-1 1,1 0,-1-1,1 1,0 0,0-1,1 1,-1-1,1 0,0 1,0-1,0 0,0 0,0 0,1 0,-1-1,1 1,0 0,0-1,0 0,0 0,0 0,0 0,0 0,1-1,-1 1,1-1,10 5,1-1,-1 0,1-1,0 0,0-2,1 0,11 1,-5-3,0 0,0-2,0 0,0-1,0-1,0-1,-1-1,0-1,0-1,-1-1,12-7,-19 9,-1-1,0 0,0-1,0 0,-1-1,-1 0,0-1,0 0,-1-1,0 0,-1 0,-1-1,0 0,0 0,-2-1,1 1,2-15,-1-7,-1 0,-2-1,-2 0,-1 0,-2 1,-1-1,-2 0,-1 1,-2 0,-2-2,-29-61,37 97,1 0,-1 0,0 0,1 0,-1 0,0 0,0 0,0 0,0 0,0 0,0 1,0-1,0 0,0 1,0-1,-1 1,1-1,0 1,0 0,0-1,-1 1,1 0,0 0,-1 0,1 0,0 0,0 0,-1 0,1 0,0 1,0-1,-1 0,1 1,0-1,0 1,0-1,0 1,0 0,0-1,0 1,0 0,0 0,0 0,0 0,0 0,0 0,1 0,-1 0,0 0,1 0,-1 0,1 0,-1 1,1-1,-1 0,1 0,0 1,0-1,0 0,0 0,0 1,0-1,0 0,-10 31,2 0,1 1,2-1,1 1,1 0,2 26,-1-34,1-1,1 1,1-1,1 1,2-1,0 0,1 0,2 0,0-1,2 0,0 0,2-1,0 0,1-1,2 0,0-1,6 6,-16-21,1-1,-1 0,1 1,0-1,0-1,1 1,-1-1,1 0,-1 0,1-1,0 0,0 0,0 0,0 0,0-1,1 0,-1-1,0 1,1-1,-1 0,0-1,1 0,-1 0,0 0,0-1,0 1,0-1,0-1,0 1,1-2,9-6,-1-1,1-1,-2-1,0 0,0-1,-1 0,4-7,28-29,-45 49,0 1,1-1,-1 1,0-1,1 1,-1-1,1 1,-1-1,0 1,1-1,-1 1,1-1,-1 1,1 0,0-1,-1 1,1 0,-1-1,1 1,-1 0,1 0,0 0,-1-1,1 1,0 0,-1 0,1 0,0 0,-1 0,1 0,0 0,-1 1,1-1,-1 0,1 0,0 0,-1 1,1-1,-1 0,1 0,0 1,-1-1,1 1,-1-1,1 1,-1-1,0 0,1 1,9 34,-7-22,-2-4,1 0,1 0,-1 0,1-1,0 1,1-1,0 0,1 0,-1 0,2 0,-1-1,1 0,0 0,0-1,1 1,0-2,0 1,0-1,1 0,0 0,0-1,0 0,0 0,1-1,-1 0,3 0,13-2</inkml:trace>
  <inkml:trace contextRef="#ctx0" brushRef="#br1" timeOffset="103483.06">17388 13851,'-21'-5,"-11"-3,-6-3,2 0</inkml:trace>
  <inkml:trace contextRef="#ctx0" brushRef="#br1" timeOffset="103733.392">16652 13690,'27'-2,"23"-1,21-2,19-3,14 1,9 1,2 1,-4 7,-22 2</inkml:trace>
  <inkml:trace contextRef="#ctx0" brushRef="#br1" timeOffset="103903.935">17856 13891,'11'16,"4"9,2 6,-3 4,-3 0,-3 2,-4-1,-2-5,-1-5,1-7,0-11,2-12,1-5</inkml:trace>
  <inkml:trace contextRef="#ctx0" brushRef="#br1" timeOffset="104068.491">17856 13610,'6'11,"15"7,3-1</inkml:trace>
  <inkml:trace contextRef="#ctx0" brushRef="#br1" timeOffset="104551.737">19085 13904,'-155'5,"153"-5,0 0,1 0,-1 0,0 0,0 1,0-1,0 0,0 1,1 0,-1-1,0 1,0 0,1 0,-1 0,1 0,-1 0,1 0,-1 0,1 1,-1-1,1 0,0 1,0-1,0 1,0 0,0-1,0 1,0 0,1-1,-1 1,0 0,1 0,0 0,-1 0,1-1,0 1,0 0,0 0,0 0,0 0,0 0,1 0,-1-1,1 1,-1 0,1 0,0 0,0-1,0 1,-1 0,2-1,-1 1,1 0,10 10,1-1,1 0,0-1,0-1,1 0,0-1,1 0,0-1,0-1,0-1,1 0,0-1,16 1,12 5,1-2,-1-2,1-2,0-2,0-3,0-1,0-2,0-2,2-3,-37 6,-1 0,0-1,0 0,0 0,0-1,-1-1,0 0,0 0,0 0,-1-1,0-1,-5 6,-1-1,1 0,-1 1,0-1,0 0,0 0,0-1,0 1,-1 0,1-1,-1 1,0-1,0 1,-1-1,1 1,0-1,-1 0,0 1,0-1,0 0,-1 1,1-1,-1 0,0 1,0-1,0 1,0-1,0 1,-1 0,0-1,0 1,0 0,0 0,-41-37,41 39,1 0,0 0,0 0,-1 1,1-1,-1 0,1 1,-1-1,1 1,-1 0,1-1,-1 1,1 0,-1 0,1 0,-1 0,1 0,-1 0,0 1,1-1,-1 0,1 1,-1-1,1 1,0 0,-1-1,1 1,0 0,-1 0,1 0,0 0,0 0,0 0,0 0,-1 1,-2 5,1 0,1 0,-1 1,1-1,1 0,-1 1,1 0,0-1,1 1,0-1,0 1,0 0,1-1,1 1,-1-1,1 1,0-1,1 1,1 0,-1 0,1 0,1-1,-1 0,1 0,0 0,1-1,0 0,0 0,0 0,1-1,0 0,0 0,0 0,0-1,1 0,5 2,9 2,0 0,0-2,1 0,0-2,21 2,-14-3,0-1,-1-2,1-1,0-1,0-1,-1-2,6-2,25-11</inkml:trace>
  <inkml:trace contextRef="#ctx0" brushRef="#br1" timeOffset="105832.347">13832 15187,'-80'-16,"62"10,0 2,-1 0,0 2,1 0,-1 1,-7 0,22 2,-1 0,1 0,0 0,0 1,0-1,0 1,1 0,-1 0,0 1,1-1,-1 1,1-1,0 1,0 0,0 0,0 1,0-1,1 0,0 1,0 0,0-1,0 1,0 0,1 0,-1 0,1 0,0 1,0-1,1 0,-1 0,1 1,0-1,0 0,1 0,-1 1,1-1,0 0,0 0,1 3,-1-3,0 0,0 0,0 0,1 0,-1 0,1 0,0 0,0-1,0 1,1 0,0-1,-1 0,1 0,0 0,0 0,1 0,-1-1,0 1,1-1,0 0,0 0,-1 0,1 0,0-1,0 0,1 0,-1 0,0 0,0 0,0-1,1 0,-1 0,0 0,0 0,1-1,2 0,6-6,1-1,-1 0,0 0,-1-1,0-1,-1 0,0-1,0 0,-1 0,0-1,-1-1,-1 0,0 0,-1 0,0-1,-1 0,3-9,3-8,-1 0,-1 0,-1-1,-2-1,-2 1,0-1,-3 0,0 0,-3 0,0 0,-4-15,4 41,0 1,0-1,0 1,-1 0,0 0,-1-1,1 1,-1 1,0-1,-4-5,6 10,-1 1,1-1,-1 1,0-1,1 1,-1-1,1 1,-1 0,0 0,1 0,-1 0,0 0,1 0,-1 0,0 0,1 1,-1-1,0 1,1-1,-1 1,1-1,-1 1,1 0,0 0,-1 0,1 0,0 0,-1 0,1 0,0 0,0 1,0-1,0 0,0 1,0-1,0 1,1-1,-1 1,1-1,-1 1,1 0,-1-1,1 1,0 0,0-1,-1 2,-8 21,1 2,0-1,2 1,1 1,1-1,1 1,2-1,0 1,2 0,1-1,3 16,-2-26,1 1,1-1,0 0,1 0,1 0,0-1,1 0,1 0,0-1,1 0,0-1,6 6,-10-13,1 0,-1 0,1 0,0-1,0 0,1 0,-1-1,1 0,0-1,0 1,0-1,1-1,-1 0,1 0,0 0,-1-1,1-1,0 1,-1-1,1-1,0 0,0 0,-1 0,6-3,-5 2,-1-1,1 0,-1-1,0 0,0 0,-1-1,1 0,-1 0,0-1,-1 0,1 0,-1 0,0-1,-1 0,1 0,-1 0,-1-1,1 0,-1 0,-1 0,0 0,0-1,0 1,-1-1,0 0,-1 0,0 1,-1-1,1 0,-2 0,1 0,-1 0,0 0,-1 1,-2-6,4 12,0 1,-1-1,1 0,-1 0,1 0,-1 1,0-1,1 0,-1 1,0-1,0 0,-1 1,1-1,0 1,0 0,-1-1,1 1,-1 0,1 0,-1 0,1 0,-1 0,0 0,1 0,-1 1,0-1,0 1,0-1,1 1,-1 0,0-1,0 1,0 0,0 0,0 0,0 1,1-1,-1 0,0 1,0-1,0 1,1 0,-1-1,-1 2,-1 4,1 1,0-1,0 1,0 0,1 0,0 0,0 0,1 0,0 0,0 0,0 1,1-1,0 0,1 0,0 1,0-1,0 0,1 0,0 0,0 0,1 0,0 0,0-1,1 0,0 1,4 4,2 2,1-1,0 0,1-1,0 0,1-1,0 0,1-1,0-1,0 0,1-1,0 0,0-1,0-1,1-1,0 0,0-1,0 0,14-1,28 4</inkml:trace>
  <inkml:trace contextRef="#ctx0" brushRef="#br1" timeOffset="106461.239">14794 15040,'-10'34,"2"1,2 0,1 0,1 1,3-1,0 1,3 0,2 12,37 352,-41-387,-2-21,-33-196,5-60,27 234,0 8,1-1,1 1,1-1,0 1,5-20,-5 39,1 1,-1-1,1 1,0-1,-1 1,1 0,0-1,1 1,-1 0,0 0,1 0,-1 0,1 0,0 0,-1 0,1 0,0 1,0-1,0 1,0-1,1 1,-1 0,0 0,1 0,-1 0,0 0,1 1,-1-1,1 1,-1-1,1 1,-1 0,3 0,81 23,-68-13,0 0,0 2,-2-1,1 2,-1 0,-1 1,-1 1,11 14,-22-27,-1-1,0 1,0 0,0 1,0-1,0 0,-1 0,1 1,-1-1,1 1,-1 0,0-1,0 1,0 0,-1-1,1 1,0 0,-1 0,0 0,0 0,0 0,0-1,0 1,0 0,-1 0,0 0,1 0,-1-1,0 1,0 0,0-1,-1 1,1-1,-1 1,1-1,-1 0,0 1,0-1,0 0,0 0,-2 1,-6 2,0-1,-1-1,1 0,-1 0,0-1,1 0,-1-1,0 0,0-1,0 0,0 0,0-2,1 1,-1-1,0-1,1 0,-1 0,1-1,0 0,8 3,-1 0,1 0,0 0,-1-1,1 1,0-1,0 1,0-1,0 0,0 1,0-1,1 0,-1 0,1-1,-1 1,1 0,0 0,-1-1,1 1,1 0,-1-1,0 1,0-1,1 0,0 1,-1-1,1 1,0-1,0 1,1-1,-1 0,0 1,1-1,0 1,-1-1,1 1,1-3,7-6,1 1,-1 0,2 0,0 1,0 0,0 1,1 1,0-1,1 2,-1 0,1 0,0 1,1 1,-1 0,6 0,17-6,0 1,1 2,0 1,0 2,30 1,-64 2,0 1,0-1,1 1,-1 0,0 0,0 1,1-1,-1 1,0-1,0 1,0 0,0 0,0 0,0 1,0-1,0 1,0 0,0-1,-1 1,1 1,-1-1,0 0,1 0,-1 1,0 0,0-1,-1 1,1 0,0 0,-1 0,0 0,0 0,1 3,-2 2,0 0,0 0,-1 0,0-1,0 1,-1 0,0 0,-1-1,1 1,-2-1,1 1,-16 56,19-63,0 0,0 0,0 0,0 0,1 0,-1 0,0 0,1 0,-1 0,1-1,-1 1,1 0,-1 0,1 0,-1-1,1 1,0 0,-1-1,1 1,0-1,0 1,-1-1,1 1,0-1,0 1,0-1,0 0,0 1,0-1,0 0,0 0,0 0,-1 1,1-1,0 0,0-1,0 1,0 0,0 0,0 0,0 0,0-1,0 1,0 0,0-1,-1 1,1-1,0 1,0-1,0 1,-1-1,1 0,0 1,-1-1,1 0,0 0,15-11</inkml:trace>
  <inkml:trace contextRef="#ctx0" brushRef="#br1" timeOffset="106869.153">15209 14799,'149'96,"-113"-76,-1 1,-1 2,-1 1,-1 2,8 9,-29-23,-1 1,0 0,-1 0,-1 1,0 0,-1 0,0 1,-1 0,-1 0,0 0,-1 1,-1 0,0 2,-4-15,1 0,0 0,0-1,0 1,0 0,1 0,-1 0,1-1,-1 1,1 0,0-1,0 1,0-1,1 1,-1-1,0 1,1-1,0 0,0 0,-1 1,1-1,0-1,1 1,-1 0,0 0,0-1,1 1,-1-1,1 0,-1 0,1 0,0 0,-1 0,1-1,0 1,0-1,0 0,-1 1,4-2,5-3,1-2,-1 1,-1-2,1 1,-1-1,0-1,-1 0,1 0,-2-1,1 0,-1-1,-1 0,1 0,-1-2,51-77,-58 88,1 1,-1 0,0-1,1 1,-1 0,1-1,-1 1,1 0,0 0,-1-1,1 1,-1 0,1 0,-1 0,1 0,0 0,-1 0,1 0,-1 0,1 0,-1 0,1 0,0 0,-1 0,1 0,-1 1,1-1,-1 0,1 0,-1 1,1-1,-1 0,1 1,-1-1,1 1,-1-1,0 0,1 1,-1-1,0 1,1-1,-1 1,0-1,1 1,-1-1,0 1,0-1,0 1,0 0,0-1,1 1,-1-1,0 1,0 0,0-1,-1 1,1-1,0 1,0-1,0 1,0-1,0 1,-1 0,3 5,3 6,1 0,1 0,-1-1,2-1,0 1,0-1,0 0,2-1,-1 0,1 0,0-1,1 0,0-1,0 0,0-1,1 0,0-1,0-1,1 1,-1-2,1 0,7 1,50 9,-6-4</inkml:trace>
  <inkml:trace contextRef="#ctx0" brushRef="#br1" timeOffset="107236.164">16626 15160,'-8'-3,"1"0,0 0,-1 1,0 0,1 1,-1-1,0 1,0 1,0 0,0 0,0 0,0 1,0 0,1 1,-1 0,0 0,1 0,-1 1,1 0,0 1,0 0,0 0,0 0,1 1,0 0,0 0,0 0,0 1,1 0,0 0,-1 2,4-5,0-1,0 1,0 0,0 0,0-1,0 2,1-1,-1 0,1 0,0 0,0 1,0-1,1 0,-1 1,1-1,0 1,0-1,0 1,0-1,0 0,1 1,0-1,-1 1,1-1,0 0,1 0,-1 1,1-1,-1 0,1 0,0 0,0-1,0 1,1 0,-1-1,1 0,-1 1,1-1,0 0,0 0,0 0,0-1,0 1,0-1,3 1,1 0,0-1,-1 0,1-1,0 0,0 0,0 0,0-1,-1 0,1 0,0-1,-1 0,1 0,-1 0,0-1,1 0,-1 0,-1-1,1 1,0-1,3-3,1-2,0 0,-1-1,0 0,0 0,-1-1,0 0,-1 0,0-1,-1 0,1-3,6-25,-2-1,-2 0,-2 0,-2 0,-1-1,-2 0,-2 0,-2 1,-2-1,-6-26,-17-47,26 113,1 1,0 0,-1 0,1 0,-1 0,0-1,1 1,-1 0,0 0,1 0,-1 0,0 0,0 0,0 0,0 1,0-1,0 0,0 0,0 1,0-1,0 1,-1-1,1 1,0-1,0 1,0 0,-1 0,1-1,0 1,0 0,-1 0,1 0,0 0,-1 1,-32 31,22-7,0-1,2 2,1-1,1 1,1 1,1-1,2 1,0 0,1 16,2-29,0 0,1 0,0 0,1 0,0 0,1 0,1 0,1 0,0-1,0 0,1 1,1-2,0 1,1-1,0 0,1 0,0-1,1 0,0 0,7 5,48 27,0-11</inkml:trace>
  <inkml:trace contextRef="#ctx0" brushRef="#br1" timeOffset="107919.015">18016 15014,'-18'-4,"-1"1,1 0,-1 2,1 0,-1 1,0 1,0 1,1 1,0 0,-1 1,1 1,-2 2,17-6,1-1,-1 1,1 0,0 0,0 0,0 0,-1 0,1 1,0-1,0 1,1-1,-1 1,0 0,0 0,1-1,-1 1,1 1,0-1,0 0,-1 0,1 0,1 0,-1 1,0-1,0 1,1-1,0 0,-1 1,1-1,0 1,0-1,0 1,0-1,1 1,-1-1,1 0,0 1,-1-1,1 0,0 1,0-1,0 0,1 0,-1 0,0 0,1 0,0 0,-1 0,1-1,1 2,7 0,1 0,0 0,-1-1,1-1,0 0,0 0,0-1,0 0,0-1,0 0,0-1,0-1,-1 1,1-1,-1-1,0 0,1-1,-2 0,1 0,5-5,-1 2,0-1,-1 0,0-1,0 0,-1-2,0 1,-1-1,0-1,-1 0,-1 0,0-1,0-1,-2 1,0-1,0 0,-2-1,0 1,0-1,0-11,1 2,-2-1,0 1,-2-1,-1 1,-1-1,-1 0,-1 1,-1-1,-2-4,5 28,0 0,0 0,0-1,-1 1,1 0,-1 0,1 0,-1 0,1-1,-1 1,0 0,0 0,0 0,0 1,-1-1,1 0,0 0,-1 1,1-1,-1 0,0 1,1 0,-1-1,0 1,0 0,0 0,0 0,0 0,0 0,0 1,0-1,-1 0,1 1,0 0,0-1,0 1,-1 0,1 0,0 0,0 1,0-1,-1 1,1-1,0 1,0-1,0 1,0 0,0 0,0 0,0 0,0 1,-6 9,0 0,1 1,0-1,0 2,2-1,-1 1,2 0,0 0,0 0,1 0,1 1,0 0,0 11,0-9,1 1,1 0,0-1,1 1,0-1,2 1,0-1,1 0,0 0,1 0,1 0,1-1,0 0,1 0,0-1,2 0,-1-1,2 0,-1 0,2-1,0 0,0-1,1-1,0 0,1 0,0-2,1 0,8 4,-14-9,-1-1,1 0,-1 0,1-1,0 0,-1-1,1 0,0 0,0-1,-1 0,1-1,0 1,-1-2,0 1,1-1,-1 0,0-1,0 0,-1 0,1-1,-1 0,0 0,0-1,-1 0,0 0,0 0,0-1,-1 0,0 0,1-2,2-3,-1-1,0 1,-1-2,0 1,-1-1,0 1,-2-2,1 1,-2 0,0 0,0-13,-1 25,0 0,-1 0,1 0,-1 0,0-1,0 1,1 0,-1 0,-1 0,1 0,0 0,0 0,-1 0,0 0,1 0,-1 0,0 0,0 0,0 0,0 0,0 0,0 1,0-1,-1 0,1 1,-1-1,1 1,-1 0,0-1,1 1,-1 0,0 0,0 0,0 0,0 0,0 1,0-1,0 0,0 1,0 0,0-1,0 1,0 0,-1 0,1 0,-1 1,-3 3,1 0,0 0,0 1,1-1,-1 1,1 0,0 1,1-1,-1 1,1 0,0 0,0 0,1 0,0 0,0 0,0 1,1-1,0 1,0-1,1 1,0-1,0 1,0-1,1 1,0 0,0-1,2 6,2-2,1 0,0 0,0-1,1 0,0 0,0-1,1 1,0-2,1 1,0-1,0-1,0 1,1-2,0 1,0-1,1-1,-1 0,1 0,0-1,0 0,7 0,163 28,-96-23</inkml:trace>
  <inkml:trace contextRef="#ctx0" brushRef="#br1" timeOffset="109899.318">19927 14920,'-1'-2,"-6"-6,0 0,-1 1,1-1,-2 1,1 1,-1 0,0 0,0 1,0 0,-1 0,0 1,0 0,0 1,-1 0,7 3,1 0,0 0,0 1,0 0,0-1,0 1,0 0,0 1,0-1,0 0,0 1,0 0,1 0,-1-1,1 2,-1-1,1 0,0 0,0 1,0-1,0 1,0 0,1-1,-1 1,1 0,-1 0,-22 82,23-82,0 1,0 0,1-1,-1 1,1 0,0 0,0-1,0 1,1 0,-1 0,1-1,0 1,0 0,0-1,0 1,0-1,1 0,0 1,0-1,0 0,0 0,0 0,1 0,-1 0,1-1,0 1,0-1,0 1,0-1,0 0,0 0,0-1,1 1,-1-1,1 1,-1-1,1 0,0-1,-1 1,1-1,0 1,0-1,2-1,0-1,0 1,-1-1,1 0,-1-1,1 0,-1 1,0-2,0 1,0 0,-1-1,1 0,-1 0,0 0,0-1,0 0,0 1,-1-1,0-1,0 1,0-1,2-5,1-1,-1 1,-1-1,0 0,-1-1,-1 1,1 0,-2-1,1-6,-9-8,-8 42,13-10,0 1,1 0,0-1,0 1,0 0,1 0,-1 0,2-1,-1 1,1 0,-1 0,2 0,-1-1,1 1,-1-1,2 1,-1-1,1 0,-1 1,1-1,1-1,-1 1,1 0,0-1,0 0,0 0,3 3,21 15</inkml:trace>
  <inkml:trace contextRef="#ctx0" brushRef="#br1" timeOffset="110799.431">20369 14840,'-5'-2,"1"0,-1 0,0 0,0 1,0-1,0 1,0 0,0 1,0-1,0 1,0 0,0 1,0-1,0 1,0 0,0 0,0 0,0 1,1 0,-1 0,0 0,1 0,0 1,-1 0,1 0,0 0,1 0,-1 1,0-1,1 1,0 0,0 0,0 0,0 1,1-1,-1 1,1-1,-1 4,2-5,0 0,0 1,0-1,1 0,-1 1,1-1,-1 1,1-1,0 0,0 1,1-1,-1 1,1-1,0 1,0-1,0 0,0 0,0 1,1-1,0 0,-1 0,1 0,0-1,0 1,1 0,-1-1,0 1,1-1,0 0,2 2,4 1,0 0,0 0,0-1,0 0,1 0,0-1,0-1,0 0,0 0,0-1,11 1,0-1,0 0,-1-2,1-1,0 0,-1-2,1 0,-1-1,10-5,-18 6,-1 0,0-1,0 0,0-1,-1 0,1-1,-2 0,1-1,-1 0,0 0,0-1,-1 0,-1-1,1 1,-2-1,6-10,-11 19,0 0,0 0,-1-1,1 1,0 0,-1 0,1 0,-1-1,1 1,-1 0,1-1,-1 1,0 0,0-1,0 1,0 0,0-1,0 1,0 0,0-1,0 1,-1 0,1-1,0 1,-1 0,1-1,-1 1,0 0,1 0,-1 0,0 0,0 0,0-1,1 1,-1 1,0-1,-1 0,1 0,0 0,0 0,0 1,0-1,-1 1,1-1,0 1,0-1,-1 1,1 0,0-1,-1 1,1 0,0 0,-1 0,0 0,-1 0,-1 1,0-1,0 1,1-1,-1 1,0 0,1 1,-1-1,1 1,-1-1,1 1,0 0,0 0,0 1,0-1,0 0,0 1,1 0,-1 0,1 0,0 0,0 0,0 0,0 0,0 1,1-1,-1 1,1-1,0 1,0 0,1 0,-1-1,1 1,-1 0,1 0,0-1,1 1,-1 0,1 0,0-1,-1 1,2 0,-1-1,0 1,1-1,-1 1,1-1,0 0,0 0,2 2,9 6,0-1,1-1,0 0,0-1,1 0,0-1,0-1,1 0,-1-1,1-1,1 0,-1-1,15 0,-21-1,0 0,1 0,-1-1,1-1,-1 0,1-1,-1 1,1-2,-1 0,0 0,0-1,1 0,-2 0,1-2,0 1,-1-1,0 0,0-1,0 0,-1 0,0-1,0 0,-1-1,0 1,4-7,-1-10,0-1,-2 0,-1-1,-1 1,-1-1,-1-1,-1-6,-1 14,5-15,-2-1,-2 0,-1 0,-2 0,-2 0,0 0,-3 1,-1-1,-5-17,-9 12,20 39,-1 0,1 0,-1 0,1 0,-1 1,1-1,-1 0,0 0,1 1,-1-1,0 0,1 1,-1-1,0 0,0 1,0-1,0 1,1 0,-1-1,0 1,0 0,0-1,0 1,0 0,0 0,0 0,0 0,0 0,0 0,0 0,0 0,0 0,0 0,0 1,0-1,1 0,-1 1,0-1,0 1,0-1,0 1,-4 5,1 0,0 0,0 0,1 0,0 1,0 0,0 0,1-1,0 1,1 1,-1-1,1 0,0 6,0-3,-8 46,4 0,1 0,4 0,1 0,8 44,-7-81,1 0,1 0,0-1,1 1,1-1,1-1,1 1,0-1,1 0,1-1,1 0,0-1,1 0,7 7,-16-19,0 0,0 0,0 0,1-1,-1 0,0 1,1-1,0-1,-1 1,1 0,0-1,0 0,0 0,0 0,0 0,0 0,0-1,0 0,0 0,0 0,1-1,-1 1,0-1,0 0,0 0,0 0,-1-1,1 1,0-1,0 0,-1 0,1 0,-1 0,0-1,0 0,0 1,0-1,0 0,0-1,-1 1,2-2,5-14,0 0,-1 0,-1 0,-1-1,-1 0,-1-1,0 1,-2-1,0 1,-1-18,-1 37,0 0,1-1,-1 0,1 1,-1-1,0 0,0 1,0-1,0 0,0 0,0 1,0-1,0 0,-1 1,1-1,-1 0,1 1,-1-1,0 1,1-1,-1 0,0 1,0 0,0-1,0 1,0 0,0-1,-1 1,1 0,0 0,-1 0,1 0,-1 0,1 0,-1 1,0-1,-3 3,0 1,0 0,1 0,-1 0,0 1,1-1,0 1,0 0,0 1,1-1,-1 1,1-1,0 1,0 0,0 1,3-5,-37 79,36-78,0 1,1 0,-1 0,0 0,1 0,0 0,0 0,0 0,0 0,0 0,1 0,-1 0,1 0,0 0,0 0,0 0,0-1,0 1,0 0,1-1,0 1,-1-1,1 1,0-1,0 0,0 0,2 2,5 0,1 1,-1-1,1-1,0 0,0 0,0-1,0 0,1-1,-1 0,0 0,6-1,-8 0,42 2</inkml:trace>
  <inkml:trace contextRef="#ctx0" brushRef="#br1" timeOffset="111551.459">21706 14853,'-98'-21,"94"20,1 1,-1 0,1 1,-1-1,1 1,0-1,-1 1,1 0,0 0,-1 0,1 1,0-1,0 1,0 0,0 0,0 0,1 0,-1 0,0 0,1 1,0 0,-1-1,1 1,0 0,1 0,-1 0,0 1,1 1,0 1,0 0,1 0,-1 0,2-1,-1 1,0 0,1 0,0-1,1 1,-1 0,1-1,0 0,0 1,1-1,-1 0,1 0,0 0,1 0,-1-1,1 1,0-1,0 0,1 0,-1 0,1-1,-1 0,1 0,0 0,1 0,-1-1,0 1,1-2,-1 1,1 0,-1-1,1 0,0-1,0 1,0-1,-1 0,3 0,-5-1,-1 0,1 0,0 0,0 0,0 0,-1 0,1-1,0 1,-1-1,0 0,1 0,-1 0,0 0,0 0,0 0,0-1,0 1,-1-1,1 1,-1-1,1-2,0 47,-3-40,1-1,-1 1,1 0,0-1,-1 1,1 0,0 0,0-1,0 1,0 0,1 0,-1-1,0 1,1 0,-1-1,1 1,-1 0,1-1,0 1,0-1,0 1,0-1,0 1,0-1,0 0,0 1,1-1,-1 0,0 0,1 0,-1 0,1 0,-1 0,1-1,-1 1,1 0,0-1,-1 1,1-1,0 0,0 1,-1-1,1 0,0 0,0 0,-1 0,1-1,0 1,-1 0,3-1,4-4,0 0,-1-1,1 0,-1 0,-1-1,1 0,-1 0,0 0,0-1,-1 0,0 0,-1 0,0 0,0-1,-1 0,0 0,0 0,-1 0,0 0,-1-1,0 1,0-6,11-54,-10 69,0-1,-1 1,1 0,-1 0,1 1,-1-1,1 0,-1 0,1 1,-1-1,1 1,-1-1,0 1,1 0,-1-1,0 1,1 0,-1 0,0 0,0 0,0 0,0 0,0 0,0 1,1 0,2 1,8 6,0 1,0 0,-1 1,-1 0,0 1,0 0,-1 0,-1 1,0 0,0 1,0 3,-7-15,-1 0,0 0,1 0,-1 0,0 0,0 0,0 0,-1-1,1 1,0 0,-1 0,1 0,-1 0,0 0,1-1,-1 1,0 0,0-1,0 1,0 0,-1-1,1 0,0 1,-1-1,1 0,-1 1,1-1,-1 0,1 0,-1 0,0 0,0-1,1 1,-1 0,0-1,0 1,0-1,0 0,0 0,1 1,-1-1,0 0,0-1,0 1,0 0,0 0,0-1,0 1,1-1,-1 0,-1 0,2 1,0-1,0 0,-1 1,1-1,0 0,0 1,0-1,0 0,0 0,0 0,0 0,1 0,-1 0,0 0,0 0,1 0,-1-1,1 1,-1 0,1 0,-1-1,1 1,0 0,0 0,-1-1,1 1,0 0,0-1,0 1,1 0,-1-1,0 1,0 0,1 0,-1-1,1 1,0-1,22-46,-18 39,0 1,1-1,0 2,0-1,1 1,0 0,0 0,1 1,0 0,3-2,-10 8,1 0,-1 0,0 0,0 0,1 1,-1-1,0 1,1-1,-1 1,0-1,0 1,0-1,0 1,1 0,-1 0,0 0,0 0,0-1,-1 1,1 1,0-1,0 0,0 0,-1 0,1 0,-1 0,1 1,-1-1,1 0,-1 0,0 1,1-1,-1 0,0 1,0-1,0 0,0 1,0-1,-1 0,1 1,0-1,0 0,-1 1,0 0,1-1,13 81,-12-78,0-1,0 0,0 0,1 0,-1 0,1 0,0-1,-1 1,1 0,0-1,1 0,-1 1,0-1,1 0,-1 0,1 0,0 0,0-1,-1 1,1-1,0 1,0-1,1 0,0 0,10 0</inkml:trace>
  <inkml:trace contextRef="#ctx0" brushRef="#br1" timeOffset="111722.531">22120 14452,'-7'-2,"-2"3,-4 9,0 3</inkml:trace>
  <inkml:trace contextRef="#ctx0" brushRef="#br1" timeOffset="112598.191">15903 15709,'-12'-68,"13"68,0 0,1 0,-1 0,0 1,1-1,-1 0,0 1,1-1,-1 0,0 1,0 0,1-1,-1 1,0 0,0-1,0 1,0 0,0 0,0 0,0 0,0 0,0 0,-1 0,1 0,0 0,-1 1,1-1,-1 0,1 1,0-1,27 36,-20-25,0 0,1 0,0-1,0 0,1-1,1 0,0-1,0 0,1 0,0-1,1-1,-1 0,6 1,-13-7,-1 0,0 0,1 0,-1-1,1 0,-1 0,1 0,-1-1,1 0,-1 1,0-1,1-1,-1 1,0-1,0 0,0 0,0 0,0 0,0 0,-1-1,1 0,-1 0,0 0,0 0,0-1,0 1,0-1,-1 1,1-2,57-120,-17 25,-42 99,0-1,0 1,0 0,0 0,0 0,0 0,1-1,-1 1,0 1,0-1,1 0,-1 0,1 0,-1 1,1-1,-1 1,1-1,-1 1,1 0,0-1,-1 1,1 0,0 0,-1 0,1 0,-1 1,1-1,0 0,-1 1,1-1,-1 1,1-1,-1 1,1 0,-1 0,0-1,1 2,17 10</inkml:trace>
  <inkml:trace contextRef="#ctx0" brushRef="#br1" timeOffset="113415.521">16826 15735,'-1'-4,"0"0,0 0,0 1,0-1,-1 0,1 0,-1 1,0-1,0 1,-1 0,1-1,-1 1,1 0,-1 0,0 1,0-1,0 1,0-1,-1 1,1 0,-1 0,1 0,-1 1,0-1,0 1,-2 0,-4-2,0 1,0 0,0 1,0 1,0-1,-1 2,1-1,0 1,0 1,0 0,-1 0,1 0,0 1,0 1,0 0,0 0,0 1,1 0,0 0,0 1,0 0,1 1,0 0,0 0,-5 8,11-14,1 1,0-1,0 1,0-1,0 1,0 0,0-1,0 1,0 0,1 0,-1 0,0 0,1 0,0-1,-1 1,1 0,0 0,0 0,0 0,1 0,-1 0,0 0,1 0,-1 0,1 0,-1 0,1-1,0 1,0 0,0 0,0-1,0 1,0-1,1 1,-1-1,0 1,1-1,-1 0,1 0,-1 0,1 0,0 0,-1 0,1 0,0 0,0 0,0-1,0 1,0-1,0 0,17 4,0 0,1-2,-1-1,1 0,0-1,-1-1,1-1,-1-1,1-1,-1 0,0-1,-1-1,1-1,15-9,-28 14,-1 0,0 0,1 0,-1-1,0 1,-1-1,1 0,0-1,-1 1,0-1,0 0,0 0,0-1,0 1,-1-1,0 1,2-6,-5 11,0-1,0 0,0 1,0-1,0 0,0 1,0-1,0 0,0 1,0-1,0 0,0 1,0-1,-1 0,1 1,0-1,0 0,0 0,-1 1,1-1,0 0,0 0,0 1,-1-1,1 0,0 0,-1 0,1 0,0 1,0-1,-1 0,1 0,0 0,-1 0,1 0,0 0,-1 0,1 0,0 0,-1 0,1 0,0 0,-1 0,1 0,0 0,-1 0,1 0,0 0,-1 0,1-1,0 1,0 0,-1 0,1 0,0 0,-1-1,1 1,0 0,0 0,0-1,-1 1,1 0,0-1,0 1,0 0,0 0,-1-1,1 1,0-1,-1 3,0 0,0-1,0 1,0 0,0 0,1 0,-1 0,1 0,-1 0,1 0,-1 0,1 0,0 0,0 0,0 0,0 0,1 0,-1 0,0 0,1 0,0 0,-1-1,1 1,0 0,0 0,0 0,0-1,0 1,0 0,1-1,-1 1,0-1,1 0,-1 1,1-1,0 0,-1 0,1 0,1 1,1 0,0 0,1 0,-1-1,1 1,-1-1,1 0,-1 0,1 0,0-1,-1 0,1 0,0 0,0 0,-1-1,1 0,0 0,0 0,0-1,0 0,0 0,0-1,0 1,0-1,0-1,-1 1,1-1,-1 1,0-1,0-1,0 1,-1 0,1-1,-1 0,0 0,-1 0,1 0,-1 0,0 0,0-1,17-118,-19 109,0 14,0-1,0 1,0 0,0-1,0 1,0 0,0-1,0 1,1-1,-1 1,0 0,1-1,-1 1,1 0,0 0,-1 0,1-1,0 1,0 0,0 0,0 0,0 0,0 0,0 0,0 0,0 1,0-1,0 0,0 0,1 1,-1-1,0 1,1-1,-1 1,0 0,1 0,-1-1,0 1,1 0,-1 0,0 0,1 0,-1 0,1 1,-1-1,0 0,1 1,-1-1,0 1,0-1,1 1,-1 0,0-1,0 1,0 0,221 89,-213-87,-3-2,0 1,-1-1,1 1,-1 0,0 1,1-1,-1 1,0 0,0 0,-1 1,1-1,-1 1,0 0,0 0,0 0,0 1,-1 0,0-1,0 1,0 0,0 1,-1-1,0 0,1 5,-1 7,-2-13,0 0,-1 0,2 1,-1-1,1 0,-1 0,1 1,0-1,0 0,1 0,0 0,-1 0,1-1,0 1,1 0,-1-1,1 1,-1-1,1 0,0 0,0 0,1 0,-1-1,0 1,1-1,0 0,0 1,6 0,0 0,0 0,1 0,-1-2,1 1,0-1,-1-1,1 0,0 0,-1-1,1-1,0 1,-1-2,0 0,0 0,1 0,-2-1,1-1,0 0,-1 0,0-1,0 0,-1-1,0 1,0-2,0 1,-1-1,0 0,2-5,13-22,-22 36,1-1,0 0,-1 1,1-1,-1 1,1-1,0 1,-1-1,1 1,-1-1,1 1,-1-1,1 1,-1 0,0-1,1 1,-1 0,0 0,0-1,1 1,-1 0,0 0,0-1,0 1,0 0,0 0,0-1,0 1,0 0,0 0,0-1,0 1,-1 0,1 0,0-1,0 1,-1 0,1-1,-1 1,1 0,0 4,-1-1,2 0,-1 0,0-1,1 1,0 0,-1 0,1 0,1-1,-1 1,1-1,-1 1,1-1,0 1,0-1,1 0,-1 0,1 0,-1 0,1-1,0 1,0-1,0 1,0-1,1 0,-1 0,1-1,3 2,11 3</inkml:trace>
  <inkml:trace contextRef="#ctx0" brushRef="#br1" timeOffset="113666.85">17856 15455,'4'18,"9"11,2 0</inkml:trace>
  <inkml:trace contextRef="#ctx0" brushRef="#br1" timeOffset="114556.981">18510 15709,'-8'-9,"-2"0,1 1,-1 0,0 1,-1 0,0 0,0 1,0 1,-6-2,12 5,0 1,0 0,0-1,0 2,-1-1,1 0,0 1,-1 0,1 1,0-1,0 1,-1 0,1 0,0 0,0 1,0 0,0 0,0 0,1 1,-1-1,1 1,-1 0,0 1,-1 1,1-1,0 0,0 1,1 0,-1 0,1 1,0-1,0 1,1 0,0 0,0 0,0 0,1 1,-1-1,2 1,-1 2,2-8,0 0,0 1,0-1,0 1,1-1,-1 1,0-1,1 0,-1 1,1-1,0 0,-1 0,1 1,0-1,0 0,0 0,0 0,0 0,0 0,0 0,0 0,0 0,0-1,0 1,1 0,-1-1,0 1,1 0,-1-1,0 0,1 1,-1-1,1 0,-1 0,0 0,1 0,-1 0,1 0,-1 0,2-1,58-10,-41 4,0-1,0-1,-1-1,0-1,-1 0,4-5,-24 36,0-16,0-1,0 0,0 0,1 1,-1-1,1 1,0 0,0-1,0 1,0 0,1-1,-1 1,1 0,0 0,0 0,1-1,-1 1,1 0,0 0,0-1,0 1,0-1,1 1,-1-1,1 1,0-1,0 0,0 0,0 0,1 0,-1 0,1 0,0-1,0 1,0-1,4 0,1-1,-1 0,1 0,-1-1,1 0,-1 0,0-1,1 0,-1 0,1-1,-1 0,0 0,0-1,0 0,0 0,-1 0,1-1,-1 0,0 0,0-1,0 0,0 0,-1 0,0-1,0 1,-1-1,1-1,-1 1,-1 0,1-1,1-3,2-12,-1-1,0 1,-2-1,-1 0,0 0,-2 0,-1 0,-1 0,-1-7,1-24,14 80,-1 30,-2 1,-3 1,0 53,-4-74,-4-36,1 0,0 0,0-1,0 1,0 0,0 0,0 0,0-1,0 1,0 0,0 0,0 0,0-1,1 1,-1 0,0 0,0-1,1 1,-1 0,1-1,-1 1,1 0,-1-1,1 1,-1-1,1 1,-1-1,1 1,0-1,-1 1,1-1,0 1,-1-1,1 0,0 0,0 1,-1-1,1 0,0 0,0 0,0 0,-1 0,1 0,0 0,0 0,0 0,-1 0,1 0,0 0,0-1,-1 1,1 0,0 0,-1-1,1 1,0-1,-1 1,1-1,0 1,-1-1,1 1,0-1,39-36,-39 35,4-3,66-59,-69 62,1 0,0 1,-1-1,1 1,0 0,0 0,0 0,0 0,0 0,0 1,0-1,0 1,0 0,1 0,-1 0,0 0,0 0,0 1,0-1,0 1,0 0,0 0,0 0,0 1,0-1,-1 0,1 1,1 1,4 4,-2 0,1 1,-1 0,0 0,-1 0,0 0,0 1,-1 0,0 0,0 0,-1 1,-2-9,-1 0,1 0,-1 0,1 0,-1 0,1 1,-1-1,1 0,-1 0,0 1,0-1,0 0,0 0,0 1,0-1,0 0,0 0,0 1,-1-1,1 0,0 0,-1 0,1 1,-1-1,0 0,1 0,-1 0,0 0,1 0,-1 0,0 0,0 0,0-1,0 1,0 0,0 0,0-1,0 1,0 0,0-1,-1 1,1-1,0 0,0 1,0-1,-1 0,1 0,-5 1,1 0,0 0,-1-1,0 1,1-1,-1-1,1 1,0-1,-1 0,1 0,-1 0,1-1,0 0,0 0,0-1,0 1,0-1,1 0,-1 0,1 0,-1-1,1 0,1 0,-1 0,-2-3,5 3,1 1,0-1,0 1,0-1,0 1,0 0,1-1,0 1,0 0,0-1,0 1,0 0,1 0,-1 0,1 0,0 0,0 0,0 0,0 1,0-1,1 1,-1-1,1 1,-1 0,1 0,0 0,0 0,0 1,0-1,0 1,1 0,-1 0,1 0,17-9,0 2,0 0,1 1,0 2,0 0,0 1,22 0,-42 3,0 1,-1 0,1 0,-1 0,1 0,0 0,-1 0,1 0,0 0,-1 1,1-1,0 1,-1-1,1 1,-1 0,1-1,-1 1,1 0,-1 0,0 0,0 0,1 0,-1 1,0-1,0 0,0 0,0 1,0-1,0 1,-1-1,1 1,0-1,-1 1,1-1,-1 1,1 0,-1-1,0 1,0 0,0-1,0 1,0 1,-11 121,12-122,0 0,0 0,0 1,0-1,0 0,1 0,-1 0,1-1,0 1,-1 0,1 0,0-1,0 1,0-1,0 0,0 0,0 1,0-1,1-1,-1 1,0 0,1 0,-1-1,0 0,1 1,-1-1,1 0,-1 0,0 0,1 0,-1-1,1 1,-1-1,21-3</inkml:trace>
  <inkml:trace contextRef="#ctx0" brushRef="#br1" timeOffset="115254.719">19165 15361,'0'5,"1"0,-1 0,1 0,0 0,0 0,1 0,-1-1,1 1,0-1,1 1,-1-1,1 0,-1 1,1-1,1-1,-1 1,0 0,1-1,0 0,0 0,0 0,0 0,0 0,0-1,1 0,4 2,8 2,-1 0,1-2,1 1,-1-2,1-1,17 1,-27-2,15 1,-1 0,0-1,1-1,-1-2,1 0,-1-1,0-1,0-1,2-2,-21 6,0 0,0-1,-1 1,1 0,0-1,0 0,-1 0,1 0,-1 0,0 0,0 0,0-1,0 1,0-1,0 1,0-1,-1 0,1 0,-1 0,0 0,0 0,0 0,0 0,-1 0,1 0,-1 0,0 0,0 0,0-1,0 1,0 0,-1 0,0 0,1 0,-1 0,0 0,0 0,-1 0,1 0,-1 0,1 1,-1-1,0 1,0-1,0 1,-1-1,-3-1,-1 1,1 0,-1 0,0 1,0-1,0 2,-1-1,1 1,0 0,-1 0,1 1,0 0,-1 0,1 1,0 0,-1 0,1 1,0 0,0 0,0 1,0 0,1 0,-2 1,1 0,-1-1,2 1,-1 1,0 0,1-1,0 2,0-1,0 1,1 0,0 0,0 0,1 1,-1 0,1 0,1 0,-1 0,1 1,1-1,-1 1,1 0,1 0,-1-1,1 1,1 0,0 0,0 0,0 0,1 0,0 0,0 0,1 0,0 0,3 4,2 1,1 0,1-1,0 0,1 0,0-1,1 0,0-1,1-1,0 1,0-2,1 0,0 0,0-1,1-1,0 0,0-1,1-1,-1 0,1-1,0 0,0-1,0-1,0 0,0-1,1-1,-7 1,1-1,-1 1,1-2,-1 1,0-1,1-1,-1 0,0 0,-1-1,1 0,0 0,-1-1,0 0,0-1,-1 0,1 0,-1 0,-1-1,1 0,-1-1,0 1,-1-1,0 0,0 0,-1-1,0 0,0 1,-1-1,2-6,-5 13,0 1,0-1,1 0,-1 1,0-1,0 1,-1-1,1 1,0-1,0 0,-1 1,1-1,-1 1,1-1,-1 1,0 0,0-1,1 1,-1 0,0-1,0 1,0 0,-1 0,1 0,0 0,0 0,0 0,-1 0,1 0,-1 0,1 1,-1-1,1 1,-1-1,1 1,-1-1,1 1,-1 0,1 0,-1 0,1 0,-1 0,0 0,0 0,-1 0,0-1,-1 1,1-1,0 1,-1 0,1 0,0 0,-1 1,1-1,0 1,0 0,-1 0,1 0,0 0,0 1,0-1,0 1,0 0,1 0,-1 0,0 0,1 0,0 1,-1-1,1 1,0-1,0 1,0 0,1 0,-1 0,1 0,-1 0,1 0,0 0,0 1,0 3,0 0,1-1,0 1,0 0,0-1,1 1,0 0,0-1,1 1,-1-1,2 1,-1-1,1 0,-1 0,2 0,-1 0,1 0,0-1,0 0,0 0,1 0,0 0,0 0,0-1,0 0,1 0,0-1,-1 0,1 0,1 0,-1 0,0-1,1 0,-1 0,1-1,3 0,12 3,1-1,-1-1,1-1,0-1,19-3,-10-1</inkml:trace>
  <inkml:trace contextRef="#ctx0" brushRef="#br1" timeOffset="115499.065">20342 15735,'-9'-4,"-3"-2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31:05.3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204 197,'-24'346,"7"-105,12-272,-3-110,8 126</inkml:trace>
  <inkml:trace contextRef="#ctx0" brushRef="#br0" timeOffset="382.994">191 77,'82'87,"-35"-34,-3 3,-2 1,-3 2,-2 1,-3 3,6 18,-36-75,-1 0,0 0,0 1,0-1,-1 1,0-1,0 1,-1 0,1 0,-2 0,1 0,-1 0,0 0,0-1,-1 1,0 0,0 0,0 0,-1 0,0-1,-1 1,0-1,0 0,0 1,0-1,-4 4,-9 0,0 0,0-2,-1 1,-1-2,1 0,-1-1,0-1,0-1,-1-1,1 0,-1-1,0-1,-3-1,-12 4,0-2,-1-1,1-2,0-1,-1-2,-22-6,56 11,0-1,-1 0,1 0,0 0,0 0,-1 0,1 0,0 0,0 0,-1 0,1 0,0-1,0 1,-1-1,1 1,0-1,0 1,0-1,0 0,0 1,0-1,0 0,0 0,0 0,0 0,0 0,0 0,1 0,-1 0,0 0,1 0,-1 0,1 0,-1-1,1 1,0 0,-1 0,1-1,0 1,0 0,0 0,0-1,0 1,0 0,0-1,0 1,1 0,-1 0,0-1,1 1,0-1,16-13</inkml:trace>
  <inkml:trace contextRef="#ctx0" brushRef="#br0" timeOffset="717.106">1193 317,'-11'-14,"0"0,-1 0,-1 1,0 1,-1 0,-1 1,1 0,-7-2,15 10,-1-1,0 1,0 0,0 0,0 1,0 0,0 0,-1 1,1 0,-1 0,1 1,-1 0,1 0,-1 1,1-1,-1 2,1-1,0 1,0 0,0 1,-2 0,-5 7,1-1,1 1,0 1,0 0,1 1,1 0,0 1,0 0,1 0,1 1,0 0,1 1,1 0,0 0,1 0,0 0,2 1,0 0,0 0,2 1,-3 5,1 1,1 0,1 0,1 0,1 0,1-1,1 1,5 20,-5-32,0 0,1 0,0-1,1 0,0 0,0 0,1 0,1-1,-1 0,2 0,-1-1,1 0,0 0,1-1,0 0,0-1,0 1,1-2,1 1,13 2,1 0,0-2,1-1,-1-1,1-1,0-1,0-1,0-2,0 0,0-2,-1-1,1-1,-1-1,0-1,0-2,-1 0,0-1,-1-2,0 0,46-26</inkml:trace>
  <inkml:trace contextRef="#ctx0" brushRef="#br0" timeOffset="979.405">1715 197,'-3'0,"0"9,-2 17,0 17,-2 18,-2 16,1 11,-1 2,0-5,0-8,2-13,2-14,5-17,4-15,2-12</inkml:trace>
  <inkml:trace contextRef="#ctx0" brushRef="#br0" timeOffset="1252.668">1674 90,'-33'-85,"33"85,0 0,0 0,1 0,-1 1,0-1,0 0,1 0,-1 0,0 0,0 0,1 0,-1 1,0-1,1 0,-1 0,0 0,0 0,1 0,-1 0,0 0,1 0,-1 0,0 0,0 0,1-1,-1 1,0 0,1 0,-1 0,0 0,0 0,1 0,-1-1,0 1,0 0,0 0,1 0,-1-1,0 1,0 0,0 0,0-1,1 1,-1 0,0 0,0-1,0 1,0 0,0 0,0-1,0 1,0-1,118 122,-53-51,-3 4,18 33,-59-77,-2 1,-1 0,-2 2,-1 0,-2 1,-1 0,8 35,-18-61,0 0,0 0,-1 0,0 0,-1 0,1 0,-1 0,-1 0,0 0,0 0,0 0,-1 0,0 0,-1-1,0 1,0-1,0 1,-1-1,0 0,-1-1,1 1,-1-1,-1 0,-3 4,-7 0,-1-1,0-1,0-1,0 0,-1-1,0-1,0-1,-1 0,1-1,-1-2,1 1,-1-2,-7-1,25 1,-96 2,3-2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27.8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12,'12'-5,"3"-1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0,'5'0,"8"0,11 0,12 0,17 2,15 1,16 3,13-1,4 2,0-1,-6 0,-13-3,-17-1,-19-1,-18 0,-19-1,-15 0,-7-1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8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1,'7'14,"4"10,3 10,-1 7,-2 5,-11 5,-12 2,-12-1,-8-6,3-12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9.0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1,'9'0,"14"2,22 3,24 3,19 0,15-1,7-2,-2-2,-9-3,-23-3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6.3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33,'4'-3,"0"0,0 0,0 0,0 1,0-1,1 1,-1 0,1 0,-1 1,1-1,0 1,0 0,-1 0,1 1,0-1,0 1,0 0,0 1,0-1,0 1,0 0,-1 0,1 0,0 1,-1-1,1 1,-1 1,1-1,-1 0,0 1,0 0,0 0,0 0,1 3,2 5,0 1,-1 0,-1 0,0 0,-1 1,0-1,-1 1,0 0,-1 0,-1 1,0-1,0 0,-2 1,0 7,4 59,-3-80,0 1,0-1,0 1,0 0,0-1,0 1,0-1,0 1,0 0,0-1,0 1,0-1,0 1,0-1,0 1,1 0,-1-1,0 1,0-1,1 1,-1-1,0 1,1-1,-1 1,1-1,-1 0,0 1,1-1,-1 0,1 1,-1-1,1 0,-1 1,1-1,0 0,-1 0,1 0,-1 1,1-1,-1 0,1 0,0 0,-1 0,1 0,-1 0,1 0,0 0,-1-1,1 1,-1 0,1 0,-1 0,1 0,0-1,-1 1,1 0,26-26,-6-3,-2-1,-1 0,-2-2,-1 0,10-30,11-24,-36 86,1 0,-1 1,0-1,0 0,0 0,1 0,-1 0,0 0,0 0,1 1,-1-1,0 0,0 0,1 0,-1 0,0 0,1 0,-1 0,0 0,0 0,1 0,-1 0,0 0,0-1,1 1,-1 0,0 0,0 0,1 0,-1 0,0 0,0-1,0 1,1 0,-1 0,0 0,0-1,0 1,1 0,-1 0,0 0,0-1,0 1,0 0,0 0,0-1,0 1,0 0,0 0,1-1,-1 1,0 0,0 27,0-23,0 3,11 116,-9-118,-1 0,0-1,1 0,0 1,0-1,0 0,0 0,1 0,0 0,0-1,0 1,0-1,0 1,1-1,-1 0,1 0,0-1,0 1,0-1,0 0,1 0,-1 0,0-1,1 1,1-1,-3 0,0 0,0-1,1 0,-1 1,0-1,0 0,0-1,0 1,1-1,-1 1,0-1,0 0,0 0,0 0,0 0,0-1,-1 1,1-1,0 0,-1 0,1 0,-1 0,0 0,1 0,-1-1,0 1,0-1,-1 1,1-1,0 0,-1 0,0 0,0 0,1-1,2-8,0-1,-1 0,0-1,-1 1,0-1,-1 1,-1-7,-1-20,1 138,3-86,0 0,0 0,1-1,0 0,1 0,0 0,1 0,0-1,6 8,4 3</inkml:trace>
  <inkml:trace contextRef="#ctx0" brushRef="#br0" timeOffset="380.494">856 314,'0'9,"1"0,0 0,1 0,0 0,0-1,0 1,1-1,1 1,0-1,0 0,0 0,1-1,0 0,3 4,-5-8,0 1,0-1,0 0,0 0,1 0,0 0,-1-1,1 1,0-1,0 0,0 0,0 0,1-1,-1 0,0 1,1-2,-1 1,1 0,-1-1,1 0,-1 0,1 0,-1-1,1 1,-1-1,1 0,-1 0,0-1,1 1,1-1,-1-1,0 1,1-1,-1 0,0 0,0-1,-1 1,1-1,-1 0,1 0,-1-1,-1 1,1-1,-1 0,1 0,-1 0,-1 0,1 0,-1-1,0 0,0 1,-1-1,1 0,-1 0,0 1,-1-1,0 0,0 0,0 0,0 0,-1 0,0 0,-1 0,1 1,-1-1,0 0,0 1,-1-1,1 1,-1 0,-1 0,1 0,-1 0,1 1,-2 0,1 1,-1-1,1 1,-1 0,0 0,0 1,-1-1,1 1,0 0,-1 1,1-1,-1 1,0 0,1 1,-1-1,0 1,1 0,-1 1,0-1,1 1,-1 0,1 0,-1 1,1 0,-1 0,1 0,0 1,0-1,0 1,0 0,1 1,-1-1,1 1,-3 3,-5 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1.6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303 855,'-16'-7,"-1"-1,1 2,-2 0,1 1,-1 1,0 1,-5-1,16 4,-1-1,1 1,0 0,-1 0,1 1,0-1,-1 2,1-1,0 1,0 0,0 1,0 0,1 0,-1 0,1 1,0 0,0 0,0 1,0 0,4-4,0 1,0-1,1 1,-1 0,0 0,1 0,0 0,-1 0,1 0,0 0,0 0,0 0,0 1,1-1,-1 0,1 0,-1 1,1-1,0 1,0-1,0 0,0 1,0-1,0 1,1-1,-1 0,1 1,0-1,0 0,0 0,0 0,0 1,0-1,0 0,1 0,-1-1,1 1,-1 0,1 0,0-1,0 1,0-1,0 1,0-1,1 1,8 2,0-1,1 1,-1-2,1 0,0 0,-1-1,1 0,0-1,0-1,-1 0,1 0,0-1,-1-1,1 0,-1 0,0-1,0-1,0 0,-1 0,1-1,0-1,-1 0,-1 1,0-1,0-1,-1 0,0 0,-1 0,0-1,0 0,0-1,-2 1,1-1,-1-1,0 1,-1 0,0-1,-1 0,0 0,-1 0,0-1,-1 1,0 0,-1-10,-1-12,-1 0,-1 0,-2 0,-2 0,0 1,-3 0,-3-7,-21-34,34 73,0-1,0 1,0-1,0 1,-1-1,1 1,0-1,0 1,-1-1,1 1,0-1,-1 1,1-1,0 1,-1 0,1-1,0 1,-1 0,1-1,-1 1,1 0,-1 0,1-1,-1 1,1 0,-1 0,1 0,-1 0,1 0,-1 0,0 0,1 0,-1 0,1 0,-1 0,1 0,-1 0,1 0,-1 0,1 0,-1 1,1-1,-1 0,1 0,-1 1,1-1,-1 0,1 1,-9 26,7 14,3-1,0 1,3-1,2 1,1-1,2-1,12 35,-17-62,-1 0,13 52,4 0,20 44,-39-106,-1-1,0 1,1-1,-1 1,1 0,0-1,0 1,-1-1,1 1,0-1,0 0,0 1,0-1,1 0,-1 0,0 1,1-1,-1 0,0 0,1-1,-1 1,1 0,0 0,-1-1,1 1,-1-1,1 1,0-1,-1 0,1 0,0 0,0 0,-1 0,1 0,0 0,-1 0,1-1,0 1,-1-1,1 1,0-1,-1 1,1-1,12-9,0-1,-1-1,0 0,-1 0,0-1,-1-1,0 0,-2 0,3-2,0 1,-2-2,0 1,-1-2,-1 1,0-1,-1 0,-1-1,-1 1,0-8,-18 66,2 78,11-114,0 0,1 0,-1 0,1 0,0 0,0 0,1 0,-1-1,1 1,0 0,0-1,0 1,0-1,0 0,1 0,0 0,-1 0,1 0,0-1,1 1,-1-1,0 0,1 0,-1 0,1 0,-1 0,5 0,19 4</inkml:trace>
  <inkml:trace contextRef="#ctx0" brushRef="#br0" timeOffset="250.843">690 428,'12'14,"3"4</inkml:trace>
  <inkml:trace contextRef="#ctx0" brushRef="#br0" timeOffset="517.689">1132 668,'-8'-5,"0"0,-1 0,1 0,-1 1,0 1,-1 0,1 0,0 0,-1 1,0 1,1-1,-1 2,0-1,0 1,1 1,-1 0,0 0,1 1,-1 0,1 1,-1 0,1 0,0 1,0 0,1 1,-4 2,10-6,0 1,-1-1,1 1,0 0,0 0,1-1,-1 1,0 1,1-1,-1 0,1 0,-1 1,1-1,0 0,0 1,0-1,1 1,-1 0,0-1,1 1,0-1,-1 1,1 0,0-1,1 1,-1 0,0-1,1 1,-1 0,1-1,0 1,0-1,0 1,0-1,1 0,-1 1,0-1,2 2,8 5,0 1,1-2,-1 0,1 0,1-1,0 0,0-2,0 1,1-1,2 1,-1 0,-1 1,1 0,-1 2,-1-1,13 12,-24-20,-1 1,0 0,0 0,0 0,0 0,0 1,0-1,0 0,-1 0,1 0,0 1,-1-1,1 0,-1 1,1-1,-1 1,1-1,-1 1,0-1,0 0,0 1,0-1,0 1,0-1,0 1,-1-1,1 1,0-1,-1 1,1-1,-1 0,1 1,-1-1,0 0,0 0,1 1,-1-1,0 0,0 0,0 0,0 0,-1 0,1 0,0 0,0-1,0 1,-1 0,1-1,0 1,-1-1,1 1,-1-1,-17 9,-1-1,0 0,0-2,-1-1,0 0,0-1,-13 0,28-3,4-1,-1 1,1 0,0-1,-1 1,1-1,-1 0,1 0,0 0,-1 0,1 0,-1 0,1-1,0 1,-1-1,1 0,0 1,-1-1,1 0,0-1,0 1,0 0,0 0,0-1,0 0,-2-9</inkml:trace>
  <inkml:trace contextRef="#ctx0" brushRef="#br0" timeOffset="767.935">1265 695,'-2'23,"-1"18,0 17,1 11,1 11,0 4,0 5,1 0,-2-3,-4-7,-2-11,-2-14,-2-17,-1-20,1-24,4-9</inkml:trace>
  <inkml:trace contextRef="#ctx0" brushRef="#br0" timeOffset="1050.736">1212 1096,'0'-370,"0"363,0 5,-1 0,1 0,-1 0,1 0,0 0,0-1,-1 1,2 0,-1 0,0 0,0 0,1 0,-1 0,1 0,-1 0,1 0,0 0,0 0,0 0,0 0,0 0,0 1,1-1,-1 0,1 1,-1-1,1 1,-1 0,1-1,0 1,0 0,0 0,0 0,-1 0,1 0,0 1,2-1,6 3,0 0,0 1,0 1,-1 0,1 0,-1 1,0 0,0 0,-1 1,0 0,5 2,-12-7,16 9,0 1,-1 0,-1 1,0 1,-1 0,0 1,9 12,-22-25,0 0,0 0,0 0,-1 0,1 1,0-1,-1 0,1 1,-1-1,1 0,-1 1,0-1,0 1,1-1,-1 0,0 1,0-1,0 1,-1-1,1 0,0 1,0-1,-1 1,1-1,-1 0,1 1,-1-1,0 0,1 0,-1 0,0 1,0-1,0 0,0 0,0 0,0 0,0 0,0-1,0 1,-1 0,1 0,0-1,-1 1,0 0,-62 17,47-15,-1 0,1-2,-1 0,1-1,-1-1,-5-1,18-4,23 2,6 1</inkml:trace>
  <inkml:trace contextRef="#ctx0" brushRef="#br0" timeOffset="1349.935">1626 896,'1'2,"0"0,0 0,0 0,0 0,1 0,-1 0,0-1,1 1,-1 0,1-1,0 1,0-1,-1 0,1 1,0-1,0 0,0 0,0 0,0 0,1-1,1 1,82 19,-84-20,1 0,0 0,0 0,0 0,0 0,-1-1,1 1,0-1,0 0,0 1,-1-1,1-1,-1 1,1 0,-1-1,1 1,-1-1,0 0,0 1,1-1,-1 0,-1 0,1-1,0 1,0 0,-1-1,1 1,-1-1,0 0,0-3,-1 0,-1 0,1 0,-1 0,0 0,-1 0,1 0,-1 0,0 1,-1-1,1 1,-1-1,0 1,0 0,-1 0,0 0,0 1,0-1,0 1,0 0,-1 0,0 1,-3-3,-67-28,72 34,1-1,0 0,-1 1,1 0,-1 0,1-1,-1 2,0-1,1 0,-1 0,1 1,0-1,-1 1,1 0,-1 0,1 0,0 0,0 0,-1 0,1 1,0-1,0 1,0 0,0-1,1 1,-1 0,0 0,1 0,0 0,-2 2,3-2,-1 0,1 0,0 0,-1 0,1 0,0 0,0 0,0 0,0 0,1 0,-1 0,0 0,1 0,0 0,-1 0,1 0,0 0,0 0,0-1,0 1,0 0,1-1,-1 1,0 0,1-1,-1 0,1 1,0-1,-1 0,1 0,0 0,1 1,22 14</inkml:trace>
  <inkml:trace contextRef="#ctx0" brushRef="#br0" timeOffset="1912.453">1961 761,'3'22,"1"-1,0 1,2-1,1-1,0 1,2-1,0-1,1 1,1-2,6 7,-16-23,1 1,-1-1,1 0,0-1,0 1,0 0,0 0,0-1,0 0,1 1,-1-1,0 0,1 0,-1 0,1 0,-1 0,1-1,0 1,-1-1,1 0,0 0,-1 0,1 0,-1 0,1 0,0-1,-1 1,1-1,-1 0,1 0,-1 0,1 0,-1 0,0 0,0-1,1 1,-1-1,1-1,8-7,0-1,0 0,-1 0,-1-1,0-1,0 1,-1-1,-1-1,0 0,-1 0,-1 0,0 0,-1-1,0 0,-1 0,-5 22,1 0,1-1,-1 1,1 0,0 0,0 0,1 0,0-1,0 1,1 0,0 0,0-1,0 0,1 1,0-1,0 0,1 0,0 0,0-1,0 1,3 2,-2-5,0 0,0 0,0 0,0-1,0 0,0 0,1 0,-1-1,1 1,-1-1,1-1,-1 1,1-1,0 0,-1 0,1-1,0 1,-1-1,1 0,-1-1,1 0,-1 1,0-2,0 1,4-3,1 0,-1-1,-1 0,1 0,-1-1,0 0,0 0,-1-1,0 0,-1 0,0-1,0 1,0-1,1-5,6-9,-12 48,-3-11,0-7,0 1,1 0,0-1,0 1,1 0,0 0,0 0,1 0,0 0,0-1,1 1,0-1,0 1,1-1,0 1,0-1,5 6,31 4,-19-19</inkml:trace>
  <inkml:trace contextRef="#ctx0" brushRef="#br0" timeOffset="2161.3">2616 521,'0'0</inkml:trace>
  <inkml:trace contextRef="#ctx0" brushRef="#br0" timeOffset="2729.348">2924 173,'-10'67,"2"0,4 0,2 5,1-35,11 441,-9-464,-1-30,-1 0,0 1,1-1,1 1,0-1,1 1,1 0,0 0,1 0,1 0,0 0,1 1,0 0,1 0,1 1,0 0,1 0,3-2,-10 13,0 0,0 1,0-1,0 0,0 1,0 0,1 0,-1 0,0 0,1 0,-1 0,1 0,-1 1,1-1,-1 1,1 0,-1 0,1 0,-1 0,1 0,0 0,-1 1,1-1,-1 1,1 0,-1 0,0-1,1 2,-1-1,0 0,0 0,0 1,0-1,2 3,2 2,0 0,0 0,-1 1,0-1,-1 1,1 1,-1-1,-1 0,1 1,-1 2,24 87,-26-93,0 1,0-1,-1 1,0 0,0-1,0 1,-1 0,1-1,-1 1,0-1,-1 1,1-1,-1 0,1 1,-1-1,-1 0,1 0,-1 0,1-1,-2 2,3-4,0 1,0-1,1 0,-1 0,0 0,0-1,0 1,0 0,0 0,-1 0,1-1,0 1,0 0,0-1,-1 0,1 1,0-1,0 1,-1-1,1 0,0 0,-1 0,1 0,0 0,-1 0,1 0,0 0,-1-1,1 1,0 0,-1-1,1 1,0-1,0 0,0 1,-1-1,1 0,0 0,0 1,0-1,0 0,0 0,1 0,-1 0,0 0,0-1,1 1,-1 0,0 0,1 0,-1-1,1 1,0 0,-1-1,1 1,0 0,0-1,0 1,0 0,0-1,0 1,0-1,0-6,1 0,0 0,0 1,1-1,-1 1,2-1,-1 1,1 0,0 0,0 0,1 0,0 0,0 1,1 0,0 0,1-1,93-83,-97 89,50-30,-50 31,-1 0,0-1,0 1,0-1,1 1,-1 0,0 0,0 0,1 0,-1 0,0 0,0 0,1 0,-1 1,0-1,0 0,1 1,-1-1,0 1,0-1,0 1,0-1,0 1,0 0,0 0,0 0,0-1,0 1,0 0,0 0,-1 0,1 0,0 0,-1 1,1-1,-1 0,1 0,-1 0,1 0,-1 1,0-1,0 0,0 2,3 128,-6-56,3-74,0 0,-1 0,1 0,0 0,0 0,0 0,0 0,0 0,0 1,1-1,-1 0,0 0,0 0,1 0,-1 0,1 0,-1 0,1 0,-1 0,1-1,-1 1,1 0,0 0,0 0,-1-1,1 1,0 0,0-1,0 1,0-1,0 1,0-1,0 1,0-1,0 1,0-1,1 0,9-2</inkml:trace>
  <inkml:trace contextRef="#ctx0" brushRef="#br0" timeOffset="2981.673">3364 334,'-11'16,"1"12,8 6,10-1,3-6</inkml:trace>
  <inkml:trace contextRef="#ctx0" brushRef="#br0" timeOffset="3398.076">3619 454,'17'-76,"-3"-1,-3-1,-4 0,-3-4,-4 78,1 2,-1 0,1 0,-1 0,1 0,-1 0,0 0,0 0,0 0,0 0,0 0,0 0,-1 0,1 0,-1 0,1 0,-1 0,0 1,0-1,0 0,0 0,0 1,0-1,0 0,0 1,-1-1,1 1,-1 0,1-1,-1 1,0 0,1 0,-1 0,0 0,0 0,-2 2,0 0,0 0,0 1,0 0,0-1,0 1,0 0,1 1,-1-1,1 1,0-1,-1 1,1 0,-2 4,-14 16,2 0,1 2,0 0,2 1,1 1,1 0,1 0,2 1,1 0,1 1,1 0,1 0,2 0,1 18,-1-13,2-1,1 0,1 1,2-1,2 0,1 0,1-1,2 0,1 0,1-1,3 1,27 30,-39-60,0-1,-1 1,1-1,0 0,0 1,0-1,0 0,0 0,0 0,0 0,0-1,1 1,-1 0,0-1,0 0,1 1,-1-1,0 0,0 0,1 0,-1-1,0 1,1 0,-1-1,0 0,0 1,0-1,0 0,0 0,2-1,8-7,-1 0,0-1,0-1,-1 0,0 0,-1-1,0 0,-1-1,1-2,1-1,36-57,-46 73,0 0,0 1,0-1,0 0,0 0,0 1,0-1,0 0,0 0,0 1,0-1,0 0,0 0,0 1,0-1,0 0,0 0,1 1,-1-1,0 0,0 0,0 1,0-1,0 0,1 0,-1 0,0 1,0-1,0 0,1 0,-1 0,0 0,0 0,0 1,1-1,-1 0,0 0,0 0,1 0,-1 0,0 0,1 0,-1 0,0 0,0 0,1 0,-1 0,0 0,0 0,1 0,-1 0,0 0,0 0,1 0,-1-1,0 1,0 0,1 0,-1 0,0 0,0 0,0-1,1 1,-1 0,0 0,1 28,-1-26,-2 32,0-25,1 0,0 0,1 0,0 0,0 0,1 0,0 0,0 0,1 0,1 0,-1-1,1 1,1-1,0 0,3 7,-5-14,0 1,0 0,0 0,1-1,-1 1,1-1,-1 0,0 0,1 0,0 0,-1 0,1-1,0 1,-1-1,1 1,0-1,-1 0,1 0,0 0,0-1,-1 1,1-1,0 1,2-2,12-4</inkml:trace>
  <inkml:trace contextRef="#ctx0" brushRef="#br0" timeOffset="3649.905">3913 454,'-5'0,"-1"7,-2 9,-2 6,1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39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207 176,'-8'34,"-1"0,-2 0,-1-1,-3 5,0 0,-110 272,116-280,7-17,9-19,13-30,-1 0,-2-1,-1-1,-3-1,6-22,91-342,-83 328,-26 74,0 0,-1 1,1-1,0 0,0 1,0-1,-1 1,1-1,0 1,0-1,0 1,0 0,0-1,0 1,0 0,0 0,0 0,0 0,0-1,0 2,0-1,0 0,0 0,0 0,0 0,-1 0,1 1,0-1,0 1,0-1,0 0,0 1,0-1,-1 1,1 0,0-1,0 1,-1 0,1-1,0 1,-1 0,1 0,-1 0,1-1,-1 1,1 0,-1 0,0 0,1 0,-1 0,0 0,0 0,0 0,0 0,1 0,-1 0,-1 0,1 0,0 1,17 45,-3 2,-1 0,-3 0,-1 1,-3 0,-1 38,0 31,12 105,-11-200,0-9</inkml:trace>
  <inkml:trace contextRef="#ctx0" brushRef="#br0" timeOffset="254.321">33 443,'18'0,"18"0,16 0,15-2,12-3,4-1,-5-1,-16 0</inkml:trace>
  <inkml:trace contextRef="#ctx0" brushRef="#br0" timeOffset="600.396">728 417,'1'15,"0"1,0-1,2 0,0 0,0-1,2 1,-1-1,2 1,0-2,1 1,0-1,1 0,0 0,1-1,1 0,0 0,1-1,-1-1,2 0,1 0,-12-8,0-1,1 0,-1 1,1-1,0 0,-1 0,1 0,0 0,0 0,-1-1,1 1,0 0,0-1,0 0,0 1,0-1,0 0,0 0,0 0,0 0,0 0,0-1,0 1,0 0,0-1,0 0,-1 1,1-1,0 0,0 0,-1 0,1 0,0 0,-1 0,1-1,-1 1,1 0,-1-1,5-8,-1 1,0-1,-1 0,0 0,-1-1,0 1,0-1,-1 0,-1 1,1-1,-2 0,0 0,0-4,10-74,-10 87,0 0,1 0,-1 1,1-1,-1 0,1 0,0 0,0 1,0-1,0 0,0 1,0-1,0 1,0-1,1 1,-1 0,0-1,1 1,-1 0,1 0,0 0,-1 0,1 0,0 0,0 1,-1-1,1 1,0-1,0 1,0 0,0-1,0 1,1 0,11 2</inkml:trace>
  <inkml:trace contextRef="#ctx0" brushRef="#br0" timeOffset="1485.568">1209 671,'27'-12,"-2"0,0-2,0-1,-1-1,-1-1,15-14,9-37,-46 66,0 0,0 0,0 0,-1 0,1 0,-1 0,0-1,1 1,-1 0,0 0,0-1,-1 1,1 0,0 0,-1 0,1-1,-1 1,0 0,1 0,-1 0,0 0,0 0,-1 0,1 1,0-1,-1 0,1 0,-1 1,1-1,-1 1,0 0,0-1,1 1,-1 0,-1 0,-2-1,1 0,-1 0,0 1,0 0,0 0,0 1,0-1,0 1,-1 0,1 0,0 1,0-1,0 1,0 0,0 1,0-1,1 1,-1 0,0 0,1 1,-1-1,1 1,0 0,0 0,0 0,0 1,1-1,-1 1,1 0,0 0,0 0,0 1,1-1,-1 1,1-1,0 1,1 0,-1 0,1-1,0 1,0 0,0 1,1-1,0 0,0 0,0 0,0 0,1 0,0 0,0 0,0 0,1 0,0 0,0-1,0 1,0-1,1 1,0-1,1 3,7 1,0 0,0-1,0 0,1-1,0 0,0-1,1 0,0-1,-1 0,1-1,1 0,-1-1,0-1,0 0,1-1,-1-1,0 0,1 0,-1-1,12-4,-16 4,-1 0,1 0,-1-1,0 0,0 0,0-1,0 0,-1 0,1-1,-1 0,0-1,-1 1,1-1,-1-1,-1 1,1-1,-1 0,0 0,0 0,-1-1,0 0,0 0,-1 0,0 0,1-8,-1-59,-4 75,0 1,1-1,-1 0,0 0,1 0,-1 1,0-1,1 0,-1 1,1-1,-1 0,1 1,-1-1,1 1,-1-1,1 1,-1-1,1 1,-1-1,1 1,0 0,-1-1,1 1,0-1,0 1,-1 0,1-1,0 1,0 0,0-1,0 1,0 0,0-1,0 1,0 0,0-1,0 1,0 0,1-1,-1 1,0 0,1 0,-3 4,0 1,1 0,0 0,0 0,0 0,1 1,0-1,0 0,1 0,0 0,0 0,0 0,1 0,0 0,0-1,0 1,1-1,-1 1,2-1,-1 0,0 0,1 0,0 0,0-1,0 1,1-1,0 0,-1-1,1 1,4 1,0-2,1 1,0-2,-1 0,1 0,0 0,0-1,0-1,0 0,0 0,0-1,0 0,0-1,0 0,0 0,0-1,5-3,-9 4,0-1,0 0,0 0,-1 0,1-1,-1 0,0 0,0 0,0-1,-1 0,1 0,-1 0,0 0,-1 0,1-1,-1 0,0 0,-1 0,1 0,-1 0,0 0,-1-1,0 1,0 0,0-4,-7-14,-8 35,12-6,0 1,1-1,0 0,0 1,0-1,1 1,0-1,0 1,0-1,1 0,0 1,0-1,0 1,0-1,1 0,0 0,0 0,1 0,-1 0,1 0,0-1,0 1,1-1,-1 0,1 0,0 0,0 0,1-1,-1 0,0 0,1 0,0 0,0-1,0 1,0-1,0-1,0 1,1-1,-1 0,1 0,-1 0,0-1,1 0,-1 0,5-1,-4 1,-1 0,1-1,-1 0,1 0,-1-1,0 1,0-1,1 0,-1-1,-1 1,1-1,0 0,0 0,-1 0,0-1,0 0,0 0,0 0,-1 0,1 0,-1-1,0 1,0-1,-1 0,1 0,-1 0,0 0,-1-1,1 1,-1 0,0-1,0-5,1 5,-1-1,0 1,0-1,-1 1,0-1,0 1,-1-1,0 0,0 1,0-1,-1 1,0 0,-1-3,3 9,0-1,0 1,0-1,0 1,-1 0,1-1,0 1,0-1,-1 1,1 0,0-1,0 1,-1 0,1-1,0 1,-1 0,1 0,-1-1,1 1,0 0,-1 0,1-1,-1 1,1 0,-1 0,1 0,0 0,-1 0,1 0,-1 0,1 0,-1 0,1 0,-1 0,1 0,-1 0,1 0,0 0,-1 1,1-1,-1 0,1 0,-1 0,1 1,0-1,-1 0,1 0,0 1,-1-1,1 0,0 1,-1-1,1 0,0 1,0-1,0 1,-1-1,1 1,0-1,-10 30,10-24,0 0,0-1,0 1,0 0,1 0,0 0,1 0,-1-1,1 1,0 0,0-1,1 1,0-1,0 0,0 0,0 0,1-1,0 1,0-1,0 1,0-2,1 1,0 0,-1-1,1 0,1 0,-1 0,0 0,15 6,-1 0,1-2,1 0,-1-1,1-1,0 0,5-2,41 3,-8-4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7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1,'16'18,"10"13,2 8,-3 2,-6 3,-10-2,-15 0,-14-4,-11-5,-5-9,4-8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1,'0'2,"5"1,5 0,2-1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2.9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11,'-7'-2,"1"-1,7 0,15 1,21 2,22 2,22 0,18 0,9 0,1-1,-7 0,-15-1,-16 0,-28 0,-30 0,-18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9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0,'12'89,"3"0,8 16,-22-101,-1-3,0 0,0 0,-1 1,1-1,0 0,0 0,0 0,0 0,1 0,-1 0,0 0,0 1,1-1,-1 0,0 0,1 0,-1 0,1 0,0 0,-1 0,1-1,0 1,-1 0,1 0,0 0,0-1,0 1,0 0,0-1,0 1,0-1,0 1,0-1,0 1,0-1,0 0,0 1,0-1,0 0,0 0,0 0,0 0,1 0,-1 0,0 0,0 0,0-1,0 1,0 0,0-1,7-7,-1-1,0 0,0 0,-1-1,-1 0,1 0,-1 0,2-9,0 2,53-148,-54 192,-7 18,-1-27,2-1,0 0,1 1,1-1,0 0,5 15,-7-30,1-1,-1 1,1-1,-1 1,1-1,0 1,-1-1,1 0,0 1,0-1,0 0,0 0,0 0,0 0,1 0,-1 0,0 0,0 0,1 0,-1 0,1-1,-1 1,1 0,-1-1,1 0,-1 1,1-1,-1 0,1 0,-1 0,1 0,0 0,-1 0,1 0,-1 0,1-1,-1 1,1 0,-1-1,1 0,-1 1,1-1,-1 0,0 0,1 0,-1 0,0 0,0 0,0 0,1 0,10-11,-1-1,0 0,-1-1,0 0,-1 0,-1-1,0 0,-1-1,0 1,-2-1,0-1,1-6,10-24,-12 80,-8 22,2 79,3-127,0 0,1 1,-1-2,2 1,-1 0,1 0,0-1,0 1,1-1,-1 0,2 0,-1 0,1-1,-1 1,2-1,-1 0,1 0,21 14</inkml:trace>
  <inkml:trace contextRef="#ctx0" brushRef="#br0" timeOffset="301.202">708 213,'13'-4,"0"1,0 0,0 0,0 1,0 1,0 0,0 1,9 1,-18-1,1 1,-1-1,1 1,-1 1,1-1,-1 0,0 1,0 0,0 0,0 0,0 1,0-1,0 1,-1 0,1 0,-1 0,0 0,0 1,0-1,-1 1,1 0,-1 0,0 0,0 0,0 0,0 1,1 11,0 1,-1-1,-1 1,-1-1,0 1,-1-1,-1 1,0-1,-1 0,-1 1,-1-1,-1 1,-10 54,14-62,-2 11,0 1,2 0,0 0,1 0,2 16,-1-37,-1 1,1 0,0 0,0 0,-1 0,1-1,0 1,0 0,0 0,0 0,0 0,0 0,0-1,0 1,1 0,-1 0,0 0,0-1,1 1,-1 0,0 0,1 0,-1-1,1 1,-1 0,1-1,-1 1,1 0,0-1,-1 1,1-1,0 1,-1-1,1 1,0-1,0 0,0 1,-1-1,1 0,0 0,0 1,0-1,-1 0,1 0,0 0,0 0,0 0,0 0,0 0,-1 0,1-1,0 1,0 0,0 0,0-1,-1 1,1 0,0-1,0 0,5-10</inkml:trace>
  <inkml:trace contextRef="#ctx0" brushRef="#br0" timeOffset="546.545">735 468,'16'-5,"16"-3,17-3,12-2,6 2,3-1,-5 1,-12-1,-15 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1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19,'13'-2,"13"-3,5-1,-3 1</inkml:trace>
  <inkml:trace contextRef="#ctx0" brushRef="#br0" timeOffset="249.333">296 32,'2'0,"3"0,6 0,4-2,1-1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8.7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8,'4'-1,"-1"-1,1 1,0 0,0 0,0 1,0-1,0 1,0-1,0 1,0 1,0-1,0 1,0-1,0 1,0 0,0 0,0 1,0-1,-1 1,1 0,-1 0,1 0,-1 1,0-1,0 1,0-1,0 1,0 0,0 0,0 3,6 12,-1 0,0 1,-2 0,0 0,-1 1,-1 0,-1-1,-1 2,-1-1,0 0,-2 0,0 4,1 10,0-34,-1 1,1-1,-1 1,1 0,0-1,0 1,0 0,-1-1,1 1,0 0,0-1,0 1,0 0,0-1,0 1,0 0,0 0,0-1,0 1,1 0,-1-1,0 1,0 0,1-1,-1 1,0-1,1 1,-1 0,1-1,-1 1,0-1,1 1,0-1,-1 1,1-1,-1 0,1 1,-1-1,1 0,0 1,-1-1,1 0,0 0,-1 1,1-1,0 0,-1 0,1 0,0 0,31-88,-28 71,22-103,-23 155,-3-26,-1 2,0 0,1-1,1 1,-1 0,2-1,-1 1,1-1,1 1,0-1,0 0,1 0,1 0,-1-1,7 10,-9-18,-1 1,1-1,-1 0,1 1,-1-1,1 0,0 0,0 0,0 0,-1-1,1 1,0 0,0-1,0 1,0-1,0 0,0 0,0 0,0 0,0 0,0 0,0 0,0-1,0 1,0-1,0 1,0-1,0 0,0 0,0 1,0-2,-1 1,1 0,-1 0,1 0,0-1,-1 1,0-1,1 0,47-68,-42 50,-1-1,-1 0,-1 0,0 0,-2 0,0-16,-2 37,-2 15,1 1,1-1,0 1,1-1,1 1,0-1,1 0,1 0,0 0,1 0,0-1,2 1,-1-1,2-1,0 1,0-2,2 1,-1-1,2 0,-1-1,9 7,-10-11,-1-1,1 0,0 0,0 0,1-2,-1 1,1-1,0 0,1-1,-1 0,0-1,1 0,0-1,-1 0,6-1,-13-1,1-1,0-1,0 1,-1-1,1 1,-1-1,0 0,0 0,0 0,0-1,-1 1,1-1,-1 1,0-1,0 0,0 0,-1 0,1 0,-1 0,0 0,0 0,0-1,-1 1,0 0,1-1,2-8,37-153,-39 166,-1 0,0 0,0 0,0 0,1 0,-1 0,0 0,0 0,0 0,1 0,-1 0,0 0,0 0,0 0,1 0,-1 0,0 0,0 0,0 0,1 0,-1 0,0-1,0 1,0 0,0 0,1 0,-1 0,0 0,0 0,0-1,0 1,0 0,0 0,1 0,-1 0,0-1,0 1,0 0,0 0,0 0,0-1,0 1,0 0,0 0,4 21,18 183,-18-171</inkml:trace>
  <inkml:trace contextRef="#ctx0" brushRef="#br0" timeOffset="1311.567">870 436,'0'2,"0"6,0 5,0 8,0 7,0 6,0 3,0 3,0-1,0-3,0-5,2-8,1-10,0-9,2-13,-1-4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40:02.43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25 11,'-2'-2,"-4"-1,-2 0,0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4:56.6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22,'2'-9,"1"-3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00.8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1591 937,'-2'-21,"-1"0,-1 0,-1 0,-1 1,0 0,-2 0,0 0,-1 1,-1 0,-1 1,-1 0,0 1,-1 0,-1 1,0 0,-2 1,0 1,-87-80,90 76,-1 0,0 1,-1 1,-1 1,-1 0,0 1,0 1,-2 0,1 2,-2 0,1 1,-18-6,11 8,0 2,0 0,-1 2,0 1,1 1,-1 1,0 1,-19 4,30 1,1 2,-1 0,1 0,1 2,-1 0,1 0,1 1,0 1,0 0,1 1,1 1,0 0,1 0,0 1,1 0,0 0,1 3,-13 14,2 1,1 1,1 0,2 1,2 1,1 1,-4 22,-67 252,55-232,4 1,3 2,3 0,4 1,4 0,3 15,-16 632,33-348,-13-333,2 1,2-1,2 1,6 31,-1-35,-2 1,-2 0,-2 0,-3 1,-2 16,-1-6,2 0,3 0,5 26,-1-45,-2 1,-1 0,-2 0,-1-1,-2 1,-2 0,-13 49,-15 118,32-156,1 0,4-1,4 25,1 4,-3 1,-4 0,-4 0,-11 77,7-102,2 1,2 0,3 0,2-1,6 29,11 74,-6 0,-7 83,-9 351,-8-458,-6 0,-5-1,-6-1,-9 8,25-94,-19 110,-2 63,-27 140,52-329,-2 5,2 1,1-1,1 1,2 1,2 28,14 402,-13-462,-1 109,5 0,11 45,-1-59,16 104,28 88,-28-191,4-2,5-1,4-2,4-2,20 25,-53-93,1-1,1-1,1 0,1-1,1-1,1 0,1-2,1 0,0-2,1 0,1-2,1 0,20 8,-30-17,0-2,0 0,0 0,0-2,0 0,1 0,-1-2,1 0,-1 0,1-2,-1 0,0 0,0-2,0 0,0 0,-1-2,12-5,1-2,-2-1,0-2,-1 0,-1-2,0 0,-2-2,0 0,-1-2,0-2,24-36,-2-1,-4-3,-2-1,-3-2,-3-1,-3-1,-3-1,-4-2,4-26,51-180,39-72,-52 178,25-128,-64 204,25-103,16-22,-24 105,-10 35,-3-1,-4-1,-4-1,6-61,-14-103,-8 133,16-110,3 116,5 1,16-36,13-47,-39 108,-3-1,-4 0,-4-6,21-151,5 84,25-57,-17 69,14-109,-26 55,62-335,-37 318,-20 92,-6-1,-5-2,-4-10,-10-77,-12-55,-4 159,-5 0,-5 1,-4 1,-13-26,-98-261,51 87,-36-120,76 296,5-2,-8-72,40 168,-1 0,-2 1,-1-1,-2 2,-2 0,-1 0,-2 1,-2 1,0 0,-3 2,-10-13,-13-4,-2 3,-44-35,78 71,0 1,0 0,-1 1,0 0,0 1,-1 0,0 1,0 1,-1 0,0 1,1 1,-1 0,0 1,-1 0,1 2,0 0,-4 0,-8 4,-1 2,1 0,1 2,0 1,0 0,0 3,1 0,-23 15,-13 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06.4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1637 1,'-230'205,"30"3,9 8,10 9,-34 70,-60 95,-30 91,265-416,52-115,0 18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07.1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266 0,'-62'195,"9"3,8 2,9 1,-6 155,37-331,5-68,0 29,-10-702,4 655,0 93,5-24,1 0,1 0,-1-1,1 1,1 0,-1-1,1 1,1-1,-1 1,1-1,1 0,-1 0,1 0,0-1,1 1,-1-1,1 0,1 0,-1-1,1 1,0-1,0-1,1 1,-1-1,1 0,0 0,0-1,27 8,0-2,0-1,0-2,1-1,0-1,0-3,0 0,0-3,3-1,17 2,-42 0,11 0,-1 0,1 2,0 0,-1 2,0 0,0 2,0 0,4 3,-22-6,1 1,-1 0,0 0,0 0,-1 0,1 1,-1 0,1 0,-1 0,0 0,-1 1,1 0,-1 0,0-1,0 2,0-1,-1 0,0 1,0-1,0 1,-1-1,0 1,0 0,0 0,-1-1,0 1,0 0,0 0,-1 0,0 0,0-1,0 1,-1 0,1-1,-5 11,-1 0,0 0,0-1,-2 0,0-1,0 0,-2 0,0-1,0 0,-1-1,-2 2,-22 17,-1-2,-1-1,-19 9,-91 49,-72 26,174-90,19-4,27-18,1-1,-1 1,0 0,1 0,-1 0,0-1,1 1,-1 0,0 0,1 0,-1 0,0 0,1 0,-1 0,1 0,-1 0,0 0,1 0,-1 0,1 0,-1 0,0 0,1 0,-1 0,0 0,1 0,-1 1,0-1,1 0,-1 0,0 0,1 1,-1-1,0 0,0 0,1 1,-1-1,0 0,0 1,1-1,-1 0,0 1,0-1,0 0,0 1,0-1,1 1,-1-1,0 0,0 1,0-1,0 0,0 1,0-1,0 1,0-1,0 0,-1 1,1-1,0 0,0 1,0-1,0 0,0 1,-1-1,1 0,0 1,0-1,-1 0,1 1,50-10,-38 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14.8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18 535,'0'1,"-1"-1,1 0,0 1,0-1,0 0,0 1,0-1,-1 0,1 1,0-1,0 0,-1 1,1-1,0 0,0 0,-1 1,1-1,0 0,-1 0,1 1,0-1,-1 0,1 0,0 0,-1 0,1 0,-1 0,1 1,0-1,-1 0,1 0,0 0,-1 0,1 0,-1-1,1 1,0 0,-1 0,1 0,0 0,-1 0,1 0,0-1,-1 1,1 0,0 0,-1 0,1-1,0 1,-1 0,1-1,0 1,0 0,-1 0,1-1,0 1,0 0,0-1,0 1,-1-1,1 1,0 0,0-1,0 1,0 0,0-1,0 1,0-1,0 1,0 0,1-33,14-53,3 1,4 1,4 0,27-55,-53 138,1 0,-1 0,0 0,0 0,0 0,1 0,-1 1,0-1,1 0,-1 0,1 0,-1 0,1 0,-1 1,1-1,0 0,-1 1,1-1,0 0,0 1,-1-1,1 1,0-1,0 1,0-1,0 1,0 0,0-1,0 1,-1 0,1 0,0 0,0 0,0 0,0 0,0 0,0 0,0 0,0 0,0 0,0 0,0 1,0-1,0 0,0 1,0-1,-1 1,1-1,0 1,0-1,-1 1,1 0,0-1,0 1,-1 0,1 0,-1 0,1-1,-1 1,1 0,-1 0,0 0,1 0,-1 0,0 0,1 0,7 24,0 1,-2 0,-1 0,-1 0,-1 1,-1-1,-2 25,0-37,2 65,-4 0,-3 0,-4-1,-3 0,-3-1,-8 15,3-29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15.0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1,'7'16,"11"5,12-1,14-4,14-7,10-9,7-7,5-5,0-1,-5 6,-15 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17.1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1 767,'26'-2,"1"-2,0-1,-1-2,0 0,-1-2,1 0,-2-2,1-1,-2-1,0-1,0-1,9-9,-15 13,0-1,-1-1,-1 0,0-2,-1 1,0-2,-1 0,7-13,-18 27,0 0,0 0,-1-1,1 1,-1-1,0 1,1-1,-1 0,0 1,-1-1,1 0,0 0,-1 1,0-1,1 0,-1 0,0 0,-1 0,1 0,0 0,-1 1,1-1,-1 0,0 0,0 1,0-1,-1 0,1 1,0-1,-1 1,0 0,0-1,1 1,-1 0,0 0,-1 0,-6-2,0 0,0 1,0 0,0 1,0 0,-1 1,1-1,-1 2,1-1,-1 2,1-1,-1 1,1 0,0 1,-1 0,1 1,0 0,0 0,1 1,-8 4,6-4,0 0,1 1,-1 1,1-1,0 2,1-1,-1 1,1 0,0 1,1 0,0 0,0 1,1-1,0 2,1-1,-1 1,2-1,0 1,0 0,0 1,2-1,-1 1,1 0,1-1,0 1,0 0,1 0,0 0,1-1,0 1,1 0,1 0,1 6,4-2,1-1,0 1,1-1,1-1,0 0,0 0,2-1,-1-1,1 0,1 0,0-2,1 0,0 0,0-1,0-1,1-1,0 0,1-1,-1-1,6 1,-12-4,0 1,0-2,-1 1,1-1,0-1,0 0,0 0,0-1,0 0,-1 0,1-1,-1-1,0 0,0 0,0-1,0 0,-1 0,0-1,0 0,0 0,-1-1,0 0,5-7,10-13,-1-2,-1 0,-2-2,8-17,67-99,-42 100,-49 45,0 1,0 0,-1 0,1 0,0 0,0 0,0 1,0-1,0 1,1-1,-1 1,0 0,0-1,0 1,0 0,0 1,1-1,-1 0,0 0,0 1,0 0,0-1,0 1,0 0,0 0,0 0,0 0,-1 0,1 0,0 1,4 6,0-1,-1 1,0 1,-1-1,0 1,0 0,0 0,-2 0,1 0,-1 0,0 1,-1-1,1 6,-1-6,5 19,-1 0,-1 0,-2 0,-1 0,-1 0,-1 1,-2-1,-1 0,-1 0,-1-1,-1 0,-10 24,16-48,1-1,-1 1,0-1,0 1,0-1,0 0,0 1,-1-1,1 0,-1 0,0 0,1 0,-1 0,0 0,0 0,0 0,0-1,0 1,-1-1,1 0,0 0,-1 0,1 0,-1 0,1 0,-1 0,0-1,1 1,-1-1,1 0,-1 0,0 0,1 0,-1 0,0-1,1 1,-1-1,1 0,-1 0,0 0,-3-6,1-1,0 0,0 0,1 0,0 0,0 0,1-1,0 0,1 0,0 0,0 0,1 0,0 0,1 0,0-7,0 9,-1 1,1-1,0 0,1 1,-1-1,1 1,1 0,-1-1,1 1,0 0,1 0,-1 0,1 0,0 0,1 1,-1-1,1 1,0 0,1 0,-1 0,1 1,0-1,0 1,0 0,1 1,-1-1,1 1,0 0,0 1,0 0,5-2,14-1,1 2,0 0,0 2,-1 1,1 1,0 1,20 4,42 3,-68-7,0-1,-1-1,1-1,0 0,-1-1,0-1,1-1,-1-1,0-1,-1 0,1-2,-2 0,1-1,-1 0,0-2,-1 0,0 0,-1-2,0 0,-1-1,0 0,8-12,-1-11,-2-1,-1-1,-2 0,-1-1,-3-1,-1 0,-2-1,-2 0,-1 0,-1-39,-6-12,1 92,-1 1,0-1,1 1,-1 0,0-1,0 1,0-1,1 1,-1 0,0 0,0-1,0 1,0 0,1 0,-1 0,0 0,0 0,0 0,0 0,0 0,1 0,-1 1,0-1,0 0,0 0,1 1,-1-1,0 1,0-1,1 0,-1 1,0 0,1-1,-1 1,0-1,1 1,-1 0,1-1,-1 1,1 0,-1 0,1-1,0 1,-1 0,1 0,0 0,0-1,-1 1,1 0,0 0,0 0,0 0,0-1,-21 34,1 1,2 0,2 1,-8 27,18-47,-22 54,4 1,3 1,4 0,2 2,3 4,10-59,1 0,0 0,1 1,1-1,1 0,4 13,-5-25,1 0,0 0,0-1,1 1,0-1,0 1,1-1,-1 0,1 0,1-1,-1 1,1-1,0 0,0 0,1-1,-1 1,1-1,0 0,3 1,8 1,-1-2,1 1,0-2,0 0,1-2,-1 1,0-2,1 0,-1-2,0 0,1 0,-1-2,-1 0,1-1,0 0,-1-2,0 0,-1 0,1-2,-2 0,4-3,-4 4,-2-1,1-1,-1 0,-1 0,0-2,0 1,-1-1,-1-1,0 1,0-2,-1 1,-1-1,-1 0,0-1,0 1,-2-1,0 0,0-1,-2 1,0-1,0-14,-7 4,5 25,0 1,-1 0,1 0,-1-1,1 1,0 0,-1 0,1 0,-1 0,1 0,0-1,-1 1,1 0,-1 0,1 0,-1 0,1 0,0 0,-1 0,1 1,-1-1,1 0,-1 0,1 0,0 0,-1 0,1 1,0-1,-1 0,1 0,-1 1,1-1,0 0,0 1,-1-1,1 0,0 1,0-1,-1 0,1 1,0-1,0 0,0 1,-1-1,1 1,0-1,0 1,0-1,0 0,0 1,0-1,0 1,0-1,0 1,0-1,0 0,0 1,-8 21,1 0,1 0,1 1,1 0,1-1,1 2,1-1,1 17,1-25,-1-1,2 1,0 0,1-1,0 1,2-1,-1 0,2 0,-1 0,2-1,0 0,1 0,0-1,0 0,2 0,-1-1,2-1,-1 1,1-1,1-1,0 0,0-1,12 6,-4-4,-1-1,2-1,-1-1,1 0,0-2,1 0,42 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17.3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54,'23'-5,"32"-3,39-3,37 0,31 3,24 2,-20 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18.5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 1,'-47'405,"47"-403,-1 5,0 1,0-1,1 1,0-1,1 1,0-1,0 1,0-1,1 0,0 1,0-1,1 0,0 0,0-1,1 1,0 1,-1-7,-1 0,1 0,-1 1,1-1,-1-1,1 1,0 0,0-1,-1 1,1-1,0 0,0 0,-1 0,1 0,0-1,0 1,-1-1,1 1,0-1,-1 0,1 0,-1 0,1-1,-1 1,1-1,-1 1,0-1,0 0,0 0,0 0,0 0,0 0,0 0,0-1,19-22,-1-1,-1 0,-1-2,-2 0,-1-1,-1 0,-1-1,-2 0,-1-1,-1-1,-2 0,3-27,-4 28,-6 22,-6 22,-7 25,2 1,1 0,2 1,2-1,0 24,5-57,1 0,-1 0,2 0,-1 0,0 0,1 0,0 0,0-1,1 1,0 0,0-1,0 1,1-1,0 1,0-1,0 0,0 0,1-1,0 1,0-1,0 1,0-1,1-1,0 1,0-1,0 1,0-1,1 0,6 0,-1 0,1-1,0-1,0 1,-1-2,1 0,0 0,0-1,0 0,0-1,-1-1,1 0,-1 0,1-1,-1-1,0 0,-1 0,1-1,-1 0,-1-1,1 0,-1-1,0 0,0 0,-1-1,-1 0,1 0,-1-1,2-4,0-3,0 0,0 0,-2-1,0 0,-1-1,-1 1,-1-1,-1 0,0 0,-1 0,-1-19,-5 9,4 29,0-1,-1 1,1 0,0-1,0 1,0-1,-1 1,1 0,0-1,-1 1,1 0,0-1,-1 1,1 0,0 0,-1-1,1 1,-1 0,1 0,0 0,-1 0,1-1,-1 1,1 0,-1 0,1 0,0 0,-1 0,1 0,-1 0,1 0,-1 0,1 0,-1 0,1 0,0 1,-1-1,1 0,-1 0,1 0,0 1,-1-1,1 0,-1 0,1 1,0-1,-1 0,1 1,0-1,0 0,-1 1,1-1,0 1,0-1,0 0,-1 1,1-1,0 1,0-1,-13 18,2 1,0-1,1 2,1-1,0 2,2-1,0 1,2 0,-1 5,2-14,0 0,1 0,0 1,1-1,0 1,1-1,1 1,0-1,0 1,1 0,1-1,0 1,1-1,0 0,1 0,0 0,1 0,0-1,7 11,1-11,1 0,0 0,1-1,0-1,0-1,1 0,0-1,0-1,1 0,0-1,0-1,0-1,0 0,1-1,-1-1,1-1,-1 0,5-1,11 1,0-2,0 0,0-2,0-2,-1-1,0-1,-1-2,1-1,-2-2,0 0,0-2,23-17,-48 29,0 0,0-1,0 1,0-1,-1 0,1 0,-1 0,0-1,-1 1,1-1,-1 0,0 0,0 0,0 0,-1-1,0 1,0-1,0 0,-1 1,0-1,0 0,0 0,-1 0,0 0,0 0,0 0,-1 1,0-1,0 0,0 0,-4-2,-1 1,1 0,-1 0,0 1,-1 0,1 0,-1 0,-1 1,1 0,-1 0,1 1,-1 0,-1 0,1 1,0 0,-1 0,0 1,0 0,1 1,-1 0,0 0,0 1,0 0,0 1,0 0,0 0,0 1,1 0,-1 0,1 1,-1 0,1 1,-6 3,7-4,1 1,-1 0,1 0,-1 1,1 0,0 0,1 0,-1 0,1 1,0 0,1 0,0 1,0-1,0 1,0 0,1 0,0 0,1 1,0-1,0 0,0 1,1 0,0-1,1 1,-1 0,2-1,-1 1,1 0,0-1,0 1,1-1,0 1,1-1,0 0,0 0,0 0,1 0,0 0,0-1,0 0,1 0,3 3,0-3,1 0,-1 0,1-1,1 0,-1-1,1 0,0 0,0-1,0 0,0-1,1 0,-1 0,1-2,-1 1,1-1,-1 0,1-1,-1-1,10-2,1 0,-1-2,0 0,0-1,-1-1,0-1,0-1,-1-1,0 0,9-8,-12 7,-1 0,0-1,0-1,-1 0,-1-1,0 0,-2-1,1 0,-2 0,0-1,-1-1,-1 1,0-1,-2-1,0 1,0-4,-9 14,-5 20,-3 14,0-1,2 2,1-1,1 1,1 0,0 11,5-31,0-1,0 1,1 0,0 0,0-1,1 1,0 0,0 0,0 0,1 0,0 0,0 0,1-1,0 1,0 0,1-1,0 0,0 1,0-1,1 0,-1-1,1 1,1-1,-1 1,1-1,3 2,4-2,1-1,-1 0,1-1,0-1,-1 0,1-1,0 0,0-1,0 0,0-1,0-1,0 0,0 0,-1-1,1-1,-1 0,0-1,4-2,7-2,-1-2,1 0,-2-1,0-1,0-1,-2-1,1 0,-2-2,0 0,-1-1,-1-1,-1 0,0-1,-2-1,0 0,-1-1,-2 0,0-1,-1 0,-1-1,1-11,-18 84,2 1,2 0,2 33,2-69,1 0,1 1,0-1,1-1,0 1,1 0,1 0,0-1,1 0,1 0,0 0,0-1,1 0,1 0,0 0,0-1,1 0,1-1,0 0,0-1,1 0,0 0,10 5,-8-7,0-1,0 0,0-1,1-1,-1 0,1 0,0-2,13 2,33-2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18.8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196 14,'-16'-5,"-9"-1,-8 3,-1 6,2 5,1 3,6 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1.1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0,'0'19,"0"19,0 19,0 16,-3 16,-4 13,-7 10,-7 4,-4-2,-4-8,5-24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2.2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4 562,'-1'-30,"0"21,0 0,1 0,0 0,1-1,0 1,0 0,1 0,0 0,2-4,-2 12,-1-1,1 1,-1 0,1-1,0 1,0 0,0 0,0 0,0 0,0 0,0 1,0-1,0 0,0 1,0 0,0 0,0-1,1 1,-1 0,0 1,0-1,0 0,0 1,0-1,0 1,1-1,-1 1,0 0,-1 0,2 0,0 0,55 19,-1 3,0 1,31 22,-64-34,-1-1,-11-5,1 0,-1 0,-1 2,1-1,-1 1,0 1,4 5,-14-13,0 0,0 0,0 0,0 0,0 0,-1 0,1 0,0 0,-1 0,1 0,0 1,-1-1,0 0,1 0,-1 1,0-1,0 0,0 1,1-1,-1 0,-1 1,1-1,0 0,0 1,0-1,-1 0,1 1,-1-1,1 0,-1 0,1 0,-1 1,0-1,0 0,1 0,-1 0,0 0,0 0,0 0,0 0,-1 0,-51 27,19-17,-1-1,0-2,0-2,-28 2,33-6,23-6,21-4,37-10,1 3,0 1,2 4,-1 1,3 2,-34 4,0 0,0 2,1 0,-1 2,0 0,0 2,5 1,-24-4,0 1,0 0,0 0,1 0,-1 0,0 1,-1-1,1 1,0 0,0 0,-1 0,1 0,-1 0,1 0,-1 1,0-1,0 1,0 0,0-1,-1 1,1 0,-1 0,0 0,0 0,0 0,0 1,0-1,0 0,-1 0,0 1,0-1,0 0,0 1,0-1,-1 1,-27 114,27-117,1 1,-1 0,1-1,0 1,0-1,0 1,0 0,0-1,0 1,0 0,0-1,1 1,-1-1,1 1,-1-1,1 1,-1-1,1 1,0-1,0 1,0-1,0 0,0 1,0-1,0 0,0 0,1 0,-1 0,0 0,1 0,-1 0,1 0,-1-1,1 1,-1-1,1 1,-1-1,1 1,-1-1,1 0,0 0,-1 0,1 0,0 0,-1 0,1 0,-1 0,1-1,0 1,0-1,13-4,-1 0,1-1,-1-1,-1 0,1 0,-1-2,-1 0,1 0,-2-1,1 0,-1-1,-1-1,0 0,-1 0,0-1,0 2,0 0,-1-1,-1 0,1-1,-2 1,0-1,-1-1,0 1,1-8,-13 34,1 6,1 1,1-1,0 1,2 1,0-1,2 0,0 0,1 4,0-16,0-1,0 0,0 1,1-1,0 0,0 0,1 0,0 0,0-1,1 1,0-1,0 0,0 0,1 0,0 0,0-1,0 0,1 0,-1 0,1-1,1 0,-1 0,0-1,1 1,1-1,0-1,-1 1,1-2,0 1,0-1,0 0,0 0,0-1,0 0,0-1,0 0,0 0,0-1,-1 0,1 0,0 0,-1-1,1-1,-1 1,0-1,0-1,8-4,0-2,0 0,-1-1,-1 0,0-1,0-1,-1 0,8-13,10-27,-1 0,-3-2,-3-1,-2-1,-2-1,-4-1,5-35,56-180,-40 197,-37 78,1 1,0-1,0 0,0 1,0-1,0 0,0 1,0-1,0 1,1-1,-1 0,0 1,0-1,0 0,0 1,0-1,1 0,-1 1,0-1,0 0,1 1,-1-1,0 0,0 0,1 1,-1-1,0 0,1 0,-1 0,0 1,1-1,-1 0,0 0,1 0,-1 0,0 0,1 0,-1 0,1 0,-1 0,0 0,1 0,-1 0,0 0,1 0,-1 0,1 0,-1 0,0 0,1 0,-1 0,0-1,1 1,-1 0,-32 130,19-93,-12 32,4 2,2 0,4 1,2 1,4 0,1 43,7-108,1 0,0 0,0 1,0-1,1 0,0 0,1 0,0 0,0 0,1 0,0-1,0 1,1-1,0 0,0 0,0 0,1 0,0-1,1 0,0 0,-1 0,2-1,-1 1,1-2,-1 1,1-1,1 0,-1 0,0-1,4 1,-2-2,0-2,0 1,0-1,-1 0,1-1,0 0,0 0,-1-1,1-1,-1 1,1-1,-1 0,0-1,0 0,0 0,-1-1,0 0,1 0,0-3,13-10,-1 0,-1-2,-1 0,-1-1,9-15,14-21,-30 53,-13 24,2-14,-6 27,1-4,1-1,1 1,1 1,2-1,2 22,-1-47,0 0,1 0,-1 0,1 0,0 0,0-1,1 1,-1 0,1-1,0 1,0-1,0 1,0-1,0 0,1 0,-1 0,1 0,0 0,0 0,0-1,0 0,1 0,-1 1,1-2,-1 1,1 0,0-1,-1 0,1 0,0 0,0 0,0 0,0-1,0 0,0 0,2 0,43-7,-2-6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2.4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172 62,'-15'0,"-13"-2,-4-1,2-5,4-5,3-5,6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2.8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63,'252'-27,"-197"20,3-4,0 3,0 2,0 3,0 3,1 2,-1 3,0 2,7 4,-52-8,0 1,0 1,0 0,-1 0,1 1,-1 1,-1 0,1 0,-1 1,-1 1,0 0,0 0,0 1,-1 1,-1-1,0 1,0 1,-1-1,-1 1,0 1,2 4,-1 9,-1-1,-2 1,0 1,-2-1,0 1,-2-1,-2 13,1 22,15 17,-14-76,1 0,-1-1,1 1,0 0,-1 0,1-1,0 1,0-1,0 1,0-1,0 1,1-1,-1 0,0 1,1-1,-1 0,1 0,-1 0,1 0,-1 0,1 0,0-1,0 1,-1 0,1-1,0 1,0-1,0 0,-1 0,1 0,0 0,0 0,0 0,0 0,-1 0,1-1,0 1,0-1,-1 1,2-1,8-6,1-1,-1 0,0 0,0-1,-1-1,-1 0,0 0,0-1,4-6,11-12,152-152,-120 145,-55 36,0 0,0 0,0 0,0 1,0-1,0 0,0 1,0-1,0 1,-1-1,1 1,0-1,0 1,-1-1,1 1,0 0,-1 0,1-1,0 1,-1 0,1 0,-1 0,1-1,-1 1,0 0,1 0,-1 0,0 0,0 0,0 0,1 0,-1 0,0 0,0 0,0 0,-1 0,1 0,0 0,0 0,0-1,-1 1,1 1,-27 119,20-102,2-1,0 1,1 0,1 1,1-1,0 20,2-34,1 0,0 0,0 0,0 0,0 0,1 0,0-1,0 1,0 0,0-1,1 1,0-1,0 0,0 0,0 0,1 0,-1-1,1 1,0-1,0 0,0 0,1 0,0-1,6 4,1-1,0 0,0-1,1-1,-1 0,1 0,0-1,11 0,11-1,1-1,0-2,0-2,13-3,40-11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4.1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74 428,'-6'-24,"0"0,1 0,1 0,2-1,0 1,2-25,0 15,0-17,-10-82,10 132,0 1,0 0,1-1,-1 1,0-1,0 1,0-1,0 1,0-1,0 1,0 0,0-1,0 1,0-1,0 1,0-1,0 1,-1-1,1 1,0 0,0-1,0 1,-1-1,1 1,0 0,0-1,-1 1,1 0,0-1,-1 1,1 0,0-1,-1 1,1 0,-1 0,1 0,0-1,-1 1,1 0,-1 0,1 0,0 0,-1 0,1 0,-1 0,1 0,-1 0,1 0,-1 0,1 0,-1 0,1 0,0 0,-1 0,1 0,-1 1,1-1,0 0,-1 0,1 0,-1 1,1-1,0 0,-1 1,1-1,0 0,-1 1,1-1,0 0,0 1,-14 31,12-29,1 1,0 0,0 0,1 0,-1 0,1 0,-1 0,1 1,1-1,-1 0,0 0,1 0,0 0,0 0,0 0,1-1,-1 1,1 0,0 0,0-1,0 1,0-1,1 0,0 0,-1 0,1 0,0 0,0 0,1-1,-1 1,0-1,1 0,-1 0,1-1,0 1,4 1,13 2,2 0,-1-2,0 0,1-2,14 0,78 9,-110-10,-1 1,0 0,0 0,1 0,-1 0,0 1,0 0,0 0,0 0,-1 0,1 0,0 1,-1 0,0 0,0 0,0 0,0 0,0 1,0-1,-1 1,0-1,0 1,0 0,0 0,0 0,-1 0,0 1,0-1,0 0,0 1,-1-1,1 0,-1 5,-3 16,-1-1,-1 0,0 0,-2 0,-1-1,-2 3,-18 61,26-84,1 0,-1 0,1 0,0 1,0-1,0 1,1-1,-1 0,1 1,0-1,0 1,0-1,0 1,1-1,-1 0,1 1,0-1,0 1,0-1,1 0,-1 0,1 0,-1 0,1 0,0 0,0 0,0-1,1 1,-1-1,1 1,-1-1,1 0,0 0,0 0,0 0,0-1,0 1,1 0,9-2,0 0,-1 0,1-2,-1 1,1-1,-1-1,0 0,0-1,0 0,0-1,-1-1,0 1,0-2,0 0,-1 0,0 0,0-1,-1-1,0 0,3-4,0 1,-1-1,0 1,-1-2,0 0,-1 0,-1 0,0-1,-1 0,-1-1,0 0,-1 0,-1 0,0-1,1-16,-11-10,5 43,0 0,1 0,-1 1,0-1,0 0,1 1,-1-1,0 1,1-1,-1 1,0-1,1 1,-1-1,1 1,-1 0,1-1,-1 1,1 0,-1-1,1 1,0 0,-1 0,1-1,0 1,0 0,-1 0,1-1,0 1,0 0,0 0,0 0,0 0,0 0,-2 11,0 0,0 1,1-1,1 1,0 0,0-1,1 1,1-1,1 1,-1-1,2 0,0 0,0 0,1-1,0 1,1-1,1 0,-1-1,2 0,-1 0,2 0,-1-1,1 0,0-1,1 0,0 0,1-1,-1 0,1-1,8 3,-8-3,1-1,0-1,0 0,1 0,-1-1,1-1,0 0,0 0,-1-2,1 0,0 0,0-1,0 0,0-1,-1-1,1 0,-1-1,0 0,0-1,0 0,0-1,-1 0,0-1,-1 0,1-1,-1 0,-1-1,1 0,6-9,-4-1,-1 0,-1-1,0-1,-2 0,0 0,-1 0,-2-1,0 0,-1 0,-1-1,-1-4,-2 17,-3 28,-46 425,28-211,-22 68,36-265,2-1,-2 1,-2-1,-1-1,-12 28,9-42,1-32,3-98,9-2,6 0,4 0,5 1,11-27,-19 100,1 0,2 1,2 0,1 1,2 0,2 1,1 0,2 2,1 0,2 1,-18 26,1 1,0 0,0 1,1-1,-1 1,1 0,1 1,-1 0,0 0,7-2,-11 5,0 0,0 0,0 1,1-1,-1 1,0-1,1 1,-1 0,0 0,1 1,-1-1,0 1,0 0,0-1,1 2,-1-1,0 0,0 0,0 1,0 0,-1-1,1 1,0 0,-1 1,1-1,-1 0,1 2,5 8,0-1,-1 1,-1 1,0-1,-1 1,0 0,-1 0,-1 0,0 1,0 0,-2-1,1 1,-2 0,0 0,0 0,-2-1,0 1,0 2,0-8,-1 1,1-1,-1 0,-1 0,0 0,0-1,0 1,-1-1,0 0,0 0,-1-1,0 1,0-1,0-1,-1 1,0-1,0 0,0 0,-1-1,0 0,0-1,0 0,0 0,0 0,0-1,-1 0,1-1,-3 0,-12 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4.7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0 530,'46'-102,"-4"-1,12-57,1 7,-55 153,-1-1,1 1,0 0,0-1,0 1,0 0,0-1,0 1,0-1,0 1,0 0,0-1,0 1,0 0,0-1,1 1,-1-1,0 1,0 0,0-1,0 1,1 0,-1 0,0-1,0 1,1 0,-1-1,0 1,0 0,1 0,-1-1,0 1,1 0,-1 0,0 0,1 0,-1 0,0-1,1 1,-1 0,1 0,-1 0,0 0,1 0,-1 0,0 0,1 0,-1 0,1 0,-1 0,0 0,1 1,-1-1,0 0,1 0,-1 0,0 0,1 1,-1-1,0 0,1 0,-1 1,0-1,0 0,1 1,3 24,-2-1,-4-15,2 0,-1 0,1 0,1 0,0 0,0 0,1 0,0 0,0 0,1 0,0-1,1 1,-1-1,2 0,-1 0,1-1,0 1,1-1,0 0,0-1,1 1,-1-1,1 0,3 1,3-2,0 0,1-1,-1 0,1-1,0 0,0-1,1-1,3 0,60 9,-76-10,0 0,0 1,-1-1,1 1,0 0,-1-1,1 1,0 0,-1 0,1 0,-1 0,1 1,-1-1,0 0,0 0,1 1,-1-1,0 1,0-1,0 1,0 0,-1-1,1 1,0 0,-1-1,1 1,-1 0,0 0,1 0,-1 0,0-1,0 2,-12 61,8-51,-1 3,-16 90,21-102,0 0,0 0,0 1,1-1,-1 0,1 0,0 1,0-1,1 0,-1 0,1 0,0 0,0-1,0 1,0 0,1-1,-1 0,1 1,0-1,0 0,0 0,1-1,0 2,3 0,0-1,0 1,1-1,-1-1,1 1,0-1,0-1,0 1,0-1,0-1,0 1,0-1,0-1,0 1,0-2,0 1,0-1,3-1,6-2,-1-1,0 0,-1-1,1-1,-1 0,-1-1,0 0,4-5,0-2,0-1,-2-1,0 0,-1-1,-1 0,-1-2,-1 1,0-2,-2 1,0-1,-2-1,0 0,-2 0,0-1,1-20,-6 37,0 4,0 0,0-1,0 1,-1 0,0-1,0 1,0 0,0-1,0 1,0 0,-1-1,0 1,0 0,0 0,0 0,-1-2,-11 11,5 6,0 0,0 1,2 0,-1 0,2 0,0 1,0 0,1 0,0 4,-1 0,1 1,1-1,0 1,1 0,1-1,1 1,1 5,0-16,0 0,0 0,1-1,0 1,0 0,1-1,0 0,0 0,1 0,0 0,0 0,1-1,0 1,0-1,0 0,1-1,-1 1,5 2,2-1,0 0,1-1,-1-1,1 1,0-2,1 0,-1-1,1 0,0-1,-1 0,1-1,0-1,13-1,42-3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5.2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 57,'5'-6,"1"1,-1 0,1 0,1 0,-1 1,1 0,-1 1,1-1,0 1,1 0,-1 1,0 0,1 0,-1 1,1 0,-1 0,1 0,0 1,-1 0,1 1,0 0,-1 0,1 1,-1-1,1 2,-1-1,0 1,0 0,0 0,0 1,-1 0,0 1,1-1,-1 1,0 0,2 4,-1 0,0 1,0 0,-1 0,0 0,-1 1,0-1,-1 1,0 1,0-1,-2 0,1 1,-1 0,-1-1,0 4,0 17,-1 1,-2-1,-1-1,-1 1,-2 2,-89 371,92-392,0 0,1 0,0 0,1 0,0 0,2 0,-1 0,2 0,-1 0,2 0,0 0,0-1,1 1,1-1,0 0,0 0,2 0,-1-1,1 0,1-1,7 9,-5-11,-1 0,2-1,-1-1,1 0,0 0,0-1,0 0,1-1,-1 0,1-1,0 0,0-1,1-1,-1 1,0-2,7 0,-11 0,-1-1,1 1,-1-1,0-1,1 1,-1-1,0-1,0 1,0-1,0-1,-1 1,1-1,-1 0,0 0,0-1,0 0,-1 0,0 0,0-1,0 0,0 0,-1 0,0 0,0-1,-1 1,0-1,1-3,-1-2,0-1,-1 1,0-1,-1 0,0 1,-1-1,-1 0,0 1,0-1,-1 1,-1-1,0 1,-1 0,-1 0,-3-7,-4-9,-2 1,-1 0,-2 1,0 1,-21-23,11 18,-1 1,-2 1,-1 1,-1 2,-1 1,-1 1,-1 2,-1 2,-1 1,-1 2,0 2,-1 1,0 2,-28-4,56 13,2 1,18 1,105-1,-1-4,0-5,0-6,38-12,-46 10,-44 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6.2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2832 16,'-8'-3,"1"0,-1 1,0 0,0 0,0 0,0 1,0 1,0-1,0 1,0 1,0-1,0 1,0 1,0 0,0 0,0 0,1 1,-1 0,1 0,0 1,0 0,-5 4,-45 26,1 2,2 3,2 2,1 2,-3 8,-211 212,11 11,-117 174,-776 1021,1105-1415,5-6,-1-2,-3-1,-22 18,62-62,0 1,0-1,0 1,1-1,-1 0,0 0,0 1,-1-1,1 0,0 0,0 0,-1 0,1 0,0-1,-1 1,1 0,-1 0,1-1,-1 1,1-1,-1 0,1 1,-1-1,0 0,1 0,-1 0,1 0,-1 0,0 0,1-1,-1 1,1 0,-1-1,1 1,-1-1,1 0,-1 1,1-1,0 0,-1 0,1 0,0 0,0 0,-1 0,-4-15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6.5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334 1,'-16'25,"-10"24,-4 22,-3 17,-2 12,1 7,-2 1,4-4,3-11,3-16,7-19,6-25,8-26,10-26,7-23,5-19,-1 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6.8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0,'0'11,"0"0,0-1,1 1,0 0,0-1,1 1,1-1,0 0,0 0,1 0,1 0,-1 0,2-1,-1 0,1 0,0 0,1-1,0 0,1 0,-1-1,1 0,1 0,4 3,17 4,0-2,1-1,0-1,1-1,0-2,0-1,1-2,-1-1,32-2,-7 3,83 17,-137-21,0 1,0 0,0-1,0 1,0 0,0 1,0-1,0 0,-1 1,1 0,-1 0,1-1,-1 1,1 1,-1-1,0 0,0 1,0-1,-1 1,1-1,0 1,-1 0,0-1,0 1,0 0,0 0,0 0,0 0,-1 0,1 0,-1 1,0-1,0 0,0 0,-1 0,1 0,-1 0,1 0,-2 3,-4 7,0-1,0 0,-1 0,-1 0,0-1,-1 0,0-1,-10 10,-37 33,-2-3,-3-2,-1-2,-48 24,-61 19,103-63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8.2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159 249,'-16'14,"2"1,0 0,1 2,0-1,2 1,0 1,0 0,2 1,0 0,2 0,0 1,1 0,1 0,0 0,2 1,1 0,0-1,1 1,2 0,0 0,3 13,-4-25,0 0,1 0,0 0,0-1,1 1,0 0,1-1,0 1,0-1,1 0,0 0,0 0,1-1,0 0,0 1,1-2,0 1,0-1,1 0,-1 0,1 0,1-1,-1 0,1-1,0 0,0 0,0 0,0-1,0 0,1-1,0 0,-1 0,1-1,0 0,4-3,-1 1,0-2,0 1,0-2,0 1,-1-2,0 0,1 0,-2-1,1 0,-1-1,0 0,0-1,-1 0,0 0,1-2,8-9,0-1,-1-1,-2-1,0 0,-1-1,-2 0,1-3,1-7,-1-1,-1 0,-2-1,-2 0,-1-1,-1 0,-2 0,-2 0,-1-1,-2 1,-2 0,-5-26,8 56,0 0,-1 0,0 0,0 0,-1 1,1-1,-1 0,-1 1,1-1,-1 1,0 0,0 0,0 0,-1 0,1 0,-1 1,-1 0,1 0,-1 0,1 0,-1 0,0 1,0 0,0 0,-1 1,1-1,-1 1,0 0,1 1,-2-1,-2 3,0 1,0 0,1 0,-1 0,1 1,-1 1,1-1,0 1,0 1,1-1,-1 1,1 1,0-1,0 1,-5 7,-17 19,2 0,1 2,1 2,3 0,0 1,3 1,1 1,0 5,-35 83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29.7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0 714,'19'4,"-1"-2,1 0,-1-1,1-1,-1-1,1 0,-1-1,0-1,0-1,0-1,0 0,0-2,-1 0,0 0,-1-2,0 0,0-1,-1 0,11-10,-18 13,0 1,-1-2,0 1,0-1,0 0,-1-1,0 1,-1-1,0 0,0-1,3-9,-7 18,-1-1,1 1,-1-1,0 1,1-1,-1 0,0 1,0-1,0 1,0-1,0 0,0 1,0-1,-1 1,1-1,0 0,-1 1,0-1,1 1,-1 0,0-1,0 1,1-1,-1 1,0 0,0 0,-1 0,1-1,0 1,0 0,-1 0,1 0,0 1,-1-1,1 0,-1 1,1-1,-1 0,1 1,-1 0,1-1,-1 1,0 0,1 0,-1 0,1 0,-1 0,0 0,1 0,-1 1,1-1,-1 1,1-1,-1 1,1-1,-1 1,1 0,-1 0,-7 4,1 0,0 0,0 1,1 0,-1 1,2-1,-1 1,0 1,1-1,1 1,-1 0,1 0,1 1,0 0,0 0,0 0,1 0,0 0,1 1,0-1,1 1,0-1,0 1,1 0,0 0,1-1,1 7,-1-6,1-1,0 1,0-1,1 1,0-1,0 0,1 0,1-1,-1 1,1-1,1 0,-1 0,2 0,-1-1,1 0,0 0,0-1,0 0,1 0,0-1,1 0,-1 0,1-1,0 0,0 0,0-1,0-1,1 1,-1-1,1-1,-1 0,1 0,0-1,0 0,5-1,0-5,0 0,-1-1,1-1,-1 0,-1-1,0 0,0-1,-1 0,0-1,-1-1,0 0,-1 0,0-1,-1 0,0-1,-1 0,6-15,14-15,-26 39,0 0,1 1,0-1,0 1,0 0,0 0,0 0,1 0,0 1,0-1,0 1,0 0,0 0,1 0,0 1,-1 0,1 0,0 0,0 0,0 1,0 0,0 0,0 0,0 0,1 1,-1 0,0 0,0 0,0 1,1 0,0 0,7 5,0 1,0 1,0 0,-1 0,0 1,-1 1,0 0,-1 0,0 1,0 0,-1 1,0 0,-1 1,-1 0,0 0,-1 0,0 1,3 13,-6-21,-1 0,-1 0,1 0,-1 0,0 0,0 0,0 0,-1 0,0 0,-1 0,1 1,-1-1,0 0,-1 0,1 0,-1-1,0 1,-1 0,1-1,-1 1,0-1,-1 0,1 0,-1 0,0 0,0-1,0 1,-4 2,1-2,0-1,-1 1,1-1,-1-1,0 1,0-1,-1-1,1 1,0-1,-1-1,1 0,-1 0,1 0,-2-1,6 0,0 0,-1-1,1 1,0-1,-1 0,1 0,0 0,0-1,0 0,0 1,0-1,0 0,1-1,-1 1,1-1,-1 0,1 0,0 0,0 0,0 0,0-1,1 1,-1-1,1 0,0 0,0 1,1-1,-1-2,1-4,0 1,1-1,0 0,0 1,1-1,1 0,0 1,0-1,1 1,0 0,0 0,1 0,0 0,1 1,0-1,0 1,1 0,0 1,0-1,1 1,0 1,5-5,34-33,2 3,1 1,16-7,-11 9,-3-3,-1-2,3-6,-39 34,0-1,-1 0,0-1,-2-1,0 0,-1 0,-1-1,0 0,-2 0,0-1,3-16,-6 16,0-1,-2 1,0-1,-1 0,-2-14,0 35,1 1,-1 0,1-1,-1 1,0-1,1 1,-1-1,0 1,1-1,-1 0,0 1,1-1,-1 0,0 1,0-1,1 0,-1 0,0 0,0 0,0 0,0 1,1-2,-1 1,0 0,0 0,0 0,1 0,-1 0,0-1,0 1,1 0,-1-1,0 1,1 0,-1-1,0 1,1-1,-1 1,0-1,1 0,-1 1,1-1,-1 1,1-1,0 0,-1 0,1 1,-1-1,1 0,0 0,0 1,-1-1,1 0,0 0,0 1,0-1,0 0,0 0,0 0,0 0,0 1,1-1,-1 0,0 0,0 1,1-1,-1 0,0 0,1 1,-1-2,-11 18,1 1,0 0,1 0,1 0,0 1,2 1,-3 8,6-16,-24 77,4 1,4 0,5 2,-3 74,13-147,2 0,1 0,0 0,1 0,1 0,0-1,1 1,2 0,-1 0,2-1,0 0,2 0,-1-1,2 1,0-1,1 0,-4-11,1 0,-1 0,1-1,0 1,0-1,0-1,0 1,1-1,-1 0,1 0,0-1,0 0,0 0,0-1,0 0,0 0,1 0,-1-1,0 0,0-1,1 0,-1 0,0 0,1-1,10-3,0 0,0-2,-1 0,0 0,0-2,0 0,-1-1,12-10,-5 1,0 0,-2-1,0-2,-1 0,-2-1,0 0,-1-2,6-13,-21 34,17-53,-30 53,-41 58,42-39,1 1,0 0,1 1,0-1,1 1,1 1,1 0,-2 13,6-23,-1 0,2 0,-1 0,1 0,0-1,1 1,0 0,0 0,0 0,1-1,1 1,-1-1,1 1,0-1,1 0,0 0,0 0,0-1,1 0,0 1,4 3,1-2,0 0,1-1,0 0,0 0,1-1,0-1,0 0,0 0,1-1,-1-1,1 0,0-1,2 0,41 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0.0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3,'34'-2,"44"1,46 4,39 3,28 5,11 3,-13 2,-38-3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1.0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0,'152'395,"-152"-392,1 0,0-1,-1 1,1 0,0 0,0-1,1 1,-1 0,1-1,-1 0,1 1,0-1,0 0,0 0,0 0,0 0,0 0,0 0,1 0,-1-1,1 1,-1-1,1 0,0 0,0 0,-1 0,1 0,0-1,0 1,0-1,0 0,0 0,0 0,-1 0,1 0,3-1,4-7,0-1,-1 1,0-2,0 1,-1-1,-1-1,1 1,-2-1,1-1,-2 1,1-1,-1-1,-5 12,61-159,-73 229,10-59,-2 11,0 0,1 0,1 1,2-1,0 0,2 14,-1-31,0 0,0 0,0 0,1 0,0 0,0-1,0 1,0-1,0 1,1-1,-1 0,1 0,0 0,0-1,0 1,1 0,-1-1,1 0,-1 0,1 0,-1 0,1-1,0 1,0-1,0 0,0 0,0-1,0 1,0-1,0 0,0 0,0 0,1 0,-1-1,0 0,0 0,0 0,-1 0,1 0,0-1,0 0,-1 0,1 0,7-5,0-1,-1-1,0 0,-1 0,1-1,-2 0,0-1,0 0,-1 0,0 0,-1-1,0 0,-1-1,0 1,-1-1,0 0,-1 0,-1 0,0 0,-1 0,0-8,-28 138,24-100,0-1,0 0,0 0,2 0,0 1,1-1,1 0,0 1,4 14,-5-29,1 1,0-1,0 1,0-1,0 1,0-1,0 0,1 1,-1-1,1 0,0 0,-1 0,1 0,0 0,0-1,0 1,1-1,-1 1,0-1,1 0,-1 0,0 0,1 0,0 0,-1 0,1-1,-1 1,1-1,0 0,-1 0,1 0,0 0,-1 0,2 0,4-2,0 0,0 0,0 0,0-1,0-1,0 1,-1-1,1 0,-1-1,2-2,2-1,-1-1,0-1,-1 0,0 0,-1-1,0 0,0-1,-1 1,-1-1,0-1,-1 1,0-1,-1 0,0 0,-1 0,0-1,-1 1,-1-1,0 0,-1-7,0 20,0 1,1-1,-1 0,0 1,0-1,1 0,-1 1,0-1,0 0,0 1,0-1,0 0,0 0,0 1,0-1,0 0,0 1,0-1,0 0,-1 1,1-1,0 0,0 1,-1-1,1 0,0 1,-1-1,1 1,-1-1,1 1,-1-1,1 1,-1-1,1 1,-1-1,1 1,-1 0,0-1,1 1,-1 0,0-1,1 1,-1 0,0 0,1 0,-1 0,0 0,1 0,-1 0,0 0,1 0,-2 0,-4 10,0 0,0 1,1-1,1 1,0 0,0 1,1-1,0 1,1-1,1 1,-1 5,1-10,0 1,0 0,0 0,1 0,0 0,1 0,0 0,0-1,1 1,-1 0,2-1,-1 1,1-1,0 0,1 1,0-2,0 1,0 0,1-1,0 0,0 0,1 0,-1-1,1 1,1-1,6 3,0-2,1 1,-1-1,1-1,1-1,-1 0,12 2,39 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1.6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484 139,'-3'-7,"-1"0,1 0,-1 0,0 0,-1 1,0 0,0 0,0 0,0 1,-1 0,0 0,0 0,-1 0,1 1,-1 0,0 1,0-1,0 2,-1-1,1 1,-1 0,1 0,-1 1,0 0,0 0,1 1,-1 0,0 0,0 1,1 0,-1 0,0 1,1 0,-1 0,1 1,0 0,-1 1,-9 1,0 2,0 0,1 1,0 1,0 0,1 1,0 1,1 0,0 1,1 0,0 1,1 1,1 0,-5 8,14-20,0 0,1 1,-1 0,1-1,0 1,0 0,0-1,0 1,0 0,1 0,-1 0,1 0,0 0,0 0,0 0,0 0,0 0,1-1,-1 1,1 0,0 0,0 0,0 0,0-1,0 1,1 0,-1-1,1 0,0 1,-1-1,1 0,0 1,1-1,1 1,7 3,0-2,1 1,-1-1,1-1,0 0,0-1,0 0,0 0,1-2,-1 1,0-2,1 0,-1 0,0-1,0 0,0-1,8-3,6-1,0-1,-1-1,0-1,0-1,-1-2,0 0,-2-1,2-3,-13 10,-1-1,0-1,0 0,-1 0,0-1,-1 0,0-1,-1 1,0-1,0-1,-2 0,1 1,-1-2,-1 1,0 0,-1-1,1-6,-5 1,-7 23,-10 28,10-13,1-1,1 1,1 0,0 1,2-1,-1 13,3-27,1 0,0 0,0 0,0 1,1-1,0 0,0 0,0 0,1 0,0-1,0 1,1 0,-1-1,1 1,1-1,-1 0,1 0,-1 0,1 0,1-1,-1 0,1 0,-1 0,4 1,-1-1,1 0,0-1,0 0,0 0,1-1,-1 0,1 0,-1-1,1 0,-1-1,1 0,0 0,-1-1,1 0,-1 0,1-1,-1 0,1-1,11-4,-2 0,1-1,-1 0,0-2,-1 0,0-1,4-4,-5 2,-1 0,0 0,-2-2,1 0,-2 0,0-1,-1-1,0 1,-2-2,0 0,2-7,-4 4,-14 28,-3 20,1 0,1 0,2 1,1 0,1 0,1 0,1 8,1-30,1 1,-1 0,1-1,1 1,-1 0,1-1,0 1,0 0,1-1,0 1,0-1,1 0,0 0,0 0,0 0,0 0,1-1,0 1,1-1,-1 0,1-1,0 1,5 3,17 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1.8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 1,'-18'4,"-7"9,2 11,9 8,21 8,9-3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2.6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1,'18'25,"-1"0,-2 2,-1 0,-1 0,-1 1,-1 1,-2 0,-1 1,-1-1,-2 1,1 25,0-22,-2 0,-1 0,-2 0,-1 0,-1 1,-2-1,-6 25,8-55,0 0,0 0,0 0,-1 0,1 0,-1 0,1-1,-1 1,0-1,0 1,0-1,-1 0,1 1,-1-1,1 0,-1 0,1-1,-2 2,2-2,0 1,0 1,0 0,0 0,0 0,0 0,1 0,-1 0,1 0,0 1,0-1,0 1,1-1,-1 1,1-1,0 1,0-1,0 1,0-1,0 1,1-1,-1 14,-25 363,23-317,-1-37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3.7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1 826,'0'-237,"13"151,-12 84,1 0,-1-1,0 1,0 0,1-1,-1 1,1 0,0 0,0 0,0 0,0 1,0-1,0 1,0-1,0 1,1-1,-1 1,1 0,-1 0,1 0,-1 1,1-1,-1 1,1-1,0 1,-1 0,1 0,0 0,-1 0,1 0,0 1,14 3,-1 1,1 0,-1 1,0 1,0 1,-1 0,0 1,0 1,-1 0,-1 1,1 0,1 4,-4-7,-1 0,0 1,0 1,-1 0,0 0,-1 1,0 0,-1 0,0 1,0 0,-2 0,1 0,-2 1,1 2,-4-12,-1 0,0 0,0 0,-1 0,1 0,0 0,-1 1,0-1,0 0,0 0,0-1,0 1,-1 0,1 0,-1-1,1 1,-1 0,0-1,0 0,-1 1,1-1,0 0,-1 0,1-1,-1 1,1 0,-1-1,0 1,0-1,0 0,0 0,0 0,-2 0,-9 3,1-1,0-1,-1 0,0-1,1 0,-1-1,-2-1,8 1,-1-1,0 1,1-2,-1 1,1-1,0-1,0 1,0-1,0-1,0 1,0-2,1 1,0-1,0 0,-3-2,9 6,0 0,0 0,1 0,-1 0,0 0,0 0,1 0,-1 0,0-1,1 1,-1 0,1 0,-1 0,1-1,0 1,0 0,0 0,-1-1,1 1,0 0,0-1,1 1,-1 0,0 0,0-1,1 1,-1 0,1 0,-1-1,1 1,-1 0,1 0,0 0,-1 0,1 0,0 0,0 0,0 0,45-27,-3 16,0 1,1 3,-1 2,1 1,1 2,36 4,-66-3,0 1,0 1,1 1,-1 0,0 1,0 0,-1 1,1 1,0 1,-1 0,0 0,0 2,5 3,-15-6,-1 0,1 1,-1-1,0 1,0 0,0 0,-1 0,0 1,0-1,0 0,-1 1,1 0,-1-1,-1 1,1 0,-1-1,0 1,0 0,-1-1,1 1,-1 0,0-1,-1 1,0-1,-1 3,0 12,2-18,1-1,0 1,-1 0,1-1,0 1,0 0,0-1,0 1,0 0,1-1,-1 1,0 0,1-1,-1 1,1 0,0-1,-1 1,1-1,0 1,0-1,0 0,0 1,0-1,0 0,1 0,-1 1,0-1,1 0,-1 0,0-1,1 1,-1 0,1 0,0-1,-1 1,1-1,-1 1,1-1,0 0,-1 1,1-1,0 0,0 0,10-1,-1 0,1 0,-1-1,0 0,0-1,0-1,0 0,0 0,-1-1,0 0,0-1,0 0,0 0,-1-1,0-1,-1 1,4-5,-2 1,0-1,-1-1,-1 0,0 0,0-1,-1 0,-1 0,0 0,-1-1,-1 0,1-5,-6 101,1-59,1-1,1 0,0 1,2-1,0 0,7 18,-8-31,0 0,0 0,1-1,0 0,0 1,1-1,-1-1,2 1,-1-1,1 0,0 0,0-1,1 1,-1-1,1-1,0 1,1-1,-1 0,3 0,-2-1,1-1,-1 0,1 0,0 0,0-1,0-1,0 0,0 0,0 0,0-1,-1-1,1 1,0-1,0-1,-1 0,0 0,1 0,-1-1,0-1,-1 1,2-2,8-6,-2 0,1-1,-1-1,-1 0,-1-1,0 0,-1-1,0-1,0-2,27-57,-3-3,-3-1,-4-1,-4-1,12-68,-17 70,45-155,-165 488,46-128,23-52,3 1,3 1,4 2,-12 76,31-137,1 1,0-1,1 0,1 0,1 1,0-1,1 0,0 0,2 0,-3-9,1-1,-1 1,1-1,1 1,-1-1,1 0,0-1,1 1,-1-1,1 1,0-1,1-1,-1 1,1-1,0 0,0 0,0 0,0-1,1 0,-1-1,5 2,-2-2,0 0,1-1,-1 0,0 0,1-1,-1 0,1-1,-1 0,0 0,0-1,1 0,-1-1,-1 0,1-1,0 0,-1 0,1 0,-1-1,5-5,18-12,-2-3,0 0,-2-2,5-7,-21 23,76-75,-87 86,1 0,0 0,0 0,-1 0,1-1,0 1,-1 0,1 0,0 0,0 0,-1 1,1-1,0 0,0 0,-1 0,1 1,0-1,-1 0,1 0,0 1,-1-1,1 1,-1-1,1 1,0-1,-1 1,1-1,-1 1,1-1,-1 1,0 0,1-1,-1 1,0 0,1-1,-1 1,0 0,0-1,0 1,1 0,-1 0,0-1,0 1,0 0,0 0,0-1,0 1,-1 0,1 0,0-1,0 1,0 0,-1-1,1 1,0 0,-1-1,1 1,-1 0,1-1,-1 1,1-1,-1 1,1-1,-1 1,1-1,-1 1,-37 103,29-85,1 1,1 1,0 0,2 0,0 0,1 0,0 19,6-15,3-7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4.2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327 165,'-62'-32,"-1"3,-59-18,81 32,2-1,40 16,-1-1,1 1,-1 0,0 0,1-1,-1 1,0 0,1-1,-1 1,0 0,1-1,-1 1,0 0,0-1,1 1,-1-1,0 1,0 0,0-1,0 1,0-1,0 1,1-1,-1 1,0-1,0 1,0 0,-1-1,1 1,0-1,0 1,0-1,0 1,0-1,0 1,-1 0,1-1,0 1,0-1,-1 1,1 0,0-1,0 1,-1 0,1-1,0 1,-1 0,1 0,-1-1,1 1,0 0,-1 0,28-3,1 1,-1 1,0 1,1 2,9 2,-15-2,43 3,-2 3,1 3,-1 3,-1 2,0 3,-2 3,40 20,-88-36,1 0,-1 0,-1 1,0 1,0 0,0 0,-1 1,0 1,0-1,-2 2,1-1,-1 1,0 1,-1-1,-1 1,0 0,0 1,-1-1,-1 1,0 2,-1 8,-2 0,-1 0,-1-1,-1 1,0 0,-2-1,-1 1,-1-1,0 0,-2-1,-2 3,-15 57,24-78,0-2,0 1,0-1,0 1,1-1,-1 1,1-1,-1 1,1 0,-1-1,1 1,0-1,0 1,0 0,0-1,0 1,0 0,0-1,0 1,1 0,-1-1,1 1,-1-1,1 1,0 0,-1-1,1 0,0 1,0-1,0 1,0-1,0 0,0 0,1 0,-1 0,0 0,1 0,4-1,0 0,0-1,0 0,0-1,0 1,-1-1,1 0,0-1,-1 0,0 1,1-1,-1-1,0 1,-1-1,2-1,19-15,-1-1,-1-2,0 0,9-15,47-47,-65 79,-21 27,5-16,-46 130,46-128,1 0,0 0,1 1,0-1,0 0,0 0,1 0,0 0,0 0,1 0,0 0,0 0,1-1,0 1,0-1,0 0,1 1,0-1,2 2,8 6,1-1,0 0,1-1,1-1,-1 0,2-1,0-1,0-1,0 0,1-2,9 3,160 38,-109-34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5.1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0 557,'14'-14,"-1"-1,-1 0,0-1,-1 0,-1-1,0 0,-1 0,-1-1,-1-1,-1 1,0-1,1-11,1-4,-1-1,-2 0,-1 0,-2 0,-1-1,-4-31,-8 28,11 38,0 1,-1-1,1 0,0 1,-1-1,1 1,-1-1,1 1,0-1,-1 1,1-1,-1 1,0 0,1-1,-1 1,1 0,-1-1,1 1,-1 0,0 0,1 0,-1-1,0 1,1 0,-1 0,0 0,1 0,-1 0,0 0,1 0,-1 0,1 1,-1-1,0 0,1 0,-1 0,0 1,1-1,-1 0,1 1,-1-1,1 0,-1 1,1-1,-1 1,1-1,-1 1,1-1,0 1,-1-1,1 1,0 0,-1-1,1 1,-3 2,0 0,0 1,0-1,0 1,1-1,-1 1,1 0,0 0,0 0,1 0,-1 0,1 0,0 1,0-1,0 0,1 1,0-1,-1 0,2 1,-1-1,0 1,1-1,0 0,0 1,0-1,0 0,1 0,0 0,-1 0,2 0,-1 0,0 0,1-1,0 1,-1-1,1 0,1 0,1 2,11 2,1 0,0-2,0 1,0-2,1-1,-1 0,1-1,10 0,19 3,70 24,-112-27,-1 0,1 0,0 1,-1 0,0 0,1 0,-1 0,0 1,-1 0,1 0,-1 0,0 0,0 0,0 1,0-1,-1 1,0 0,1 0,-2 0,1 0,0 3,0 6,-2 1,1-1,-2 0,0 1,0-1,-2 0,1 0,-2 0,-1 4,-13 75,18-90,0 0,-1 0,1 0,0 0,1 1,-1-1,1 0,-1 0,1 0,0 0,0 0,0 0,0 0,1-1,-1 1,1 0,0-1,0 1,0-1,0 1,0-1,0 0,0 0,1 0,-1 0,1 0,0-1,0 1,-1-1,1 0,0 0,2 1,10 0,0 0,0-2,0 1,1-2,-1 0,0-1,0 0,0-1,-1-1,1-1,-1 0,0 0,0-1,-1-1,1-1,-1 0,-1 0,0-1,7-7,-6 6,0-1,-1 0,0-1,-1-1,-1 0,0 0,0-1,-1 0,-1 0,-1-1,0 0,0-1,-2 1,0-1,-1 0,0-1,-1 1,-1-7,-16-40,14 62,-1 0,0 0,0-1,0 1,0 0,0 0,0 0,-1 0,1 1,0-1,0 0,-1 0,1 1,0-1,-1 1,1-1,-1 1,1-1,-1 1,1 0,-1 0,1 0,-1 0,1 0,0 0,-1 0,1 0,-1 1,1-1,-1 1,1-1,-1 1,1-1,0 1,-1 0,1-1,0 1,0 0,-1 1,-7 5,2 1,-1 0,1 0,1 1,-1 0,1 0,1 0,0 1,0-1,1 1,0 1,1-1,0 0,0 1,1 0,1-1,0 1,0 0,1 0,0 0,1 0,1-1,1 7,-1-8,1 0,0 1,1-1,0-1,1 1,0-1,0 1,0-1,1-1,1 1,-1-1,1 0,0-1,1 1,0-1,0-1,0 0,0 0,1 0,6 1,5 2,-1 0,1-2,0-1,0 0,1-1,0-2,-1 0,1-1,6-1,48-8,-10-5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5.6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313 1,'-54'449,"40"-289,-6-1,-7 0,-14 23,41-180,-7 28,-1-2,-2 1,-1-2,0 1,-3-1,0-1,-2 1,16-28,0-1,0 1,0 0,0 0,0 0,0-1,0 1,0 0,-1 0,1 0,0-1,-1 1,1 0,-1 0,1 0,-1 0,0 0,1 0,-1 0,0 0,0 0,0 0,0 0,0 1,0-1,0 0,0 1,0-1,0 1,0-1,0 1,0-1,-1 1,1 0,0-1,0 1,0 0,-1 0,1 0,0 0,0 0,-1 0,1 0,0 1,0-1,0 0,-1 1,1-1,0 1,0-1,0 1,0-1,0 1,0 0,0 0,0 0,0-1,0 1,0 0,1 0,-1 0,0 0,1 0,-1 0,1 0,-1 1,1-1,-1 0,1 0,0 1,-5-32,2 0,1 0,1 1,2-1,4-29,-4 45,11-104,4 0,6 0,4 2,7-1,-28 92,2 1,1 0,1 1,0 0,2 0,1 1,1 0,0 1,2 1,0 0,2 1,6-6,-17 21,1 0,0 0,0 0,0 1,0 0,0 1,1-1,-1 1,1 1,-1-1,1 1,0 1,0 0,-1 0,1 0,0 1,0 0,-1 0,1 1,-1 0,1 0,3 3,8 2,-2 2,1 0,-1 0,-1 2,0 0,0 1,-1 1,5 6,-12-12,-1 0,0 1,0 0,-1 0,0 1,-1 0,0 0,2 4,-6-10,0 0,0 0,0-1,0 1,-1 0,1 0,-1 0,0 0,0 0,0 0,0 0,0 0,-1 0,1 0,-1 0,0 0,0 0,0-1,0 1,0 0,-1 0,1-1,-1 1,0-1,1 0,-1 1,0-1,-1 0,1 0,-3 1,-10 7,0-1,-1-1,0 0,0-1,-1-1,0 0,0-2,0 0,-3 0,-52 15,57-14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36.3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1 486,'30'-86,"3"1,4 1,32-49,-30 58,-40 76,1-1,-1 0,1 0,-1 0,1 1,-1-1,0 0,1 0,-1 0,1 0,-1 0,0 0,1 0,-1 0,1 0,-1 0,1 0,-1-1,0 1,1 0,-1 0,1-1,-1 1,1 0,-1-1,1 1,-1 0,1-1,-1 1,1 0,0-1,-1 1,1-1,0 1,-1-1,1 1,0-1,0 1,-1-1,1 0,0 1,0-1,0 1,0-1,0 1,0-1,0 0,0 1,0-1,0 1,0-1,0 0,0 1,0-1,0 1,1-1,-1 1,0-1,0 1,1-1,-1 1,0-1,1 1,-1-1,1 1,-1-1,1 1,-43 27,29-16,0 2,0-1,2 2,-1-1,2 2,0-1,1 1,0 1,1 0,1 0,0 0,2 1,0 0,-1 8,5-18,1-1,0 1,0-1,1 1,-1 0,2-1,-1 1,1-1,0 0,0 1,0-1,1 0,0 0,1-1,-1 1,1-1,0 1,0-1,1 0,-1-1,1 1,0-1,0 0,1 0,0-1,-1 1,1-1,0 0,0-1,0 0,1 0,-1 0,6 1,-3 0,0 0,0 0,0-1,0 0,1-1,-1 0,1 0,-1-1,1 0,-1-1,1 0,-1 0,0-1,1-1,-1 1,0-1,0-1,-1 0,1 0,-1-1,0 1,0-2,0 1,-1-1,0-1,0 1,0-1,-1 0,0-1,2-3,29-84,-32 76,1 1,1 0,1 0,1 1,0 0,1 0,-9 15,1 0,-1 0,1-1,0 1,-1 1,1-1,0 0,0 0,0 1,1-1,-1 1,0-1,0 1,1 0,-1 0,1 0,-1 1,1-1,0 0,-1 1,1 0,-1-1,1 1,0 0,-1 1,1-1,0 0,-1 1,1-1,-1 1,1 0,0 0,4 2,-1 1,0-1,0 1,0 1,0-1,-1 1,1 0,-1 0,-1 0,1 1,1 2,2 4,-1 0,0 0,-1 1,0 0,-1 0,0 0,-1 0,-1 1,0 0,-1 0,0 0,-1 0,-1 0,0 0,-1 0,0 0,-1-1,-1 1,0 0,-1-1,-1 1,-4 8,-88 166,76-156,1 1,2 1,2 1,1 1,2 0,1 0,0 8,11-38,-1-1,1 0,0 0,1 1,-1-1,1 1,1-1,-1 1,0-1,1 0,0 1,1-1,-1 0,1 0,0 0,0 0,1 0,-1 0,1 0,0-1,0 1,1-1,-1 0,1 0,0 0,0-1,0 1,1-1,-1 0,1 0,0-1,0 1,-2-2,-1-1,1 1,-1-1,1 1,-1-1,1 0,0 0,-1-1,1 1,-1 0,1-1,-1 1,1-1,-1 0,1 0,-1 0,0 0,1 0,-1-1,0 1,0-1,0 1,0-1,0 0,0 0,-1 1,1-1,0-1,-1 1,0 0,1 0,0-3,23-81,-24 63,-1-1,0 1,-2 0,-1 0,-1 0,0 0,-2 0,-1 1,0 0,-2 0,-1 1,0 0,-2 1,0 0,-1 1,-1 0,-1 1,0 1,-2 0,-3-2,9 10,1 0,-2 1,1 0,-1 1,0 0,0 1,-1 0,0 1,0 0,0 1,-1 1,1 0,-2 1,-1 9,37 5,23-4,-1-1,1-2,0-1,34-3,-30-1,49 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58.8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4 401,'2'-31,"2"0,1 0,1 1,2 0,1 0,1 1,2 0,0 1,2 0,2 1,6-8,-20 32,-1 0,1 0,-1 0,1 0,0 1,0-1,0 1,0 0,0-1,0 1,0 0,1 0,0 0,-1 1,1-1,0 0,2 0,-4 3,0 0,1 1,-1-1,0 0,0 0,0 1,0-1,0 1,0-1,0 1,-1-1,1 1,0 0,-1-1,0 1,1 0,-1-1,0 1,0 0,0-1,0 1,0 0,0 0,0-1,-1 2,2 0,-3 37,0-1,-3 0,-1 0,-2-1,-2 0,-12 32,-15 66,24-77,-33 116,31-147,1-7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5:59.1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13,'-2'-3,"4"3,10 0,15 0,16 1,17-3,12 0,2-1,-1 1,-8 1,-11 2,-13 4,-14 3,-11 2,-11 2,-8 2,-6-3,-2-2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00.5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359 389,'-2'1,"0"0,0 0,0 0,0 0,0 0,0-1,0 1,0-1,-1 1,1-1,0 0,0 0,-1 0,1 0,0 0,0 0,-1-1,1 1,0-1,0 1,0-1,0 0,0 0,0 0,0 0,0 0,0-1,0 1,0 0,1-1,-1 1,1-1,-1 0,1 0,0 1,-1-1,1 0,0 0,0 0,0-1,-4-15,1 0,0 0,2-1,0 1,1-1,0 1,2-1,0 1,3-10,-4 21,1-1,0 0,0 0,1 1,0-1,1 1,-1-1,1 1,1 0,0 0,0 0,0 1,0-1,1 1,0 0,1 0,-1 1,1 0,0 0,1 0,-1 0,1 1,0 0,0 1,0 0,0-1,5 2,-1 0,0 0,1 1,-1 1,1-1,-1 2,1 0,-1 0,1 1,-1 1,0 0,0 0,0 1,0 0,-1 1,0 0,0 1,0 0,5 5,-7-6,0 1,-1 0,0 1,0 0,0 0,-1 0,0 1,-1 0,0 0,0 0,0 1,-1 0,0-1,-1 2,0-1,-1 0,0 1,0-1,-1 1,0-1,0 1,-1 0,-1 4,-5 8,-1 0,-2 0,0-1,-1 0,0 0,-2-1,-1 0,0-1,-1-1,-1 0,-1-1,-1-1,0 0,-1-2,-17 12,-7 7,-1-2,-2-2,0-2,-2-2,-1-1,-1-3,-38 10,77-28,6-1,0 0,0-1,0 0,0 0,0 0,0 0,-1 0,1-1,0 0,-1 0,1 0,0 0,0-1,-1 1,-2-2,7 2,0-1,0 0,0 1,0-1,-1 1,1-1,0 1,0-1,0 1,0-1,0 1,0-1,1 0,-1 1,0-1,0 1,0-1,0 1,1-1,-1 1,0-1,0 1,1-1,-1 1,0 0,1-1,-1 1,1-1,-1 1,0 0,1-1,-1 1,1 0,-1 0,1-1,-1 1,1 0,-1 0,1 0,-1-1,1 1,0 0,-1 0,1 0,-1 0,1 0,0 0,5 0,1 0,0 0,0 1,-1 0,1 0,-1 0,1 1,-1 0,1 0,-1 1,0 0,0 0,0 0,0 1,-1 0,3 2,8 4,49 30,2-3,1-3,2-3,2-3,0-3,59 11,-129-35,16 3,1-1,0 0,0-1,0-1,0-1,0 0,12-3,-28 2,0 0,0 0,-1-1,1 1,0 0,-1-1,1 0,-1 0,0 0,0 0,0 0,0 0,0 0,0-1,0 1,-1-1,1 1,-1-1,0 0,1 1,-1-1,-1 0,1 0,0 0,-1 0,1-1,-5-78,5 82,-1-1,0 0,0 1,0-1,0 0,-1 1,1-1,0 1,0-1,0 0,0 1,-1-1,1 1,0-1,0 0,-1 1,1-1,-1 1,1-1,0 1,-1-1,1 1,-1 0,1-1,-1 1,1-1,-1 1,1 0,-1 0,0-1,1 1,-1 0,1 0,-1 0,0 0,1-1,-1 1,0 0,1 0,-1 0,0 0,1 0,-1 1,1-1,-1 0,0 0,-4 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03.0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 25,'21'-6,"1"0,0 2,0 0,0 2,1 0,-1 2,18 1,-34-1,1 1,-1 0,1 0,0 0,-1 1,0-1,1 2,-1-1,0 1,0 0,0 0,0 1,-1-1,0 1,1 0,-1 1,-1-1,1 1,-1 0,1 1,-2-1,1 1,0-1,-1 1,0 0,-1 0,1 0,-1 1,0-1,-1 1,1-1,-1 1,-1-1,1 1,-1 0,0-1,-1 1,0 0,-1 5,-1-1,-1-1,0 0,-1 0,0 0,0 0,-1-1,-1 0,1 0,-1 0,-1-1,0 0,0-1,0 1,-9 4,-4 3,-1-2,0 0,-1-1,-1-1,-18 6,36-15,25-8,-9 2,0 1,-1 1,1 0,0 0,0 1,0 1,0-1,0 2,0-1,0 1,0 1,0 0,0 0,-1 1,1 0,-1 1,0 0,0 0,0 1,0 0,-1 0,0 1,0 1,0-1,-1 1,0 0,0 1,-1 0,0 1,1 4,-1 1,-1 0,0 0,-1 0,0 1,-1 0,-1 0,0 0,-1 0,-1 0,0 0,-1 0,-1-1,0 1,-1 0,-1 0,0-1,-1 0,0 0,-7 12,7-19,1-1,-1 1,-1-1,1 1,-1-2,0 1,-1-1,1 1,-1-2,0 1,0-1,-1 0,1-1,-1 1,0-1,1-1,-1 0,-1 0,1 0,0-1,-6 0,-5-1,0 0,0-1,0-1,1-1,-1 0,1-1,-1-1,2-1,-2-1,-35-13,48 20,8 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04.0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250 0,'2'5,"-1"0,1 1,-1-1,0 0,-1 0,1 1,-1-1,0 0,0 0,-1 1,1-1,-1 0,0 0,-1 1,1-1,-1 0,0 0,0 2,-16 44,-1-1,-3-1,-1-1,-3-1,-13 15,-45 85,84-146,-15 39,15-39,0 0,0 0,0 0,0 0,0 0,0 0,1 0,-1 0,0 0,1 0,-1 0,0 0,1-1,-1 1,1 0,-1 0,1 0,0 0,-1-1,1 1,0 0,-1-1,1 1,0-1,0 1,0 0,0-1,0 0,-1 1,1-1,0 0,0 1,0-1,0 0,0 0,0 0,0 0,0 0,1 0,163-2,49-2,-172 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04.3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189 1,'-4'18,"-5"20,-4 19,-5 16,-4 15,-5 12,-3 9,-4 7,2-17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1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445 0,'-34'70,"19"-47,1 1,1 0,1 1,1 0,2 0,0 1,2 1,0-1,2 1,1 0,1 1,2-1,0 0,2 1,1 3,58 308,-58-307,0 9,1 1,2-1,3 0,0-1,6 11,-4-24,-3-13,-1 1,0-1,-1 1,-1 0,-1 1,0-1,0 0,-2 1,0 0,-1-1,0 1,-1 0,-1-1,0 1,-5 14,-40 61,36-74,1 0,1 1,1 0,0 1,1 0,-3 16,6-11,2 1,0 0,2 0,0 0,2 0,1-1,0 1,2 0,6 14,14 38,3 0,14 21,17 43,-36-73,-2 2,-4 0,-3 1,-3 0,-3 1,-3 27,-7-24,-5 0,-2 0,-4-1,-2 0,-4-1,-4-1,-16 33,10-27,4 1,2 1,5 1,3 1,3 1,4-1,3 61,9-105,1-1,2 0,2 0,1 0,2-1,1-1,2 0,4 4,39 68,64 87,-26-43,-77-120,0 0,-3 2,-1 0,-1 1,-2 0,-1 1,-2 0,-1 1,-2 0,-1 0,-2 1,-2-1,-1 1,-2-1,-2 1,-12 49,-5-1,-17 41,-18 72,42-145,2 1,3 0,2 0,3 1,1-1,4 1,1 0,3-1,2 1,3-1,16 48,73 138,-60-154,-4 1,12 51,-34-94,-3 1,-1 0,-3 0,-1 0,-3 1,-1 0,-3-1,-1 1,-3-1,-1 0,-6 15,-16 29,-3-2,-35 63,34-80,3 0,3 2,3 1,-6 38,23-63,2 1,1 0,3-1,2 1,3 0,1 0,2-1,3 0,2-1,5 13,1-5,-4 0,-1 1,-4 0,-1 1,-3 8,-4-50,0-1,-1 1,-1 0,0-1,-1 1,-1-1,0 0,-1 1,-1-2,0 1,-1 0,-2 3,-28 38,-2-2,-3-1,-2-2,-3 0,-12 14,13-14,2 3,3 2,2 1,-3 12,27-43,1 1,2 0,1 1,0 0,2 1,2 0,0 0,2 0,1 1,1-1,2 8,5 25,4 0,2 0,2-1,14 34,13 57,-28-104,-2 0,-2 1,-2 0,-3 1,-1-1,-3 0,-1 1,-3-1,-8 37,-21 27,-5-2,-16 27,-49 138,83-208,3 0,4 1,2 1,3 0,2 45,25 330,-8-358,3-1,4-1,3 0,4-2,13 24,-24-70,11 27,-3 2,-2 0,-3 1,-4 1,-2 1,-7 36,-5 0,-4-1,-19 93,1-2,21-165,0 0,2 0,1 0,1 0,2 1,1-1,1-1,1 1,2-1,6 14,8 4,2-1,3 0,9 10,72 133,-101-173,-1 1,0 1,-2-1,0 0,0 1,-2 0,0 0,-1 0,-1 0,0 0,-2 9,-2-12,0 0,0 1,-2-2,0 1,0-1,-2 0,1 0,-1 0,-1-1,-1-1,1 0,-2 0,1-1,-8 6,6-6,0 0,1 2,1-1,0 1,1 0,0 1,1 0,0 1,1-1,0 2,2-1,-1 1,-1 9,6-12,0 0,0 0,1 0,0 0,1 0,1 0,0 0,1-1,0 1,0 0,1-1,1 0,0 0,1 0,0-1,0 1,1-2,0 1,7 6,26 27,-31-35,0 1,-1 0,0 0,0 0,-1 1,-1 0,1 1,-2-1,1 1,-2 1,1-1,1 9,-5 4,-1 0,-1 0,-2 0,0-1,-1 1,-2-1,0 0,-1 0,-2-1,0 1,-1-2,-2 0,-13 20,3 1,-49 83,43-80,3 0,1 2,-3 14,23-52,1 1,0 0,1 0,-1 0,2 0,0 0,0 0,0 1,2-1,-1 0,1 0,1 1,0-1,0 0,1-1,0 1,1 0,0-1,0 0,1 1,0-2,5 6,0 2,-1-1,-1 1,-1 0,0 1,-1 0,0 0,-2 0,3 17,-6-1,-2 0,-1-1,-1 1,-2-1,-2 1,0-2,-4 7,-12 54,13 1,3-69,-1-19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3.9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3 403,'-1'-11,"0"-1,0 1,1-1,1 0,0 1,1 0,0-1,0 1,3-4,-1-5,48-207,-35 189,-7 54,-8 193,-4-120,-4 0,-4 0,-7 20,13-90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4.6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752 1,'-9'20,"-12"23,-12 25,-16 25,-15 22,-16 22,-9 14,-6 4,2-4,10-13,16-22,21-26,26-28,17-25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5.1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66,'43'-15,"1"2,1 1,0 3,0 2,1 2,28 0,-4 15,-68-10,0 0,-1 1,1-1,0 1,-1 0,1 0,-1-1,1 1,-1 0,1 0,-1 0,0 1,0-1,1 0,-1 0,0 1,0-1,0 1,0-1,-1 1,1-1,0 1,-1-1,1 1,-1 0,1-1,-1 1,0 0,0 0,0-1,0 1,0 0,0-1,0 1,0 0,-1 0,1 0,-6 11,-1-2,0 1,-1-1,0 0,0 0,-1-1,0 0,-1-1,0 0,-1-1,-11 7,9-4,-53 42,66-53,-1 0,1 0,-1 1,1-1,-1 0,1 0,0 0,-1 0,1 1,0-1,-1 0,1 0,-1 1,1-1,0 0,0 1,-1-1,1 0,0 1,0-1,-1 1,1-1,0 0,0 1,0-1,-1 1,1-1,0 1,0-1,0 0,0 1,0-1,0 1,0-1,0 1,0-1,0 1,0-1,1 0,-1 1,0-1,0 1,0-1,0 0,1 1,-1-1,0 1,1-1,-1 0,0 1,0-1,1 0,-1 0,0 1,1-1,-1 0,1 0,27 3,-26-3,15 0,10 0,1 0,-1 2,0 1,26 7,-46-9,0 1,-1 0,1 1,0 0,-1 0,0 0,0 1,0-1,0 2,0-1,-1 1,0-1,0 1,0 1,0-1,-1 1,0 0,0 0,-1 0,0 0,2 5,-3-4,0 1,0-1,-1 0,0 1,-1-1,1 0,-1 1,-1-1,1 1,-1-1,-1 0,1 0,-1 1,-1-1,1 0,-1-1,0 1,-1 0,0-1,0 0,0 0,0 0,-1 0,-8 10,-1-2,0 1,-1-2,0 0,-1-1,0 0,-1-2,-1 1,4-3,-1-1,0 0,0-1,0 0,-1-1,0-1,0-1,0 0,0-1,-10 0,1-10,37-8,12 6,4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5.3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0,'19'5,"14"3,14 5,11 6,13 3,12 0,13 1,10 0,5-6,2-2,-2-4,-6-4,-13-3,-16-3,-22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5.7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 1,'-2'2,"0"0,0-1,1 1,-1 1,1-1,-1 0,1 0,0 0,0 1,0-1,0 1,1-1,-1 0,0 1,1 0,0-1,0 1,0-1,0 1,0-1,0 1,0-1,1 1,-1-1,1 1,0-1,0 1,0-1,0 0,0 1,1-1,0 1,63 58,-25-40,1-2,1-2,0-1,1-3,26 5,-21-6,0 2,-2 2,0 2,20 12,-64-29,1 0,0 0,0 0,0 0,-1 0,1 1,0-1,-1 1,1 0,-1 0,0 0,0 0,0 0,0 0,0 0,0 1,0-1,-1 1,1 0,-1-1,0 1,0 0,0 0,0-1,0 1,-1 0,1 0,-1 0,0 0,0 0,0 0,0 0,0 0,-1 0,1 0,-1 0,0 0,0 0,0 0,0-1,0 1,-1 0,1-1,-9 9,0-1,0 0,-1-1,0 0,0-1,-1 0,0-1,-10 5,-421 181,439-191,-2 1,1 0,-1 0,1 0,0 0,-1 1,1 0,1 0,-1 1,1-1,0 1,0 0,-1 2,0 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6.0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76 1,'0'22,"-5"20,-3 13,-3 12,-2 3,-1-2,2-4,3-10,5-18,6-22,5-24,1-23,-1-5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6.3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72,'-8'-59,"8"58,0 1,1-1,-1 0,0 1,0-1,0 1,1-1,-1 1,0-1,0 1,1-1,-1 1,0-1,1 1,-1-1,1 1,-1-1,1 1,-1 0,1-1,-1 1,1 0,-1 0,1-1,-1 1,1 0,-1 0,1 0,-1-1,1 1,0 0,-1 0,1 0,-1 0,1 0,0 0,-1 0,1 1,-1-1,1 0,0 0,-1 0,1 0,-1 1,1-1,-1 0,1 1,-1-1,1 1,28 16,132 132,-118-105,-35-36,29 28,-1 1,-3 2,-1 1,9 16,-38-52,0 1,0-1,0 1,-1-1,1 1,-1 0,0 0,0 0,-1 0,0 0,0 0,0 0,0 1,-1-1,0 0,0 0,0 1,-1-1,0 0,0 0,0 1,0-1,-1 0,0 0,0-1,0 1,-1 0,0-1,-1 3,-9 2,0 0,0-1,-1-1,0 0,0-1,-1 0,1-1,-1-1,-1 0,1-1,0 0,-1-2,1 0,-1 0,0-2,-2 0,17 1,-171-2,168 0,10 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6.6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439 84,'-4'-6,"0"0,0 0,0 1,-1-1,0 1,0 0,0 0,-1 1,1-1,-1 1,0 0,-1 1,1 0,0 0,-1 0,0 1,0 0,1 0,-1 0,0 1,-1 0,1 1,0-1,0 1,0 1,0-1,-5 2,-5 4,1 1,0 1,0 0,1 1,0 1,0 0,1 1,1 1,0 0,0 0,1 2,1-1,0 1,1 1,1 0,0 1,-1 4,5-12,1 0,0 0,1 0,0 1,0 0,1 0,0 0,0 0,1 0,1 0,-1 0,1 0,1 0,0 0,0 0,1 0,0 0,0 0,1 0,0-1,1 1,0-1,0 0,1 0,0 0,0-1,1 0,0 0,0 0,11 5,1-1,-1-1,2-1,-1-1,1-1,1 0,-1-1,1-1,0-1,1-1,-1 0,0-2,1 0,-1-2,1 0,16-4,-4 1,1-1,-1-3,0 0,-1-2,0-1,-1-2,19-11,16-12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6.9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1,'0'13,"0"14,-2 17,-3 11,-3 8,-1 2,2-3,2-5,2-10,3-13,5-12,3-15,1-15,0-15,0-4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7.2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 54,'-29'-54,"29"55,0-1,0 0,0 0,0 0,0 1,0-1,0 0,-1 0,1 0,0 1,0-1,0 0,0 0,0 0,-1 0,1 0,0 1,0-1,0 0,-1 0,1 0,0 0,0 0,0 0,-1 0,18 30,1-1,2-1,1-1,0 0,21 17,24 22,3-3,12 4,104 97,-178-157,0 0,0 1,-1-1,1 1,-2 0,1 1,-1-1,3 10,-7-16,-1 1,0 0,0-1,0 1,-1 0,1-1,-1 1,1 0,-1-1,0 1,0-1,0 1,0-1,0 0,-1 1,1-1,-1 0,1 0,-1 0,0 0,0 0,0 0,0-1,0 1,0-1,-1 1,1-1,0 0,-1 0,1 0,-1 0,1 0,-1-1,1 1,-1-1,0 1,1-1,-1 0,0 0,-165 27,134-25,0 2,1 2,-1 1,2 1,-1 2,-16 8,12 4,13-1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8.4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157 0,'-7'2,"0"0,0 0,0 0,1 1,-1 0,0 0,1 1,0 0,0 0,0 1,1-1,-1 1,1 0,0 1,0-1,1 1,0 0,0 0,0 1,0 0,-2 6,0-1,1 1,0 0,1 1,1-1,0 1,1 0,0 0,1 0,1 1,-1-9,1 0,0 0,0 0,1 1,0-1,0 0,0 0,1 0,0 0,0-1,0 1,1 0,0-1,0 1,1-1,-1 0,1 0,0-1,0 1,1-1,-1 0,1 0,0 0,0 0,0-1,1 0,-1 0,1-1,0 1,0-1,-1 0,1-1,1 0,-1 0,5 1,4-5,1 1,0-2,-1 0,0-1,0 0,0-1,-1-1,1 0,-2-1,1-1,-1 0,0-1,-1 0,0-1,-1 0,0-1,-1 0,0-1,-1 3,0-1,0 0,-2-1,1 0,-1 0,-1-1,0 0,-1 0,0 0,-1 0,-1-1,0 0,0-5,-9 28,3 2,2 1,0-1,0 0,1 1,0-1,1 0,0 1,1-1,0 0,1 0,0 0,1-1,0 1,0-1,2 2,-2-5,0 0,0 0,0-1,1 1,0-1,0 0,1-1,-1 1,1-1,1 0,-1 0,1-1,-1 0,1 0,0-1,1 0,-1 0,1 0,-1-1,1 0,0-1,1 0,-3 0,-1-1,1 0,0-1,0 1,0-1,-1 0,1-1,0 1,-1-1,1 0,-1-1,0 1,0-1,0 0,0 0,0-1,-1 1,1-1,-1 0,0 0,0-1,0 1,-1-1,0 0,0 0,0 0,0 0,-1-1,1-3,3-6,0-1,-2 0,0 0,-1-1,0 1,-2-1,0 0,0 1,-3-16,-12-24,13 57,-1 0,1 0,0 0,0-1,0 1,0 0,0 0,0 1,0-1,1 0,-1 0,0 0,0 1,1-1,-1 0,1 1,-1-1,1 0,0 1,0-1,-1 0,1 1,0-1,0 2,-3 8,1 1,0-1,1 1,0-1,0 1,1 0,1 0,0-1,1 1,0-1,0 1,1-1,1 0,0 0,1 0,0-1,0 1,1-1,0 0,1-1,0 0,1 0,0 0,6 4,28 13,0-8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8.6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0,'7'19,"7"12,3 8,1 4,0 0,-4-4,-3-6,-7-8,-3-9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8.8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85 77,'-13'-13,"-10"-8,-3-2,8 8,13 11,22 14,21 16,16 12,-2-1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9.1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67 305,'50'-34,"-21"15,-1-1,-1-1,-1-1,-1-1,10-13,0-25,-34 60,-1-1,1 0,-1 0,1 0,-1 0,0 0,0 0,0 0,0 0,0 0,-1 0,1 0,0 0,-1 0,0 0,1 0,-1 0,0 1,0-1,0 0,0 0,0 1,0-1,-1 1,1-1,0 1,-1-1,1 1,-1 0,0 0,1 0,-2-1,-6-1,-1 1,1 0,0 0,-1 1,0 0,1 1,-1 0,1 0,-1 1,1 0,-1 1,1 0,-1 0,1 1,0 1,0-1,1 1,-1 1,1 0,0 0,0 0,0 1,1 0,-2 3,1-2,1-1,0 2,1-1,0 1,0 0,1 0,0 0,0 1,1 0,0 0,0 0,1 1,1-5,1-1,1 1,-1 0,0 0,1 0,0 0,0-1,1 1,-1 0,1 0,0 0,0-1,1 1,-1 0,1-1,0 0,1 1,-1-1,1 0,-1 0,1 0,0 0,1-1,-1 1,1-1,14 9,1-1,0 0,0-2,1 0,0-2,0 0,1-1,0-1,0-1,1-1,-1-1,1 0,-1-2,2-1,64 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9.6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211 18,'-13'-5,"0"2,0 0,0 0,0 1,-1 1,1 0,-12 1,21 0,0 1,0-1,0 1,0 0,0 0,0 0,0 0,0 0,1 1,-1 0,0 0,1 0,0 0,-1 1,1-1,0 1,0 0,0 0,0 0,1 0,-1 0,1 0,0 1,0 0,0-1,1 1,-1 1,0 1,1 0,0 0,0-1,1 1,0 0,0 0,0 0,1 0,-1 0,1 0,1 0,-1-1,1 1,0 0,1-1,-1 1,1-1,2 2,67 86,-35-55,-23-26,0 2,-1-1,-1 2,0-1,-1 2,-1-1,0 2,-1-1,0 3,-8-17,0 0,-1-1,1 1,-1-1,0 1,1 0,-1 0,0-1,0 1,0 0,0-1,0 1,-1 0,1-1,0 1,-1 0,1-1,-1 1,0 0,1-1,-1 1,0-1,0 1,0-1,0 0,0 1,0-1,-1 0,1 0,0 0,-1 0,1 0,0 0,-1 0,1 0,-1-1,0 1,1 0,-1-1,0 0,0 1,-3 0,1 0,-1 0,0-1,0 1,0-1,0 0,0-1,0 1,0-1,1 0,-1 0,0 0,0-1,0 0,2 1,1 0,-1-1,1 1,0-1,-1 1,1-1,0 0,0 0,0 0,0 0,0 0,0 0,1-1,-1 1,1-1,-1 1,1-1,0 1,0-1,0 0,1 0,-1 1,1-1,-1 0,1 0,0 0,0 0,0 1,1-1,-1-2,2-2,0-1,0 1,1-1,-1 1,2 0,-1 0,1 0,0 0,0 1,5-5,7-7,1 1,0 1,1 0,1 1,1 1,0 1,1 0,0 2,1 1,0 0,0 2,1 0,22-3,-43 9,0 1,0 0,0 0,1 0,-1 1,0-1,1 0,-1 1,0-1,1 1,-1 0,1 0,-1 0,1 0,-1 0,0 1,1-1,-1 1,1-1,-1 1,0 0,0 0,1 0,-1 0,0 1,0-1,0 0,0 1,0 0,-1-1,1 1,0 0,-1 0,1 0,-1 0,0 0,0 0,1 2,-7 99,-3-31,9-64,-1 1,1 0,1-1,-1 0,1 1,1-1,-1 0,2 0,3 7,-6-12,0-1,0 0,1 1,-1-1,0 0,1 0,0 0,0-1,-1 1,1 0,0 0,0-1,1 0,-1 1,0-1,0 0,1 0,-1 0,1 0,-1 0,1-1,-1 1,1-1,-1 0,1 0,-1 0,1 0,-1 0,1 0,-1-1,1 1,-1-1,1 1,0-2,15-6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49.8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0,'0'21,"9"17,12 15,3-2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0.3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1 463,'16'-66,"-4"0,-2-1,-3-1,-2-67,-1 77,-3 58,0-1,0 1,0 0,-1 0,1-1,0 1,0 0,0 0,0 0,0 0,0 0,0 0,-1 0,1 0,0 0,0 0,0 1,0-1,0 0,0 1,-1-1,1 1,0-1,0 1,-1-1,1 1,0-1,-1 1,1 0,0-1,-1 1,2 0,211 127,-209-126,0-1,0 1,0 0,0 0,0 1,-1-1,1 1,-1-1,1 1,-1 0,0 1,-1-1,1 0,0 1,-1 0,0-1,0 1,0 0,0 0,-1 0,1 0,-1 1,0-1,0 0,-1 1,-18 90,14-84,1 1,0 0,0 0,1 0,1 1,0-1,1 7,0-16,0 0,1 0,-1 0,1 0,0 0,0 0,0 0,0-1,1 1,-1 0,1-1,-1 1,1-1,0 1,0-1,0 0,0 0,1 0,-1 0,1 0,-1-1,1 1,-1-1,1 1,0-1,0 0,0 0,-1 0,1 0,0-1,0 1,0-1,0 0,2 0,3 0,1 0,-1 0,0-1,1 0,-1-1,0 0,0 0,0 0,0-1,0-1,7-3,2-6,0-1,-1 0,-1-1,0-1,-1 0,0-1,-2 0,0-1,-1-1,0 0,-2 0,4-11,-1 10,-6 35,-16 195,15-133,-5-74,1-1,-1 1,1 0,0-1,-1 0,1 1,0-1,1 1,-1-1,0 0,1 0,-1 0,1 0,0 0,0 0,0 0,-1 0,2-1,-1 1,0-1,0 0,0 1,1-1,-1 0,1 0,-1-1,1 1,12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0.6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4,'7'-3,"16"3,3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2.2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320 116,'0'-5,"0"0,-1 0,0 1,1-1,-2 0,1 0,0 0,-1 1,0-1,0 1,0-1,-1 1,1 0,-1 0,0 0,-1 0,1 0,0 1,-1-1,0 1,0 0,0 0,0 1,0-1,-1 1,1 0,-1 0,0 0,1 1,-1-1,0 1,0 1,0-1,-2 0,-1 2,0 1,0-1,0 1,0 1,1 0,-1 0,1 0,0 1,0 0,0 0,0 0,1 1,0 0,0 1,0 0,1-1,-1 2,1-1,1 1,-6 7,0 0,1 1,1 0,1 1,0 0,1 0,1 1,-1 7,3-14,1 1,0 0,1 1,1-1,0 0,0 0,1 0,1 4,-1-11,0 0,-1 0,2 0,-1 0,0 0,1 0,0-1,0 1,0-1,0 1,1-1,-1 0,1 0,0 0,0 0,0 0,0-1,0 1,1-1,-1 0,1 0,-1 0,1-1,1 1,1 0,1-1,-1 0,0 0,0 0,0-1,1 0,-1 0,0-1,1 0,-1 0,0 0,0-1,0 0,0 0,0 0,-1-1,1 0,-1 0,1 0,-1-1,0 0,0 0,0 0,7-8,0 0,0 0,-2-1,1 0,-2-1,1 0,-2-1,1-1,45-135,-49 146,-7 28,2-23,-7 43,4-28,0-1,0 0,1 1,1 0,1-1,0 1,1-1,0 1,1-1,1 1,0-1,1 0,4 11,-5-21,0 0,0 1,1-1,0 0,-1-1,1 1,1-1,-1 0,0 0,1 0,-1 0,1-1,0 0,1 1,32 10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2.8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430 511,'-30'-5,"0"1,0 2,-1 1,1 1,0 1,-1 2,1 1,0 2,1 0,-18 8,42-13,1 1,-1-1,1 1,0 0,-1 1,1-1,0 1,0 0,1 0,-1 0,1 0,-1 1,1-1,0 1,0 0,1 0,-1 0,1 0,0 1,0-1,0 0,0 1,1 0,0-1,0 1,0 0,1 0,-1-1,1 1,0 0,1 0,-1 0,1-1,0 1,0 0,0-1,1 1,6 9,1-2,0 1,1-1,0-1,1 0,0 0,1-1,0-1,1 0,-1 0,2-1,-1-1,1 0,0-1,1-1,0 0,-1-1,1 0,1-1,1-1,1 1,-1-2,1 0,-1-1,1-1,0-1,-1 0,0-2,0 0,0 0,0-2,0 0,-1-1,0 0,-1-1,1-1,-2-1,1 0,-1-1,5-6,9-9,-1-1,-1-1,-2-1,-1-1,-1-1,-2-2,-1 0,8-20,-9 12,-2-1,-1 0,-3-1,-1 0,-2-1,-2 0,1-42,-14 15,-6 72,-18 67,20-21,2 0,2 0,3 1,1-1,3 1,1 0,3-1,2 0,1 0,3 0,2-1,2-1,17 37,-30-78,35 67,-36-69,1 1,0-1,-1 0,1 0,0 0,0 0,0 0,1-1,-1 1,0 0,1-1,-1 0,1 0,-1 0,1 0,0 0,-1 0,1 0,0-1,0 0,-1 1,1-1,0 0,0 0,0-1,1 1,9-6,1 0,-1 0,-1-1,1-1,-1 0,0-1,-1 0,0-1,-1 0,0 0,4-7,2 1,2-4,34-26,-51 46,0 1,1-1,-1 1,0 0,0-1,0 1,0 0,0 0,0-1,0 1,0 0,0 0,-1 0,1 0,0 0,-1 1,1-1,0 0,-1 0,0 0,1 0,-1 1,0-1,1 0,-1 0,0 1,0-1,0 0,0 1,0-1,0 0,0 0,-1 1,1-1,0 0,-1 0,1 1,-1-1,0 0,1 3,-2 35,4 89,-1-123,0 1,0-1,1 1,0-1,0 0,0 0,1 0,0 0,0 0,0 0,0-1,1 1,0-1,0 0,0 0,0 0,1-1,-1 0,1 0,0 0,1 0,75 14,-41-20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3.1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19,'-16'-3,"-7"0,-3 1,2-1,2-1,5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3.4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55,'-14'-5,"5"-1,15-2,25 0,28 0,26 0,21 3,14 1,6 2,-4 3,-23 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3.6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45,'13'35,"1"-1,1-1,2-1,1 0,12 14,-18-26,0-2,4 10,2-1,0-1,2-1,11 10,-30-33,0-1,1 1,-1 0,0-1,1 1,0-1,-1 0,1 0,0 1,0-1,0 0,0 0,0-1,0 1,0 0,0-1,0 1,0-1,0 1,0-1,0 0,0 0,0 0,1 0,-1-1,0 1,0 0,0-1,0 0,0 1,0-1,0 0,0 0,0 0,0 0,-1 0,1-1,0 1,-1 0,1-1,-1 1,1-1,-1 0,0 1,1-2,15-24,-1 0,-1 0,-2-1,0-1,6-26,8-14,-23 57,-1 2,0 0,1 0,-1 0,2 1,-1-1,2 1,-1 0,1 1,0-1,1 1,0 1,0-1,1 1,0 0,0 1,0 0,1 0,3-1,7 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3.9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1 466,'26'-17,"-1"-2,0 0,-1-1,-1-2,-1 0,-1-2,-2 0,0-1,14-26,-25 37,-1 1,-1-1,-1 0,0-1,0 1,-2-1,1-5,-3 16,0 1,-1-1,1 1,-1-1,0 1,0-1,0 0,0 1,-1-1,0 1,1-1,-1 1,-1 0,1-1,0 1,-1 0,0 0,1 0,-1 0,0 0,-1 0,1 0,0 1,-1-1,0 1,1 0,-1 0,0 0,0 0,0 0,-1 0,1 1,-1-1,-2 1,1 0,0 0,0 0,0 1,-1 0,1 0,0 0,-1 1,1-1,0 1,0 0,0 1,0-1,0 1,0 0,0 1,1-1,-1 1,1 0,-1 0,1 0,0 0,0 1,-1 1,-4 4,1 1,-1-1,2 1,0 0,0 1,1 0,0 0,0 0,-2 11,5-16,1 0,0 1,0-1,1 0,0 1,0-1,1 0,-1 1,1-1,1 1,-1-1,1 1,0-1,1 0,0 1,0-1,0 0,0 0,1 0,0-1,0 1,1-1,0 1,0-1,0 0,0 0,1-1,-1 0,1 1,1-1,15 7,1-1,0 0,1-2,0-1,0 0,0-2,1-1,0-1,9 0,62 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4.5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137 12,'12'212,"-13"121,-3-232,-4 0,-5-1,-21 82,3-98,31-83,0-1,0 1,0-1,-1 1,1-1,0 1,0-1,-1 1,1-1,0 1,-1-1,1 1,0-1,-1 0,1 1,-1-1,1 0,-1 1,1-1,-1 0,1 0,-1 1,1-1,-1 0,1 0,-1 0,1 0,-1 0,1 0,-1 0,0 0,1 0,-1 0,1 0,-1 0,1 0,-1 0,1 0,-1 0,1-1,-1 1,1 0,-1 0,1-1,-1 1,1 0,-1-1,1 1,0-1,-1 1,1 0,-1-1,1 1,0-1,0 1,-1-1,1 0,-12-33,3-20,3-1,2 1,4-43,0 54,-3-61,6 1,4 0,4 0,9-17,-19 107,2 1,0-1,0 0,1 1,1-1,0 1,1 1,0-1,0 1,2 0,-1 0,1 1,3-2,-9 9,1 1,0 1,0-1,-1 0,1 1,0-1,0 1,0 0,1 0,-1 0,0 0,0 1,0-1,1 1,-1 0,0 0,1 0,-1 1,0-1,0 1,1-1,-1 1,0 0,0 0,0 1,0-1,0 1,2 0,72 61,-75-62,17 17,-1 1,-1 1,-1 0,0 1,11 20,-26-40,-1 0,1 0,0 1,0-1,-1 0,1 1,-1-1,1 0,-1 1,0-1,1 0,-1 1,0-1,0 1,0-1,0 0,0 1,0-1,0 1,0-1,-1 1,1-1,-1 0,1 1,-1-1,1 0,-1 0,0 1,0-1,1 0,-1 0,0 0,0 0,0 0,0 0,0 0,-1 0,1 0,0-1,0 1,-1 0,1-1,0 1,-2 0,-11 3,-1-1,0 0,0-2,0 1,0-1,-1-1,-11-2,1 1,-130 1,156-1,-1 1,0 0,0 0,1 0,-1 0,0 0,0 1,1-1,-1 0,0 0,0 0,1 1,-1-1,0 0,1 1,-1-1,0 1,1-1,-1 0,1 1,-1-1,0 1,1 0,0-1,-1 1,1-1,-1 1,1 0,0-1,-1 1,1 0,0 0,0-1,-1 1,1 0,0 0,0-1,0 1,0 0,0 0,0-1,0 1,0 0,0 0,1 0,25 27,-6-19,1 0,0-1,1-2,-1 0,1-1,0-1,1-1,-1-1,0-1,1-1,11-2,-13 1,1-1,0 0,-1-2,0-1,0 0,0-1,0-2,-1 0,3-2,-13 4,0 0,0 0,0-1,0 0,-1 0,-1-1,1-1,-1 1,0-1,-1-1,0 1,-1-1,0 0,0-1,-1 0,-1 1,3-8,-4 9,1-1,-2 1,1-1,-1 0,-1 0,1 0,-2 0,0 0,0 0,0 0,-1 0,-1 0,0 0,0 0,-1 0,0 1,-1 0,0-1,0 1,-1 0,0 1,-5-7,7 14,-1-1,1 0,-1 1,1 0,-1 0,1 0,-1 0,0 1,1-1,-1 1,0 0,0 0,1 0,-1 1,0-1,1 1,-1 0,0 0,1 0,-1 0,1 1,-1 0,1-1,0 1,0 0,0 1,0-1,0 0,0 1,1 0,-1 0,1-1,0 1,0 1,0-1,0 0,0 0,0 3,-4 3,1 0,0 1,1 0,0 0,0 0,1 0,0 0,1 1,0-1,1 1,0 0,0-1,1 1,1 0,0-1,0 1,1-1,1 1,-1-1,2 0,-1 1,1-2,1 1,0 0,0-1,1 0,4 4,6 1,1-1,0 0,1-2,1 0,0-1,0-1,1-1,0 0,0-2,0 0,1-1,0-1,0-1,1-1,5-1,66 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4.9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0 282,'91'-161,"-76"133,-10 17,1-1,1 1,0 1,0-1,1 1,1 0,7-7,-16 17,0 0,0 1,0-1,-1 0,1 1,0-1,0 0,0 1,0-1,0 0,0 1,0-1,0 0,0 1,0-1,0 0,0 1,0-1,0 0,0 1,0-1,0 0,0 1,0-1,0 0,0 0,1 1,-1-1,0 0,0 1,0-1,1 0,-1 0,0 1,0-1,1 0,-1 0,0 0,0 1,1-1,-1 0,0 0,1 0,-1 0,0 0,1 0,-1 0,0 1,1-1,-1 0,0 0,1 0,-1 0,0 0,1-1,-1 1,0 0,1 0,-1 0,0 0,1 0,-1 0,0 0,0-1,1 1,-37 132,22-76,3 0,2 0,2 1,3 0,2 34,4-48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5.2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0,'21'0,"15"0,14 2,11 1,7 0,1 0,-4-2,-14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7.0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47 192,'-1'1,"0"-1,0 1,-1-1,1 1,0 0,0-1,0 0,0 1,-1-1,1 0,0 1,0-1,-1 0,1 0,0 0,0 0,-1 0,1-1,0 1,0 0,-1-1,1 1,0 0,0-1,0 1,0-1,0 0,0 1,0-1,0 0,0 0,0 0,0 0,0 1,0-1,0 0,1-1,-1 1,0 0,1 0,-1 0,1 0,0 0,-1-1,1 1,0 0,-1 0,1-1,0 1,0 0,0 0,0-1,0 1,1 0,-1 0,0-1,0 1,1 0,-1 0,1 0,-1 0,1-1,5-7,0-1,0 1,1 0,0 0,1 1,0 0,0 1,1 0,0 0,0 0,0 1,1 1,0-1,0 2,8-3,-3 0,-1 1,2 1,-1 1,0 0,1 1,0 0,-1 1,14 1,-23 1,-1 0,1 0,0 1,0 0,-1 0,1 0,-1 1,1-1,-1 1,1 1,-1-1,0 1,0 0,-1 0,1 1,0-1,-1 1,0 0,0 0,0 0,0 1,-1-1,0 1,0 0,2 4,-2-1,1 1,-2 0,1 1,-1-1,-1 0,1 1,-2-1,1 1,-1-1,-1 1,0-1,0 0,0 1,-2-1,1 0,-1 0,0 0,-1 0,0 0,-2 2,-5 8,0 0,-1-1,-1-1,-1 0,0 0,-1-1,-1-1,-7 4,11-8,-1-1,-1-1,0 0,0-1,0 0,-1-1,0-1,-1 0,0-1,1-1,-2 0,1-1,-9 0,23-3,0 1,0-1,-1 0,1 0,0 0,0 0,0 0,0 0,-1 0,1-1,0 1,0-1,0 0,0 1,0-1,0 0,0 0,0-1,1 1,-1 0,0 0,1-1,-1 1,1-1,-1 0,1 1,0-1,-1 0,1 0,0 0,0 0,2 1,0 0,0 0,0 0,0-1,0 1,0 0,0 1,0-1,0 0,0 0,0 0,1 1,-1-1,0 1,1-1,-1 1,0-1,1 1,-1 0,1-1,-1 1,1 0,-1 0,0 0,1 0,-1 1,1-1,-1 0,1 1,-1-1,1 1,183 57,-143-43,1-2,0-2,1-2,0-1,0-3,1-1,0-3,-1-1,1-2,3-3,-40 3,0 0,0 0,0-1,0 0,-1 0,1-1,-1 0,0-1,0 1,6-6,0-2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7.3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481 1,'-2'11,"-3"18,-8 19,-8 18,-10 16,-8 12,-7 6,-5 2,-2-3,-2-7,4-7,6-12,11-14,11-14,12-15,12-17,6-11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7.7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237 1,'-40'105,"-51"93,2-6,88-190,-1-1,1 1,0-1,0 0,-1 1,1-1,0 1,0-1,1 1,-1-1,0 1,0 0,1-1,-1 1,1 0,0 0,-1 0,1-1,0 1,0 0,0 0,0-1,0 1,1 0,-1 0,0 0,1-1,-1 1,1 0,0-1,0 1,0-1,-1 1,1-1,1 1,-1-1,0 1,0-1,0 0,1 0,-1 1,1-1,-1 0,1-1,-1 1,1 0,0 0,0 0,20 0,0 0,0-2,0 0,0-2,-1 0,12-4,-8 2,104-18,-72 14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7.9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1,'-4'16,"-7"16,-3 19,-4 17,-1 15,0 11,4 6,4 2,8-3,6-19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8.3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1,'20'4,"26"2,22 0,21-1,13 1,5-1,-2 1,-12 0,-17-2,-22-1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6:58.5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1,'2'13,"1"0,0 0,0 0,2-1,-1 1,2-1,0 0,0 0,1-1,0 0,1 0,0-1,1 0,0 0,1-1,0 0,0-1,1 0,0 0,0-1,1-1,2 1,30 15,1-2,1-2,42 10,64 25,-149-53,0 1,0 0,0 0,0 0,0 0,0 0,0 1,0-1,0 1,0 0,-1 0,1 0,-1 0,1 0,-1 0,0 1,0-1,0 1,0 0,0-1,-1 1,1 0,-1 0,0 0,0 0,0 0,0 1,0-1,-1 0,0 0,1 0,-1 1,0-1,-1 3,-2 1,-1 0,-1-1,1 1,-1-1,0 0,0 0,-1 0,0-1,0 0,0 0,-3 1,-40 26,-1-2,-2-3,0-1,-2-3,-31 8,34-12,11-3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0.4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 0,'-7'14,"-4"17,-1 16,0 11,2 7,2 1,3-3,4-6,3-8,1-8,-3-11,-1-15,0-10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0.7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135 271,'-2'-61,"-3"-1,-11-56,10 89,5 29,1 0,0 0,0 0,0 1,-1-1,1 0,0 0,0 0,-1 0,1 0,0 0,0 0,-1 1,1-1,0 0,0 0,-1 0,1 0,0 0,0 0,-1 0,1 0,0 0,4 31,1 0,2-1,2 1,0-1,2-1,8 16,9 14,3-1,2-1,2-1,3-3,14 14,-36-48,-10-12,1 0,-2 0,1 1,-1-1,0 1,-1 1,0-1,0 1,-1-1,1 3,-4-9,0 1,0-1,0 0,0 0,-1 1,1-1,-1 0,1 0,-1 0,0 0,0 0,0 0,0 0,0 0,0 0,-1 0,1 0,0 0,-1-1,0 1,1-1,-1 1,0-1,0 0,0 0,0 0,0 0,-1 1,-62 23,15-14,-1-3,1-2,-1-2,0-2,-27-3,75 1,-15-1,36-3,19-4,5-1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1.4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257 262,'-9'-80,"8"78,0 1,1-1,-1 0,0 0,0 1,0-1,0 0,-1 1,1-1,0 1,-1-1,1 1,-1 0,1 0,-1 0,0 0,1 0,-1 0,0 0,0 0,0 0,1 1,-1-1,0 1,0 0,0-1,0 1,0 0,0 0,0 0,0 1,0-1,0 0,0 1,0-1,0 1,1-1,-3 2,-8 5,0 0,0 0,1 1,0 1,0 0,1 0,0 1,1 0,0 1,1 0,0 1,0-1,2 1,-1 1,1-1,1 1,0 0,0 7,1-13,1 1,1 0,-1 0,1 0,0 1,1-1,0 0,1 1,-1-1,2 0,-1 1,1-1,0 0,1 1,0-1,0 0,1 0,0 0,0 0,1-1,0 0,0 1,1-1,0-1,0 1,5 4,3-3,1-1,-1 0,1-1,1-1,-1-1,1 1,0-2,0 0,0-1,0-1,0 0,0-1,0 0,1-2,-1 1,0-2,-1 0,1-1,0 0,-1-2,11-4,-4-1,-1 0,0-2,-1 0,0-1,-1-1,0 0,-2-2,0 0,0 0,-2-2,0 0,-2 0,0-2,-1 1,-1-1,0-1,-2 0,-1 0,-1 0,0-1,-1-7,21-103,-45 201,4 1,2 0,3 2,3-1,3 58,11-78,0-56,-1-13,-1 0,-1 0,0 0,-1 0,-2-1,1-11,0-8,9-111,-7-92,0 270,1 1,1-1,2-1,0 0,2 0,1 0,1-2,2 1,0-1,1-1,2-1,0 0,2-2,8 9,181 153,-206-182,-1-1,1 1,-1-1,1 1,-1 0,1 0,-1 0,1 0,-1 0,0 0,0 0,1 0,-1 1,0-1,0 0,0 1,0-1,-1 1,1-1,0 1,-1-1,1 1,-1 0,1-1,-1 1,0 0,0-1,1 1,-1 0,0-1,-1 1,1 0,0-1,0 1,-1 0,1-1,-1 1,1 0,-1-1,0 1,0-1,0 0,0 1,0-1,0 1,0-1,0 0,0 0,0 0,-1 0,1 0,-2 1,-15 6,-1 0,1-1,-2-2,1 1,-1-2,-13 1,-13 3,9 0,-43 8,0 3,-35 16,73-19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2.5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1,'0'18,"2"15,3 9,6 4,3 1,1-3,0-7,-2-9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2.8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89 8,'-16'-4,"-7"0,0 8,3 10,13 10,19 9,20 4,19 3,1-6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3.0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35 311,'22'-9,"13"-5,-1 0,0-3,-1 0,-1-2,0-2,-2-1,16-15,-8-21,-38 56,1 0,-1 0,0 0,1-1,-1 1,0 0,0 0,-1 0,1 0,0 0,-1 0,1 0,-1 0,0 0,1 0,-1 0,0 1,0-1,0 0,0 0,-1 1,1-1,0 1,-1-1,1 1,-1-1,0 1,1 0,-1 0,0 0,0 0,0 0,-9-4,0 1,-1 0,0 1,0 0,0 1,-1 0,1 1,0 0,-1 1,1 0,0 1,0 1,-1 0,1 0,0 1,0 1,1 0,-1 1,-3 1,9-3,-1 0,1 1,0 0,0 0,0 0,1 0,-1 1,1 0,0 0,0 1,1-1,0 1,0 0,0 0,1 0,-1 1,2-1,-1 1,1 0,0 0,0 0,1 0,0 0,0 0,0 0,1 0,0 1,1-1,0 0,0 0,0 0,1 0,0 0,0 0,1-1,0 1,0-1,0 1,1-1,0 0,2 2,5 2,0-1,1 1,0-2,1 0,-1 0,2-1,-1-1,1 0,0-1,0 0,0-1,7 0,45 11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3.4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185 3,'-14'-1,"1"0,0 0,0 1,0 1,0 0,0 1,-8 2,17-3,1 0,-1 0,0 0,1 1,-1-1,1 1,-1 0,1 0,0 0,0 0,0 1,0-1,0 1,0 0,1 0,0 0,-1 0,1 0,0 0,0 1,1-1,-1 1,1-1,0 1,-1 0,2 0,-2 2,4 3,-1-1,1 1,1-1,-1 0,1 0,1 0,0 0,0 0,0-1,1 0,0 0,0 0,1 0,0-1,0 0,1 0,-1-1,1 0,0 0,1 0,-1-1,3 1,220 124,-174-78,-55-50,-1 0,1 0,-1 0,1 1,-1-1,1 0,-1 0,0 0,0 0,1 1,-1-1,0 0,0 0,0 1,-1-1,1 0,0 0,0 0,-1 1,1-1,0 0,-1 0,1 0,-1 0,0 0,1 0,-1 0,0 0,1 0,-1 0,0 0,0 0,0-1,0 1,0 0,0 0,0-1,0 1,0-1,0 1,-1-1,-50 16,-27-17,77 0,0 1,0 0,-1-1,1 1,0-1,0 0,0 0,0 0,1 0,-1 0,0 0,0 0,0-1,1 1,-1 0,1-1,-1 0,1 1,0-1,-1 0,1 1,0-1,0 0,0 0,1 0,-1 0,0 0,1 0,-1 0,1-1,0 1,0 0,-1 0,1 0,1-2,1-4,1 0,0 0,1 0,0 0,0 1,1-1,0 1,0 0,1 1,0-1,0 1,0 0,1 0,0 1,2-2,-6 5,39-33,2 3,1 2,1 1,39-16,-81 42,-3 2,1 0,-1 0,1 0,-1 0,0 0,1 0,-1 0,1 0,0 1,-1-1,1 1,0-1,-1 1,1-1,0 1,0 0,-1 0,1 0,0 0,0 0,-1 0,1 1,0-1,-1 1,1-1,0 1,-1-1,1 1,0 0,-1 0,1 0,-1 0,0 0,1 0,-1 1,6 80,-8-37,1-39,0 0,0 0,1 1,-1-1,2 0,-1 0,1 0,0 0,0 0,0-1,1 1,0 0,0-1,1 0,-1 0,1 0,0 0,1-1,-1 1,1-1,0 0,0 0,0-1,0 0,1 0,-1 0,1 0,0-1,-1 0,1 0,1-1,-1 1,0-1,0-1,0 1,2-1,18-5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3.7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103 57,'-14'-14,"-6"-4,-3 1,4 10,4 13,5 14,8 18,12 14,13 11,12 7,0-9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4.1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14 375,'9'-17,"-1"0,0-1,-2 0,0 0,-1-1,0 1,-2-1,0 0,-1 0,-1 0,-1 0,-1 0,0 0,-2 0,0 0,-2-7,4 23,0-1,0 1,0 0,0 0,0 0,-1 0,0 0,1 0,-1 0,0 0,0 1,0-1,-1 1,1 0,-1-1,1 1,-1 0,-2-1,4 4,0-1,0 0,0 1,0-1,0 1,0-1,0 1,0 0,0-1,0 1,1 0,-1 0,0-1,0 1,1 0,-1 0,0 0,1 0,-1 0,1 0,0 0,-1 0,1 0,0 0,-1 1,1-1,0 0,0 0,0 0,0 0,0 0,0 0,0 0,1 1,-1-1,0 0,0 0,1 0,-1 0,1 0,-1 0,1 0,0 0,0 0,5 6,0-1,1 0,-1 0,2-1,-1 0,0 0,1-1,0 0,0 0,0-1,0 0,1-1,0 1,-1-2,1 1,0-1,2 0,1 1,5 2,-10-4,-1 0,1 1,-1 0,1 0,-1 0,0 1,0 0,0 1,0-1,0 1,0 0,0 0,-1 1,0 0,0 0,0 0,0 1,0-1,-1 1,0 0,0 0,3 6,1 72,1 7,-8-87,0 0,0 0,1 0,-1 0,1 0,0 0,0 0,0-1,0 1,0-1,0 1,1-1,-1 0,1 0,0 0,-1 0,1-1,0 1,0-1,0 1,0-1,0 0,1 0,2 0,0 0,0-1,-1 0,1 0,0 0,0-1,-1 0,1 0,-1 0,1-1,0 1,-1-1,0-1,0 1,0-1,0 0,0 0,0 0,-1-1,4-2,72-84,-1-28,-78 118,-1 0,1 0,0 0,0 0,0 0,-1 0,1 1,0-1,0 0,-1 0,1 1,0-1,0 0,-1 1,1-1,0 0,-1 1,1-1,-1 1,1-1,0 1,-1-1,1 1,-1 0,1-1,-1 1,0 0,1-1,-1 1,0 0,1 0,-1-1,0 1,0 0,0 0,1-1,-1 1,0 0,0 0,0 0,-1-1,1 1,0 0,0 0,0 0,0-1,-1 1,1 0,0-1,-1 1,1 0,0-1,-1 1,1 1,1 49,-3-38,2 1,0-1,1 0,0 0,0 0,2 0,0 0,0-1,1 1,1-1,5 11,24 7,-18-25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4.3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75 5,'-16'-2,"-7"-1,0 5,10 9,22 11,28 9,6-1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4.7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276 101,'-36'-74,"34"71,0 1,0 0,0 0,0 0,-1 0,1 0,0 1,-1-1,0 1,1 0,-1-1,0 1,1 1,-1-1,0 0,0 0,0 1,0 0,0 0,0-1,0 2,0-1,0 0,1 1,-1-1,-2 1,-6 3,1 0,0 0,1 0,-1 2,1-1,0 1,0 0,0 1,1 0,0 0,1 1,0 0,0 0,0 1,1 0,0 0,1 0,0 1,0 1,4-9,-1 1,1-1,0 0,0 1,0-1,1 1,-1-1,0 1,1-1,0 1,-1-1,1 1,0 0,1-1,-1 1,0-1,1 1,-1 0,1-1,0 1,0-1,0 0,0 1,0-1,0 0,1 0,-1 1,1-1,0 0,-1 0,1-1,0 1,0 0,0-1,1 1,11 3,-1-1,1-1,-1 0,1-1,0 0,0-1,0 0,0-2,0 1,0-2,0 0,0-1,-1 0,12-4,-4 2,-1-1,0-1,0-1,0 0,-1-2,2-1,-15 8,0-1,0 0,-1 0,1-1,-1 1,0-1,0-1,0 1,-1 0,1-1,-2 0,1 0,-1 0,1-1,-2 1,1-1,-1 0,0 0,1-6,-2 11,-1 0,0 0,0 0,1 1,-1-1,-1 0,1 0,0 0,0 1,-1-1,1 0,0 0,-1 1,0-1,0 0,1 1,-1-1,0 0,0 1,0-1,0 1,-1 0,1-1,0 1,-1 0,1 0,-1 0,1 0,-1 0,1 0,-1 0,0 0,1 1,-1-1,0 1,1-1,-1 1,0 0,0 0,0-1,0 1,1 0,-1 1,0-1,0 0,0 0,1 1,-1-1,0 1,1 0,-1-1,0 1,1 0,-1 0,1 0,-1 0,1 0,-1 1,1-1,0 0,0 1,0-1,-1 0,1 1,0 0,-1 3,-1 1,1-1,1 1,-1 0,1 0,0 0,0 0,0 0,1 0,0 0,0 0,1 0,-1 0,1 0,1 0,-1-1,1 1,0 0,0-1,1 1,-1-1,1 0,1 0,-1 0,1 0,-1 0,2-1,-1 1,0-1,1 0,0-1,-1 1,1-1,1 0,-1 0,0-1,1 1,0-1,49 19,-1-6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5.4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150 781,'-6'0,"0"0,0 0,-1 1,1 0,0 0,0 0,0 1,0 0,1 0,-1 1,0-1,1 1,0 0,-1 1,1-1,1 1,-1 0,0 0,1 1,0-1,0 1,0 0,1 0,0 0,-1 1,2-1,-1 1,1-1,0 1,0 0,0 0,1 0,0 0,0 0,1 0,0 1,0-1,0 0,1 0,-1 0,2 0,0 4,1-4,1 1,0-1,1 0,-1 0,1 0,0-1,0 0,1 0,0 0,0 0,0-1,0 0,1 0,-1-1,1 0,0 0,0 0,3 0,9 2,0 0,0-1,0-1,1-1,-1-1,11 0,-13-2,-1 0,1-1,-1 0,0-1,0-1,0-1,0 0,0-1,-1-1,0 0,-1-1,0-1,0 0,-1-1,0 0,0-1,-1 0,-1-1,0-1,0 0,-1 0,-1-1,-1 0,6-11,2-19,-2 0,-2-1,-2 0,-2 0,-2-1,-2 0,-2-9,15-409,-19 443,-7 31,-35 164,40-152,-12 60,5 2,3-1,3 2,6 65,1-128,0 0,2 0,0 0,2 0,0-1,1 0,11 20,-15-34,1 0,0 1,1-1,0-1,0 1,0-1,1 0,0 0,0 0,0-1,1 0,0 0,0-1,0 0,0 0,1-1,0 0,-1 0,1-1,0 1,0-2,6 1,5-2,1-2,-1 0,1-1,-1-1,0-1,0-1,-1 0,0-1,0-1,0-1,-1-1,-1 0,0-1,0-1,-1 0,1-2,18-21,-34 35,0 0,0 0,0 0,0 0,0 0,0 0,0 0,-1 0,1 0,0 0,0 0,0 0,0 0,0 0,0 0,0 0,0-1,0 1,0 0,-1 0,-11 13,7-5,0 1,0 0,0 0,1 0,1 1,-1-1,1 1,1 0,0 2,1-8,0 0,1 0,-1 0,1 0,0 0,0-1,1 1,-1 0,1 0,0 0,0-1,0 1,0 0,1-1,-1 1,1-1,0 1,0-1,0 0,1 0,-1 0,1 0,0 0,0-1,1 2,26 11,1-5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5.6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371 66,'-25'-6,"-20"-6,-9 1,-2 1,2 0,3 2,3 3,11 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5.9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63,'16'-10,"1"2,1 0,-1 1,1 1,1 0,-1 2,1 0,0 1,0 1,0 0,7 2,7-2,1 2,-1 1,1 2,-1 1,0 2,-1 1,1 1,-2 2,1 1,-1 2,9 5,-19-7,-1 0,-1 2,0 0,0 1,-1 0,-1 2,-1 0,0 1,-1 1,-1 0,0 1,-2 0,0 1,-1 1,-2 0,6 16,-6-8,-2 1,-1 1,-2-1,-1 1,-1 0,-1 0,-2-1,-2 1,3-28,0-2,-1-1,1 1,-1 0,1 0,0-1,-1 1,1 0,0 0,0 0,0-1,-1 1,1 0,0 0,0 0,0 0,0-1,0 1,0 0,1 0,-1 0,0-1,0 1,1 0,-1 0,0 0,1-1,-1 1,1 0,-1-1,1 1,-1 0,1-1,-1 1,1-1,0 1,-1-1,1 1,0-1,-1 1,1-1,0 1,0-1,-1 0,1 0,0 1,0-1,0 0,0 0,-1 0,1 0,0 0,7-5,-1-1,0 0,0 0,-1 0,0-1,0 0,0 0,4-8,-4 7,18-31,-1 0,-3-1,-1-1,13-42,-15 42,-5 10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6.2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0 340,'40'-12,"-1"-1,0-3,-1-1,-1-2,-1-1,15-13,-37 25,-1 0,0-2,-1 1,0-2,0 1,-1-2,0 1,-1-2,-1 1,0-1,0-1,-1 1,1-5,-9 17,1-1,-1 1,1 0,-1-1,0 1,1-1,-1 1,0 0,0-1,0 1,0-1,0 1,0-1,0 1,-1 0,1-1,0 1,-1 0,1-1,-1 1,0 0,1-1,-1 1,0 0,0 0,0 0,1 0,-1 0,-1 0,1 0,0 0,0 0,0 0,0 0,-1 1,1-1,0 1,0-1,-1 1,1-1,-2 1,-59 2,51 1,0 1,1 0,0 1,0 0,0 0,1 1,-1 1,1 0,1 0,-6 6,11-10,0-1,0 1,1 0,0 0,-1 0,1 0,0 1,0-1,1 1,-1-1,1 1,0 0,-1-1,2 1,-1 0,0 0,1 0,0-1,0 1,0 0,0 0,1 0,-1 0,1 0,0-1,0 1,0 0,1-1,-1 1,1-1,0 1,1 1,3 2,0 0,1 0,0-1,0 0,0 0,1-1,0 0,0 0,0-1,0 0,1-1,2 1,34 13,1-3,1-2,23 2,48 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6.9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62 129,'-2'453,"1"-437,1-2,-1 1,0-1,-1 0,-1 0,0 1,-1-2,-5 14,9-26,0-1,0 1,0-1,0 1,0-1,0 0,0 1,0-1,0 1,0-1,-1 1,1-1,0 1,0-1,-1 0,1 1,0-1,0 1,-1-1,1 0,0 1,-1-1,1 0,-1 1,1-1,0 0,-1 0,1 0,-1 1,1-1,-1 0,1 0,-1 0,1 0,-1 0,1 0,-1 0,1 0,-1 0,1 0,0 0,-1 0,1 0,-1 0,1 0,-1 0,1-1,-1 1,1 0,-1 0,1-1,0 1,-1 0,1 0,0-1,-1 1,1-1,-11-27,7-9,2-1,2 1,2 0,1 0,1 0,3 0,1 0,4-10,-3 4,2 1,2 1,2 0,1 1,2 0,4-3,-20 39,-1 1,1-1,0 1,0-1,1 1,-1 0,1 0,-1 0,1 0,0 0,0 1,0-1,0 1,1 0,-1 0,1 0,-1 1,1-1,0 1,0-1,-1 1,1 0,0 1,0-1,0 1,0 0,0 0,0 0,0 0,0 1,0-1,0 1,0 0,-1 0,1 1,0-1,7 5,-1 1,0 0,0 0,-1 1,0 0,0 1,-1 0,0 0,-1 1,0 0,0 0,-1 0,0 1,-1 0,0 0,-1 1,0-1,-1 1,0 0,-1 3,-2-12,1 0,-1 0,-1 0,1 0,0 0,-1 0,0 0,1 0,-1 0,0 0,-1-1,1 1,0 0,-1 0,0-1,1 1,-1-1,0 0,0 1,0-1,-1 0,1 0,0 0,-1-1,0 1,1-1,-1 1,0-1,0 0,1 0,-1 0,0 0,-1 0,-104 9,46-17,62 7,0 0,1 0,-1-1,0 1,0 0,0 0,0 0,0-1,0 1,1 0,-1 0,0 0,0-1,0 1,0 0,0 0,0-1,0 1,0 0,0 0,0-1,0 1,0 0,0 0,0-1,-1 1,1 0,0 0,0 0,0-1,0 1,0 0,0 0,-1 0,202 3,-190-3,137-7,-138 6,0-1,0 0,-1-1,1 0,-1 0,0-1,0 0,0-1,0 0,-1 0,0-1,0 0,5-5,-9 6,1 0,-1-1,0 1,0-1,-1 0,0 0,0-1,0 1,-1-1,0 1,0-1,-1 0,0 0,0 1,0-1,-1 0,0 0,0 0,-1 0,0 0,0 0,-1 1,1-1,-1 0,-1 1,0 0,0-1,0 1,0 0,-1 0,0 1,0-1,-3-2,5 7,0-1,0 1,-1-1,1 1,0 0,-1 0,1 0,-1 0,1 0,-1 0,1 1,-1-1,1 1,-1 0,0 0,1 0,-1 0,0 0,1 0,-1 1,1-1,-1 1,1 0,-1 0,1 0,-1 0,1 0,0 1,-1-1,1 0,0 1,0 0,0 0,0-1,1 1,-1 0,0 1,1-1,0 0,-1 0,1 1,-1 1,-2 3,1 0,0 0,0 0,1 0,0 1,0-1,1 1,0 0,0-1,0 1,1 0,1-1,-1 1,1 0,0-1,1 1,0-1,0 1,1-1,0 0,3 6,1 0,0 0,1-1,1 0,0 0,1-1,0 0,0-1,1 0,1-1,0 0,2 1,14 6,1 0,0-2,2-2,28 9,31 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7.3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0,'31'4,"-1"2,0 1,-1 1,0 1,0 2,-1 1,0 1,-1 1,-1 2,25 18,-46-30,0 1,-1-1,1 1,-1 0,0 0,0 0,0 1,-1-1,0 1,0 0,0 0,-1 0,0 0,0 1,0-1,-1 1,0-1,-1 1,1-1,-1 1,0-1,-1 1,1-1,-1 1,-1-1,1 0,-3 6,-61 95,22-46,41-59,0 1,0 0,0-1,0 1,1 0,0 0,-1 0,1 0,0 0,0 0,1 0,-1 1,1-1,-1 0,1 0,0 1,0-1,1 0,-1 0,1 0,-1 1,1-1,0 0,0 0,0 0,1 0,-1 0,1 0,0-1,0 2,6 2,1 1,0-1,0-1,0 0,1 0,0-1,0 0,0 0,0-1,0-1,1 0,0 0,8 0,-10-1,18 4,0 0,0-2,1-2,-1 0,1-2,-1-1,0-1,0-1,15-5,3-8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08.3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0 143,'528'27,"-330"-12,-182-13,7 1,-1-1,1-1,0-1,0-1,0-1,0-1,0-1,-1-1,21-8,-40 12,0 0,0 0,0 0,0 0,0-1,0 1,-1-1,1 0,-1 0,1 0,-1 0,0 0,1 0,-1-1,0 1,0-1,-1 0,1 1,-1-1,1 0,-1 0,0 0,0 0,0 0,0 0,-1 0,1 0,-1-1,0 1,0 0,0 0,0 0,-1-1,1 1,-1 0,0 0,0 0,0 0,0 0,0 0,-1 0,1 1,-1-1,0 0,-2-1,-1-1,0 0,-1 1,1 0,-1 0,0 0,0 1,-1 0,1 0,-1 1,1-1,-1 2,0-1,0 1,0 0,-5 0,8 0,0 1,0 0,0 0,1 1,-1-1,0 1,0 0,0 0,0 0,1 0,-1 1,1-1,-1 1,1 0,-1 0,1 0,0 1,0-1,0 1,0 0,1-1,-1 1,1 1,0-1,-1 0,1 0,1 1,-2 2,1 0,0 1,1 0,-1-1,1 1,1 0,-1 0,1 0,1-1,-1 1,1 0,0 0,0 0,1-1,0 1,0-1,1 1,0-1,1 1,4 9,1 0,1-1,1 0,0-1,1 0,4 4,-1-3,0 1,1-2,1 0,0-1,1 0,0-2,1 0,0-1,0-1,1-1,15 4,-30-11,0 0,0-1,1 0,-1 1,0-2,0 1,1-1,-1 0,0 0,0 0,0-1,0 1,0-1,0 0,-1-1,1 1,-1-1,1 0,-1 0,0-1,0 1,0-1,-1 0,1 0,-1 0,2-4,7-9,-1-1,-1-1,-1 0,-1 0,-1 0,1-5,45-179,-53 202,0 0,0-1,-1 1,1 0,0 0,1-1,-1 1,0 0,0-1,0 1,1 0,-1 0,1 0,-1-1,1 1,-1 0,1 0,0 0,-1 0,1 0,0 0,0 0,0 0,0 0,0 0,0 1,0-1,0 0,0 0,0 1,1-1,-1 1,0-1,0 1,0 0,1 0,-1-1,0 1,1 0,-1 0,0 0,0 0,1 0,-1 0,0 1,2-1,20 8,1 1,-1 1,-1 1,0 1,0 1,-2 1,1 1,-2 1,7 7,-20-17,-1 0,-1 0,1 0,-1 1,0 0,0 0,-1 0,0 0,0 0,-1 1,0-1,0 1,-1 0,0-1,0 1,-1 0,0 0,0 0,-1 0,0-1,0 1,-1 0,-2 6,1-1,1-10,0 1,1-1,-1 1,1 0,0 0,0 0,0-1,1 1,-1 0,1 0,0 0,0 0,0 0,1 0,0 0,-1 0,1 0,0 0,1-1,-1 1,1 0,0-1,0 1,0-1,0 0,0 1,1-1,-1 0,1-1,0 1,0 0,0-1,0 1,3 0,9 2,-1-1,1 0,0-1,0-1,0 0,0-1,0-1,0 0,0-1,0-1,0 0,0-1,0 0,-1-2,7-2,43-35,-63 41,0 0,-1 0,1 0,0 1,0-1,0 0,0 0,0 1,-1-1,1 0,0 1,0-1,1 1,-1-1,0 1,0 0,0-1,0 1,0 0,0 0,0 0,1 0,-1 0,0 0,0 0,0 0,0 0,0 0,1 1,-1-1,0 0,0 1,0-1,0 1,0 0,0-1,0 1,0 0,-1-1,1 1,13 7,0-1,0 0,0-2,1 1,0-2,0 0,0-1,0 0,0-1,1-1,-1 0,1-1,-1-1,7-1,-18 1,0 0,-1-1,1 1,-1-1,0 0,0 1,1-2,-1 1,0 0,-1 0,1-1,0 0,-1 0,1 1,-1-1,0-1,0 1,0 0,0 0,-1-1,1 1,-1-1,0 1,0-1,0 0,-1 1,1-1,-1 0,0 0,1-7,-1-1,-1 1,0-1,0 1,-1-1,0 1,-1 0,-5-11,7 16,-1-1,-1 0,1 1,-1 0,0 0,-1 0,1 0,-1 0,0 1,-1-1,1 1,-1 0,0 1,-1-1,1 1,-1 0,0 0,1 1,-2-1,1 1,0 1,-1-1,1 1,-1 0,0 1,1 0,-1 0,0 0,0 1,0 0,0 0,0 0,-1 2,-12 5,0 1,1 1,0 1,1 0,0 2,0 0,1 1,1 0,0 2,5-7,-53 47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7:59.2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 0,'9'61,"-3"1,-3 0,-2 0,-3 0,-2-1,-9 37,6-31,-26 268,14 1,17 58,79 596,-69-404,-27 34,7-203,30 243,5-369,21 379,-40 223,-6-523,-2-263,-2-69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0.8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74,'54'-18,"1"3,1 2,-1 3,2 2,-1 2,1 3,0 3,35 4,-72-4,634 41,-219-8,-167-21,518 43,-694-44,171 19,51-9,-41-19,-245-1,-28 0,0-1,-1 0,1 0,0 0,0 0,0 1,-1-1,1 0,0 0,0 0,0 1,0-1,0 0,0 0,-1 1,1-1,0 0,0 0,0 1,0-1,0 0,0 0,0 1,0-1,0 0,0 1,0-1,0 0,0 0,0 1,1-1,-1 0,0 0,0 1,0-1,0 0,0 0,0 0,1 1,-1-1,0 0,0 0,0 0,1 0,-1 1,0-1,0 0,1 0,-1 0,0 0,0 0,1 0,-1 0,0 0,0 1,1-1,-1 0,0 0,0 0,1 0,-1 0,0-1,0 1,1 0,-1 0,0 0,0 0,1 0,-1 0,-19 11,17-10,-15 7,11-6,1 0,-1 0,1 0,0 1,0 0,0 0,0 0,0 0,1 1,-1 0,1 0,0 0,0 1,1-1,-1 1,1 0,0 0,0 0,1 0,-1 0,1 1,0-1,2 10,0-1,1 0,0 0,1 0,1 0,0 0,3 7,4 24,6 71,-6 2,-4-1,-6 1,-14 113,0 43,21 21,12-1,17 30,9 107,-6 282,-31 30,-41-78,10-305,15 111,17-254,1 10,-20 223,-7-272,-2 4,8 2,10 91,7-161,5 53,-8 0,-10 39,1-138,0-4,2-1,2 1,7 50,-2-95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2.0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 0,'-24'463,"2"-86,21-348,0 0,3 0,0 0,2-1,4 15,-7-35,2 0,-1 0,1-1,0 1,1-1,-1 0,2 0,-1 0,1 0,0-1,0 0,1 0,-1 0,2 0,-1-1,0 0,1-1,0 1,0-1,0-1,5 3,17 2,-1-1,2-1,-1-1,1-2,-1-1,24-2,-4 2,1020 62,-679-39,62 24,-251-20,2-9,6-9,67-21,-204 14,-60-19,-11 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3.5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318 53,'-14'0,"1"0,-1 1,1 0,0 1,0 1,0 0,0 1,0 0,1 1,-1 0,1 1,0 0,1 1,0 1,0 0,0 0,1 1,1 0,-1 1,1 0,1 0,0 1,1 0,0 1,0-1,1 1,2-3,0 1,0-1,1 0,1 1,-1-1,1 1,1 0,0 0,1 0,-1-1,2 1,-1 0,2 0,-1 0,1 0,1-1,-1 1,2-1,-1 0,1 0,1 0,0 0,0-1,1 0,0 0,0 0,0-1,1 1,4-1,-1 0,1 0,0-1,1 0,-1-1,1 0,0-1,0 0,1-1,-1 0,1-1,-1 0,1-1,0-1,0 0,-1-1,1 0,0-1,-1 0,1-1,-1 0,0-1,0-1,0 0,-1 0,0-1,8-5,-8 4,0 1,0-2,-1 1,0-1,0-1,-1 0,0 0,0-1,-1 0,0-1,-1 1,0-1,-1-1,0 1,-1-1,-1 0,1-1,-2 1,0-1,0 1,-1-1,-1 0,0 0,-1 0,0 0,-1 0,-1-4,-1 6,0 0,-1 0,-1 1,1-1,-2 1,0 0,0 0,0 1,-1 0,-1 0,0 0,0 1,0 0,-1 1,0 0,-1 0,1 1,-1 0,-1 1,1 0,-1 1,0 0,0 0,0 1,0 1,0 0,-1 0,1 1,-1 1,0 0,1 0,-1 1,1 1,0 0,-1 0,1 1,0 0,0 1,1 1,-7 3,7-1,-1 0,1 1,1 0,0 0,0 1,0 0,1 1,1 0,-1 0,2 1,-1 0,2 0,-1 0,2 1,-1 0,-1 11,-8 43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3.9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1,'-16'28,"2"0,1 2,1-1,2 2,1-1,1 2,2-1,1 1,2-1,0 1,3 0,0 0,2 3,-2-28,11 120,-10-121,0-1,1 0,0 0,0 0,0 0,1 0,0-1,0 1,0-1,0 0,1 0,-1 0,1 0,0 0,0-1,1 0,-1 0,1 0,-1 0,1-1,0 1,3 0,10 0,1-1,-1 0,1-2,-1 0,1 0,-1-2,1-1,-1 0,0-1,0-1,0 0,-1-2,0 0,0-1,-1-1,6-3,30-17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4.2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50,'22'-4,"22"-2,17-2,14 0,5 2,-1 1,-8 0,-11 1,-16 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4.4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50,'7'0,"16"0,19 0,22-2,15-4,8-4,1-6,-15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4.7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12,'20'-2,"21"-1,19 0,17 1,14 0,8 6,-2 6,-13 6,-21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05.4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1,'74'3,"-1"4,69 16,-32-5,324 37,303-5,-445-45,409 24,-536-5,-109 11,76-29,-84-7,43 0,-86-7,-8 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10.5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230 116,'-19'86,"-4"-1,-3-2,-17 30,-62 106,91-196,16-43,115-304,-111 308,10-34,3 1,2 1,2 0,1 2,3 1,9-8,-36 51,1 0,0 1,0-1,0 1,0 0,0-1,0 1,0 0,0-1,0 1,1 0,-1 0,0 0,1 0,-1 0,1 1,-1-1,1 0,-1 1,1-1,0 1,-1-1,1 1,-1 0,1-1,0 1,0 0,-1 0,1 0,0 1,-1-1,1 0,0 1,-1-1,1 1,-1-1,1 1,6 8,0 0,0 1,-1 0,0 0,-1 0,0 1,-1 0,0 0,0 0,1 10,0-6,19 51,-2 2,-4 0,-2 1,-4 1,-2 0,0 59,-11-101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10.7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45,'4'3,"18"0,25 0,28-5,21-7,11-4,0-3,-18 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11.4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83 260,'-4'31,"2"0,1-1,1 1,1 0,2 0,2 0,6 25,3 35,-12-75,1 2,0-1,-2 1,0 0,-2 0,0 0,-1 6,2-23,0 0,0 0,1 0,-1 0,0 1,0-1,-1 0,1 0,0 0,0 0,-1 0,1 0,0 0,-1 0,1 1,-1-1,1-1,-1 1,0 0,1 0,-1 0,0 0,0 0,0 0,1-1,-1 1,0 0,0-1,0 1,0-1,0 1,0-1,0 0,-1 1,1-1,0 0,0 0,0 1,0-1,0 0,0 0,-1 0,1 0,0-1,0 1,0 0,0 0,0-1,0 1,0-1,0 1,0-1,0 1,0-1,0 1,0-1,-5-7,0 0,1 0,0-1,0 1,1-1,0 0,0 0,1-1,0 1,1-1,0 1,0-9,2 16,-9-55,2 1,3-1,2 0,4-31,0 62,0-1,2 1,0 0,2 0,1 1,3-6,-6 21,0 0,1 0,0 0,1 1,-1 0,2 0,-1 0,2 1,-1 0,1 0,0 1,0 0,1 0,0 1,0 0,4-1,-4 3,0-1,0 2,0-1,1 1,0 1,0 0,0 0,-1 1,1 0,1 0,-1 1,0 1,0 0,0 0,-1 1,1 0,0 1,-1 0,1 0,-1 1,0 1,0-1,0 1,-1 1,0 0,0 0,0 0,-1 1,0 0,0 1,0-1,-1 1,-1 1,1-1,2 8,-6-10,0 0,-1 0,0 0,0 0,0 1,-1-1,0 0,0 1,-1-1,1 0,-1 1,-1-1,1 0,-1 0,0 0,-1 0,1 0,-1-1,0 1,-1-1,1 0,-1 0,0 0,-1 0,1 0,-1-1,0 0,-4 3,-7 5,0-1,-1-1,0-1,-1 0,0-1,0-1,-1 0,-14 2,6-2,71-3,-26-4,1 1,0 1,0 0,-1 1,1 1,-1 1,0 0,-1 2,1 0,-1 1,0 0,-1 2,0 0,-1 0,0 2,0 0,10 11,-22-18,-1 0,1-1,-1 1,0 0,-1 0,1 0,-1 0,0 1,0-1,-1 0,1 1,-1-1,0 0,-1 0,1 1,-1-1,0 0,-1 0,1 0,-1 0,0 0,0 0,0 0,-1 0,0-1,0 1,0-1,0 0,-1 0,1 0,-1 0,0-1,0 0,-1 0,0 1,-19 14,-1-1,-1-1,-1-1,0-1,-1-2,0 0,-1-2,0-2,0 0,-20 1,42-7,1 0,0 0,1 0,-1-1,0 0,0 0,0 0,0 0,0-1,0 0,0-1,0 1,0-1,0 0,0-1,0 0,0 1,0-2,1 1,-1-1,1 0,0 0,-2-1,-2-14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12.3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 1,'-51'2,"46"2,16 0,173 9,363-9,220 9,-585-1,-2 8,0 9,34 14,-100-9,-103-23,-20-6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13.0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1,'312'10,"-23"-6,835 36,-866-7,-247-27,-18-4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14.3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1,'16'0,"11"2,12 1,7 4,5 4,3 2,2 1,-3-2,-4 0,-8-3,-7-3,-13-2,-11-2,-10-1,-8-1,-4 0,0-1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3.1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334 1,'-10'2,"0"0,1 0,-1 1,1 1,-1-1,1 2,0-1,0 1,1 0,0 1,0 0,0 1,1-1,-1 1,2 1,-1-1,1 1,0 1,1-1,-1 1,2 0,-1 0,2 0,-1 0,1 1,0 0,1-1,0 1,1 0,0 0,0 10,2-14,-1 1,1-1,0 1,0-1,0 0,1 0,0 0,0 0,1 0,0 0,0 0,0-1,1 0,0 1,0-1,0-1,0 1,1 0,0-1,0 0,0 0,0-1,1 1,-1-1,1 0,0-1,0 0,0 1,5 1,0-1,0 1,0-2,0 0,1 0,-1-1,0 0,1-1,-1 0,1-1,-1 0,0-1,1 0,-1-1,6-2,-10 0,-1 1,0-1,0 0,0 0,-1-1,1 0,-1 0,0 0,-1 0,0-1,0 0,0 1,-1-2,0 1,0 0,-1-1,0 1,0-1,-1 0,0 1,0-1,-1 0,0 0,0 0,-1 1,-1-7,2 8,-1 1,0-1,0 1,-1 0,0-1,0 1,0 0,0 0,-1 0,0 0,0 1,0-1,0 1,-1-1,0 1,0 0,0 1,0-1,-1 1,1 0,-1 0,0 0,0 0,-9-4,0 1,-1 0,0 1,0 0,0 1,-1 1,-8-1,0 1,1 1,-1 1,0 1,0 2,-9 1,24-2,1 1,-1-1,1 1,0 1,-1 0,1 0,1 1,-1-1,0 2,1-1,0 1,0 0,0 1,1-1,0 1,-3 4,5-5,2-1,-1 1,0 0,1 0,0 0,0 0,0 0,1 0,-1 0,1 1,1-1,-1 4,1 22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3.4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1,'16'2,"19"3,21 4,25-1,20 1,19-1,14-2,4-2,-3-2,-9 0,-18-2,-24 0,-27 2,-34 3,-31 3,-15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4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73 107,'-12'23,"1"0,2 1,0 0,1 0,1 1,2 0,0 1,2-1,1 1,0 1,2-21,0 1,1-1,-1 0,1 0,0 0,1 0,0 0,0 0,0-1,0 1,1 0,0-1,0 0,0 0,1 0,0 0,0 0,0-1,1 1,-1-1,1 0,0-1,0 1,0-1,1 0,-1 0,1-1,-1 0,4 1,9 1,0-1,0-1,0 0,1-1,-1-1,1-1,-1-1,0 0,1-2,-1 0,-1-1,1 0,-1-2,0 0,0-1,-1 0,0-2,0 0,-1 0,0-2,-1 0,-6 6,0-1,-1 0,0-1,0 0,-1 0,0 0,-1 0,1-1,-1 0,-1 0,0-1,0 1,-1-1,0 0,-1 0,0 0,-1 0,0 0,0-1,-1 1,0 0,-1 0,0 0,-1 0,0-1,0 2,-1-1,-1 0,0-1,-2 1,-1-1,-1 1,1 0,-1 1,-1 0,0 0,0 1,-1 0,0 0,0 1,-1 0,0 1,0 1,0-1,-1 2,1 0,-1 0,0 1,-1 0,1 1,-11 0,15 1,0 0,-1 0,1 1,-1 0,1 1,-1 0,1 0,0 1,-1 0,1 0,0 1,0 0,1 1,-1-1,1 2,-1-1,1 1,1 0,-1 0,1 1,0 0,0 0,0 0,1 1,0 0,0 0,1 0,0 0,0 1,1 0,0 0,0 0,-7 54,10-4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4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9,'18'-3,"20"0,21 1,22 2,21 3,17 5,12 2,8 2,-1 1,-6 0,-13 2,-18-1,-23-1,-25-1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5.1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5 161,'0'35,"-2"-23,0 0,1 0,1 0,0 0,1 0,0 0,1 0,0-1,1 1,0-1,1 1,0-1,1 0,0 0,1-1,0 1,0-1,1-1,1 1,6 5,5-2,2-1,-1 0,2-2,-1 0,1-2,1 0,-1-2,1 0,1-1,-1-2,0 0,1-2,15-1,-19 0,-1 0,1-2,-1-1,0 0,0-1,0-1,0-1,-1 0,15-9,-24 11,-1-1,0 1,0-2,-1 1,0-1,0 0,0 0,-1-1,0 0,0 0,0-1,-1 0,0 0,-1 0,0 0,0 0,-1-1,0 0,0 0,-1 0,1-5,-2 1,-1 1,0-1,0 0,-1 0,-1 1,0-1,-1 0,-1 1,0 0,0 0,-1 0,0 0,-1 1,-1 0,0 0,0 1,-1 0,0 0,-1 0,0 1,-1 1,1-1,-2 2,1-1,-1 2,0-1,-1 1,1 1,-1 0,0 1,0 0,-1 1,-9-2,10 3,-1 0,0 0,0 2,0-1,0 2,0-1,0 2,0 0,0 0,1 1,-1 1,1 0,0 1,0 0,0 1,1 0,0 1,0 0,0 1,1 0,1 1,-1 0,1 0,1 1,-1 0,2 0,0 1,0 0,1 1,0-1,0 2,5-6,-1 1,1-1,0 1,1-1,0 1,0-1,1 1,-1-1,2 1,-1-1,1 0,0 0,1 1,-1-1,1-1,1 1,-1 0,1-1,1 0,-1 0,1 0,0 0,0-1,1 1,-1-2,1 1,0 0,1-1,-1 0,1-1,44 26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5.3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0,'23'0,"25"0,30 0,27 0,22 0,18 0,8 3,2 2,-6 5,-14 6,-24 2,-25 3,-28-1,-28 0,-20-5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6.0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294 19,'-8'-4,"0"1,-1 0,1 1,-1 0,0 0,1 1,-1 0,0 1,0 0,0 0,0 1,0 0,1 1,-1-1,0 2,1-1,0 1,-1 1,1-1,0 1,1 1,-1-1,1 2,0-1,0 1,0 0,1 0,0 0,0 1,1 0,0 0,-2 4,1 2,0 1,1 0,0 0,2 1,-1 0,2-1,0 1,0 0,2 0,0 0,1 0,0 0,1 0,0 0,2-1,0 1,0-1,1 0,1 0,0 0,1-1,1 0,0 0,1-1,0 0,0-1,2 0,-1 0,1-1,1 0,0-1,2 1,1-1,0 0,0-1,1-1,0-1,0 0,1-1,0-1,0 0,0-1,0-1,0-1,0 0,1-1,-1-1,0-1,0 0,0-1,0-1,0-1,-1 0,0-1,0-1,0 0,11-8,-19 8,0 0,0 0,0-1,-1 0,0-1,-1 1,0-1,0 0,-1-1,0 0,-1 1,0-2,0 1,-1 0,-1-1,1 1,-2-1,1 0,-2 0,1 1,-2-1,1 0,-1 0,-1 1,0-1,-1 0,0 1,-3-9,1 5,0 1,0-1,-1 1,-1 1,0-1,-1 1,0 0,-1 1,0 0,-1 0,0 1,-1 1,0-1,0 2,-1-1,0 2,-1 0,0 0,0 1,0 1,-9-3,8 6,-1 0,1 1,-1 0,1 1,0 1,-1 1,1 0,0 0,0 2,0 0,0 0,1 1,-1 1,1 0,1 1,-1 0,1 1,0 1,1 0,0 0,1 1,0 0,0 1,1 0,0 1,-1 4,-11 21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6.4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1,'651'68,"253"14,-851-77,-78 6,13-8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7.3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1,'0'13,"0"17,0 16,0 14,0 8,0 4,0-1,0-8,0-15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7.6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 0,'37'35,"-2"1,-1 1,-2 2,-2 1,-1 1,-2 3,-10-18,-1 0,-1 1,-2 1,-1 0,-1 1,-1 0,-2 1,-1 0,0 6,-6-28,-1-1,1 0,-2 0,1 0,-1 1,0-1,0 0,-1 0,0 0,0 0,-1-1,1 1,-2-1,1 1,-1-1,0 0,0 0,0-1,-1 1,0-1,0 0,-1 0,1-1,-1 1,0-1,0 0,-7 2,-7 2,0-1,-1-1,0 0,0-2,0-1,-1 0,1-1,-1-2,1 0,-1-1,-6-2,-23-9,45 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8.3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36 211,'-9'28,"1"1,2-1,1 1,1 1,2-1,0 1,2-1,2 1,1 5,13 18,-15-53,-1 1,1 0,-1-1,0 1,1-1,-1 1,1-1,-1 0,1 1,0-1,-1 0,1 1,-1-1,1 0,0 1,-1-1,1 0,-1 0,1 0,0 0,-1 0,1 0,0 0,-1 0,1 0,0 0,-1 0,1 0,0 0,-1 0,1-1,0 1,-1 0,1 0,-1-1,1 1,0 0,-1-1,1 1,-1-1,1 1,-1-1,1 1,-1-1,0 1,1-1,-1 1,0-1,1 0,-1 1,0-1,0 0,1 1,-1-1,0 1,0-1,0 0,0 1,0-1,0 0,0 1,0-1,0 0,0 1,-1-2,6-23,0 0,-2 0,-2-1,0 1,-2-10,1 0,10-273,-5 279,0 23,-2 19,9 93,-10-71,2-1,1 0,2 0,9 27,-16-57,1-1,0 1,0-1,0 1,0-1,0 1,0-1,1 0,0 0,0 0,0 0,0 0,0 0,0 0,1-1,0 1,-1-1,1 0,0 1,0-1,0-1,0 1,0 0,1-1,-1 0,1 1,-1-1,1-1,-1 1,1 0,-1-1,1 0,-1 0,1 0,1 0,6-7,-1 0,0-1,-1 0,1 0,-1-1,-1-1,0 1,0-1,-1-1,0 1,-1-1,0 0,-1-1,0 1,-1-1,0 0,0-5,57-180,-61 196,0 1,0-1,0 0,0 1,0-1,0 0,0 0,0 1,0-1,0 0,1 1,-1-1,0 0,0 1,1-1,-1 0,0 1,1-1,-1 1,0-1,1 1,-1-1,1 0,-1 1,1 0,-1-1,1 1,0-1,-1 1,1 0,-1-1,1 1,0 0,-1 0,1-1,0 1,0 0,-1 0,1 0,0 0,-1 0,1 0,0 0,-1 0,1 0,0 0,-1 1,1-1,0 0,-1 0,1 1,0-1,-1 0,1 1,0-1,-1 0,1 1,-1-1,1 1,-1-1,1 1,-1-1,0 1,1 0,-1-1,0 1,1-1,-1 1,3 4,-1-1,0 1,0-1,0 1,0 0,-1 0,0-1,0 1,0 0,-1 0,1 0,-1 0,-1 1,1-1,-1 0,1 0,-1-1,-1 1,1 0,-1 0,0 0,0-1,0 1,0-1,-1 0,0 1,-2 1,0 0,1 0,0 0,-1 0,2 1,-1-1,1 1,0 0,0 0,1 1,0-1,0 0,1 1,0-1,0 1,1 3,0 26,1-12,-2-1,0 1,-1 0,-2-1,-5 20,-78 212,84-242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8.8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1 111,'5'59,"-7"261,3-309,0 1,1-1,0 0,1 0,0 0,1 0,0 0,3 6,-5-14,0 1,0-1,0 0,1 0,-1 1,1-2,0 1,0 0,0 0,0-1,0 0,0 0,1 0,-1 0,1 0,0 0,-1-1,1 0,0 0,0 0,0 0,0-1,0 1,0-1,0 0,1 0,10-4,0 0,-1 0,0-2,0 1,0-2,-1 0,1-1,-2 0,1-1,-1 0,-1-1,0 0,0-1,-1 0,0-1,-1 0,0 0,0-2,13-21,-1 0,-2-1,-2-1,-1-1,-1-1,-3 0,-1 0,-2-1,-1-1,0-31,-7 40,-1 32,0 0,0 1,0-1,0 0,-1 0,1 1,0-1,0 0,-1 0,1 0,0 0,0 1,-1-1,1 0,0 0,0 0,-1 0,1 0,0 0,-1 0,1 0,0 0,-1 0,1 0,0 0,-1 0,1 0,0 0,0 0,-1 0,1 0,0 0,-1 0,1 0,0-1,0 1,-1 0,1 0,0 0,0 0,-1-1,1 1,0 0,0-1,-17 73,10-30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9.0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1,'9'20,"10"19,11 13,11 12,11 9,7 5,6 1,0-1,-4-8,-8-11,-10-13,-11-14,-10-14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29.3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602 0,'-16'7,"-17"13,-13 18,-11 17,-9 18,-8 18,-4 12,-2 8,-2 1,13-19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34.2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0 322,'105'-140,"-60"85,53-66,-98 120,1 1,-1-1,1 1,-1 0,1-1,0 1,-1 0,1-1,-1 1,1 0,0 0,-1-1,1 1,-1 0,1 0,0 0,-1 0,1 0,0 0,-1 0,1 0,0 0,-1 0,1 0,0 0,-1 1,1-1,-1 0,1 0,0 1,-1-1,1 1,-1-1,1 0,-1 1,1-1,-1 1,1-1,-1 1,0-1,1 1,-1-1,0 1,1-1,-1 1,0 0,0-1,1 1,-1 0,0-1,0 1,0-1,0 1,0 0,0-1,0 1,0 0,0-1,0 1,0 0,-1-1,1 1,0 0,0-1,-1 1,1-1,0 1,-1-1,1 1,-2 277,2-216,2-23,-2 0,-2 0,-1-1,-3 1,0-1,-3 0,-2 4,-5-3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34.4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11,'4'0,"7"0,10 0,11 0,13 0,15 0,11 0,9-2,3-1,-4 0,-15 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34.7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16 100,'-2'1,"1"0,0 0,0 0,0 0,0 0,0 0,0 0,0 1,0-1,1 0,-1 1,0-1,1 0,-1 1,1-1,0 0,-1 1,1-1,0 1,0-1,0 1,0-1,0 1,0-1,0 1,0-1,1 1,-1-1,1 0,-1 1,1-1,-1 0,1 1,0-1,-1 0,1 0,0 1,0-1,0 0,0 0,0 0,0 0,1 0,-1 0,0-1,0 1,1 0,-1-1,0 1,1-1,-1 1,1-1,-1 1,1-1,-1 0,2 1,0 0,0 1,0-2,0 1,0 0,0-1,0 1,0-1,0 0,0 0,0 0,0 0,0-1,1 1,-1-1,0 0,0 0,-1 0,1 0,0 0,0-1,0 1,-1-1,1 0,-1 0,1 0,-1 0,0 0,0 0,0-1,0 1,0-1,-1 0,1 1,-1-1,1 0,-1 0,0 0,0 0,0 0,-1 0,1 0,-1 0,0 0,1 0,-1 0,-1-2,0-1,0 1,-1 0,0 0,0 0,0 0,0 0,-1 0,0 1,0-1,0 1,-1 0,1 0,-1 0,0 0,0 1,0-1,-1 1,1 0,-1 0,-4-1,7 4,0 0,0 0,-1 1,1-1,0 1,0-1,0 1,1 0,-1 0,0 0,0 0,0 0,1 0,-1 0,0 1,1-1,-1 1,1-1,0 1,-1-1,1 1,0 0,0 0,0 0,0 0,0 0,1-1,-1 1,1 0,-1 1,1-1,0 0,-1 0,1 0,0 0,0 0,1 0,-1 2,-4 25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34.9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52,'7'13,"6"5,6-3,2-6,0-8,-2-7,-4-8,-4-4,-7-3,-8 2,-6 4,-6 4,-2 8,-3 7,0 8,2 7,1 7,3-2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2.6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212 21,'-2'-21,"-3"25,-8 34,-76 292,2-117,85-209,1-3,0 0,0 0,0 0,0 0,0 0,0 0,0 0,0 0,1 0,-1 0,0 0,1 1,-1-1,1 0,-1 1,1-1,0 0,0 1,-1-1,1 0,0 1,0-1,0 0,1 1,-1-1,0 0,0 1,1-1,-1 0,1 1,-1-1,1 0,-1 0,1 1,0-1,0 0,-1 0,1 0,0 0,0 0,0 0,0 0,0-1,1 1,-1 0,0 0,0-1,0 1,1-1,-1 1,0-1,1 1,134-13,-92 6,217-32,-187 35,-67 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2.8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90 0,'0'5,"0"8,0 13,-2 18,-4 18,-2 16,-5 14,-2 10,-1 10,0 0,2-17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5.4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9,'-5'-5,"1"1,4 6,3 9,7 7,5 8,5 6,4 4,2 1,1-1,1-5,0-8,0-7,0-7,-6-5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5.7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275 0,'-6'12,"-6"10,-2 8,-3 6,-4 6,-4 7,-4 5,-2 4,-2 1,3 0,5-1,6-6,8-5,10-8,8-8,3-10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6.0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63,'1'15,"0"1,1 0,0-1,1 1,1-1,1 0,0 0,1 0,0-1,2 0,2 4,-7-12,1 0,0 0,0 0,1-1,-1 0,1 1,1-2,-1 1,1-1,-1 1,1-2,0 1,1-1,-1 1,1-2,-1 1,1-1,0 0,0 0,0-1,0 0,0 0,0-1,0 0,6 0,-9-1,0 0,0 0,0-1,0 1,0-1,0 1,-1-1,1 0,-1-1,1 1,-1-1,0 1,0-1,0 0,0 0,0 0,-1-1,1 1,-1-1,0 1,0-1,0 0,-1 0,1 0,-1 0,0 0,0 0,0-2,1-5,0 0,-1-1,0 1,-1-1,0 0,-1 1,0-1,-1 1,-2-10,1 13,1-1,-2 1,1 0,-1 0,-1 0,1 0,-1 1,-1 0,1 0,-1 0,0 1,-1-1,4 4,-1 1,1-1,-1 0,1 1,-1 0,0 0,0 0,0 0,0 1,0 0,0-1,0 1,0 1,0-1,-1 1,1-1,0 1,-1 1,1-1,0 1,0-1,-1 1,1 0,0 0,-3 2,-55 46,39-19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6.3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1,'16'4,"16"3,17-2,13 0,10-1,7-2,-2-1,-8-1,-18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7.0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52,'29'38,"1"-2,2-1,1-2,2-1,34 24,-60-49,-2-1,0 0,0 0,0-1,1 0,-1-1,1 1,1-1,-1-1,0 0,1 0,0-1,-1 0,3 0,-7-3,0-1,0 0,0 0,0 0,0 0,-1-1,1 0,0 1,-1-2,0 1,0 0,0 0,0-1,-1 0,1 1,-1-1,0 0,0 0,0 0,-1-1,1 1,0-3,0 1,25-58,55-103,-53 134,-28 33,0 0,-1 0,1 0,-1 0,1 0,-1 0,1 1,-1-1,1 0,-1 0,1 0,-1 1,1-1,-1 0,1 0,-1 1,0-1,1 0,-1 1,1-1,-1 1,0-1,1 0,-1 1,0-1,1 1,-1-1,0 1,0-1,0 1,1-1,-1 1,0-1,0 1,0-1,0 1,0-1,0 1,0 0,0-1,0 1,0-1,0 1,-1-1,1 1,0-1,0 1,-1 0,0 11,-1 1,-1-1,0 1,-1-1,0 0,-1 0,-5 8,1 0,-51 114,-51 131,110-263,-3 7,1 1,0-1,0 1,1-1,0 1,1 0,0 0,1 0,0 0,0-1,1 5,6 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7.3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1 255,'31'-186,"-16"118,-9 85,-2 327,-1-281,-1-10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8.0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0 187,'1'-15,"13"32,-6-6,6 8,2-1,-1-1,2-1,0 0,1-1,1-1,0 0,1-2,0 0,1-1,0-2,20 7,-37-14,0 0,1-1,-1 1,1-1,0 0,-1 0,1-1,0 0,-1 1,1-2,0 1,-1 0,1-1,0 0,-1 0,1 0,-1-1,1 1,-1-1,0 0,0 0,0-1,0 1,0-1,0 0,-1 0,1 0,-1-1,2-1,0-6,-1-1,0 1,-1-1,0 0,-1 0,0 0,0-1,-2 1,1 0,-2 0,0-2,1-10,10-143,-3 146,-7 21,0 0,0 0,0 0,0 1,0-1,0 0,1 0,-1 0,0 0,0 1,0-1,0 0,1 0,-1 0,0 0,0 0,1 0,-1 0,0 0,0 0,0 1,1-1,-1 0,0 0,0 0,1 0,-1 0,0 0,0 0,0-1,1 1,-1 0,0 0,0 0,0 0,1 0,-1 0,0 0,0 0,0 0,1-1,-1 1,0 0,0 0,0 0,0 0,1-1,-1 1,0 0,0 0,0 0,0-1,0 1,0 0,0 0,0 0,0-1,0 1,0 0,0 0,0-1,0 1,5 95,-6-88,-10 77,-5-1,-3 0,-3-2,-24 54,-27 97,63-191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8.4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44,'10'-6,"-1"1,1 0,0 0,0 1,1 0,-1 0,1 1,0 1,0 0,0 0,0 1,0 1,0 0,5 1,-14-1,1 1,0 0,0 1,0-1,-1 0,1 1,-1-1,1 1,-1 0,0 0,1 0,-1 0,0 0,0 0,-1 1,1-1,0 1,-1-1,0 1,1 0,-1 0,0-1,0 1,-1 0,1 0,0 0,-1 0,0 0,0 0,0 0,0 3,-19 92,-71 103,89-199,1 0,-1-1,1 1,-1 0,1 0,0 0,0-1,0 1,0 0,0 0,0 0,1-1,-1 1,0 0,1 0,0-1,-1 1,1 0,0-1,0 1,0 0,0-1,0 0,0 1,0-1,0 1,1-1,-1 0,1 0,-1 0,1 0,1 1,60 13,-30-14,0-2,0-2,0-1,-1-1,20-7,19-5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8.8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1,'2'18,"6"15,6 9,4 4,5 2,4-4,6-7,2-7,1-9,-1-10,0-12,-1-9,-5-14,-2-8,-3-8,-7 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9.1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19,'2'-10,"1"3,0 6,-1 10,0 13,-3 14,-4 15,-3 11,-5 12,-2 12,-3 6,-4 4,1-3,-2-6,4-18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49.5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56,'12'-8,"1"1,0 0,1 1,-1 0,1 1,1 1,-1 0,0 1,1 1,0 0,0 1,-1 0,1 1,0 1,0 1,0 0,0 1,-11-2,-1 0,1 0,-1 0,0 1,0 0,0 0,0-1,0 2,0-1,-1 0,1 1,-1-1,1 1,-1 0,0-1,0 1,0 0,-1 1,1-1,-1 0,1 0,-1 1,0-1,0 0,-1 1,1-1,-1 1,1-1,-1 1,0 0,-1-1,1 1,-1-1,1 1,-1-1,0 0,0 1,-1-1,1 0,-1 1,1-1,-1 0,0 0,0-1,-1 2,-9 10,0-2,0 1,-2-1,1-1,-2 0,1-1,-1-1,-12 5,14-5,1 9,39-9,-25-8,13 0,0 2,-1 0,0 1,1 0,-2 1,1 1,0 0,-1 1,0 0,-1 1,0 0,0 1,0 1,-1 0,-1 0,2 3,-10-10,0 1,-1-1,1 1,-1 0,1 0,-1 0,0 0,0 0,-1 0,1 0,-1 0,0 0,0 0,0 0,-1 0,0 0,1 0,-1 0,0 0,-1-1,1 1,-1 0,0 0,0-1,0 1,0-1,0 0,-1 0,-1 2,-5 5,-1-1,1-1,-1 0,0 0,-1-1,0 0,0 0,-10 3,10-4,-1 0,0-1,0 0,-1-1,0 0,1-1,-1 0,0-1,0 0,-1-1,1-1,0 0,0-1,0 0,-5-2,-9-8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1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 0,'9'61,"-3"1,-3 0,-2 0,-3 0,-2-1,-9 37,6-31,-26 268,14 1,17 58,79 596,-69-404,-27 34,7-203,30 243,5-369,21 379,-40 223,-6-523,-2-263,-2-69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1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74,'54'-18,"1"3,1 2,-1 3,2 2,-1 2,1 3,0 3,35 4,-72-4,634 41,-219-8,-167-21,518 43,-694-44,171 19,51-9,-41-19,-245-1,-28 0,0-1,-1 0,1 0,0 0,0 0,0 1,-1-1,1 0,0 0,0 0,0 1,0-1,0 0,0 0,-1 1,1-1,0 0,0 0,0 1,0-1,0 0,0 0,0 1,0-1,0 0,0 1,0-1,0 0,0 0,0 1,1-1,-1 0,0 0,0 1,0-1,0 0,0 0,0 0,1 1,-1-1,0 0,0 0,0 0,1 0,-1 1,0-1,0 0,1 0,-1 0,0 0,0 0,1 0,-1 0,0 0,0 1,1-1,-1 0,0 0,0 0,1 0,-1 0,0-1,0 1,1 0,-1 0,0 0,0 0,1 0,-1 0,-19 11,17-10,-15 7,11-6,1 0,-1 0,1 0,0 1,0 0,0 0,0 0,0 0,1 1,-1 0,1 0,0 0,0 1,1-1,-1 1,1 0,0 0,0 0,1 0,-1 0,1 1,0-1,2 10,0-1,1 0,0 0,1 0,1 0,0 0,3 7,4 24,6 71,-6 2,-4-1,-6 1,-14 113,0 43,21 21,12-1,17 30,9 107,-6 282,-31 30,-41-78,10-305,15 111,17-254,1 10,-20 223,-7-272,-2 4,8 2,10 91,7-161,5 53,-8 0,-10 39,1-138,0-4,2-1,2 1,7 50,-2-95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19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 0,'-24'463,"2"-86,21-348,0 0,3 0,0 0,2-1,4 15,-7-35,2 0,-1 0,1-1,0 1,1-1,-1 0,2 0,-1 0,1 0,0-1,0 0,1 0,-1 0,2 0,-1-1,0 0,1-1,0 1,0-1,0-1,5 3,17 2,-1-1,2-1,-1-1,1-2,-1-1,24-2,-4 2,1020 62,-679-39,62 24,-251-20,2-9,6-9,67-21,-204 14,-60-19,-11 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19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318 53,'-14'0,"1"0,-1 1,1 0,0 1,0 1,0 0,0 1,0 0,1 1,-1 0,1 1,0 0,1 1,0 1,0 0,0 0,1 1,1 0,-1 1,1 0,1 0,0 1,1 0,0 1,0-1,1 1,2-3,0 1,0-1,1 0,1 1,-1-1,1 1,1 0,0 0,1 0,-1-1,2 1,-1 0,2 0,-1 0,1 0,1-1,-1 1,2-1,-1 0,1 0,1 0,0 0,0-1,1 0,0 0,0 0,0-1,1 1,4-1,-1 0,1 0,0-1,1 0,-1-1,1 0,0-1,0 0,1-1,-1 0,1-1,-1 0,1-1,0-1,0 0,-1-1,1 0,0-1,-1 0,1-1,-1 0,0-1,0-1,0 0,-1 0,0-1,8-5,-8 4,0 1,0-2,-1 1,0-1,0-1,-1 0,0 0,0-1,-1 0,0-1,-1 1,0-1,-1-1,0 1,-1-1,-1 0,1-1,-2 1,0-1,0 1,-1-1,-1 0,0 0,-1 0,0 0,-1 0,-1-4,-1 6,0 0,-1 0,-1 1,1-1,-2 1,0 0,0 0,0 1,-1 0,-1 0,0 0,0 1,0 0,-1 1,0 0,-1 0,1 1,-1 0,-1 1,1 0,-1 1,0 0,0 0,0 1,0 1,0 0,-1 0,1 1,-1 1,0 0,1 0,-1 1,1 1,0 0,-1 0,1 1,0 0,0 1,1 1,-7 3,7-1,-1 0,1 1,1 0,0 0,0 1,0 0,1 1,1 0,-1 0,2 1,-1 0,2 0,-1 0,2 1,-1 0,-1 11,-8 43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19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1,'-16'28,"2"0,1 2,1-1,2 2,1-1,1 2,2-1,1 1,2-1,0 1,3 0,0 0,2 3,-2-28,11 120,-10-121,0-1,1 0,0 0,0 0,0 0,1 0,0-1,0 1,0-1,0 0,1 0,-1 0,1 0,0 0,0-1,1 0,-1 0,1 0,-1 0,1-1,0 1,3 0,10 0,1-1,-1 0,1-2,-1 0,1 0,-1-2,1-1,-1 0,0-1,0-1,0 0,-1-2,0 0,0-1,-1-1,6-3,30-17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19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50,'22'-4,"22"-2,17-2,14 0,5 2,-1 1,-8 0,-11 1,-16 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50,'7'0,"16"0,19 0,22-2,15-4,8-4,1-6,-15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12,'20'-2,"21"-1,19 0,17 1,14 0,8 6,-2 6,-13 6,-21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1,'74'3,"-1"4,69 16,-32-5,324 37,303-5,-445-45,409 24,-536-5,-109 11,76-29,-84-7,43 0,-86-7,-8 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230 116,'-19'86,"-4"-1,-3-2,-17 30,-62 106,91-196,16-43,115-304,-111 308,10-34,3 1,2 1,2 0,1 2,3 1,9-8,-36 51,1 0,0 1,0-1,0 1,0 0,0-1,0 1,0 0,0-1,0 1,1 0,-1 0,0 0,1 0,-1 0,1 1,-1-1,1 0,-1 1,1-1,0 1,-1-1,1 1,-1 0,1-1,0 1,0 0,-1 0,1 0,0 1,-1-1,1 0,0 1,-1-1,1 1,-1-1,1 1,6 8,0 0,0 1,-1 0,0 0,-1 0,0 1,-1 0,0 0,0 0,1 10,0-6,19 51,-2 2,-4 0,-2 1,-4 1,-2 0,0 59,-11-101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45,'4'3,"18"0,25 0,28-5,21-7,11-4,0-3,-18 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83 260,'-4'31,"2"0,1-1,1 1,1 0,2 0,2 0,6 25,3 35,-12-75,1 2,0-1,-2 1,0 0,-2 0,0 0,-1 6,2-23,0 0,0 0,1 0,-1 0,0 1,0-1,-1 0,1 0,0 0,0 0,-1 0,1 0,0 0,-1 0,1 1,-1-1,1-1,-1 1,0 0,1 0,-1 0,0 0,0 0,0 0,1-1,-1 1,0 0,0-1,0 1,0-1,0 1,0-1,0 0,-1 1,1-1,0 0,0 0,0 1,0-1,0 0,0 0,-1 0,1 0,0-1,0 1,0 0,0 0,0-1,0 1,0-1,0 1,0-1,0 1,0-1,0 1,0-1,-5-7,0 0,1 0,0-1,0 1,1-1,0 0,0 0,1-1,0 1,1-1,0 1,0-9,2 16,-9-55,2 1,3-1,2 0,4-31,0 62,0-1,2 1,0 0,2 0,1 1,3-6,-6 21,0 0,1 0,0 0,1 1,-1 0,2 0,-1 0,2 1,-1 0,1 0,0 1,0 0,1 0,0 1,0 0,4-1,-4 3,0-1,0 2,0-1,1 1,0 1,0 0,0 0,-1 1,1 0,1 0,-1 1,0 1,0 0,0 0,-1 1,1 0,0 1,-1 0,1 0,-1 1,0 1,0-1,0 1,-1 1,0 0,0 0,0 0,-1 1,0 0,0 1,0-1,-1 1,-1 1,1-1,2 8,-6-10,0 0,-1 0,0 0,0 0,0 1,-1-1,0 0,0 1,-1-1,1 0,-1 1,-1-1,1 0,-1 0,0 0,-1 0,1 0,-1-1,0 1,-1-1,1 0,-1 0,0 0,-1 0,1 0,-1-1,0 0,-4 3,-7 5,0-1,-1-1,0-1,-1 0,0-1,0-1,-1 0,-14 2,6-2,71-3,-26-4,1 1,0 1,0 0,-1 1,1 1,-1 1,0 0,-1 2,1 0,-1 1,0 0,-1 2,0 0,-1 0,0 2,0 0,10 11,-22-18,-1 0,1-1,-1 1,0 0,-1 0,1 0,-1 0,0 1,0-1,-1 0,1 1,-1-1,0 0,-1 0,1 1,-1-1,0 0,-1 0,1 0,-1 0,0 0,0 0,0 0,-1 0,0-1,0 1,0-1,0 0,-1 0,1 0,-1 0,0-1,0 0,-1 0,0 1,-19 14,-1-1,-1-1,-1-1,0-1,-1-2,0 0,-1-2,0-2,0 0,-20 1,42-7,1 0,0 0,1 0,-1-1,0 0,0 0,0 0,0 0,0-1,0 0,0-1,0 1,0-1,0 0,0-1,0 0,0 1,0-2,1 1,-1-1,1 0,0 0,-2-1,-2-14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 1,'-51'2,"46"2,16 0,173 9,363-9,220 9,-585-1,-2 8,0 9,34 14,-100-9,-103-23,-20-6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1,'312'10,"-23"-6,835 36,-866-7,-247-27,-18-4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1,'16'0,"11"2,12 1,7 4,5 4,3 2,2 1,-3-2,-4 0,-8-3,-7-3,-13-2,-11-2,-10-1,-8-1,-4 0,0-1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334 1,'-10'2,"0"0,1 0,-1 1,1 1,-1-1,1 2,0-1,0 1,1 0,0 1,0 0,0 1,1-1,-1 1,2 1,-1-1,1 1,0 1,1-1,-1 1,2 0,-1 0,2 0,-1 0,1 1,0 0,1-1,0 1,1 0,0 0,0 10,2-14,-1 1,1-1,0 1,0-1,0 0,1 0,0 0,0 0,1 0,0 0,0 0,0-1,1 0,0 1,0-1,0-1,0 1,1 0,0-1,0 0,0 0,0-1,1 1,-1-1,1 0,0-1,0 0,0 1,5 1,0-1,0 1,0-2,0 0,1 0,-1-1,0 0,1-1,-1 0,1-1,-1 0,0-1,1 0,-1-1,6-2,-10 0,-1 1,0-1,0 0,0 0,-1-1,1 0,-1 0,0 0,-1 0,0-1,0 0,0 1,-1-2,0 1,0 0,-1-1,0 1,0-1,-1 0,0 1,0-1,-1 0,0 0,0 0,-1 1,-1-7,2 8,-1 1,0-1,0 1,-1 0,0-1,0 1,0 0,0 0,-1 0,0 0,0 1,0-1,0 1,-1-1,0 1,0 0,0 1,0-1,-1 1,1 0,-1 0,0 0,0 0,-9-4,0 1,-1 0,0 1,0 0,0 1,-1 1,-8-1,0 1,1 1,-1 1,0 1,0 2,-9 1,24-2,1 1,-1-1,1 1,0 1,-1 0,1 0,1 1,-1-1,0 2,1-1,0 1,0 0,0 1,1-1,0 1,-3 4,5-5,2-1,-1 1,0 0,1 0,0 0,0 0,0 0,1 0,-1 0,1 1,1-1,-1 4,1 22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1,'16'2,"19"3,21 4,25-1,20 1,19-1,14-2,4-2,-3-2,-9 0,-18-2,-24 0,-27 2,-34 3,-31 3,-15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73 107,'-12'23,"1"0,2 1,0 0,1 0,1 1,2 0,0 1,2-1,1 1,0 1,2-21,0 1,1-1,-1 0,1 0,0 0,1 0,0 0,0 0,0-1,0 1,1 0,0-1,0 0,0 0,1 0,0 0,0 0,0-1,1 1,-1-1,1 0,0-1,0 1,0-1,1 0,-1 0,1-1,-1 0,4 1,9 1,0-1,0-1,0 0,1-1,-1-1,1-1,-1-1,0 0,1-2,-1 0,-1-1,1 0,-1-2,0 0,0-1,-1 0,0-2,0 0,-1 0,0-2,-1 0,-6 6,0-1,-1 0,0-1,0 0,-1 0,0 0,-1 0,1-1,-1 0,-1 0,0-1,0 1,-1-1,0 0,-1 0,0 0,-1 0,0 0,0-1,-1 1,0 0,-1 0,0 0,-1 0,0-1,0 2,-1-1,-1 0,0-1,-2 1,-1-1,-1 1,1 0,-1 1,-1 0,0 0,0 1,-1 0,0 0,0 1,-1 0,0 1,0 1,0-1,-1 2,1 0,-1 0,0 1,-1 0,1 1,-11 0,15 1,0 0,-1 0,1 1,-1 0,1 1,-1 0,1 0,0 1,-1 0,1 0,0 1,0 0,1 1,-1-1,1 2,-1-1,1 1,1 0,-1 0,1 1,0 0,0 0,0 0,1 1,0 0,0 0,1 0,0 0,0 1,1 0,0 0,0 0,-7 54,10-4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9,'18'-3,"20"0,21 1,22 2,21 3,17 5,12 2,8 2,-1 1,-6 0,-13 2,-18-1,-23-1,-25-1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5 161,'0'35,"-2"-23,0 0,1 0,1 0,0 0,1 0,0 0,1 0,0-1,1 1,0-1,1 1,0-1,1 0,0 0,1-1,0 1,0-1,1-1,1 1,6 5,5-2,2-1,-1 0,2-2,-1 0,1-2,1 0,-1-2,1 0,1-1,-1-2,0 0,1-2,15-1,-19 0,-1 0,1-2,-1-1,0 0,0-1,0-1,0-1,-1 0,15-9,-24 11,-1-1,0 1,0-2,-1 1,0-1,0 0,0 0,-1-1,0 0,0 0,0-1,-1 0,0 0,-1 0,0 0,0 0,-1-1,0 0,0 0,-1 0,1-5,-2 1,-1 1,0-1,0 0,-1 0,-1 1,0-1,-1 0,-1 1,0 0,0 0,-1 0,0 0,-1 1,-1 0,0 0,0 1,-1 0,0 0,-1 0,0 1,-1 1,1-1,-2 2,1-1,-1 2,0-1,-1 1,1 1,-1 0,0 1,0 0,-1 1,-9-2,10 3,-1 0,0 0,0 2,0-1,0 2,0-1,0 2,0 0,0 0,1 1,-1 1,1 0,0 1,0 0,0 1,1 0,0 1,0 0,0 1,1 0,1 1,-1 0,1 0,1 1,-1 0,2 0,0 1,0 0,1 1,0-1,0 2,5-6,-1 1,1-1,0 1,1-1,0 1,0-1,1 1,-1-1,2 1,-1-1,1 0,0 0,1 1,-1-1,1-1,1 1,-1 0,1-1,1 0,-1 0,1 0,0 0,0-1,1 1,-1-2,1 1,0 0,1-1,-1 0,1-1,44 26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0,'23'0,"25"0,30 0,27 0,22 0,18 0,8 3,2 2,-6 5,-14 6,-24 2,-25 3,-28-1,-28 0,-20-5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294 19,'-8'-4,"0"1,-1 0,1 1,-1 0,0 0,1 1,-1 0,0 1,0 0,0 0,0 1,0 0,1 1,-1-1,0 2,1-1,0 1,-1 1,1-1,0 1,1 1,-1-1,1 2,0-1,0 1,0 0,1 0,0 0,0 1,1 0,0 0,-2 4,1 2,0 1,1 0,0 0,2 1,-1 0,2-1,0 1,0 0,2 0,0 0,1 0,0 0,1 0,0 0,2-1,0 1,0-1,1 0,1 0,0 0,1-1,1 0,0 0,1-1,0 0,0-1,2 0,-1 0,1-1,1 0,0-1,2 1,1-1,0 0,0-1,1-1,0-1,0 0,1-1,0-1,0 0,0-1,0-1,0-1,0 0,1-1,-1-1,0-1,0 0,0-1,0-1,0-1,-1 0,0-1,0-1,0 0,11-8,-19 8,0 0,0 0,0-1,-1 0,0-1,-1 1,0-1,0 0,-1-1,0 0,-1 1,0-2,0 1,-1 0,-1-1,1 1,-2-1,1 0,-2 0,1 1,-2-1,1 0,-1 0,-1 1,0-1,-1 0,0 1,-3-9,1 5,0 1,0-1,-1 1,-1 1,0-1,-1 1,0 0,-1 1,0 0,-1 0,0 1,-1 1,0-1,0 2,-1-1,0 2,-1 0,0 0,0 1,0 1,-9-3,8 6,-1 0,1 1,-1 0,1 1,0 1,-1 1,1 0,0 0,0 2,0 0,0 0,1 1,-1 1,1 0,1 1,-1 0,1 1,0 1,1 0,0 0,1 1,0 0,0 1,1 0,0 1,-1 4,-11 21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1,'651'68,"253"14,-851-77,-78 6,13-8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9,'-5'-5,"1"1,4 6,3 9,7 7,5 8,5 6,4 4,2 1,1-1,1-5,0-8,0-7,0-7,-6-5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275 0,'-6'12,"-6"10,-2 8,-3 6,-4 6,-4 7,-4 5,-2 4,-2 1,3 0,5-1,6-6,8-5,10-8,8-8,3-10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1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63,'1'15,"0"1,1 0,0-1,1 1,1-1,1 0,0 0,1 0,0-1,2 0,2 4,-7-12,1 0,0 0,0 0,1-1,-1 0,1 1,1-2,-1 1,1-1,-1 1,1-2,0 1,1-1,-1 1,1-2,-1 1,1-1,0 0,0 0,0-1,0 0,0 0,0-1,0 0,6 0,-9-1,0 0,0 0,0-1,0 1,0-1,0 1,-1-1,1 0,-1-1,1 1,-1-1,0 1,0-1,0 0,0 0,0 0,-1-1,1 1,-1-1,0 1,0-1,0 0,-1 0,1 0,-1 0,0 0,0 0,0-2,1-5,0 0,-1-1,0 1,-1-1,0 0,-1 1,0-1,-1 1,-2-10,1 13,1-1,-2 1,1 0,-1 0,-1 0,1 0,-1 1,-1 0,1 0,-1 0,0 1,-1-1,4 4,-1 1,1-1,-1 0,1 1,-1 0,0 0,0 0,0 0,0 1,0 0,0-1,0 1,0 1,0-1,-1 1,1-1,0 1,-1 1,1-1,0 1,0-1,-1 1,1 0,0 0,-3 2,-55 46,39-19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1,'16'4,"16"3,17-2,13 0,10-1,7-2,-2-1,-8-1,-18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52,'29'38,"1"-2,2-1,1-2,2-1,34 24,-60-49,-2-1,0 0,0 0,0-1,1 0,-1-1,1 1,1-1,-1-1,0 0,1 0,0-1,-1 0,3 0,-7-3,0-1,0 0,0 0,0 0,0 0,-1-1,1 0,0 1,-1-2,0 1,0 0,0 0,0-1,-1 0,1 1,-1-1,0 0,0 0,0 0,-1-1,1 1,0-3,0 1,25-58,55-103,-53 134,-28 33,0 0,-1 0,1 0,-1 0,1 0,-1 0,1 1,-1-1,1 0,-1 0,1 0,-1 1,1-1,-1 0,1 0,-1 1,0-1,1 0,-1 1,1-1,-1 1,0-1,1 0,-1 1,0-1,1 1,-1-1,0 1,0-1,0 1,1-1,-1 1,0-1,0 1,0-1,0 1,0-1,0 1,0 0,0-1,0 1,0-1,0 1,-1-1,1 1,0-1,0 1,-1 0,0 11,-1 1,-1-1,0 1,-1-1,0 0,-1 0,-5 8,1 0,-51 114,-51 131,110-263,-3 7,1 1,0-1,0 1,1-1,0 1,1 0,0 0,1 0,0 0,0-1,1 5,6 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1 255,'31'-186,"-16"118,-9 85,-2 327,-1-281,-1-10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0 187,'1'-15,"13"32,-6-6,6 8,2-1,-1-1,2-1,0 0,1-1,1-1,0 0,1-2,0 0,1-1,0-2,20 7,-37-14,0 0,1-1,-1 1,1-1,0 0,-1 0,1-1,0 0,-1 1,1-2,0 1,-1 0,1-1,0 0,-1 0,1 0,-1-1,1 1,-1-1,0 0,0 0,0-1,0 1,0-1,0 0,-1 0,1 0,-1-1,2-1,0-6,-1-1,0 1,-1-1,0 0,-1 0,0 0,0-1,-2 1,1 0,-2 0,0-2,1-10,10-143,-3 146,-7 21,0 0,0 0,0 0,0 1,0-1,0 0,1 0,-1 0,0 0,0 1,0-1,0 0,1 0,-1 0,0 0,0 0,1 0,-1 0,0 0,0 0,0 1,1-1,-1 0,0 0,0 0,1 0,-1 0,0 0,0 0,0-1,1 1,-1 0,0 0,0 0,0 0,1 0,-1 0,0 0,0 0,0 0,1-1,-1 1,0 0,0 0,0 0,0 0,1-1,-1 1,0 0,0 0,0 0,0-1,0 1,0 0,0 0,0 0,0-1,0 1,0 0,0 0,0-1,0 1,5 95,-6-88,-10 77,-5-1,-3 0,-3-2,-24 54,-27 97,63-191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44,'10'-6,"-1"1,1 0,0 0,0 1,1 0,-1 0,1 1,0 1,0 0,0 0,0 1,0 1,0 0,5 1,-14-1,1 1,0 0,0 1,0-1,-1 0,1 1,-1-1,1 1,-1 0,0 0,1 0,-1 0,0 0,0 0,-1 1,1-1,0 1,-1-1,0 1,1 0,-1 0,0-1,0 1,-1 0,1 0,0 0,-1 0,0 0,0 0,0 0,0 3,-19 92,-71 103,89-199,1 0,-1-1,1 1,-1 0,1 0,0 0,0-1,0 1,0 0,0 0,0 0,1-1,-1 1,0 0,1 0,0-1,-1 1,1 0,0-1,0 1,0 0,0-1,0 0,0 1,0-1,0 1,1-1,-1 0,1 0,-1 0,1 0,1 1,60 13,-30-14,0-2,0-2,0-1,-1-1,20-7,19-5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1,'2'18,"6"15,6 9,4 4,5 2,4-4,6-7,2-7,1-9,-1-10,0-12,-1-9,-5-14,-2-8,-3-8,-7 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19,'2'-10,"1"3,0 6,-1 10,0 13,-3 14,-4 15,-3 11,-5 12,-2 12,-3 6,-4 4,1-3,-2-6,4-18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8:58.2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56,'12'-8,"1"1,0 0,1 1,-1 0,1 1,1 1,-1 0,0 1,1 1,0 0,0 1,-1 0,1 1,0 1,0 1,0 0,0 1,-11-2,-1 0,1 0,-1 0,0 1,0 0,0 0,0-1,0 2,0-1,-1 0,1 1,-1-1,1 1,-1 0,0-1,0 1,0 0,-1 1,1-1,-1 0,1 0,-1 1,0-1,0 0,-1 1,1-1,-1 1,1-1,-1 1,0 0,-1-1,1 1,-1-1,1 1,-1-1,0 0,0 1,-1-1,1 0,-1 1,1-1,-1 0,0 0,0-1,-1 2,-9 10,0-2,0 1,-2-1,1-1,-2 0,1-1,-1-1,-12 5,14-5,1 9,39-9,-25-8,13 0,0 2,-1 0,0 1,1 0,-2 1,1 1,0 0,-1 1,0 0,-1 1,0 0,0 1,0 1,-1 0,-1 0,2 3,-10-10,0 1,-1-1,1 1,-1 0,1 0,-1 0,0 0,0 0,-1 0,1 0,-1 0,0 0,0 0,0 0,-1 0,0 0,1 0,-1 0,0 0,-1-1,1 1,-1 0,0 0,0-1,0 1,0-1,0 0,-1 0,-1 2,-5 5,-1-1,1-1,-1 0,0 0,-1-1,0 0,0 0,-10 3,10-4,-1 0,0-1,0 0,-1-1,0 0,1-1,-1 0,0-1,0 0,-1-1,1-1,0 0,0-1,0 0,-5-2,-9-8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07.6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3.5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219 0,'-2'1,"1"0,0-1,-1 1,1 0,0 0,0 0,0 0,0 0,-1 0,1 0,1 0,-1 0,0 1,0-1,0 0,1 1,-1-1,0 0,1 1,0-1,-1 1,1-1,0 1,-1-1,1 2,-2 4,-36 110,5 2,5 1,5 2,4 15,7 93,13 102,0-264,-8 24,8-93,-1 0,0 0,0 0,1 1,-1-1,0 0,0 0,0 0,0 0,0 0,0 0,0 0,0 0,0 0,-1 0,1 0,0 0,-1 0,1 0,0 0,-1 0,1 0,-1 0,0 1,1-1,-1 0,0 0,1 1,-1-1,0 1,0-1,0 0,1 1,-1-1,0 1,0 0,0-1,0 1,0 0,0-1,0 1,0 0,0 0,0 0,0 0,0 0,0 0,0 0,0 0,0 1,0-1,0 0,0 0,0 1,0-1,1 1,-1-1,0 1,0-1,0 1,0 0,24-17,-10 10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4.0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0,'9'1,"84"16,1-4,0-4,51-3,-97-4,79 3,1038 63,-808-24,-335-42,-41-12,-86-12,73 21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4.3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348 1,'-16'18,"-12"17,-6 15,-4 12,-2 7,1 0,0-1,3-7,4-8,7-9,10-15,10-11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4.5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228 0,'-13'7,"-12"9,-6 10,-2 9,2 7,2 5,3 4,7 0,6-4,5-6,9-9,9-11,2-8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4.8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281 1,'-20'18,"-14"13,-8 8,-1 4,2 2,5-2,8-3,7-2,8-6,11-8,12-8,4-8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5.1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245 0,'-21'16,"-11"12,-4 9,-1 3,3 4,6-1,5-2,6-3,6-5,6-4,5-8,7-10,3-6</inkml:trace>
  <inkml:trace contextRef="#ctx0" brushRef="#br0" timeOffset="1">552 41,'-18'16,"-11"12,-4 8,-2 2,3 2,5 1,4 0,4-2,6-4,4-4,2-7,2-6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5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231 1,'-16'13,"-11"12,-7 11,1 5,3 3,7 1,8 2,1 0,-5-4,0-9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7.4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84 50,'-9'11,"-1"2,2-1,0 1,0 0,1 1,1 0,0 0,1 0,1 1,0-1,1 1,1 0,0 0,1 1,0-1,1 0,1 0,1 0,0 0,0 0,2 0,0 0,1-1,0 0,1 0,1 2,2-2,1 1,0-1,1-1,0 0,1-1,0 0,1 0,0-1,1-1,0-1,1 0,0 0,1-2,-1 0,1 0,1-2,8 2,-21-6,0 0,1 0,-1 0,1-1,-1 0,0 0,1 0,-1-1,1 1,-1-1,0 0,1 0,-1-1,0 1,0-1,0 0,0 0,0 0,-1-1,1 1,-1-1,1 0,-1 0,0 0,0 0,0-1,0 1,-1-1,0 0,1 1,-1-1,-1 0,1-1,1-2,10-35,-2-1,-2 0,-2 0,-2 0,-1-1,-3 0,-2-12,1 45,1-5,0 0,-2 0,0 1,-1-1,0 0,-2 1,0 0,-2-7,5 20,0 0,0 0,0 0,0 0,0 0,0 0,-1 0,1 0,-1 0,1 1,-1-1,0 1,0-1,1 1,-1 0,0 0,0-1,0 1,0 1,-1-1,1 0,0 0,0 1,0-1,-1 1,1 0,0 0,-1 0,1 0,0 0,0 0,-1 1,-69 32,-40 56,60-42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7.7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0,'9'11,"6"16,4 18,1 18,3 12,-2 9,1 4,-1-2,-4-15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17.9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1,'3'25,"2"24,5 20,9 16,2 12,-2 6,-5-16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26.9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1432 2679,'-118'-24,"111"25,1 0,-1 0,0 1,1 0,0 1,-1-1,1 1,0 0,0 1,1-1,-1 1,1 0,0 1,0-1,0 1,0 0,1 1,0-1,0 1,0-1,1 1,-2 5,-6 3,-105 158,-57 119,162-271,-119 215,11 5,11 4,-5 48,38-63,10 3,10 3,8 17,-27 224,21 3,14 166,48-245,35 166,-19-273,-20-230,41 495,84 363,132 288,-180-815,17-3,74 164,199 342,-306-746,110 252,19-8,16-9,224 303,-254-451,10-7,11-10,8-8,10-10,175 120,-203-181,7-9,5-9,92 35,-126-81,2-7,4-8,2-8,3-8,1-7,59 0,243 13,3-20,241-24,-294-25,-1-19,-2-19,320-86,-530 93,-3-11,-2-9,-3-9,-4-9,-4-9,131-86,-48-12,-8-12,58-69,-161 124,-7-7,-6-7,-8-8,120-170,-141 140,-9-5,-9-5,46-127,-7-36,73-283,-80 180,-21-5,-21-6,-15-45,-58 220,-13-2,-15 0,-30-263,-72-193,16 157,43 206,-34-272,47 529,-7 0,-7 2,-28-64,-31-24,-11 5,-112-176,44 86,-308-668,407 840,-8 4,-5 3,-7 5,-5 4,-65-61,-82-51,-243-182,350 309,140 117,-465-388,-135-64,222 203,-11 18,-247-101,189 133,-9 20,-38 11,221 89,-3 11,-3 14,-1 11,-242-5,98 34,0 18,1 19,-357 66,584-52,3 9,1 8,3 9,-107 52,90-23,4 9,4 9,-18 23,112-60,4 3,3 5,4 5,3 3,4 4,-27 43,56-60,3 3,4 2,-4 15,38-59,1-1,2 2,2 0,1 1,1 0,3 1,1 0,1 0,2 8,7 481,0-195,-3-329,0 1,0 0,0-1,0 1,0 0,1-1,-1 1,1 0,0-1,1 1,-1-1,0 1,1-1,0 0,0 0,0 0,0 0,0 0,1 0,-1 0,1-1,0 1,-1-1,1 0,0 0,3 2,-5-5,0 1,-1 0,1 0,0-1,0 1,0 0,0-1,0 1,-1-1,1 1,0-1,0 1,-1-1,1 0,-1 1,1-1,0 0,-1 1,1-1,-1 0,1 0,-1 0,0 1,1-1,-1 0,0 0,0 0,1 0,-1 0,0 0,0 0,1-17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28.9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331 476,'-13'2,"-1"0,1 1,0 1,-1 0,2 1,-1 0,0 1,1 0,0 1,1 0,0 1,0 1,0-1,1 2,0-1,1 2,-4 4,0 1,1 0,0 1,1 1,1 0,0 1,2-1,0 2,1-1,1 1,0 0,2 0,1 1,0 0,1 5,2-23,0 0,0 0,0 0,0 0,1 0,-1 0,1 0,0 0,-1 0,2 0,-1-1,0 1,0 0,1 0,0-1,-1 1,1-1,0 0,0 0,0 1,1-1,-1 0,0-1,1 1,-1 0,1-1,0 1,-1-1,1 0,0 0,0 0,0 0,0-1,0 1,0-1,1 1,7-3,0 0,0 0,-1-1,1-1,-1 0,0 0,0-1,0 0,0 0,-1-1,0-1,-1 1,1-2,6-7,22-20,-2-1,-1-2,-2-2,-2 0,-2-2,-2-2,-1 0,-2-1,-3-2,-1 0,-3-1,-2-1,-1 0,-3 0,-2-2,1-49,-9 91,1 4,0 0,-1 0,1-1,-1 1,0 0,-1 0,1 0,-1 0,0 0,-1 0,1 0,-3-4,-12 8,-44 70,55-61,-30 49,2 2,3 1,2 1,4 1,2 2,2 0,4 1,1 9,11-61,1 1,0 0,1 0,0 0,1 0,1 0,0 0,1 0,1 0,0 0,0 0,2-1,0 1,0-1,1 0,1 0,0 0,1-1,6 8,-1-10,0-1,1 0,1-1,0 0,0-1,0-1,0 0,1-1,0-1,1 0,-1-1,0-1,1 0,0-1,-1 0,1-2,-1 0,1-1,-1 0,13-4,-14 3,0-1,1 0,-1-1,-1-1,1-1,-1 1,0-2,-1 0,0 0,0-2,0 1,-1-1,-1-1,0 0,0 0,-1-1,-1 0,0-1,-1 0,0 0,0 0,-2-1,0 0,0 0,-1-1,-1-2,1 1,-1-1,0-1,-1 1,-1 0,-1 0,-1-1,-1-12,2 29,0 0,0 0,1 0,-1 0,0 0,0 0,0 0,0 0,0 0,-1 0,1 0,0 0,0 1,-1-1,1 0,0 0,-1 0,1 0,-1 0,1 0,-1 1,1-1,-1 0,0 0,1 1,-1-1,0 1,0-1,1 0,-1 1,0-1,0 1,0 0,0-1,0 1,0 0,0-1,1 1,-1 0,0 0,0 0,0 0,0 0,0 0,0 0,0 0,0 0,0 1,0-1,0 0,0 1,0-1,0 0,1 1,-1-1,0 1,0-1,0 1,1 0,-1-1,0 1,1 0,-1-1,1 1,-1 0,0 1,-8 11,1 2,0-1,1 1,0 0,2 1,-1-1,2 1,0 0,1 1,1-1,0 14,0-17,1 0,0 0,1 1,0-1,2 0,-1 0,2 0,-1 0,2 0,0 0,0 0,1-1,1 0,0 0,1-1,0 1,0-2,1 1,1-1,0 0,9 7,28 15,-1-10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29.2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62,'10'44,"2"0,2-2,2 0,16 29,-25-54,108 217,-76-186,-38-47,0 0,0 0,0-1,0 1,0 0,0-1,0 1,0-1,1 1,-1-1,0 0,0 0,0 1,1-1,-1 0,0 0,0 0,1 0,-1 0,0-1,0 1,1 0,-1 0,0-1,0 1,0-1,1 1,-1-1,0 0,0 1,0-1,0 0,0 0,0 0,0 0,-1 0,1 1,0-2,0 1,-1 0,1 0,-1 0,1 0,0-1,7-13,-1-1,0 0,-1 0,-1-1,0 0,0-10,2-2,3-9,2-15,3 0,2 2,4-4,-15 40,1 1,1 0,0 0,1 1,0 0,1 0,0 1,1 1,0 0,1 0,0 1,11-7,14-3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29.4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1,'7'18,"2"15,2 12,-1 8,-2 5,-3 5,-2-3,-1-9,-1-13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29.8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1,'44'15,"-1"3,-1 2,0 1,-2 2,0 3,4 0,-2 3,0 1,-3 2,0 2,28 33,-51-49,-2 0,0 1,0 0,-2 1,-1 0,0 1,-2 1,0 0,-1 0,-2 0,0 1,-1 0,1 21,-15 150,9-194,0-1,0 1,1 0,-1-1,0 1,1 0,-1 0,0-1,1 1,-1 0,0 0,1 0,-1-1,1 1,-1 0,0 0,1 0,-1 0,1 0,-1 0,0 0,1 0,-1 0,1 0,-1 0,0 0,1 0,-1 0,1 0,-1 0,0 1,1-1,-1 0,0 0,1 0,-1 1,0-1,1 0,-1 0,0 1,1-1,-1 0,0 1,0-1,1 0,-1 1,0-1,0 1,0-1,0 0,0 1,1-1,-1 0,0 1,0-1,0 1,0-1,0 1,0-1,0 0,0 1,0-1,-1 1,98-125,-77 97,14-22,2 1,2 3,2 1,9-5,-20 32,-29 17,1 0,0 0,-1 0,1 0,-1 0,1 0,0 0,-1 1,1-1,0 0,-1 0,1 1,-1-1,1 0,-1 1,1-1,-1 0,1 1,-1-1,1 1,-1-1,1 1,-1-1,0 1,1-1,-1 1,0-1,0 1,1 0,-1-1,0 1,0-1,0 1,0 0,1-1,-1 1,0 0,0-1,0 1,-1 0,1-1,0 1,0-1,0 1,0 0,-1-1,1 1,-31 143,26-131,0 1,1 0,1 0,0 1,1-1,1 0,0 1,1-1,1 1,0-1,1 1,0-1,1 0,1 0,0 0,1 0,0-1,1 0,6 9,-3-12,0-1,1 0,1 0,0-1,0-1,0 0,1 0,0-1,0-1,1 0,-1 0,1-1,1-1,47 12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30.2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87 438,'40'-15,"-2"-3,0-1,-1-2,-1-1,-1-2,-1-1,0-3,-29 24,0 1,0-1,-1 0,0-1,0 1,0-1,0 0,-1 0,1 0,-1 0,-1 0,1-1,-1 1,0-1,0 0,0 1,-1-1,0 0,0 0,-1 0,0 0,0 0,0 0,0 0,-1 0,0 0,-1 0,1 0,-1 0,0 1,0-1,-1 1,0-1,0 1,-2-3,-3 0,-1 1,0 1,0-1,-1 1,1 1,-1 0,-1 0,1 1,0 0,-1 1,0 0,0 0,0 2,0-1,0 1,0 1,-1 0,1 0,0 1,0 1,0 0,0 0,0 1,1 1,-1 0,1 0,0 1,0 0,-1 1,2 2,0 0,0 1,1 0,1 0,-1 1,2-1,-1 2,1-1,1 1,0 0,0 0,1 0,0 1,1-1,1 1,0 0,0 0,1 0,1 0,0 0,0 0,1 0,1 0,0-1,1 1,0 0,0-1,2 1,-1-1,1-1,1 1,0 0,0-1,1-1,1 1,0 0,11 11,0-2,2 0,0-1,1-1,0-1,2 0,0-2,0-1,3-1,36 15,0-2,2-4,11 1,35 4,1-5,35-1,21-3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30.5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0,'-4'16,"-7"19,-3 19,-2 19,-2 10,1 5,4-1,4-8,4-16,7-18,5-18,2-12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30.8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273 156,'-73'-149,"68"142,14 23,45 61,5-2,2-3,59 53,-82-85,34 34,27 26,-6 5,23 37,-104-127,-1 0,-1 1,0 0,-1 1,-1 0,-1 0,0 1,2 11,-8-24,0 0,0 0,-1 0,0 0,0 0,-1-1,1 1,-1 0,0 0,0 0,-1-1,1 1,-1 0,0-1,0 0,-1 1,1-1,-1 0,0 0,0 0,0-1,-1 1,1-1,-1 0,0 1,0-2,0 1,0 0,0-1,-13 7,0-1,0-1,0-1,-1 0,0-2,0 0,-5 0,-96 10,-2-6,1-5,0-5,-2-6,83 6,-95-6,114 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31.1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837 133,'-2'-7,"0"1,-1 0,0 0,0 0,-1 0,0 0,0 0,0 1,-1 0,0 0,0 0,0 1,0 0,-1-1,1 2,-1-1,0 1,0 0,-6-2,-6-2,0 1,0 1,-1 1,0 0,0 1,-10 1,1 0,1 3,0 0,-1 1,1 2,0 1,1 1,-1 1,1 1,1 2,-1 0,1 2,1 0,-4 5,11-6,-1 0,2 1,0 1,0 1,1 0,1 1,0 1,1 0,1 1,1 0,0 1,1 0,1 1,1 0,0 0,2 1,-3 13,6-18,1 0,1 0,0-1,1 1,0 0,1 0,1 0,1-1,0 1,1-1,0 0,1 0,1 0,0-1,1 1,0-2,1 1,0-1,1 0,1-1,3 4,8 6,1-1,2-1,0-1,0-1,2-1,0-1,1-1,0-2,6 1,29 10,1-4,1-2,45 4,-15-6,2-5,0-4,-1-4,1-5,83-12,-53-4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31.4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63 1,'0'22,"0"25,2 21,2 20,1 15,0 9,0-1,-6-6,-8-12,-6-17,-3-19,-3-22,2-16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49:31.6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0,'5'18,"1"-1,1 0,1-1,0 1,1-1,9 12,-17-28,84 121,6-4,5-4,59 50,114 134,-238-260,-1 3,-2 0,-1 2,6 16,-30-52,1 0,-1 0,0 0,0 1,-1-1,0 1,0 0,-1 0,1 0,-2 0,1 0,-1 0,0 0,0 0,-1 0,0 0,0-1,0 1,-1 0,0 0,-1-1,1 1,-2 0,0-1,-1 0,0 0,0-1,-1 0,1 0,-1 0,0-1,-1 1,1-2,-1 1,1-1,-121 40,-63-17,-59-16,-6-10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02.4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 1,'1'845,"8"-692,7-1,21 76,-20-127,4 68,-6 0,-8 48,18 511,-26 249,-35-190,10-442,-6 184,31-342,0 59,-14 48,7-213,-8 86,7 0,7 20,4-144,6 174,-8 1,-13 25,-24 379,23-304,9-274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08.2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3 461,'0'-398,"0"391,-1 5,1 0,0 1,-1-1,1 0,0 0,0 0,0 0,0 0,0 0,0 0,1 1,-1-1,1 0,-1 0,1 0,0 1,-1-1,1 0,0 0,0 1,0-1,0 1,1-1,-1 1,0 0,1-1,-1 1,1 0,-1 0,1 0,-1 0,1 0,0 0,1 0,20 0,0 1,-1 2,1 0,0 1,-1 1,3 2,-2-1,246 44,212 10,-38-35,283 28,-489-27,182-7,-275-19,-143 1,0-1,0 1,0 0,0 0,-1 0,1 0,0 0,0 0,0 0,0 0,0 0,-1 0,1 0,0 1,0-1,0 0,0 1,-1-1,1 0,0 1,0-1,-1 1,1-1,0 1,-1 0,1-1,-1 1,1 0,-1-1,1 1,-1 0,1-1,-1 1,0 0,1 0,-1 0,0-1,1 1,-1 0,0 0,0 0,0 0,0 0,0-1,0 1,0 0,0 0,0 0,-1 0,1 0,0-1,-1 1,1 0,0 0,-1 0,1-1,-1 1,1 0,-1-1,1 1,-1 0,0-1,-12 53,2 1,3 0,-2 51,6-63,-15 409,15-272,-2 280,23 67,-1-255,-13 0,-14 56,-15-33,-14 269,38-247,-1 6,-18 53,7-237,-39 586,47 231,3-727,26 225,-5-196,-11 1,-21 180,6-203,16 154,3-84,-14 47,-2 47,24 110,-13-409,35 892,-40-980,-1-9,1 0,-1 0,0 0,0 1,0-1,0 0,0 0,-1 0,0 0,1 0,-1 0,0 0,-1 0,1 0,0 0,-1 0,-4-1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09.7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96 0,'12'47,"-2"0,-3 0,-1 1,-3-1,-2 34,0-65,0 918,-2-727,-9 0,-32 173,-35 61,76-430,0-8,-1 1,1 0,1-1,-1 1,1 0,-1-1,1 1,0 0,0 0,1 0,-1-1,1 1,0 0,0-1,0 1,0-1,1 1,-1-1,1 1,0-1,0 0,0 0,0 0,1 0,-1 0,2 0,18 6,1-1,0 0,0-2,1-1,0-1,11 0,-34-4,390 34,118 19,262-50,-541-16,-187 7,74 1,-64 14,-29-4,0 0,0-2,1-1,0-1,-1 0,1-2,-1-1,1-2,65-18,14 22,-97-7,-13 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1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0,'195'40,"94"3,-155-25,687 87,303-19,-763-83,-85 23,6-25,-282-1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2.5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1,'54'11,"0"-3,1-2,43-1,-70-4,1197 25,-1076-18,800 17,-459-33,-147 44,-125-10,-44-24,-174-2,0 0,0-1,-1 1,1-1,0 1,0 0,0-1,0 1,-1-1,1 1,0-1,0 1,0 0,0-1,0 1,0-1,0 1,0-1,0 1,1-1,-1 1,0-1,0 1,0 0,0-1,1 1,-1-1,0 1,0 0,1-1,-1 1,0 0,1-1,-1 1,0 0,1-1,-1 1,0 0,1 0,-1-1,1 1,-1 0,0 0,1 0,-1 0,1 0,-1 0,1-1,-1 1,1 0,-1 0,1 0,-1 0,0 1,1-1,-1 0,1 0,-1 0,1 0,-1 0,1 1,-1-1,-11-8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3.5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1,'11'8,"-1"-1,1 0,1 0,-1-2,1 1,0-1,1-1,-1 0,1-1,0 0,0-1,0 0,5-1,513 45,-495-43,979 59,74-63,-627 14,-236 1,-196-15,-24 0,0 1,-1 0,1-1,-1 2,1-1,0 1,-1 0,1 0,-1 0,1 1,3 2,-9-4,0 0,0 0,0 0,-1 0,1 0,0 0,0 0,0 0,0 0,-1 0,1 0,0 0,0 1,0-1,0 0,0 0,-1 0,1 0,0 0,0 0,0 1,0-1,0 0,0 0,0 0,0 0,0 1,-1-1,1 0,0 0,0 0,0 1,0-1,0 0,0 0,0 0,0 0,0 1,0-1,1 0,-1 0,0 0,0 0,0 1,0-1,0 0,0 0,0 0,0 0,0 1,0-1,1 0,-1 0,0 0,0 0,0 0,0 0,1 1,-1-1,0 0,0 0,-11 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5.0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462 1,'-41'0,"-1"1,0 3,1 1,0 2,-1 2,29-6,0 1,0 0,0 1,1 0,0 1,0 1,1-1,-1 2,1 0,1 0,0 1,0 0,1 1,0 0,0 0,1 1,-3 6,9-14,0 1,0-1,1 1,-1-1,1 1,0 0,0-1,0 1,0 0,1 0,-1 0,1 0,0 0,1 0,-1 0,0-1,1 1,0 0,0 0,0 0,1-1,-1 1,1 0,0-1,0 0,0 1,0-1,0 0,1 0,-1 0,1 0,0-1,0 1,0-1,1 0,2 2,21 12,1-1,1-1,1-2,-1 0,16 2,69 28,-21 14,-90-54,-1 0,1 1,-1-1,0 0,1 1,-1 0,0-1,0 1,-1 0,1 0,-1 0,1 0,-1 0,0 0,0 1,0-1,0 0,-1 0,0 1,1-1,-1 0,0 1,-1-1,1 1,0-1,-1 0,0 0,0 1,0-1,-1 1,-6 6,0-1,-1-1,1 1,-2-1,1-1,-1 0,-1 0,1-1,-1-1,0 0,0 0,-1-1,0 0,1-1,-1 0,0-1,0-1,-7 1,-105 10,114-12,11-1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5.3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62,'22'-11,"-1"2,2 1,-1 0,1 2,0 0,0 2,1 0,0 2,12 0,-33 2,0-1,0 1,0 0,0 0,-1 0,1 0,0 0,0 1,0-1,0 1,0 0,0 0,-1 0,1 0,0 0,-1 1,1-1,-1 1,1-1,-1 1,0 0,0 0,0 0,0 0,0 1,0-1,0 1,-1-1,1 1,-1-1,0 1,0 0,0-1,0 1,0 0,-1 0,1 0,-1 0,0 0,0 2,-5 7,0-1,-2 1,1-1,-1 0,-1-1,0 0,-1 0,1-1,-2 0,1 0,-2-1,-8 6,6-3,-107 94,118-104,0 1,0-1,0 1,0-1,1 1,-1 0,0 0,1-1,0 1,-1 0,1 0,0 1,0-1,0 0,1 0,-1 0,0 1,1-1,-1 0,1 1,0-1,0 0,0 1,0-1,0 0,0 1,1-1,-1 0,1 1,0-1,-1 0,1 0,0 0,0 0,1 0,-1 0,2 2,6 3,1 0,0-1,0 0,1 0,0-1,0-1,0 0,0 0,1-1,-1-1,1 0,2 0,-3 0,232 26,-174-26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5.9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6,'-15'-3,"-1"2,0 0,0 0,0 2,0 0,1 0,-1 2,0 0,1 0,0 2,0 0,0 1,0 0,1 1,0 0,1 2,0-1,0 2,-1 1,10-7,1 0,0 0,0 0,0 0,0 0,1 1,0-1,0 1,0 0,0-1,1 1,0 0,0 0,0 0,1 0,-1 0,1 0,0 0,1 0,-1 0,1 0,0 0,0 0,1 0,0 0,-1-1,1 1,1-1,-1 1,1-1,0 0,0 0,0 0,0 0,1 0,-1-1,3 2,17 15,2-1,1-1,0 0,1-3,1 0,0-1,12 2,-2 1,-2 1,0 1,32 24,-65-42,-1 0,1 1,-1-1,1 1,-1 0,0 0,1 0,-1 0,0 0,0 0,-1 1,1-1,0 0,-1 1,1 0,-1-1,0 1,0 0,0 0,0-1,-1 1,1 0,-1 0,1 0,-1 0,0 0,0 0,-1 0,1 0,0 0,-1 0,0 0,-6 5,0 0,-1-1,0 0,-1 0,1-1,-1 0,0 0,-1-1,0 0,1 0,-1-2,-1 1,1-1,0 0,-1-1,-1 0,-14 4,-1-1,1 0,-1-2,0-1,0-2,0 0,-4-2,11-2,14 0,9 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6.2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58 173,'5'-16,"3"-12,1-6,-2-1,-1 2,-3 12,-1 16,-5 20,-5 20,-3 16,-5 14,1 10,1 5,-2 2,1-11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6.7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196 22,'0'-1,"-2"-1,0 0,-1 1,1-1,0 0,0 1,-1-1,1 1,-1-1,1 1,-1 0,0 0,1 1,-1-1,0 0,0 1,0 0,1 0,-1-1,0 2,0-1,0 0,1 0,-1 1,0 0,0 0,1-1,-1 1,0 1,1-1,-1 0,1 1,0-1,-1 1,1 0,0 0,0 0,0 0,0 0,0 0,1 0,-1 12,1-1,1 0,0 0,1 1,0-1,1 0,1 0,0 0,0 0,2-1,-1 1,2-1,-1 0,2 0,0 0,20 36,3 0,1-2,3-1,25 26,-55-67,1 1,0 0,0 1,-1-1,0 1,0 0,-1 0,1 1,-1-1,0 1,-1-1,0 1,0 0,0 2,-3-7,-1 1,0 0,1-1,-1 1,0-1,-1 0,1 1,0-1,-1 0,1 0,-1-1,1 1,-1 0,0-1,0 0,1 1,-1-1,0-1,0 1,0 0,-1-1,1 1,0-1,0 0,0 0,0 0,0 0,-1-1,1 2,-244 5,201 6,54-4,20-2,6-1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17.0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56 183,'0'6,"1"1,-1-1,1 0,1 0,-1 1,1-1,0 0,1 0,-1-1,1 1,1-1,-1 1,0-1,1 0,0 0,1 0,-1-1,1 0,0 0,0 0,0 0,0-1,1 1,3 0,6 4,1-1,0-1,0-1,1 0,0-1,-1-1,1 0,11-1,-22 0,1-1,0 0,0-1,-1 1,1-1,0 0,0-1,0 0,-1 0,1 0,0-1,-1 0,0 0,1-1,-1 0,0 0,0 0,0-1,-1 0,1 0,-1 0,0-1,0 1,0-1,-1-1,0 1,0 0,0-1,-1 0,1 0,-1 0,0-4,-1 0,-2 0,1 0,-1 0,-1 0,0 0,0 0,-1 0,0 0,-1 0,0 1,-1-1,0 1,0 0,-1 0,0 0,-1 1,0 0,0 0,0 0,-1 1,0 0,-1 0,0 1,0 0,0 0,-1 1,1 0,-1 0,-1 1,1 0,-4 0,4 2,1 1,-1 0,1 1,-1 0,0 0,1 1,-1 0,1 0,-1 1,1 0,0 1,0 0,0 0,0 1,-7 4,-102 78,53-27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2.0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226 59,'-11'0,"1"2,0-1,0 1,0 1,0-1,0 2,1-1,-1 2,1-1,0 1,0 0,1 1,-1 0,1 0,1 1,-1 0,1 1,0 0,1 0,0 0,0 0,1 1,0 0,0 0,1 1,0-1,1 1,0 0,1 0,0 0,0 0,0 10,2-12,0 0,1 0,0 0,0-1,1 1,-1 0,2-1,-1 1,1-1,0 0,1 0,0 0,0 0,0-1,1 0,0 1,0-2,1 1,-1 0,1-1,0 0,1-1,-1 0,2 1,11 7,1-2,1 0,0-1,0-1,1-1,0-1,18 3,-23-6,2 0,-1-1,0-1,0-1,1 0,14-3,-26 2,0 0,0-1,0 0,0 0,0-1,-1 1,1-2,-1 1,0-1,0 1,0-2,0 1,-1-1,0 1,0-2,0 1,0 0,3-6,-2-2,0-1,-1 0,0 1,-1-2,0 1,-1 0,-1-1,-1 1,0-1,0 0,-2 0,0 1,0-1,-1 1,-1-1,-1 1,0 0,-1 0,0 0,-1 1,0-1,-1 1,-1 1,-4-6,6 10,0 0,-1 1,0 0,0 0,-1 0,1 1,-1 0,-1 1,1-1,-1 2,0-1,0 1,0 1,-1 0,1 0,-1 0,0 1,0 1,0 0,1 0,-1 1,0 0,0 1,0 0,0 1,0 0,0 0,1 1,0 0,-1 1,1 0,0 0,0 1,1 0,0 1,0-1,0 2,0-1,1 1,0 0,1 1,-3 3,4-4,1 0,0 1,0 0,1 0,0 0,0 0,1 0,0 1,0-1,1 1,0-1,0 2,3 38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2.2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8,'20'-2,"21"-1,19 0,20 3,18 4,21 5,17 4,11 4,2 4,-3 0,-11-3,-16-2,-23-4,-22-5,-31-2,-34-1,-18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3.1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301 0,'-18'2,"1"1,-1 1,1 1,0 0,0 1,0 1,1 0,0 2,0-1,1 2,0 0,1 1,0 1,1 0,0 0,-5 8,15-16,0 0,0-1,0 1,1 0,0 1,-1-1,1 0,1 1,-1-1,1 1,0 0,0-1,0 1,0 0,1 0,0-1,0 1,0 0,1 0,-1-1,1 1,0 0,1-1,-1 1,1 0,0-1,0 0,0 0,1 1,-1-1,1-1,0 1,0 0,4 2,8 4,0 0,1-1,0-1,0-1,1 0,0-1,0-1,1 0,0-2,-1 0,1 0,0-2,9-1,-10 2,0-2,1 0,-1-1,0-1,0 0,0-2,0 0,5-2,-17 4,0 1,0-1,0-1,-1 1,1-1,-1 1,1-1,-1-1,0 1,0-1,0 1,0-1,-1 0,1 0,-1-1,0 1,-1-1,1 0,-1 1,0-1,0 0,0 0,-1 0,0-1,0 1,0 0,0-1,-1-1,-1-3,-1-1,-1 1,1 1,-2-1,1 0,-1 1,-1 0,1 0,-2 0,1 0,-1 1,-1 0,1 0,-1 1,-1-1,1 2,-1-1,0 1,-1 0,0 1,1 0,-2 0,1 1,0 0,-1 1,0 0,0 0,0 1,0 1,0-1,0 2,-1-1,1 1,0 1,-5 0,10 0,0 0,0 0,-1 0,1 1,0 0,0 0,0 0,1 0,-1 1,1 0,-1 0,1 0,0 1,0-1,0 1,0 0,1 0,0 0,-1 0,2 1,-1-1,0 1,1 0,0 0,0 0,0 0,1 0,0 0,0 0,0 1,1-1,-1 0,1 1,1 3,5 35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3.3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12,'25'-2,"31"-1,33 0,34 1,27 0,18 4,5 5,-8 4,-21 2,-29 1,-33 1,-40-2,-27-4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3.8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240 3,'-10'-1,"0"0,0 1,0 0,0 1,0 0,0 0,0 1,0 0,1 1,-1 0,1 1,0 0,0 0,0 1,1 0,-1 0,1 1,0 0,1 1,-1 0,-4 6,7-6,1 0,0 0,0 1,1-1,0 1,0 0,1 0,0-1,0 2,1-1,0 0,1 0,-1 0,2 0,-1 0,1 1,0-1,1 0,0 0,0 0,1-1,0 1,0 0,1-1,-1 0,2 0,-1 0,1 0,0-1,1 0,-1 0,4 2,2 3,0-1,1 0,1 0,0-1,0-1,0-1,1 1,1-2,-1 0,1-1,0 0,0-1,0-1,0-1,1 0,-1 0,1-2,0 0,-1-1,1 0,-1-1,12-4,-20 3,0 0,-1-1,1 0,-1 0,0-1,0 0,0 0,-1 0,1-1,-1 0,-1 0,1 0,-1 0,0-1,-1 0,1 0,-1 0,-1 0,1 0,-1-1,0 1,-1 0,0-1,0 0,-1 1,0-1,0 0,-1-2,-2-34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4.0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15,'29'-6,"1"2,0 1,-1 2,1 1,0 1,0 2,-1 0,1 2,-1 2,0 0,-1 2,0 1,11 6,-33-13,0 0,0 1,0 0,-1 0,1 0,-1 0,0 1,0 0,-1 0,1 0,-1 1,0-1,-1 1,1 0,-1 0,0 0,-1 1,0-1,1 1,-2-1,1 1,-1 0,0-1,-1 1,0 0,0 0,0 0,-1 0,1-1,-2 1,1 0,-1-1,0 1,0-1,-1 1,-1 1,-11 11,0-1,-1 0,-1-1,-1-1,0-1,-1-1,0 0,-1-1,-1-1,0-2,0 0,-1 0,-11 1,-102 27,120-40,11-3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4.5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1,'32'6,"35"8,37 5,33 5,29 4,19 2,11 3,1 1,-10-1,-19-5,-24-3,-32-8,-30-5,-34-5,-37-4,-20-2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5.2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5,'-16'-4,"-15"4,-8 10,-7 15,-2 14,2 14,7 9,10 4,16-3,23-6,22-7,20-13,17-12,10-10,2-13,-5-11,-15-4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5.5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0,'151'47,"-87"-30,-1 3,0 3,-2 3,0 2,12 10,7 30,-78-65,1 0,-1 1,0-1,0 1,0 0,0-1,0 1,-1 0,0 0,0 0,0 0,0 0,0 0,-1 0,0 0,0 0,0 1,0-1,-1 0,0 0,1 0,-2 0,1 2,-8 7,0 0,-1-1,0 0,0-1,-2 0,1 0,-1-1,-1-1,0 0,0-1,0 0,-1-1,0-1,-1 0,0-1,-3 1,-98 26,92-30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5.7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1,'18'0,"71"0,0 3,25 8,518 93,-250-47,404 69,-666-99,-106-19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6.7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0,'-5'0,"2"5,2 10,7 12,6 12,4 10,4 4,3 3,1-1,0-3,-2-9,-3-11,-4-11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6.9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401 0,'2'0,"2"5,-8 7,-10 12,-11 11,-13 10,-12 9,-5 7,-2 2,4 2,7-1,12-3,12-4,14-6,13-4,10-6,5-7,-1-10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7.3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1 124,'12'12,"1"1,0-2,1 0,0-1,1 0,0-1,1 0,0-2,0 0,0 0,1-2,0 0,0-1,1-1,-1 0,1-1,0-1,-12 0,0 0,0 0,0-1,0 0,0 0,0 0,0 0,0-1,0 0,0-1,0 1,0-1,-1 0,1-1,-1 1,1-1,-1 0,0 0,0-1,0 0,-1 0,1 0,-1 0,0-1,0 1,0-1,-1 0,0 0,0 0,0-1,-1 1,1-1,-1 0,0 1,-1-1,0 0,0 0,0-4,-1 4,0 0,-1 1,0-1,0 1,-1-1,0 1,1-1,-2 1,1 0,-1 0,0 0,0 0,0 1,0-1,-1 1,0 0,0 0,0 0,0 0,-1 1,0 0,1 0,-1 0,0 0,0 1,-1 0,1 0,0 0,-1 1,1-1,-1 1,0 1,1-1,-1 1,-2 0,-5 2,1 1,1 0,-1 0,0 1,1 1,0 0,0 1,0 0,1 0,0 1,0 0,0 1,1 1,-6 6,-34 36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7.8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1,'5'18,"3"13,6 8,4 4,6 2,6 0,2-4,1-3,-2-6,-2-9,-6-8,-5-9,-6-6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8.0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366 0,'-118'81,"98"-67,1 1,0 0,1 2,1 0,0 1,1 0,1 2,1 0,1 0,0 1,2 1,1 0,0 0,2 1,0 1,2-1,0 1,0 14,4-4,2-1,1 0,2 1,1-1,5 14,3 30,-10-56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8.3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2 206,'7'-20,"4"-14,3-5,-1 1,-3 5,-1 8,-1 11,-3 12,-2 15,-1 18,-1 14,-4 11,-3 10,-2 4,-3 3,-4-1,-6 0,0-13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8.8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0,'2'14,"6"13,7 11,9 7,10 1,4 1,4-4,-1-4,-7-7,-10-13,-9-10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9.1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281 3,'3'-3,"-2"5,-4 8,-5 11,-8 12,-9 12,-6 11,-5 10,-1 7,1 3,5 0,5-2,7-4,7-7,8-10,4-12,2-13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9.4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23,'9'-4,"-1"0,1 1,0 0,0 1,0 0,0 0,0 1,0 0,0 0,5 1,-10 0,-1 0,0 1,1-1,-1 1,0 0,0 0,0 0,1 0,-1 0,0 1,0-1,-1 1,1 0,0 0,-1 0,1 0,-1 0,1 1,-1-1,0 1,0 0,0-1,0 1,-1 0,1 0,-1 0,0 0,0 0,0 1,0 1,0 0,0 0,-1 0,0 1,0-1,-1 0,1 0,-1 0,0 0,-1 0,1 0,-1 0,0 0,0 0,-1 0,1-1,-1 0,0 1,-2 2,-67 69,70-74,-21 18,12-11,-1 1,2 0,-1 1,1 0,1 1,0 0,1 0,-7 14,14-24,0 0,0 0,0 0,1 0,-1 1,1-1,0 0,0 0,-1 1,1-1,1 0,-1 1,0-1,1 0,-1 0,1 0,-1 1,1-1,0 0,0 0,0 0,0 0,1 0,-1 0,0-1,1 1,-1 0,1-1,0 1,-1-1,1 1,0-1,2 1,74 32,-3-14,1-2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29.8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1,'5'16,"5"14,9 11,10 6,8 3,6 1,4-4,-1-6,-4-7,-7-10,-7-8,-9-10,-4-10,-3-12,-4-2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0.0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0,'-14'21,"-11"15,-8 16,-8 12,-6 12,-1 6,-3 3,2 0,4 0,10-3,10-7,11-12,6-15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0.4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84 27,'34'-8,"0"1,0 2,1 1,-1 2,10 2,19 7,-62-7,0 0,0 1,0-1,0 0,0 1,0-1,0 1,0-1,0 1,0-1,0 1,0 0,-1 0,1-1,0 1,0 0,-1 0,1 0,-1 0,1 0,-1 0,1 0,-1 0,1 0,-1 0,0 0,1 0,-1 0,0 0,0 0,0 0,0 0,0 0,0 0,0 0,0 0,-1 1,1-1,0 0,-1 0,1 0,-1 0,1 0,-1 0,1-1,-1 1,1 0,-1 0,0 0,0 0,0-1,1 1,-1 0,0-1,0 1,-98 78,60-54,25-15,6-5,0 0,0 1,0 0,1 0,0 0,0 1,1 0,0 1,0 0,-2 2,9-7,-1-1,0 1,1-1,0 1,-1-1,1 1,0-1,0 0,0 1,1-1,-1 0,0 0,1 0,0 0,-1 0,1 0,0 0,0-1,0 1,0-1,0 1,0-1,1 0,-1 0,0 0,1 0,-1 0,0 0,1-1,-1 1,1-1,0 0,-1 0,1 0,9 5,-6-4,0 1,0 0,-1 0,1 1,-1-1,1 1,-1 1,0-1,0 1,0 0,-1 0,1 0,-1 0,0 1,0 0,-1 0,1 0,-1 0,0 0,0 1,-1 0,0-1,0 1,0 0,-1 0,0 0,0 0,0 0,-1 1,-3 5,-1 0,-1 0,0-1,0 0,-2 0,1 0,-1-1,0 0,-1 0,-1-1,1 1,-1-2,-1 0,0 0,0 0,0-1,-1-1,0 0,0-1,-1 0,-7 3,-75 9,54-21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1.1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1,'23'0,"25"2,24 3,21 3,18 3,13 3,3 2,-6 1,-23-3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1.7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1,'13'7,"17"7,18 5,17 2,19-3,14-4,10-4,-14-5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2.4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15,'18'-3,"16"0,10 1,9-1,10 2,5 0,-2 0,-12 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2.9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1,'21'0,"22"0,22 0,21 2,14 6,3 3,-11 5,-21-1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4.5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0,'9'14,"10"15,11 12,9 9,8 4,4 3,0-5,-1-6,-7-11,-11-11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4.8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421 0,'-18'18,"-13"16,-10 12,-5 11,-4 6,-3 5,4-1,5-3,8-5,10-3,10-7,7-6,8-4,6-5,2-8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5.2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130 0,'-118'341,"106"-285,13-55,-1 0,1 0,0-1,-1 1,1 0,0 0,0 0,-1-1,1 1,0 0,0-1,0 1,0 0,0-1,0 1,0-1,0 0,0 1,0-1,0 0,0 0,0 1,0-1,0 0,0 0,0 0,0 0,1-1,-1 1,0 0,0 0,0-1,0 1,0 0,0-1,0 1,0-1,0 0,0 1,-1-1,1 0,0 1,0-1,0 0,-1 0,1 0,2 0,243-133,-245 133,-1 1,1-1,-1 1,1 0,-1-1,1 1,-1-1,1 1,-1 0,1-1,0 1,-1 0,1 0,0-1,-1 1,1 0,0 0,-1 0,1 0,0 0,-1 0,1 0,0 0,-1 0,1 0,0 0,-1 0,1 1,-1-1,1 0,0 0,-1 1,1-1,-1 0,1 1,0-1,-1 1,1-1,-1 1,0-1,1 1,-1-1,1 1,-1-1,0 1,1 0,-1-1,0 1,0-1,1 1,-1 0,0-1,0 1,0 0,0-1,0 1,0 0,0-1,0 1,-13 43,11-39,-21 55,3 0,2 2,-3 33,-2 7,12-64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5.5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0,'20'5,"23"5,25 7,27 2,26 0,21-1,16-1,4-1,-25-4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6.0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167 0,'-9'3,"0"-1,0 2,0-1,0 1,1 1,-1 0,1 0,1 0,-1 1,1 0,0 1,0-1,0 1,1 1,0-1,1 1,0 0,0 0,1 1,0 0,0-1,1 1,0 0,0 1,1-1,1 0,-1 1,1-1,1 1,0-1,0 1,1 0,0-1,1 0,0 1,3 7,1-5,1-1,1 1,0-1,0-1,1 0,0 0,1 0,0-1,0-1,1 0,0 0,0-1,1-1,0 0,1 0,-1-1,1-1,0 0,0 0,0-2,0 1,1-2,-1 0,1 0,-1-2,0 1,2-2,-8 1,0-1,-1 0,1-1,-1 0,0 1,0-2,0 1,0-1,0 0,-1 0,0-1,0 1,0-1,0-1,-1 1,0 0,0-1,0 0,-1 0,0 0,0 0,0-1,-1 1,0-1,0 0,-1 1,0-1,0 0,0 0,-1 0,0 0,-1 0,1 1,-2-7,0 3,0 0,0-1,-1 1,-1 0,1 0,-2 1,1-1,-1 1,-1 0,0 0,0 0,-1 1,1 0,-2 0,1 1,-1 0,-1 0,1 1,-1 0,0 1,0-1,-1 2,1-1,-1 2,0-1,0 1,-1 1,1-1,0 2,-1 0,7 1,0 0,0 1,0-1,1 1,-1 0,0 0,1 0,-1 1,0-1,1 1,0 0,-1 0,1 0,0 1,0-1,0 1,1-1,-1 1,1 0,-1 0,1 0,0 1,0-1,0 0,1 1,-1-1,1 1,0 0,-1 0,-2 30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6.3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0,'16'2,"26"6,30 3,36 3,32 2,28 2,18 0,10-1,-3-2,-17 0,-26 0,-37-4,-44-3,-44-3,-34-2,-27-2,-15 1,2 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6.7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0,'-2'14,"-1"11,0 8,3 5,4 1,0-6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7.0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1,'4'16,"5"7,4 5,0-1,-1-2,-4-6</inkml:trace>
  <inkml:trace contextRef="#ctx0" brushRef="#br0" timeOffset="1">1 656,'2'13,"5"8,2-1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8.2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1,'16'11,"14"11,10 8,6 9,2 6,-2 2,-5 1,-6-2,-10-4,-9-8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8.5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309 0,'-16'5,"-10"5,-5 9,1 7,3 7,1 6,3 8,4 8,-1 7,2 6,-1 4,0 1,4-2,4-5,4-6,6-9,2-14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39.0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0,'9'7,"19"2,25-1,28-1,24-2,12 1,-1 1,-19-1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40.1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 88,'-4'8,"1"0,0 0,0 0,1 0,0 0,1 1,0-1,0 1,1-1,0 1,0-1,1 1,0-1,0 0,1 1,0-1,1 0,0 0,0 0,1 0,0-1,0 1,4 4,-2-5,1 0,0 0,0-1,0 1,1-2,0 1,0-1,1-1,-1 1,1-1,0-1,0 0,0 0,1-1,-1 0,4 0,-7-1,0 0,0-1,-1 0,1 0,0 0,0-1,0 0,0 0,-1 0,1-1,0 1,-1-2,0 1,1 0,-1-1,0 0,0 0,-1-1,1 0,0 1,-1-1,0-1,0 1,-1-1,1 1,-1-1,1-2,0-1,-1-1,0 0,0 0,-1 0,0 0,-1 0,0-1,0 1,-1 0,0-1,-1 1,0-1,0 1,-1 0,0 0,-1 0,0 0,-1 0,1 1,-5-7,5 8,-1 0,1 1,-1-1,-1 1,1 0,-1 1,0-1,0 1,0 0,-1 0,0 0,0 1,0 0,-1 0,1 1,-1 0,0 0,0 0,0 1,0 0,0 0,-1 1,1 0,0 0,-1 1,-2 0,5 0,0 1,-1 0,1 0,0 1,0 0,-1 0,1 0,1 0,-1 1,0-1,1 1,-1 1,1-1,0 1,0-1,0 1,0 0,1 0,0 1,0-1,0 1,0 0,1-1,0 1,0 0,0 1,0-1,1 0,0 0,0 1,0-1,1 1,0-1,0 0,0 1,1-1,0 5,11 27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40.4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0,'25'5,"31"3,33 6,40 4,42 4,38 5,35 2,26 4,9 2,-3-2,-21-2,-37-6,-48-6,-55-5,-56-6,-57-6,-28-3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1.1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5.5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89 1,'-16'547,"-45"274,49-724,15-82,2-17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6.0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1,'13'7,"1"0,0-1,0 0,0-1,0 0,1-1,0-1,0 0,6-1,-18-1,134 13,1-6,-1-6,62-9,-190 7,989-44,-965 43,18 0,0 1,0 3,0 2,11 5,-24 1,-38-11,1 0,-1 0,0 0,1 0,-1 0,1 0,-1 0,0 0,1 0,-1 0,1 0,-1 1,0-1,1 0,-1 0,1 0,-1 0,0 1,1-1,-1 0,0 0,1 1,-1-1,0 0,0 1,1-1,-1 0,0 1,0-1,1 0,-1 1,0-1,0 1,0-1,0 0,0 1,0-1,0 1,1-1,-1 1,0-1,0 0,-1 1,1-1,0 1,0-1,0 0,0 1,0-1,0 1,0-1,-1 0,1 1,0-1,0 0,-1 1,1-1,0 0,0 1,-1-1,1 0,0 0,-1 1,0-1,-25 9,12-7,1 0,-1-1,1 0,-1-1,0-1,1 0,-1-1,1 0,0-1,-1 0,1-1,-1-1,-21-9,18 10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6.2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405 0,'-16'23,"-14"21,-10 18,-8 14,-6 6,0 1,2-2,6-8,10-12,16-16,11-16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6.5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331 1,'-14'7,"-13"9,-7 11,-5 10,-4 7,-2 6,2 4,4 1,9-4,13-9,20-10,17-12,18-16,13-15,-2-6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6.8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328 0,'-16'21,"-14"15,-14 14,-8 7,-2 2,3-1,11-6,12-7,15-10,19-10,18-14,16-16,1-7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7.0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298 1,'-11'20,"-11"17,-9 12,-7 10,-5 4,1 0,3-3,7-8,11-11,7-9,10-11,11-8,12-12,11-12,11-13,-3-4</inkml:trace>
  <inkml:trace contextRef="#ctx0" brushRef="#br0" timeOffset="1">605 135,'-18'18,"-15"13,-9 11,-4 4,1 1,7 0,8-6,11-5,10-7,11-8,13-8,9-6,14-11,-1-5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0:57.3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1,'-7'18,"-4"11,-3 7,1 2,3-1,-2 0,-7 3,-20 4,-2-6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4.9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23,'-7'-5,"5"-1,11 0,19 1,22 4,20 7,22 4,16 3,9 1,1 1,-10 1,-20-2,-24 3,-23-2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5.2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1,'23'7,"21"4,21 3,18 1,15-2,11-1,2-2,-8-4,-21-1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5.5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18,'0'0,"0"-1,0 1,0-1,0 1,-1-1,1 0,0 1,0-1,0 1,0-1,1 1,-1-1,0 0,0 1,0-1,0 1,1-1,-1 1,0-1,0 1,1-1,-1 1,0-1,1 1,-1-1,0 1,1 0,-1-1,1 1,-1 0,1-1,-1 1,1 0,-1-1,1 1,-1 0,1 0,-1 0,1 0,0 0,-1-1,1 1,-1 0,1 0,-1 0,1 0,0 1,-1-1,1 0,-1 0,1 0,-1 0,1 0,-1 1,1-1,-1 0,1 1,-1-1,1 0,-1 1,1-1,-1 1,33 11,-1 1,0 2,-1 1,-1 1,0 2,11 11,121 100,-150-119,-1 2,0-1,-1 2,0-1,-1 2,0-1,-1 1,-1 0,0 1,-1-1,0 6,-4-11,0 1,-1 0,-1-1,1 1,-2-1,0 1,0 0,-1-1,0 0,0 1,-1-1,-1 0,0 0,0-1,-1 1,0-1,-1 0,0 0,0 0,-1-1,-17 20,-1-2,0 0,-2-2,-1-1,-9 4,-185 133,195-137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6.76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25 725,'2'-17,"1"-1,0 1,1 0,1 0,0 1,1-1,1 1,5-7,4-14,6-13,-2-1,-2-1,-2 0,-3-1,4-38,-16 80,-1 0,1 0,-2 0,0 0,0 0,-1 0,0 0,0 1,-2-4,2 10,0 0,1 0,-1 0,0 0,-1 1,1-1,-1 1,0-1,1 1,-1 0,-1 0,1 0,0 0,-1 1,0-1,1 1,-1 0,0 0,0 1,0-1,0 1,0-1,-1 1,-1 0,1 1,-1 0,1 0,0 0,0 0,-1 1,1 0,0 0,0 0,0 1,0 0,0 0,1 0,-4 2,6-3,0 0,0 0,1 0,-1 0,0 1,1-1,-1 0,1 1,0-1,-1 1,1 0,0-1,0 1,0 0,0 0,0-1,0 1,1 0,-1 0,1 0,-1 0,1 0,0 0,-1 0,1 0,0 0,1 0,-1 0,0 0,0 0,1 0,-1 0,1 0,0 0,0 0,0 1,4 3,1 0,-1 0,2 0,-1-1,0 0,1 0,0-1,0 0,0 0,1 0,-1-1,1 0,0 0,0-1,0 0,0-1,5 1,-11-2,380 65,-379-65,0 0,0 1,0-1,0 0,-1 1,1 0,0 0,-1 0,1 0,0 0,-1 1,1-1,-1 1,0-1,0 1,1 0,-1 0,0 0,0 0,-1 0,1 0,0 1,-1-1,1 1,-1-1,0 1,0 0,0-1,0 1,0 0,-1 0,1 1,-40 77,20-52,13-21,0 0,0 1,1 0,0-1,1 2,0-1,1 0,0 1,0-1,1 1,0 0,0 0,1 0,1 0,0 0,0 0,1 0,0 0,1 0,0 0,0 0,1-1,1 1,-1-1,2 0,-1 0,5 6,3-3,0-2,0 0,1 0,1-1,0-1,0 0,0-1,1-1,0 0,0-1,1 0,0-1,-1-1,1-1,0 0,1-1,6-1,-16 1,-1 0,0-1,0 0,1 0,-1-1,0 1,1-1,-1-1,0 1,0-1,0 0,0 0,0-1,-1 0,1 0,-1 0,0-1,0 0,0 0,0 0,0 0,-1-1,0 0,0 0,0 0,-1 0,0-1,0 1,1-4,6-49,6 80,-14-18,56 97,-55-97,0 0,0-1,1 0,-1 0,1 0,0 0,-1 0,1-1,0 1,1-1,-1 0,0-1,0 1,1-1,-1 0,1 0,0 0,-1 0,1-1,-1 0,1 0,0 0,-1 0,1-1,4-3,-1 1,0-1,0-1,0 1,0-2,-1 1,0-1,0 0,0 0,-1-1,0 0,0 0,-1 0,0-1,0 0,-1 0,0 0,0 0,-1-1,0 1,-1-1,0 0,0 0,0 0,-1 0,-1-4,1 6,0 0,0 0,-1 0,0 0,-1 0,1 0,-1 0,-1 1,1-1,-1 0,0 1,-1-1,1 1,-1-1,-1 1,1 0,-1 1,0-1,0 0,-1 1,0 0,0 0,0 1,0-1,-1 1,0 0,1 0,-2 1,1 0,0 0,-1 1,1-1,-2 1,-1 0,0 0,0 1,-1 0,1 0,0 1,0 0,0 1,0 0,0 1,0 0,0 0,0 1,0 0,1 0,-1 1,1 0,0 0,0 1,1 1,-1-1,1 1,0 0,1 0,0 1,0 0,0 0,1 1,0-1,0 1,0 0,2 1,-1-1,1 1,0 0,0-1,1 1,1 0,-1 0,1 6,2-8,0 0,1-1,0 1,0-1,0 0,1 1,0-1,0 0,1-1,-1 1,1-1,0 1,1-1,-1 0,1-1,0 1,1-1,-1 0,1 0,-1 0,1-1,2 0,41 21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7.0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 60,'-16'-14,"-7"-6,4 2,15 11,19 16,17 15,2 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7.1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 0,'-11'21,"-9"15,-3 11,3 7,4 3,10 1,15-1,15-2,14-7,11-9,3-11,-7-10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7.9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0,'16'50,"-1"0,-3 1,2 29,6 23,11-25,-29-76,0 0,-1 0,1 0,0 0,0 0,0 0,0 0,0-1,1 1,-1-1,1 0,-1 0,0 1,1-2,0 1,-1 0,1 0,0-1,-1 0,1 1,0-1,-1 0,1 0,0-1,-1 1,1 0,0-1,-1 0,3 0,9-6,-1 0,0-1,0 0,-1-1,0-1,-1 0,0 0,0-1,-1-1,0 0,-1 0,-1 0,0-1,-1-1,0 1,1-5,-1 4,-1 1,0-1,-1 0,-1-1,0 1,-1-1,0 1,0-11,-3 24,0 0,0-1,1 1,-1-1,0 1,0-1,-1 1,1-1,0 1,0 0,-1-1,1 1,-1-1,1 1,-1 0,1-1,-1 1,0 0,0 0,0 0,1-1,-1 1,0 0,0 0,-1 0,1 0,0 1,0-1,0 0,-1 0,1 1,0-1,-1 1,1-1,0 1,-1 0,1-1,-1 1,1 0,-1 0,1 0,-1 0,1 0,0 0,-1 0,1 1,-1-1,1 1,0-1,-1 1,1-1,0 1,-1 0,1-1,0 1,0 0,0 0,0 0,-1 0,1 0,1 0,-2 1,-4 3,0 0,0 1,1-1,-1 1,1 0,1 1,-1-1,1 1,0 0,1 0,-1 0,1 1,1-1,-1 1,2-1,-1 1,1 0,0 0,0 0,1 0,0 0,1 0,-1 0,2-1,-1 1,1 0,0 0,0-1,1 0,0 1,1-1,0 0,0 0,0-1,1 1,0-1,3 3,-2-2,2-1,-1 1,1-1,0-1,0 1,0-2,1 1,0-1,0 0,0-1,0 0,1 0,-1-1,1 0,0-1,-1 0,1-1,0 0,0 0,-1-1,1 0,0-1,-1 0,1 0,-1-1,0-1,0 1,0-1,2-2,4-7,-1 1,-1-2,-1 0,0 0,0-1,-2-1,0 0,-1 0,0-1,-1 0,-1-1,-1 1,2-10,-8 17,-8 27,3-3,0-1,1 1,1 0,0 0,1 0,1 0,0 0,1 6,0-15,1 0,-1 0,1 0,0 0,0-1,0 1,1 0,0-1,0 1,0-1,0 1,1-1,0 0,0 0,0 0,0 0,0-1,1 1,0-1,0 0,0 0,0 0,0 0,0-1,4 1,8 2,0-1,1-1,-1-1,1 0,0-1,0-1,-1-1,1 0,0-1,-1-1,1 0,-1-2,0 0,0 0,0-1,-1-1,0-1,-1 0,6-5,-4 3,1-1,-2 0,0-2,0 0,-1 0,-1-1,0-1,-1 0,4-8,-11 12,-15 22,2 1,2 0,0 1,0-1,1 1,0 0,2 1,-1-1,1 1,1-1,1 1,0 0,1 12,0-19,0-1,0 1,1-1,0 0,0 1,1-1,0 0,0 1,0-1,1-1,0 1,0 0,0 0,1-1,0 0,0 0,0 0,1 0,0-1,0 0,0 0,0 0,0 0,1-1,0 0,0 0,0 0,1 0,-3-2,1 0,-1 0,0 0,0 0,1-1,-1 1,0-1,0 0,1-1,-1 1,0-1,0 0,1 0,-1 0,0 0,0-1,0 0,0 1,-1-1,1-1,0 1,-1-1,0 1,1-1,-1 0,0 0,0 0,-1-1,1 1,1-4,3-5,0 1,-2-1,1-1,-1 1,-1-1,-1 0,1 0,-2 0,1-7,0-5,-1 0,-2 0,0 0,-1 0,-2 0,-1 0,0 0,-2 0,-2-3,7 24,1 1,-1-1,0 1,0-1,0 1,0 0,-1-1,1 1,-1 0,0 0,0 0,0 0,0 1,-1-1,1 0,-1 1,1 0,-1-1,0 1,0 0,0 0,0 1,0-1,-1 1,1 0,0-1,-1 1,1 1,-1-1,1 0,-1 1,1 0,-1 0,1 0,-1 0,1 0,-1 1,1 0,-1 0,1 0,-3 1,-65 63,42-24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8.2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68 367,'-68'-280,"72"216,-3 63,-1 0,1-1,0 1,-1 0,1-1,0 1,0 0,0 0,0 0,0 0,0 0,0 0,0 0,0 0,0 0,0 1,1-1,-1 0,0 1,1-1,-1 1,0-1,1 1,-1 0,1 0,-1-1,1 1,-1 0,1 0,-1 0,0 1,1-1,-1 0,1 0,-1 1,0-1,1 1,-1-1,0 1,2 0,6 5,-1 1,1-1,-1 2,0-1,0 1,-1 0,0 0,-1 1,0 0,0 0,-1 1,0-1,0 1,-1 0,-1 1,0-1,0 1,-1-1,0 2,4 29,-2 1,-1 0,-2-1,-3 1,-1-1,-1 1,-3-1,-1 0,-10 27,5-17,2 1,3-1,2 2,2-1,3 50,1-86,2 0,-1 0,2 0,0 0,2 0,-1-1,2 1,0-1,0 0,2-1,0 0,0 0,1-1,5 5,-12-16,0 0,1 0,-1 0,1 0,-1-1,1 1,0-1,0 1,0-1,0 0,0 0,0 0,0-1,0 1,0-1,1 0,19-1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8.7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1 340,'128'-295,"-97"251,-30 44,0 1,0-1,0 1,1-1,-1 1,0 0,0-1,0 1,0 0,0 0,0 0,0 0,0 0,-1 0,1 0,0 0,-1 0,1 0,0 0,-1 1,1-1,-1 0,0 0,1 0,-1 1,0-1,0 1,1 0,49 203,10-1,-59-199,-1-4,1 1,-1 0,0-1,0 1,1 0,-1-1,1 1,0-1,-1 1,1-1,0 1,0-1,0 1,0-1,0 0,0 1,0-1,0 0,1 0,-1 0,0 0,1 0,-1 0,1 0,-1-1,1 1,-1-1,1 1,0-1,-1 1,1-1,1 0,2-3,1-1,-1 1,0-2,0 1,0 0,0-1,-1 0,0 0,0 0,0-1,-1 1,1-4,3-1,179-296,-168 284,-18 22,0 0,0 0,0-1,0 1,1 0,-1 0,0-1,0 1,0 0,1 0,-1 0,0-1,0 1,1 0,-1 0,0 0,1 0,-1 0,0-1,0 1,1 0,-1 0,0 0,1 0,-1 0,0 0,1 0,-1 0,0 0,1 0,-1 0,0 0,0 1,1-1,-1 0,0 0,1 0,-1 0,0 0,0 1,1-1,-1 0,0 0,0 0,1 1,-1-1,0 0,0 0,0 1,0-1,1 0,-1 0,0 1,0-1,0 0,0 1,0-1,0 0,0 1,0-1,0 0,0 0,0 1,0-1,0 0,0 1,0-1,0 0,0 1,0-1,-1 29,0-26,-1 24,-3-4,2-1,1 1,0-1,2 1,0-1,2 1,0-1,2 1,0-1,2 0,0 0,2-1,8 18,-13-34,0 0,1 0,0-1,0 1,0-1,1 0,-1 0,1-1,0 1,0-1,1 0,-1 0,0 0,1-1,0 0,-1 0,7 0,20 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9.0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34 355,'27'0,"-1"-1,1-1,-1-1,0-2,0 0,25-10,-42 12,-1 0,-1 0,1-1,0 0,-1 0,0-1,0 0,0 0,0-1,-1 1,0-2,0 1,-1-1,0 1,0-1,0-1,-1 1,0-1,-1 0,0 0,0 0,0 0,0-3,-2 5,0-1,0 1,-1 0,0 0,0-1,0 1,-1 0,1 0,-2-1,1 1,-1 0,0 0,0 0,0 0,-1 1,0-1,0 1,-1-1,1 1,-1 0,0 1,-1-1,1 0,-1 1,0 0,0 0,0 1,0 0,-1-1,1 2,-1-1,0 1,0-1,0 2,0-1,0 1,0 0,0 0,-1 0,1 1,0 0,-1 1,-4 0,1 1,0 0,0 1,0 0,0 0,1 1,-1 1,1 0,0 0,0 0,1 1,0 1,0-1,0 1,1 1,0-1,0 1,1 0,0 1,0 0,1 0,0 0,1 0,-3 9,1-4,1-1,1 1,0 0,1 0,1 1,0-1,1 1,0-1,1 1,1-1,0 1,1-1,1 0,0 0,1 0,0 0,5 9,1-8,0 0,1-1,0 0,1-1,1 0,0-1,1-1,0 0,0-1,1 0,1-1,-1-1,2 0,-1-1,1-1,0-1,0 0,16 2,59 13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09.7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233 10,'-8'-2,"1"0,0 0,-1 1,1 0,-1 0,0 1,1 0,-1 0,1 1,-1 0,1 0,-1 1,1 0,0 0,-1 0,1 1,1 1,-1-1,0 1,1 0,0 0,0 1,0 0,0 0,1 0,0 1,0 0,0 0,1 0,0 1,0-1,0 1,1 0,0 0,1 0,-1 0,1 1,0 3,1-4,-1 1,1 0,1 0,0 0,0 0,1 0,0 0,0 0,0-1,1 1,0 0,1-1,0 0,0 1,1-1,0 0,0 0,0-1,1 1,0-1,0 0,1-1,-1 1,1-1,1 0,-1 0,6 2,0 1,0-1,0-1,1 0,0-1,0 0,0-1,0 0,1-2,-1 1,1-1,0-1,0-1,-1 0,1 0,11-3,-10-2,1 0,-1-2,0 0,-1 0,1-1,-1-1,-1 0,0-1,0-1,-1 0,-1 0,0-1,0-1,-1 0,0 0,-2-1,1 0,-2-1,0 0,0 0,-2 0,1-2,13-25,-14 43,0 81,-4-61,0 0,2 1,0-1,1 0,2-1,0 1,1-1,0 0,2 0,1-1,4 6,-12-22,1 1,0-1,0 0,0 0,1 0,-1 0,1-1,-1 1,1-1,0 0,0 0,0 0,0-1,0 1,1-1,-1 0,0 0,1-1,-1 1,0-1,1 0,-1 0,0 0,1-1,-1 0,0 1,2-2,3-1,0 0,0-1,0 0,-1 0,1-1,-1 0,0-1,0 0,-1 0,0 0,6-7,1-3,-1 0,0-1,-1-1,0 0,-2 0,0-1,-1 0,1-8,-13 38,1 0,0 1,1-1,0 1,1 0,0-1,1 1,0-1,0 1,2-1,-1 1,2-1,-1 0,1 0,1-1,0 1,1-1,0 0,0 0,1-1,0 0,4 4,38 22,-1-9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0.0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67,'11'-8,"0"0,1 1,0 0,0 1,1 0,-1 1,1 0,1 1,-1 1,0 0,1 1,0 0,-1 1,1 1,0 0,10 2,-7-2,1 1,0 0,0 1,-1 1,1 1,-1 1,0 0,0 1,-1 1,1 0,-2 1,1 1,-1 1,14 11,-26-19,1 1,-1 0,0 1,0-1,-1 0,1 1,0 0,-1 0,0-1,0 1,0 1,-1-1,1 0,-1 0,0 1,0-1,-1 0,1 1,-1-1,0 1,0-1,0 0,-1 1,0-1,1 1,-2-1,1 0,0 0,-1 0,0 1,0-1,-9 11,0 0,-1-1,-1 0,0-1,0-1,-2 0,1-1,-1 0,-1-1,-43 33,-10 30,67-71,0 0,1 1,-1-1,1 1,0 0,0-1,0 1,0 0,0 0,1-1,-1 1,1 0,0 0,0 0,0 0,0 0,0 0,0 0,1 0,0-1,0 1,-1 0,1 0,1-1,-1 1,0-1,1 1,-1-1,1 1,0-1,0 0,1 1,9 7,0-1,1 0,0-1,1 0,0-1,0-1,0 0,1-1,7 2,88 24,1-4,2-5,85 5,-87-14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1.6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1111,'40'-54,"114"-277,-153 327,1 1,-1-1,1 1,0 0,-1 0,2 0,-1 0,0 0,0 0,1 0,0 1,-1-1,1 1,0 0,0 0,0 0,1 0,-1 1,0-1,1 1,-1-1,1 1,-1 1,1-1,0 0,-1 1,2 0,3 3,-1 0,0 1,0 1,0-1,0 1,-1 0,1 0,-1 1,-1 0,1 0,-1 1,0-1,0 1,3 6,-7-11,14 19,0 1,-1 0,-2 0,0 1,-1 1,-2 0,0 1,-2-1,0 1,0 13,-6-33,0-1,0 1,-1 0,0-1,0 1,0 0,0-1,-1 1,0-1,0 1,0-1,0 1,-1-1,0 0,0 1,0-1,0 0,0 0,-1 0,0-1,0 1,0-1,0 1,-1-1,1 0,-1 0,0-1,0 1,0-1,0 0,0 0,0 0,-1-1,1 1,-1-1,1 0,-1 0,1 0,-1-1,-1 0,2-1,0 0,0 0,0-1,0 0,0 0,0 0,1 0,-1 0,1-1,-1 1,1-1,0 0,0 0,0 0,0-1,1 1,-1-1,1 1,0-1,0 0,0 0,1 0,-1 0,1 0,0 0,0-1,1 1,-1 0,1 0,0-1,0 1,0 0,1-5,3 5,0 0,0 0,0 0,0 0,1 0,-1 1,1 0,0 0,0 0,0 1,1-1,-1 1,0 0,1 1,-1 0,1-1,0 2,0-1,-1 1,1 0,0 0,2 0,-1 0,114-8,-69 7,1-3,-1-2,0-3,49-14,-91 20,1-1,-1-1,1 0,-1 0,-1-1,1 0,-1-1,3-3,-10 8,1 1,-1-1,0-1,0 1,0 0,0 0,-1-1,1 1,-1-1,1 1,-1-1,0 0,0 0,0 1,0-1,-1 0,1 0,-1 0,0 0,0 0,0 0,0 0,0 1,0-1,-1 0,0 0,1 0,-1 0,0 0,0 1,-1-1,1 0,0 1,-1-1,-3-3,-1 1,0 0,0 0,0 0,0 1,0-1,-1 2,0-1,0 1,0 0,0 0,-1 1,1 0,-1 0,1 1,-1 0,0 0,1 1,-1 0,0 0,1 1,-1 0,0 0,1 1,-1 0,1 0,-1 1,4-1,-1 0,1 1,0-1,-1 1,1 0,1 1,-1-1,0 1,1-1,-1 1,1 0,0 0,1 1,-1-1,1 0,0 1,0 0,0-1,0 1,1 0,0 0,0 0,0 0,1 5,-1 0,2 0,-1 0,1 0,1 0,0 0,0 0,1 0,0-1,0 1,1-1,1 0,1 1,4 6,1 0,0-1,1-1,1 0,1 0,0-1,0-1,1-1,1 0,0 0,0-2,1 0,0-1,1-1,0 0,0-2,0 0,1-1,-1 0,1-2,0 0,0-1,0-1,0-1,0-1,0 0,0-2,-1 0,0-1,1 0,-2-2,1 0,-1-1,8-6,-4 0,0-2,-2-1,0 0,-1-1,0-1,-2-1,0-1,-1 0,7-15,11-24,-3-2,-3 0,-1-5,20-58,-6-2,-5-2,6-67,-39 185,-1 6,1 0,-1 0,0-1,-1 1,1-1,-1 1,0-1,0 1,-1-1,0 1,0-1,0 1,0 0,-1-1,-1-1,1 6,0 0,-1 0,1 1,0-1,0 1,-1-1,1 1,0 0,-1 0,1 0,-1 0,1 0,0 1,-1-1,1 1,0-1,0 1,-1 0,1 0,0 0,0 0,0 0,0 0,0 1,0-1,0 1,1-1,-1 1,0 0,1 0,-2 1,-24 23,0 2,1 1,2 0,1 2,2 1,0 0,-2 11,-2-2,3 1,1 1,2 1,2 1,1 1,3 0,2 1,2 0,-2 44,10-74,1 1,1-1,1 1,1-1,0 0,1 0,1 0,0-1,1 1,1-1,1 0,0-1,1 0,0 0,1-1,1-1,1 1,0-2,0 1,1-2,1 0,0 0,0-2,1 1,0-2,1 0,0 0,0-1,0-1,0 0,1-1,0-1,0-1,1 0,-1-1,0-1,1-1,-1 0,1-2,-1 1,0-2,0-1,0 0,0-1,-1 0,1-2,-1 0,-1-1,1 0,-2-1,1-1,-1 0,0-1,-1-1,-1 0,11-12,-13 11,0 1,-1-1,0-1,-1 0,-1 0,0-1,-1 1,0-1,-1-1,-1 1,0-1,-2 0,1 0,-1-12,-3 24,1 1,-1-1,0 0,0 0,-1 0,1 1,-1-1,0 1,1-1,-1 1,-1 0,1 0,-1 0,1 0,-1 0,0 0,0 1,0-1,0 1,0 0,-1 0,1 0,-1 0,1 1,-1-1,0 1,0 0,1 0,-1 0,0 1,0-1,0 1,0 0,0 0,0 0,0 1,0 0,1-1,-1 1,0 0,0 1,-1 0,-4 1,-1 0,1 1,0 1,0-1,1 1,-1 1,1-1,0 2,1-1,-1 1,1 0,1 0,-1 1,1 0,1 0,-1 0,1 1,1 0,0 0,0 0,1 1,0-1,0 1,1-1,0 1,1 0,0 0,1 0,0 0,1 0,-1 0,2 0,0-1,0 1,0 0,3 3,6 3,1 0,0-1,1-1,1 0,0 0,1-2,1 0,-1 0,2-2,0 0,0-1,1 0,0-2,0 0,1-1,7 1,61 18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2.24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301 930,'-8'-4,"0"0,-1 1,0 0,0 0,0 1,0 0,0 1,0 0,0 0,-1 1,1 0,0 0,0 1,-1 1,1-1,0 1,0 1,1 0,-1 0,0 1,1 0,0 0,0 1,0 0,1 0,-1 1,1 0,1 1,-1-1,1 1,0 0,1 1,-1 0,2-1,1 0,0 0,0 0,1 0,0 0,0 1,1 0,-1-1,2 1,-1-1,1 1,0 0,1-1,0 1,0 0,1-1,-1 1,2-1,-1 0,1 0,0 0,1 0,-1 0,1 0,1-1,-1 0,1 0,0 0,0-1,1 1,0-1,0-1,0 1,1-1,-1 0,5 2,6 3,0-1,0-1,1 0,0-2,0 0,1-1,0 0,-1-2,1 0,0-1,0-1,0-1,0 0,0-2,11-2,-3-1,0-1,-1-2,0 0,-1-2,0 0,0-2,-1-1,-1-1,0 0,10-11,4-13,-2-1,-1-1,-3-2,-1-2,-2 0,-2-2,-2-1,-2 0,-3-2,-2-1,4-20,8-20,-4-2,-5 0,-3-2,-2-24,-14 113,0 1,0 1,-1-1,1 0,-1 0,0 0,0 0,0 0,-1 1,0-1,0 0,0 0,0 1,-1-1,0 1,0-1,0 1,0 0,-1-1,0 4,1 0,-1 1,1 0,-1 0,1-1,-1 2,1-1,-1 0,0 0,1 1,-1-1,1 1,0 0,-1 0,1 0,-1 0,1 0,0 0,0 1,0-1,0 1,0 0,0-1,0 1,1 0,-1 0,0 0,1 0,-1 1,-19 24,1 2,1 0,2 0,1 2,1 0,1 1,2 0,2 1,0 1,-1 18,1-5,2 0,2 1,2-1,3 1,1 0,2 0,3 0,1-1,3 0,2 0,1-1,3-1,2 0,19 37,39 32,-71-109,0-1,1 1,-1-1,1 0,-1-1,1 1,0-1,1 0,-1 0,0-1,1 1,0-1,-1 0,1-1,0 0,0 0,0 0,0 0,0-1,0 0,3 0,7-5,0 0,-1-1,0-1,0 0,-1-1,0 0,0-2,-1 1,0-2,0 1,-1-2,8-10,116-136,-124 150,-18 29,-3-1,0-2,1 0,1 1,0 1,1-1,2 1,0 0,1 0,0 0,2 5,2-18,0-1,1 0,0 1,0-1,0 0,1 0,0-1,0 1,0 0,1-1,0 0,0 0,0 0,0 0,1-1,0 0,0 0,0 0,1 0,-1-1,1 0,0 0,0-1,0 1,0-1,0-1,1 1,38 10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2.5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69,'-14'-7,"-11"-4,-3-1,0 2,5 1,5-2,5 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2.8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18,'18'-9,"29"2,31 6,32 10,27 10,16 12,1 7,-25-3</inkml:trace>
  <inkml:trace contextRef="#ctx0" brushRef="#br0" timeOffset="1">1164 446,'-9'18,"-3"13,0 10,3 8,2 6,3 1,4-2,2-4,1-6,2-10,0-11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3.0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123 167,'-11'-23,"-9"-14,-3-3,1 5,3 11,5 16,6 15,3 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7.1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25,'14'-7,"18"-2,19 2,17 5,15 8,10 7,4 6,-4 4,-14 3,-21-1,-29-5,-19-5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7.3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0,'27'9,"27"6,28 4,22 4,18 0,9-2,3-3,-8-6,-13-7,-27-4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7.5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1,'16'13,"19"15,17 10,15 14,9 10,-1 9,-8 4,-15 0,-17-1,-19-2,-23-4,-22-4,-24-5,-21-4,-19-6,-16-4,-17-5,13-9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8.1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 0,'5'23,"5"26,7 27,1 23,1 22,-3 21,-8 12,-14 9,-13-2,-14-12,-7-20,2-32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8.4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34 185,'-10'-28,"-13"-69,24 93,0 1,0 0,1-1,-1 1,1 0,0 0,0 0,0 1,0-1,0 0,1 1,-1-1,1 1,-1 0,1 0,0 0,0 0,0 0,0 1,1-1,-1 1,0 0,0 0,1 0,-1 0,1 1,-1-1,1 1,-1 0,1 0,-1 0,2 1,33-2,-1 2,1 1,0 2,-1 2,0 1,-1 2,1 2,23 10,-32-11,-1 1,0 1,-1 1,25 17,-1 19,-49-47,0 0,0-1,0 1,-1 0,1 0,0 0,-1 0,0 0,1 0,-1 0,0 0,0 0,0 0,0 0,0 0,-1 0,1 0,0 0,-1 0,0 0,1 0,-1 0,0 0,0 0,0-1,0 1,-1 0,1-1,0 1,-1-1,0 2,-10 5,0 0,0-1,-1 0,0-1,0 0,0-1,-1-1,0 0,0-1,0 0,0-1,-11 0,-2 2,-1-1,0-1,0-2,0 0,0-2,-9-2,36 4,-1 0,-1 0,1-1,-1 1,1 0,-1-1,1 1,-1-1,1 0,-1 0,1 0,0 0,-1 0,1-1,0 1,0 0,0-1,0 0,0 0,1 1,-1-1,0 0,1 0,-2-2,5 2,-1-1,1 1,-1-1,1 1,0 0,0 0,0 0,0 0,0 0,1 0,-1 1,0-1,1 1,-1-1,1 1,0 0,-1 0,1 0,0 0,0 1,2-1,-2 0,58-17,4 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8.7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1 183,'4'9,"-1"1,2-1,0-1,0 1,0-1,1 0,0 0,1 0,0-1,0 0,0 0,1-1,0 0,0-1,1 1,0-2,0 1,0-1,0 0,1-1,-1 0,1-1,0 0,-1 0,1-1,2 1,-1 0,1-1,-1 0,1-1,-1-1,1 0,-1 0,0-1,1 0,7-3,-14 3,0 0,0 0,0 0,-1-1,1 1,-1-1,0 0,0 0,0-1,0 1,0-1,-1 0,1 0,-1 0,0 0,0-1,-1 1,1-1,-1 0,0 0,-1 1,1-1,-1 0,1-3,-2-2,0 0,-1 1,0-1,0 0,-1 1,0 0,-1-1,0 1,0 0,-1 0,0 0,-1 1,0 0,0 0,-1 0,0 0,0 1,-1 0,0 0,0 1,-1 0,0 0,0 0,0 1,0 1,-1-1,0 1,0 1,0 0,0 0,-1 1,1 0,-1 0,-7 0,13 2,1 0,0 1,-1-1,1 1,-1-1,1 1,0 0,-1 0,1 1,0-1,0 0,0 1,0 0,0 0,1 0,-1 0,0 0,1 1,0-1,-1 1,1 0,0-1,0 1,0 0,1 0,-1 0,1 0,0 1,0-1,0 0,0 0,0 1,1-1,-1 1,1-1,0 0,0 1,1-1,-1 1,0-1,1 1,0-1,0 0,1 3,2 3,0-1,1 0,-1 0,2 0,-1 0,1-1,0 0,1 0,-1-1,1 1,8 4,39 29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9.5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317 892,'0'-10,"-1"1,-1 0,1-1,-1 1,-1 0,0 0,0 0,-1 0,0 0,0 1,-1 0,0 0,-1 0,0 1,0-1,0 1,-4-2,5 4,1 1,-1 1,0-1,0 1,0-1,-1 1,1 1,-1-1,1 1,-1 0,0 0,0 1,0 0,0 0,0 0,0 1,0-1,0 1,0 1,0-1,0 1,0 1,0-1,0 1,0 0,1 0,-3 1,2 0,0 0,1 1,-1-1,1 1,0 0,0 0,1 1,-1 0,1 0,0 0,0 0,0 0,1 1,0-1,0 1,0 0,1 0,0 0,0 1,1-1,-1 0,1 1,1-1,-1 1,1-1,0 1,1-1,0 0,0 1,0-1,0 1,1-1,0 0,1 0,-1 0,1 0,0-1,1 1,-1-1,1 0,0 1,0-2,1 1,0 0,1 0,4 0,1 0,-1-1,1 0,-1 0,1-2,0 1,0-1,1-1,-1 0,0-1,0 0,0 0,1-1,-1-1,0 0,0 0,0-1,-1-1,1 0,-1 0,1-1,-2 0,1-1,0 0,-1 0,0-1,-1-1,0 1,0-1,0-1,-1 1,0-1,-1-1,0 1,0-1,2-6,0-15,-14 39,2 2,1 0,0 0,0 0,1 0,0 1,1-1,1 1,-1-1,2 1,-1 0,1-1,1 1,0-1,1 0,0 0,0 0,1 0,0 0,1-1,0 1,0-1,1-1,0 1,1-1,0 0,1 0,1 0,0 0,1-1,0 0,0 0,1-1,0-1,0 0,0 0,0-1,1-1,0 0,-1 0,1-1,0-1,0 0,1 0,-1-2,0 1,0-1,5-2,-1 0,1-1,-1 0,0-2,0 1,0-2,-1 0,0-1,0-1,-1 0,0-1,-1-1,0 0,0 0,3-6,11-22,-1-1,-2-1,-1-1,-3-1,-2-1,-1-1,-2 0,-3-1,-1-1,3-41,38-270,-51 345,-2-107,0 119,1 0,0 0,0 0,-1 0,1 1,-1-1,1 0,0 0,-1 1,0-1,1 0,-1 0,1 1,-1-1,0 1,1-1,-1 0,0 1,0 0,0-1,1 1,-1-1,0 1,0 0,0-1,0 1,0 0,1 0,-1 0,0 0,0 0,0 0,0 0,0 0,0 0,0 0,0 1,1-1,-1 0,0 0,0 1,0-1,0 1,1-1,-1 1,0-1,0 1,1-1,-1 1,1 0,-1-1,0 1,1 0,-1 0,1-1,-1 1,1 0,0 0,-1 0,1 0,0-1,0 1,-1 0,1 0,0 0,0 0,-16 22,1 1,1 1,1 0,-7 21,-4 6,2 1,3 0,2 1,2 1,3 1,2 0,3 0,2 0,3 50,2-91,1 0,0 0,1 0,1-1,0 1,1-1,1 0,0 0,1 0,0-1,1 1,1-2,0 1,1-1,0 0,0-1,2 0,-1-1,1 0,1 0,0-1,0-1,1 0,0-1,0 0,0-1,1 0,0-1,0-1,10 2,-13-6,1 0,0-1,-1 0,1-1,-1 0,0-1,1 0,-1 0,-1-1,1-1,0 0,-1-1,0 0,-1 0,1-1,-1 0,0 0,-1-1,0-1,0 1,-1-1,0-1,0 1,-1-1,0 0,-1-1,0 1,-1-1,0 0,-1 0,0 0,-1-1,1-9,-8-39,4 58,1 1,-1 0,1 0,-1 0,1 0,-1 0,1 0,-1 0,0 0,0 0,0 0,1 0,-1 0,0 1,0-1,0 0,0 1,0-1,-1 0,1 1,0 0,0-1,0 1,0 0,0-1,-1 1,1 0,0 0,0 0,-1 0,1 0,0 0,0 0,0 1,-1-1,1 0,0 1,0-1,0 1,0-1,0 1,0-1,0 1,0 0,0-1,0 2,-7 4,1 2,0-1,1 1,0 0,0 1,1-1,0 1,1 0,0 0,0 1,1-1,0 1,0 0,1-1,1 1,0 0,0 0,1 0,0 1,1 1,0 4,1 0,0-1,2 1,0-1,1 1,0-2,1 1,0 0,2-1,0-1,0 1,1-1,1 0,0-1,0 0,2-1,-1 0,1-1,1 0,0-1,0-1,1 0,0 0,11 3,14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19.8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1,'38'4,"48"7,49 7,46 11,32 8,-20-1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0.1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470 265,'2'-10,"-1"0,0 1,-1-1,0 0,0 0,-1 1,-1-1,0 0,0 1,-1-1,0 1,0 0,-1 0,0 0,-1 1,0-1,0 1,-1 0,0 1,0-1,-1 1,0 0,0 1,-1 0,1 0,-2 0,1 1,0 0,-1 1,0 0,0 0,0 1,-1 0,1 1,-1 0,1 0,-1 1,0 0,1 1,-1 0,0 1,0 0,-5 1,4 0,1 1,-1 0,0 1,1 0,0 0,0 1,0 0,0 1,1 0,0 1,1 0,-1 0,1 1,0 0,1 0,0 1,1 0,-1 0,2 1,-1-1,1 1,1 1,0-1,0 1,1-1,0 1,1 2,2-8,0 0,0 0,1 0,0 0,0 0,0 0,0 0,1 0,0 0,0-1,0 1,1-1,-1 1,1-1,0 0,1 0,-1 0,1-1,-1 1,1-1,0 0,0 0,0 0,1 0,-1-1,3 2,6 1,-1 0,1 0,0-1,0-1,0 0,1-1,-1 0,1-1,7 0,-8-1,-1 0,1-1,0 0,-1-1,1-1,-1 1,1-2,-1 0,0-1,-1 0,1 0,-1-1,0-1,-1 0,1 0,-1-1,-1-1,1 1,-2-1,1-1,-1 0,0 0,-1-1,-1 0,6-11,6-29,-18 52,-1 20,0 0,1-1,2 1,0 0,1 0,1-1,1 0,0 0,3 4,-2-11,0-1,1 0,0 0,1-1,0 0,1 0,0-1,1 0,0 0,0-1,1-1,0 0,2 0,37 20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1.0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340 782,'-13'-6,"0"1,0 0,0 0,0 2,-1 0,0 0,1 1,-1 1,0 0,0 1,0 1,0 0,0 0,1 2,-1 0,1 0,-1 1,1 1,-4 2,12-3,-1 1,1 0,0 0,0 1,0 0,1-1,0 2,0-1,1 0,-1 1,1-1,1 1,-1 0,1 0,0 0,1 0,0 1,0-1,1 0,-1 1,1-1,1 0,0 0,0 1,0-1,1 0,0 0,0 0,1 0,0 0,0-1,1 1,-1-1,1 0,1 0,-1 0,1-1,0 0,0 0,1 0,5 4,-1-3,0 0,1 0,0-1,0 0,1-1,-1-1,1 0,0 0,0-1,0 0,0-1,0-1,0 0,0 0,0-1,0-1,0 0,0-1,-1 0,1 0,-1-2,1 1,-2-1,1-1,0 0,-1-1,0 1,-1-2,1 0,-1 0,-1 0,5-6,13-21,0 0,-3-2,-1 0,-2-1,-1-2,-2 0,-2 0,-1-2,-3 0,-1-3,102-384,-85 309,-28 120,1 1,-1-1,1 0,-1 1,1-1,0 0,-1 1,1-1,-1 0,1 1,-1-1,0 0,1 0,-1 0,1 0,-1 0,1 1,-1-1,1 0,-1 0,0 0,1 0,-1 0,1-1,-1 1,1 0,-1 0,0 0,1 0,-1-1,1 1,-1 0,1-1,-1 1,1 0,0-1,-1 1,1 0,-1-1,1 1,0-1,-1 1,1-1,0 1,-1-1,1 1,0-1,0 1,0-1,-1 1,1-1,0 1,0-1,0 0,0 1,0-1,0 1,0-1,0 1,0-1,1 0,-17 19,1 0,0 1,2 1,0 0,2 1,-10 21,16-31,-13 22,2 1,2 0,1 2,1-1,3 1,0 1,3 0,0 0,3 0,1 1,2-1,1 1,3-1,0 0,3 0,0 0,3-1,4 8,-6-20,2-2,0 1,1-1,2-1,0 0,1 0,1-2,1 0,0-1,2 0,0-1,1-1,16 10,-32-24,0 0,0 0,0 0,0-1,1 0,-1 1,0-1,1 0,-1-1,1 1,-1 0,1-1,-1 0,1 0,-1 0,1 0,-1-1,1 1,-1-1,0 0,1 0,-1 0,0-1,0 1,1-1,-1 1,0-1,0 0,-1 0,8-11,-1 0,0 0,-1 0,-1-1,0 0,-1-1,0 1,-2-1,1 0,-2-1,1-4,-2 11,16-62,-4-1,-3-1,-2-3,-13 25,4 50,-1 1,1 0,0-1,0 1,-1-1,1 1,0 0,-1-1,1 1,0 0,-1 0,1-1,-1 1,1 0,-1 0,1 0,0-1,-1 1,1 0,-1 0,1 0,-1 0,1 0,-1 0,1 0,-1 0,1 0,-1 0,1 0,-1 0,1 0,-1 0,1 1,0-1,-1 0,1 0,-1 1,1-1,0 0,-1 0,1 1,-1-1,1 0,0 1,-1-1,1 0,0 1,0-1,-1 1,1-1,0 1,0-1,0 0,0 1,-1-1,1 1,0-1,0 1,0-1,0 1,0-1,0 1,0-1,0 1,0-1,0 1,1-1,-1 1,0-1,-1 4,1 0,0 0,0 0,0 0,0 0,0 0,1 0,0 0,0-1,0 1,0 0,1 0,-1-1,1 1,0-1,0 1,0-1,1 0,-1 0,1 0,0 0,0 0,71 53,123 25,-194-80,1 0,0 1,-1-1,1 1,-1 0,0 0,0 1,0-1,0 1,0-1,0 1,0 0,-1 0,0 0,1 0,-1 1,0-1,-1 1,1-1,-1 1,1-1,-1 1,0 0,0 0,-1 0,1-1,-1 1,0 0,0 0,0 2,-17 75,12-69,2 0,0 0,0 1,1-1,0 1,1-1,1 1,0 0,1-1,0 1,1 0,1 2,-1-9,1 0,0-1,0 0,0 0,0 0,1 0,0 0,0-1,0 1,1-1,0 0,-1-1,1 1,0-1,1 0,-1 0,1 0,-1-1,1 0,0 0,0-1,-1 1,2-1,7 1,-1 0,1-1,0 0,-1-1,1 0,0-1,0-1,-1 0,12-4,-10 0,-1 0,0-1,0-1,0 0,-1-1,0 0,-1-1,0 0,-1-1,0-1,0 0,-2 0,1-1,-1 0,-1 0,-1-1,0 0,0-1,-1 0,-1 0,-1 0,0 0,-1-1,-1 1,0-1,-1 0,-1-12,0 22,0 0,0 0,-1 0,1 1,-1-1,-1 0,1 1,-1-1,0 1,-1-1,1 1,-1-1,2 4,-1 0,1 1,-1-1,1 0,-1 1,1-1,-1 1,0 0,0 0,0-1,0 1,0 0,0 0,0 1,0-1,0 0,0 1,0-1,0 1,-1 0,1 0,0 0,0 0,-1 0,1 0,0 0,0 1,0-1,0 1,0 0,-1-1,1 2,-7 3,0 1,1 0,0 1,0-1,0 2,1-1,0 1,1 0,-1 1,2-1,-1 1,1 0,0 1,1-1,0 1,1 0,0 0,1 0,0 0,0 1,1-1,0 1,1-1,0 1,1-1,0 3,1-4,0 1,0-1,0 1,1-1,1 0,0 0,0 0,1 0,0-1,0 0,1 0,0 0,0-1,1 1,0-2,0 1,0-1,8 5,37 22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1.3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309 41,'-18'-7,"0"0,0 0,-1 2,0 0,0 2,0 0,0 1,0 0,-1 2,1 0,0 2,-1 0,17-2,0 1,0 0,0 0,0 0,0 0,0 1,0-1,0 1,0 0,1-1,-1 1,1 0,-1 1,1-1,0 0,0 1,0-1,0 1,0 0,1 0,-1-1,1 1,0 0,0 0,0 0,0 1,0-1,1 0,-1 0,1 0,0 1,0-1,0 0,0 0,1 1,3 12,1 0,1 0,0-1,1 0,1 0,0 0,1-1,1 0,0-1,0 0,6 4,209 237,-224-253,1 0,-1 0,0 0,0 0,1 1,-1-1,0 0,0 1,-1-1,1 1,0-1,0 1,-1-1,1 1,-1-1,1 1,-1 0,0-1,1 1,-1 0,0-1,0 1,0 0,0-1,-1 1,1 0,0-1,-1 1,1-1,-1 1,0 0,1-1,-1 1,0-1,0 0,0 1,0-1,0 0,0 1,-1-1,-7 2,0 0,0 0,0-1,0-1,0 1,0-2,-1 1,1-1,-8-1,-2 1,-169-7,175 1,36 2,8 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1.76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213 291,'6'-16,"0"0,-1-1,-1 1,0-1,-1 0,-1 0,-1 0,-1 0,0 0,-1-1,0 1,-2 0,-2-7,5 22,-1-1,0 0,0 1,0-1,-1 1,1 0,0-1,-1 1,0 0,1 0,-1 0,0 0,0 0,0 1,0-1,-1 0,1 1,0 0,-1-1,1 1,-1 0,1 0,-1 0,1 1,-1-1,0 1,1-1,-1 1,0 0,1 0,-1 0,0 0,0 1,1-1,-1 1,0-1,-1 2,-4 1,0 0,1 1,-1 0,1 0,-1 0,1 1,1 1,-1-1,1 1,0 0,-3 4,2-2,0 1,0 1,1-1,0 1,1 0,0 0,1 1,0-1,1 1,0 0,0 0,1 0,1 1,0-1,0 0,1 1,1-1,-1 0,2 2,0-9,-1 0,1 0,0 0,0 0,1 0,-1-1,1 1,0-1,0 0,0 0,0 0,0 0,1 0,0-1,-1 1,1-1,0 0,0 0,0 0,0-1,0 0,0 0,1 0,-1 0,0 0,1-1,-1 0,1 0,-1 0,0 0,1-1,-1 0,0 0,1 0,-1 0,0 0,0-1,0 0,0 0,0 0,-1-1,1 1,-1-1,1 0,-1 0,0 0,0 0,2-3,4-4,0 0,-1-1,-1 0,0 0,0-1,-1 0,0 0,-1 0,-1-1,0 0,0 0,-1 0,0-11,-3 24,0 0,0 1,-1-1,1 0,0 0,0 0,-1 0,1 1,0-1,-1 0,1 0,0 0,0 0,-1 0,1 0,0 0,-1 0,1 0,0 0,-1 0,1 0,0 0,0 0,-1 0,1 0,0 0,-1 0,1 0,0 0,0-1,-1 1,1 0,0 0,0 0,-1 0,1-1,0 1,0 0,-1 0,1-1,0 1,0 0,0 0,0-1,0 1,-1 0,1 0,0-1,0 1,0 0,0-1,0 1,0 0,0-1,0 1,0 0,0-1,-5 10,0-1,0 0,1 1,0 0,0 0,1 0,0 1,1-1,0 1,1-1,0 1,0 0,1-1,0 1,1 0,0-1,1 2,2 1,2-1,0-1,0 1,1-1,0 0,1-1,0 0,0 0,1 0,0-1,1-1,0 0,0 0,0 0,1-2,0 1,0-1,11 3,49 24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2.0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 0,'-29'102,"5"0,-9 93,20-109,-6 60,19-143,0 0,0 1,1-1,-1 0,1 0,0 0,0 1,0-1,0 0,1 0,-1 0,1 0,0-1,-1 1,1 0,1-1,-1 1,0-1,1 0,-1 0,1 0,-1 0,1 0,0-1,0 1,0-1,2 1,88 18,24-18,-64-5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2.3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208 111,'-6'-16,"-6"-8,0-1,0 3,0 5,-1 10,0 16,-3 17,0 20,-1 19,4 16,3 14,1 10,3 3,-3-1,-6-8,-1-20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3.1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 0,'-3'23,"-2"19,-3 13,-3 10,-1 6,1 3,2 1,4-7,1-9,2-13,2-17,0-22,0-12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3.3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15 326,'3'-18,"2"-22,3-18,0-8,-1 3,-6 14,-9 22,-4 23,0 20,1 20,8 13,10 9,5-6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3.56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95 280,'13'2,"0"0,0-1,0-1,0 0,0-1,0-1,0 0,0 0,-1-1,1-1,-1 0,0-1,0 0,0-1,0 0,-1-1,0 0,-1-1,1 0,-2-1,1 0,-1 0,0-1,-1 0,6-11,-11 18,-1 0,0-1,0 1,0-1,-1 1,1-1,-1 0,0 0,0 0,0 0,0 1,-1-1,1 0,-1 0,0 0,-1 0,1 0,-1 0,1 0,-1 0,0 0,-1 0,1 1,-1-1,1 0,-1 1,0-1,0 1,-1 0,1 0,-1 0,0 0,1 0,-1 0,0 1,-1-1,1 1,0 0,-1 0,1 0,-1 1,-9-2,1 1,-1 1,0 0,1 1,-1 1,1-1,-1 2,1 0,-1 0,1 2,0-1,0 1,0 1,1 0,-1 1,1 0,0 1,1 0,0 0,0 1,1 1,0 0,0 0,1 0,-4 6,5-6,0-1,0 2,1-1,0 1,1-1,0 2,1-1,0 0,0 1,1 0,0 0,1 0,1 0,0 0,0 0,1 1,0-1,1 0,0 0,1 0,0 0,1 0,0 0,1 0,0-1,1 0,0 0,0 0,1 0,0-1,1 0,5 6,4-2,0 0,1 0,1-2,0 0,0-1,1 0,0-2,4 1,68 23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4.0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21,'-7'-3,"5"1,-1 0,1 0,-1 1,0-1,0 1,0-1,0 1,0 0,0 0,0 0,0 1,0-1,0 1,-1 0,1 0,0 0,0 0,0 0,-1 1,1-1,0 1,0 0,0 0,0 0,0 0,0 1,0-1,1 1,-1 0,0 0,1 0,1 3,0 0,0 1,1-1,0 1,1-1,-1 0,1 1,0-1,0 0,0 0,1 0,0 1,0-1,0-1,0 1,1 0,0-1,0 1,0-1,4 4,234 280,-236-283,-1-1,0 1,-1 0,1 0,-1 1,0-1,-1 1,1-1,-1 1,0 0,0 0,-1 0,0 0,0 0,0 0,-1 0,0 0,0 1,-1-1,1 0,-1 0,-1 0,1 0,-1 0,0 0,0-1,-1 1,1-1,-1 1,-1-1,-2 2,0-1,-1 0,0 0,0-1,0 0,-1 0,0 0,0-1,0-1,0 1,-1-1,1-1,-1 1,0-1,-7 0,15-2,0 0,-1 1,1-1,0 0,0 0,-1 0,1 0,0-1,0 1,0 0,-1 0,1-1,0 1,0-1,0 1,0-1,0 1,0-1,0 0,0 1,0-1,0 0,0 0,0 0,0 0,1 0,-1 0,0 0,1 0,-1 0,0 0,1 0,0 0,-1 0,1 0,0-1,-1 1,1 0,0 0,0-1,0 1,0 0,0 0,0-1,17-55,4 20,1 1,2 2,1 0,2 1,1 2,2 1,15-12,-31 29,0 1,0 0,1 0,1 2,0 0,0 1,11-5,-24 13,-1 0,1 0,-1 1,1-1,-1 1,1-1,0 1,-1 0,1 0,-1 0,1 0,0 1,-1-1,1 1,-1-1,1 1,-1 0,1 0,-1 0,0 0,1 0,-1 1,0-1,0 1,0-1,0 1,0 0,0 0,-1 0,1 0,0 0,-1 0,0 1,1-1,-1 0,0 1,0-1,-1 1,1-1,0 1,-1-1,1 1,-1-1,0 2,5 29,-1 0,-2 0,-2 0,-1 0,-1 2,1 101,1-133,-1 0,1-1,0 1,0 0,0-1,1 1,-1 0,1 0,-1-1,1 1,0-1,0 1,0-1,0 1,0-1,1 1,-1-1,1 0,0 0,-1 0,1 0,0 0,0 0,0 0,1-1,-1 1,0-1,0 1,1-1,-1 0,1 0,0 0,-1 0,1-1,0 1,50-28,-27 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4.1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40,'-13'-11,"-12"-4,-9 3,-2 10,5 15,7 16,10 17,17 15,21 12,18 8,2-11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4.6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1 470,'28'-33,"-2"-1,-1-1,-2-1,-2-1,-1-1,-1-1,-3 0,-1-1,-2-1,2-15,-9 22,-8 26,-4 30,6-11,1-1,0 1,1-1,0 0,1 0,0 0,0 0,1 0,0 0,1-1,0 0,1 0,0 0,0-1,1 0,0 0,0 0,1-1,0 0,0-1,1 0,3 2,62 65,-70-65,0-1,0 1,-1 0,0-1,0 1,-1 1,0-1,-1 0,1 0,-2 1,1-1,-1 1,0-1,-1 1,0-1,0 0,-1 1,0-1,0 0,-2 3,-9 77,13-84,1 1,-1-1,1 1,0-1,0 0,1 1,-1-1,1 0,0 0,0 0,0 0,0 0,1-1,0 1,-1-1,1 1,1-1,-1 0,0 0,1-1,-1 1,1-1,0 1,0-1,0 0,0-1,0 1,1-1,-1 0,1 1,10 1,1 0,-1 0,1-2,-1 0,1 0,-1-1,1-1,2-2,-5 2,0-1,0-1,-1-1,1 1,-1-2,0 0,0 0,-1-1,0-1,0 0,0 0,-1-1,0 0,0-1,-1 0,0-1,-1 1,0-2,0 1,-1-1,-1-1,0 1,0-1,-1 0,-1 0,0 0,0-1,-2 1,1-6,-7-29,3 47,0-1,0 1,0 0,0 0,0 0,0 0,0 1,0-1,0 0,0 0,0 1,0-1,0 1,0-1,0 0,0 1,0 0,0-1,1 1,-1 0,0-1,0 1,1 0,-1 0,0-1,1 1,-1 0,1 0,-1 0,1 0,-1 1,-7 12,0 1,2 1,-1 0,2-1,0 2,1-1,1 0,0 1,1 0,1 0,0-1,2 13,-1-22,-1 1,1-1,0 0,1 0,0 1,0-1,1 0,0 0,0 0,0 0,1 0,0-1,1 1,-1-1,1 0,0 0,1 0,-1-1,1 1,1-1,-1 0,0 0,7 3,6-3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4.9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43,'-16'-10,"-12"-2,-6 1,1 1,6 11,16 11,24 12,31 14,7 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5.6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496 580,'-9'-8,"-2"0,1 0,-1 1,0 0,0 1,-1 0,0 1,0 0,0 1,0 0,-1 1,1 1,-1 0,0 1,0 0,0 0,0 2,0 0,0 0,1 1,-1 1,1 0,-1 0,1 1,0 1,0 0,0 1,1 0,0 1,-8 6,7-3,1 0,-1 1,2 0,0 1,0 0,1 1,1 0,-7 13,12-21,0 1,0 0,1 0,0 0,0 0,0 0,1 0,0 0,0 0,0 1,1-1,0 0,0 1,1-1,0 0,0 1,0-1,1 0,0 0,0 0,1 0,2 4,-1-4,0-1,1 0,-1 0,1-1,0 1,0-1,1 0,-1 0,1-1,0 0,0 0,0 0,0-1,1 0,-1 0,0 0,1-1,0 0,-1 0,1-1,0 0,-1 0,4-1,6 0,0 0,0-2,0 0,-1-1,0 0,0-2,0 0,0 0,6-5,-5 1,0-1,0-1,-1-1,-1 0,0-1,-1 0,-1-1,0 0,-1-1,0 0,-2-1,0 0,0-1,-2 0,0 0,-1-1,-1 0,-1-1,9-46,-4 0,-2 0,-3-1,-3-39,-6-70,-1 205,-4 57,-14 123,7 113,16-299,2 0,0 0,2-1,1 1,0-1,3 4,-6-21,1 1,-1-1,1 0,1 0,-1 0,1-1,0 1,0-1,0 1,0-1,1 0,0 0,0 0,0-1,0 1,0-1,1 0,0 0,-1-1,1 0,0 1,0-1,1-1,-1 1,0-1,0 0,1 0,2-1,3 0,1 0,-1-1,1-1,0 0,-1-1,0 0,0 0,0-1,0-1,-1 0,1-1,-1 1,0-2,-1 0,0 0,6-6,6-6,-1-1,-1-1,-1-1,-1-1,-1 0,3-8,14-35,-60 113,19-27,0 1,0-1,2 1,1 1,-2 14,6-27,0-1,0 0,1 1,0-1,0 1,1-1,0 1,1-1,0 0,0 0,1 0,0 0,0 0,1 0,0-1,1 2,15 15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6.0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0,'130'67,"-101"-55,0 2,0 1,-2 1,0 1,-1 1,-1 2,5 5,-23-15,0 0,0 0,-1 0,0 1,-1-1,0 2,-1-1,0 0,-1 1,0 0,-1-1,0 1,-1 0,-1 0,1 0,-2 0,0 6,0 1,2 0,0-1,1 0,1 1,0-1,1 0,2 1,-1-8,0 0,0-1,1 1,1-1,0 0,0-1,1 0,0 0,0-1,1 0,0 0,1-1,0 0,0 0,0-1,1-1,0 0,2 0,-11-4,1 0,-1 0,1 0,0 0,-1-1,1 1,0-1,-1 1,1-1,0 0,0 0,-1-1,1 1,0-1,0 1,-1-1,1 0,-1 0,1 0,0 0,-1 0,0-1,1 1,-1-1,0 1,0-1,0 0,0 0,0 0,0 0,-1 0,1-1,0 1,-1 0,0-1,0 1,0-1,0 1,0-2,6-22,-2 0,0 0,-2-1,-1 1,-1-1,-2 1,0-5,0-4,-1-40,5 93,2 0,0-1,0 1,2-1,0 0,1 0,1-1,0 0,1-1,1 0,0 0,1-1,1-1,0 0,14 10,-8-8,1 0,1-2,0 0,1-1,16 6,30 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8.6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177 331,'0'-1,"1"1,-1-1,1 1,-1-1,1 0,-1 1,1-1,-1 0,0 1,0-1,1 0,-1 1,0-1,0 0,0 1,0-1,1 0,-1 0,0 1,0-1,-1 0,1 0,0 1,0-1,0 0,0 1,-1-1,1 0,0 1,-1-1,1 0,0 1,-1-1,1 0,-1 1,1-1,-1 1,1-1,-1 1,1-1,-1 1,0 0,1-1,-1 1,0 0,1-1,-1 1,0 0,1 0,-1 0,0-1,0 1,1 0,-1 0,0 0,0 0,1 0,-1 1,0-1,1 0,-1 0,0 0,0 1,-43 25,33-15,0 0,1 1,0 0,1 0,1 1,0 1,0-1,1 1,1 0,1 1,0-1,0 1,2 0,0 0,1 1,0-1,1 1,1-1,0 3,1-12,0 1,0-1,1-1,0 1,0 0,0 0,1-1,0 1,0-1,0 0,1 0,-1 0,1 0,1-1,-1 1,0-1,1 0,0 0,0-1,0 0,1 1,-1-2,1 1,-1-1,3 1,6 1,-1 0,0-1,1 0,0-2,-1 1,1-2,0 1,0-2,0 0,13-3,-6 0,0-1,0-1,0-1,-1-1,0 0,0-2,-1 0,0-1,-1-1,0-1,-1 0,-1-2,12-11,-25 22,1 1,-1-1,0 0,0 0,0 0,0 0,-1-1,1 1,-1-1,0 1,-1-1,1 0,-1 0,0 0,0 0,-1 0,1 0,-1-4,0 8,-1 0,1 0,0 0,-1 0,1 0,-1 0,1 1,-1-1,1 0,-1 0,1 1,-1-1,0 0,0 0,1 1,-1-1,0 1,0-1,0 1,1-1,-1 1,0 0,0-1,0 1,0 0,0 0,0-1,0 1,0 0,0 0,0 0,0 0,0 0,0 1,0-1,0 0,0 0,1 1,-1-1,0 0,0 1,0-1,0 1,0-1,1 1,-2 0,-36 30,33-25,1 1,0 0,1 0,0 0,0 0,0 0,1 0,0 1,1-1,-1 1,1 0,1-1,-1 1,2 0,-1-1,1 1,0 0,0-1,1 1,0-1,0 1,1-1,0 0,0 0,1 0,0-1,0 1,1-1,-1 0,1 0,1 0,-1-1,1 0,0 0,0 0,5 2,5 3,2-2,-1 0,1 0,0-2,0 0,1-1,0-1,0-1,0 0,0-2,0 0,1-1,-1-1,0-1,0 0,0-2,0 0,-1-1,1-1,-1-1,16-8,-17 5,-1 0,0-1,0-1,-2-1,1 0,-2-1,0 0,0-1,-2 0,0-1,8-14,10-24,-2-1,-3-2,-1-4,-3 13,-2-1,-3 0,-2-1,-2-1,0-17,-10 66,0 0,0 0,0-1,-1 1,1 0,-1-1,0 1,0 0,1-1,-2 1,1-1,0 1,0 0,-1-1,1 1,-1 0,0-1,0 1,0 0,0 0,0 0,0 0,0 0,-1 0,1 0,-1 0,0 0,1 1,-1-1,0 1,0-1,0 1,0 0,0-1,0 1,-1 0,1 0,0 1,0-1,-1 0,1 1,0 0,-1-1,1 1,-1 0,1 0,-2 1,-9 4,0 0,1 2,0 0,0 0,0 1,1 0,0 1,1 0,0 1,0 0,1 1,1 0,-4 5,-2 0,1 0,1 1,0 0,2 1,0 0,0 1,2 0,0 0,2 1,0 0,1 0,1 0,1 1,0 0,2-1,0 1,2 0,0 0,1 0,2-1,0 1,0-1,5 8,-2-10,1-1,1 0,1 0,0-1,1-1,1 0,0 0,1-1,0 0,1-2,1 1,0-2,1 0,0-1,0 0,1-1,1-1,-1-1,1 0,0-2,7 2,-18-7,0 1,1-1,-1 0,0-1,1 0,-1 0,0-1,0 0,0 0,0 0,0-1,-1 0,1-1,-1 1,0-1,0 0,0-1,0 1,-1-1,0 0,0-1,0 1,0-1,-1 0,0 0,-1-1,1 1,-1-1,0 0,1-6,4-7,-1 0,-1-1,-1 0,-1 0,-1 0,0 0,-2-13,0 33,-1 1,0-1,0 0,0 1,0-1,1 0,-1 1,0-1,0 1,0-1,0 0,0 1,-1-1,1 0,0 1,0-1,0 1,-1-1,1 0,0 1,0-1,-1 1,1-1,0 1,-1-1,1 1,-1-1,1 1,-1 0,1-1,-1 1,1-1,-1 1,1 0,-1 0,1-1,-1 1,0 0,1 0,-1 0,1-1,-1 1,-22 18,14-4,0 0,0 1,1 0,1 1,1-1,0 1,1 1,1-1,0 1,1-1,1 1,1 0,0 0,1 0,2 10,0-14,0-1,1 1,1-1,0 0,1 0,0-1,0 1,1-1,1 0,0 0,1-1,0 0,0 0,27 25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1:29.1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139 64,'-5'2,"0"0,0 1,1-1,-1 1,1 0,0 0,-1 1,1-1,1 1,-1 0,1 0,-1 0,1 1,0-1,1 1,-1 0,1-1,0 1,0 0,-1 5,-1 2,1 1,1 0,0-1,1 1,0 0,1 0,0 0,1 1,8 27,2 0,1-1,2-1,2 0,2-1,1-1,2-1,1-1,2 0,26 29,-48-62,22 44,-25-45,0 0,0 0,0 0,0 0,0 0,0-1,0 1,0 0,0-1,-1 1,1-1,0 1,0-1,-1 0,1 1,0-1,0 0,-1 0,1 0,0 0,-1 0,1 0,0 0,0-1,-1 1,1 0,0-1,0 1,-1-1,0 1,-29-6,1-1,0-1,0-1,1-2,1-1,-21-12,48 24,-1 0,1 0,0 0,0 0,-1-1,1 1,0 0,0-1,0 1,0-1,-1 0,1 1,0-1,0 0,0 1,0-1,1 0,-1 0,0 0,0 0,0 0,1 0,-1 0,0 0,1 0,-1-1,1 1,-1 0,1 0,0 0,0-1,-1 1,1 0,0 0,0-1,0 1,0 0,0-1,1 1,-1 0,0 0,1 0,-1-1,0 1,1 0,-1 0,1 0,0 0,-1 0,1 0,0 0,0 0,0 0,0 0,0 0,0 0,103-46,-51 28,-10 2,-1-3,-1-1,-1-2,-1-1,14-14,-38 27,-1-2,0 1,0-2,-2 0,0 0,0-1,-2-1,1 0,-2 0,0-1,-2 0,1-1,-2 0,2-10,-5 22,-1 0,0 0,-1 0,0-1,0 1,0 0,0 0,-1-1,0 1,-1-1,1 1,-1 0,-1 0,1-1,-1 1,0 0,0 0,-1 0,1 1,-1-1,-1 1,1-1,-1 1,0 0,0 0,0 1,-1-1,0 1,0 0,0 0,-2-1,1 4,0-1,0 1,1 0,-1 0,0 1,0 0,0 0,0 0,0 1,0 0,0 0,0 0,0 1,0 0,1 0,-1 0,1 1,0 0,-1 0,1 0,1 0,-1 1,0 0,0 1,-7 6,0 1,0 1,2-1,-1 2,2-1,0 2,0-1,1 2,-18 43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02.9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536 106,'-14'-12,"-1"1,0 0,0 1,-1 1,0 0,0 2,-1-1,0 2,0 0,-1 2,0 0,1 0,-2 2,1 0,0 1,0 1,0 1,0 0,-1 1,-5 3,13-3,0 1,0 1,1 0,-1 0,1 1,0 0,0 1,0 0,1 1,0 0,0 0,-4 5,9-8,0 1,1-1,-1 0,1 1,0 0,1 0,-1 0,1 0,0 0,0 0,0 1,1-1,0 0,0 1,0-1,1 1,-1 0,1-1,1 1,-1-1,1 1,0-1,0 1,1-1,0 1,1 2,7 9,1 0,1-1,0 0,1-1,1 0,1-1,0-1,0 0,1-1,1 0,17 8,-18-10,63 41,96 73,-166-116,-1 0,0 1,0 1,-1-1,0 1,0 0,-1 0,-1 1,0 0,0 0,-1 0,0 1,1 8,-4-13,0 0,0 0,0 0,-1 0,0 0,-1 0,0 0,0 0,0 0,-1 0,0-1,0 1,-1 0,0-1,0 0,0 0,-1 0,0 0,0 0,0-1,-1 0,0 0,-5 5,4-5,-1-1,0 1,0-1,0-1,0 1,-1-1,0 0,0-1,1 0,-1 0,-1 0,1-1,0-1,0 1,0-1,0-1,-1 0,1 0,0 0,0-1,0 0,1 0,-3-2,-12-6</inkml:trace>
  <inkml:trace contextRef="#ctx0" brushRef="#br0" timeOffset="299.835">750 1027,'-1'-31,"1"1,2-1,1 0,1 1,2-1,1 1,1 1,1-1,2 2,14-28,-9 35,-15 21,-1 0,0 0,1 0,-1-1,0 1,1 0,-1 0,0 0,1 0,-1 0,0-1,1 1,-1 0,0 0,1 0,-1 0,1 0,-1 0,0 0,1 0,-1 0,0 1,1-1,-1 0,0 0,1 0,-1 0,0 0,1 1,-1-1,0 0,1 0,-1 0,0 1,0-1,1 0,-1 1,0-1,0 0,1 0,-1 1,0-1,0 0,0 1,0-1,0 1,0-1,1 0,-1 1,0-1,0 0,0 1,0-1,0 0,0 1,0-1,-1 1,1-1,0 0,0 1,0-1,0 1,-11 91,4-58,4-17,-5 22,2 0,1 1,2-1,2 1,2 3,0-34,0 1,1-1,0 1,1-1,0 0,1 0,-1 0,2 0,0 1,17 22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02.2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543 85,'-16'-11,"1"1,-2 1,0 0,0 1,0 1,-1 0,0 1,0 1,-1 1,1 1,-1 0,0 2,0 0,0 1,0 1,1 0,-1 2,0 0,1 1,-1 1,1 0,1 2,-12 5,24-10,-1 0,0 0,1 0,-1 1,1 0,0 0,0 1,0 0,1-1,-1 1,1 1,0-1,0 1,0 0,1 0,-1 0,1 0,0 0,1 1,0-1,-1 1,2 0,-1 0,1-1,0 1,0 0,0 0,1 0,0 0,0 1,1-1,-1 0,1 0,1 0,7 7,1-1,0 0,0-1,2 0,-1-1,1 0,1-1,0 0,0-1,1-1,-1 0,2 0,-1-2,2 1,-13-5,110 45,-74-33,-1 2,-1 2,0 1,-2 2,14 11,-43-27,0-1,-1 1,0 0,0 1,0-1,0 1,0 0,-1 0,0 0,0 1,-1 0,1-1,-1 1,-1 1,1-1,-1 0,0 0,0 1,-1-1,0 1,0 0,0-1,-1 1,0 0,0 0,-1-1,0 1,0-1,-1 1,1-1,-1 1,-1-1,1 0,-2 2,-2 0,-1 0,0 0,0 0,-1-1,0 0,0 0,-1-1,0 0,0-1,0 0,0 0,-1-1,0 0,0-1,-10 2,0 0,0-1,0-1,0-1,-1-1,1 0,-1-2,-17-2,-73-28,96 18,24 12</inkml:trace>
  <inkml:trace contextRef="#ctx0" brushRef="#br0" timeOffset="276.644">689 701,'14'-3,"0"0,1 2,-1-1,0 2,0 0,1 1,-1 0,0 1,12 3,-21-4,14 2,0 0,0 1,-1 1,0 1,0 1,0 0,-1 1,17 11,-32-18,1 1,0 0,0 0,-1-1,0 2,1-1,-1 0,0 0,0 1,0-1,0 1,0 0,-1-1,1 1,-1 0,0 0,0 0,0 0,0 0,0 0,-1 0,1 1,-1-1,0 0,0 0,0 0,0 1,-1-1,1 0,-1 0,0 0,0 0,0 0,0 0,-1 0,1 0,-1-1,1 1,-2 1,-11 13,0-1,-1 0,-1-1,0 0,-1-1,-1-1,-9 4,-80 70,105-86,1 0,-1 1,1-1,0 0,-1 1,1 0,0-1,0 1,0 0,0-1,0 1,1 0,-1 0,0 0,1 0,-1 0,1 0,0-1,0 1,0 0,0 0,0 0,0 0,0 0,1 0,-1 0,1 0,-1 0,1 0,0 0,0-1,-1 1,1 0,1-1,-1 1,0 0,0-1,1 1,-1-1,0 0,1 1,-1-1,1 0,0 0,-1 0,1 0,0 0,0-1,0 1,0 0,0-1,-1 0,1 1,0-1,0 0,1 0,31 9,1-1,-1-2,1-2,0-1,35-2,-33 0,74 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03.6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588 1135,'1'-30,"0"22,0-1,-1 1,0-1,-1 1,1-1,-1 1,-1-1,0 1,0 0,-1 0,-1-3,2 9,-1-1,0 1,0 0,0 0,0 0,-1 0,1 1,0-1,-1 1,1 0,-1 0,0 0,1 1,-1-1,0 1,1 0,-1 0,0 0,1 0,-1 0,0 1,1 0,-1 0,1 0,-1 0,1 1,-1-1,1 1,0 0,0 0,-3 1,-8 6,-1-1,1 2,0 0,1 0,0 2,1-1,0 2,1-1,1 1,0 1,0 0,1 1,1 0,1 0,0 0,1 1,0 0,2 0,-1 6,4-14,0 1,1 0,0-1,0 1,1-1,1 1,-1-1,1 0,1 1,-1-1,2 0,-1-1,1 1,0 0,0-1,1 0,0 0,0 0,1-1,0 0,0 0,1 0,-1-1,1 0,2 1,27 16,0-2,2-1,0-2,1-2,7 1,28 11,-60-21,23 8,-1 1,0 2,-1 1,13 11,-44-27,0 0,-1 0,1 0,-1 0,0 1,1-1,-1 1,0 0,-1 0,1 0,0 0,-1 1,0-1,0 1,0-1,0 1,-1 0,1 0,-1 0,0 0,0 0,0 0,-1 0,1 0,-1 0,0 0,0 0,-1 0,1 1,-1 0,-6 5,0-1,-1 1,0-1,-1-1,0 0,0 0,0-1,-1 0,0 0,-1-1,1 0,-1-1,-1-1,1 1,0-2,-1 0,0 0,0-1,-2 0,-18 6,0-1,0-2,-1-2,0 0,0-3,0 0,1-2,-1-2,-11-3,40 7,0-1,0 0,0 0,0-1,0 1,0-1,0 0,0 0,1 0,-1 0,1-1,0 1,-3-3,6 4,0 0,0 0,0 0,0 0,0 0,0 0,0 0,0 0,0 0,0 0,1 0,-1 1,0-1,1 0,-1 0,1 0,-1 0,1 0,-1 1,1-1,-1 0,1 0,0 1,-1-1,1 0,0 1,0-1,-1 1,1-1,0 1,0-1,0 1,0 0,0 0,0-1,0 1,0 0,-1 0,2 0,26-10</inkml:trace>
  <inkml:trace contextRef="#ctx0" brushRef="#br0" timeOffset="284.02">1016 1897,'0'5,"0"1,0-1,0 0,0 0,1 1,0-1,0 0,1 0,0 0,-1 0,1 0,1 0,-1-1,1 1,0-1,0 1,0-1,1 0,-1 0,1-1,0 1,0-1,0 0,1 0,2 2,8 3,0 1,0-2,1 0,-1-1,2-1,-1 0,9 1,-9-3,0-1,1 0,-1 0,1-2,-1 0,1-1,-1-1,0 0,8-3,-17 3,-1 1,1-2,-1 1,0-1,1 0,-1 0,-1-1,1 1,0-1,-1-1,0 1,0-1,0 0,0 0,-1 0,0-1,0 1,-1-1,1 0,-1 0,-1-1,1 1,1-7,-1 2,-1 0,-1-1,0 0,0 1,-1-1,-1 1,0-1,0 1,-1-1,-1 1,0 0,0 0,-1 0,-1 0,0 0,0 1,-1 0,-4-6,5 9,0 0,-1 0,0 0,0 0,0 1,-1 0,0 1,0-1,-1 1,1 1,-1-1,0 2,0-1,0 1,-1 0,1 0,-1 1,0 0,0 1,0 0,0 0,1 1,-1 0,-4 1,0 2,0 0,0 1,1 1,-1 0,1 1,0 0,0 0,1 2,0-1,0 1,1 1,0 0,1 0,-1 1,-3 7,-33 40</inkml:trace>
  <inkml:trace contextRef="#ctx0" brushRef="#br0" timeOffset="2209.774">186 641,'-16'58,"-22"85,5 2,8 1,5 1,7 0,6 2,11 112,3-172,0-13,-3-1,-3 1,-3 0,-4-1,-12 59,-12 1,30-133,1 0,0 0,0 0,0 0,0 0,1 0,-1 0,0 0,1-1,0 1,-1 0,1-1,0 0,-1 1,1-1,0 0,0 0,0 0,0 0,1 0,-1 0,0-1,0 1,0-1,1 1,-1-1,0 0,0 0,1 0,-1 0,0 0,0-1,1 1,-1 0,2-2,5 3,353 17,408 48,-187-34,-482-15,-97-18,0 0,0 0,0 0,-1-1,1 0,-1 0,1 0,-1 0,0 0,1-1,-1 0,-1 1,1-1,0 0,-1-1,1 1,-1 0,0-1,0 1,0-1,-1 1,1-1,-1 0,0 0,0 0,0 0,-1 0,1-2,0 3,18-67,-4 0,-2 0,-2-18,0 10,34-220,7-35,5-285,-54 581,-2-1,-2 0,-1 1,-3-1,0 1,-3 0,-8-25,14 55,-1 0,0-1,0 1,0 0,-1 1,0-1,-1 0,0 1,0 0,0 0,0 1,-1 0,0 0,0 0,-1 0,1 1,-1 0,0 0,0 1,0 0,-1 0,1 1,-1 0,1 0,-1 1,0 0,1 0,-1 1,-2 0,3 0,-1 1,0-1,1 2,-1-1,0 1,1 1,0-1,-1 1,1 0,0 1,1 0,-1 0,1 0,0 1,0 0,0 0,0 0,1 1,0 0,0 0,1 0,-1 1,1 0,1-1,-1 1,1 1,0 2,8 32,-29-31,-15-10,0-1,0-2,1-2,-1-2,-9 1,-904-79,507 74,352 13</inkml:trace>
  <inkml:trace contextRef="#ctx0" brushRef="#br0" timeOffset="5591.269">895 186,'-3'8,"0"0,1 1,0-1,1 0,0 1,0-1,1 1,0 0,0-1,1 1,0-1,0 1,1-1,0 0,1 0,0 0,0 0,1 0,0 0,0-1,0 0,1 0,1 0,-1-1,1 1,0-1,0 0,1-1,0 0,0 0,0 0,0-1,1 0,-1 0,1-1,3 1,-2-3,0 1,0-1,0-1,0 0,1 0,-1-1,0 0,0 0,0-1,0-1,0 1,-1-1,1-1,-1 1,1-2,-1 1,-1-1,1 0,-1-1,0 1,0-2,0 1,-1-1,0 0,0 0,-1 0,0-1,0 0,-1 0,0 0,0-1,0-3,3-4,0-1,-2 0,0 0,-1 0,0-1,-2 0,0 1,-1-1,-1 0,0 0,-2 0,-1-11,2 26,1 0,-1 0,1 0,-1 0,0 0,0 0,0 0,0 0,-1 1,1-1,-1 0,0 1,1 0,-1-1,0 1,-1 0,1 0,0 0,-1 0,1 0,-1 0,1 1,-1-1,0 1,0 0,1 0,-1 0,0 0,0 0,0 1,0 0,0-1,0 1,0 0,0 0,0 0,-1 1,1-1,1 1,-1 0,0 0,0 0,-1 0,-10 6,0 1,1 0,0 0,0 1,1 1,0 0,1 1,0 0,0 2,-51 56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25.1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469 1,'-5'16,"-1"19,0 16,1 19,4 18,2 13,1 11,0 7,-1-1,-4-5,-9-8,-7-12,-4-18,-4-17,1-19,5-15</inkml:trace>
  <inkml:trace contextRef="#ctx0" brushRef="#br0" timeOffset="315.361">1 696,'389'-42,"-201"13,-186 28,0 0,0 0,1 0,-1 1,0-1,0 1,1-1,-1 1,0 0,1 0,-1 0,0 0,1 0,-1 0,0 1,1-1,-1 1,0-1,0 1,0 0,1 0,-1 0,0 0,0 1,0-1,-1 0,1 1,0 0,0-1,-1 1,1 0,-1 0,0-1,1 1,-1 0,0 1,0-1,0 0,0 1,0 55,-2-48,1 1,0-1,1 0,0 0,0 1,1-1,0 0,1 0,2 4,6 6,-1-4</inkml:trace>
  <inkml:trace contextRef="#ctx0" brushRef="#br0" timeOffset="600.923">695 308,'9'7,"13"4,1 1</inkml:trace>
  <inkml:trace contextRef="#ctx0" brushRef="#br0" timeOffset="865.324">909 456,'7'18,"12"13,10 10,13 7,11 3,4 1,1-3,-6-4,-12-4,-12-5,-14-7,-13-7,-12-8,-3-7</inkml:trace>
  <inkml:trace contextRef="#ctx0" brushRef="#br0" timeOffset="1132.865">1390 482,'-20'2,"-21"8,-14 11,-12 13,-4 13,4 9,7 7,8 2,11-2,13-2,10-11</inkml:trace>
  <inkml:trace contextRef="#ctx0" brushRef="#br0" timeOffset="1300.517">1471 857,'-70'33,"69"-32,-1 0,1 0,-1 1,1-1,0 0,-1 0,1 1,0-1,0 1,0-1,0 1,0-1,0 1,1-1,-1 1,0 0,1 0,-1-1,1 1,0 0,-1 0,1 0,0-1,0 1,0 0,1 0,-1 0,0-1,1 1,-1 0,1 0,-1-1,1 1,0 0,0-1,-1 1,1-1,1 1,0 1,3 1,1 0,0 0,1-1,-1 0,0 0,1 0,0-1,0 0,0 0,-1 0,1-1,1 0,-1-1,0 0,0 0,0 0,0-1,4-1,-5 1,0 0,1 0,-1-1,0 0,0-1,-1 1,1-1,0 0,-1 0,0-1,0 0,0 0,0 0,0 0,-1-1,0 0,0 0,0 0,-1 0,0-1,1 1,-2-1,1 0,-1 0,0 0,0 0,-1 0,0 0,0-1,0 1,-1 0,1-1,-2 1,1 0,-2-6,1 4,0-1,-1 1,0 1,-1-1,0 0,0 0,0 1,-1 0,0 0,-1 0,0 0,0 1,0-1,-1 1,1 1,-3-2,4 4,1 0,-1 0,0 1,0-1,-1 1,1 0,0 0,-1 1,1-1,-1 1,1 0,-1 0,0 1,1-1,-1 1,0 0,1 0,-1 0,0 1,1 0,-1 0,0 0,1 1,0-1,-1 1,1 0,0 0,-3 2,1 0,0 0,0 0,0 1,0-1,1 1,0 1,0-1,0 1,1 0,0 0,0 0,0 1,1-1,0 1,0 0,1 0,0 0,0 0,0 0,1 1,0-1,1 0,0 1,0-1,0 0,1 1,0-1,0 0,1 0,0 1,0-1,3 4,13 15</inkml:trace>
  <inkml:trace contextRef="#ctx0" brushRef="#br0" timeOffset="1485.062">1712 321,'-16'0,"-8"5,1 5,6 9,13 8,14 7,5 0</inkml:trace>
  <inkml:trace contextRef="#ctx0" brushRef="#br0" timeOffset="1486.062">1778 790,'0'16,"3"9,7 6,8-1,12 0,8-4,5-5,0-8,-7-4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48.4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39,'11'14,"11"11,13 11,10 7,8 5,6 2,1 0,-4-2,-6-5,-10-6,-11-11</inkml:trace>
  <inkml:trace contextRef="#ctx0" brushRef="#br0" timeOffset="278.161">668 0,'-14'11,"-10"14,-7 12,-5 11,0 7,-1 6,1 5,2-1,3-2,3-2,8-6,6-4,11-7,9-8,5-11</inkml:trace>
  <inkml:trace contextRef="#ctx0" brushRef="#br0" timeOffset="561.779">762 601,'-2'6,"-1"-1,2 0,-1 1,1-1,-1 1,1 0,1-1,-1 1,1 0,0 0,1-1,-1 1,1 0,0-1,0 1,1-1,0 1,0-1,0 0,0 1,1-1,0 0,0-1,1 1,-1 0,1-1,0 0,0 0,0 0,5 3,-4-2,1 0,0 0,1-1,-1 0,1 0,-1 0,1-1,0 0,1 0,-1-1,0 0,1 0,-1-1,1 1,0-2,-1 1,1-1,0-1,-1 1,1-1,-1 0,1-1,-1 0,1 0,-1-1,0 0,0 0,0 0,0-1,-1 0,0 0,0-1,0 0,0 0,0 0,-1-1,0 0,0 0,2-5,-2 1,-1-1,-1 1,1-1,-2 1,0-1,0 0,-1 0,0 0,-1-6,1 14,-1-1,0 0,-1 1,1-1,-1 1,1-1,-1 1,0 0,0-1,-1 1,1 0,-1 0,1-1,-1 1,0 1,0-1,-1 0,1 0,0 1,-1-1,0 1,1 0,-1 0,0 0,0 0,0 0,-1 1,1-1,0 1,-1 0,1 0,-9 1,1 0,0 1,0 0,0 1,-1 1,2-1,-1 2,0-1,1 2,-1-1,1 2,0-1,1 1,-1 0,1 1,1 0,-1 1,-6 8,-39 35,8-2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50.9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0,'16'9,"9"10,8 11,5 12,5 7,2 5,3 2,-1 1,-1-5,-1-6,-4-10,-5-10,-8-9</inkml:trace>
  <inkml:trace contextRef="#ctx0" brushRef="#br0" timeOffset="293.794">722 41,'-19'11,"-3"20,1 1,2 2,1 0,-13 34,16-35,1 1,2 0,1 0,2 1,1 1,2 0,1-1,2 2,1-1,2 0,2 4,0-28,0 0,0 0,2 0,-1 0,1 0,1-1,0 0,1 0,0 0,9 12</inkml:trace>
  <inkml:trace contextRef="#ctx0" brushRef="#br0" timeOffset="616.493">842 509,'15'-6,"1"2,-1 0,1 0,-1 2,1 0,0 1,0 0,0 1,-1 1,1 1,0 0,0 1,-1 0,0 1,0 1,14 7,37 28,-64-39,-1 0,0 1,1-1,-1 1,0-1,0 1,0 0,0-1,0 1,0 0,0 0,-1 0,1 0,-1 0,1 0,-1-1,0 1,0 0,0 0,0 0,0 0,0 0,0 0,-1 0,1 0,-1 0,1 0,-1 0,0 0,0-1,0 1,0 0,0-1,0 1,0 0,-2 0,-62 50,-5 7,69-57,0 0,1 0,-1 0,1 0,-1 0,1 0,0 0,-1 0,1 0,0 0,1 0,-1 0,0 0,0 0,1-1,-1 1,1 0,0 0,0 0,-1 0,1 0,0-1,1 1,-1-1,0 1,0 0,1-1,-1 0,0 1,1-1,0 0,-1 0,1 0,0 0,-1 0,1 0,0 0,0-1,0 1,0-1,0 1,1-1,38 15,0-2,0-1,1-3,1-1,21 0,-17-2,40 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52.3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7,'21'-2,"20"-1,21 2,21 4,17 6,11 5,8 8,-1 7,-11 3,-24-4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52.8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1,'25'0,"19"0,19 2,12 3,7 4,-4 3,-11 6,-16-1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54.1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1 160,'16'5,"9"5,6 9,2 10,-1 9,-2 9,-3 6,-1 1,2 0,0-4,1-7,-3-7,-1-11,-1-9,1-10,-4-6</inkml:trace>
  <inkml:trace contextRef="#ctx0" brushRef="#br0" timeOffset="299.748">576 374,'-3'-2,"-4"4,-9 5,-6 7,-6 8,-2 7,-2 9,3 8,5 8,5 3,7 3,5-1,3-2,6-3,6-8,4-5,3-9,-2-9</inkml:trace>
  <inkml:trace contextRef="#ctx0" brushRef="#br0" timeOffset="649.334">763 696,'-17'31,"2"2,1-1,2 2,1 0,2 0,-1 10,9-41,0 0,1 0,-1 0,1 0,-1 0,1 0,0 1,0-1,1 0,-1 0,1 0,-1 0,1 0,0 0,0 0,0 0,1-1,-1 1,1 0,-1-1,1 1,0-1,0 1,0-1,0 0,1 0,-1 0,1 0,-1 0,1-1,-1 1,1-1,0 1,0-1,0 0,0 0,0 0,0-1,0 1,0-1,0 1,2-1,9-2,1 0,-1-1,0-1,0 0,0-1,-1-1,0 0,0 0,0-1,-1-1,0 0,0-1,-1 0,0-1,0 0,-1-1,-1 0,5-7,-13 17,23-22,-23 23,-1 0,1 0,-1 0,1 0,-1 0,1 1,-1-1,1 0,0 0,-1 0,0 1,1-1,-1 0,1 0,-1 1,1-1,-1 0,0 1,1-1,-1 1,1-1,-1 0,0 1,0-1,1 1,-1-1,0 1,0-1,1 1,-1-1,0 1,0-1,0 1,0-1,0 1,0 0,0-1,0 1,0-1,0 1,0-1,0 1,-1-1,1 1,0-1,0 1,0-1,-1 1,1-1,0 1,-1-1,1 0,0 1,-3 28,1-1,2 1,1 0,2 0,0-1,2 1,1-1,3 5,-1-11</inkml:trace>
  <inkml:trace contextRef="#ctx0" brushRef="#br0" timeOffset="983.771">134 0,'16'7,"21"7,27 3,28 3,25 1,20 3,8 3,-3 0,-26-4</inkml:trace>
  <inkml:trace contextRef="#ctx0" brushRef="#br0" timeOffset="2745.449">228 1591,'16'20,"12"17,10 12,8 8,5 0,4 1,-2-6,-2-10,-6-11,-10-12</inkml:trace>
  <inkml:trace contextRef="#ctx0" brushRef="#br0" timeOffset="3049.275">763 1631,'0'7,"-3"11,-4 12,-7 10,-4 11,-5 9,-2 6,-2 2,1 2,6-3,6-3,7-6,10-5,9-8,6-10,1-9</inkml:trace>
  <inkml:trace contextRef="#ctx0" brushRef="#br0" timeOffset="3516.896">1271 2072,'-8'-3,"0"0,1 0,-1 1,-1 0,1 0,0 1,0 0,-1 0,1 1,0 0,-1 1,1-1,0 2,0-1,-1 1,1 1,1-1,-1 1,0 1,1-1,-1 1,1 0,0 1,0 0,1 0,-1 1,2 1,0 0,0 1,1-1,-1 1,2 0,-1 0,1 0,1 1,-1-1,2 1,-1-1,1 1,0 0,1-1,0 1,0 0,1 0,0-1,0 1,1 0,2 3,0 1,0 1,1-1,1-1,0 1,1-1,0 0,1 0,0-1,1 0,0-1,1 0,0 0,2 1,-2-4,0 0,0 0,1-1,0 0,0-1,1 0,-1-1,1 0,9 2,-16-5,-1 0,0-1,1 1,-1-1,1 0,-1 0,1 0,-1-1,1 1,-1-1,0 0,1-1,-1 1,0-1,0 1,0-1,0 0,0-1,-1 1,1-1,-1 0,1 0,-1 0,0 0,0 0,0-1,-1 1,2-2,-2 2,0 0,0-1,0 1,0-1,-1 1,1-1,-1 0,0 1,0-1,0 0,-1 0,1 0,-1 0,0 0,0 0,0 0,-1 0,1 1,-1-1,0 0,0 0,0 0,-1 1,1-1,-1 1,0-1,0 1,0 0,-1-1,1 1,-1 0,1 1,-1-1,0 0,0 1,0 0,-1-1,1 1,-1 0,1 1,-1-1,1 1,-1 0,-1-1,-6 0,0 1,0 1,-1-1,1 2,0 0,0 0,0 1,1 0,-1 0,0 2,-7 2,-26 11</inkml:trace>
  <inkml:trace contextRef="#ctx0" brushRef="#br0" timeOffset="4082.267">14 1323,'16'3,"25"4,34 7,38 7,36 9,26 9,10 2,-28-6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2:12.4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148 366,'-7'2,"-1"1,1 1,-1-1,1 1,0 0,0 1,1 0,-1 0,1 0,0 1,1 0,-1 0,1 0,1 1,-1 0,1-1,0 2,0-1,1 0,0 1,-2 7,-1 7,1 0,0 1,2 0,1-1,0 1,2 0,1 6,0-12,0 0,2 0,0 0,0-1,2 1,0-1,1 0,1 0,0-1,6 9,-9-17,1 0,0 0,0 0,1-1,0 0,0 0,0 0,1-1,-1 0,1 0,1 0,-1-1,1 0,-1-1,1 0,0 0,1-1,-1 1,0-2,0 1,1-1,0-1,-3 0,1 0,-1 0,0-1,0 0,0-1,0 1,0-1,0 0,0 0,0-1,-1 0,1 0,-1 0,0-1,0 0,0 0,-1 0,1 0,-1-1,0 0,0 1,0-2,-1 1,2-3,3-8,0 0,0-1,-2 0,0 0,-1-1,-1 1,2-18,-2 10,-1 0,-2 0,-1-1,0 1,-3-10,2 25,-1 1,0-1,0 1,-1 0,0 0,0 0,-1 0,0 0,-1 1,1-1,-2 1,1 1,-1-1,-1 1,-3-4,6 7,-1 1,1 0,-1 0,0 0,0 1,1-1,-2 1,1 0,0 1,0-1,-1 1,1 0,0 0,-1 1,1 0,-1 0,1 0,-1 0,1 1,-1 0,1 0,0 1,-1-1,1 1,-4 2,-1 1,1 0,0 0,0 1,1 0,0 0,0 1,0 0,1 1,0 0,0 0,1 0,0 1,-1 2,1 0,1 1,0-1,0 1,1 0,1 0,0 0,1 0,0 1,1-1,0 1,3 47</inkml:trace>
  <inkml:trace contextRef="#ctx0" brushRef="#br0" timeOffset="374.924">844 579,'-7'2,"1"1,0 0,1 0,-1 0,0 1,1 0,0 0,0 0,0 1,0 0,1 0,0 0,0 0,0 1,1-1,-1 1,1 0,1 0,-1 0,1 0,0 1,0-1,1 1,0-1,0 1,1-1,0 1,0 0,0-1,1 1,0-1,0 1,1-1,-1 1,1-1,1 0,-1 0,1 0,1 0,2 6,0 0,1-1,0 0,1-1,1 0,-1 0,2-1,-1 0,1 0,0-1,1 0,0-1,0 0,1-1,0 0,0-1,0-1,1 0,0 0,0-1,-8-2,0 0,0-1,0 1,0-1,0 0,0 0,0-1,-1 0,1 0,0 0,0 0,0-1,-1 1,1-1,0 0,-1-1,0 1,0-1,0 0,0 0,0 0,0-1,-1 1,1-1,-1 0,0 0,0 0,-1 0,1-1,-1 1,1-4,2-5,-1-1,0 1,-1-1,-1 0,0 0,-1 0,-1 0,0 0,0 0,-2 0,0 0,0 0,-1 0,-1 0,0 1,-1 0,-5-10,7 17,0 1,0 0,-1 0,1 1,-1-1,0 1,0 0,0 0,-1 0,0 0,1 1,-1 0,0 0,-1 0,1 1,0-1,-1 1,1 0,-1 1,0 0,0 0,0 0,1 0,-1 1,0 0,0 0,0 1,0-1,0 1,1 1,-1-1,0 1,1 0,-1 0,1 1,0-1,-4 3,4-1,-1-1,1 1,0 0,0 0,0 0,1 1,-1 0,1 0,0 0,1 0,-1 1,1-1,0 1,0 0,1 0,0 0,0 0,0 0,1 1,0-1,0 0,1 1,-1-1,1 1,1-1,-1 1,1-1,0 0,1 1,0 1,27 39,8-7</inkml:trace>
  <inkml:trace contextRef="#ctx0" brushRef="#br0" timeOffset="675.886">1753 686,'-6'-1,"0"1,1-1,-1 1,0 0,0 1,0-1,0 1,0 0,1 1,-1-1,1 1,-1 0,1 1,-1-1,1 1,0 0,0 1,1-1,-1 1,1 0,-1 0,1 0,0 1,1-1,-1 1,1 0,0 0,0 0,1 0,-1 1,1-1,0 1,0 3,4 1,0 1,1-1,1 1,0-1,0 0,1 0,0-1,1 1,0-1,0-1,1 1,0-1,1 0,-1 0,2-1,-1 0,1-1,0 0,0 0,1-1,0 0,8 7,1 0,0-1,1-1,0-1,0-1,1 0,1-2,-1 0,1-2,0 0,0-2,4 0,-20-2,0 0,0-1,1 0,-1 0,0-1,0 0,0 0,0 0,-1-1,1 1,0-2,-1 1,0 0,0-1,0 0,0 0,-1-1,1 1,-1-1,0 0,-1 0,1 0,-1-1,0 1,0-1,-1 0,0 0,0 0,0 0,1-5,-1-4,0-1,-1 1,0 0,-1-1,-1 1,0 0,-1 0,-1 0,0 0,-2 0,1 0,-2 1,1 0,-4-4,5 10,0 0,-1 0,1 0,-2 1,1 0,-1 0,0 1,0-1,-1 1,0 0,0 1,0 0,-1 0,0 1,1 0,-2 0,1 0,0 1,-1 1,0-1,1 1,-1 1,0 0,0 0,0 1,-9 1,0 2,1 0,-1 1,1 1,0 1,1 0,-1 1,1 1,-5 3,-69 39</inkml:trace>
  <inkml:trace contextRef="#ctx0" brushRef="#br0" timeOffset="1925.19">269 1448,'-8'-2,"1"1,0 0,0 0,-1 1,1 0,0 0,-1 1,1 0,0 0,-1 1,1 0,0 0,0 0,1 1,-1 0,0 0,1 1,0 0,0 0,0 1,0-1,1 1,0 1,0-1,0 1,0-1,-2 7,-3 2,0 0,2 1,-1 1,2-1,0 2,1-1,1 0,0 1,2 0,-1 0,1 8,2-15,1 1,-1-1,2 1,-1 0,1-1,1 1,0-1,1 0,0 1,0-1,1-1,0 1,1 0,0-1,1 0,0 0,0-1,1 1,1 0,1 0,0-2,1 1,0-1,0-1,0 0,1 0,-1-1,1 0,1-1,-1 0,1-1,-1 0,10 0,-14-2,-1 0,1 0,-1-1,1 0,-1-1,1 0,-1 0,1 0,-1 0,0-1,0 0,1-1,-1 1,-1-1,1 0,0-1,-1 0,0 1,1-2,-2 1,1 0,0-1,-1 0,0 0,3-5,3-11,-1-1,-1 0,-1-1,-1 0,-1 0,-1 0,0-1,-2 1,-1-1,-1 0,-1 1,-3-11,4 19,-2 0,0-1,-1 1,-1 0,0 0,-1 1,-6-14,9 23,0 1,0 0,-1 0,1 0,-1 0,0 0,0 1,-1-1,1 1,-1 0,1 0,-1 0,0 1,0-1,0 1,-1 0,1 0,0 0,-1 1,0 0,1 0,-1 0,1 0,-1 0,0 1,0 0,-2 0,-4 3,0 0,0 0,1 1,0 1,-1-1,2 2,-1-1,1 1,-1 1,2 0,-1 0,1 0,0 1,1 1,0-1,0 1,1 0,0 1,0-1,1 1,0 1,1-1,0 0,1 1,0 0,1 0,0 0,1 0,0 0,0 0,1 0,1 4,8 37</inkml:trace>
  <inkml:trace contextRef="#ctx0" brushRef="#br0" timeOffset="2225.783">803 1849,'-2'-19,"0"-1,1 1,1-1,1 1,1 0,0-1,2 1,0 0,1 0,1 1,1-1,0 1,1 1,1-1,-5 10,67-147,-66 152,-9 17,-19 59,-41 166,61-216,0-1,1 1,1-1,1 1,2-1,0 1,1-1,1 0,6 20,14 21</inkml:trace>
  <inkml:trace contextRef="#ctx0" brushRef="#br0" timeOffset="2641.167">1833 1729,'-6'12,"0"1,1-1,1 1,0 0,0 0,2 1,-1-1,1 5,2-13,0 0,0 1,0-1,1 0,0 1,0-1,0 0,0 0,1 0,0 0,0 0,0 0,1 0,-1-1,1 1,1-1,-1 0,0 0,1 0,0 0,0-1,1 1,5 2,0-1,0 0,1-1,0 0,0-1,0 0,0-1,0 0,0-1,0 0,1-1,-1 0,0-1,1 0,-1-1,0 0,0 0,0-1,0-1,-1 0,1-1,-1 1,0-2,-1 0,4-2,-5 1,1-1,-1 0,-1 0,0 0,0-1,0-1,-1 1,-1-1,1 0,-2 0,1 0,-1-1,-1 0,0 1,-1-1,0 0,0-1,-1 1,-1 0,0 0,0 0,-1-1,-1 1,1 0,-2 0,0 0,0 1,-1-1,0 1,-1 0,0 0,-1 0,0 0,-4-4,6 9,-1 0,0 1,0 0,-1-1,1 1,-1 1,0-1,0 1,0 0,0 1,0-1,-1 1,1 0,-1 1,0 0,1 0,-1 0,0 1,0 0,1 0,-1 1,0-1,0 2,1-1,-1 1,1 0,-1 0,1 1,0-1,0 2,0-1,0 0,-3 4,-15 9,2 2,0 0,0 1,-16 20,-18 23</inkml:trace>
  <inkml:trace contextRef="#ctx0" brushRef="#br0" timeOffset="5785.466">41 2905,'96'-234,"-84"204,-2-1,-1-1,-1 0,3-32,-10 63,-1 1,1-1,-1 0,1 0,-1 0,0 0,1 0,-1 0,0 0,0 0,0 0,0 0,0 0,0 0,0 0,0 0,0 0,0 0,0 0,-1 0,1 0,0 0,-1 0,1 1,-1-1,1 0,-1 0,0 0,1 0,-1 1,1-1,-1 0,0 1,0-1,0 0,1 1,-1-1,0 1,0-1,0 1,0 0,0-1,0 1,0 0,0 0,0-1,0 1,0 0,0 0,0 0,0 0,0 0,-7 7,1 1,0 0,0 0,1 0,0 0,0 1,1 0,0 0,1 1,0 0,-2 6,6-15,-13 30,1 1,2 0,2 1,1 0,1 0,2 1,1-1,2 1,2 23,9 0,4-11</inkml:trace>
  <inkml:trace contextRef="#ctx0" brushRef="#br0" timeOffset="6091.972">496 2772,'-2'11,"0"-1,1 1,1 0,0 0,0 0,1-1,0 1,1 0,0 0,1-1,0 0,1 1,0-1,0 0,1-1,1 1,-1-1,2 0,-1 0,1-1,0 0,1 0,0-1,0 0,1 0,-1-1,2 0,-1 0,0-1,3 0,-6-1,1-1,0 0,0 0,0 0,1-1,-1 0,0 0,1-1,-1 0,1-1,0 1,-1-2,1 1,0-1,-1 0,1 0,-1-1,0 0,1 0,-1-1,0 0,0 0,-1-1,1 0,-1 0,0 0,0-1,0 0,0 0,-1-1,0 1,0-1,0 0,0-2,3-6,-2-1,0 1,-1-1,0 0,-1 0,0-1,-2 1,0-1,0 0,-2 1,0-1,-1 0,0 0,-1 1,-1-1,0 1,-1 0,-1 0,-1 0,0 0,0 1,-2 0,0 0,0 1,-2-1,7 9,0 1,-1 0,1 0,-1 0,1 1,-1-1,0 1,0 0,-1 0,1 0,-1 1,1 0,-1-1,0 2,0-1,0 0,0 1,0 0,0 0,0 1,0-1,-1 1,1 0,0 1,0-1,0 1,0 0,0 0,0 1,0-1,0 1,0 0,0 0,1 1,-1 0,1 0,0 0,-3 2,2 2,-1 0,2 0,-1 0,1 0,0 1,1-1,0 1,0 0,0 0,1 1,1-1,-1 0,1 3,-4 53</inkml:trace>
  <inkml:trace contextRef="#ctx0" brushRef="#br0" timeOffset="6592.321">1579 2759,'-5'8,"1"1,0 0,0 0,1 1,0-1,0 1,1-1,0 1,1 0,0 0,1 0,0 0,0-1,1 1,1 0,-1 0,1-1,1 1,0-1,1 1,-1-1,5 6,2-4,1-1,1 0,-1-1,1 0,1-1,0 0,0-1,0-1,1 0,0-1,0 0,1-1,-1-1,1 0,0-1,0-1,-1 0,1-1,0 0,0-1,0-1,4-1,-10 1,1 0,-1 0,0-1,0 0,-1 0,1-1,-1 0,0-1,0 0,0 0,0-1,-1 0,0 0,-1 0,1-1,-1 0,0-1,-1 1,0-1,0 0,0 0,-1-1,-1 1,1-1,-1 0,-1 0,0 0,1-8,-2 4,-1 1,0 0,-1-1,0 1,-1 0,-1-1,0 1,0 0,-1 1,-1-1,0 1,0-1,-1 2,-1-1,0 1,0 0,-1 0,0 1,-9-8,11 11,0 0,0 1,-1 0,0 0,0 0,0 1,-1 0,1 1,-1-1,0 1,0 1,0 0,0 0,-1 0,1 1,0 0,-1 1,1 0,-1 0,1 1,0 0,-1 0,1 1,0 0,0 1,0-1,0 2,0-1,-3 3,1 1,0 0,0 1,1 0,0 1,0 0,1 0,0 1,1 0,0 0,1 1,0-1,-1 3,-26 62</inkml:trace>
  <inkml:trace contextRef="#ctx0" brushRef="#br0" timeOffset="7407.24">95 4015,'148'-462,"-141"439,-6 28,-11 39,-9 27,4 0,2 0,4 2,2 20,7-49</inkml:trace>
  <inkml:trace contextRef="#ctx0" brushRef="#br0" timeOffset="7676.32">736 3868,'1'-227,"-1"222,-1 2,1 0,-1 0,1 0,0 0,0-1,0 1,1 0,-1 0,1 0,0 0,-1 0,1 0,1 0,-1 0,0 0,1 0,-1 0,1 0,0 1,0-1,0 1,0 0,1-1,-1 1,3-1,-3 3,0 1,0 0,1 0,-1 0,0 0,0 1,0-1,0 1,-1-1,1 1,0 0,-1-1,1 1,-1 0,1 0,-1 0,0 0,0 0,0 1,0-1,0 0,0 0,-1 1,1-1,-1 0,0 1,1-1,-1 1,2 16,0 0,0 1,-2-1,-1 0,0 1,-1-1,-1 0,-1 0,-1 0,0 0,-2-1,-1 9,1-1,2 1,1 0,0 0,2 2,7 17,5-9</inkml:trace>
  <inkml:trace contextRef="#ctx0" brushRef="#br0" timeOffset="8157.752">1873 3774,'-4'-2,"-7"-1,-8 5,-9 6,-8 7,-1 7,2 7,8 5,11 4,15 3,16-3,17-4,13-6,7-7,2-8,-2-11,-9-5</inkml:trace>
  <inkml:trace contextRef="#ctx0" brushRef="#br0" timeOffset="8442.525">1914 3681,'13'5,"17"10,11 9,11 8,3 8,-1 3,-8 2,-11-1,-18 2,-24 0,-29-2,-28-3,-25-8,-19-11,9-8</inkml:trace>
  <inkml:trace contextRef="#ctx0" brushRef="#br0" timeOffset="11442.028">1472 85,'-16'27,"2"35,2 0,3 1,2 21,5-71,-19 497,21-491,-4 66,-4 1,-17 75,10-54,4 1,6 0,5 56,0-124,-3 1,-1 0,-2-1,-3 4,-23 182,24-189,-1 0,-2-1,-2 0,-1-1,-19 56,27-64,0 0,2 1,1 0,1 0,2 0,0 4,-7 108,-15-20,12-74,1 0,3 0,1 1,3 0,2 13,11 43,-5-65,-2 0,-2-1,-1 1,-2 0,-6 36,-11 120,-3-5,5-84,15-87,1-1,0 1,2-1,0 0,1 0,3 12,1 3,-9 64,2-88,0 0,0 0,1 0,0 0,1 0,0-1,0 1,1-1,-1 1,2-1,-1 0,1 0,0 0,0 0,1-1,1 2,22 38,-14-16,-12-23,0 0,0 0,1-1,0 1,0-1,1 0,0 0,0 0,0 0,1-1,0 1,0-1,0-1,0 1,1-1,0 0,0 0,0 0,0-1,7 3,132-3,-83-5,555 1,-487 7,0 5,9 8,-49-7,-71-9,-14-2,-1 1,1-1,0 0,-1 0,1 0,0-1,0 0,-1 0,1 0,0 0,0-1,-1 1,1-1,0-1,-1 1,1-1,-1 1,1-1,-1-1,0 1,0 0,0-1,0 0,0 0,-1 0,1-1,4-13,-1-1,-1 1,0-1,-1 0,-1-1,-1 1,-1-1,0-6,4-26,175-1109,-161 925,-11 0,-10-21,1 23,5 125,6 0,7-20,-18 128,12-122,-5 0,-7-72,0 0,13-85,-13 172,-1-47,20-143,-19 291,4-18,-1-1,-1 0,-1 0,-1 0,-2 0,0 0,-2-1,0 16,0 0,-1 0,-1 0,0 0,0 1,-1 0,0 1,0-1,-1 1,0 1,0-1,-1 2,0-1,-1 0,-40-36,40 34,0 0,0 1,0 0,-1 1,-1 0,1 0,-1 1,0 1,0 0,-1 1,-4-2,-63-10,-1 4,0 3,0 3,0 5,-1 2,-23 7,-269 38,373-47,0 1,1 0,-1 0,0 0,0 0,0-1,0 1,0 0,0 0,0 1,0-1,0 0,0 0,0 0,1 1,-1-1,0 0,0 1,0-1,0 1,1-1,-1 1,0-1,0 1,1 0,-1-1,0 1,1 0,-1-1,1 1,-1 0,1 0,-1 0,1-1,0 1,-1 0,1 0,0 0,0 0,-1 0,1 0,0 0,0 0,0 0,0 0,0-1,1 1,-1 0,0 0,0 0,0 0,1 0,-1 0,1 0,-1-1,0 1,1 0,44 45,-32-33</inkml:trace>
  <inkml:trace contextRef="#ctx0" brushRef="#br0" timeOffset="28638.74">3317 834,'186'10,"448"7,-579-15,-52 3,-10-3</inkml:trace>
  <inkml:trace contextRef="#ctx0" brushRef="#br0" timeOffset="28925.544">3972 660,'25'6,"71"28,81 37,-174-71,0 1,0 0,0 0,0 1,-1-1,1 1,0-1,-1 1,1 0,-1 0,1 0,-1 0,0 1,0-1,0 0,0 1,0 0,-1-1,1 1,-1 0,0 0,0 0,0 0,0 0,0 0,-1 0,1 0,-1 0,0 0,0 0,0 0,0 2,-4 1,0 0,0-1,-1 0,1 1,-1-2,-1 1,1 0,0-1,-1 0,0 0,0-1,-4 2,-51 26,-2-2,-1-4,-38 10,35-13</inkml:trace>
  <inkml:trace contextRef="#ctx0" brushRef="#br0" timeOffset="37845.979">3223 1876,'3'0,"6"0,15 0,18 0,20 0,18 0,16 0,10 0,0 3,-6 0,-12 0,-15 1,-21 1</inkml:trace>
  <inkml:trace contextRef="#ctx0" brushRef="#br0" timeOffset="38141.564">3959 1742,'9'14,"14"9,20 5,13 2,9 1,-2-3,-10-1,-14-1,-20-1,-24 1,-26 0,-19 0,-9-2,-2 0,7-1,12 0,22-1,12-4</inkml:trace>
  <inkml:trace contextRef="#ctx0" brushRef="#br0" timeOffset="41181.524">3303 2959,'23'2,"21"3,19 4,19 1,17 5,13 1,7 3,-2 0,-7 0,-10-4,-19-5,-22-3</inkml:trace>
  <inkml:trace contextRef="#ctx0" brushRef="#br0" timeOffset="41442.41">4065 2812,'9'18,"15"13,16 8,16 2,6 1,1-3,-7-2,-12-4,-19-3,-22-2,-23-1,-20 0,-14 1,-9 1,1 0,11-2,15-2,13-5</inkml:trace>
  <inkml:trace contextRef="#ctx0" brushRef="#br0" timeOffset="43571.811">3250 4242,'18'0,"17"0,20 2,15 4,12 2,8 3,5 1,-1 1,-6 1,-13 0,-18-3</inkml:trace>
  <inkml:trace contextRef="#ctx0" brushRef="#br0" timeOffset="43858.681">3932 4096,'3'8,"0"-1,0 1,1-1,0 0,1 1,-1-2,1 1,1-1,-1 1,1-1,0-1,1 1,-1-1,1 0,0-1,6 4,-5-3,287 165,-281-162,-1 0,0 1,-1 0,0 1,0 0,9 10,-20-18,1 0,-1 0,1 0,-1 0,0 0,0 0,1 0,-2 0,1 1,0-1,0 0,-1 1,1-1,-1 0,0 1,1-1,-1 1,0-1,-1 1,1-1,0 0,-1 1,1-1,-1 0,0 1,0-1,0 0,0 0,0 0,0 0,0 0,-1 0,1 0,-1 0,0 0,-1 1,-79 48,-196 52,237-86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6:53:26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614 952,'-223'-54,"221"53,1 1,-1-1,0 0,1 1,-1-1,0 1,1 0,-1-1,0 1,0 0,1 0,-1 0,0 1,0-1,1 0,-1 1,0-1,1 1,-1-1,0 1,1 0,-1 0,1-1,-1 1,1 0,-1 0,1 1,0-1,0 0,-1 0,1 1,0-1,0 1,0-1,-10 18,1 1,0 0,2 0,0 1,-2 15,-2 0,-58 201,11 2,11 2,10 2,10 7,12-80,7 0,10 65,3-158,3 0,4-1,3 0,4-1,2 0,16 29,30 40,7-3,6-3,5-4,7-4,30 27,-23-27,5-5,105 98,-157-175,2-2,2-2,2-3,2-2,1-3,2-3,63 25,-46-31,1-2,1-5,1-2,1-5,0-3,71-1,-20-9,0-6,0-6,118-26,-137 15,-2-6,-1-5,-2-4,-1-5,-3-5,-1-4,67-48,18-32,-6-8,-6-8,124-137,-216 205,-4-4,-4-4,-3-2,-5-4,-4-3,-4-3,24-58,-44 45,-5-2,-5-1,-5-1,-5-1,-5-1,-6-1,-5 0,-5-1,-5-2,-1-46,-7 1,-8 1,-6 1,-8 1,-29-73,48 189,-2 0,-2 2,-2 0,-2 1,-2 1,-2 1,-2 1,-2 2,-2 1,-1 2,-8-5,-4 4,-2 1,-2 3,-1 2,-2 2,-1 3,-1 2,-1 2,-4 2,-86-25,-2 6,-92-10,51 15,-1 8,-1 8,-105 6,146 21,-82 17,-36 3,-166-23,85-4,308 1,1 2,0 1,1 2,-1 2,1 2,0 1,1 3,1 0,0 3,1 0,-16 13,-20 23,1 4,4 2,2 4,2 2,-24 38,-53 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4:44.6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1,'-3'20,"0"21,1 17,-1 12,2 8,0 4,0 0,1-8,0-9,0-13,0-16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4:45.0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112 0,'2'1,"0"-1,1 0,-1 1,0-1,0 1,0-1,0 1,0 0,0 0,0 0,0 0,-1 0,1 1,0-1,-1 0,1 1,-1 0,1-1,-1 1,0 0,1 0,1 1,35 40,-3 1,-2 2,-2 1,-1 2,-3-8,-2 1,-2 1,-2 1,-2 1,-1 1,7 38,-23-79,0 0,-1 1,0-1,0 1,-1 0,0-1,1 1,-2 0,1-1,-1 1,0-1,0 1,0-1,-1 1,0-1,0 0,-1 1,1-1,-1-1,0 1,0 0,-1-1,1 1,-1-1,0 0,0 0,0-1,-1 1,1-1,-3 1,-19 7,-1-2,1-1,-2-1,1-1,-1-1,0-2,0 0,0-2,-17-2,41 1,-117-4,114-2,10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4:53.0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93,'0'618,"-14"-724,0-8,5 0,5 0,9-80,8 127,-13 67,1 0,-1 0,1-1,-1 1,1 0,-1 0,1 0,-1 0,1 0,-1 0,1 0,-1 0,1 0,-1 0,1 0,-1 0,1 0,-1 0,1 0,-1 0,1 1,-1-1,1 0,-1 0,0 1,1-1,-1 0,1 0,-1 1,0-1,1 1,-1-1,0 0,1 1,-1-1,0 1,0-1,1 1,-1-1,0 0,0 1,0-1,0 1,0-1,0 1,1-1,-1 1,0-1,0 1,-1-1,1 1,0-1,0 1,0-1,0 1,0-1,27 101,-22-76,1 0,2-1,0 1,1-1,11 18,-19-39,1 1,-1-1,1 0,0 0,0 0,0 0,0-1,0 1,1 0,-1-1,1 0,0 1,0-1,0 0,0-1,0 1,0 0,0-1,0 0,1 0,-1 0,1 0,-1 0,1-1,-1 1,1-1,-1 0,1 0,-1 0,1-1,-1 1,1-1,-1 0,0 0,1 0,-1 0,3-2,10-8,-1-1,0-1,-1 0,0-1,-1 0,-1-1,0 0,-1-1,-1 0,0-1,0-3,49-99,-50 101,0 36,-23 289,9-49,5-251,0 1,1-1,0 1,0 0,1-1,-1 1,1-1,1 0,0 0,0 0,0 0,1 0,4 5,8 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4:53.4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81 147,'-13'27,"0"1,3 0,0 1,1 0,2 0,1 1,2-1,1 1,1 1,1 5,-1-10,1 1,1-1,2 1,0-1,2 1,0-1,2 0,1 0,2-1,0 0,12 22,-19-43,0 1,1 0,0-1,0 0,0 0,0 0,1 0,0 0,0-1,0 1,0-1,0 0,0-1,1 1,0-1,-1 1,1-1,0-1,0 1,0-1,0 0,0 0,1 0,-1-1,0 0,0 0,0 0,1 0,-1-1,2-1,7-5,0 0,-1-1,0-1,0 0,-1-1,-1 0,0-1,0 0,-1-1,0 0,-1 0,0-1,-1-1,-1 1,0-1,-1 0,1-4,11-35,-2-1,-2-1,-3 0,-3-1,-1 0,-4 0,-1 0,-6-39,4 43,6-18,-1 59</inkml:trace>
  <inkml:trace contextRef="#ctx0" brushRef="#br0" timeOffset="284.272">709 80,'7'9,"7"13,9 15,11 13,11 10,7 8,5 6,5 1,3 1,2-3,-1-3,-4-8,-4-9,-8-12,-8-13,-9-11,-10-8</inkml:trace>
  <inkml:trace contextRef="#ctx0" brushRef="#br0" timeOffset="531.078">1377 14,'-18'13,"-15"21,-14 23,-9 24,-12 21,-10 18,-10 14,-10 9,11-19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4:55.76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5696 271,'37'297,"-26"159,8 338,48 44,-67-272,47-39,-37-260,13 156,7-31,-20 392,-45-238,28-23,8-323,-1 1322,-2-1442,-1-55</inkml:trace>
  <inkml:trace contextRef="#ctx0" brushRef="#br0" timeOffset="2899.045">5656 298,'-3'-20,"0"12,1 0,0-1,0 1,1 0,0-1,1 1,0-1,0 0,1 1,0-1,0 1,1 0,0-1,1 1,-1 0,2 0,-1 0,1 1,0-1,1 1,0 0,0 0,12-5,0 1,1 1,0 0,1 2,0 0,0 1,1 1,0 0,0 2,0 0,1 2,-1 0,1 1,0 1,-1 1,1 1,-1 0,17 6,88 4,0-5,93-8,-96 0,74 1,779-18,-765 11,98 12,254 3,-351-10,87 3,-296-1,-1 0,0 0,1 0,-1 0,1 0,-1 1,1-1,-1 1,0-1,1 1,-1-1,0 1,0 0,1-1,-1 1,0 0,0 0,0 0,0 0,0 0,0 0,0 0,0 1,-1-1,1 0,0 0,-1 1,1-1,-1 0,1 1,-1-1,0 1,1-1,-1 1,0-1,0 0,0 2,-11 58,6-45,-5 26,3-1,1 1,2 0,1 6,4 620,38 340,-51-710,3-147,10 115,5-165,2-8,-4-1,-5 1,-10 75,8-145,-21 150,7 1,8 5,9-162,0 93,-5 0,-16 91,4-62,7-1,6 2,7 44,-1-7,-2 1905,31-1547,-10-276,8 112,-11-220,-5-129,-5-20</inkml:trace>
  <inkml:trace contextRef="#ctx0" brushRef="#br0" timeOffset="4295.412">5816 8774,'17'-9,"449"-73,106 10,20 11,155-13,-653 66,-1-5,-1-4,25-10,52 4,36 7,-165 15,-16 0,-1 0,1 1,0 2,0 0,-1 2,1 1,-1 0,5 3,117 23,-140-30,66 22,-119-35,12 4</inkml:trace>
  <inkml:trace contextRef="#ctx0" brushRef="#br0" timeOffset="6228.932">2140 7624,'176'31,"-156"-27,1-1,0 0,-1-2,1 0,14-3,0 2,152 2,97 17,-195-9,105 11,28-7,-38-13,-12 0,76 13,-82 2,60-7,675-10,-838-16,-63 17,-1 0,1 0,0 0,0 1,-1-1,1 0,0 0,0 0,-1 0,1 0,0 0,0 0,-1 1,1-1,0 0,0 0,-1 0,1 0,0 0,-1 0,1 0,0-1,0 1,-1 0,1 0,0 0,0 0,-1 0,1 0,0 0,0-1,-1 1,1 0,0 0,0 0,0 0,-1-1,1 1,0 0,0 0,0-1,0 1,0 0,-1 0,1-1,0 1,0 0,0 0,0-1,0 1,0 0,0 0,0-1,0 1,0 0,0 0,0-1,0 1,0 0,0-1,0 1,0 0,1 0,-1-1,0 1,0 0,0 0,-26 0,20 1,1 0,-1 1,1 0,-1 0,1 0,0 1,0-1,0 1,0 0,1 1,-1-1,1 1,0 0,0 0,0 0,1 1,-1-1,1 1,0 0,0 0,1 0,-1 0,1 1,0-1,1 0,-1 1,1 0,0-1,1 1,-1 0,1-1,0 1,1 0,-1-1,1 1,0 0,0-1,1 1,1 1,3 6,0-1,1 0,0 0,1-1,0 0,1 0,0-1,1-1,0 1,1-1,0-1,0 0,0-1,1 0,1 0,-1-1,1-1,0 0,0-1,0-1,0 0,1 0,0-1,-1-1,1 0,10-2,-17 1,0-1,1 0,-1 0,-1-1,1 1,0-2,0 1,-1-1,1 0,-1 0,0-1,0 1,0-2,-1 1,1 0,-1-1,0 0,0-1,-1 1,1-1,-1 1,-1-1,1-1,-1 1,0 0,0-1,4-8,-1-1,-1 0,-1-1,0 1,-1-1,0 1,-2-1,0 0,-1 0,-1-10,1 18,-1 0,-1 0,1 0,-1 0,-1 0,0 0,0 0,-1 1,0 0,0 0,-1 0,0 0,0 0,-1 1,0 0,0 0,-1 1,0 0,0 0,0 1,-1-1,0 2,0-1,0 1,0 0,-1 1,0 0,0 0,0 1,0 0,0 0,0 1,-7 0,6 2,0 0,0 0,0 1,0 0,0 1,1 0,-1 0,1 1,0 0,0 1,0 0,1 0,-1 1,1 0,1 1,-1-1,1 1,0 1,1 0,0 0,0 0,1 0,0 1,0 0,-1 5,1-2,1 0,0 1,1 0,1-1,0 1,1 0,0 0,1 0,0 0,1 0,0 0,1 0,1 0,0-1,1 2,10 18</inkml:trace>
  <inkml:trace contextRef="#ctx0" brushRef="#br0" timeOffset="6844.566">6364 7290,'-10'122,"6"114,4-163,0-44,9 108,-8-132,0 1,1 0,0-1,0 1,0-1,1 0,-1 0,1 0,0 0,1 0,-1 0,1-1,0 0,0 1,1-2,-1 1,1 0,0-1,0 0,0 0,2 1,13 0,-1 0,1-1,0 0,0-2,0-1,0 0,0-1,0-1,0-1,-1-1,1-1,-1-1,6-2,-8 5,-1-1,0-1,0 0,0-1,0-1,-1 0,0-1,-1-1,0 0,0-1,-1-1,0 0,2-3,-1-8</inkml:trace>
  <inkml:trace contextRef="#ctx0" brushRef="#br0" timeOffset="7115.843">6390 7718,'3'-3,"7"-2,11-5,9-6,8-5,7-2,5-3,3-1,-3 1,-5 4,-13 2,-12 6</inkml:trace>
  <inkml:trace contextRef="#ctx0" brushRef="#br0" timeOffset="7365.177">6297 7343,'23'-7,"16"-4,14-5,8-5,3 0,0 1,-4 1,-10 4,-11 5,-13 4</inkml:trace>
  <inkml:trace contextRef="#ctx0" brushRef="#br0" timeOffset="7646.941">6083 6915,'16'-4,"19"-5,17-2,16-1,12-4,6-2,2 3,-5 2,-7 2,-10 4,-14 3,-16 0,-14 0</inkml:trace>
  <inkml:trace contextRef="#ctx0" brushRef="#br0" timeOffset="10582.617">6203 1060,'-1'-1,"0"0,0 0,0 0,1-1,-1 1,0 0,0-1,1 1,-1-1,0 1,1 0,0-1,-1 1,1-1,0 1,0-1,0 0,0 1,0-1,0 1,0-1,0 1,1-1,-1 1,0-1,1 1,0-2,22-93,-26 192,-4 0,-4 0,-4-1,-4-1,-5 2,114-515,-75 339,3 1,25-64,-43 142,0 0,0-1,0 1,0 0,0 0,1 0,-1-1,0 1,0 0,1 0,-1 0,1-1,-1 1,1 0,-1 0,1 0,0 0,-1 0,1 0,0 0,0 0,0 1,0-1,0 0,0 0,0 1,0-1,0 1,0-1,0 1,0-1,1 1,-1-1,0 1,0 0,0 0,1 0,-1 0,1 0,26 89,26 85,-27-96,-4 0,-3 1,-3 1,-4 0,-4 4,-10-31,-3-38</inkml:trace>
  <inkml:trace contextRef="#ctx0" brushRef="#br0" timeOffset="10830.943">6137 1220,'13'-5,"19"-5,22-6,20-5,15-3,11-1,4 6,-1 4,-19 6</inkml:trace>
  <inkml:trace contextRef="#ctx0" brushRef="#br0" timeOffset="11682.257">6458 2183,'-14'71,"3"1,3 1,2 66,3-68,1-56,-6-23,-17-143,23 126,1 17,-5-37,3 0,1 0,2 0,2 0,2 0,5-20,-6 56,0-1,0 1,0 1,2-1,-1 0,1 1,0 0,0 0,1 1,0-1,1 1,-1 1,6-4,-9 7,1 0,0 0,0 1,0-1,0 1,0 0,0 1,1-1,-1 1,1-1,-1 2,1-1,0 0,-1 1,1 0,0 0,-1 0,1 0,-1 1,1 0,0 0,-1 0,1 1,-1-1,0 1,0 0,1 0,0 1,2 3,0 0,-1 1,1 0,-1 0,-1 0,1 0,-1 1,-1 0,1 0,-1 0,-1 1,0 0,0-1,0 1,-1 0,0 0,-1 0,0 1,-1-1,0 0,0 0,-1 0,0 0,0 1,-1-1,-1-1,1 1,-1 0,-1 0,0-1,0 0,0 0,-4 4,0 1,-1-1,0 1,0-2,-1 1,-1-1,0-1,-1 0,1-1,-2 0,0-1,0 0,-1 0,15-9,-1 0,1 1,-1-1,0 0,0 1,1-1,-1 0,0 1,0-1,0 0,0 1,0-1,0 0,0 1,0-1,0 0,0 0,0 1,0-1,0 0,-1 1,1-1,0 0,0 1,-1-1,1 1,-1-1,1 0,0 1,-1-1,1 1,-1-1,1 1,-1-1,0 1,1 0,-1-1,1 1,-1 0,0-1,1 1,-1 0,0 0,1-1,-1 1,0 0,1 0,-1 0,0 0,0 0,1 0,-1 0,0 0,1 1,-1-1,0 0,5-5,1 0,-1 1,1-1,0 1,0 0,1 1,-1-1,1 1,0 0,0 1,0-1,0 1,0 0,0 1,1-1,-1 1,0 0,1 1,-1 0,1 0,-1 0,1 1,-1 0,1 0,-1 0,0 1,0 0,0 0,0 1,0 0,0 0,2 2,5 6,0 2,0-1,-2 1,0 1,0 0,-1 1,-1 0,0 0,-1 1,-1 0,-1 1,0 0,-1-1,0 2,-2-1,0 1,-1-13,-1 1,1 0,-1-1,-1 1,1 0,-1 0,0-1,0 1,0 0,-1 0,0-1,0 1,-1 0,0-1,0 1,0-1,0 0,-1 0,0 0,0 0,0 0,-1 0,1-1,-1 0,0 1,0-2,-1 1,1 0,-1-1,0 0,-5 3,-4-1,-1 0,0-1,0-1,-1 0,1-1,-1-1,0 0,1-1,-1-1,1 0,-1-1,1-1,0-1,0 0,0 0,-8-5,-13-10,7-1</inkml:trace>
  <inkml:trace contextRef="#ctx0" brushRef="#br0" timeOffset="12702.587">3409 1127,'-15'-10,"45"2,127-12,1 8,0 6,11 7,13 4,-27 0,88-10,299-12,-252 17,-260 8,-33-3</inkml:trace>
  <inkml:trace contextRef="#ctx0" brushRef="#br0" timeOffset="13662.766">4051 2919,'-23'0,"34"0,716-9,-716 9,573-35,-529 29,1 2,0 2,32 4,-58 6,-30-6</inkml:trace>
  <inkml:trace contextRef="#ctx0" brushRef="#br0" timeOffset="14210.698">4278 2704,'35'53,"-18"-39,1 0,0-1,1-1,0-1,1 0,0-1,1-2,0 0,0-1,0-1,1-1,0-1,14 1,71 20,-55-3,-51-21,0 0,0 0,0 0,0 0,0 0,0 0,0 1,0-1,-1 0,1 0,-1 1,1-1,-1 0,1 1,-1-1,1 1,-1-1,0 0,0 1,0-1,0 1,0-1,0 1,0-1,-1 0,1 1,0-1,-1 0,1 1,-1-1,0 0,1 1,-1-1,0 0,0 0,0 1,-10 12,0-1,-1-1,0 0,-1-1,0-1,-1 1,0-2,-1 0,-3 1,-3 3,-81 49,-2-5,-48 17,79-44</inkml:trace>
  <inkml:trace contextRef="#ctx0" brushRef="#br0" timeOffset="14914.189">3931 699,'-1'2,"0"0,1 0,-1 0,1 0,-1 0,1 0,0 0,0 0,0 0,0 0,0 0,0 0,1 0,-1 0,1 0,-1-1,1 1,0 0,0 0,-1 0,1-1,0 1,1 0,-1-1,0 1,0-1,1 1,-1-1,1 0,-1 1,1-1,0 0,-1 0,1 0,0 0,0-1,1 1,143 77,-85-51,-35-17,-1 2,0 0,0 2,-1 0,-1 2,-1 0,0 2,-1 0,-1 2,-1 0,-1 1,5 8,-19-22,-1-1,0 1,0 0,-1 0,0 0,0 0,-1 0,0 1,0-1,-1 0,1 1,-2-1,1 0,-1 1,0-1,-1 0,1 0,-2 0,1 0,-1 0,0 0,0-1,0 1,-3 2,-21 30,-2-2,-1-1,-2-1,-2-2,0-1,-23 14,6-2,-194 183,189-169</inkml:trace>
  <inkml:trace contextRef="#ctx0" brushRef="#br0" timeOffset="15543.517">3557 2985,'13'0,"15"2,12 1,17 0,14-3,12-3,12-7,7-3,2-1,-5-2,-13 3,-20 3</inkml:trace>
  <inkml:trace contextRef="#ctx0" brushRef="#br0" timeOffset="16594.909">2662 485,'-11'4,"0"0,0 0,1 1,0 0,0 1,1 0,-1 1,1 0,1 0,-1 1,1 0,1 0,-1 1,2 0,-1 1,1-1,0 1,1 0,0 1,-1 4,-4 13,2 1,0 0,2 0,1 0,1 1,2 0,1 7,0-13,1 0,1-1,1 1,1 0,1-1,2 1,0-1,1-1,1 1,2-1,0-1,1 1,1-2,1 0,2 1,42 46,41 59,-93-118,-1 1,0 0,0 0,-1 0,0 0,-1 0,0 0,0 1,-1-1,0 1,-1-1,0 1,0 0,-1-1,-1 6,-5 5,-1 0,0-1,-1 0,-1 0,-1-1,-1-1,0 0,-1 0,-1-1,-1-1,0 0,-1-1,0-1,-16 10,3 2,28-25,1 0,-1 0,0 0,1 1,-1-1,0 0,1 1,-1-1,1 0,-1 1,0-1,1 1,-1-1,1 1,0-1,-1 1,1-1,-1 1,1 0,0-1,-1 1,1 0,0-1,0 1,-1 0,1-1,0 1,0 0,0-1,0 1,0 0,0-1,0 1,0 0,0 0,0-1,1 1,-1 0,0-1,0 1,1-1,-1 1,30 7,-21-7,4 1,0 1,-1 1,1 0,0 1,-1 0,0 1,0 0,-1 1,0 0,0 1,0 0,-1 1,-1 0,1 0,-1 1,-1 0,0 1,0 0,-1 0,-1 1,0 0,3 7,6 24,-2 1,-1 0,-3 0,-1 1,-3 0,-1 1,-3 33,-3 88,-8 0,-8 5,-9 128,25-263,1 1,1-1,3 1,0-1,3 0,2 7,-5-34,0 1,0-1,1 1,0-1,1 0,0-1,1 1,0-1,0 0,1-1,0 1,0-1,1-1,0 1,1-2,-1 1,1-1,1 0,-1-1,1 0,0 0,0-1,2 0,4 0,1 0,0-1,1-1,-1 0,0-2,0 0,1-1,-1 0,0-2,0 0,15-5,28-11</inkml:trace>
  <inkml:trace contextRef="#ctx0" brushRef="#br0" timeOffset="18107.476">241 1554,'-8'1,"0"-1,0 1,-1 0,1 1,0 0,0 0,1 1,-1 0,0 0,1 1,0 0,0 0,0 1,0 0,1 0,-1 0,1 1,1 0,-1 0,1 1,0 0,1-1,-2 4,-2 5,0 0,2 0,-1 1,2 0,0 0,1 0,1 1,0-1,2 1,-1 0,2 2,3 10,2 1,0-1,2 0,1 0,2-1,0 0,2 0,1-2,2 1,0-2,1 0,2-1,12 14,-22-28,3 6,0 1,-1 0,-1 1,0 0,-1 0,-1 1,4 18,-9-31,-1 0,0 0,0 0,-1 0,0 0,0 0,0 0,-1 0,1 0,-2 0,1-1,-1 1,1 0,-1-1,-1 1,1-1,-1 1,0-1,0 0,-1 0,0-1,1 1,-2-1,1 1,0-1,-1-1,0 1,-1 0,-2 1,1 0,-1-1,0 0,0-1,-1 1,1-2,-1 1,0-1,1-1,-1 1,0-1,0-1,0 0,0 0,0-1,0 0,0 0,1-1,-1 0,-1-1,8 2,0 0,0 0,-1 0,2 0,-1 0,0-1,0 1,0-1,0 1,1-1,-1 1,1-1,-1 0,1 0,0 0,0 0,0 0,0 0,0 0,0 0,0 0,1 0,-1-1,1 1,-1 0,1 0,0-1,0 1,0 0,0-1,1 1,-1 0,1 0,-1-1,1 0,2-3,-1 0,1 0,0 0,1 1,0-1,-1 1,2 0,-1 0,1 0,-1 1,1-1,1 1,26-18,1 2,1 1,0 2,26-9,-21 10,-1-2,-1-2,28-19,-59 35,-1 0,0 0,0 0,0 0,0-1,-1 0,0 0,0 0,0-1,-1 1,0-1,0 0,0 0,-1 0,0 0,0-1,0 1,-1 0,0-1,0 1,-1-1,1 0,-2 1,1-1,0 6,0-1,0 1,0 0,-1 0,1 0,0 0,-1 0,1 0,-1 0,1 0,-1 0,1 0,-1 0,0 0,1 0,-1 1,0-1,0 0,0 0,1 1,-1-1,0 0,0 1,0-1,0 1,0-1,0 1,0 0,-1-1,1 1,0 0,0 0,0 0,0 0,0 0,0 0,0 0,-1 0,1 0,0 0,0 1,0-1,0 0,0 1,0-1,0 1,-1 0,-42 33,36-23,0-1,0 1,1 0,1 1,0 0,0 0,1 0,1 1,0-1,-1 11,3-18,1 1,1-1,-1 1,1-1,0 1,0-1,0 1,1-1,0 0,0 1,0-1,1 0,-1 1,1-1,1 0,-1 0,1-1,0 1,0 0,0-1,0 0,1 0,0 0,0 0,0 0,0-1,1 1,4 0,1 0,-1 0,1 0,0-1,0-1,0 0,1 0,-1-1,1 0,-1-1,0 0,1 0,-1-1,0-1,1 0,-1 0,0-1,0 0,-1-1,1 0,-1-1,1 0,-1 0,-1-1,1 0,-1 0,0-1,-1 0,1-1,5-7,7-6,-2 0,0-1,-1-1,-2-1,0 0,-2-1,0-1,-2 0,-1 0,0-1,-3 0,0-1,-2 0,0 0,-2 0,-2 0,0-1,-2 1,-4-27,4 43,-1 0,0 1,-1-1,0 1,-1 0,-1-1,1 2,-2-1,1 1,-2 0,1 0,-1 0,-1 1,0 0,0 1,0-1,-1 2,-1-1,1 1,-1 1,0 0,-1 0,8 5,0 0,-1 0,1 1,0 0,0 0,0-1,-1 2,1-1,0 0,0 1,0-1,0 1,-1 0,1 0,0 0,1 1,-1-1,0 1,0-1,0 1,1 0,-1 0,1 0,0 1,0-1,-1 0,1 1,1-1,-1 1,0 0,1 0,-1 0,0 2,-31 104,29-69,2 0,1 0,2 0,2-1,2 1,1 0,2-1,2 0,1-1,2 0,2-1,1 0,2-2,10 14,-19-32,1-1,0 0,1-1,1 0,0 0,1-2,1 1,0-2,0 0,2 0,-1-1,1-1,1-1,0-1,0 0,1-1,7 2,-20-8,1 0,-1-1,1 0,-1 0,0 0,1-1,-1 1,0-1,1-1,-1 1,0-1,0 0,0 0,0 0,0-1,-1 1,1-1,-1 0,1-1,-1 1,0-1,-1 0,1 0,0 0,-1 0,0-1,2-4,4-7,0 0,-1 0,-1-1,-1 0,0 0,-2 0,3-16,-3 19,-2-1,0 1,0 0,-1 0,-1-1,-1 1,0-1,-1 1,-2-9,4 23,0-1,0 0,0 0,0 1,0-1,0 0,0 0,-1 1,1-1,0 0,0 1,-1-1,1 0,-1 1,1-1,-1 0,1 1,-1-1,1 1,-1-1,1 1,-1-1,0 1,1-1,-1 1,0 0,1-1,-1 1,0 0,1-1,-1 1,0 0,0 0,1 0,-1 0,0 0,0 0,0 0,1 0,-1 0,0 0,0 0,1 1,-1-1,0 0,0 0,1 1,-1-1,0 0,1 1,-27 32,19-16,0 0,2 1,0-1,1 1,1 0,1 1,0-1,2 1,0-1,1 1,1 9,-1-23,1-1,-1 1,1-1,0 0,0 1,1-1,-1 0,1 1,0-1,0 0,1 0,-1-1,1 1,0 0,-1-1,2 0,-1 1,0-1,1-1,-1 1,1 0,0-1,0 0,0 0,0 0,0 0,0-1,1 1,-1-1,1 0,0 0,36-3,-1-7</inkml:trace>
  <inkml:trace contextRef="#ctx0" brushRef="#br0" timeOffset="18792.687">1458 2196,'-8'11,"1"-1,1 1,0 1,0-1,1 1,0 0,1 1,1-1,0 1,-1 7,3-15,1 0,-1 1,1-1,0 0,1 0,-1 0,1 1,0-1,0 0,1 0,-1 0,1 0,0-1,1 1,-1 0,1-1,0 0,0 1,0-1,0 0,1-1,0 1,-1-1,2 1,-1-1,0 0,2 0,-1 0,0 0,1-1,-1 0,1 0,-1 0,1-1,0 0,0 0,0 0,0-1,0 0,-1 0,1 0,0-1,0 0,0 0,0 0,-1-1,1 0,-1 0,1-1,-1 1,0-1,0 0,0 0,0-1,0 0,8-7,-1 0,0 0,0-2,-2 1,0-1,0-1,-1 0,0 0,0-4,6-16,-1 0,-2 0,-1-1,-2-1,-2 0,-1 0,-1 0,-2-1,-2 1,-2-13,-3-18,-3 0,-2 1,-4 0,-3 1,-6-12,21 74,-6-24,-2-1,-2 2,0-1,-11-16,22 42,0 1,0-1,0 1,0-1,0 0,0 1,-1-1,1 1,0-1,0 1,-1-1,1 1,0-1,0 1,-1-1,1 1,-1-1,1 1,0 0,-1-1,1 1,-1 0,1-1,-1 1,1 0,-1 0,1-1,-1 1,0 0,1 0,-1 0,1 0,-1 0,1-1,-1 1,0 0,1 1,-1-1,1 0,-1 0,1 0,-1 0,0 0,1 0,-1 1,-7 27,4 63,4 0,11 88,-11-177,16 196,9 0,14 25,-36-200,2-1,0-1,2 1,0-1,2 0,0-1,1 0,1 0,1-1,8 10,-18-26,0-1,1 1,-1-1,0 0,1 0,-1 0,1 0,-1 0,1 0,0-1,0 0,0 1,0-1,0 0,0 0,0-1,0 1,0-1,1 1,-1-1,0 0,0 0,0 0,1-1,-1 1,0-1,0 0,0 0,0 0,0 0,0 0,0-1,0 1,-1-1,1 0,0 0,-1 0,1-1,13-16,0-1,-2-1,0 0,-2-1,0 0,-2-1,0 0,-2-1,0 0,1-11,7-17,-11 81,7 122,-11-144,0 0,1 0,0 0,1 0,0 0,0-1,0 1,1-1,-1 0,2 0,-1 0,1-1,-1 0,2 1,-1-2,0 1,1-1,0 1,6 2,-6-5,0 0,0 0,0-1,0 1,1-1,-1-1,1 1,-1-1,0 0,1-1,-1 1,0-1,1-1,-1 1,0-1,0 0,0 0,0-1,3-2,21-10</inkml:trace>
  <inkml:trace contextRef="#ctx0" brushRef="#br0" timeOffset="19049.001">2314 2263,'-7'9,"-2"5,0 3,4 1,3-1,2-3</inkml:trace>
  <inkml:trace contextRef="#ctx0" brushRef="#br0" timeOffset="19214.606">1538 1835,'7'-13,"13"-12,15-6,13-2,12 2,9 6,5 8,-2 6,-13 6</inkml:trace>
  <inkml:trace contextRef="#ctx0" brushRef="#br0" timeOffset="19781.084">1979 1969,'0'2,"0"3,3 4,2 1,1 0</inkml:trace>
  <inkml:trace contextRef="#ctx0" brushRef="#br0" timeOffset="20398.725">2394 2490,'0'14,"4"4,7 0,5-4,7-7,5-8,1-7,-2-7,-5 0</inkml:trace>
  <inkml:trace contextRef="#ctx0" brushRef="#br0" timeOffset="20652.661">2233 2196,'0'2,"0"-1,0-1</inkml:trace>
  <inkml:trace contextRef="#ctx0" brushRef="#br0" timeOffset="21865.589">3156 7450,'-1'2,"0"0,0 1,0-1,1 1,-1-1,1 0,0 1,0-1,0 1,0-1,0 1,0-1,1 1,-1-1,1 1,0-1,-1 0,1 1,0-1,0 0,1 0,-1 0,0 0,1 0,-1 0,1 0,0 0,0-1,0 1,0 0,0-1,0 0,0 1,0-1,0 0,0 0,1 0,-1-1,0 1,3 0,125 49,-94-38,0 1,-1 2,0 1,-1 2,5 6,-35-23,0 1,-1 0,1 0,-1 1,0-1,1 1,-1 0,0 0,-1 0,1 0,0 0,-1 0,0 1,0-1,0 1,0 0,0 0,-1-1,0 1,1 0,-2 0,1 0,0 0,-1 1,0 2,-2 1,-1 0,-1-1,0 1,0-1,0 0,-1 0,0 0,0-1,0 0,-1 0,0 0,-5 3,-63 57,-4-3,-40 22,104-75,-98 69</inkml:trace>
  <inkml:trace contextRef="#ctx0" brushRef="#br0" timeOffset="23493.187">1190 5164,'0'25,"3"22,2 16,3 12,3 6,1 1,1 0,-1-2,-1-6,0-9,-2-15</inkml:trace>
  <inkml:trace contextRef="#ctx0" brushRef="#br0" timeOffset="24176.608">1484 5619,'83'247,"-81"-242,22 40,-24-44,1-1,0 1,-1 0,1 0,0-1,0 1,0 0,-1-1,1 1,0-1,0 1,0-1,0 1,0-1,0 0,0 1,0-1,0 0,0 0,0 0,0 0,0 0,0 0,0 0,0 0,0 0,0 0,0-1,0 1,0 0,0-1,0 1,0-1,0 1,0-1,-1 1,1-1,0 0,0 1,0-1,-1 0,1 1,0-1,0-1,9-11,0 0,-1-1,0-1,-1 1,-1-1,5-13,10-22,-21 51,-1 0,0 0,0-1,0 1,0 0,1 0,-1 0,0-1,1 1,-1 0,1 0,-1-1,1 1,-1 0,1-1,-1 1,1-1,0 1,-1-1,1 1,0-1,-1 1,1-1,0 0,0 1,-1-1,1 0,0 1,0-1,0 0,0 0,-1 0,1 0,0 0,0 0,0 0,0 0,-1 0,1 0,0-1,0 1,0 0,-1-1,1 1,0 0,0-1,-1 1,1-1,0 1,-1-1,1 1,0-1,-1 1,1-1,-1 0,1 1,-1-1,1 0,-1 0,0 1,1-1,-1 0,0 0,0 0,1 1,-1-1,0 0,0 0,0 0,0 0,20 45,-16-33,-1 0,2 0,-1 0,1-1,1 1,0-1,1-1,-1 1,2-1,-1 0,1-1,1 0,0 0,0-1,0 0,1 0,0-1,7 3,-15-9,1 1,0 0,0-1,0 0,0 0,0 0,0 0,0 0,0 0,-1-1,1 1,0-1,0 0,0 0,-1 0,1 0,0-1,-1 1,1-1,-1 1,0-1,1 0,-1 0,0 0,0 0,0 0,0-1,1-1,34-78,-19 6,-4-1,-2 0,-5-1,-2 0,-6-73,1 112,0-16,2 11,-3-1,-1 1,-7-31,-1 45,9 30,1-1,0 1,0 0,-1-1,1 1,0-1,0 1,-1 0,1-1,-1 1,1 0,0 0,-1-1,1 1,-1 0,1 0,0-1,-1 1,1 0,-1 0,1 0,-1 0,1 0,-1 0,1 0,-1 0,1 0,-1 0,1 0,-1 0,1 0,0 0,-1 0,1 1,-1-1,1 0,-1 0,1 0,0 1,-1-1,1 0,-1 1,1-1,0 0,-1 1,1-1,0 0,0 1,-1-1,1 0,0 1,0-1,-1 1,1-1,0 1,0-1,0 1,0-1,0 1,0-1,0 1,-6 13,0 0,2 0,0 0,0 1,1 0,1 0,1 0,-1 8,1-4,-4 30,2 1,2 0,2 0,3 0,1-1,3 0,2 0,2 0,11 26,-19-63,1 1,0 0,1-1,0 0,1 0,1-1,-1 0,2 0,-1-1,2 0,-1-1,1 1,1-2,0 0,0 0,0-1,1 0,0-1,0 0,1-1,-1-1,8 2,7-3</inkml:trace>
  <inkml:trace contextRef="#ctx0" brushRef="#br0" timeOffset="24434.907">1792 5271,'7'5,"13"1,20 2,18-1,19 2,11 3,-10-1</inkml:trace>
  <inkml:trace contextRef="#ctx0" brushRef="#br0" timeOffset="24833.698">2514 5953,'-9'-19,"1"-1,1-1,0 1,2-1,0 0,2 0,0 0,1-1,1-15,0 33,1 0,0-1,-1 1,1 0,1-1,-1 1,1 0,-1-1,1 1,0 0,1 0,-1 0,1 0,0 0,0 0,0 0,0 0,1 1,-1-1,1 1,0 0,0 0,0 0,1 0,-1 0,1 1,0-1,-1 1,1 0,0 0,0 1,0-1,0 1,4-1,3 2,1 1,-1 0,1 0,-1 1,1 1,-1 0,0 1,0 0,0 0,-1 1,1 0,-1 1,0 1,-1-1,0 1,0 1,0 0,4 6,-7-5,-1 2,0-1,-1 0,0 1,0 0,-1 0,-1 0,0 0,0 1,-1-1,-1 0,0 1,0-1,-1 0,-1 1,0-1,0 0,-1 0,-1 0,0-1,-3 7,-1 14,8-30,-1 0,1 0,0 0,0 0,-1 0,1 0,0 0,0 0,0 0,0 0,0 0,0 0,0 0,1 0,-1 0,0 0,0 0,1 0,-1 0,1 0,-1 0,1 0,-1 0,1-1,0 1,-1 0,1 0,0-1,0 1,-1 0,1-1,0 1,0-1,0 1,0-1,0 1,0-1,0 0,0 1,0-1,0 0,0 0,0 0,0 0,0 0,0 0,0 0,0 0,0 0,0 0,0 0,0-1,0 1,14-2,0 0,0-1,0-1,-1-1,1 0,-1 0,13-8,4 0,5-2,-4 1</inkml:trace>
  <inkml:trace contextRef="#ctx0" brushRef="#br0" timeOffset="25083.555">3169 5980,'0'-3,"0"0</inkml:trace>
  <inkml:trace contextRef="#ctx0" brushRef="#br0" timeOffset="25765.261">4199 5699,'-21'-6,"0"2,0 0,-1 2,1 0,0 1,-8 2,23-1,-1 1,1 0,0 0,0 0,0 1,0 0,0 0,0 0,0 1,1 0,-1 0,1 0,0 1,0 0,0 0,0 0,1 0,-1 1,1 0,1 0,-1 0,1 0,-2 3,4-5,-1-1,1 0,0 1,0-1,0 1,0-1,1 1,-1-1,1 1,-1 0,1-1,0 1,0 0,0-1,1 1,-1-1,0 1,1 0,0-1,0 1,0-1,0 1,0-1,0 0,0 1,1-1,-1 0,1 0,0 0,0 0,-1 0,1 0,0-1,1 1,-1-1,0 1,0-1,1 0,-1 0,1 0,-1 0,1 0,-1 0,1-1,-1 1,1-1,0 0,-1 0,1 0,0 0,10-3,0 0,-1 0,1-2,-1 1,0-2,0 1,-1-2,0 1,0-2,-1 1,1-1,-2-1,1 0,-1 0,-1-1,1 0,-2-1,0 0,0 0,0 0,-2-1,3-6,3-8,-1 0,-2 0,0 0,-2-1,-1 0,-1-1,-1 1,-1-1,-2 0,-1 1,-1-1,-1 1,-2 0,0 0,-2 0,-4-9,-22-27,33 62,-1 1,1-1,-1 1,1-1,-1 1,1-1,-1 1,1 0,-1-1,0 1,1 0,-1-1,1 1,-1 0,0 0,1 0,-1-1,0 1,1 0,-1 0,0 0,1 0,-1 0,0 0,1 0,-1 1,0-1,1 0,-1 0,0 0,1 1,-1-1,0 0,1 1,-1-1,1 1,-1-1,1 0,-1 1,1-1,-1 1,1-1,0 1,-1 0,1-1,0 1,-1-1,1 1,0 0,-1 0,-11 35,3 16,2 1,3-1,3 1,1 9,0-50,0-2,10 175,-9-170,2 0,0-1,1 1,0-1,2 0,-1 0,2 0,-1-1,2 1,0-2,2 2,-5-8,1 0,0 0,0 0,1-1,0 0,0 0,0-1,0 1,1-2,-1 1,1-1,0 0,0-1,0 0,1 0,-1-1,0 0,1 0,-1-1,1 0,-1-1,0 0,1 0,-1 0,0-1,0-1,0 1,0-1,3-2,3-1,-1 0,1-1,-1 0,-1-1,0-1,0 0,0 0,-1-1,-1-1,0 0,0 0,-1-1,0 0,-1 0,-1-1,3-7,-7 14,0 0,0 0,-1-1,0 1,0-1,-1 1,0-1,0 0,0 0,-1 0,0 1,-1-1,1 0,-1 0,0 1,-1-1,0 0,0 1,0-1,-1 1,0 0,0 0,-2-3,4 8,0 0,0 0,0 0,0 1,0-1,-1 0,1 0,0 1,0-1,0 0,-1 1,1 0,0-1,-1 1,1 0,0-1,-1 1,1 0,-1 0,1 0,0 0,-1 0,1 1,0-1,-1 0,1 1,0-1,-1 1,1-1,0 1,0-1,-1 1,1 0,0 0,0 0,0 0,0 0,0 0,0 0,0 0,0 0,0 1,-28 54,26-47,0-1,0 1,1-1,0 1,1 0,0 0,0 0,1 0,0 0,0-1,1 1,0 0,1 0,0 0,0-1,1 1,0-1,1 0,0 0,0 0,0 0,1-1,0 1,1-1,0 0,0-1,0 0,1 0,0 0,5 3,6-1,0 0,1-1,0 0,0-2,0 0,1-2,0 0,6 0,30 1</inkml:trace>
  <inkml:trace contextRef="#ctx0" brushRef="#br0" timeOffset="27383.094">2006 6688,'-13'-3,"0"0,0 0,1 2,-1 0,-1 0,1 1,0 1,0 0,0 1,1 0,-1 1,0 0,1 1,0 0,-1 1,2 1,-1 0,1 1,0 0,0 0,1 1,0 0,0 1,1 0,0 1,1 0,-4 5,11-14,-1 1,1-1,0 1,-1 0,1-1,0 1,0 0,0 0,0-1,0 1,0 0,1 0,-1 0,1 0,-1 0,1 0,0 1,0-1,0 0,0 0,0 0,0 0,0 0,1 0,-1 0,1 0,0 0,-1 0,1 0,0 0,0 0,0-1,0 1,1 0,-1-1,0 1,1-1,-1 1,1-1,-1 1,1-1,0 0,1 1,4-1,1-1,-1 0,1 0,-1-1,0 1,1-1,-1-1,0 0,0 0,0 0,0-1,0 0,-1 0,1-1,-1 0,0 0,0 0,0-1,-1 0,1 0,0-1,12-10,0 0,-1-1,-1-1,-1 0,0-1,-1-1,-1 0,-1-1,-1 0,-1 0,-1-2,-1 1,-1-1,-1 0,0-1,-2 1,-1-1,-1 0,-1 0,-1 0,-2-14,-15-8,17 46,-1 0,1-1,-1 1,1 0,-1 0,0 0,1 0,-1 0,0 0,1 0,-1 0,1 0,-1 0,0 0,1 0,-1 0,1 1,-1-1,1 0,-1 0,0 1,1-1,-1 0,1 1,-1-1,1 1,0-1,-1 0,1 1,-1-1,1 1,0-1,-1 1,1-1,0 1,-1 0,1-1,0 1,0-1,0 1,0 0,0-1,-1 1,1-1,0 1,0 0,-10 32,0 0,2 0,1 1,2 0,1 9,3-34,0-5,-4 31,1 1,1 0,2-1,2 1,1 0,1 0,4 7,-5-36,0-1,0 1,1 0,0-1,0 1,1-1,-1 0,1 0,1 0,-1-1,1 0,0 1,0-2,0 1,1-1,0 1,0-1,0-1,0 1,1-1,-1-1,1 1,0-1,0 0,0 0,0-1,0 0,0 0,2-1,14 0,0-2,0 0,0-1,-1-2,0 0,0-1,0-2,-1 0,0-1,0-1,-1-1,0-1,1-2,-14 11,0-1,0 0,-1 0,1-1,-1 0,0 0,0 0,-1-1,1 0,-1 0,0 0,-1 0,0-1,0 0,0 0,-1 0,0 0,0-1,-1 0,-3 4,-1 0,0 0,0 1,0-1,0 1,-1-1,1 1,-1 0,0 0,0 0,0 0,0 0,0 1,-1-1,1 1,-1 0,0 0,1 1,-1-1,0 1,0-1,0 1,0 0,0 1,-1-1,1 1,0 0,0 0,0 0,0 0,-4 2,1-3,0 1,0 0,1 0,-1 1,0-1,0 2,1-1,-1 1,1 0,-1 0,1 1,0 0,0 0,0 0,0 1,0 0,1 0,0 0,0 1,0 0,0 0,1 0,0 0,0 1,0 0,1 0,-1 0,2 0,-1 0,1 1,0-1,0 1,0-1,1 1,0 0,0 2,2-5,0 0,-1 0,1 0,1 0,-1 0,0 0,1-1,0 1,0-1,0 1,0-1,1 0,-1 1,1-1,0-1,0 1,0 0,0-1,0 1,1-1,-1 0,1 0,-1 0,1-1,0 1,0-1,2 0,3 2,-1-1,1-1,0 0,0 0,0-1,0 0,-1 0,1-1,0 0,0-1,0 1,0-2,3-1,0-1,0 0,-1-1,0 0,0-1,-1 0,0 0,0-1,0-1,-1 1,-1-1,1-1,-2 0,1 0,2-6,-10 16,0 1,0-1,0 1,1-1,-1 1,0-1,1 1,-1-1,0 1,1-1,-1 0,1 1,-1-1,1 0,-1 1,0-1,1 0,-1 0,1 1,-1-1,1 0,0 0,-1 0,1 0,-1 0,1 0,-1 0,1 0,-1 0,1 0,0 0,-1 0,1 0,-1 0,1 0,-1 0,1-1,-1 1,1 0,-1 0,1-1,-1 1,1 0,-1-1,0 1,1 0,-1-1,1 1,-1-1,0 1,0-1,1 1,-1-1,0 1,0-1,1 1,-1-1,0 1,0-1,0 1,0-1,0 1,0-1,0 0,3 10,0-1,0 0,0 0,1-1,0 1,1-1,0 0,0 0,0 0,1-1,0 1,0-2,1 1,0-1,0 1,0-2,0 1,1-1,5 2,-1-3,1 0,0-1,0 0,0-1,0-1,0 0,0-1,0 0,-1-1,1 0,0-1,-1-1,1 0,-1 0,0-2,-1 1,1-1,-1-1,0 0,0-1,-1 0,0 0,-1-1,0 0,0-1,-1 0,0 0,-1-1,0 0,-1 0,0-1,0-1,10-24,-2-1,-2-1,-2 0,-1-1,-2 1,-1-2,-3 1,-1 0,-2-1,-4-33,-12-13,17 86,-1 0,0 0,0 1,0-1,0 0,0 1,-1-1,1 0,0 1,0-1,0 0,-1 0,1 1,0-1,-1 1,1-1,0 0,-1 1,1-1,-1 1,1-1,-1 1,1-1,-1 1,1-1,-1 1,0 0,1-1,-1 1,0 0,1-1,-1 1,0 0,1 0,-1 0,0 0,1-1,-1 1,0 0,0 0,1 1,-1-1,0 0,1 0,-1 0,0 0,1 0,-1 1,0-1,1 0,-1 1,0-1,1 0,-1 1,1-1,-1 1,1-1,-1 1,1-1,-1 1,1 0,-23 42,8 12,2 2,2-1,3 2,3-1,1 54,3-84,1 0,1 0,1 0,1 0,4 7,-6-28,0 0,0-1,1 1,0-1,1 1,-1-1,1 0,0 0,0 0,0 0,1-1,-1 1,1-1,0 0,1 0,-1 0,1-1,0 1,0-1,0 0,0-1,0 1,0-1,1 0,-1 0,1-1,2 1,2-2,-1 0,1 0,-1-1,1 0,-1-1,1 0,-1-1,0 0,0 0,0-1,0 0,-1 0,1-1,-1 0,0-1,-1 0,0 0,1 0,-2-1,1 0,-1-1,0 1,-1-1,0 0,0-1,0 1,-1-1,-1 0,0 0,0 0,0 0,-1-1,-1 1,0 5,-1 0,0 0,1 0,-2 1,1-1,0 0,-1 0,0 1,0-1,0 0,0 1,-1-1,1 1,-1-1,0 1,-1-2,3 5,-1-1,0 1,1-1,-1 1,0-1,1 1,-1-1,0 1,0 0,1-1,-1 1,0 0,0 0,0 0,1 0,-1-1,0 1,0 0,0 0,0 1,1-1,-1 0,0 0,0 0,1 0,-1 1,0-1,0 0,1 1,-1-1,0 1,0-1,1 1,-1-1,1 1,-1-1,0 1,1-1,-1 1,1 0,-1-1,1 1,0 0,-1 0,1-1,0 1,0 0,-19 38,16-33,0 1,0 0,1 0,0 0,1 0,0 1,0-1,0 0,1 0,0 1,0-1,1 0,0 1,1-1,-1 0,1 0,0 0,1 0,0 0,0-1,0 1,1-1,0 0,0 0,1 0,0-1,0 1,0-1,0 0,5 2,0-1,0-1,0 0,1 0,0-1,0-1,0 0,0 0,0-1,1 0,-1-1,1-1,-1 0,1 0,-1-1,1 0,-1-1,0-1,0 0,0 0,6-3,2-6</inkml:trace>
  <inkml:trace contextRef="#ctx0" brushRef="#br0" timeOffset="27633.42">2675 6501,'15'0,"20"-2,22-6,19-3,17-5,11-1,4 1,-3 2,-20 3</inkml:trace>
  <inkml:trace contextRef="#ctx0" brushRef="#br0" timeOffset="29681.673">8731 1515,'-11'7,"0"0,1 1,0 0,0 0,1 1,0 1,0-1,1 1,1 1,0 0,0 0,1 0,0 1,1-1,0 1,1 1,1-1,0 1,0-1,1 1,1 0,0 0,1 0,0 0,1-1,1 1,0 3,-1-10,0-1,1 0,-1 0,1 0,0 0,1 0,-1-1,1 1,0-1,0 1,0-1,1 0,-1 0,1 0,0-1,0 0,0 1,1-1,-1-1,1 1,0-1,0 1,-1-1,1-1,1 1,-1-1,0 0,0 0,0 0,1-1,-1 1,0-2,1 1,-1 0,0-1,0 0,1 0,1-1,6-5,0-1,-1 0,0 0,0-2,-1 1,0-1,-1-1,0 0,-1 0,0-1,-1 0,0-1,-1 1,0-2,2-7,-4 11,0 1,-1-1,0 0,-1-1,0 1,0 0,-1-1,-1 0,0 1,0-1,-1 0,0 0,-1 1,-1-1,1 0,-2 1,1 0,-1-1,-1 1,0 0,0 0,-1 1,-1-1,1 1,-7-7,8 11,0-1,-1 1,0-1,0 1,-1 1,1-1,-1 1,0 0,0 0,-1 1,1-1,-1 2,0-1,1 1,-1 0,0 0,0 0,-1 1,1 1,0-1,0 1,0 0,-1 1,1-1,0 2,0-1,0 1,0 0,-3 1,1 4,-1 0,1 0,1 1,-1 0,1 1,1 0,0 0,0 0,1 1,0 0,0 1,1-1,1 1,0 0,0 0,1 0,0 1,1-1,0 1,1-1,1 1,0 0,0-1,1 1,0-1,3 9,6 25</inkml:trace>
  <inkml:trace contextRef="#ctx0" brushRef="#br0" timeOffset="29929.624">8583 1207,'-2'-7,"10"-2,21 1,20-2,20 0,15 1,4 2,-6 5,-17 2</inkml:trace>
  <inkml:trace contextRef="#ctx0" brushRef="#br0" timeOffset="30693.148">9546 1434,'-71'98,"67"-93,1 1,0-1,1 1,-1 0,1 0,0 1,1-1,-1 0,1 1,1-1,-1 0,1 1,0-1,1 1,-1-1,1 1,1 1,0-4,0 1,0-1,0 0,1 0,-1 0,1 0,0 0,0-1,1 1,-1-1,1 0,0 0,-1 0,1 0,1-1,-1 0,0 0,1 0,-1 0,1-1,-1 1,1-1,0 0,-1-1,7 2,0 0,0-1,-1-1,1 0,0 0,0-1,0 0,-1-1,1-1,2 0,-7 1,0 0,0 0,0 0,-1 0,1-1,-1 0,0 0,0-1,0 1,0-1,-1 0,1-1,-1 1,0-1,-1 0,1 0,-1 0,0 0,0 0,0-1,-1 0,0 1,0-1,0 0,-1 0,1 0,-2 0,1 0,-1 0,0 0,0 0,0 0,-1 0,0-1,-2-3,-1 1,-1 1,0-1,0 1,-1 0,0 1,-1 0,0 0,0 0,0 1,-1 0,0 0,0 0,0 1,-1 1,1 0,-1 0,-1 0,1 1,0 1,-1-1,1 1,-1 1,0 0,1 0,-1 1,-3 1,8-1,0 0,1 1,-1 0,0 0,1 0,-1 0,1 1,0-1,-1 1,1 0,0 1,0-1,0 1,0-1,1 1,-1 1,1-1,0 0,0 1,0-1,0 1,0 0,1 0,0 0,0 1,0-1,0 0,1 1,-1-1,1 1,0-1,1 1,-1 0,1-1,0 1,0 0,0 0,1-1,-1 1,1-1,1 1,-1 0,0-1,1 0,0 1,0-1,0 0,1 0,0 0,2 3,25 19,3-5</inkml:trace>
  <inkml:trace contextRef="#ctx0" brushRef="#br0" timeOffset="30949.476">9907 1528,'20'-2,"21"-1,24 0,23 1,24 0,20 1,18 1,10-1,1 6,-5 3,-10 5,-14 6,-16 3,-21 0,-22-1,-23-1,-21-6</inkml:trace>
  <inkml:trace contextRef="#ctx0" brushRef="#br0" timeOffset="31659.648">8731 3333,'2'-36,"2"1,1 0,2 0,2 0,0 1,3 0,1 1,1 1,8-13,10-5,-32 50,1 0,-1 0,0 0,1-1,-1 1,1 0,-1 0,0 0,1 0,-1 0,1 0,-1 0,1 0,-1 0,0 0,1 0,-1 0,1 0,-1 0,1 0,-1 0,0 1,1-1,-1 0,1 0,-1 0,0 1,1-1,-1 0,0 1,1-1,-1 0,0 0,0 1,1-1,-1 1,0-1,0 0,0 1,1-1,-1 1,0-1,0 0,0 1,0-1,0 1,0-1,0 1,0-1,0 0,0 1,0-1,0 1,0-1,0 1,0-1,0 0,-1 1,1-1,0 1,0-1,-1 1,-25 183,14-92,4 0,3 24,5-99</inkml:trace>
  <inkml:trace contextRef="#ctx0" brushRef="#br0" timeOffset="31914.404">8650 2798,'16'-16,"21"-10,25-2,20 3,14 5,9 12,0 11,-17 5</inkml:trace>
  <inkml:trace contextRef="#ctx0" brushRef="#br0" timeOffset="32530.847">9706 3172,'-8'-2,"0"0,0 1,-1 0,1 0,0 1,-1 0,1 1,0 0,-1 0,1 0,0 1,0 0,0 1,0 0,1 0,-1 1,1 0,0 0,0 0,0 1,1 0,-1 1,1 0,0 0,1 0,-5 7,6-7,0 1,1-1,0 1,0 0,1 1,0-1,0 0,1 0,0 1,0-1,0 1,1-1,0 1,1-1,0 1,0-1,1 1,-1-1,2 0,-1 0,1 0,0 0,0 0,1-1,0 1,0-1,1 0,-1 0,1 0,1-1,-1 0,1 0,0 0,0-1,0 0,0 0,1 0,0-1,0 0,0 0,0-1,6 2,-2-4,-1 1,0-2,1 1,-1-1,0-1,1 0,-1 0,0-1,-1 0,1-1,0 0,-1-1,0 0,0 0,0-1,-1 0,0 0,0-1,0 0,-1-1,0 1,-1-1,1-1,-2 1,1-1,-1 0,0-1,-1 1,0-1,-1 0,0 1,1-11,-3 13,-1 0,0 1,0-1,-1 1,1-1,-2 0,1 1,-1 0,0-1,0 1,-1 0,0 0,0 0,0 0,0 1,-1-1,0 1,-1 0,1 0,-1 0,0 1,0 0,0 0,-1 0,1 0,-1 1,0 0,-2-1,2 1,1 1,0-1,-1 1,1 0,-1 1,1-1,-1 1,0 0,1 1,-1-1,0 1,0 0,0 1,1-1,-1 1,0 0,0 1,1-1,-1 1,1 0,0 1,-1-1,1 1,0 0,0 0,1 1,-1-1,1 1,0 0,0 1,0-1,-1 2,2-3,0 1,1-1,-1 1,1 0,0 0,0 0,0 0,1 0,-1 0,1 1,0-1,0 0,0 1,1-1,0 1,0-1,0 1,0-1,0 1,1-1,0 0,0 1,0-1,1 0,-1 0,1 0,0 0,0 0,1 0,-1 0,1-1,0 1,0-1,0 0,2 3,22 9</inkml:trace>
  <inkml:trace contextRef="#ctx0" brushRef="#br0" timeOffset="32777.762">10000 3306,'16'-3,"19"0,21-2,25-2,23-3,19 1,15-1,10 2,3 2,-5 6,-13 9,-20 6,-25 6,-27-1</inkml:trace>
  <inkml:trace contextRef="#ctx0" brushRef="#br0" timeOffset="33527.881">8450 4857,'23'-6,"2"-2,1 2,0 1,0 0,0 2,0 1,17 2,-40 0,-1 0,1 1,-1-1,1 1,-1-1,1 1,-1 0,0 0,1 0,-1 1,0-1,0 0,0 1,0 0,0-1,0 1,0 0,-1 0,1 0,-1 0,1 0,-1 0,0 1,0-1,1 0,-2 1,1-1,0 0,0 1,-1-1,0 1,1 0,-1-1,0 1,0-1,0 1,-1-1,1 1,-1-1,1 1,-1-1,0 1,0-1,0 0,0 1,0-1,-1 0,1 1,-13 22,-2 0,0 0,-1-2,-1 0,-2-1,0-1,-13 10,18-16,-19 18,16-18,2 1,0 1,0 0,2 2,0-1,-11 21,24-38,0 1,1-1,-1 1,0-1,1 1,-1-1,0 1,1 0,0-1,-1 1,1 0,0-1,0 1,0 0,0 0,0-1,0 1,1 0,-1-1,1 1,-1 0,1-1,-1 1,1-1,0 1,0-1,0 1,0-1,0 0,0 1,0-1,0 0,1 0,-1 0,0 0,1 0,-1 0,1 0,-1 0,1 0,-1-1,1 1,0-1,-1 1,1-1,0 0,-1 1,1-1,26 4,0-2,1 0,-1-2,0-1,0-2,0 0,0-2,0-1,21-8,-22 8,-1-2,0-1,0 0,21-13,-19 5</inkml:trace>
  <inkml:trace contextRef="#ctx0" brushRef="#br0" timeOffset="33783.286">8156 4482,'27'0,"30"0,27 0,23-2,15-4,6 1,-4-3,-22 1</inkml:trace>
  <inkml:trace contextRef="#ctx0" brushRef="#br0" timeOffset="34443.659">9586 4857,'-10'12,"0"0,2 1,-1 0,1 0,1 1,1 0,0 0,-2 7,7-16,-1 0,1 0,0-1,0 1,0 0,1 0,0 0,0 0,0 0,0 0,1 0,0 0,0 0,0 0,1 0,0-1,-1 1,2 0,-1-1,0 0,1 1,0-1,0 0,0 0,1-1,-1 1,3 1,1-1,1 0,0 0,0-1,0 0,0 0,1-1,-1 0,1 0,-1-1,1 0,0-1,-1 0,1 0,0-1,-1 0,1 0,0-1,-1 0,0-1,0 0,1 0,-2-1,1 0,0 0,-1-1,0 0,0 0,0 0,-1-1,1 0,-1-1,-1 1,1-1,-1-1,-1 2,0 0,0-1,0 1,-1-1,0 0,-1 0,1 0,-1-1,0 1,-1-1,0 1,0-1,-1 1,0-1,0 1,-1-1,0 1,0-1,-1 1,1-1,-2 1,1 0,-1 0,0 0,-1 0,1 1,-1-1,-1 1,1 0,-1 0,0 1,-1-1,1 1,-1 0,0 0,0 1,-2-1,-2 1,-1-1,0 2,0 0,-1 0,1 1,0 0,-1 1,1 1,-1 0,0 0,1 1,-1 0,1 1,0 1,-1 0,1 0,0 1,1 0,-1 1,1 0,0 1,0 0,1 1,-1 0,1 0,1 1,-1 0,0 2,7-8,0 0,0 0,1 0,-1 1,0-1,1 1,-1-1,1 1,0 0,0 0,0-1,0 1,1 0,-1 0,1 0,-1 0,1 0,0 0,0 0,0 0,1 0,-1 0,1-1,0 1,0 0,0 0,0 0,0-1,0 1,1 0,-1-1,1 1,0 0,28 20,6-5</inkml:trace>
  <inkml:trace contextRef="#ctx0" brushRef="#br0" timeOffset="34681.022">10094 5003,'14'-2,"17"-3,23-1,22 1,23 1,20 1,15 2,6 2,4 7,-4 5,-8 6,-17 4,-26-2</inkml:trace>
  <inkml:trace contextRef="#ctx0" brushRef="#br0" timeOffset="35682.577">8476 6715,'6'-1,"11"-2,0 0,0 2,0-1,0 2,0 0,1 1,-1 1,0 1,0 0,8 4,-22-6,-1 0,1 0,0 0,0 1,0 0,-1-1,1 1,-1 0,1 0,-1 1,0-1,0 0,0 1,0-1,0 1,-1 0,1-1,-1 1,0 0,0 0,0 0,0 0,0 0,0 0,-1 0,0 1,1-1,-1 0,0 0,-1 0,1 0,-1 0,1 0,-1 1,0-1,0 0,0-1,0 1,-1 0,1 0,-1 0,0 0,-6 8,-1 0,0 0,0-1,-1 0,0-1,-1 0,0 0,-1-1,1-1,-1 0,-1-1,1 0,-1 0,-1-2,67 17,-41-15,-1 1,-1 1,0 0,0 0,0 1,-1 0,0 0,-1 1,0 1,-1-1,0 1,0 0,-2 1,1 0,-1 0,-1 0,0 0,-1 1,1 2,-3-10,0-1,-1 0,1 1,-1-1,0 1,0-1,0 0,0 1,-1-1,0 1,0-1,0 0,-1 0,1 0,-1 0,0 0,0 0,0 0,-1 0,1-1,-1 1,0-1,0 0,0 0,0 0,-1 0,1 0,-1-1,0 1,0-1,1 0,-5 1,-6 1,1-1,-1 0,0-1,1-1,-1 0,0 0,0-2,0 0,0 0,1-1,-1-1,1 0,-1-1,-1-2,-2 0,5 0</inkml:trace>
  <inkml:trace contextRef="#ctx0" brushRef="#br0" timeOffset="35950.092">8276 6434,'16'-4,"16"-3,20-1,13 1,12 0,10 1,2 0,-2 2,-15 1</inkml:trace>
  <inkml:trace contextRef="#ctx0" brushRef="#br0" timeOffset="36678.678">9599 6889,'-7'-2,"0"1,0 0,0 0,-1 0,1 1,0 0,0 1,0-1,0 1,0 1,0-1,0 1,0 1,0-1,0 1,1 0,0 1,0-1,0 1,0 0,0 1,1 0,-1 0,1 0,1 0,-1 1,1-1,0 1,0 1,-2 3,4-1,-1 0,2 0,-1 0,1 1,0-1,1 0,0 1,1-1,-1 0,2 1,0-1,0 0,0 0,1 0,1 0,-1-1,1 1,1-1,0 0,0 0,0 0,1-1,0 0,1 0,-1 0,1-1,1 0,-1-1,1 1,0-1,0-1,0 0,1 0,0 0,5 1,-5-2,0 0,0 0,0-1,0 0,0 0,1-1,-1 0,0-1,1 0,-1 0,0-1,1-1,-1 1,0-1,0-1,0 0,0 0,0-1,-1 0,0 0,0-1,0 0,0-1,-1 1,1-1,-2-1,1 1,-1-1,0-1,0 1,-1-1,0 0,1-3,-3 2,0 0,-1 0,0-1,-1 1,0 0,0-1,-1 1,-1-1,1 1,-2 0,1-1,-1 1,0 0,-1 0,0 0,-1 0,0 1,0-1,-1 1,0 0,0 0,-1 1,0 0,0 0,0 0,-1 0,-1 1,1 0,-1 1,1 0,-2 0,1 1,0-1,-1 2,0-1,0 2,0-1,0 1,-7-1,11 3,1-1,-1 1,0 0,0 0,0 1,0 0,1-1,-1 2,0-1,0 0,1 1,-1 0,1 0,0 0,0 1,0 0,0-1,0 1,0 1,0-1,1 0,0 1,0 0,0 0,0 0,1 0,-1 0,1 0,0 1,0-1,0 1,1-1,0 1,0 0,0 0,1 0,-1-1,1 3,6 15</inkml:trace>
  <inkml:trace contextRef="#ctx0" brushRef="#br0" timeOffset="37118.026">9894 7022,'14'8,"234"-2,277-13,387 10,-775 7,-116-6,-27-4,-21-1,31 6</inkml:trace>
  <inkml:trace contextRef="#ctx0" brushRef="#br0" timeOffset="38360.286">9920 4990,'-2'5,"3"3,9 3,12 0,11-3,13-4,11-5,-5-3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08.2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4813,'0'-1,"0"0,0 0,0 0,0 0,0 0,1 0,-1 0,0 0,1 0,-1 0,1 0,0 0,-1 0,1 0,0 0,-1 0,1 0,0 0,0 1,0-1,-1 0,1 1,0-1,0 1,0-1,0 1,0-1,0 1,1-1,-1 1,0 0,0 0,0 0,0 0,0 0,0 0,0 0,1 0,49 6,-38-3,87 9,22-7,-36-5,-5 13,468-13,132 0,-521-27,-87 19,97-28,29-11,-111 5,51-36,-78 49,-1-3,-2-3,-1-2,15-16,33-56,57-40,-16 23,-6 3,-84 80,161-137,-102 60,79-77,-95 50,-2 15,10-17,-9-23,-41 66,101-208,10-33,12 33,6 1,-31 127,-125 145,0 1,3 2,2 1,0 1,3 3,20-14,142-102,-45 22,-120 100,1 2,1 1,0 2,2 2,9-3,63-24,103-15,186-57,-187 74,527-43,-424 47,91 9,-154 19,435-13,-402 26,-261-8,-29 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08.9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0,'96'33,"-70"-22,314 143,-242-108,-98-45,1 1,-1-1,1 0,-1 1,1-1,-1 0,0 1,0-1,0 1,0-1,0 1,0-1,0 1,0-1,0 0,-1 1,1-1,-1 1,1-1,-1 0,1 1,-1-1,0 0,0 0,1 0,-1 1,0-1,0 0,0 0,0 0,-1 0,1-1,0 1,0 0,0 0,-1-1,1 1,0-1,-1 1,1-1,-1 1,1-1,0 0,-1 0,1 0,-1 1,-104 54,65-35,1 1,1 2,1 1,-9 10,-6 14,12-3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10.2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427 1,'-220'95,"13"15,441-231,-55 46,-178 75,0 0,0 1,0-1,0 1,0-1,0 1,0 0,0-1,0 1,0 0,-1 0,1 0,0-1,0 1,-1 0,1 0,0 0,-1 0,1 0,-1 0,0 0,1 0,-1 1,0-1,1 0,-1 0,0 0,0 0,0 0,0 0,0 1,0-1,-1 0,1 0,0 0,0 0,-1 0,1 0,-1 1,1 5,22 565,-4-468,-9-96,-7-16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12.4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159 169,'-8'15,"1"0,0 1,1 0,1 0,1 0,0 1,1 0,0 0,2 0,0 0,1 0,0 0,2 0,0-1,1 1,0 0,1-1,1 1,1-1,4 8,-8-19,0 0,1 0,0 0,0-1,0 1,0-1,1 0,-1 0,1 0,0 0,0 0,1-1,-1 0,1 0,-1 0,1-1,0 1,0-1,0 0,1-1,-1 1,0-1,1 0,-1 0,1-1,-1 1,1-1,-1-1,1 1,-1-1,1 0,4-1,-1-1,0 1,0-2,0 1,0-2,-1 1,1-1,-1 0,0 0,-1-1,1 0,-1-1,-1 0,1 0,-1 0,0-1,-1 0,0 0,0 0,0-1,-1 1,-1-1,1 0,-1-3,3-5,-2 0,0 0,0-1,-2 0,0 0,-1 1,-1-1,-1 0,-1 0,0 0,-1 1,-4-14,5 21,-1-1,0 1,0 0,-1 0,-1 0,1 1,-2-1,1 1,-1 0,0 1,-1 0,0 0,-1 0,0 1,0 0,0 0,-1 1,0 0,0 0,0 1,-1 0,0 1,0 0,0 1,0 0,0 1,-1 0,1 0,-1 1,0 0,1 1,-1 0,0 1,1 0,-5 2,5 0,0 1,0 0,0 0,1 1,0 0,0 1,0 0,1 0,-1 1,1 0,1 1,0 0,0 0,0 0,1 1,0 0,1 0,0 0,1 1,-1 0,2 0,0 0,0 0,0 0,1 7,3 102,7-64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13.8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0 436,'60'-127,"-44"91,75-194,-77 187,-14 44,0-1,0 0,0 0,0 0,1 0,-1 1,0-1,0 0,0 0,0 0,0 0,0 1,0-1,0 0,1 0,-1 0,0 0,0 0,0 0,0 1,1-1,-1 0,0 0,0 0,0 0,0 0,1 0,-1 0,0 0,0 0,0 0,0 0,1 0,-1 0,0 0,0 0,0 0,1 0,-1 0,0 0,0 0,0 0,0 0,1 0,-1-1,0 1,1 24,-1-23,0 94,0 92,16 102,-12-262,-2-17,0 0,-1 0,0 0,-1 0,0 0,0 0,-1 0,0 0,-1 0,-2 4,2-11,-1-1,1 0,-1 0,0 0,1 0,-1 0,0-1,0 1,0-1,-1 0,1 0,0 0,0 0,0-1,-1 1,1-1,0 0,-1 0,1 0,-1 0,1-1,0 1,0-1,-1 0,1 0,0 0,0 0,0-1,0 1,0-1,-1 0,4 2,0 0,-1-1,1 1,0 0,0 0,-1 0,1 0,0 0,-1 0,1-1,0 1,0 0,-1 0,1 0,0-1,0 1,0 0,-1 0,1-1,0 1,0 0,0 0,0-1,0 1,0 0,-1-1,1 1,0 0,0 0,0-1,0 1,0 0,0-1,0 1,0 0,0-1,0 1,0 0,1-1,-1 1,0 0,0 0,0-1,0 1,0 0,0 0,1-1,-1 1,0 0,0 0,0-1,1 1,-1 0,0 0,0 0,1-1,-1 1,0 0,1 0,-1 0,0 0,0 0,1 0,-1 0,0 0,1 0,23-11,-22 10,61-21,1 3,1 3,0 3,58-4,-96 15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18.0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0,'0'23,"0"21,0 17,-2 11,-1 7,0 2,1-1,0-6,1-9,1-12,-1-16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18.5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0,'4'12,"0"0,1-1,1 1,0-1,0-1,1 1,1-1,0 0,0-1,0 0,2 0,-1 0,1-2,0 1,1 0,161 111,-119-85,-1 2,-1 3,-3 1,11 14,-48-42,0 0,-1 1,-1 0,0 0,0 1,-2 1,0-1,6 16,-11-23,0 0,0 0,-1 1,1-1,-2 1,1-1,-1 1,0-1,-1 1,1-1,-1 0,-1 1,0-1,0 0,0 0,-1 0,0 0,0 0,-1-1,-1 3,-4 3,0-1,-1 0,-1 0,1-1,-2-1,1 0,-1-1,-1 0,1 0,-1-2,-1 1,1-2,-7 2,-15 5,-2-2,1-2,-1-1,-26 1,-141 0,203-9,-1 1,1 0,0 0,0 0,-1 0,1 0,0 0,0 0,-1 0,1 0,0 0,0 1,-1-1,1 1,0-1,0 1,0-1,0 1,0 0,0-1,0 1,0 0,0 0,0 0,0 0,0 0,1 0,-1 0,0 0,0 0,1 0,-1 0,1 0,0 0,-1 1,1-1,0 0,-1 0,1 1,0-1,0 0,0 0,0 1,0-1,0 0,1 0,-1 1,0-1,7 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19.2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19 178,'12'31,"-1"0,-2 0,0 1,-3 0,0 0,-2 1,-2 0,-1 0,-1-1,-2 1,-1 0,-1-1,-2 1,-2-1,-1-1,-11 29,6-32,14-28,0 0,-1-1,1 1,0 0,0 0,0-1,0 1,-1 0,1 0,0 0,0-1,0 1,-1 0,1 0,0 0,0-1,-1 1,1 0,0 0,-1 0,1 0,0 0,-1 0,1 0,0 0,0 0,-1 0,1 0,0 0,-1 0,1 0,0 0,-1 0,1 0,0 0,0 0,-1 0,1 0,0 0,-1 1,1-1,0 0,0 0,-1 0,1 1,0-1,0 0,0 0,-1 1,15-138,-4 3,-6-1,-9-82,3 188,7 24,4 26,-7-14,7 14,2 10,1 0,2-1,1 0,1-1,2-1,1-1,12 13,-30-38,0 0,0-1,0 1,0-1,0 1,1-1,-1 0,1 1,-1-1,1 0,-1 0,1 0,0 0,0 0,-1-1,1 1,0-1,0 1,0-1,0 1,0-1,0 0,0 0,-1 0,1 0,0 0,0 0,0-1,0 1,0-1,0 1,-1-1,1 0,0 0,0 1,-1-1,1 0,0-1,-1 1,1 0,-1 0,1-2,13-16,-2-1,0-1,-2 0,0-1,-1 0,-1-1,-2 0,0 0,2-15,1 3,30-102,-33 117,0 34,-7 199,-3-136,3 1,4 0,3 1,-5-62,1 0,0 0,1 0,1 0,1-1,0 1,1-1,0-1,2 0,0 0,0 0,1-1,1 0,1-1,0-1,12 11,-1-6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19.7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25,'20'298,"-17"-214,-1-12,3 1,3-1,6 13,22 7,-35-89,1 0,0 0,1 0,-1 0,0-1,1 1,0-1,-1 1,1-1,0 0,0 0,0 0,1-1,-1 1,0-1,1 0,-1 0,1 0,-1 0,1 0,-1-1,1 0,0 1,-1-1,4-1,3-2,-1 0,1-1,-1-1,0 1,-1-2,1 1,-1-1,0 0,0-1,-1 1,0-2,0 1,0-1,-1 0,-1 0,1-1,-1 1,3-8,7-16,-2 0,0-1,-2 0,-2-1,-1-1,-2 1,-1-1,-1 0,-3 0,0 0,-2 0,-2 0,-1 0,-2 0,-2 1,-7-23,12 46,1 3,0-1,0 1,-1 0,0 0,-1 0,1 0,-2 0,1 1,-1 0,0 0,-4-5,8 12,1 0,-1-1,1 1,-1 0,1 0,-1-1,1 1,-1 0,0 0,1-1,-1 1,1 0,-1 0,1 0,-1 0,0 0,1 0,-1 0,1 0,-1 0,0 1,1-1,-1 0,1 0,-1 0,1 1,-1-1,1 0,-1 0,1 1,-1-1,1 1,-1-1,1 0,-1 1,1-1,0 1,-1-1,1 1,0-1,-1 1,1-1,0 1,0-1,-1 1,1 0,0-1,0 1,0 0,-7 18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20.0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1,'11'18,"11"17,13 15,12 12,11 7,10 3,7 0,2-2,-3-5,-5-3,-10-7,-10-4,-14-10,-12-18,-11-13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20.2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604 1,'-20'20,"-14"21,-13 22,-7 20,-8 16,-5 13,-2 4,1 2,5-9,10-13,13-19,13-22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21.5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27 453,'5'-23,"1"0,2 1,0 0,1 0,1 0,9-13,14-31,53-144,-73 202,-7 29,28 325,-23-231,-4 0,-10 114,2-207,-1 0,-1 0,-1-1,0 1,-2-1,-1 0,0-1,-2 0,0 0,-1 0,-1-1,-11 14,18-29,0 0,0 0,0 0,-1-1,1 0,-1 1,0-2,0 1,0-1,0 1,0-2,-1 1,1 0,-1-1,1 0,-1 0,1-1,-1 0,0 0,1 0,-1 0,1-1,-1 0,1 0,-1-1,1 1,0-1,-1 0,1-1,0 1,0-1,1 0,-3-2,6 5,1 0,-1 0,1 0,0-1,-1 1,1 0,-1-1,1 1,-1 0,1-1,0 1,-1 0,1-1,0 1,-1-1,1 1,0-1,0 1,-1-1,1 1,0-1,0 1,0-1,0 1,-1-1,1 1,0-1,0 1,0-1,0 1,0-1,1 0,-1 1,0-1,0 1,0-1,0 1,1-1,-1 1,0-1,0 1,1 0,-1-1,0 1,1-1,-1 1,0 0,1-1,-1 1,1 0,-1-1,1 1,-1 0,0 0,1-1,-1 1,1 0,33-8,281 4,-16-16,-263 18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22.0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82 79,'0'14,"6"65,-6-77,1 1,0-1,-1 0,1 1,0-1,0 0,0 0,1 0,-1 1,0-1,1-1,0 1,-1 0,1 0,0-1,0 1,0-1,0 1,0-1,0 0,0 0,0 0,1 0,-1 0,0 0,1-1,-1 1,0-1,2 1,0-2,1 1,-1-1,0 0,0 0,0 0,0-1,0 1,0-1,0 0,0 0,-1 0,1-1,-1 1,1-1,-1 0,0 0,0 0,0 0,-1-1,1 1,-1-1,0 0,0 1,0-1,0 0,-1 0,0 0,1 0,-1-1,-1 1,1 0,-1 0,1-1,-1 1,-1 0,1 0,0-1,-1 1,0 0,0 0,0 0,-2-4,-1 2,0 0,0 1,0-1,-1 1,1 0,-1 0,-1 0,1 0,-1 1,1 0,-1 0,-1 1,1 0,-6-3,8 5,1-1,-1 1,0-1,0 1,1 0,-1 1,0-1,0 1,0 0,0 0,0 0,0 0,0 0,1 1,-1 0,0 0,0 0,1 0,-1 1,0-1,1 1,0 0,-1 0,1 0,0 1,0-1,-1 1,-1 5,0 0,1 0,0 0,0 0,1 1,0-1,1 1,0 0,0 0,0 0,1 0,1 0,0 0,0 0,1 0,0 0,0 0,1 0,0 0,1 0,0-1,0 1,1-1,3 7,11 18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22.3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89,'10'6,"0"-1,0 0,0 0,1-1,0-1,-1 0,1 0,1-1,-1 0,0-1,0 0,1-1,-1 0,0-1,8-2,-18 3,0 0,1 0,-1 0,1 0,-1-1,1 1,-1-1,0 1,1-1,-1 1,0-1,1 0,-1 0,0 1,0-1,0 0,0 0,0 0,0-1,0 1,0 0,0 0,0 0,-1-1,1 1,0 0,-1-1,1 1,-1 0,0-1,1 1,-1-1,0 1,0-1,0 1,0-1,0 1,0-1,0 1,-1-1,1 1,0 0,-1-1,0 0,-1-2,0 0,0 0,-1 0,0 0,0 0,0 0,0 1,-1-1,1 1,-1 0,0 0,0 0,-1 0,-3-1,-1 0,0 0,0 0,-1 1,1 1,-1 0,1 0,-1 1,0 0,-7 0,13 1,0 0,0 0,0 1,1-1,-1 1,0-1,0 1,1 1,-1-1,0 0,1 1,-1 0,1 0,0 0,0 0,0 0,0 1,0-1,0 1,0 0,1 0,-1 0,1 0,0 0,0 0,0 1,1-1,-2 3,3-4,-1 1,0 0,1 0,0 0,-1 0,1 0,0-1,0 1,1 0,-1 0,1 0,-1 0,1 0,0-1,0 1,0 0,0-1,1 1,-1-1,1 1,-1-1,1 0,0 1,0-1,0 0,0 0,1 0,-1-1,0 1,2 0,82 33,-29-27,-3-6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22.8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0,'-9'166,"-8"0,-6-2,-34 112,45-217,8-41,1-9,1 1,0-1,1 0,-1 1,2-1,-1 1,2-1,-1 1,1-1,0 1,1 0,-1-8,1 0,-1 0,0 0,0 0,1 0,-1 0,1-1,0 1,0-1,-1 1,1-1,0 0,0 1,0-1,0 0,0 0,0-1,1 1,-1 0,0-1,0 1,1-1,-1 0,0 0,1 0,-1 0,0 0,0 0,2-1,68-14,-70 15,148-52,-91 30,0 2,2 3,39-6,-13 11,-70 11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23.1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1,'-7'18,"-2"18,0 18,5 16,4 12,2 10,4 11,1 4,-2 4,2 0,1-2,2-7,1-8,1-15,-1-19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6:41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174 509,'-143'311,"132"-293,11-18,0 0,0-1,0 1,0 0,0 0,0 0,0-1,0 1,0 0,0 0,0-1,0 1,0 0,0 0,0-1,0 1,0 0,0 0,0-1,-1 1,1 0,0 0,0 0,0-1,0 1,-1 0,1 0,0 0,0 0,0 0,-1-1,1 1,0 0,0 0,-1 0,1 0,0 0,0 0,-1 0,1 0,0 0,0 0,-1 0,1 0,0 0,0 0,62-197,52-189,-104 362,-10 23,0 1,1 0,-1 0,0-1,1 1,-1 0,1 0,-1 0,0 0,1-1,-1 1,1 0,-1 0,0 0,1 0,-1 0,1 0,-1 0,1 0,-1 0,0 0,1 1,-1-1,1 0,-1 0,0 0,1 0,-1 1,1-1,-1 0,0 0,1 1,-1-1,0 0,0 0,1 1,-1-1,0 0,0 1,1-1,-1 1,0-1,0 0,0 1,1-1,-1 1,0-1,0 0,0 1,0-1,0 1,0-1,0 1,0-1,0 0,0 1,0-1,0 1,-1-1,1 0,0 1,0-1,0 1,-1-1,2 2,67 363,-54-312,3 0,2-1,3-1,5 7,-20-42,-3-5</inkml:trace>
  <inkml:trace contextRef="#ctx0" brushRef="#br0" timeOffset="252.324">0 682,'2'-4,"8"-4,13-3,17-5,20-5,15-4,11-5,4-2,1 0,-4 4,-9 3,-19 7</inkml:trace>
  <inkml:trace contextRef="#ctx0" brushRef="#br0" timeOffset="531.544">802 0,'27'180,"-11"-72,-5 1,-5 0,-4 0,-9 63,1-110,-2 0,-3-1,-3 0,-3-1,-2 0,-2-1,-3-2,-24 41,42-86,-1 1,0-1,-1 0,0-1,-1 1,0-2,-1 1,0-1,0-1,-11 7,22-16,-1-1,1 0,-1 0,0 1,1-1,-1 0,0 0,0 0,1 0,-1 1,0-1,0 0,0 0,0 0,0 0,0 0,0 0,-1 1,1-1,0 0,0 0,-1 0,1 1,0-1,-1 0,1 0,-1 1,1-1,-1 0,1 0,-1 1,0-1,1 1,-1-1,0 1,1-1,-1 1,0-1,0 1,0 0,1-1,-1 1,0 0,0 0,0-1,0 1,1 0,-1 0,0 0,0 0,0 0,0 0,0 0,1 1,-1-1,0 0,0 0,0 1,0-1,1 0,-1 1,0-1,0 1,1-1,-1 1,0-1,1 1,-1 0,0 0,26-38,-11 23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5:39.9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5467,'2'1,"20"4,0 2,-1 0,0 1,0 1,-1 1,0 1,-1 0,0 2,-1 0,0 1,-1 1,-1 0,13 16,-11 1,-1 1,-2 1,-1 0,-1 1,-3 0,0 1,-3 0,0 1,-3-1,-1 1,-1 0,-4 27,-4 107,-7 0,-19 77,7-61,-11 152,10 235,25-491,-1 3,4-1,6 23,-8-103,-1 0,2 0,-1 0,1 1,-1-1,1-1,1 1,-1 0,1 0,-1 0,1-1,1 1,-1-1,1 1,0-1,0 0,0 0,0 0,1-1,-1 1,1-1,0 0,0 0,0 0,1 0,-1-1,1 0,-1 0,1 0,0 0,0-1,1 0,-1-1,0 0,1-1,-1 0,1 1,-1-2,0 1,0 0,0-1,0 0,0-1,0 1,0-1,-1 0,1 0,-1 0,0 0,0-1,0 0,0 0,-1 0,1 0,-1 0,2-5,-5 9,0 0,0 0,0 0,-1 0,1 0,0 0,0 0,0 1,0-1,-1 0,1 0,0 0,0 0,0 0,-1-1,1 1,0 0,0 0,0 0,0 0,-1 0,1 0,0 0,0 0,0 0,0 0,-1 0,1-1,0 1,0 0,0 0,0 0,0 0,0 0,-1-1,1 1,0 0,0 0,0 0,0 0,0-1,0 1,0 0,0 0,0 0,0-1,0 1,0 0,-16 15,-2 13,0 0,3 1,0 1,2 1,1 0,2 0,1 1,1 0,2 1,1 0,0 21,-7 154,9 1,9-1,12 19,-15-182,1 24,47 1074,-58-793,-16-1,-52 259,74-604,-6 44,-2 0,-3-1,-1 0,-15 31,27-73,0 0,0-1,-1 1,0-1,0 1,0-1,0 0,-1 0,1 0,-1 0,0 0,0-1,-1 1,1-1,-1 0,1 0,-1 0,0-1,0 1,-1-1,1 0,0 0,-1 0,1-1,-1 1,0-1,1 0,-1-1,0 1,1-1,-1 0,0 0,0 0,1-1,-1 0,0 1,0-2,-1-1,1 0,1 0,-1-1,0 0,1 0,0 0,0 0,0-1,0 0,1 0,-1 0,1 0,1 0,-1 0,1-1,0 0,0 1,0-1,1 0,0 0,0 0,1 1,-1-1,1 0,1 0,-1 0,1-4,6-32</inkml:trace>
  <inkml:trace contextRef="#ctx0" brushRef="#br0" timeOffset="-3485.208">3651 0,'-32'23,"1"2,2 1,0 1,2 1,1 1,1 2,2 0,1 2,1 0,2 2,2 0,-2 8,-13 39,3 1,5 2,3 0,-9 82,-81 741,86-687,8 56,16-199,4 0,3 1,3-1,3-1,11 27,5-19,4 0,3-3,4-1,4-1,3-3,3-2,28 30,-15-19,-4 2,43 88,-87-146,0 0,-2 1,-2 0,-1 1,-1 0,-1 1,-2 0,-2 0,-1 0,-1 0,-3 15,-7 1,-2 0,-2-1,-2 0,-3-1,-1-1,-3-1,-1-1,-2-1,-21 25,-11 24,-31 48,7 3,-37 94,73-125,5 1,5 2,5 2,5 0,5 2,-3 98,18-105,4 0,6 0,4 0,5-1,20 70,32 44,10-2,10-4,102 185,-119-257,9 18,79 171,39 147,-166-401,-4 1,-4 0,-3 2,-4 0,-4 1,-3 1,-4-1,-4 1,-4 0,-3-1,-5 0,-20 78,-20-10,-8-2,-5-3,-7-3,-10 2,12-25,6 3,5 3,6 2,5 3,-17 90,51-162,3 1,3 0,3 0,3 0,2 1,3-1,3 0,2 0,4-1,11 38,19 2,3-1,5-2,4-3,5-2,3-3,51 55,30 51,-105-143,-3 2,-1 1,-4 2,13 37,-33-71,-1 1,-1 1,-2-1,0 1,-2 0,-1 0,-1 1,-2-1,0 1,-2-1,-1 0,-3 12,-14 27,-3-1,-2-1,-3-1,-3-1,-3-2,-8 8,-49 93,70-122,2 1,1 1,2 1,2 0,2 1,2 0,2 1,1 0,3 0,1 0,2 1,3 9,14 41,3-1,5-1,4 0,3-3,23 41,-32-74,30 67,-6 2,-5 2,-6 2,-6 1,-6 1,-3 17,-17-68,-4 0,-3 0,-10 48,-11 101,26-176</inkml:trace>
  <inkml:trace contextRef="#ctx0" brushRef="#br0" timeOffset="251.328">1017 7379,'-2'16,"-1"15,0 12,-2 12,0 6,1 6,2 1,0 2,1-3,0-5,1-14</inkml:trace>
  <inkml:trace contextRef="#ctx0" brushRef="#br0" timeOffset="252.328">1138 7860,'3'-1,"41"-10,0-2,0-3,-2-1,0-2,3-4,8-20,-52 42,0 0,0 0,0 0,0 0,0 0,0 0,0 0,-1 0,1-1,0 1,-1 0,1 0,-1-1,1 1,-1 0,0-1,0 1,1 0,-1-1,0 1,0-1,0 1,0 0,-1-1,1 1,0 0,0-1,-1 1,1 0,-1-1,1 1,-1 0,0 0,1 0,-1-1,0 1,0 0,0 0,0 0,0 0,0 0,0 1,0-1,0 0,-1 0,1 1,-8-4,0 1,0 1,0 0,0 0,0 1,0 0,0 0,0 1,0 1,-1-1,1 1,0 1,0 0,0 0,0 1,1 0,-1 0,1 1,-7 4,9-6,1 1,0-1,0 1,1 1,-1-1,1 0,-1 1,1 0,0 0,1 0,-1 1,1-1,0 1,0 0,0 0,0 0,1 0,0 1,0-1,1 0,-1 1,1-1,0 1,1 0,-1-1,1 1,0 0,1-1,-1 1,1 0,0-1,1 1,-1-1,1 0,0 1,1-1,-1 0,1 0,0 0,0 0,1 1,9 5,0 0,0-1,0-1,1 0,1-1,0 0,0-1,0-1,1 0,0-1,0-1,0 0,0-1,1-1,-1-1,2 0,35 3</inkml:trace>
  <inkml:trace contextRef="#ctx0" brushRef="#br0" timeOffset="580.448">1793 7607,'-13'0,"1"0,0 1,0 0,0 1,1 1,-1 0,0 0,1 1,0 1,0 0,0 0,1 1,-1 0,1 1,7-4,0 0,1 0,-1 1,1-1,0 0,0 1,0 0,0-1,0 1,1 0,0 0,0 0,0 0,0 0,0 0,1 0,0 0,0 0,0 0,0 0,1 0,-1 0,1 0,0 0,1 0,-1 0,0 0,1 0,0-1,0 1,0-1,1 1,-1-1,1 0,-1 0,1 0,0 0,0 0,1-1,2 3,202 152,-207-156,1 0,0 0,-1 0,1 0,-1 1,1-1,-1 1,1-1,-1 1,0 0,0-1,0 1,0 0,0 0,0 0,-1 0,1-1,0 1,-1 0,0 0,1 1,-1-1,0 0,0 0,0 0,0 0,-1 0,1 0,0 0,-1 0,0 0,1 0,-1-1,0 1,0 0,0 0,0 0,-1 1,0-1,0-1,0 1,0 0,0-1,0 1,0-1,-1 0,1 0,0 0,-1 0,1 0,-1 0,1-1,-1 1,1-1,-1 0,1 1,-1-1,0 0,1-1,-1 1,1 0,-1-1,1 0,-1 1,1-1,-1 0,1 0,0 0,0-1,-1 1,1 0,0-1,0 1,0-1,0 0,1 0,-1 0,0 0,1 0,-1 0,1 0,0-1,0 1,0 0,0-1,0 0,3-7,1-1,0 1,0-1,1 1,1 0,-1 0,2 1,-1-1,1 1,1 0,0 1,0 0,1 0,3-3,9-11,0 0,2 2,1 0,0 1,11-5,-34 23,1 1,0-1,-1 0,1 0,0 1,0-1,-1 1,1-1,0 0,0 1,0-1,0 1,0 0,0-1,0 1,0 0,0 0,0-1,0 1,0 0,0 0,0 0,0 0,0 0,0 1,0-1,0 0,0 0,0 1,0-1,0 0,0 1,0-1,-1 1,1-1,0 1,0 0,0-1,-1 1,1 0,0-1,-1 1,1 0,0 0,-1 0,1 0,-1 0,0 0,1-1,-1 1,0 0,1 1,8 128,-8-122,0 0,0 0,1 0,0-1,1 1,0-1,0 1,1-1,-1 0,2 0,-1-1,1 1,0-1,0 0,0 0,1-1,0 1,0-1,1-1,-1 1,1-1,0 0,0-1,6 2,10 1</inkml:trace>
  <inkml:trace contextRef="#ctx0" brushRef="#br0" timeOffset="827.823">2020 7407,'-5'9,"6"9,9 10,10 8,8 7,0-3</inkml:trace>
  <inkml:trace contextRef="#ctx0" brushRef="#br0" timeOffset="1328.469">2327 7954,'16'-98,"-6"50,-3-1,-2 0,-2-18,-6 45,3 23,0-1,0 0,-1 0,1 0,0 0,0 1,0-1,0 0,0 0,0 0,0 1,-1-1,1 0,0 0,0 0,0 0,0 0,-1 0,1 1,0-1,0 0,0 0,-1 0,1 0,0 0,0 0,0 0,-1 0,1 0,0 0,0 0,0 0,-1 0,1 0,0 0,0 0,0 0,-1 0,1 0,0 0,0 0,-1-1,1 4,0-1,-1 0,1 0,0 1,0-1,0 0,1 0,-1 1,0-1,1 0,0 0,-1 0,1 1,0-1,0 0,0 0,0 0,1 0,-1-1,1 1,-1 0,1-1,-1 1,1 0,0-1,0 0,-1 1,1-1,0 0,0 0,1 0,-1 0,78 23,-64-21,-8-3,0 1,0 1,0-1,0 1,-1 1,1-1,-1 1,1 1,-1-1,0 1,0 0,-1 1,1 0,-1 0,0 0,0 1,-1 0,0 0,0 0,0 0,-1 1,0 0,0 0,1 2,2 49,-8-51,1-1,1 1,-1-1,1 1,0-1,0 1,1-1,0 0,0 1,1-1,-1 0,1 0,1-1,2 5,-2-7,1-1,0 0,0 0,0 0,0 0,0-1,0 0,0 0,0 0,1-1,-1 1,0-1,1-1,-1 1,0-1,0 0,0 0,1 0,-1-1,0 0,-1 0,1 0,0 0,-1-1,1 0,-1 0,0 0,1 0,-2-1,3-1,1-1,0 1,-1-1,0-1,0 1,0-1,0 0,-1 0,0-1,-1 1,0-1,0 0,-1 0,0-1,0 1,-1 0,0-1,0 0,-1 0,0 0,-1 10,0-1,0 1,0 0,0-1,0 1,-1-1,1 1,0 0,0-1,0 1,-1-1,1 1,0-1,-1 1,1-1,0 1,-1-1,1 1,-1-1,1 1,-1-1,1 0,-1 1,1-1,-1 0,1 1,-1-1,1 0,-1 0,0 0,1 1,-1-1,1 0,-1 0,0 0,1 0,-1 0,1 0,-1 0,0 0,1 0,-1-1,0 1,1 0,-1 0,1 0,-1-1,1 1,-1 0,1-1,-1 1,1 0,-1-1,1 1,-1-1,1 1,-1-1,1 1,0-1,-1 1,1-1,0 1,0-1,-1 1,1-1,-2 6,-1 0,1 0,0 1,0-1,1 1,0-1,0 1,0 0,1-1,0 1,0 0,0-1,0 1,1 0,0-1,0 1,1-1,0 1,0-1,0 0,0 1,1-1,0-1,0 1,0 0,1-1,0 1,0-1,0 0,0 0,0-1,1 1,0-1,-1 0,3 1,18 3,-2-3</inkml:trace>
  <inkml:trace contextRef="#ctx0" brushRef="#br0" timeOffset="1578.606">2849 7433,'-14'13,"-4"12,1 11,3-1</inkml:trace>
  <inkml:trace contextRef="#ctx0" brushRef="#br0" timeOffset="2447.285">1552 9051,'-2'-6,"0"0,-1 0,0 0,0 0,0 1,-1-1,0 1,0 0,0 0,0 1,-1-1,0 1,0 0,0 0,0 0,-1 1,1 0,-1 0,0 0,0 1,0 0,0 0,-1 1,1-1,0 1,-1 1,1-1,-1 1,1 0,-1 0,1 1,-4 1,2-1,1 0,-1 0,1 1,0 0,0 0,0 1,0-1,0 2,0-1,1 1,-1 0,1 0,0 1,0 0,1 0,0 0,0 1,0 0,0 0,1 0,0 1,0-1,1 1,0 0,0 0,0 0,-1 7,3-11,1 1,-1-1,1 1,0-1,0 1,0 0,1-1,-1 1,1-1,0 1,0-1,0 0,0 1,1-1,-1 0,1 0,0 1,0-2,0 1,0 0,0 0,1-1,-1 1,1-1,0 1,0-1,0 0,0 0,0-1,0 1,3 1,2-1,-1 1,0-1,1 0,0 0,-1-1,1 0,0-1,0 0,0 0,-1 0,1-1,0 0,-1-1,4 0,1-2,-1-1,0 0,0-1,0 0,-1 0,0-1,0 0,-1-1,0 0,0-1,-1 0,0 0,0-1,-1 0,-1 0,1-1,-2 1,1-1,-2-1,2-3,2-7,-2 0,0-1,-1 0,-2 1,0-1,-1-1,-2 1,0 0,-2 0,-1-8,2 16,-2 0,1 0,-2 1,0-1,0 1,-1 0,-1 0,-1 1,0-1,-7-9,14 23,0-1,-1 0,1 1,0-1,-1 1,1-1,-1 0,1 1,-1-1,1 1,-1-1,1 1,-1 0,1-1,-1 1,0 0,1-1,-1 1,0 0,1-1,-1 1,0 0,1 0,-1 0,0 0,1 0,-1 0,0 0,0 0,1 0,-1 0,0 0,1 0,-1 0,0 1,1-1,-1 0,0 1,1-1,-1 0,1 1,-1-1,0 0,1 1,-1-1,1 1,-1-1,1 1,0 0,-1-1,1 1,-1-1,1 1,0 0,0-1,-1 2,-12 41,13-43,-6 37,2-1,2 0,1 1,1 0,2-1,2 0,1 1,2-1,2-1,1 0,1 0,16 32,-21-55,1 0,0-1,0 1,1-1,1-1,-1 0,2 0,-1 0,2-1,-1-1,1 0,-6-4,0-1,1 0,-1 0,1 0,0-1,-1 0,1 0,0-1,0 1,0-1,1 0,-1-1,0 0,0 0,0 0,0 0,1-1,-1 0,0-1,0 1,0-1,-1 0,1-1,4-2,-1 0,0-1,0 0,-1-1,0 0,0 0,-1-1,0 0,0 0,-1-1,0 0,0 0,-1 0,0-1,-1 1,0-1,0-2,4-12,-2 0,-1 0,0-1,-2 0,-1 0,-1-8,-1 30,1-6,-1 0,0 0,0-1,-1 1,0 0,-1 0,1 0,-2 1,1-1,-2 0,0-2,3 10,1 0,-1 0,1 0,-1 0,1 1,-1-1,0 0,1 0,-1 1,0-1,0 0,1 1,-1-1,0 1,0-1,0 1,0-1,0 1,0 0,0-1,0 1,0 0,0 0,0 0,0 0,0 0,0 0,0 0,0 0,0 0,0 0,0 0,0 1,0-1,0 0,0 1,0-1,1 1,-1-1,0 1,0 0,0-1,0 1,1 0,-1-1,0 1,1 0,-1 0,-29 43,24-30,1 0,0 0,1 0,0 0,2 1,-1 0,2-1,0 1,1 0,0 0,2 3,-2-10,2 0,-1 0,1-1,0 1,1-1,0 1,0-1,0 0,1 0,0 0,0-1,1 1,0-1,0 0,1-1,-1 1,1-1,0 0,1-1,-1 1,1-1,0 0,11 3,0 0,1-1,0-1,0 0,0-2,0 0,1-1,17-1,22-1</inkml:trace>
  <inkml:trace contextRef="#ctx0" brushRef="#br0" timeOffset="3993.145">1432 10253,'-20'-2,"0"0,0 1,-1 0,1 2,0 1,0 0,0 2,1 0,-2 1,11-1,0-1,0 1,0 1,1 0,0 0,0 1,0 0,0 0,1 1,0 0,1 1,0 0,0 0,0 0,1 1,0 0,-3 8,6-14,1 1,0-1,0 1,1 0,-1 0,1 0,-1-1,1 1,1 1,-1-1,0 0,1 0,0 0,0 0,0 0,0 0,1 0,0 1,0-1,0 0,0 0,1-1,-1 1,1 0,0 0,0-1,0 1,1-1,-1 0,1 0,0 1,0-2,0 1,0 0,0-1,2 2,1-2,1 1,-1-1,1 0,-1-1,1 1,0-1,0-1,-1 1,1-1,0 0,0-1,0 1,-1-1,1-1,0 1,-1-1,1-1,2 0,6-4,0 1,-1-2,-1 0,1-1,-1 0,0-1,5-6,-4 2,0-2,-1 0,0-1,-1 0,-1 0,-1-1,-1-1,0 0,-1 0,-2-1,0 1,0-2,-2 1,0-6,5-47,-4 0,-3 0,-4-27,2 82,-5-80,-9 75,-7 44,3 15,2 1,1 1,2 0,2 1,1 1,3-1,-3 36,5-43,3-1,0 1,3 0,0 0,2-1,1 1,3 5,-4-24,0 0,1-1,0 1,1-1,1 0,0 0,0-1,1 0,1 0,0 0,0-1,1 0,0-1,1 0,0 0,1-1,-1-1,8 4,-6-5,0-1,0 0,1-1,-1 0,1-1,0 0,0-1,1-1,-1 0,0 0,0-2,1 0,-1 0,0-1,0-1,0 0,0-1,6-2,-10 3,0-1,-1 0,1-1,0 0,-1 0,0 0,-1-1,1 0,-1-1,0 0,-1 0,1 0,-1-1,-1 0,0 0,0-1,0 1,-1-1,0 0,-1 0,0 0,-1-1,1 1,-2-1,1-4,-1 10,-1 0,0-1,0 1,0 0,-1 0,1 0,-1 0,0-1,0 1,0 0,-1 0,1 1,-1-1,0 0,0 0,0 1,-1-1,1 1,-1 0,0 0,0 0,0 0,0 0,0 1,-1-1,1 1,-1 0,0 0,0 0,0 1,0-1,0 1,0 0,0 0,0 0,0 1,0-1,0 1,-1 0,1 0,0 1,-4 0,2 0,1 0,-1 1,1-1,-1 1,1 1,-1-1,1 1,0 0,0 0,0 0,1 1,-1-1,1 1,0 0,0 1,0-1,1 1,-1 0,1-1,0 1,1 1,-1-1,1 0,0 1,0-1,1 1,-1 0,1-1,1 1,-1 5,1-9,1 1,0 0,-1 0,1 0,0-1,1 1,-1 0,0-1,1 1,0-1,-1 0,1 1,0-1,0 0,0 0,1 0,-1 0,0-1,1 1,-1-1,1 1,-1-1,1 0,0 0,0 0,-1 0,1 0,0-1,0 1,0-1,0 0,2 0,4 1,0-1,-1 0,1-1,0 0,0 0,-1-1,1 0,-1 0,1-1,2-2,-5 2,0-1,-1 1,0-1,0 0,0-1,0 1,0-1,-1 0,0 0,0-1,0 1,2-7,0 92,-4-74,0 0,0 0,1-1,0 1,0-1,1 0,-1 1,1-2,0 1,0 0,1-1,0 0,-1 0,1 0,1-1,-1 1,0-1,1 0,0-1,-1 1,1-1,0-1,0 1,0-1,1 0,-1 0,0-1,0 1,6-2,-1 1,0 0,0-1,0-1,1 1,-2-2,1 0,0 0,0-1,-1 0,0-1,0 0,0-1,-1 0,1 0,-1-1,3-4,-3 1,0-1,-1 0,0 0,-1-1,-1 0,1-1,-2 1,0-1,0 0,-2 0,1-1,0-11,10-170,-14 160,6-554,-10 538,3 52,1-1,0 1,-1-1,1 0,-1 1,1-1,0 0,-1 0,1 1,-1-1,1 0,-1 0,1 0,-1 1,1-1,-1 0,1 0,-1 0,1 0,-1 0,1 0,-1 0,1 0,-1 0,1 0,-1 0,1-1,-1 1,1 0,-1 0,1 0,-1-1,1 1,-1 0,1-1,-1 1,1 0,0-1,-1 1,1 0,0-1,-1 1,1-1,0 1,0-1,-1 1,1-1,0 1,0-1,0 1,0-1,-1 1,1-1,0 1,0-1,-9 23,1 0,1 1,1 0,1 0,1 0,-1 10,1-5,-6 25,3-1,1 1,3 0,3 1,1-1,3 0,3 0,1-1,3 0,5 10,-9-44,1 0,0-1,1 0,1-1,1 0,0 0,1-1,6 5,-11-13,-1 0,1-1,0 0,1 0,-1-1,1 0,0 0,1-1,-1 0,1 0,0-1,-1 0,2 0,-1-1,0-1,0 1,0-2,1 1,-3-2,0 1,-1-1,1-1,0 0,-1 1,1-2,-1 1,0-1,1 0,-1 0,-1-1,1 0,0 0,-1 0,0-1,0 1,0-1,-1-1,0 1,0 0,0-1,0 0,-1 0,0 0,0 0,1-6,1-3,0 0,0-1,-2 0,0 0,-1 0,0 0,-1 0,-1-1,-1 1,-2-13,-12-8,14 36,1 1,-1-1,0 0,1 1,-1 0,0-1,1 1,-1-1,0 1,1 0,-1 0,0-1,0 1,1 0,-1 0,0 0,0 0,0 0,1 0,-1 0,0 0,0 0,1 0,-1 0,0 0,0 1,1-1,-1 0,0 1,0-1,1 0,-1 1,0-1,1 1,-1-1,1 1,-1-1,1 1,-1 0,1-1,-1 1,1-1,-1 1,1 0,0 0,-1-1,1 1,0 0,-5 9,0 1,0 0,2 0,-1 0,1 0,1 0,0 1,1-1,0 1,0 0,1-1,1 1,1 7,0-9,0 1,0-1,1 1,0-1,1 0,0 0,1-1,0 1,1-1,0 0,0 0,1-1,0 0,0 0,1 0,0-1,0-1,1 1,-1-1,2 0,-1-1,1 0,-1-1,1 0,0 0,1-1,-1-1,1 0,-1 0,5 0,20-1</inkml:trace>
  <inkml:trace contextRef="#ctx0" brushRef="#br0" timeOffset="4245.476">2087 9973,'20'-4,"25"-5,30-2,30-4,26-6,18-7,-16 2</inkml:trace>
  <inkml:trace contextRef="#ctx0" brushRef="#br1" timeOffset="59315.835">8356 160,'16'18,"14"15,16 14,14 12,8 8,5 3,3-1,-3 0,-5-4,-7-5,-11-9,-13-8,-12-19,-13-19,-10-21,-8-18,-3-4</inkml:trace>
  <inkml:trace contextRef="#ctx0" brushRef="#br1" timeOffset="59509.31">8931 174,'-14'0,"-11"7,-10 11,-13 16,-12 21,-10 16,-6 15,-1 9,5 1,10-1,16-9,15-11,14-19</inkml:trace>
  <inkml:trace contextRef="#ctx0" brushRef="#br1" timeOffset="57297.602">6484 454,'-10'-82,"4"133,-57 474,63-500,-11 43,10-68,0-1,0 1,0 0,0 0,0-1,0 1,0-1,0 1,0-1,0 1,0-1,0 1,0-1,0 0,0 0,1 1,-1-1,0 0,0 0,1 0,-1 0,1 0,-1 0,1 0,-1 0,1 0,0 0,-1 0,1 0,0 0,0-1,0 1,0 0,0 0,0 0,0-1,-2-16,3 1</inkml:trace>
  <inkml:trace contextRef="#ctx0" brushRef="#br1" timeOffset="57965.841">6512 348,'-12'-5,"0"1,5 6,11 7,11 8,13 7,8 3,8 0,2-1,-2-2,-4-3,-6-3,-7-4,-10-5,-10-4,-9-2,-4-3</inkml:trace>
  <inkml:trace contextRef="#ctx0" brushRef="#br1" timeOffset="58528.924">7059 334,'-44'69,"-3"-3,-4-1,-45 45,61-70,13-15,21-25,1-1,0 1,0 0,0 0,0 0,-1 0,1 0,59-75,-3-2,25-50,27-66,-108 192,0 0,1 0,-1 0,0 0,1 0,-1 0,1-1,-1 1,1 0,0 0,-1 0,1 0,0 0,0 1,0-1,-1 0,1 0,0 0,0 1,0-1,0 1,1-1,-1 1,0-1,0 1,0-1,0 1,0 0,1 0,-1-1,0 1,0 0,0 0,1 0,-1 1,0-1,0 0,0 0,1 1,-1-1,0 0,0 1,0-1,0 1,0 0,4 6,-1 0,0 0,0 1,-1-1,0 1,0 0,-1 0,0 0,0 7,0-5,15 88,-6 0,-3 0,-5 67,-2-119,16 96,-8-134,-5-12</inkml:trace>
  <inkml:trace contextRef="#ctx0" brushRef="#br1" timeOffset="59030.094">7420 307,'0'1,"0"-1,0 1,0-1,1 0,-1 1,0-1,0 0,0 0,0 1,1-1,-1 0,0 1,0-1,1 0,-1 0,0 1,0-1,1 0,-1 0,0 0,0 1,1-1,-1 0,0 0,1 0,-1 0,0 0,1 0,-1 0,1 0,-1 0,0 0,1 0,-1 0,0 0,1 0,-1 0,0 0,1 0,-1 0,0 0,1 0,-1 0,0-1,1 1,-1 0,0 0,0 0,1-1,-1 1,0 0,0 0,1-1,-1 1,0 0,0-1,0 1,1 0,-1-1,0 1,0 0,0-1,0 1,0 0,0-1,0 1,0 0,0-1,0 1,4 10,0 1,-1-1,-1 1,0 0,0 0,-1 0,0 0,-1 7,1 5,-2 459,1-474,0 1,1-1,-1 1,2 0,-1-1,1 0,0 1,1-1,0 0,0 0,1 0,0-1,1 1,-1-1,1 0,1 0,-1-1,1 1,0-1,1 0,-1-1,1 0,7 4,-5-5,1-1,-1 0,1 0,0-1,0 0,0-1,0 0,0-1,1 0,-1-1,0 0,0 0,0-1,0 0,0-1,-1 0,1-1,-1 1,0-2,0 0,0 0,-1 0,1-1,-1 0,-1-1,1 0,-1 0,0-1,-1 0,5-6,0-11,-1-2,0 1,-2-1,-1 0,-2-1,0 0,-2 0,-1 0,-1 0,-1 0,-3-7,3 15,0-3,1-142,-19-140,18 349,25 27,-8-40</inkml:trace>
  <inkml:trace contextRef="#ctx0" brushRef="#br1" timeOffset="64266.01">4653 348,'-10'29,"1"0,2 0,0 1,2 0,0 16,2-20,-43 367,38-346,4-52,-8-54,2-1,-2-53,7 89,2-1,1 0,1 0,1 0,1 0,1 0,1 0,1 0,2 1,0-1,2 2,0-1,10-18,-13 36,-1 0,1 0,0 1,0-1,0 1,1 0,0 1,0 0,0 0,0 0,1 0,-1 1,6-2,-9 4,1 0,-1 0,1 1,-1-1,1 1,-1-1,1 1,-1 0,1 1,-1-1,1 0,-1 1,1 0,-1 0,1 0,-1 0,0 1,0-1,1 1,-1 0,0 0,-1 0,1 0,0 0,0 1,-1-1,0 1,1 0,-1 0,3 5,-1 0,0 0,-1 0,1 0,-1 1,-1 0,0-1,0 1,-1 0,0 0,0 0,-1 0,0 0,-1 0,0 0,0 0,-1 0,0 0,-1-1,0 1,0-1,-1 0,0 0,0 0,-1 0,0 0,0-1,-1 0,0 0,0-1,-5 5,-75 52,87-63,-1 0,0 0,0 0,0 0,0 1,0-1,1 0,-1 0,0 0,0 0,0 0,0 0,0 0,0 0,1 1,-1-1,0 0,0 0,0 0,0 0,0 0,0 1,0-1,0 0,0 0,0 0,0 0,0 1,0-1,0 0,0 0,0 0,0 0,0 1,0-1,0 0,0 0,0 0,0 0,0 1,0-1,0 0,0 0,0 0,0 0,0 0,-1 1,1-1,0 0,0 0,0 0,0 0,0 0,-1 0,23-1,-16 0,18-1,0 0,0 2,1 1,-1 1,14 3,-32-4,0 0,0 0,0 1,0 0,0 0,-1 0,0 1,1 0,-1 0,0 1,0-1,0 1,-1 0,1 0,-1 1,0-1,0 1,-1 0,1 0,-1 0,0 0,-1 1,1-1,-1 1,0 1,0-2,-1 0,0 0,-1 0,1 0,-1 0,0 1,0-1,-1 0,1 0,-1 0,0 0,-1 0,1 0,-1-1,0 1,0 0,-1-1,1 1,-1-1,0 0,0 0,0 0,-1 0,1-1,-1 1,0-1,0 0,0 0,-2 1,-8 4,0 0,0 0,-1-1,0-1,-1-1,1 0,-1 0,-10 0,24-5,-10 3,1-1,-1 0,0-1,0 0,0-1,0 0,0-1,-7-2,18 3,0-1,0 1,1 0,-1-1,0 1,1-1,-1 1,0-1,1 1,-1-1,1 1,-1-1,1 1,-1-1,1 0,-1 1,1-1,-1 0,1 0,0 1,0-1,-1 0,1 0,0 0,0 1,0-1,0 0,0 0,0 0,0 1,0-1,0 0,0 0,0 0,1 1,-1-1,0 0,0 0,1 1,-1-1,1 0,-1 0,1 1,-1-1,1 1,-1-1,1 0,-1 1,1-1,0 1,-1-1,1 1,13-17</inkml:trace>
  <inkml:trace contextRef="#ctx0" brushRef="#br1" timeOffset="64579.174">5147 80,'131'219,"-78"-140,-21-34,-1 1,-2 2,-3 1,-2 1,-1 1,10 42,-29-76,-1 1,0 0,-2 0,0-1,-1 1,-1 0,-1 0,0 0,-1-1,-1 1,-1-1,-1 0,0 0,-1-1,0 1,-2-2,0 1,0-1,-8 8,-2 2,-1-1,-2 0,0-1,-1-2,-1 0,-1-2,-1 0,-9 3,4-7,31-15,0-1,1 1,-1 0,0-1,0 1,0 0,0-1,0 1,0-1,0 1,0 0,0-1,0 1,0 0,0-1,0 1,0 0,0-1,-1 1,1 0,0-1,0 1,0 0,0 0,-1-1,1 1,0 0,0-1,-1 1,1 0,0 0,0 0,-1-1,1 1,0 0,-1 0,1 0,0 0,-1-1,1 1,0 0,-1 0,1 0,0 0,-1 0,1 0,0 0,-1 0,1 0,0 0,-1 0,1 0,0 0,-1 1,1-1,0 0,-1 0,1 0,0 0,-1 1,1-1,0 0,0 0,-1 0,1 1,0-1,8-14</inkml:trace>
  <inkml:trace contextRef="#ctx0" brushRef="#br1" timeOffset="69747.434">11618 3556,'-9'275,"19"-144,6-2,12 28,8 64,47 617,49 198,-89-689,101 898,-85-418,-31-627,30 95,6 41,-34-106,-11 1,-9 159,-10-29,1-349,11 46,-7-55</inkml:trace>
  <inkml:trace contextRef="#ctx0" brushRef="#br1" timeOffset="71765.291">11618 3542,'87'8,"0"-4,0-3,83-11,145 1,312 79,-79-72,-274-5,245 14,-298-4,130-18,-97 4,-118-8,-135 19,0-1,0 1,1 0,-1-1,0 1,0 0,0 0,0 0,0-1,1 1,-1 0,0 1,0-1,0 0,0 0,0 0,1 1,-1-1,0 1,0-1,0 1,0-1,0 1,0 0,0-1,0 1,-1 0,1 0,0-1,0 1,-1 0,1 0,0 0,-1 0,1 0,-1 0,1 0,-1 0,1 1,-1-1,0 0,0 0,0 0,1 0,-1 0,0 1,0-1,0 0,-1 0,1 0,0 0,0 0,-1 1,-20 179,19 401,5-434,6-1,16 64,-18-163,38 250,-4 142,-9 102,34 368,-26-16,-40-782,0 38,6 0,16 72,-15-174,20 129,5 174,-30-130,0-10,13 53,15 60,-12 61,-18-292,0 46,5 0,19 103,37 81,-52-285,-1-8</inkml:trace>
  <inkml:trace contextRef="#ctx0" brushRef="#br1" timeOffset="73346.126">12407 10669,'-110'866,"108"-838,-4 24,3 0,1 1,6 34,-4-83,0 0,0 0,1 0,0 0,0 0,0-1,0 1,1 0,-1 0,1-1,0 1,0-1,1 0,-1 1,1-1,-1 0,1 0,0 0,0-1,0 1,0-1,1 0,-1 0,1 0,-1 0,1 0,0-1,1 1,16 0,0 0,-1-1,1-1,0-1,0 0,-1-2,1-1,-1 0,0-1,0-2,0 0,2 1,42-13,-5 1,0 2,2 3,0 3,14 1,314-7,369-8,-28 33,-537-4,131-15,-109 7,-74 16,-127-12,-12 0,0-1,0 1,0-1,0 1,0-1,0 0,0 0,-1 1,1-1,0-1,0 1,0 0,0 0,0-1,0 1,0-1,0 0,0 0,-1 1,1-1,0 0,-1 0,1-1,0 1,-1 0,0-1,1 1,-1 0,0-1,1 0,-1 1,0-1,0 0,0 1,0-2,-1-11</inkml:trace>
  <inkml:trace contextRef="#ctx0" brushRef="#br1" timeOffset="74751.57">8036 4799,'665'14,"110"10,-556-25,122-20,309-35,-138 21,-344 22,-26 7,-127 4,-18-1</inkml:trace>
  <inkml:trace contextRef="#ctx0" brushRef="#br1" timeOffset="75899.788">8396 6136,'-45'5,"45"-4,0-1,0 0,1 0,-1 0,0 0,0 0,0 0,0 0,0 1,0-1,0 0,0 0,0 0,0 0,0 0,0 0,0 1,0-1,0 0,0 0,0 0,0 0,0 0,0 1,0-1,0 0,0 0,0 0,0 0,0 0,0 0,0 1,0-1,0 0,0 0,0 0,0 0,-1 0,1 0,18 2,74-1,-1-5,62-11,-15 2,676-25,-428 20,266-51,-503 45,-44 5,1 5,102 0,196 15,-401-1</inkml:trace>
  <inkml:trace contextRef="#ctx0" brushRef="#br1" timeOffset="77170.205">8690 7740,'0'1,"-1"-1,0 1,0 0,1 0,-1-1,1 1,-1 0,0 0,1 0,0 0,-1 0,1 0,-1-1,1 1,0 0,0 0,0 0,-1 0,1 0,0 0,0 0,0 1,1-1,-1 0,0 0,0-1,0 1,1 0,-1 0,1 0,-1 0,0 0,1 0,0 0,-1 0,1-1,-1 1,1 0,0 0,0-1,-1 1,1 0,0-1,0 1,0-1,0 1,0-1,0 0,0 1,0-1,0 0,0 0,0 0,0 1,0-1,0 0,22 4,0-1,1-1,-1-1,0-2,1 0,-1-1,15-3,-14 2,447-36,191 21,-375-7,-21 0,169 11,-52 29,-313-16,-1-3,1-3,3-4,18-7,-85 20,-3 1</inkml:trace>
  <inkml:trace contextRef="#ctx0" brushRef="#br1" timeOffset="78327.078">9186 9225,'-6'-2,"1"0,-1 1,0 0,1 0,-1 1,0-1,1 1,-1 1,0-1,0 1,1 0,-1 0,1 0,-1 1,1 0,-1 0,1 0,0 1,0 0,0 0,1 0,-1 1,1-1,-1 1,1 0,0 0,1 1,-4 4,7-9,0 1,0-1,0 1,0 0,0-1,0 1,0-1,0 1,0-1,0 1,1 0,-1-1,0 1,0-1,1 1,-1-1,0 1,1-1,-1 1,0-1,1 0,-1 1,1-1,-1 1,0-1,1 0,-1 1,1-1,-1 0,1 0,0 1,-1-1,1 0,-1 0,1 0,-1 0,1 0,0 0,-1 0,1 0,-1 0,1 0,-1 0,1 0,0 0,-1 0,1 0,-1-1,55 5,0-3,0-2,37-6,-68 5,662-59,42 23,-376 0,-176 15,1 8,1 8,125-12,-203 13,-95 3,-4-2</inkml:trace>
  <inkml:trace contextRef="#ctx0" brushRef="#br1" timeOffset="79076.141">12233 4439,'-2'-5,"-1"1,0 6,1 9,0 12,1 11,1 11,2 10,1 6,2 4,0-1,0-6,-2-5,0-8,-2-8,-1-12</inkml:trace>
  <inkml:trace contextRef="#ctx0" brushRef="#br1" timeOffset="79327.471">12180 4986,'-5'5,"-1"3,3 1,5-1,9-3,8-1,7-4,5-2,4-1,-3-1,-3-2,-8 0,-6-1</inkml:trace>
  <inkml:trace contextRef="#ctx0" brushRef="#br1" timeOffset="79599.741">12153 4398,'-5'-4,"1"-2,4 0,6 2,9-2,11 1,12 1,9 1,4 1,-1 3,-9 2</inkml:trace>
  <inkml:trace contextRef="#ctx0" brushRef="#br1" timeOffset="79985.231">12594 4866,'-1'7,"-1"-1,1 1,1-1,-1 1,1 0,0-1,1 1,0-1,0 1,0-1,1 1,0-1,0 1,0-1,1 0,0 0,0 0,1-1,-1 1,1-1,1 0,-1 0,1 0,0-1,0 1,0-1,0 0,1-1,-1 1,1-1,0 0,5 1,-6-1,0-1,1 0,-1-1,0 0,0 1,1-2,-1 1,0 0,1-1,-1 0,1-1,-1 1,0-1,1 0,-1 0,0-1,0 1,1-1,-1 0,-1-1,1 1,0-1,-1 0,1 0,-1 0,0-1,0 0,0 1,0-1,-1-1,0 1,0 0,0-1,0 0,-1 0,1 0,-1 0,0 0,-1-1,0 1,0 0,0 0,-1 0,1-1,-1 1,-1 0,1 0,-1-1,0 1,0 0,0 0,-1 0,0 0,0 0,0 0,-1 1,1-1,-1 1,0 0,0-1,-1 1,1 1,-1-1,0 0,0 1,0 0,-1 0,1 0,-1 0,1 1,-1 0,0 0,0 0,0 0,0 1,0 0,0 0,-3 0,0 1,0 0,0 1,0 0,1 0,-1 1,0 0,1 0,-1 1,1 0,0 0,-1 1,2 0,-1 0,0 0,1 1,0 0,0 0,0 1,1 0,0 0,0 0,0 0,1 1,0 0,0 0,1 0,-1 0,2 1,-1-1,1 1,0 0,1-1,-1 8,-3 30,2-4</inkml:trace>
  <inkml:trace contextRef="#ctx0" brushRef="#br1" timeOffset="80366.214">12527 5602,'-4'13,"-5"12,1 8,0 8,2 3,3 4,0 0,5-1,0 1,4-2,0-3,1-3,2-5,-1-7,-1-6,-2-6</inkml:trace>
  <inkml:trace contextRef="#ctx0" brushRef="#br1" timeOffset="80563.7">12394 6177,'11'-3,"11"0,6-2,3-1,0 2,0 0,0 2,-2 1,-1-2,-1 0,-2-2,-6 0</inkml:trace>
  <inkml:trace contextRef="#ctx0" brushRef="#br1" timeOffset="80833.964">12274 5481,'13'-4,"14"-2,12 0,8 1,5 2,5 1,2 0,-3 2,-10 0</inkml:trace>
  <inkml:trace contextRef="#ctx0" brushRef="#br1" timeOffset="81178.185">12915 6016,'51'-294,"-49"287,-1 13,-1 16,-4 59,0-9,3 1,3-1,9 59,32 71,-29-147</inkml:trace>
  <inkml:trace contextRef="#ctx0" brushRef="#br1" timeOffset="81612.383">12607 6978,'-6'21,"-3"13,0 12,2 8,2 3,2 4,4 0,4-3,5-2,4-4,1-5,-1-4,-4-7,-3-8</inkml:trace>
  <inkml:trace contextRef="#ctx0" brushRef="#br1" timeOffset="81863.241">12500 7673,'5'-2,"5"-1,7 0,6 1,7-2,2 0,3 1,0 0,-2 2,-3-3,-8-1,-7-2</inkml:trace>
  <inkml:trace contextRef="#ctx0" brushRef="#br1" timeOffset="82114.567">12340 6911,'7'-6,"11"-1,14 1,11 5,11 3,6 7,-7 2</inkml:trace>
  <inkml:trace contextRef="#ctx0" brushRef="#br1" timeOffset="82498.541">12995 7392,'-1'-1,"-1"0,1-1,0 1,0-1,0 1,0-1,0 0,0 1,0-1,0 0,0 0,1 0,-1 0,1 0,0 1,-1-1,1 0,0 0,0 0,0 0,0 0,1 0,-1 0,0 0,1 0,-1 0,1 0,0 1,0-1,0 0,0 1,0-1,0 0,0 1,0-1,1 1,-1-1,0 1,1 0,0-1,8-1,0 0,-1 1,1 0,0 0,0 1,0 0,1 1,-1 0,0 1,0 0,0 1,0-1,0 2,5 1,-11-1,0-1,1 0,-1 1,0 0,-1 0,1 0,0 0,-1 1,0-1,0 1,0 0,0 0,0 0,-1 0,0 1,0-1,0 1,0-1,-1 1,0-1,0 1,0 0,0 0,-1 0,0 0,0-1,0 1,0 0,-1 0,0 0,0-1,0 1,-1 0,0-1,1 1,-2-1,1 1,0-1,-1 0,0 0,-3 3,-147 170,152-177,-1 1,1 0,0 0,0 0,0 0,1 0,-1 0,0 0,0 0,0 0,1 0,-1 0,1 0,-1 1,1-1,-1 0,1 0,0 1,-1-1,1 0,0 1,0-1,0 0,0 1,0-1,0 0,0 0,1 1,-1-1,0 0,1 1,-1-1,1 0,0 0,-1 0,1 0,0 0,0 1,-1-1,1 0,0-1,0 1,0 0,0 0,0 0,0 0,1-1,-1 1,0-1,0 1,0-1,1 1,-1-1,1 0,17 5,0-1,1 0,0-2,-1-1,1 0,12-2,3 1,253-1,-202 0</inkml:trace>
  <inkml:trace contextRef="#ctx0" brushRef="#br1" timeOffset="82984.576">12995 8435,'-4'16,"-3"15,2 10,0 10,1 6,2 4,4 1,3-1,1-2,-1-4,-1-2,-1-6,-1-6,-1-10</inkml:trace>
  <inkml:trace contextRef="#ctx0" brushRef="#br1" timeOffset="83231.439">12862 9131,'-5'0,"4"0,5-3,10 0,9-2,8 0,4-2,5 1,-1 0,-1 1,-1-1,-5 0,-8 0</inkml:trace>
  <inkml:trace contextRef="#ctx0" brushRef="#br1" timeOffset="83481.632">12768 8448,'-5'-6,"2"-3,5 0,9 2,12 3,13 1,10 1,8 1,7 1,-1 1,-10-1</inkml:trace>
  <inkml:trace contextRef="#ctx0" brushRef="#br1" timeOffset="84066.073">13369 8836,'63'-9,"-40"4,1 2,-1 0,1 1,-1 2,1 0,-1 2,4 0,-24-2,0 1,-1-1,1 0,0 1,0-1,-1 1,1 0,-1 0,1 0,-1 0,1 0,-1 0,1 1,-1-1,0 1,0 0,0 0,0-1,0 2,0-1,0 0,-1 0,1 0,-1 1,0-1,0 1,1-1,-1 1,-1-1,1 1,0 0,-1-1,1 1,-1 0,0 0,0-1,0 1,0 0,-1-1,1 1,-1 1,-6 5,0 0,-1-1,0 0,-1 0,0-1,0 0,0 0,-1-1,0 0,0-1,-1 0,0 0,9-5,-35 19,64-3,-5-11,1 1,-1 1,0 1,-1 1,0 1,-1 0,0 2,0 1,-1 0,-1 1,0 1,-16-13,1 0,-1 0,0 0,0 0,0 0,-1 0,1 0,-1 1,1-1,-1 0,0 1,1-1,-1 1,-1 0,1-1,0 1,-1 0,1 0,-1-1,0 1,0 0,0 0,0-1,0 1,-1 0,1 0,-1-1,0 1,0 0,0-1,0 1,0-1,0 1,-1-1,-1 2,-7 4,0 0,-1-1,0 0,0-1,-1 0,1-1,-1-1,-1 0,1 0,0-1,-1 0,0-2,1 1,-12-1,-40 1,45-5</inkml:trace>
  <inkml:trace contextRef="#ctx0" brushRef="#br1" timeOffset="86616.533">13369 10935,'0'413,"-26"-626,0 17,25 193,1 0,-1 1,1-1,0 0,0 0,0 0,1 0,-1 1,1-1,-1 0,1 0,0 1,0-1,0 0,1 1,-1-1,0 1,1 0,0-1,0 1,-1 0,1 0,0 0,1 0,-1 0,0 1,1-1,-1 1,0-1,1 1,0 0,1-1,12-2,0 1,0 1,0 0,0 1,0 0,1 2,-1 0,0 0,11 4,-24-5,0 0,1 1,-1-1,0 1,1 0,-1 0,0 0,0 1,0-1,0 1,0-1,0 1,-1 0,1 0,0 0,-1 1,0-1,1 1,-1-1,0 1,0 0,-1-1,1 1,0 0,-1 0,0 1,0-1,0 0,0 0,0 0,-1 1,1-1,-1 0,0 1,0-1,0 1,0-1,-1 0,1 1,-1-1,0 0,0 0,-6 12,-1-1,-1-1,0 1,0-1,-2-1,1 0,-2 0,1-1,-2-1,1 0,-1 0,-1-1,0-1,-3 1,-3 1,59-20,-32 8,1 0,-1 1,1 0,-1 0,0 1,1 0,-1 0,1 1,-1-1,1 2,-1-1,0 1,1 0,-1 1,0 0,-1 0,1 0,0 1,-1 0,0 0,0 1,0 0,-1 0,1 0,-1 0,0 1,-1 0,1 0,-1 0,0 1,2 6,-4-8,-1-1,0 1,0-1,0 1,-1 0,1-1,-1 1,0 0,-1 0,1-1,-1 1,0 0,0-1,0 1,-1-1,1 1,-1-1,0 0,-1 0,1 0,-1 0,0 0,0 0,0-1,0 1,0-1,-1 0,0 0,1 0,-1 0,0-1,0 0,-1 1,-2-1,-6 4,-1-1,1 0,-1-1,-1-1,1 0,0-1,-1-1,0 0,1-1,-1 0,1-1,-1-1,-5-1,7-4,17 5</inkml:trace>
  <inkml:trace contextRef="#ctx0" brushRef="#br1" timeOffset="87163.164">14305 10949,'-17'22,"1"2,1 0,1 0,1 2,1 0,1 0,2 1,0 0,2 0,1 1,1 0,0 27,-4-7,9-48,0 0,0 0,0-1,0 1,0 0,0 0,0-1,0 1,0 0,0 0,0-1,-1 1,1 0,0 0,0 0,0-1,0 1,-1 0,1 0,0 0,0 0,0 0,-1-1,1 1,0 0,0 0,-1 0,1 0,0 0,0 0,0 0,-1 0,1 0,0 0,0 0,-1 0,1 0,0 0,0 0,-1 0,1 0,0 0,0 0,-1 0,1 0,0 1,-3-30,5-10,2 1,1 0,2 1,2-1,1 1,2 1,9-18,0-5,20-67,-33 110,2 30,4 44,3 0,2-2,19 37,4-14,-25-50,-1 1,-2 1,0 1,-1 6,-12-36,1 2,-1 0,1 0,-1 0,0 0,0 0,0 0,-1 0,0 1,1-1,-1 0,-1 0,1 0,-1 1,1-1,-1 0,-1 0,1 0,0 0,-2 1,-3 0</inkml:trace>
  <inkml:trace contextRef="#ctx0" brushRef="#br1" timeOffset="87416.491">14105 11216,'9'-2,"14"-3,20-4,16-1,11 0,5 2,-3 3,-12 1,-16 2</inkml:trace>
  <inkml:trace contextRef="#ctx0" brushRef="#br1" timeOffset="88429.876">13436 11898,'24'429,"-21"332,-3-740,-11 89,10-109,-1 1,1 0,-1-1,0 1,0-1,0 0,0 1,0-1,0 0,0 0,0 0,0-1,0 1,0 0,-1-1,1 1,0-1,0 0,-1 0,1 0,0 0,-1 0,1-1,0 1,0 0,-1-1,1 0,0 0,0 1,0-1,0 0,0-1,0 1,0 0,0-1,1 1,-1-1,0 1,1-1,-1 0,-19-8,-35-7,0 4,-1 2,-1 2,1 3,-1 2,0 3,-55 6,78-4,-849 41,-12 46,132-1,879-108,-70 10</inkml:trace>
  <inkml:trace contextRef="#ctx0" brushRef="#br1" timeOffset="89909.457">14425 11725,'-12'427,"22"-39,35 162,56 280,-83-550,-18-279,0 1,1-1,-1 0,0 1,0-1,0 0,0 1,0-1,0 1,0-1,-1 0,1 1,-1-1,1 0,-1 1,1-1,-1 0,1 0,-1 1,0-1,0 0,0 0,0 0,0 0,0 0,0 0,0 0,0-1,0 1,0 0,-1 0,1-1,0 1,-1-1,1 1,0-1,-1 0,1 1,0-1,-1 0,1 0,-128 0,-718 33,-273 88,680-68,-233-10,610-42,-164 1,1 10,1 10,-91 26,120-3,172-33,24-12,-1 0,1 1,0-1,0 0,0 1,-1-1,1 1,0-1,0 0,0 1,0-1,0 1,0-1,0 0,0 1,0-1,0 1,0-1,0 0,0 1,0-1,1 1,-1-1,0 0,0 1,0-1,0 0,1 1,-1-1,0 0,0 1,1-1,-1 0,0 0,1 1,-1-1,0 0,1 0,-1 1,0-1,1 0,-1 0,1 0,-1 0,0 0,1 0,-1 0,1 1,-1-1,0 0,1 0,-1 0,1-1,-1 1,0 0,1 0,-1 0,1 0,-1 0,1-1,22 5,3-2</inkml:trace>
  <inkml:trace contextRef="#ctx0" brushRef="#br1" timeOffset="90515.836">11605 14171,'0'3,"1"0,0-1,0 1,0 0,1-1,-1 1,1-1,-1 1,1-1,0 0,-1 0,1 1,1-1,-1-1,0 1,0 0,1 0,-1-1,1 0,-1 1,1-1,0 0,-1 0,1 0,0-1,0 1,-1-1,1 1,0-1,0 0,0 0,6 3,54 15,-26-9,-2 1,0 1,0 2,-1 2,0 0,-2 3,0 1,-1 1,22 19,-47-35,0 1,-1 0,1 0,-1 1,0 0,-1 0,1 0,-1 0,0 0,-1 1,0 0,0 0,0 0,-1 0,0 0,0 1,-1-1,0 1,0-1,0 1,-1-1,-1 1,1-1,-1 1,-1-1,1 0,-1 1,0-1,-1 0,0 0,-2 4,-11 9,-1-1,0-1,-2 0,0-1,-1-2,-1 1,0-2,-1-1,-1-1,-21 9,1 0,0-1,-2-3,0-1,-1-3,0-1,-5-2,-6-3</inkml:trace>
  <inkml:trace contextRef="#ctx0" brushRef="#br1" timeOffset="91099.277">11298 12940,'4'5,"1"-1,0-1,1 1,-1-1,0 1,1-2,0 1,0 0,0-1,0 0,0-1,0 0,0 0,1 0,-1 0,5-1,6 2,6 2,27 3,0 2,0 3,13 6,-50-14,0 1,-1 0,1 1,-1 0,0 1,-1 1,0 0,0 0,0 1,-1 0,0 1,-1 0,0 1,4 6,-10-11,1 1,-1-1,0 0,-1 1,1 0,-1 0,0 0,-1 0,0 0,0 0,-1 0,1 0,-1 0,-1 0,0 0,0 0,0 0,-1 0,0 0,0 0,0 0,-1-1,0 1,-1-1,1 0,-4 4,-6 7,0-1,-1 0,0-1,-1-1,-1 0,0-1,-1-1,-14 8,-53 27,2-7</inkml:trace>
  <inkml:trace contextRef="#ctx0" brushRef="#br1" timeOffset="92015.352">9265 12860,'-15'4,"0"0,0 0,0 2,0-1,1 2,0 0,0 1,1 0,0 1,0 1,1 0,0 0,1 1,0 1,1 0,1 0,-1 1,2 0,0 1,0-1,2 2,0-1,0 1,1 0,1 0,0 0,1 1,1-1,1 1,0 0,1 0,0-1,2 1,-1 0,3 6,4 1,0 1,2-1,0-1,1 0,2 0,0-1,1-1,1 0,1-1,1-1,0-1,1 0,8 5,-8-6,-1 1,-1 0,-1 2,0 0,10 19,-22-33,0 1,0-1,0 1,-1 0,0 0,0 1,-1-1,0 0,0 0,0 1,-1-1,0 1,0-1,0 0,-1 1,0-1,0 0,-1 1,0-1,0 0,0 0,-1 0,0-1,-1 2,-7 8,-2 0,1 0,-2-1,0-1,-1-1,0 0,-1 0,0-2,-1 0,-15 7,-22 14,53-31,0 1,0-1,0 0,0 0,0 1,0-1,0 1,1-1,-1 1,0-1,0 1,0-1,1 1,-1 0,0-1,1 1,-1 0,0 0,1 0,-1-1,1 1,-1 0,1 0,0 0,-1 0,1 0,0 0,0 0,0 0,-1 0,1 0,0 0,0 0,0 0,1 0,-1 0,0 0,0 0,0 0,1-1,-1 1,1 0,-1 0,0 0,1 0,0 0,-1-1,1 1,-1 0,1 0,109 34,-95-31,-1 0,-1 1,1 1,-1 0,0 1,0 0,-1 1,0 1,0 0,-1 0,0 1,0 0,-2 1,1 1,-1-1,-1 1,0 1,-1 0,0 0,-1 0,2 7,1 20,-2 1,-2 1,-1-1,-3 1,-1 0,-2-1,-2 1,-2-1,-1 0,-8 22,-8 71,18-100,1 1,1-1,3 1,0 0,3 8,-2-34,0-1,0 1,1-1,1 1,-1-1,1 0,0 0,1 0,0 0,0 0,1-1,0 0,0 0,1 0,0-1,0 0,0 0,1 0,0-1,0 0,1 0,-1-1,4 2,6 0,1-1,-1 0,1-1,0-1,0-1,1 0,-1-2,0 0,18-2,22-4</inkml:trace>
  <inkml:trace contextRef="#ctx0" brushRef="#br1" timeOffset="93666.715">5014 13422,'-14'39,"2"0,1 1,-4 36,1-11,-40 215,55-316,14-46,5 1,12-28,-3 9,33-104,-62 204,0 0,0-1,0 1,0-1,0 1,0 0,0-1,0 1,0 0,0-1,0 1,0 0,0-1,1 1,-1 0,0-1,0 1,0 0,0-1,1 1,-1 0,0 0,0-1,0 1,1 0,-1 0,0-1,1 1,-1 0,0 0,0 0,1-1,-1 1,0 0,1 0,-1 0,0 0,1 0,-1 0,0 0,1 0,-1 0,1 0,-1 0,0 0,1 0,-1 0,0 0,1 0,-1 0,0 0,1 0,-1 0,0 1,1-1,-1 0,0 0,0 0,1 1,-1-1,0 0,0 0,1 1,-1-1,0 0,0 1,0-1,1 0,7 27,-7-24,2 12,17 74,4-2,3-1,12 21,79 135,-104-219</inkml:trace>
  <inkml:trace contextRef="#ctx0" brushRef="#br1" timeOffset="93918.044">4840 13730,'25'0,"25"0,21 0,17-3,14-2,10-3,4-3,1 1,-19 3</inkml:trace>
  <inkml:trace contextRef="#ctx0" brushRef="#br1" timeOffset="94760.705">5896 13663,'-224'-9,"219"8,-1 1,1 0,0 0,-1 0,1 1,0-1,-1 1,1 1,0-1,0 1,0-1,0 2,0-1,0 0,1 1,-1 0,1 0,0 0,-1 1,1 0,1-1,-1 1,1 1,-1-1,1 0,1 1,-1-1,0 1,1 0,0 0,0 0,1 0,-1 0,1 3,1-2,1 1,0-1,0 1,0-1,1 0,0 0,0 0,0 0,1 0,0 0,0 0,1-1,-1 0,1 0,1 0,-1 0,0 0,1-1,0 0,5 4,-6-5,0-1,0 1,0-1,0 0,0 0,0 0,1 0,-1-1,1 0,-1 0,1 0,-1 0,1-1,-1 0,1 1,0-2,-1 1,1-1,-1 1,1-1,-1-1,1 1,-1-1,1 1,-1-1,0 0,0-1,0 1,1-2,7-8,-1-1,-1 0,0-1,0 0,-2-1,0 0,0 0,-1 0,-1-1,-1 0,0-1,-2 1,1-1,-1-7,28-167,4-169,-33 290,-8 74,-1 15,0 0,1 1,2 0,0-1,1 2,0 1,1-4,-7 37,3 1,2-1,2 1,3 0,2 0,3-1,2 1,3-2,14 43,-22-87,0 1,1-1,1 0,0 0,0 0,1-1,0 0,0 0,1 0,0-1,1 0,0-1,4 4,-12-11,1 1,0 0,0-1,0 1,0-1,0 1,-1-1,1 1,0-1,0 0,0 1,0-1,0 0,0 0,0 0,1 0,-1 0,0 0,0 0,0 0,0 0,0 0,0 0,0-1,0 1,0 0,0-1,0 1,-1-1,1 1,0-1,0 0,0 1,0-1,-1 0,1 1,0-1,-1 0,1 0,0 0,-1 0,1 0,12-44,-13 44,24-332,-25 332,1 0,0 1,-1-1,1 0,0 0,0 1,0-1,0 0,-1 0,1 1,0-1,0 0,0 0,0 1,1-1,-1 0,0 0,0 1,0-1,1 0,-1 1,0-1,1 0,-1 1,0-1,1 0,-1 1,1-1,-1 1,1-1,-1 1,1-1,0 1,-1-1,1 1,0-1,-1 1,1 0,0 0,-1-1,1 1,0 0,0 0,-1 0,1-1,0 1,0 0,-1 0,1 0,0 1,0-1,-1 0,1 0,0 0,0 0,-1 1,1-1,0 0,-1 1,1-1,0 0,-1 1,1-1,-1 1,1-1,-1 1,1 0,-1-1,1 1,169 89,-163-84,-1 0,0 0,0 0,0 1,0 0,-1 0,-1 1,1 0,-1-1,0 1,-1 1,0-1,0 0,-1 1,0 0,0-1,-1 1,0 0,-1 0,0 0,0 0,-2 7,2-15,12 89,-11-87,0 0,0 0,0-1,1 1,-1 0,0-1,1 1,0-1,0 1,0-1,0 0,0 0,0 0,0 0,1 0,-1-1,1 1,-1-1,1 1,0-1,0 0,-1 0,1 0,0 0,0-1,0 1,0-1,3 0,4-1,1-2,-1 1,0-1,0-1,0 0,0 0,-1-1,1 0,-1 0,0-1,-1-1,0 1,0-2,0 1,-1-1,0 0,0 0,-1-1,0 0,4-8,-2 5,-1 0,-1 0,0-1,0 0,-2 0,1 0,-2-1,0 0,0 1,-1-1,-1 0,-1 0,0-7,0 19,1-1,-2 1,1 0,0 0,0 0,-1 0,1 0,-1 1,1-1,-1 0,0 0,0 0,0 0,0 1,0-1,0 0,0 1,0-1,-1 1,1-1,-1 1,1 0,-1-1,0 1,1 0,-1 0,0 0,0 0,0 1,0-1,1 0,-1 1,0 0,0-1,0 1,0 0,0 0,0 0,0 0,0 0,0 0,0 1,0-1,0 1,0-1,0 1,0 0,0 0,0 0,1 0,-1 0,0 0,-1 1,-3 6,0-1,0 1,0-1,1 2,0-1,1 0,0 1,0 0,1 0,0 0,0 1,1-1,1 0,-1 1,2 0,-1-1,1 1,1-1,0 9,1-11,0 0,0 0,0-1,1 1,0 0,1-1,-1 0,1 0,0 0,1 0,-1 0,1-1,0 0,1 0,-1 0,1-1,0 0,0 0,0 0,1-1,6 3,24 8</inkml:trace>
  <inkml:trace contextRef="#ctx0" brushRef="#br1" timeOffset="95382.325">6993 13449,'-10'-3,"1"0,-1 1,0 0,0 0,0 1,0 1,0 0,0 0,0 1,0 0,0 1,0 0,1 0,-1 1,1 0,-1 1,1 0,0 1,1 0,-1 0,1 1,0 0,0 0,1 1,-1 0,1 1,5-6,1 1,-1-1,1 1,0 0,0 0,0-1,0 1,1 0,-1 0,1 0,-1 0,1 0,0 0,0 0,1 0,-1 0,0 0,1 0,0 0,0 0,0-1,0 1,0 0,0-1,1 1,0 0,-1-1,1 0,0 1,1 0,73 54,187 72,-218-91,-44-37,0 0,0 0,-1 1,1-1,0 0,0 1,-1-1,1 1,0-1,-1 0,0 1,1-1,-1 1,0 0,0-1,1 1,-1-1,-1 1,1-1,0 1,0-1,0 1,-1-1,1 1,-1-1,1 1,-1-1,0 0,0 1,1-1,-1 0,0 1,0-1,0 0,0 0,-8 5,1-1,-1 0,0 0,0-1,0 0,-1 0,1-1,-1-1,0 1,0-2,0 1,0-1,0-1,0 0,0 0,-4-1,-28-8,41 9,0 0,0 0,0 0,0 0,0-1,1 1,-1 0,0-1,0 1,0-1,0 1,0-1,1 1,-1-1,0 1,1-1,-1 0,0 0,1 1,-1-1,1 0,-1 0,1 0,-1 1,1-1,-1 0,1 0,0 0,0 0,0 0,-1 0,1 0,0 0,0 0,0 0,0 0,0 0,1 0,-1 1,0-2,3-1,-1 0,1 0,0 1,0-1,0 0,0 1,0 0,1 0,-1 0,1 0,-1 1,1-1,0 1,-1 0,1 0,2 0,2-2,18-5,14-4,0-2,-2-2,0-1,23-14,-52 25,0 0,0 0,0-1,-1 0,0 0,0-1,-1 0,0-1,0 1,-1-1,0-1,-1 1,0-1,0 0,-1 0,0 0,-1-1,0 1,-1-1,0 0,-2 9,2-4,-1 0,0 0,-1 0,1 0,-1 0,-1 0,1 0,-1 0,0 0,0 0,-1 0,1 0,-1 0,-1 0,1 6,0-1,0 0,0 1,1-1,-1 1,0 0,0-1,0 1,0 0,0 0,0 1,0-1,0 0,0 1,0-1,0 1,0-1,0 1,0 0,0 0,1 0,-1 0,0 0,1 0,-1 1,1-1,-1 0,1 1,-1 0,1-1,0 1,0-1,0 1,0 0,0 0,0 0,1 0,-1 0,-8 10,1 1,0 1,0-1,2 1,0 1,0-1,2 1,-1 0,2 0,0 0,1 0,0 1,2-1,0 13,1-22,0 0,1 0,-1 0,1 0,1 0,-1-1,1 1,0-1,0 1,1-1,-1 0,1 0,0-1,1 1,-1-1,1 0,0 0,0 0,0-1,0 0,1 0,-1 0,1 0,0-1,0 0,0-1,0 1,22 5,0-2,1 0,0-2,0-2,5 0,-29-1,72 1,-9-2</inkml:trace>
  <inkml:trace contextRef="#ctx0" brushRef="#br1" timeOffset="96686.08">5188 14893,'-13'-8,"0"1,0 0,-1 1,0 1,0 0,0 0,0 2,-1 0,0 1,1 0,-1 1,-1 0,10 2,1-1,-1 1,0 0,0 1,0-1,1 1,-1 0,1 1,0-1,-1 1,1 0,0 1,1-1,-1 1,0 0,1 0,0 0,0 0,0 1,1 0,0 0,-1 0,2 0,-1 0,0 1,1-1,0 1,1-1,-1 1,1 1,-2 7,1-1,0 1,1 0,0 0,1 0,1-1,0 1,1 0,1 0,0-1,1 0,3 9,5 1,0-1,2 0,0-1,2-1,0 0,1-1,1-1,1 0,18 12,27 28,-60-55,0-1,-1 1,1 0,-1 0,1 1,-1-1,0 1,0-1,-1 1,1 0,-1 0,1 0,-1 0,-1 1,1-1,-1 1,1-1,-1 1,0-1,-1 1,1 0,-1-1,0 1,0 0,-1-1,1 1,-1 0,0-1,-1 5,-6-1,0 0,0 0,-1-1,0 1,0-2,-1 0,1 0,-1 0,-1-1,1-1,-1 0,0 0,0-1,0-1,0 0,0 0,0-1,-1 0,-2-1,-57-14,69 13,1 0,-1 1,0-1,1 0,-1 0,0 0,1 0,0 0,-1 0,1 0,-1-1,1 1,0-1,0 1,0-1,0 1,0-1,0 1,0-1,1 0,-1 1,0-1,1 0,0 0,-1 0,1 1,0-1,0 0,0 0,0 0,0 0,0 1,1-1,-1 0,1 0,-1 1,1-3,4-3,1 1,0-1,0 1,0 0,1 0,-1 1,1 0,1 0,-1 1,1-1,0 2,0-1,0 1,0 0,0 1,7-1,-6-1,92-27,-55 18,0-2,-1-2,42-22,-81 36,1-1,-1 1,0-1,0 0,0-1,-1 1,1-1,-1 0,0-1,-1 1,1-1,-1 0,0 0,-1 0,1-1,-1 1,-1-1,1 0,-1 0,0 0,-1 0,1 0,-1 0,-1 0,0-3,0 8,0 0,0 1,0-1,-1 0,1 0,-1 0,1 1,-1-1,0 0,0 1,0-1,0 1,0-1,0 1,0-1,0 1,-1 0,1 0,0-1,-1 1,1 0,-1 0,1 0,-1 1,0-1,1 0,-1 0,0 1,1-1,-1 1,0 0,0 0,0-1,0 1,1 0,-1 0,0 1,0-1,0 0,1 1,-1-1,0 1,0-1,1 1,-1 0,1 0,-1-1,0 1,1 0,-1 1,1-1,-1 0,-3 4,0 0,-1 0,2 1,-1-1,1 1,-1 0,2 0,-1 1,1-1,0 1,0 0,0 0,1 0,1 0,-1 0,1 0,0 0,0 1,1-1,0 0,1 1,-1-1,1 0,1 0,-1 0,1 1,1-2,-1 1,1 0,0 0,1-1,-1 0,4 5,3-4,-1 0,1 0,0-1,1 0,-1-1,1 0,0 0,0-1,1-1,-1 0,1-1,0 0,0 0,0-2,0 1,-1-1,1-1,0 0,0-1,0 0,-1-1,1 0,-1-1,9-4,-7 2,0 0,0-1,0-1,0 0,-1-1,-1 0,0-1,0 0,-1 0,0-1,-1-1,0 0,0 0,-2 0,1-1,-2-1,0 1,0-1,-1 0,2-11,4-24,-1-2,-2 1,-3-1,-2 0,-2-17,0 50,-1 9,1 0,-1 0,0 0,-1-1,0 1,0 0,-1 0,0 0,-1 0,0 1,-3-8,5 15,0 0,0 0,0 0,0-1,0 1,0 0,0 0,0 1,0-1,-1 0,1 0,0 0,-1 1,1-1,0 1,-1-1,1 1,-1 0,1-1,-1 1,1 0,-1 0,1 0,-1 0,1 0,-1 0,1 1,-1-1,1 0,0 1,-1-1,1 1,-1-1,1 1,0 0,0 0,-1 0,1 0,0-1,0 2,-1 0,-46 47,36-33,1 0,1 1,0 0,1 1,1 0,1 0,1 1,0 0,1 0,1 0,1 1,1-1,1 1,0 0,1-1,2 1,0 0,1-1,0 1,2-1,0 0,2 0,0-1,1 0,1 1,1-4,0-1,1 0,1 0,0-1,1-1,0 0,1-1,0-1,1 0,0 0,1-2,0 0,0-1,0 0,1-1,0-1,1-1,-14-3,1 0,-1 0,0 0,0-1,0 0,0 0,1 0,-1 0,0-1,0 0,0 1,0-1,0-1,0 1,0-1,0 1,-1-1,1 0,0-1,-1 1,0-1,1 1,-1-1,0 0,-1 0,1 0,0-1,-1 1,0-1,1 1,-2-1,1 0,0 0,0-1,3-15,-1 1,0-1,-1 1,-2-1,0 0,-1 0,-2-14,-7-2,9 35,0 1,-1-1,1 0,0 1,-1-1,1 1,0-1,-1 1,1-1,-1 1,1 0,-1-1,1 1,-1 0,1-1,-1 1,0 0,1-1,-1 1,1 0,-1 0,0 0,1 0,-1 0,0 0,1 0,-1 0,0 0,1 0,-1 0,1 0,-1 0,0 0,1 0,-1 1,1-1,-1 0,0 1,1-1,-1 0,1 1,-1-1,1 0,-1 1,1-1,0 1,-1-1,1 1,-1-1,1 1,0-1,-1 1,1 0,-3 4,-1 0,1 0,0 0,1 0,-1 1,1-1,0 1,1 0,-1 0,1-1,0 1,0 0,1 0,0 0,0 0,0 0,1 0,0 0,0 0,1-1,-1 1,1 0,0-1,1 1,2 3,0-2,1 0,-1-1,1 0,1 0,-1-1,1 0,0 0,0 0,1-1,-1 0,1 0,0-1,0 0,0-1,8 2,126 16,-78-16</inkml:trace>
  <inkml:trace contextRef="#ctx0" brushRef="#br1" timeOffset="97364.515">6538 15160,'-9'10,"0"1,0-1,1 1,1 1,0-1,0 1,1 1,1-1,-2 5,6-12,-1 0,0 0,1 0,0-1,0 1,1 0,-1 0,1 0,0 1,1-1,-1 0,1 0,0-1,0 1,0 0,1 0,0 0,0-1,0 1,0-1,1 1,-1-1,1 0,1 0,-1 0,2 1,-1-2,-1 0,2 0,-1-1,0 1,0-1,1 0,-1 0,1-1,0 1,-1-1,1 0,0 0,0-1,0 0,0 1,0-2,0 1,-1 0,1-1,0 0,0 0,-1 0,1-1,0 0,0 0,7-3,0-1,0 0,0-1,-1-1,0 1,-1-2,0 1,7-9,-2 1,-2-1,0-1,-1 0,-1 0,0-2,-2 1,0-1,-1 0,-1-1,-1 0,-1 0,0-3,5-41,-3-1,-2 0,-4-23,-1 76,2-38,-3-1,-2 1,-2-1,-7-29,-5 39,17 41,0 0,-1 1,1-1,-1 0,1 0,-1 1,1-1,-1 0,0 0,1 1,-1-1,0 1,1-1,-1 1,0-1,0 1,0-1,1 1,-1 0,0-1,0 1,0 0,0 0,0 0,0-1,0 1,0 0,1 0,-1 0,0 1,0-1,0 0,0 0,0 0,0 1,0-1,1 0,-1 1,0-1,0 1,0-1,1 1,-1-1,0 1,-3 4,0 0,0 0,0 1,1-1,0 1,0 0,0 0,1 0,-1 0,2 1,-1 1,-7 36,2 0,2 0,2 0,2 0,2 1,1-1,3 0,2 0,1-1,3 1,1-2,2 0,2 0,13 22,-21-44,0 0,1-1,1 0,1-1,0 0,2 0,0-2,1 1,0-2,1 0,12 8,-24-20,0-1,1 0,0-1,-1 1,1-1,0 1,0-1,-1 0,1 0,0-1,0 1,0-1,0 0,0 0,0 0,0-1,0 1,0-1,0 0,0 0,-1 0,1-1,0 0,-1 1,1-1,-1 0,1 0,-1-1,0 1,0-1,0 0,0 0,-1 0,1 0,-1 0,0 0,1-2,13-21,-2-1,0 0,-2-1,-1 0,-1-1,-2 0,4-25,-10 130,9 33,-10-106,0 1,0 0,1 0,-1-1,1 1,0-1,0 1,0-1,1 0,-1 0,1 0,0 0,0 0,0 0,0-1,0 1,0-1,1 0,-1 0,1 0,-1-1,1 1,0-1,0 0,0 0,0 0,51-13,-30-3</inkml:trace>
  <inkml:trace contextRef="#ctx0" brushRef="#br1" timeOffset="97613.848">7113 14946,'-16'-7,"-10"-6,-4-4,2 1</inkml:trace>
  <inkml:trace contextRef="#ctx0" brushRef="#br1" timeOffset="97779.405">6405 14772,'18'0,"22"0,20 0,20-2,18-3,9-1,-13 0</inkml:trace>
  <inkml:trace contextRef="#ctx0" brushRef="#br1" timeOffset="97949.955">7688 15200,'-2'16,"-1"10,4 2,8-1,3-4,3-8,-2-5</inkml:trace>
  <inkml:trace contextRef="#ctx0" brushRef="#br1" timeOffset="98217.489">7555 14652,'-7'0,"-2"0</inkml:trace>
  <inkml:trace contextRef="#ctx0" brushRef="#br1" timeOffset="99212.881">6778 14786,'-9'-7,"-5"-2,-3 0,2 0,8 1,9 2,15 2,12-1,11 1,7 1,4 1,-6 1,-11 0</inkml:trace>
  <inkml:trace contextRef="#ctx0" brushRef="#br1" timeOffset="101396.87">9452 4612,'83'49,"124"66,-203-113,-1-1,1 1,-1 0,1 0,-1 0,1 0,-1 0,0 1,0-1,0 1,-1 0,1 0,-1 0,1 1,-1-1,0 0,0 1,-1-1,1 1,-1 0,0 0,1-1,-2 1,1 0,0 0,-1 0,0 0,0 0,0 0,0 1,-6 4,0 0,-1 0,1 0,-2-1,1 0,-1 0,0-1,-1 0,0 0,0-1,0 0,-2-1,-5 6,-105 68,-126 91,198-129</inkml:trace>
  <inkml:trace contextRef="#ctx0" brushRef="#br1" timeOffset="101884.134">9746 5695,'-12'-6,"35"22,52 23,-47-28,0 2,-1 1,-1 1,0 1,-1 1,-1 1,0 2,-2 0,0 2,-1 0,9 14,-26-29,-1-1,1 1,-1 0,-1 0,1 1,-1-1,0 0,-1 1,0 0,0-1,0 1,-1-1,0 1,-1 0,0-1,0 1,0-1,-1 1,0-1,-1 1,0-1,0 0,0 0,-1-1,0 1,-4 5,-19 21,-1-2,-1 0,-2-3,-1 0,-1-2,-1-1,-10 3,44-28,-98 67</inkml:trace>
  <inkml:trace contextRef="#ctx0" brushRef="#br1" timeOffset="102516.648">9961 7299,'-1'0,"0"0,0 1,0-1,0 0,0 0,1 0,-1 0,0 1,0-1,0 0,1 1,-1-1,0 1,0-1,1 1,-1-1,0 1,1-1,-1 1,0 0,1-1,-1 1,1 0,-1 0,1-1,0 1,-1 0,1 0,0 0,-1 0,1-1,0 1,0 0,0 0,0 0,0 0,0 0,0-1,0 1,0 0,0 0,1 0,-1 0,0 0,0-1,1 1,-1 0,1 0,-1 0,1-1,-1 1,1 0,-1-1,1 1,0 0,-1-1,1 1,0-1,-1 1,1-1,0 0,0 1,-1-1,1 1,0-1,0 0,0 0,0 0,16 12,0-1,1-1,0-1,1 0,0-2,0 0,1-1,0-1,0 0,3-2,17 6,-16-3,-5-3,-1 1,-1 1,1 0,-1 1,1 1,-2 1,1 0,-1 1,-1 1,6 5,-18-13,-1 0,0 0,0 1,0-1,0 1,0-1,-1 1,1 0,-1 0,1 0,-1 0,0 0,0 0,-1 0,1 0,-1 0,1 0,-1 0,0 0,0 1,0-1,-1 0,1 0,-1 0,0 0,0 0,0 2,-52 72,14-40,-2-2,-2-2,-28 16,-24 19,29-16,13-7</inkml:trace>
  <inkml:trace contextRef="#ctx0" brushRef="#br1" timeOffset="103030.304">10134 8930,'140'27,"-120"-24,0 1,0 1,-1 1,1 0,-1 2,-1 0,1 1,-1 1,-1 1,0 0,-1 1,0 1,0 0,-2 1,1 1,9 15,-20-24,-1 1,0 0,0 0,0 0,-1 0,-1 0,1 0,-1 1,0-1,0 1,-1-1,0 1,-1-1,1 0,-2 1,1-1,-1 0,0 1,0-1,-1 0,0 0,0-1,-1 1,1-1,-3 3,-7 9,-1 0,-1-1,0-1,-1 0,-1-1,0 0,-19 11,-15 6,-1-2,-1-3,-44 16,-33 7</inkml:trace>
  <inkml:trace contextRef="#ctx0" brushRef="#br1" timeOffset="104613.799">6886 4812,'-13'2,"1"1,-1 0,1 1,0 0,0 0,1 1,-1 1,1 0,1 1,-1 0,1 0,0 1,0 0,1 1,1 0,-1 1,1 0,1 0,0 1,0-1,1 2,1-1,-1 3,-3 11,2 0,0 1,2 0,1 0,1 1,2-1,0 1,2-1,1 1,1-1,1 0,3 10,10 31,3 0,3-1,2-1,8 7,16 35,8 14,-5 2,6 38,-46-122,-2 1,-1 0,-2 0,-2 1,-2 0,-1 0,-2 0,-3 0,-3 23,1-39,-1-1,0 1,-2-1,-1 0,-1 0,-1-1,-1-1,-1 0,-1-1,-1 0,0-1,-2-1,0 0,-1-1,-1-1,-1-1,-14 9,-34 20,68-45,1 0,-1 0,0 0,0 0,1 0,-1 1,0-1,1 0,-1 0,0 0,1 1,-1-1,0 0,0 0,0 1,1-1,-1 0,0 0,0 1,0-1,1 0,-1 1,0-1,0 0,0 1,0-1,0 0,0 1,0-1,0 0,0 1,0-1,0 1,0-1,0 0,0 1,0-1,0 0,0 1,-1-1,1 0,0 0,0 1,0-1,0 0,-1 1,1-1,0 0,0 0,-1 1,1-1,0 0,-1 0,221 21,-198-15,-2 0,1 1,-1 2,0 0,-1 1,0 1,0 0,-1 2,-1 0,0 1,-1 0,-1 2,0 0,-1 0,0 2,-2-1,0 2,-1 0,2 4,3 14,-2 0,-1 0,-2 1,-2 1,-1 0,-2 0,-2 0,-1 6,-1 65,-4-1,-8 36,-35 287,-17 258,57-590,3 1,5 0,4-1,5 0,4-1,14 42,-28-130,0 1,1-1,1 0,0 0,0 0,1-1,0 1,1-1,0-1,1 1,0-1,0 0,1 0,1-1,-1 0,1-1,0 1,1-2,7 5,44-3,-2-16</inkml:trace>
  <inkml:trace contextRef="#ctx0" brushRef="#br1" timeOffset="105336.428">3999 5267,'0'16,"0"21,2 21,1 17,0 13,-1 10,-1 1,0-2,0-7,-1-9,0-13,0-20</inkml:trace>
  <inkml:trace contextRef="#ctx0" brushRef="#br1" timeOffset="105992.709">4212 5682,'82'311,"-79"-297,-2-8,0 0,0 0,1 0,0 0,0 0,0 0,0-1,1 1,0-1,0 0,1 1,-2-6,-1 1,0-1,1 1,-1-1,1 0,-1 0,0 0,1 0,-1 0,1 0,-1 0,1 0,-1 0,0-1,1 1,-1-1,1 1,-1-1,0 1,0-1,1 0,-1 1,0-1,0 0,0 0,0 0,0 0,0 0,0 0,0-1,0 1,0 0,-1 0,1-1,-1 1,1 0,13-20,-1-1,0 0,-2-1,-1 0,0 0,-1-5,9-19,-10 29,4 53,-9-16,0 0,1 0,1 0,1-1,1 0,3 7,-8-21,0 0,0 0,0 0,0 0,0-1,1 1,0-1,0 0,0 0,0 0,0 0,0 0,1-1,0 0,-1 1,1-1,0 0,0-1,0 1,0-1,0 0,0 0,1 0,-1 0,0-1,0 0,1 0,-1 0,0 0,1-1,2 0,0-1,-1 0,0 0,0-1,0 0,0 0,0 0,0-1,-1 0,0 0,1-1,-2 1,1-1,0 0,-1 0,0-1,0 1,-1-1,0 0,0 0,0 0,0 0,0-4,4-13,0 1,-2-1,-1-1,-1 1,0-21,-2-383,-2 371,0 19,-10-84,11 120,-1 1,1 0,-1 0,1 0,-1 0,1 0,-1 0,1 0,-1 0,1 0,-1 0,1 0,0 0,-1 0,1 1,-1-1,1 0,-1 0,1 0,-1 1,1-1,0 0,-1 1,1-1,0 0,-1 1,1-1,0 0,-1 1,1-1,0 1,0-1,-1 0,1 1,0-1,0 1,0-1,0 1,-1-1,1 1,0-1,0 1,0-1,0 1,0-1,0 1,0-1,1 1,-1-1,0 0,0 1,0-1,0 1,1-1,-1 1,0-1,0 0,1 1,-1-1,-9 69,3 0,4 1,2-1,7 46,-6-82,1 1,2 0,1-1,2 0,1-1,2 1,1-1,1-1,2 0,1-1,8 12,-18-35,0 0,1 0,0 0,0-1,0 0,1 0,0 0,0-1,0 0,0-1,1 1,0-1,0-1,0 0,1 0,-1 0,1-1,-1-1,1 1,0-1,-1-1,1 1,0-2,0 1,0-1,16-8</inkml:trace>
  <inkml:trace contextRef="#ctx0" brushRef="#br1" timeOffset="106250.988">4466 5428,'28'2,"24"3,22 1,16 4,9 4,2 8,-18-1</inkml:trace>
  <inkml:trace contextRef="#ctx0" brushRef="#br1" timeOffset="106615.557">5108 6109,'-1'-253,"7"144,-4 107,-1 0,1 1,0-1,-1 1,1-1,0 1,0 0,0 0,0 0,0 0,0 0,0 0,0 0,1 1,-1-1,0 1,0 0,1 0,-1-1,0 2,1-1,-1 0,0 0,0 1,1-1,-1 1,0-1,0 1,0 0,0 0,0 0,0 0,0 1,0-1,0 0,-1 1,1-1,0 1,1 1,6 3,20 7,-15-7,0 1,0 0,-1 1,0 1,0 0,11 10,-20-12,-1-1,0 1,0-1,0 1,-1 0,0 0,-1 1,1-1,-1 0,-1 0,1 1,-1-1,-1 0,1 1,-1-1,0 0,-1 0,0 0,0 0,0 0,-1 0,0 0,-4 5,-3 17,-7 53,19-79,0 0,0 0,0-1,0 1,0-1,1 1,-1-1,1 0,0 0,-1 0,1 0,0 0,0-1,0 0,0 1,0-1,0 0,1 0,-1-1,0 1,1-1,-1 1,0-1,1 0,-1 0,0-1,1 1,-1-1,0 0,0 1,1-2,-2 2,48-4,-1-2</inkml:trace>
  <inkml:trace contextRef="#ctx0" brushRef="#br1" timeOffset="106778.642">5883 6123,'-2'0,"-3"0,-1 0</inkml:trace>
  <inkml:trace contextRef="#ctx0" brushRef="#br1" timeOffset="107478.801">4787 7126,'-10'-10,"0"1,0 0,-1 1,0 0,0 1,-1 0,0 0,0 2,-1-1,8 4,0 1,0-1,0 1,-1 0,1 0,0 0,-1 1,1 0,-1 0,1 0,0 1,-1 0,1 0,0 0,0 1,0-1,0 1,0 0,0 1,0-1,0 1,1 0,-3 3,1-2,1 1,-1 0,1 0,0 1,1 0,-1-1,1 2,0-1,1 0,0 1,0 0,0-1,1 1,-1 0,2 1,-1-1,1 0,0 0,1 1,0-1,0 0,0 1,1-1,0 0,1 0,-1 1,1-1,1 0,-1-1,2 3,-1-6,-1 0,1 0,0-1,0 1,0-1,0 0,0 1,1-2,-1 1,1 0,-1-1,1 1,0-1,-1 0,1 0,0-1,0 1,0-1,-1 0,1 0,0 0,0 0,0-1,0 1,-1-1,1 0,0 0,-1-1,1 1,2-2,6-3,1 0,-1-1,-1 0,1-1,-1 0,-1-1,1 0,0-2,1-3,0-1,-1 0,0-1,-2 0,0 0,0-1,-2 0,0-1,-1 1,0-2,-2 1,0 0,-1-3,2-22,-1 0,-3-1,-1 1,-3 0,-2-6,-10-18,15 66,0 1,-1-1,1 1,0-1,0 1,-1-1,1 1,0-1,0 1,-1 0,1-1,-1 1,1-1,0 1,-1 0,1-1,-1 1,1 0,-1-1,1 1,-1 0,1 0,-1 0,1-1,-1 1,1 0,-1 0,1 0,-1 0,0 0,1 0,-1 0,1 0,-1 0,1 0,-1 0,1 1,-1-1,0 0,1 0,-1 0,1 1,0-1,-1 0,1 1,-1-1,1 0,-1 1,1-1,0 1,-1-1,1 0,0 1,-1-1,-16 29,6-1,2 1,2-1,0 2,2-1,1 1,2-1,0 6,1-10,1-1,0 0,2 0,1 0,1 0,3 10,-5-26,1 0,-1 0,2 0,-1 0,1 0,0-1,0 0,1 1,0-2,0 1,1 0,0-1,0 0,0-1,1 1,-1-1,1-1,1 1,6 3,0-4,0-1,0 0,0-1,0 0,0-1,0 0,0-1,0-1,1-1,-1 0,0 0,-1-1,1-1,0-1,-1 0,0 0,0-1,-1-1,0 0,0-1,0 0,-1-1,0 0,-1-1,0 0,5-7,-9 10,-1 0,0-1,-1 1,1-1,-1 0,-1 0,0 0,0-1,0 1,-1-1,-1 1,1-1,-1 0,-1 1,1-1,-2 0,1 0,-1 0,0 1,-1-1,0 0,-1 0,2 7,0 1,0-1,0 1,0-1,0 1,0-1,0 1,-1 0,1 0,0 0,-1 0,1 0,-1 0,0 0,1 0,-1 0,0 1,1-1,-1 1,0-1,1 1,-1 0,0 0,0-1,0 1,1 1,-1-1,0 0,0 0,0 1,1-1,-1 1,0-1,1 1,-1 0,0-1,1 1,-1 0,1 0,-1 0,1 0,0 1,-1-1,1 0,0 1,0-1,0 0,0 1,0-1,0 1,0 0,1-1,-1 1,0 0,-3 6,-1 0,2 0,-1 0,1 1,0 0,0-1,1 1,1 0,-1 0,2 0,-1 0,1 1,0-1,1 0,0 0,1 0,-1 0,2 0,-1-1,1 1,1-1,0 1,0-1,0 0,1-1,0 1,1-1,-1 0,1 0,4 3,91 54,-50-41</inkml:trace>
  <inkml:trace contextRef="#ctx0" brushRef="#br1" timeOffset="108850.411">4907 8261,'-14'3,"-1"0,1 0,0 1,1 1,-1 0,1 1,0 1,0 0,1 0,0 1,0 1,1 0,0 1,1 0,0 0,0 1,1 1,1-1,0 1,0 1,1 0,1 0,0 0,0 4,3-12,0 0,0 0,1 1,0 0,0-1,0 1,0 0,1 0,0-1,1 1,-1 0,1 0,0 0,1 0,-1 0,1 0,0 0,1 0,-1 0,1-1,0 1,1-1,-1 1,1-1,3 5,-3-8,0-1,-1 1,1-1,0 0,-1 0,1 0,0 0,0 0,0-1,0 1,0-1,0 0,0 0,0 0,0 0,0 0,0-1,0 0,0 1,0-1,0 0,0 0,-1 0,1-1,0 1,0-1,65-52,-54 37,0 0,-1-2,-1 1,-1-2,0 1,-2-2,0 1,-1-1,-1 0,-1-1,2-19,0-11,-2-1,-3 0,-1-1,-5-21,3 50,0 12,0 1,-1-1,0 1,-1-1,0 1,-1 0,-1-1,-2-5,6 18,0 1,0-1,0 1,0-1,0 0,0 1,0-1,0 1,-1-1,1 1,0-1,0 1,0-1,0 0,-1 1,1-1,0 0,0 1,-1-1,1 1,0-1,-1 0,1 0,0 1,-1-1,1 0,-1 0,1 1,0-1,-1 0,1 0,-1 0,1 0,-1 1,1-1,0 0,-1 0,1 0,-1 0,1 0,-1 0,1 0,-1 0,1-1,0 1,-1 0,1 0,-1 0,1 0,-1-1,1 1,0 0,-1 0,1-1,0 1,-1 0,1-1,0 1,-1 0,1-1,0 1,0 0,-1-1,1 1,0-1,0 1,0 0,-1-1,1 1,0-1,-6 19,1-1,1 1,1 0,0 0,1 0,1 2,-2 9,-4 21,3 0,1 0,3 1,2-1,2 0,10 44,-12-85,0 1,1-1,0 0,0 0,1-1,0 1,1-1,0 0,0 0,1 0,-1-1,2 0,-1 0,1 0,0-1,0 0,1-1,0 1,0-1,0-1,1 0,-1 0,1 0,0-1,0-1,0 1,1-1,3 0,0-1,0-1,0 0,0 0,0-2,0 1,0-2,0 1,-1-2,1 0,-1 0,0-1,0-1,0 0,-1 0,0-2,0 1,-1-1,0 0,-1-1,1 0,-2-1,1 0,-1-1,-1 1,0-1,0-1,-1 1,-1-1,2-5,-6 14,-1 0,0 0,1 0,-1 0,0 0,0 0,-1-1,1 1,-1 0,0 0,1 0,-1 0,0 1,-1-1,1 0,-1 0,1 0,-1 1,0-1,0 1,0 0,0-1,0 1,0 0,-1 0,1 0,-1 1,1-1,-1 0,0 1,0 0,0 0,0 0,0 0,0 0,0 0,0 1,0-1,0 1,0 0,-3 0,-1 1,-1-1,0 1,0 0,0 1,0 0,1 0,-1 1,1 0,0 0,-1 1,1-1,1 2,-1-1,1 1,0 0,0 0,0 1,0-1,1 1,0 1,1-1,-1 1,1 0,0 0,1 0,0 0,0 1,0-1,1 1,0 0,1-1,0 2,0-5,1 0,0 0,-1 0,2-1,-1 1,0 0,1 0,0-1,0 1,0 0,0-1,0 1,1-1,0 1,0-1,0 0,0 0,0 0,0 0,1 0,0 0,-1-1,1 1,0-1,0 0,1 1,-1-2,0 1,1 0,-1-1,1 1,-1-1,1 0,0 0,-1 0,1-1,0 0,0 1,0-1,-1 0,1-1,6 0,-1-1,0 0,1 0,-1-1,0-1,-1 1,1-1,-1-1,0 0,0 0,0 0,0-1,-1 0,0-1,0 1,-1-1,0-1,0 1,-1-1,0 0,0 0,-1-1,0 1,0-1,-1 0,0 0,1-8,-6 25,0 0,1 0,0 0,0 0,1 0,0 0,1 1,0-1,0 0,0 0,3 5,-2-7,1 0,0 0,0 0,0-1,1 0,0 0,0 0,0 0,1 0,-1-1,1 0,0 0,0 0,1-1,-1 1,1-1,0-1,0 1,0-1,0 0,0 0,0-1,0 0,1 0,-1 0,5-1,-1 1,1-1,-1-1,1 0,-1 0,0-1,0 0,0-1,0 0,0-1,0 0,-1 0,0-1,0 0,0-1,-1 0,3-2,-2-1,0-1,0 0,-1 0,0-1,-1 0,0 0,-1-1,0 0,-1 0,-1 0,0-1,0 0,0-3,15-174,-22-218,-1 365,4 44,0-1,0 0,-1 1,1-1,0 0,-1 1,1-1,0 0,-1 0,1 1,0-1,-1 0,1 0,-1 0,1 0,0 0,-1 1,1-1,-1 0,1 0,0 0,-1 0,1 0,-1 0,1 0,-1 0,1 0,0-1,-1 1,1 0,-1 0,1 0,0 0,-1-1,1 1,0 0,-1 0,1-1,0 1,-1 0,1 0,0-1,0 1,-1 0,1-1,0 1,-8 25,1 1,1-1,2 1,0 1,1 6,1-13,-5 49,3 1,3 43,2-90,1 0,2 0,0 0,1 0,1 0,1-1,1 0,1-1,9 17,-12-29,0 1,1-1,0 0,0-1,1 0,0 0,1 0,0-1,0-1,0 1,1-2,0 1,0-1,7 2,-10-4,0-1,-1 0,1-1,0 1,0-1,0-1,0 1,0-1,0 0,0-1,0 0,0 0,0 0,0-1,0 0,0-1,-1 1,1-1,-1 0,0-1,0 0,0 0,3-3,-2 1,0-1,-1-1,0 1,0-1,-1 0,0 0,0-1,-1 1,0-1,0 0,-1 0,0 0,-1-1,0 1,-1-1,1 1,-2-1,0 0,0 1,0-1,-2-7,2 16,0 0,0 1,0-1,1 0,-1 0,0 0,0 0,0 0,0 0,-1 0,1 0,0 1,0-1,0 0,-1 0,1 0,0 0,-1 0,1 1,-1-1,1 0,-1 0,1 1,-1-1,0 0,1 1,-1-1,0 1,0-1,1 1,-1-1,0 1,0-1,0 1,1 0,-1-1,0 1,0 0,0 0,0 0,0 0,0 0,0 0,1 0,-1 0,0 0,0 0,0 0,0 0,0 1,0-1,1 0,-1 1,0-1,0 1,0-1,1 1,-1-1,0 1,1-1,-1 1,0 0,1-1,-1 1,1 0,-1 0,1-1,-1 1,1 0,-5 11,2 0,-1-1,2 1,-1 1,2-1,-1 0,2 0,0 1,0-1,1 0,1 1,-1-2,1 1,0-1,1 0,1 0,0 0,0-1,1 1,0-1,1 0,0-1,1 1,0-1,0-1,1 1,0-1,0 0,1-1,0 0,0 0,1-1,0-1,0 1,0-1,1-1,0 0,0-1,0 0,3 0,16-3,-7-5</inkml:trace>
  <inkml:trace contextRef="#ctx0" brushRef="#br1" timeOffset="109037.595">5576 8154,'16'-6,"25"-8,32-5,34-4,36-3,34-2,30 0,-19 5</inkml:trace>
  <inkml:trace contextRef="#ctx0" brushRef="#br1" timeOffset="109879.855">14332 6510,'18'16,"16"12,10 11,7 7,2 3,-2 0,-4-4,-8-8,-9-7,-7-8,-7-9</inkml:trace>
  <inkml:trace contextRef="#ctx0" brushRef="#br1" timeOffset="110262.886">14987 6417,'-232'173,"227"-167,-1 0,1 1,0-1,1 1,-1 0,1 0,1 0,-1 1,1-1,1 1,-1 0,1 0,1 0,0 0,0 0,0 0,1 0,0 0,1 7,3 15,2 1,0-2,2 1,9 19,-2-2,12 59,13 104,-17-82,13 18,-34-131</inkml:trace>
  <inkml:trace contextRef="#ctx0" brushRef="#br1" timeOffset="111864.841">15588 6804,'143'-22,"-76"7,331-42,124 8,-312 32,1322-65,-1334 82,102-1,109-22,-278 2,-206 37,51-13</inkml:trace>
  <inkml:trace contextRef="#ctx0" brushRef="#br1" timeOffset="112279.935">17474 6364,'167'18,"-132"-13,0 1,-1 2,0 1,0 2,-1 1,0 1,20 13,-46-22,0-1,-1 1,1 1,-1-1,0 1,0 0,-1 0,1 1,-1-1,0 1,-1 1,1-1,-1 1,-1-1,1 1,-1 0,0 0,0 1,-1-1,0 0,-1 1,0 0,0-1,0 1,-1 0,0-1,0 1,-1 0,0-1,-1 1,-1 3,-8 11,-1-1,0-1,-2 0,-1-1,0-1,-1 0,-1-1,-1 0,0-2,-1 0,-1-1,-11 5,-86 58,76-52</inkml:trace>
  <inkml:trace contextRef="#ctx0" brushRef="#br1" timeOffset="113577.544">17354 4505,'2'18,"1"16,2 15,2 10,3 10,2 6,-2 2,-2-2,-2-3,-3-5,-1-10,-1-14</inkml:trace>
  <inkml:trace contextRef="#ctx0" brushRef="#br1" timeOffset="113973.533">17594 4973,'115'-23,"-81"18,0-2,-1-1,1-1,-1-2,8-5,-40 16,0 0,0-1,0 1,0 0,0 0,0 0,0-1,0 1,1-1,-1 1,0-1,-1 1,1-1,0 1,0-1,0 0,0 0,0 1,-1-1,1 0,0 0,-1 0,1 0,0 0,-1 0,0 0,1 0,-1 0,1 0,-1 0,0 0,0 0,0 0,1 0,-1-1,0 1,-1 0,1 0,0 0,0 0,0 0,-1 0,1 0,0 0,-1 0,1 0,-1-1,-5 0,-1-1,1 1,-1 0,1 1,-1-1,0 1,0 1,0-1,0 1,1 1,-1-1,0 1,0 0,0 0,1 1,-1 0,-4 2,2 0,0-1,1 1,0 0,0 1,0 0,0 0,1 1,0 0,0 0,1 1,-1 0,2 0,-3 3,5-6,0 1,0-1,0 1,1-1,0 1,0 0,0 0,1 0,0 0,0 0,0 0,0 0,1 0,0 1,0-1,0 0,1 0,-1 0,1 0,1 0,-1 0,1 0,0 0,1 3,3-1,1 0,0 0,0-1,0 0,1-1,0 0,0 0,0 0,0-1,1-1,0 1,0-1,0-1,0 1,0-2,0 1,1-1,-1-1,9 0,40 5</inkml:trace>
  <inkml:trace contextRef="#ctx0" brushRef="#br1" timeOffset="114481.861">18410 4826,'-24'-7,"1"2,-1 0,0 2,0 1,-1 1,1 1,-20 2,41-2,0-1,0 1,0 0,0 1,0-1,0 0,0 1,0 0,1-1,-1 1,0 0,0 1,0-1,1 0,-1 1,1 0,-1-1,1 1,0 0,-1 0,1 0,0 1,0-1,1 0,-1 1,0-1,1 1,-1 0,1-1,0 1,0 0,0 0,0 0,1 0,-1 0,1 0,0 0,0 0,0 0,0 2,5 3,0-1,1 0,0 0,0-1,0 0,1 0,0 0,0-1,0 0,1-1,-1 1,1-1,8 2,-4 1,131 64,-112-42,-31-29,1 1,-1 0,1 0,-1 0,0 0,0-1,0 1,1 0,-1 0,0 0,0 0,0 0,0 0,0 0,0 0,-1-1,1 1,0 0,0 0,-1 0,1 0,0 0,-1-1,1 1,-1 0,1 0,-1-1,1 1,-1 0,0-1,1 1,-1-1,0 1,1-1,-1 1,0-1,0 1,0-1,1 0,-1 1,0-1,0 0,0 1,-53 15,55-17,-1 1,0 0,1 0,-1 0,1 0,-1 0,0-1,1 1,-1 0,1 0,-1 0,0-1,1 1,-1 0,0-1,1 1,-1 0,0-1,0 1,1 0,-1-1,0 1,0-1,0 1,0 0,1-1,-1 1,0-1,0 1,0-1,0 1,0-1,0 1,0 0,0-1,0 1,0-1,0 1,-1-1,1 1,0 0,0-1,0 1,-1-1,1 1,0 0,0-1,-1 1,1 0,0-1,0 1,-1 0,1 0,0-1,-1 1,1 0,-1 0,1-1,0 1,-1 0,1 0,-1 0,199-149,-62 35,-136 114,0-1,1 1,-1 0,1-1,-1 1,0-1,1 1,-1 0,1 0,-1-1,1 1,-1 0,1 0,-1 0,1-1,-1 1,1 0,-1 0,1 0,-1 0,1 0,-1 0,1 0,-1 0,1 0,-1 0,1 0,-1 0,1 1,-1-1,1 0,-1 0,1 1,-1-1,1 0,-1 0,0 1,1-1,-1 0,0 1,1-1,-1 1,0-1,1 0,-1 1,0-1,1 1,-1-1,0 1,0-1,0 1,0-1,0 1,1-1,-1 1,0-1,0 1,0-1,0 1,0 0,-2 37,1-31,-2 13,2 1,1-1,0 1,2 0,0-1,3 12,-3-23,0-1,1 1,-1-1,2 0,-1 0,1-1,0 1,1-1,0 1,0-1,0-1,1 1,0-1,0 0,1 0,-1-1,2 0,38 10,-28-18</inkml:trace>
  <inkml:trace contextRef="#ctx0" brushRef="#br1" timeOffset="114727.261">18811 4518,'-9'7,"1"9,9 11,12 10,3-2</inkml:trace>
  <inkml:trace contextRef="#ctx0" brushRef="#br1" timeOffset="115331.857">19091 5027,'-5'-40,"3"-1,1 1,1-1,3 1,4-20,7-39,-13 98,-1 1,1 0,-1-1,1 1,-1 0,1-1,0 1,-1 0,1-1,-1 1,1 0,0 0,-1 0,1 0,0 0,-1 0,1 0,-1 0,1 0,0 0,-1 0,1 0,0 0,-1 0,1 0,0 1,-1-1,1 0,-1 0,1 1,-1-1,1 1,-1-1,1 0,-1 1,1-1,-1 1,1-1,-1 1,0-1,1 1,-1-1,0 1,1 0,-1-1,0 1,0-1,0 1,1 0,-1-1,0 1,0 0,0 0,6 6,11 7,0 0,1-1,1-1,0 0,0-2,1 0,1-1,-1-1,1-1,1-1,-1-1,1-1,20 1,-40-5,-1 0,1 0,0 0,0 0,0 1,0-1,-1 0,1 1,0-1,0 1,-1 0,1-1,0 1,-1 0,1 0,0 0,-1 0,0 1,1-1,-1 0,0 0,1 1,-1-1,0 1,0-1,0 1,-1 0,1-1,0 1,0 0,-1 0,1-1,-1 1,0 0,-1 60,0-54,0 0,0 0,1-1,0 1,1 0,-1 0,1 0,1-1,-1 1,1 0,1-1,-1 1,3 2,-3-8,-1 1,1-1,0 0,0 1,1-1,-1 0,0-1,1 1,-1 0,1-1,0 1,-1-1,1 0,0 1,0-2,0 1,0 0,0 0,0-1,0 0,0 1,0-1,0-1,0 1,0 0,0-1,1 1,77-33,-70 26,1 0,-1-1,0 0,-1-1,0 0,0 0,-1-1,0-1,-1 1,0-1,-1-1,0 0,0 0,-2 0,1 0,-2-1,0 0,0 0,-1 0,-1 0,0-1,-1 1,0-14,-2 22,0 0,0 0,-1 0,1 0,-1 0,0 1,-1-1,1 1,-1-1,0 1,0 0,-3-3,5 6,0 0,0 0,0 0,0-1,0 1,-1 0,1 1,0-1,-1 0,1 0,-1 0,1 1,-1-1,1 1,-1-1,1 1,-1 0,0 0,1 0,-1-1,1 1,-1 1,0-1,1 0,-1 0,1 1,-1-1,1 1,-1-1,1 1,-1-1,1 1,-1 0,1 0,0 0,0 0,-1 0,1 0,0 0,0 0,-1 1,0 2,-1-1,0 1,1-1,0 1,0 0,0 0,1 0,-1 0,1 0,0 1,0-1,0 0,1 1,-1-1,1 0,0 1,0-1,1 0,0 1,-1-1,1 0,1 0,-1 1,2 5,1 0,0 0,0-1,1 0,1 1,-1-2,1 1,1-1,2 2,18 14,1-2,1-1,1-1,1-2,1-1,0-2,1-1,1-1,0-2,1-1,0-2,0-1,19 0,8 1</inkml:trace>
  <inkml:trace contextRef="#ctx0" brushRef="#br1" timeOffset="116448.434">17981 5708,'-14'0,"1"0,-1 1,0 1,1 1,-1 0,1 0,0 1,0 1,0 0,0 1,1 0,0 1,0 0,1 1,0 1,0-1,1 2,0-1,1 2,0-1,1 1,-3 4,10-13,-1 0,1 0,-1 0,1 0,-1 0,1 1,0-1,0 0,1 1,-1-1,0 1,1-1,-1 1,1-1,0 1,0-1,0 1,0-1,0 1,1-1,-1 1,1-1,-1 1,1-1,0 1,0-1,0 0,0 1,1-1,-1 0,1 0,-1 0,1 0,0 0,0 0,-1-1,1 1,1-1,-1 1,0-1,0 0,2 1,5-1,1-1,0-1,-1 0,1 0,-1 0,1-2,-1 1,0-1,0 0,0-1,0 0,0 0,-1-1,0 0,0-1,0 0,4-4,1-1,0-1,-2 1,1-2,-1 0,-1 0,-1-1,0 0,0 0,-2-1,0 0,0-1,-1 0,-1 0,-1 0,0 0,-2-1,1 1,-1-16,-2 25,3-19,-1 1,-1-1,-1 1,-1-1,-2 1,-2-10,5 34,0 0,0 1,0-1,0 0,0 0,0 0,0 0,0 1,-1-1,1 0,0 0,0 0,-1 1,1-1,0 0,-1 1,1-1,-1 0,1 1,-1-1,1 0,-1 1,0-1,1 1,-1-1,0 1,1-1,-1 1,0 0,0-1,1 1,-1 0,0-1,0 1,0 0,1 0,-1 0,0 0,0 0,0 0,0 0,1 0,-1 0,0 0,0 0,0 1,1-1,-1 0,0 1,0-1,0 0,-27 36,21-18,0 0,2 1,0 0,1-1,0 2,2-1,0 0,2 0,0 1,1-1,2 11,-2-21,1 0,1-1,-1 1,1 0,1-1,-1 0,1 1,1-2,0 1,0 0,0-1,1 0,0 0,1-1,-1 0,1 0,0 0,1-1,-1 0,1 0,0-1,0 0,1-1,-1 1,1-2,0 1,-1-1,1 0,5-1,-5 1,0 0,0-1,0 0,0-1,0 0,1 0,-1-1,0 0,0 0,-1-1,1-1,0 0,0 0,-1 0,0-1,0 0,0-1,0 0,-1 0,1 0,-1-1,-1 0,1-1,-1 1,0-1,-1-1,1 1,-2-1,1 0,-1 0,0 0,0 0,-1-1,1-5,-3 12,-1 0,1 0,0 0,-1 0,0 0,1 0,-1 0,0-1,0 1,0 0,-1 0,1 0,0 0,-1 0,1 0,-1-1,0 1,0 0,0 1,0-1,0 0,0 0,0 0,0 1,-1-1,1 0,-1 1,1-1,-1 1,0 0,0 0,1-1,-1 1,0 0,0 1,0-1,0 0,0 0,0 1,-1-1,1 1,0 0,0 0,0 0,0 0,-2 0,0 0,0 1,0 0,0-1,0 2,0-1,1 0,-1 1,0-1,1 1,-1 0,1 0,0 1,-1-1,1 1,0 0,1-1,-1 1,0 0,1 1,0-1,0 0,0 1,0-1,0 1,1 0,-1 0,1-1,0 1,0 0,0 0,1 0,0 0,-1 0,1 0,1 0,-1 0,1 0,-1 0,1 0,0 0,0 0,1-1,-1 1,1 0,0-1,0 1,0-1,1 0,-1 1,1-1,-1 0,14 7,1 0,0-1,0 0,1-1,-1-2,2 1,-1-2,1-1,0 0,0-1,0-1,11 0,51 4,-8-2</inkml:trace>
  <inkml:trace contextRef="#ctx0" brushRef="#br1" timeOffset="118121.588">19425 5682,'-6'-2,"-1"1,0 0,0 1,0 0,0 0,0 0,0 1,1 0,-1 0,0 1,0-1,1 2,-1-1,1 1,0 0,0 0,0 1,0-1,1 1,-1 1,1-1,0 1,-2 2,0 1,1 0,-1 1,2 0,-1 1,1-1,0 1,1 0,0 0,1 1,0-1,1 1,0 0,0-1,1 1,1 0,0 9,0-17,0-1,0 0,1 1,-1-1,1 0,-1 1,1-1,0 0,0 0,0 0,0 0,0 0,0 0,1 0,-1 0,0 0,1 0,0-1,-1 1,1-1,0 1,0-1,0 1,0-1,0 0,0 0,0 0,1-1,-1 1,0 0,0-1,1 1,-1-1,0 0,1 0,-1 0,0 0,1 0,-1 0,0-1,1 1,-1-1,0 0,0 1,1-1,-1 0,0 0,0-1,0 1,0 0,0-1,9-5,-1 0,0-1,-1-1,0 1,0-1,-1-1,0 1,-1-1,0-1,0 0,-1 1,-1-2,0 1,0-1,-1 0,-1 0,3-11,1-16,-2 1,-2-1,-1 1,-1-1,-3-7,1 42,2-6,-2 0,1 1,-1-1,-1 1,0-1,0 1,-1-1,0 1,-2-3,5 11,0 1,-1-1,1 0,0 0,-1 1,1-1,0 0,-1 1,1-1,-1 1,1-1,-1 0,1 1,-1-1,0 1,1-1,-1 1,0 0,1-1,-1 1,0 0,1-1,-1 1,0 0,0 0,0 0,1 0,-1 0,0 0,0 0,1 0,-1 0,0 0,0 0,1 0,-1 0,0 0,0 1,1-1,-1 0,0 1,1-1,-1 1,0-1,1 0,-1 1,1-1,-1 1,0 0,1 0,-25 35,17-19,1 2,0-1,2 1,0 0,0 0,2 1,1-1,0 1,1-1,2 1,0 0,1-1,0 1,2 0,0-9,1 0,0-1,0 0,1 0,1 0,0-1,0 0,1 0,-1-1,2 0,0 0,0-1,0 0,0-1,1 0,0 0,1-1,-1 0,1-1,0 0,0-1,0 0,1-1,-1 0,1-1,-1 0,1-1,-1 0,1-1,-1 0,1-1,-1 0,0-1,10-3,-17 5,0-1,1 1,-1-1,0 0,0 0,0 0,0 0,-1-1,1 0,0 0,-1 0,0 0,0 0,0 0,0-1,0 0,-1 0,0 1,1-1,-1 0,-1-1,1 1,-1 0,1-1,-1 1,-1 0,1-1,0 1,-1-1,0 1,0-1,-1 1,1-1,-1 1,0-1,0 1,0-1,-1 1,1 0,-1 0,0 0,-1 0,0-2,0 3,1 1,-1-1,0 1,1 0,-1 0,0 0,-1 0,1 0,0 0,0 1,-1 0,1 0,-1 0,1 0,-1 0,0 1,1-1,-1 1,0 0,1 0,-1 0,1 1,-1-1,0 1,1 0,-1 0,1 0,0 1,-1-1,1 1,0 0,0 0,0 0,0 0,0 0,0 1,1-1,-1 1,1 0,0-1,0 1,0 1,0-1,0 0,0 0,1 1,0-1,0 0,-1 4,2-4,-1 0,2-1,-1 1,0-1,0 1,1 0,-1-1,1 1,0-1,0 1,0-1,0 0,0 1,1-1,-1 0,1 0,-1 0,1 0,0 0,-1 0,1 0,0-1,1 1,-1-1,0 1,0-1,1 0,-1 0,0 0,1 0,-1 0,1 0,-1-1,4 1,1 1,0-1,1 0,-1 0,1-1,-1 1,1-2,-1 1,1-1,-1 0,1-1,6-2,-8 2,-6 1,0 1,1-1,-1 1,1-1,-1 1,0-1,1 1,-1-1,1 1,-1 0,1-1,-1 1,1 0,0-1,-1 1,1 0,-1 0,1 0,-1 0,1-1,0 1,-1 0,1 0,0 0,-1 0,1 0,-1 1,1-1,0 0,-1 0,1 0,-1 0,1 1,-1-1,1 0,0 0,-1 1,1-1,-1 1,1-1,-1 0,0 1,1-1,-1 1,1-1,-1 1,0-1,1 1,-1-1,0 1,-1 2,1 1,-1-1,1 0,0 1,0-1,0 0,0 0,1 1,-1-1,1 0,0 0,0 1,0-1,0 0,1 0,-1 0,1-1,0 1,-1 0,1 0,1-1,-1 1,0-1,1 0,-1 0,1 0,-1 0,1 0,0 0,0-1,0 1,0-1,0 0,0 0,0 0,1 0,-1-1,0 1,1-1,5-2,0 0,0-1,0 0,0 0,-1-1,0 0,1-1,-1 0,-1 0,1-1,-1 1,0-2,0 1,-1-1,1 0,-2 0,1-1,-1 0,0 0,2-5,9-24,-1 0,-2 0,-1-1,-2-1,-2 0,-2 0,-1-1,-2 1,-2-34,-3 4,2 69,0 0,0-1,-1 1,1 0,0-1,0 1,-1 0,1-1,0 1,0 0,-1 0,1-1,0 1,-1 0,1 0,0 0,-1-1,1 1,0 0,-1 0,1 0,0 0,-1 0,1 0,-1 0,1 0,0 0,-1 0,1 0,-1 0,1 0,0 0,-1 0,1 0,0 0,-1 0,1 1,-1-1,1 0,0 0,-1 0,1 1,0-1,0 0,-1 0,1 1,0-1,0 0,-1 1,1-1,0 0,0 1,0-1,-1 0,1 1,0-1,0 0,0 1,0-1,0 1,0-1,0 0,0 1,0-1,0 1,0-1,0 0,0 1,0-1,0 1,-12 25,1 1,1 0,1 1,2 0,0 0,2 1,0 19,3-29,0 1,2 0,0 0,2-1,0 1,1 0,1-1,1 0,4 12,-5-22,-1 0,1-1,1 1,-1-1,1 1,1-2,0 1,0 0,0-1,1 0,0-1,0 1,1-2,0 1,0-1,0 0,1 0,0-1,-1 0,7 1,-10-4,0 0,1-1,-1 0,1 0,-1 0,1 0,-1-1,1 0,-1 0,0 0,0-1,1 0,-1 0,0 0,0-1,-1 1,1-1,-1 0,1-1,-1 1,0-1,0 0,0 0,-1 0,1 0,-1-1,0 1,0-1,-1 0,2-4,-1 1,-7 13,-7 12,9-13,0 0,0 0,0 0,0 0,1 0,0 0,0 1,0-1,0 0,1 1,-1-1,1 1,0-1,1 1,-1-1,1 0,0 1,0-1,0 0,1 1,-1-1,1 0,0 0,0 0,1-1,-1 1,1 0,-1-1,1 0,3 3,-1-3,1 1,0-1,0-1,0 1,0-1,0 0,1 0,-1-1,1 0,-1 0,1 0,-1-1,1 0,-1 0,1-1,0 0,5-1,14-6</inkml:trace>
  <inkml:trace contextRef="#ctx0" brushRef="#br1" timeOffset="118381.905">19893 5481,'16'-2,"17"-1,16 0,13 0,8 2,1-3,-11 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7:50.1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165 287,'-4'-2,"0"0,0 1,-1-1,1 1,-1 0,1 0,-1 0,1 1,-1 0,1 0,-1 0,1 0,-1 1,1-1,-1 1,1 0,0 1,-1-1,1 1,0 0,0 0,0 0,0 0,0 1,1 0,-1 0,1 0,0 0,-1 0,-1 3,-1 6,1 1,0-1,1 1,0-1,1 1,0 0,1 1,0-1,1 0,1 1,0-1,1 0,1 0,1 6,-3-11,0 0,1 0,0 0,1 0,0 0,0 0,1 0,0-1,0 1,1-1,0 0,0 0,0 0,1 0,0-1,1 0,-1 0,1-1,0 1,1-1,-1 0,1-1,0 1,0-2,0 1,1-1,-1 0,1 0,0-1,0 0,1 0,-4-2,0-1,0 0,0 1,0-2,-1 1,1 0,0-1,-1 0,1 0,-1-1,0 1,0-1,0 0,0 0,0 0,-1 0,1-1,-1 1,0-1,2-4,43-89,-39 64,-2 0,-1 0,-2-1,-1 0,-2 1,-1-1,-3-21,3 42,0-1,-1 0,-1 0,-1 0,0 1,0-1,-1 1,-1 0,0 0,-1 1,0-1,-1 1,-1 0,0 1,0 0,-1 0,0 1,-10-8,15 16,1 0,-1 0,1 0,-1 0,0 1,0-1,0 1,0 0,0 0,0 1,0-1,0 1,0 0,0 0,0 0,0 1,0-1,0 1,0 0,0 0,0 1,0-1,0 1,1-1,-1 1,0 1,-2 1,-2 2,1 0,-1 1,1 0,1 0,-1 1,1 0,1 0,-1 0,1 1,1-1,-1 3,-2 7,0 1,2 0,0 0,1 0,1 1,1 0,1-1,1 1,0 0,2 0,0-1,1 1,1-1,0 0,2 0,0 0,8 13,13 26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7:51.4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1 300,'119'-262,"-100"225,-10 53,-8 236,-2 157,1-403,1-4,0 0,-1 0,1 0,-1 0,0 0,1 0,-1 0,0 0,0 0,0 0,-1 0,1 0,0 0,-1 0,0 0,1 0,-1 0,0-1,0 1,0 0,0 0,0-1,0 1,0 0,-1-1,1 1,-1-1,1 0,-1 1,0-1,1 0,-1 0,0 0,0 0,1 0,-1-1,0 1,0-1,0 1,0-1,-1 1,-60-17,89 5,216-36,-98 20,-144 28,0-1,0 0,0 0,0 1,0-1,0 0,0 1,0-1,0 0,0 0,0 1,0-1,0 0,0 0,0 1,0-1,1 0,-1 0,0 1,0-1,0 0,0 0,1 0,-1 1,0-1,0 0,-3-1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1.5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1 122,'147'0,"-80"-13,39-14,-25 19,87 1,-103 8,49-9,-17-5,101 0,-86-1,-32 0,52 8,-82 8,137 6,-16-2,-107-7,864 1,-821 14,60 0,-132-12,1 2,0 1,-1 2,10 4,19 4,-56-13,63 12,-1 3,53 22,116 27,-143-18,57 33,-16 8,49 35,-15-6,-11-6,-39-25,12 34,-13-14,49 53,-34 3,-21-14,3-33,-16-22,-70-63,2-1,1-2,1-1,1-2,2-1,10 3,90 59,10-14,-1-35,-112-27,0-2,1-1,0-1,7-2,42 6,-25-3,1-4,-1-2,5-3,23 1,176-7,167-48,-137 28,-97 14,-145 8,462-40,-218 26,134-3,23 16,152 0,-370 9,-159-3,-75 1,0 0,-1 0,1 0,-1 0,1 0,0 0,-1 0,1 0,-1 0,1-1,-1 1,1 0,-1 0,1-1,0 1,-1 0,0-1,1 1,-1 0,1-1,-1 1,1-1,-1 1,0-1,1 1,-1-1,0 1,0-1,1 1,-1-1,0 1,0-1,0 0,0 1,0-1,1 1,-1-1,0 0,0 1,-1-1,1 1,0-1,0 1,0-1,0 0,0 1,-1-1,1 1,0-1,0 1,-1-1,1 1,0-1,-1 1,1-1,-9-13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2.6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0,'94'57,"-66"-35,18 8,0-1,2-2,1-3,1-1,1-3,1-2,7-1,41 6,-100-23,1-1,-1 1,1 0,-1 0,1-1,-1 1,1 0,-1-1,1 1,-1-1,0 1,1-1,-1 1,1-1,-1 1,0-1,0 1,1-1,-1 1,0-1,0 0,0 1,1-1,-1 1,0-1,0 0,0 1,0-1,0 1,0-1,0 0,-1 1,1-1,0 1,0-1,0 1,-1-1,1 0,0 1,0-1,-1 1,1-1,-1 1,1-1,0 1,-1 0,1-1,-1 1,1-1,-1 1,1 0,-1-1,1 1,-1 0,1 0,-1 0,0-1,1 1,-1 0,1 0,-1 0,-3-5,-22-61,24 48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2.9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38,'0'-38,"65"301,-41-138,-16-69,4 0,1 0,3-1,4 2,-18-55,-4-8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4.9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0 297,'127'-90,"4"5,27-7,-143 83,20-11,-146 81,97-56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5.2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21,'12'-3,"-4"-1,1 1,-1 1,1-1,-1 1,1 1,0 0,-1 0,1 0,0 1,0 1,0-1,-1 1,1 1,0 0,0 0,-4 3,0 0,0 1,-1 0,0 0,0 0,0 0,0 0,-1 1,0 0,-1 0,1 0,-1 0,-1 0,1 0,-1 0,0 0,-1 1,0-1,0 4,2 12,4 21,2-1,2 0,1 0,3-2,12 27,-25-65,-3-6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5.4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0,'2'0,"1"3,2 2,3 5,4 4,7 1,1-2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7.6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 78,'-1'322,"2"-23,-6-254,3-49,-1-20,1 0,2 0,0 0,1 0,2 0,5-23,-5 29,11-72,23-205,-34 216,-3 79,0 0,0 0,0 1,0-1,0 0,0 0,0 1,1-1,-1 0,0 0,0 0,0 0,0 0,1 1,-1-1,0 0,0 0,0 0,1 0,-1 0,0 0,0 0,1 0,-1 1,0-1,0 0,1 0,-1 0,0 0,0 0,0 0,1 0,-1-1,0 1,0 0,1 0,-1 0,0 0,0 0,0 0,1 0,-1 0,0 0,0-1,0 1,1 0,-1 0,14 33,-10-23,0 4,2-1,0 0,0 0,1 0,1-1,0 0,1 0,0-1,1 0,0 0,0-1,8 4,-14-13,1 0,-1 0,1 0,-1-1,1 1,-1-1,1 0,-1-1,1 1,-1-1,1 0,-1 0,1 0,-1-1,0 0,0 0,0 0,0 0,0 0,0-1,0 1,-1-1,0 0,1-1,-1 1,0 0,0-1,-1 0,1 0,7-6,25-23,-2-3,-1-1,-3-1,10-16,-38 52,12-14,-5 33,8 249,-10 296,-12-480,3-81,1-6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8.2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18,'-1'15,"-10"55,3 0,3 1,3 0,3-1,6 27,-6-84,1-1,1 0,0 0,0 0,1 0,1 0,0-1,0 0,1 0,1 0,0-1,0 0,1 0,0-1,1 0,0 0,0-1,1 0,0-1,0 0,7 3,-2-3,0-1,0-1,0 0,0-1,1-1,-1 0,1-1,0-1,0 0,0-1,0-1,0 0,-1-1,1-1,-1-1,1 0,-1-1,0 0,4-3,-13 4,1-1,-1 1,0-1,0 0,0-1,0 1,-1-1,0 0,-1-1,1 1,-1-1,0 0,-1 0,0 0,0 0,0-1,-1 1,0-1,-1 0,11-152,-12 147,-6-370,1 353,3 48,6-8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8.5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0,'9'18,"7"16,11 12,10 11,7 4,10 3,7 0,7-1,3-4,3-1,-1-3,-5-3,-7-6,-11-6,-12-8,-13-9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8.8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624 1,'-16'2,"-10"8,-9 11,-6 16,-3 17,-3 15,-2 15,-2 13,-4 8,-1 5,-1-3,5-8,9-15,12-16,11-20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9.4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148 0,'-52'199,"38"-133,-61 258,69-253,8-70,0 1,0 0,1 0,-1-1,1 1,-1-1,1 0,-1 0,1 0,0 0,0 0,-1 0,1-1,0 1,0-1,0 0,0 0,-1 0,1 0,0-1,0 1,0-1,2 0,3 0,245-39,-122 15,54 3,-181 22,-2 0,0 0,0 0,0 0,0 0,0-1,0 1,0-1,1 1,-1-1,0 0,0 0,-1 0,1 0,0 0,0 0,0 0,-1 0,1-1,0 1,-1-1,2-6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09.7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 0,'-7'7,"-2"11,2 11,5 13,3 13,1 10,0 8,0 8,0 3,-3 1,-2-4,1-8,2-8,6-12,6-12,6-13,0-12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10.2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193 131,'-1'0,"0"1,0 0,1 0,-1 0,0 0,0 0,1 0,-1 0,1 1,-1-1,1 0,-1 0,1 0,0 0,0 1,-1-1,1 0,0 0,0 1,0-1,0 0,0 0,1 1,-1-1,0 0,1 0,-1 0,1 0,-1 1,1-1,-1 0,1 0,0 0,-1 0,1 0,0 0,0 0,0-1,0 1,0 0,0 0,0-1,0 1,0 0,0-1,0 1,0-1,1 0,-1 1,0-1,0 0,0 0,1 1,-1-1,0 0,0 0,3-1,0 1,0-1,0 0,0 0,-1 0,1 0,0 0,-1-1,1 0,-1 0,0 0,1 0,-1 0,0-1,0 1,0-1,-1 0,1 0,-1 0,0 0,1 0,-1 0,-1-1,1 1,0-1,-1 1,0-1,0 0,0 0,0 0,0 1,-1-1,0 0,0 0,0 0,0 0,0 0,-1 0,0 1,0-1,0 0,0 0,-1 1,1-1,-1 1,0-1,0 1,0 0,0 0,-1 0,1 0,-1 0,0 0,0 1,0-1,-2-1,-3 1,1 1,-1-1,0 1,1 0,-1 1,0 0,0 0,0 1,0 0,0 0,0 1,0 0,1 0,-1 1,0 0,1 0,-1 1,1 0,-1 0,1 1,0 0,1 0,-1 1,1-1,0 2,0-1,0 0,1 1,0 0,0 1,0-1,1 1,0 0,0 0,1 0,0 0,0 1,1-1,-1 4,-3 18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10.6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196 68,'8'20,"-6"-12,1 1,0-1,1 1,0-1,0 0,1 0,0-1,0 0,1 1,0-2,0 1,1-1,-1 0,1 0,1-1,3 3,-10-8,1 1,-1-1,1 0,0 1,-1-1,1 0,-1 0,1 0,-1 0,1 0,-1-1,1 1,-1 0,1-1,-1 1,1-1,-1 1,1-1,-1 0,0 0,1 1,-1-1,0 0,0 0,1 0,-1-1,0 1,0 0,0 0,-1-1,1 1,0 0,0-1,-1 1,1-1,-1 1,1-1,-1 1,0-1,1 1,-1-1,7-66,-9 62,1 1,-1-1,0 1,0-1,0 1,-1 0,0 0,0 0,0 0,-1 1,1-1,-1 1,0 0,-1 0,1 0,0 1,-1 0,0-1,0 2,0-1,0 0,-1 1,1 0,0 1,-1-1,-3 0,-1 0,-1 0,1 0,-1 1,1 1,-1-1,1 2,-1 0,1 0,-1 1,1 0,0 0,0 1,0 1,-3 1,5-1,1 0,0 1,0 0,0 1,1-1,0 1,0 0,0 1,1-1,-2 3,6-7,-1-1,1 1,0 0,-1 0,1 1,0-1,0 0,0 0,1 0,-1 1,1-1,-1 0,1 1,0-1,0 0,0 1,0-1,0 1,0-1,0 0,1 1,0-1,-1 0,1 0,0 1,0-1,0 0,0 0,1 0,-1 0,0 0,1 0,-1-1,1 1,0 0,0-1,0 1,0-1,8 5,1-1,0 0,0-1,1 0,-1-1,1 0,-1-1,1 0,0-1,0 0,2-1,-2 1,50 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11.2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0 387,'24'-24,"-1"-1,-2-1,0-1,-2-1,-1-1,-1-1,-2 0,-1-1,-1 0,-2-1,-1 0,0-9,-10 41,0 0,0 0,-1 0,1 0,0 0,0 0,0 0,-1 0,1 0,0 0,0 0,0 0,-1 0,1 0,0 0,0 0,0 0,-1 0,1 0,0 0,0 0,0 0,-1 0,1 0,0-1,-6 26,1 0,1 0,1 0,1 0,1 16,1-41,2 40,2 0,1 0,2-1,2 0,2 0,1-1,9 19,-16-44,3 7,0 2,-2-1,0 1,-1 0,-1 0,-1 0,-1 0,-1 1,-1-1,-2 1,0-1,-1 0,0 1,-2-2,-1 1,-9 20,15-40,0-1,-1 1,1-1,-1 1,0-1,1 1,-1-1,0 0,0 1,0-1,0 0,0 0,0 1,0-1,-1 0,1 0,0 0,-1-1,1 1,0 0,-1 0,1-1,-1 1,1-1,-1 1,0-1,1 0,-1 0,1 1,-1-1,-1 0,14-15,6 8,0 0,0 2,1 0,-1 0,1 2,0 0,9 1,-1-2,32-5,1 2,0 3,-1 2,1 3,0 2,16 6,-36-1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08:12.1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144 39,'-6'-2,"3"1,0 0,0-1,0 1,0 0,0 0,0 0,0 1,-1-1,1 1,0 0,0 0,0 0,-1 0,1 0,0 1,0 0,0-1,0 1,0 0,0 0,0 1,0-1,0 1,0-1,1 1,-1 0,0 0,1 0,0 1,0-1,-1 0,1 1,1 0,-2 0,3-2,0 0,0 0,0 0,0 0,0 0,0 0,0 0,0 0,0 0,0 0,0 0,1 0,-1 0,0 0,1 0,-1 0,1 0,-1 0,1-1,0 1,-1 0,1 0,0 0,-1-1,1 1,0 0,0-1,0 1,0-1,-1 1,1-1,0 1,0-1,0 0,0 1,0-1,0 0,0 0,0 0,0 0,0 0,0 0,1 0,44-6,-5-28,-40 33,-1 0,1 0,-1 0,1 0,-1 0,1-1,-1 1,0 0,1 0,-1 0,0 0,0 0,0 0,0-1,0 1,0 0,0 0,0 0,0 0,0-1,-1 1,1 0,0 0,-1 0,1 0,-1 0,0 0,1 0,-1 0,0 0,1 0,-1 0,0 1,0-1,0 0,0 0,0 1,0-1,0 1,0-1,0 1,0-1,0 1,0-1,-3 0,0-1,-1 1,1 0,0 0,0 0,-1 1,1-1,0 1,-1 0,1 0,0 1,-1-1,1 1,0 0,-1 0,1 0,0 1,0 0,0-1,0 1,0 1,1-1,-1 0,1 1,-1 0,1 0,0 0,0 0,0 1,1-1,-1 1,1-1,0 1,0 0,0 0,0 0,1 0,-1 0,3-1,0 0,0 0,0 0,0 0,0 0,1-1,0 1,-1-1,1 1,0-1,0 1,0-1,0 0,1 0,-1 0,0 0,1-1,0 1,-1 0,1-1,0 0,0 0,0 0,-1 0,1 0,0-1,0 1,1-1,-1 0,0 1,0-2,0 1,0 0,19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19.6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354 214,'-18'14,"-15"20,-13 22,-9 23,0 20,3 17,9 10,11 5,14-4,17-8,17-13,18-15,16-18,14-20,9-19,1-15,-11-11</inkml:trace>
  <inkml:trace contextRef="#ctx0" brushRef="#br0" timeOffset="403.45">769 829,'-8'-5,"-1"1,0 1,0-1,-1 1,1 1,-1 0,1 0,-1 1,0 0,0 1,1 0,-1 1,0-1,0 2,1 0,-1 0,1 0,0 1,-1 1,1 0,1 0,-1 0,1 1,-1 1,1-1,1 1,-1 1,1-1,0 1,1 0,-1 1,2 0,-3 3,5-7,0 1,-1-1,2 1,-1 0,1 0,0 0,0 0,0 1,0-1,1 1,0-1,0 1,1-1,0 1,0-1,0 1,0 0,1-1,0 1,0-1,1 0,-1 1,1-1,0 0,0 0,1 0,0 0,0 0,0-1,0 1,1-1,0 0,0 0,0 0,0 0,0-1,3 2,0-3,1 1,0-1,0 0,0-1,0 0,0 0,0-1,0 0,0 0,0-1,0 0,0 0,0-1,-1 0,1 0,0-1,-1 0,1 0,-1-1,0 0,-1 0,1-1,-1 0,1 0,-1 0,-1-1,1 0,-1 0,0-1,0 1,-1-1,0 0,0 0,-1 0,0-1,0 1,0-1,-1 0,-1 0,7-59,6 113,-5-37,0 0,1 0,1 0,-1-2,1 1,1-1,0-1,-1 0,2-1,-1 0,1 0,-1-2,1 1,0-2,1 0,-1 0,10-1,39 6</inkml:trace>
  <inkml:trace contextRef="#ctx0" brushRef="#br0" timeOffset="1334.058">1504 829,'-14'-5,"0"1,-1 0,1 1,-1 1,0 0,1 1,-1 0,-15 3,25-2,-1 1,1 0,-1 0,1 1,0 0,-1 0,1 0,0 0,0 1,0 0,1 0,-1 0,1 1,0-1,-1 1,2 0,-1 0,0 1,1-1,0 1,0 0,0 0,1 0,-1 0,1 0,0-1,0 0,0 1,0-1,0 0,1 1,-1 0,1-1,0 1,1 0,-1-1,1 1,0 0,0 0,0-1,1 1,0 0,0 0,0-1,0 1,1-1,0 1,0-1,0 0,0 0,1 1,-1-2,1 1,0 0,0 0,1-1,-1 0,1 0,0 0,-1 0,1 0,1-1,-1 0,0 0,0 0,2 0,6-1,0-2,-1 1,1-2,0 0,-1 0,0-1,1 0,-1-1,0 0,-1-1,1 0,-1-1,0 0,0 0,-1-1,0 0,0-1,-1 0,5-6,-2 3,-1-2,0 1,-1-1,0-1,-1 0,-1 0,0-1,0 1,-2-1,0-1,-1 1,2-15,1-14,-3-1,-1 0,-4-44,1 60,-1 0,-2 0,-1 0,-8-27,1 30,11 26,-1 0,1-1,-1 1,1 0,0-1,-1 1,1 0,-1 0,1-1,-1 1,0 0,1 0,-1 0,1 0,-1-1,1 1,-1 0,1 0,-1 0,1 0,-1 1,0-1,1 0,-1 0,1 0,-1 0,1 0,-1 1,1-1,-1 0,1 1,-1-1,1 0,-1 1,1-1,0 0,-1 1,1-1,0 1,-1-1,1 1,0-1,-1 0,1 1,0 0,0-1,0 1,-1-1,1 1,0-1,0 1,0-1,0 1,0-1,0 1,0 0,0-1,0 1,0-1,1 1,-8 28,2 0,1 0,2 0,1 0,1 0,1 1,3 9,-3-1,2-1,2 0,1-1,1 1,3-1,1-1,1 0,2 0,1-1,11 15,39 18,-63-65,0-1,0 1,0-1,0 0,0 1,0-1,1 0,-1 0,0 0,1-1,-1 1,1-1,-1 1,1-1,-1 0,1 0,-1 0,1 0,0 0,-1 0,1-1,-1 0,0 1,1-1,-1 0,1 0,-1 0,0 0,0-1,0 1,0 0,0-1,0 0,1 0,3-8,-1 1,0-1,0 0,-1 0,0-1,-1 1,0-1,-1 1,0-1,0 0,-2 0,1-7,-4-192,3 209,1 0,-1 0,1 0,0 0,-1 0,1 0,0 0,0 0,0 0,0 0,0 1,0-1,0 0,0 1,0-1,0 1,0-1,0 1,0 0,0-1,1 1,-1 0,0 0,0 0,0 0,1 0,-1 0,0 0,0 0,0 0,1 0,-1 1,0-1,0 1,0-1,0 1,0-1,0 1,0-1,0 1,0 0,0 0,0-1,0 1,0 0,-1 0,1 0,0 0,0 1,8 2,53 21,87 45,-141-64,0 1,-1 1,0-1,0 2,0-1,-1 0,-1 1,0 0,0 1,0-1,-1 1,-1 0,0 0,0-2,-1 1,2-1,-1 0,1 0,0 0,0 0,1-1,0 0,1 0,0 0,0 0,0-1,0 0,1 0,0-1,1 0,-1 0,3 0,-3-2,1 0,0-1,-1 0,1-1,0 0,0 0,-1 0,1-1,0 0,0-1,0 0,0 0,0 0,-1-1,1-1,-1 1,1-1,-1 0,0-1,0 1,0-2,-1 1,1-1,-1 0,0 0,-1 0,1-1,-1 0,0 0,0 0,-1-1,0 0,0 0,-1 0,3-7,-1 0,0 0,-1 0,0-1,-1 0,-1 0,-1 0,0 0,-1 0,0 0,-1 0,1 12,0 1,0 0,0 0,0-1,0 1,-1 0,1-1,-1 1,1 0,-1 0,0 0,0 0,0 0,0 0,0 0,-1 0,1 0,0 0,-1 0,1 1,-1-1,0 1,0-1,0 1,1 0,-1-1,0 1,0 0,-1 0,1 1,0-1,0 0,0 1,-1-1,1 1,0 0,0 0,-1 0,1 0,0 0,-1 0,1 0,-1 1,-5 4,-1 1,1 0,0 1,0-1,1 1,0 1,0 0,1 0,0 0,1 0,-1 1,1 0,1 0,0 0,0 1,1 0,0-1,-1 11,3-14,0 0,0 1,1-1,0 0,0 1,0-1,1 0,0 0,0 1,0-1,1 0,0 0,0 0,1 0,0-1,0 1,0-1,1 0,-1 1,1-2,0 1,1 0,-1-1,1 0,0 0,0 0,0 0,1-1,-1 0,1 0,0-1,-1 1,3-1,102 21,-55-19</inkml:trace>
  <inkml:trace contextRef="#ctx0" brushRef="#br0" timeOffset="2337.08">3068 736,'-10'-3,"-1"1,0 1,0 0,0 0,0 1,0 0,0 1,0 1,0-1,1 2,-1 0,0 0,1 0,0 2,0-1,0 1,0 1,-4 3,13-8,-1 0,1 0,0 0,0 1,0-1,0 0,1 0,-1 1,0-1,0 1,1-1,-1 1,1-1,0 1,-1-1,1 1,0-1,0 1,0-1,0 1,0 0,0-1,0 1,0-1,1 1,-1-1,1 1,-1-1,1 1,-1-1,1 1,0-1,0 0,0 1,0-1,0 0,0 0,0 0,0 0,0 0,1 0,-1 0,60 37,31 0,-65-28,1 1,-1 1,-1 1,0 2,-1 1,3 3,16 33,-44-50,1 0,0-1,0 1,-1 0,1 0,-1 0,1-1,-1 1,0 0,0 0,0 0,0 0,0 0,0-1,-1 1,1 0,0 0,-1 0,1 0,-1-1,0 1,0 0,0-1,0 1,0-1,0 1,0-1,0 1,-1-1,1 0,0 1,-1-1,1 0,-2 0,-4 3,0 0,-1-1,0 0,0 0,0 0,0-2,0 1,0-1,-1 0,1 0,0-1,0 0,-1-1,1 0,0 0,-1-1,1 0,0 0,1-1,-1 0,-5-3,11 6,1-1,-1 1,1-1,-1 0,1 1,-1-1,1 0,0 0,-1 0,1 0,0 0,0-1,0 1,0 0,0 0,0-1,0 1,0-1,1 1,-1-1,0 1,1-1,-1 1,1-1,0 1,-1-1,1 0,0 1,0-1,0 0,0 1,0-1,1 1,-1-1,0 0,1 1,-1-1,1 1,0-1,-1 1,1-1,0 1,0 0,0-1,0 1,0 0,0 0,0 0,1-1,-1 1,1 0,11-6,1 0,-1 1,1 0,0 1,0 1,1 0,-1 1,1 1,1 0,24-5,-20 3,32-6,-1-2,-1-2,0-2,39-19,-83 33,0 0,0-1,-1 1,1-1,-1-1,0 1,1-1,-2 0,1 0,0 0,-1-1,0 0,0 0,0 0,0 0,-1 0,0-1,0 0,-1 1,0-1,1-2,-4 5,0 1,-1-1,1 1,-1 0,0 0,1-1,-1 1,0 0,0 1,0-1,0 0,-1 0,1 1,0 0,-1-1,1 1,-1 0,0 0,1 0,-1 0,0 1,1-1,-1 1,0 0,0 0,1 0,-1 0,0 0,0 0,1 1,-1-1,-1 1,-2 0,1 1,-1-1,1 1,0 0,-1 0,1 0,0 1,0 0,0 0,1 0,-1 0,1 1,-1 0,1 0,1 0,-1 1,0-1,1 1,0 0,0 0,1 0,-1 0,1 0,0 0,0 1,1-1,-1 6,0-3,0-1,1 1,1 0,-1 1,1-1,1 0,-1 0,1 0,1 0,-1-1,1 1,1 0,-1 0,1-1,1 0,0 1,0-1,0-1,4 5,4-1,0-1,1 0,0-1,1 0,0-1,0-1,0 0,1-1,0 0,0-2,0 1,1-2,-1 0,0-1,1 0,0-2,-1 0,1 0,14-4,-2 1,0-1,-1-1,1-1,-1-1,-1-2,0-1,0-1,-1-1,5-4,-15 7,0 0,0-1,-1-1,0-1,-1 1,-1-2,0 0,-1 0,0-1,-1-1,-1 0,0 0,-1-1,4-12,-2-11,-1 0,-2 0,-2 0,-2-1,-1 0,-2 0,-2 1,-3-8,3 15,-2 0,-2 0,0 0,-3 1,0 0,-9-16,17 44,1 1,-1-1,-1 0,1 1,-1-1,1 1,-1 0,0-1,0 1,0 0,-1 0,1 0,-1 0,0 1,1-1,-1 1,0 0,-1-1,1 1,0 1,-1-1,1 0,-1 1,1 0,-1 0,1 0,-1 0,0 0,0 1,0 0,1 0,-4 0,1 3,0 0,1 1,-1 0,1 0,0 1,0-1,0 1,1 0,0 0,0 1,0-1,0 1,1 0,-2 4,-11 25,1 1,2 0,2 1,1 1,1 0,3 0,1 0,1 15,1-31,1-1,0 1,2-1,1 1,1-1,0 1,2-1,0 0,2 0,0 0,1-1,1 0,1 0,1-1,0 0,2-1,0 0,1-1,1 0,0-1,1-1,1 0,1 0,-4-7,0 0,0-1,1 0,0-1,1-1,-1 0,1-1,0 0,0-1,0-1,1-1,-1 0,0-1,10-1,-15 0,0 0,0 0,-1-1,1-1,-1 1,1-2,-1 1,0-1,0-1,-1 0,1 0,-1 0,0-1,-1-1,1 1,-1-1,0 0,-1-1,0 1,0-1,-1-1,0 1,0-1,-1 0,0 1,-1-1,-1 1,1-1,-1 0,-1 0,0 0,0 0,-1 0,0 0,0-1,-1 1,0 0,-1 0,0 0,0 1,-1-1,0 0,-1 1,-2-4,6 10,-1 1,1-1,-1 1,0-1,1 1,-1 0,0-1,0 1,0 0,0-1,0 1,-1 0,1 0,0 0,0 0,-1 0,1 0,-1 1,1-1,-1 0,1 1,-1-1,1 1,-1-1,0 1,1 0,-1 0,1 0,-1 0,0 0,1 0,-1 0,0 0,1 1,-1-1,1 0,-1 1,1 0,-1-1,1 1,-1 0,1 0,0 0,-1 0,1 0,0 0,0 0,0 0,-1 0,1 1,0-1,1 0,-1 1,0-1,-4 7,1 0,0 0,1 0,0 0,0 1,1-1,0 1,0 0,1-1,0 1,1 0,0 0,0 0,1 0,0-1,1 1,0 0,0-1,0 1,1-1,1 0,-1 0,2 0,-1 0,1-1,0 0,0 0,1 0,0 0,0-1,0 0,6 4,9 2,-1 0,2-2,0 0,0-1,0-2,1 0,0-1,1-1,-1-2,1 0,0-1,0-2,0 0,12-3,30-2</inkml:trace>
  <inkml:trace contextRef="#ctx0" brushRef="#br0" timeOffset="2592.914">5221 0,'9'27,"10"26,10 20,10 18,5 13,2 7,-5 5,-11 1,-20 1,-28-1,-33-2,-9-21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15.6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0 297,'303'-42,"569"-25,-618 54,815-76,-645 50,-354 33,64-8,1 7,0 5,9 7,-103 0,-25 1,-23-3,-23 0,9-4</inkml:trace>
  <inkml:trace contextRef="#ctx0" brushRef="#br0" timeOffset="426.979">335 1206,'-3'2,"7"4,9-1,14 1,15-3,18 0,11-4,10-3,7-4,2 0,-14 0</inkml:trace>
  <inkml:trace contextRef="#ctx0" brushRef="#br0" timeOffset="1590.54">1698 1326,'17'-31,"0"-2,-3 0,0-1,-3 0,0-1,-3 0,4-28,-11 57,19-61,-20 66,0 1,0-1,0 0,0 1,1-1,-1 0,0 1,1-1,-1 1,0-1,1 0,-1 1,0-1,1 1,-1-1,1 1,-1-1,1 1,-1 0,1-1,0 1,-1 0,1-1,-1 1,1 0,0-1,-1 1,1 0,0 0,-1 0,1 0,0 0,0 0,-1 0,1 0,0 0,-1 0,1 0,0 0,-1 1,1-1,0 0,-1 0,1 1,-1-1,1 0,0 1,-1-1,1 1,-1-1,1 0,-1 1,1 0,23 35,-19-28,162 269,-128-182,-39-94,0 1,1-1,-1 1,0-1,0 1,0-1,0 1,-1-1,1 1,0-1,-1 1,1-1,0 1,-1-1,0 0,1 1,-1-1,0 0,0 0,0 1,0-1,0 0,0 0,0 0,0 0,0 0,-1 0,1 0,0-1,0 1,-1 0,1-1,-1 1,1-1,-1 1,1-1,-1 0,1 1,-1-1,1 0,-1 0,-62-14,60 13,1 0,0-1,0 1,0-1,0 0,1 0,-1 0,0 0,1 0,0-1,-1 1,1-1,0 0,0 0,1 0,-1 1,0-2,1 1,0 0,0 0,0 0,0-1,0 1,1 0,-1-1,1 1,0 0,0-1,0 1,0-1,1 1,0 0,-1-1,1 1,0 0,1-1,5-3,0 1,0-1,1 1,0 0,0 1,0 0,1 1,-1-1,1 1,1 1,-1 0,0 0,1 1,7-1,112-16,-103 17,0 0,-1-2,1-1,-1-1,0-1,-1-1,1-1,21-13,-43 21,0 0,-1 0,1-1,0 1,-1-1,1 0,-1 1,0-1,0-1,1 1,-1 0,-1 0,1-1,0 1,0-1,-1 0,0 1,1-1,-1 0,0 0,0 0,-1 0,1 1,-1-1,1 0,-1-1,0 1,0 0,0 0,0 0,-1 0,1 0,-1 0,0 1,0-1,0 0,0 0,0 0,-1 1,1-1,-1 0,0 1,0 0,0-1,0 1,0 0,0 0,-1 0,1 0,-3-1,0 1,0-1,0 1,-1 0,1 0,-1 0,0 1,1 0,-1 0,0 1,0-1,0 1,1 0,-1 1,0 0,0-1,1 2,-1-1,0 1,1 0,0 0,-1 0,1 1,0 0,0 0,0 0,1 1,-1-1,1 1,0 0,0 1,0-1,0 1,1-1,0 1,0 0,0 0,1 1,-1-1,1 0,1 1,-1-1,1 1,0 0,0 0,0-1,1 1,0 0,0 0,1 0,-1-1,1 1,0 0,1-1,0 1,-1-1,2 1,-1 0,6 3,1 0,-1-1,2 1,-1-2,1 1,0-1,1-1,-1 0,1 0,1-1,-1 0,1-1,-1-1,1 0,0 0,1-1,-1-1,0 0,0 0,13-2,-9 2,-1 0,1 0,0-2,0 0,-1-1,1 0,-1-1,0-1,1-1,-2 0,1 0,0-2,-1 0,-1 0,1-2,-1 0,0 0,-1-1,0 0,-1-1,0-1,2-3,-1-12,-1-1,-2 0,0-1,-2 0,-1 0,-2-1,-1 1,-1-1,-1 0,-3-22,2 38,1-77,-5 0,-7-37,-9 52,20 76,0-1,0 1,-1-1,1 1,0-1,-1 1,1-1,-1 1,1-1,0 1,-1-1,1 1,-1 0,1-1,-1 1,0 0,1-1,-1 1,1 0,-1 0,1-1,-1 1,0 0,1 0,-1 0,1 0,-1 0,0 0,1 0,-1 0,0 0,1 0,-1 0,1 1,-1-1,0 0,1 0,-1 1,1-1,-1 0,1 1,-1-1,1 0,-1 1,1-1,-1 1,1-1,0 1,-1-1,1 1,0-1,-1 1,1-1,0 1,0-1,-1 1,1 0,-7 11,0 1,1 0,1 0,0 0,0 1,2 0,-1 0,1 8,0-8,-8 44,2 1,3-1,3 1,3 31,-1-77,1 1,0-1,1 1,0-1,1 0,1 1,0-1,1 0,0-1,1 1,1-1,0 0,0 0,1-1,1 1,0-2,0 1,1-1,0 0,1-1,0 0,1-1,-1 0,3 1,1-4,1 1,0-2,0 0,0-1,0 0,1-1,-1-1,1 0,-1-1,1-1,-1-1,1 0,-1-1,0 0,0-1,0-1,9-4,-13 4,0 1,0-2,0 1,-1-2,0 1,-1-1,1-1,-1 0,-1 0,1-1,-1 1,-1-2,0 1,0-1,-1-1,0 1,-1-1,0 0,-1 0,0 0,0-1,-1 1,-1-2,-1 5,0-1,-1 1,-1 0,1 0,-1-1,0 1,-1 0,0 0,0 0,-1 0,-1-2,3 7,-1-1,1 1,-1 0,0 0,0 0,0 0,0 0,-1 0,1 1,-1-1,0 1,1-1,-1 1,0 0,-1 0,1 0,0 1,0-1,-1 1,1 0,-1 0,1 0,-1 0,1 1,-1-1,-1 1,-2 2,1-1,0 2,0-1,0 1,0 0,0 0,1 0,-1 1,1 0,0 0,0 1,1-1,-1 1,1 0,0 0,0 0,0 1,1 0,0-1,0 1,1 0,-1 0,1 1,1-1,-1 0,1 1,0 3,-1-4,1 1,0-1,0 1,1-1,0 1,0-1,1 0,0 1,0-1,0 1,1-1,-1 0,2 0,-1 0,1 0,0 0,0 0,0-1,1 1,0-1,0 0,0 0,1-1,0 1,0-1,0 0,0 0,1 0,15 4,0 0,1-2,0 0,0-2,0 0,0-2,0 0,1-1,-1-2,0 0,1-1,17-5,47-4</inkml:trace>
  <inkml:trace contextRef="#ctx0" brushRef="#br0" timeOffset="2259.179">4024 805,'-10'2,"0"0,0 0,1 1,-1 1,1-1,0 2,-1-1,2 1,-1 0,1 1,0 0,0 1,0-1,1 2,0-1,1 1,-1 0,1 0,1 0,0 1,0 0,1 0,0 0,0 1,1-1,0 1,1 0,0 0,0 3,2-7,1 0,-1 0,1 0,0 0,1 0,0 0,-1 0,2-1,-1 1,1-1,-1 0,2 1,-1-1,0-1,1 1,0 0,0-1,1 0,-1 0,1 0,0 0,0-1,0 0,0 0,0 0,1-1,0 1,-1-1,1-1,0 1,0-1,0 0,0 0,0-1,4 0,8-1,0-2,1 0,-1-1,0 0,0-2,-1 0,0-1,0-1,0 0,-1-1,0-1,-1-1,0 0,-1-1,0 0,-1-1,7-9,-2 0,-1-1,-1-1,0 0,-2-1,-1-1,-2 0,0-1,-1 0,-2-1,-1 1,-1-2,-1 1,-2-1,-1 1,-1-12,5-51,-5 1,-4-1,-3 0,-6-5,-12 6,23 89,1 0,0 0,-1 0,1 0,-1 0,1 1,-1-1,1 0,-1 0,1 1,-1-1,0 0,1 1,-1-1,0 1,0-1,0 1,1-1,-1 1,0-1,0 1,0 0,0 0,0-1,0 1,1 0,-1 0,0 0,0 0,0 0,0 0,0 0,0 0,0 0,0 1,0-1,0 0,1 1,-1-1,0 0,0 1,0-1,1 1,-1-1,0 1,0 0,1-1,-1 1,0 0,1-1,-1 1,1 0,-1 0,1 0,-1-1,1 1,0 0,-1 0,1 0,0 0,0 0,0 0,0 0,0-1,-1 1,2 0,-1 0,0 0,0 0,-7 25,0 0,2 0,1 0,2 1,0-1,2 1,1 0,2 10,9 61,5-1,5 0,3-2,24 53,-40-118,0 2,2 0,1 0,1-1,1 0,2-1,19 27,-32-53,-1 0,1 0,0 0,0 0,0-1,0 1,1-1,-1 0,1 0,0 0,0-1,0 1,0-1,1 0,-1 0,0 0,1-1,-1 1,1-1,0 0,0-1,-1 1,1-1,0 0,0 0,-1 0,1-1,0 0,0 0,-1 0,1 0,-1-1,1 1,-1-1,0 0,1-1,-1 1,3-3,4-8,-1 0,0-1,-1 0,0 0,-1-1,-1 0,0 0,-2 0,1-1,-2 0,1-4,13-37,-15 95,-2-13,0-1,2 0,0 0,2 0,5 15,-8-31,0-1,1 0,0 0,0-1,0 1,1-1,0 1,0-1,1 0,0-1,0 1,0-1,0 0,1 0,0-1,0 1,0-1,1-1,-1 1,6 1,-7-4,0 1,0-1,0-1,0 1,0-1,0 1,0-1,0-1,0 1,0-1,0 0,3-1,22-8</inkml:trace>
  <inkml:trace contextRef="#ctx0" brushRef="#br0" timeOffset="2516.013">4880 657,'-14'-2,"-9"-1,-2 0,-5-1,4-1</inkml:trace>
  <inkml:trace contextRef="#ctx0" brushRef="#br0" timeOffset="2759.359">4185 550,'25'-2,"24"-1,22-2,21-2,19-3,14 1,-13 2</inkml:trace>
  <inkml:trace contextRef="#ctx0" brushRef="#br0" timeOffset="3013.68">5441 885,'-5'16,"-1"12,1 6,0 1,4-2,4-5,7-7,3-12,0-8</inkml:trace>
  <inkml:trace contextRef="#ctx0" brushRef="#br0" timeOffset="3014.68">5321 391,'-16'-7,"-8"-2,-1 0,3 4,5 8,10 9,16 13,15 10,3 0</inkml:trace>
  <inkml:trace contextRef="#ctx0" brushRef="#br0" timeOffset="3510.084">5896 966,'33'-151,"-6"0,4-118,-29 231,1-4,-1 1,-2-1,-2 0,-7-32,10 72,-1 1,0-1,0 0,0 1,0-1,0 1,0-1,-1 0,1 1,0-1,-1 1,1-1,-1 1,0-1,1 1,-1-1,0 1,0-1,0 1,0 0,0 0,0-1,-1 1,1 0,0 0,0 0,-1 1,1-1,-1 0,1 0,-1 1,1-1,-1 1,1-1,-1 1,0-1,1 1,-1 0,1 0,-1 0,0 0,1 0,-1 0,0 1,1-1,-2 1,-5 6,0 1,0 0,1 0,0 1,0 0,1 0,1 1,-1-1,2 1,-1 1,1-1,-1 7,0-5,-16 44,2 2,2 0,3 1,3 0,2 1,3 0,3 0,3 41,1-78,1-1,1 1,1 0,2-1,0 1,1-1,1-1,6 12,-8-21,0-1,1-1,0 1,1-1,0-1,0 1,1-2,0 1,1-1,0 0,0-1,1 0,0-1,0 0,0-1,5 2,-4-3,-1 0,1 0,0-2,1 1,-1-1,0-1,1-1,-1 1,0-2,1 0,-1 0,0-1,0-1,0 0,0 0,0-1,0-1,-1 0,0-1,0 0,-1 0,1-1,-1-1,-1 0,0 0,0 0,0-2,-1 1,0-1,-1 0,0 0,-1-1,0 0,0-1,-2 2,-1 0,0 0,0 0,-1-1,0 1,-1-1,0 1,0-1,-1 0,-1 1,0-1,0 0,-1 1,-1-1,0 1,0 0,-1 0,0 0,0 0,-3-3,5 11,0-1,0 1,0 0,-1-1,1 1,0 0,-1 0,0 0,1 1,-1-1,0 0,0 1,0 0,0 0,0 0,0 0,0 0,0 1,-1-1,1 1,0 0,0 0,0 0,-1 1,1-1,0 1,0-1,0 1,0 0,0 0,0 0,-1 1,-2 1,-1 1,1 0,0 0,0 1,1 0,-1 0,1 0,0 0,1 1,-1 0,1 0,0 0,-2 5,2-4,1 1,0-1,0 1,1 0,-1 0,2-1,-1 2,1-1,1 0,-1 0,1 0,1 0,-1 0,1 0,1 0,0 0,0 0,0 0,1 0,0-1,1 0,-1 1,1-1,1 0,0-1,-1 1,2-1,-1 0,6 5,8 1,-1 0,1-1,1-1,0-1,1-1,-1 0,2-2,-1 0,0-2,1 0,0-1,0-1,0-2,0 0,21-3,37-5,-9-4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12.1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108 369,'-7'22,"-2"22,0 17,2 13,2 9,2 3,1-2,1-3,1-6,-2-10,-2-13,-2-16</inkml:trace>
  <inkml:trace contextRef="#ctx0" brushRef="#br0" timeOffset="263.686">0 583,'5'2,"8"10,11 12,10 11,12 9,6 3,3 3,0 0,-3-4,-5-5,-10-6,-7-6,-10-10,-8-13,-6-7</inkml:trace>
  <inkml:trace contextRef="#ctx0" brushRef="#br0" timeOffset="512.857">482 783,'-82'-429,"74"368,9 61,-1 0,0 1,0-1,0 0,0 1,1-1,-1 0,0 0,0 1,1-1,-1 0,0 0,0 1,1-1,-1 0,0 0,1 0,-1 0,0 0,1 1,-1-1,0 0,1 0,-1 0,0 0,1 0,-1 0,0 0,1 0,-1 0,1 0,-1 0,0 0,1 0,-1-1,0 1,1 0,-1 0,0 0,0 0,1-1,-1 1,0 0,1 0,-1 0,0-1,0 1,0 0,1-1,-1 1,0 0,0 0,0-1,1 1,-1 0,0-1,0 1,0 0,0-1,0 1,0-1,0 1,0 0,0-1,0 1,0 0,0-1,0 1,5 9,1 1,-1 0,-1 0,0 0,-1 0,0 1,0-1,-1 1,0 0,-1 3,1-4,9 84,-4 1,-4 63,1 38,-4-187,0 0,1 0,0 0,0 0,1 0,0 0,1 0,0 0,0-1,1 1,0-1,2 3,9 7</inkml:trace>
  <inkml:trace contextRef="#ctx0" brushRef="#br0" timeOffset="845.964">669 983,'15'14,"0"0,0-2,1 1,1-2,0 0,1-1,-1-1,2-1,0 0,-17-7,1 1,-1-1,1 0,-1 0,1 0,0-1,0 1,-1-1,1 1,0-1,0 0,0 0,0 0,-1 0,1-1,0 1,0-1,-1 0,1 1,0-1,-1 0,1-1,-1 1,1 0,-1-1,1 1,-1-1,0 0,0 0,0 0,0 0,0 0,-1 0,1-1,0 1,-1-1,0 1,1-1,-1 1,0-1,0-1,0-2,0-1,0 0,0 0,-1 1,0-1,-1 0,1 0,-1 1,0-1,-1 0,0 1,0-1,0 1,-1 0,0 0,0 0,0 0,-1 0,0 0,0 1,-1 0,1 0,-1 0,0 1,0-1,-1 1,1 0,-1 1,0-1,0 1,0 1,-1-1,1 1,-1 0,1 0,-1 1,-3-1,7 2,0-1,0 1,0 0,0 0,0 0,0 0,0 1,0-1,0 1,0 0,0 0,0 0,0 0,0 0,1 1,-1-1,0 1,1-1,-1 1,1 0,0 0,0 1,0-1,0 0,0 1,0-1,0 1,1-1,-1 1,1 0,0 0,0 0,0-1,0 1,1 0,-1 0,1 3,2 28,6 0</inkml:trace>
  <inkml:trace contextRef="#ctx0" brushRef="#br0" timeOffset="1170.101">1244 208,'-25'-200,"23"193,1 24,3 825,-2-839,-1 68,4-1,2 0,4 0,7 23,-8-70,-2-20,-1-13</inkml:trace>
  <inkml:trace contextRef="#ctx0" brushRef="#br0" timeOffset="1417.438">1043 689,'-18'0,"-13"0,-5 0,0 0,12 0,16 0,21 0,22 0,23 0,22-2,14-1,-10 0</inkml:trace>
  <inkml:trace contextRef="#ctx0" brushRef="#br0" timeOffset="2218.548">1805 1010,'-6'-12,"-1"-1,0 1,-1 0,0 1,-1 0,0 0,-6-4,12 12,0 0,-1 1,1-1,-1 1,0-1,0 1,1 0,-1 0,-1 1,1-1,0 1,0 0,-1 0,1 0,0 1,-1-1,1 1,0 0,-1 0,1 1,-1-1,1 1,0 0,0 0,-4 2,0 2,0 0,0 1,0 0,0 0,1 1,0 0,1 0,-1 0,1 1,1 0,-1 0,2 1,-1 0,1 0,0 0,1 0,0 0,0 1,1-1,0 1,1 0,0-1,1 1,-1-6,1 0,-1-1,1 1,0 0,0 0,1-1,-1 1,1 0,0-1,0 1,0-1,0 1,0-1,1 0,0 1,0-1,0 0,0 0,0 0,0 0,1 0,-1-1,1 1,0-1,0 0,0 0,0 0,0 0,0 0,1 0,-1-1,1 0,-1 0,1 0,-1 0,1 0,0-1,2 1,5-3,-1-1,1 0,-1 0,0-1,0 0,0-1,-1 0,0-1,0 0,0 0,-1-1,0 0,0 0,0-1,-1 0,-1-1,1 1,-1-1,-1 0,1-1,-2 1,1-1,-1 0,-1 0,0-1,0 1,-1-4,4-31,-8 59,0-1,2 1,-1-1,2 1,0-1,0 1,2-1,-1 1,2-1,0 0,0 0,-2-7,1-1,-1 1,1-1,1 1,-1-1,1 0,-1 0,1-1,1 1,-1-1,1 0,-1 0,1 0,1-1,-1 1,0-1,1-1,-1 1,1-1,0 0,0 0,0 0,0-1,0 0,2 0,1-1,0 0,-1 0,1-1,-1 0,1 0,-1-1,1 0,-1 0,0-1,0-1,0 1,-1-1,1 0,-1-1,0 0,0 0,0 0,-1-1,1 0,-2 0,1-1,0-1,6-7,-2 0,0-1,-1-1,0 1,-2-2,0 1,-1-1,0 0,2-16,2-42,-2 0,-5-1,-4-65,1 138,-2-108,-5 1,-4-1,-13-43,10 108,14 48,0-1,0 1,-1-1,1 0,0 1,-1-1,1 1,0-1,-1 0,1 1,-1-1,1 0,-1 0,1 1,0-1,-1 0,1 0,-1 1,1-1,-1 0,1 0,-1 0,1 0,-1 0,0 0,1 0,-1 0,1 0,-1 0,1 0,-1 0,1-1,-1 1,1 0,-1 0,1 0,-1-1,1 1,0 0,-1 0,1-1,-1 1,1-1,0 1,-1 0,1-1,0 1,-1-1,1 1,0 0,0-1,-1 1,1-1,0 1,0-1,0 1,0-1,-6 23,1 1,2 0,0 0,1 0,2 0,0 4,0 1,3 138,7-1,27 140,-33-269,2-1,1 1,1-1,2 0,2-1,1 0,12 21,-22-50,0 1,0-1,1 0,0-1,-1 1,1-1,1 1,-1-1,1 0,0-1,0 1,0-1,0 0,0 0,1-1,-1 1,1-1,0 0,-1-1,1 0,0 1,0-2,0 1,0-1,0 0,0 0,0-1,0 1,0-2,0 1,0 0,0-1,-1 0,2-1,6-6,-1-1,0-1,0 0,-1 0,-1-1,0 0,-1-1,0 0,0 0,-2-1,0 0,0-1,-2 0,1 0,-2 0,0 0,-1-1,-1 1,0-1,0-10,-3 35,5 104,-4-109,1 0,0 0,0 0,1 0,-1 0,1 0,0 0,0-1,0 1,0-1,1 0,-1 1,1-1,0 0,0 0,0-1,0 1,1-1,-1 1,1-1,-1 0,1-1,0 1,0 0,0-1,0 0,0 0,0 0,3 0,24-2,-2-3</inkml:trace>
  <inkml:trace contextRef="#ctx0" brushRef="#br0" timeOffset="2467.845">2795 783,'-16'-7,"-10"-4,-5-3,3 1</inkml:trace>
  <inkml:trace contextRef="#ctx0" brushRef="#br0" timeOffset="2716.181">2140 622,'11'-4,"18"-4,19-3,23-2,19-1,12 2,6 3,-16 3</inkml:trace>
  <inkml:trace contextRef="#ctx0" brushRef="#br0" timeOffset="2717.181">3129 836,'-2'19,"-1"7,0 5,1 1,2-1,5 0,2-5,1-8</inkml:trace>
  <inkml:trace contextRef="#ctx0" brushRef="#br0" timeOffset="2970.531">3142 341,'-18'-13,"-8"-8,-3 1,5 6,6 9,5 13,4 12,3 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25.3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0,'-2'0,"6"0,14 0,19 0,20 0,18 0,15 0,5 0,1 0,-17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25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63,'22'0,"27"-2,22-6,22-3,16-2,12 0,6 4,-19 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23.5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424 242,'8'34,"-7"-49,-2 8,-1 1,0 0,0 0,0 0,-1 0,0 1,0-1,0 1,-1-1,0 1,0 0,0 0,-1 1,1 0,-1-1,0 1,0 1,-1-1,1 1,-1 0,1 0,-1 1,0-1,-1 1,-2-1,-2 0,1 1,0 0,0 0,-1 1,1 1,-1 0,1 0,-1 1,1 0,0 1,-1 0,1 1,-4 1,3 0,0 1,1 0,0 0,0 1,1 1,0 0,0 0,0 0,1 1,0 0,0 1,1 0,0 0,1 1,0 0,1 0,0 0,0 0,1 1,0 0,1 0,0 0,1 0,0 1,1-1,0 0,1 1,0-1,1 1,0-1,1 1,0-1,1 0,0 0,1 0,1 2,3 0,0-1,0 0,1 0,0-1,1-1,0 1,1-1,0-1,1 0,0-1,0 0,1-1,0 0,3 0,15 6,-1-2,2-1,-1-1,1-1,27 1,-24-4,1-1,0-2,0-1,0-2,0-2,0-1,-1-1,1-3,-1 0,-1-3,20-8,1-8</inkml:trace>
  <inkml:trace contextRef="#ctx0" brushRef="#br0" timeOffset="621.521">1092 203,'12'417,"-8"-392,-4-26,0 1,1 0,-1 0,0 0,0 0,0 0,1 0,-1 0,0 0,0 0,0 0,1 0,-1 0,0 0,0 1,0-1,0 0,1 0,-1 0,0 0,0 0,0 0,0 0,1 0,-1 1,0-1,0 0,0 0,0 0,0 0,1 0,-1 1,0-1,0 0,0 0,0 0,0 1,0-1,0 0,0 0,0 0,0 1,0-1,1-132,-2 109,-21-343,22 365,-1-1,1 0,-1 1,0-1,1 0,-1 0,1 1,0-1,0 0,0 0,0 0,0 1,0-1,0 0,0 0,1 0,-1 1,1-1,-1 0,1 1,0-1,-1 0,1 1,0-1,0 1,0-1,1 1,-1-1,0 1,0 0,1 0,-1 0,1 0,-1 0,1 0,-1 0,1 0,0 0,-1 1,1-1,0 1,0-1,-1 1,1 0,0-1,0 1,0 0,-1 0,24 9,-2 1,1 1,-1 1,-1 1,0 1,3 4,-18-13,53 45,-58-48,-1 0,1 0,0 0,-1 1,1-1,-1 1,0-1,1 1,-1-1,-1 1,1 0,0-1,-1 1,1 0,-1 0,0-1,0 1,0 0,0 0,0-1,0 1,-1 0,0 0,1-1,-1 1,-1 1,-2 3,-1-1,1 1,-1-1,-1 0,1 0,-1-1,0 0,0 0,-1 0,1-1,-1 0,-1 1,-33 23,41-27,0-1,0 1,0 0,0-1,0 1,0 0,0 0,0-1,0 1,0 0,0-1,1 1,-1 0,0-1,0 1,1 0,-1-1,0 1,1 0,-1-1,1 1,-1-1,1 1,-1-1,1 1,-1-1,1 1,-1-1,1 0,0 1,-1-1,1 0,0 1,-1-1,1 0,0 0,-1 0,1 0,0 1,0-1,-1 0,1 0,0 0,-1-1,1 1,0 0,0 0,-1 0,1 0,0-1,-1 1,1 0,0-1,-1 1,1-1,4 2,16 2,0 1,-1 1,0 1,0 1,18 9,-31-13,0 1,0-1,-1 1,0 1,0 0,0-1,0 2,-1-1,0 1,0-1,0 2,-1-1,0 0,0 1,0 0,-1 0,0 0,0 1,-2-4,0 1,0-1,-1 1,0-1,1 1,-2-1,1 1,0 0,-1-1,0 1,0-1,0 0,-1 1,1-1,-1 0,0 0,0 0,-1 0,1 0,-1-1,0 1,0-1,0 1,0-1,-1 0,1 0,-2 0,-8 7,-1-1,0 0,0-1,-1 0,0-1,-15 4,13-5,0 0,0-1,0-1,-1 0,0-2,-9 1,26-3,0 1,0-1,-1 0,1 1,0-1,0 0,0 0,0 0,-1 0,1 0,0 0,0 0,0 0,0-1,-1 1,1 0,0-1,0 1,0-1,0 1,0-1,0 0,0 1,0-1,0 0,0 0,0 1,1-1,-1 0,0 0,0 0,1 0,-1 0,1 0,-1 0,1 0,-1-1,1 1,0 0,-1 0,1 0,0 0,0-1,0 1,0 0,0 0,0 0,0 0,0-1,1 1,-1 0,0 0,1 0,-1-1,13-19</inkml:trace>
  <inkml:trace contextRef="#ctx0" brushRef="#br0" timeOffset="1087.851">2081 257,'-18'22,"1"1,0 0,2 2,1 0,1 0,1 1,2 1,0 0,-2 13,-35 134,45-168,3-15,3-18,111-386,-99 362,-4 8,2 1,1 0,17-29,-32 72,0-1,0 0,0 1,1-1,-1 1,0-1,0 1,0-1,1 0,-1 1,0-1,1 0,-1 1,0-1,1 0,-1 1,1-1,-1 0,0 0,1 1,-1-1,1 0,-1 0,1 0,-1 0,1 0,-1 0,0 1,1-1,-1 0,1 0,-1-1,1 1,-1 0,1 0,-1 0,1 0,-1 0,1 0,-1 0,0-1,1 1,-1 0,1 0,-1-1,0 1,1 0,-1-1,0 1,1 0,-1-1,0 1,1-1,-1 1,0 0,0-1,0 1,1-1,-1 1,0-1,0 1,0 0,0-1,0 0,29 153,-9-48,4-1,5-2,4-1,17 28,-23-72,-23-50,-5-9</inkml:trace>
  <inkml:trace contextRef="#ctx0" brushRef="#br0" timeOffset="1342.231">2028 510,'9'0,"16"0,23 0,23-2,18-3,12-1,3 1,-10 1,-21 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29.3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46,'18'0,"20"0,16 0,21-2,17-3,13-1,10-2,4 1,-4 1,-6 0,-23 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29.9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175 263,'-3'31,"0"0,-2-1,-2 0,-1 0,-1 0,-3 6,5-17,-105 279,109-284,8-19,11-20,26-60,-4-1,-4-1,-4-2,-3-2,0-20,-18 78,-9 33,0 0,1 0,-1 0,0 0,0 1,1-1,-1 0,0 0,0 0,1 0,-1 0,0 0,1 0,-1 0,0 0,1 0,-1 0,0 0,0 0,1 0,-1 0,0 0,1-1,-1 1,0 0,0 0,1 0,-1 0,0 0,0-1,0 1,1 0,13 214,-8-173,1-1,2 1,2-1,2-1,1 0,2-1,2 0,1-2,2 0,24 31,-35-55</inkml:trace>
  <inkml:trace contextRef="#ctx0" brushRef="#br0" timeOffset="249.367">1 557,'25'5,"24"1,20-1,16 0,12-2,5-1,-14-1</inkml:trace>
  <inkml:trace contextRef="#ctx0" brushRef="#br0" timeOffset="492.717">656 570,'27'0,"-8"-1,0 0,0 1,0 1,0 0,0 2,-1 0,1 1,-1 1,0 1,0 0,0 2,4 2,-18-8,-1 1,1-1,-1 1,0 0,0 0,0 0,0 0,-1 0,1 0,-1 1,0-1,0 1,0 0,0 0,-1-1,1 1,-1 0,0 0,-1 1,1-1,0 0,-1 0,0 0,0 0,0 1,-1-1,0 0,1 0,-1 0,0 0,-1 0,1 0,-1 0,0-1,0 1,0 0,-1 0,-12 18,-2-1,0-1,-1 0,-1-1,-1-1,-1-1,-19 12,-38 34,79-63,-1 0,1 0,-1 0,1 0,-1 1,1-1,-1 0,1 0,0 0,-1 1,0-1,1 0,-1 1,1-1,-1 1,1-1,-1 0,1 1,-1-1,0 1,1-1,-1 1,0-1,0 1,1-1,-1 1,0-1,0 1,0-1,0 1,0 0,0-1,1 1,-1-1,-1 1,1 0,0-1,0 1,0-1,0 1,0-1,0 1,-1-1,1 1,0-1,0 1,-1-1,1 1,0-1,-1 1,1-1,0 1,-1-1,1 0,-1 1,1-1,-1 0,1 1,-1-1,1 0,-1 1,1-1,-1 0,1 0,-1 0,0 0,50-3,18-12,-1-2,60-25,-61 17</inkml:trace>
  <inkml:trace contextRef="#ctx0" brushRef="#br0" timeOffset="1063.229">1525 276,'0'1,"0"-1,0 0,0 0,-1 0,1 1,0-1,0 0,0 0,0 0,0 0,0 1,-1-1,1 0,0 0,0 0,0 0,0 1,-1-1,1 0,0 0,0 0,0 0,-1 0,1 0,0 0,0 0,-1 0,1 0,0 0,0 0,0 0,-1 0,1 0,0 0,0 0,-1 0,1 0,0 0,0 0,0 0,-1 0,1 0,0 0,0-1,0 1,-1 0,1 0,0 0,0 0,0 0,0-1,0 1,-1 0,1 0,0 0,0-1,0 1,0 0,0 0,0 0,0-1,0 1,0 0,0 0,-6 26,4-15,-50 133,37-109,2 1,1 1,2-1,-1 9,11-43,-1-1,0 0,1 0,-1 1,1-1,-1 0,1 1,0-1,0 0,0 1,-1-1,1 0,1 1,-1-1,0 0,0 1,0-1,1 0,-1 1,0-1,1 0,0 1,-1-1,1 0,0 0,-1 0,1 0,0 0,0 1,0-2,0 1,0 0,0 0,0 0,0 0,0-1,1 1,-1 0,0-1,0 1,1-1,-1 0,0 1,1-1,-1 0,0 0,1 0,5-3,-1 0,0-1,0 0,-1 0,1-1,-1 0,0 0,0 0,0 0,-1-1,0 0,0 0,0 0,-1 0,0 0,0-1,0 0,-1 1,0-1,0-3,35-112,-6-2,6-63,-8 42,-29 146,0-1,0 0,0 0,0 0,0 0,0 0,0 1,1-1,-1 0,0 0,0 0,0 0,0 0,0 0,0 0,1 0,-1 1,0-1,0 0,0 0,0 0,1 0,-1 0,0 0,0 0,0 0,0 0,1 0,-1 0,0 0,0 0,0 0,0 0,1 0,-1 0,0 0,0 0,4 27,-3-22,16 91,5-1,15 38,32 138,-61-208,-11-50,-3-9</inkml:trace>
  <inkml:trace contextRef="#ctx0" brushRef="#br0" timeOffset="1314.042">1432 410,'20'9,"23"3,20-1,18-3,10-7,4-5,-14-2</inkml:trace>
  <inkml:trace contextRef="#ctx0" brushRef="#br0" timeOffset="1475.968">2194 517,'0'20,"-3"17,0 7,0 5,1-1,0 2,3-4,6-5,4-7,5-7,2-8,-3-8</inkml:trace>
  <inkml:trace contextRef="#ctx0" brushRef="#br0" timeOffset="1908.903">2662 182,'-119'467,"105"-400,15-67,-1 1,0-1,0 0,1 1,-1-1,1 0,-1 0,0 0,1 1,-1-1,0 0,1 0,-1 0,1 0,-1 1,1-1,-1 0,0 0,1 0,-1 0,1 0,-1 0,1 0,-1 0,0-1,1 1,-1 0,1 0,-1 0,0 0,1 0,-1-1,1 1,-1 0,0 0,1-1,-1 1,0 0,1-1,-1 1,0 0,0-1,1 1,-1 0,0-1,0 1,0-1,1 1,-1 0,0-1,0 1,0-1,0 1,0-1,0 1,0 0,0-1,0 1,0-1,0 1,0 0,30-46,-2-1,-2-1,-2-1,-3-1,-1-1,2-16,9-42,-5-2,-4-2,-22 113,0 0,1 1,-1-1,0 0,0 0,1 0,-1 0,0 0,1 0,-1 0,0 1,1-1,-1 0,0 0,1 0,-1 0,0 0,1 0,-1 0,0-1,1 1,-1 0,0 0,1 0,-1 0,0 0,0 0,1-1,-1 1,0 0,1 0,-1 0,0-1,0 1,1 0,-1 0,0-1,0 1,0 0,0-1,1 1,-1 0,0 0,0-1,0 1,0 0,0-1,0 1,0 0,0-1,0 1,0 0,0-1,0 1,0 0,0-1,0 1,0 0,0-1,0 1,-1 0,1-1,0 1,0 0,0-1,0 1,-1 0,1 0,0-1,9 26,-7-18,91 243,-56-159,-3 2,-5 1,-4 1,-1 14,-21-54,-3-54,-1-1,1 1,0-1,0 0,-1 1,1-1,0 0,-1 1,1-1,-1 0,1 1,0-1,-1 0,1 1,-1-1,1 0,-1 0,1 0,-1 0,1 1,-1-1,1 0,-1 0,1 0,-1 0,1 0,-1 0,1 0,-1 0,1-1,-1 1,1 0,-1 0,1 0,0 0,-1-1,1 1,-1 0,1 0,-1-1,1 1,0 0,-1-1,1 1,0 0,-1-1,1 1,0-1,-1 1,1 0,-15-13</inkml:trace>
  <inkml:trace contextRef="#ctx0" brushRef="#br0" timeOffset="2158.402">2568 491,'22'2,"22"1,22 0,16-1,14-1,8-2,1-1,-10-1,-20 1</inkml:trace>
  <inkml:trace contextRef="#ctx0" brushRef="#br0" timeOffset="2413.719">3396 624,'-1'9,"1"1,0-1,0 1,1-1,0 1,0-1,1 0,1 0,-1 0,1 0,1 0,0 0,0-1,1 1,0-1,0-1,1 1,0-1,0 0,1 0,-1 0,2-1,-1 0,1-1,0 1,0-2,0 1,1-1,-1 0,5 0,-8-3,-1-1,1 1,0-1,-1-1,1 1,-1-1,1 1,-1-1,1-1,-1 1,0 0,1-1,-1 0,0 0,0-1,0 1,0-1,-1 0,1 1,-1-2,1 1,-1 0,0-1,-1 1,1-1,0 0,-1 0,0 0,0 0,0-1,-1 1,1 0,-1-1,0 1,0-1,-1 1,1-1,-1 0,0 1,-1-5,1-2,0 0,-1 0,0 1,-1-1,0 0,-1 0,0 1,-1 0,0-1,-1 1,0 1,0-1,-1 1,0 0,-1 0,0 1,0-1,-1 2,0-1,-1 1,1 0,-1 1,-6-4,11 9,0 0,0 0,0 0,1 0,-1 0,0 1,0 0,0 0,0 0,0 0,0 1,0-1,0 1,0 0,0 0,1 0,-1 1,0-1,1 1,-1 0,1 0,-1 0,1 1,0-1,-1 2,-64 77,37-34,3-3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26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395 107,'-19'-4,"-1"1,1 1,0 1,-1 0,0 2,1 0,0 1,-1 1,1 1,0 1,0 0,1 1,0 1,0 1,0 1,1 0,-9 8,-15 17,40-33,0 0,1 0,-1 0,0 0,1 0,-1 1,1-1,0 0,-1 0,1 1,0-1,0 0,0 1,0-1,0 0,0 1,0-1,0 0,1 0,-1 1,1-1,-1 0,0 0,1 1,0-1,-1 0,1 0,0 0,0 0,-1 0,1 0,0 0,0 0,0 0,0 0,0-1,1 1,11 8,0 0,1-2,0 1,0-2,1 0,0-1,0 0,11 1,-8-1,96 26,-48-15,0 3,-2 3,3 4,-62-25,1 1,-1 0,0 0,0 0,0 1,0 0,0 0,0 0,-1 0,1 1,-1 0,0-1,0 2,-1-1,1 0,-1 1,0 0,0-1,0 1,-1 1,0-1,0 0,1 2,-6-3,0 0,0 0,0 0,0 0,-1-1,1 1,-1-1,0 0,0 0,0 0,0 0,-1-1,1 0,-1 0,1 0,-1 0,0-1,0 0,0 0,0 0,0 0,-2-1,-39 7,1-3,-2-1,1-2,0-3,-34-5,65 7,27 1</inkml:trace>
  <inkml:trace contextRef="#ctx0" brushRef="#br0" timeOffset="352.132">716 536,'16'-2,"0"1,1 1,-1 0,0 2,0-1,0 2,0 0,13 5,48 28,-75-34,0-1,0 1,-1 0,1 0,0-1,-1 1,1 0,-1 0,0 1,1-1,-1 0,0 0,0 1,-1-1,1 0,0 1,-1-1,0 1,1-1,-1 1,0-1,0 1,0-1,-1 1,1-1,-1 1,1-1,-1 0,0 1,0-1,0 0,-1 2,-8 11,-1-1,0 0,-1-1,-1 0,0-1,-1 0,0-1,-1-1,0 0,-11 5,16-9,-113 71,124-77,0 0,0 0,0 0,-1 0,1 0,0 0,0 0,-1 0,1 1,0-1,-1 0,1 1,0-1,-1 0,1 1,0-1,-1 1,1-1,-1 1,1-1,0 1,-1-1,0 1,1 0,-1-1,1 1,-1 0,0-1,1 1,-1 0,0 0,0-1,0 1,0 0,1 0,-1-1,0 1,0 0,0 0,-1-1,1 1,0 0,0 0,0-1,0 1,-1 0,1 0,0-1,-1 1,1 0,-1-1,1 1,0 0,-1-1,0 1,1-1,-1 1,1-1,-1 1,0-1,1 0,-1 1,0-1,1 0,-1 1,0-1,36 4,1-1,0-2,0-1,-1-2,1-2,-1-1,14-5,11-1</inkml:trace>
  <inkml:trace contextRef="#ctx0" brushRef="#br0" timeOffset="847.314">1532 1,'-28'0,"1"1,-1 2,1 0,-1 2,1 1,1 1,-1 1,1 2,1 0,-8 6,28-14,-1 0,1 0,0 1,0 0,0 0,0 1,0-1,1 1,-1 0,1 0,0 0,0 1,1 0,-1-1,1 1,0 0,0 1,1-1,0 1,0-1,0 1,0-1,1 1,0 0,0 0,1 0,-1 0,1-1,1 1,-1 0,1 0,0 0,0 0,1-1,0 1,0 1,11 11,1-1,0 0,1-1,0-1,2 0,0-1,0-1,1 0,1-2,0 0,1-1,14 5,-18-7,19 10,-16-10,0 2,-1 0,0 1,-1 1,0 0,0 1,2 5,-17-17,0 1,0-1,-1 1,1 0,-1-1,1 1,-1 0,0 0,0 0,0 0,0 0,0 0,0 0,0 0,-1 0,1 1,-1-1,0 0,0 0,1 1,-1-1,0 0,-1 0,1 1,0-1,-1 0,1 0,-1 0,0 1,0-1,0 0,0 0,0 0,0 0,0-1,-1 1,1 0,-1 0,1-1,-1 1,0-1,1 1,-1-1,0 0,-2 1,-11 5,0-2,-1 0,0 0,1-2,-2 0,1 0,0-2,0 0,-1-1,-11-1,17 1,-55-4,66 4,0 0,0 0,0-1,0 1,1 0,-1 0,0-1,0 1,0 0,0 0,0-1,0 1,0 0,0-1,0 1,0 0,0-1,0 1,0 0,0 0,0-1,0 1,0 0,0-1,0 1,0 0,-1 0,1-1,0 1,0 0,0 0,-1-1,1 1,0 0,0 0,0 0,-1-1,1 1,0 0,0 0,-1 0,1 0,0 0,-1-1,1 1,0 0,0 0,-1 0,1 0,0 0,-1 0,1 0,0 0,0 0,-1 0,1 0,0 0,-1 0,1 1,0-1,0 0,-1 0,1 0,0 0,-1 0,1 0,0 1,12-7</inkml:trace>
  <inkml:trace contextRef="#ctx0" brushRef="#br0" timeOffset="1049.712">1745 482,'0'20,"0"17,0 10,2 7,4 2,2 2,3-2,-2-5,-1-8,-2-11</inkml:trace>
  <inkml:trace contextRef="#ctx0" brushRef="#br0" timeOffset="1498.525">2294 81,'-7'-6,"1"1,-1 0,0 1,0 0,-1 0,1 0,-1 1,0 0,0 0,0 1,0 0,0 1,0 0,-1 0,1 0,0 1,-1 1,1-1,0 1,0 1,-1 0,1 0,0 0,1 1,-1 0,0 0,1 1,0 0,0 1,0 0,0 0,1 0,-6 6,8-7,0 1,0 0,0-1,1 1,0 0,0 1,1-1,-1 1,1-1,0 1,1 0,-1-1,1 1,0 0,1 0,-1 0,1 0,0 0,1 0,-1 0,1 0,1 0,-1-1,1 1,0 0,0-1,0 1,1-1,0 0,0 0,0 0,2 1,8 6,2-2,-1 0,1 0,1-1,0-1,0-1,1 0,-1-1,1-1,1 0,3-1,3 3,7 2,10 2,0 2,0 2,34 18,-72-32,-1-1,1 1,-1 0,0 0,1 0,-1 0,0 0,1 0,-1 0,0 1,0 0,0-1,0 1,0 0,-1 0,1 0,0 0,-1 0,1 0,-1 0,0 0,0 1,0-1,0 0,0 1,0-1,-1 1,1-1,-1 1,0-1,0 1,0 0,0-1,0 1,0-1,-1 1,1-1,-1 2,-7 3,-1-1,0 1,0-2,0 1,-1-1,1-1,-1 0,0 0,-1-1,1 0,-1-1,-6 1,11-2,-171 26,157-28,17-3,9-2</inkml:trace>
  <inkml:trace contextRef="#ctx0" brushRef="#br0" timeOffset="1814.678">2748 536,'0'5,"0"0,0 0,0 0,0 1,1-1,-1 0,2 0,-1 0,0 0,1 0,0 0,0 0,0-1,1 1,0-1,0 1,0-1,0 0,0 0,1 0,0-1,0 1,0-1,0 0,0 0,1-1,0 1,1 0,2 1,-1-1,1 1,0-2,0 1,1-1,-1 0,1-1,-1 0,1 0,-1-1,1 0,-1 0,1-1,-1 0,1-1,-1 0,0 0,0-1,0 0,0 0,0-1,0 0,-1 0,0-1,0 0,0 0,-1-1,3-2,-7 5,0-1,0 1,-1 0,1-1,-1 0,0 1,0-1,0 0,-1 1,1-1,-1 0,0 0,0 1,0-1,-1 0,1 0,-1 0,0 1,0-1,0 0,0 1,-1-1,1 1,-1 0,0-1,0 1,-1 0,1 0,-2-1,-3-4,-1 0,0 0,0 1,-1 0,0 0,0 1,-1 0,1 1,-8-3,7 3,0 1,0 0,0 0,0 1,0 1,0 0,-1 0,0 1,1 0,-1 1,1 1,-1-1,0 1,1 1,0 0,-1 1,1 0,0 0,0 1,0 0,1 1,0 0,0 1,0-1,0 2,1-1,0 1,0 1,-6 7,-7 15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39.1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42,'18'0,"20"-3,19-2,16-3,11 0,8 1,-1 2,-2 1,-7 3,-9 2,-9 2,-12 2,-11 1,-12-1,-12-2,-12 2,-11 2,-4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3.5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389 619,'-16'-11,"-1"1,0 1,-1 1,0 1,0 0,0 1,-1 1,0 0,0 2,0 0,0 1,-8 1,20 3,0-1,0 1,0 1,1-1,-1 1,0 0,1 1,0-1,0 1,0 1,0-1,0 1,1 0,0 0,0 1,1-1,-1 1,1 0,0 0,1 1,0-1,0 1,0 0,0 1,1-2,-1 0,1 0,1 1,-1-1,1 0,0 1,0-1,1 1,0-1,0 1,1-1,-1 0,2 1,-1-1,1 0,-1 1,2-1,-1 0,1 0,0-1,0 1,0 0,1-1,0 0,0 0,0 0,2 1,-1-3,0 1,0-1,0 0,0 0,1-1,0 0,-1 0,1 0,0 0,0-1,0 0,0 0,0-1,0 0,0 0,0 0,0-1,0 1,0-1,0-1,0 1,-1-1,1 0,2-2,4-1,1-1,-1-1,0 0,0-1,0 0,-1-1,-1 0,1 0,-2-1,2-2,1-4,-1 0,0-1,-1 0,-1-1,-1 0,0 0,-1-1,-1 0,-1 0,-1-1,2-15,-2-10,-1 0,-2-1,-2 1,-5-28,3 42,-1 0,-2 0,0 0,-2 1,-2 0,-2-2,-16-10,27 41,0 0,0 1,0-1,0 0,0 1,0-1,0 1,0-1,0 1,0-1,0 1,-1 0,1 0,0 0,0-1,-1 1,1 0,0 1,0-1,0 0,-1 0,1 0,0 1,0-1,0 1,0-1,0 1,0-1,-1 1,1-1,0 1,1 0,-1 0,0 0,0-1,0 1,0 0,1 0,-1 0,-5 8,0 0,0 0,1 1,0-1,1 1,0 0,1 0,0 1,0 3,-7 23,2 0,2 0,1 1,2 0,1 0,2 0,2 0,2 0,1 0,5 16,-7-42,0-1,1 1,0-1,0 1,2-1,-1-1,1 1,1-1,0 0,0 0,1-1,0 0,1 0,0-1,0 0,1-1,0 0,0-1,1 1,-1-2,1 0,1 0,-1-1,1 0,-1-1,1-1,0 1,0-2,0 0,0 0,1-1,-1-1,0 0,0-1,4-1,-6 1,-1-1,0 0,0 0,-1-1,1 0,-1-1,0 0,0 0,0-1,-1 0,0 0,0-1,0 1,-1-2,0 1,-1-1,1 0,-2 0,1 0,-1-1,0 1,-1-1,0 0,0 0,-1-1,0 1,0 0,-1-1,-1 1,0-1,0-7,0 14,-1 1,1-1,0 0,-1 1,1-1,-1 1,0-1,1 1,-1-1,0 1,-1 0,1-1,0 1,-1 0,1 0,-1 0,0 0,0 0,0 0,0 1,0-1,0 1,0-1,0 1,-1 0,1 0,0 0,-1 0,1 0,-1 0,1 1,-1-1,0 1,1 0,-1-1,1 1,-1 1,0-1,1 0,-1 1,1-1,-1 1,1 0,-1-1,1 1,-1 1,1-1,0 0,0 0,-1 1,1-1,0 1,0 0,-3 3,1 0,-1 1,1-1,0 1,1 0,0 0,0 0,0 1,0-1,1 1,0-1,0 1,1 0,0-1,0 1,1 0,0 0,0 0,0 0,1 0,0 0,0-1,1 1,0 0,0-1,1 1,0-1,0 0,0 0,1 0,-1 0,4 3,10 4,0-2,1 0,1 0,-1-2,2 0,-1-1,1-2,0 0,0 0,1-2,0-1,0 0,-1-2,22 0,55 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5.3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1,'-4'14,"2"6,7 3,4-3,1-5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5.5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0,'0'7,"5"-2,1-3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4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475 715,'-11'-8,"-1"0,0 1,-1 0,0 1,0 1,0 0,0 1,-1 0,0 1,0 0,1 1,-2 1,1 0,0 1,0 1,0 0,0 1,0 0,0 1,1 1,-1 0,1 0,0 2,0 0,0 0,1 1,-9 7,12-6,-1 2,1-1,1 1,0 0,0 1,1 0,0 0,1 1,-2 5,5-11,1-1,0 1,0 0,1 0,-1 0,1 0,0 0,1 0,-1 0,1 0,1 0,-1 0,1 0,0 0,0 0,1 0,0 0,0-1,0 1,0 0,2 0,-1-2,-1 0,2 0,-1-1,0 1,1-1,-1 0,1 0,0 0,0-1,0 1,1-1,-1 0,0 0,1 0,0-1,-1 0,1 1,0-2,-1 1,1-1,0 1,0-1,0 0,-1-1,1 1,4-2,4 0,0-2,0 1,0-2,0 1,-1-2,0 0,0 0,0-1,0-1,3-3,-1-1,0-1,-1-1,0 0,-1 0,0-1,-1-1,-1 0,-1 0,0-1,-1 0,-1 0,-1-1,0 0,-1-1,-1 1,-1-1,0 1,-2-1,0 0,-1 0,-2-8,0-23,-3-1,-1 1,-3 1,-3-1,-7-18,-14-4,20 73,-7 72,18-59,-6 42,1 0,4 1,1-1,4 1,1 0,3-1,7 22,-10-64,0 0,1-1,0 1,1 0,1-1,0 0,1-1,0 1,1-1,1 0,-1-1,2 0,0-1,0 0,1 0,0-1,0 0,1-1,0-1,1 0,0 0,0-1,0-1,1 0,8 1,-9-3,0-1,0-1,0 0,1-1,-1-1,0 0,0 0,0-2,0 1,0-2,-1 1,1-2,-1 0,0 0,-1-1,1-1,-1 0,0 0,-1-1,1 0,-2-1,1 0,-1-1,-1 0,8-11,-14 17,0 1,0-1,0 0,0 0,-1 0,0 0,1 0,-1 0,-1 0,1-1,-1 1,0 0,0 0,0-1,0 1,-1 0,0 0,1 0,-2 0,1 0,0 0,-1 0,0 0,0 0,0 0,0 1,-1-1,1 1,-1 0,0 0,0 0,0 0,0 0,0 0,-1 1,0 0,1 0,-1 0,0 0,0 0,0 1,0-1,0 1,0 0,0 1,0-1,-4 1,2 1,-1 1,0-1,1 2,-1-1,1 1,0 0,0 0,0 1,0-1,1 1,-1 1,1-1,0 1,0 0,1 0,-1 0,1 1,0-1,1 1,-1 0,1 0,1 1,-1-1,1 0,0 1,0 0,1-1,0 1,0 0,0 0,1 0,0 0,1-1,-1 1,1 0,2 5,-2-9,0 1,0-1,0 0,0 1,1-1,-1 0,1 0,0 0,0 0,0 0,0-1,1 1,-1 0,1-1,0 0,-1 0,1 0,0 0,0 0,0 0,1-1,-1 1,0-1,1 0,-1 0,0 0,1-1,-1 1,1-1,-1 0,1 0,0 0,2-1,4 0,0 0,1-2,-1 1,0-1,0-1,-1 1,1-2,-1 1,1-2,6-4,64-68,-80 77,1 0,-1 0,0 0,0 1,1-1,-1 0,0 0,1 1,-1-1,1 0,-1 0,1 1,-1-1,1 1,-1-1,1 0,0 1,-1-1,1 1,0-1,-1 1,1 0,0-1,0 1,0 0,-1-1,1 1,0 0,0 0,0 0,0 0,-1 0,1 0,0 0,0 0,0 0,0 0,0 0,-1 1,1-1,0 0,0 0,-1 1,1-1,0 1,0-1,-1 1,1-1,0 1,-1-1,1 1,-1 0,1-1,-1 1,1 0,-1-1,1 2,60 117,-57-114,0 1,1-1,0 0,0 0,0 0,1-1,-1 0,1 0,0 0,0-1,0 1,1-2,-1 1,1-1,0 0,-1 0,1-1,0 1,0-2,0 1,0-1,0 0,0 0,0-1,0 0,0 0,0-1,-1 0,1 0,0-1,-1 1,0-2,7-2,-5-1,-1 1,1-1,-1 0,0-1,-1 0,0 0,0 0,0-1,-1 0,-1 0,0 0,0 0,0-1,-1 1,-1-1,1-4,13-164,-21-423,2 512,-3 95,-8 51,3 2,3-1,-1 42,8-87,-6 33,2 0,3 1,1 0,3 0,1-1,3 1,1-1,3 0,8 23,-13-57,2 1,-1-1,1 0,1 0,0 0,1-1,0-1,1 0,0 0,0-1,1 0,0 0,9 4,-13-9,0-1,0 1,0-1,1 0,-1 0,1-1,0 0,-1-1,1 1,0-2,0 1,0-1,0 0,0 0,0-1,0-1,0 1,-1-1,1 0,0-1,-1 0,0 0,0 0,3-3,0-2,-1 1,-1-2,1 0,-2 0,1 0,-1-1,0 0,-1 0,-1-1,1 1,-2-1,1-1,-2 1,1 0,-1-1,-1 0,0 0,-1 0,0 0,-1 0,-1 0,1 0,-2 1,0-1,-2-9,4 20,0 0,0-1,0 1,0-1,0 1,0 0,0-1,0 1,-1 0,1-1,0 1,-1 0,1 0,-1-1,1 1,-1 0,0 0,0 0,1 0,-1 0,0 0,0 0,0 0,0 0,0 0,0 0,0 0,-1 1,1-1,0 1,0-1,-1 1,1-1,0 1,0-1,-1 1,1 0,-1 0,1 0,0 0,-1 0,1 0,0 0,-1 0,1 1,0-1,-1 1,-4 5,0 1,1 0,0 0,0 0,0 1,1 0,0 0,1 0,0 0,0 0,1 1,-2 8,0-3,1 0,1 0,0 1,0-1,2 1,0-1,0 0,1 1,1-1,3 9,-4-16,1-1,0 1,1-1,-1 0,1 0,0 0,1 0,0 0,0-1,0 0,0 1,1-2,0 1,0 0,0-1,1 0,-1 0,1-1,0 0,0 0,0 0,0 0,5 0,55 0,-41-11</inkml:trace>
  <inkml:trace contextRef="#ctx0" brushRef="#br0" timeOffset="249.331">1131 434,'16'-9,"21"-3,27 0,28 3,22 5,23 2,-13 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39.7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160 808,'0'13,"0"14,0 12,3 5,0 2,2 1,3-4,-1-6,2-10,-2-10</inkml:trace>
  <inkml:trace contextRef="#ctx0" brushRef="#br0" timeOffset="726.904">0 553,'10'-7,"0"0,1 1,-1 1,1 0,0 0,0 1,1 0,-1 1,1 0,0 1,0 1,0-1,0 2,0 0,0 0,0 1,0 1,-1 0,1 0,0 1,5 3,-1 0,-1 0,1 1,-1 1,-1 0,0 1,0 0,0 2,-1-1,-1 2,0-1,-1 2,0 0,0 0,-2 1,1 1,3 12,-2 1,0 0,-2 1,-2 0,0 0,-2 1,-1 0,-1-1,-2 1,-1 0,-3 20,7-20,-3-30,-1 1,0-1,1 0,-1 1,1-1,-1 1,1-1,-1 0,1 1,-1-1,1 0,-1 0,1 0,-1 1,1-1,-1 0,1 0,0 0,-1 0,1 0,-1 0,1 0,0 0,-1 0,1 0,-1 0,1-1,-1 1,1 0,-1 0,1 0,-1-1,1 1,-1 0,1-1,-1 1,1 0,-1-1,1 1,-1-1,0 1,1-1,-1 1,0-1,1 1,-1-1,0 1,20-21,0 0,-2-2,0 0,-2-1,4-8,-15 23,50-91,-54 100,-1 0,0 1,0-1,0 0,0 0,0 0,0 1,0-1,0 0,0 0,1 0,-1 0,0 0,0 1,0-1,0 0,1 0,-1 0,0 0,0 0,0 0,0 0,1 0,-1 1,0-1,0 0,0 0,1 0,-1 0,0 0,0 0,0 0,1 0,-1 0,0 0,0 0,0-1,1 1,-1 0,0 0,0 0,0 0,1 0,-1 0,0 0,0 0,0-1,0 1,1 0,-1 0,0 0,0 0,0-1,0 1,0 0,0 0,0 0,0 0,1-1,-1 1,0 0,2 24,-1-17,2 16,0 1,2 0,1-1,0 0,2 0,1-1,1 0,5 7,-12-21,2 0,-1-1,1 0,0 0,1 0,0-1,0 0,0 0,1 0,0-1,0 0,0 0,0-1,1 0,0 0,0-1,0 0,0 0,1-1,-1 0,1 0,-1-1,1 0,7-1,-8 0,0-1,0 0,0-1,0 0,-1 0,1-1,-1 0,1 0,-1 0,0-1,0 0,0-1,-1 0,1 0,-1 0,0 0,-1-1,1 0,-1-1,-1 1,1-1,3-7,1-4,0 0,-1-1,-1 0,-1 0,-1-1,0 0,-1 0,0-15,1-65,-4-1,-6-23,2 45,1-9,-17-232,18 313,1 1,0 1,-1 0,0-1,0 1,0-1,-1 1,1 0,-1 0,-1 0,1 0,-1 0,1 0,-2 1,3 4,-1 0,1 0,-1 0,1 0,-1 0,1 1,0-1,-1 1,1-1,-1 1,1-1,0 1,-1 0,1 0,0 0,0-1,0 1,-1 0,1 1,0-1,0 0,0 0,1 0,-1 1,0-1,0 0,1 1,-1-1,1 0,-1 1,1-1,0 1,-1-1,1 2,0-3,-15 42,2 0,2 1,2 0,1 0,3 1,1 0,2 1,-1 15,2 0,2-1,3 1,3-1,2 0,3 0,2-1,14 31,-20-68,1 0,2 0,0-1,1-1,1 0,0 0,12 10,-20-22,2-1,-1 0,1 0,0 0,0-1,0 0,1 0,0-1,0 0,0 0,0-1,1 0,-1 0,1-1,0 0,0-1,0 0,0 0,0-1,5 0,19-7</inkml:trace>
  <inkml:trace contextRef="#ctx0" brushRef="#br0" timeOffset="971.242">870 473,'13'2,"23"1,26 2,25 1,18 3,7 7,-15 1</inkml:trace>
  <inkml:trace contextRef="#ctx0" brushRef="#br0" timeOffset="1684.851">1645 1128,'17'-47,"-2"-1,-2 0,-2-1,-3 0,-1 0,-1-40,-6 82,0 0,0 1,0-1,-1 0,-1 0,1 0,-1 0,0 1,0-1,-1 1,0-1,-2-2,4 8,0 0,0 1,0 0,0-1,0 1,0 0,0-1,0 1,0 0,0 0,0 0,0 0,0 0,0 0,-1 0,1 0,0 0,0 1,0-1,0 0,0 1,0-1,0 1,0-1,1 1,-1-1,0 1,0 0,0-1,0 1,1 0,-1 0,0-1,1 1,-1 0,1 0,-1 0,1 0,-1 0,1 0,-1 0,1 0,0 0,0 0,0 0,-1 0,1 0,0 0,0 0,1 0,-1 1,0-1,0 0,0 0,0 2,-1 0,1 1,-1-1,1 0,0 0,0 0,0 0,1 1,-1-1,1 0,0 0,-1 0,1 0,1 0,-1 0,0 0,1-1,-1 1,1 0,0-1,0 1,0-1,0 0,1 1,-1-1,1 0,-1 0,1-1,-1 1,1-1,0 1,0-1,0 0,0 0,2 1,8 1,0 1,1-2,-1 0,1 0,-1-2,1 1,10-2,35-6,-43 5,1 0,0 0,-1 2,1 0,0 1,8 1,-21-1,-1 0,1 0,-1 0,0 1,0-1,0 1,0-1,0 1,0 0,0 0,0 0,-1 1,1-1,-1 1,0-1,1 1,-1 0,0 0,-1 0,1 0,-1 0,1 1,-1-1,1 2,9 87,-9-62,16 63,-17-89,1-1,-1 0,1 0,0 0,0 0,0 0,0-1,1 1,-1 0,1-1,0 0,0 0,0 0,0 0,0 0,0 0,0-1,0 1,1-1,-1 0,0 0,1 0,-1-1,1 1,1-1,5-1,0 0,1 0,-1-1,0-1,0 1,0-2,-1 1,1-1,-1-1,0 0,0 0,0-1,-1 0,0 0,0-1,0 0,-1-1,0 1,-1-2,1 1,-2 0,1-1,-1 0,3-9,-6 14,0 0,0 0,0 0,-1-1,0 1,0 0,0-1,-1 1,1 0,-1-1,0 1,0-1,-1-1,-5 14,7 0,0 0,0 1,1-1,0 0,1 0,-1 0,1 0,1-1,0 1,0-1,0 0,1 0,0 0,0-1,1 0,0 0,0 0,0-1,0 1,1-2,0 1,0-1,1 0,-1 0,1-1,0 0,0 0,4 0,-6 0,0 0,0-1,0 0,0 0,0 0,1-1,-1 0,0 0,1-1,-1 1,1-1,-1-1,1 1,-1-1,0 0,1-1,-1 0,0 0,0 0,0 0,0-1,0 0,-1 0,1-1,-1 0,0 0,0 0,0 0,-1-1,0 0,0 0,0 0,0 0,2-6,-4 5,0-1,0-1,-1 1,0 0,-1 0,1 0,-1-1,-1 1,1 0,-1 0,-1-1,1 1,-1 0,-1 1,1-1,-1 0,0 0,0 1,-1 0,0 0,0 0,-1 0,1 1,-1-1,-1 1,1 0,-1 1,1-1,-1 1,0 0,-1 1,1-1,-1 1,0 1,1-1,-1 1,0 0,0 1,-1-1,1 2,-2-1,-3 1,0 1,0 0,0 1,1 0,-1 1,0 1,1-1,0 2,0 0,0 0,1 1,-1 0,1 0,1 1,-1 1,1 0,1 0,-1 1,1 0,1 0,0 1,0 0,1 0,-2 4,7-11,-1 1,1 0,-1 0,1 0,0 0,1 1,-1-1,1 0,0 0,0 0,0 0,0 1,1-1,0 0,0 0,0 0,0 0,0 0,1 0,0 0,0-1,0 1,0-1,1 1,-1-1,1 0,0 0,0 0,0 0,0 0,0-1,1 1,-1-1,1 0,0 0,6 3,-1-1,1-1,-1 0,1 0,0-1,0 0,0-1,0 0,3 0,41 0</inkml:trace>
  <inkml:trace contextRef="#ctx0" brushRef="#br0" timeOffset="2471.753">2780 527,'-11'-6,"-1"0,-1 1,1 0,-1 1,1 1,-1 0,0 1,-2 0,12 2,-1 0,1-1,-1 1,1 1,0-1,-1 1,1-1,-1 1,1 0,0 0,0 0,0 1,-1-1,1 1,0-1,1 1,-1 0,0 0,1 1,-1-1,1 1,-1-1,1 1,0-1,0 1,0 0,1 0,-1 0,1 0,0 1,-1-1,1 0,0 1,1 6,0-1,0 1,1-1,0 1,1-1,0 1,1-1,-1 0,2 0,-1 0,1-1,1 1,-1-1,2 0,-1 0,1 0,0-1,3 2,178 230,-42-56,-144-181,0 0,0-1,0 1,0-1,0 1,1-1,-1 1,1-1,-1 0,1 0,-1 1,1-1,0 0,-1-1,1 1,0 0,0 0,0-1,0 1,0-1,-1 0,1 1,0-1,0 0,0 0,0 0,0-1,0 1,0 0,0-1,0 1,0-1,0 1,-1-1,1 0,0 0,0 0,-1 0,5-8,0 0,-1-1,0 0,-1 1,0-1,-1-1,0 1,0 0,-1-1,-1 0,1-9,4-37,-2 0,-3 0,-2-1,-7-35,-3 43,10 50,0 0,0 0,0 0,0 0,0 0,1 0,-1 0,0 0,0 0,0 1,0-1,1 0,-1 0,0 1,0-1,0 1,1-1,-1 1,0-1,1 1,-1-1,0 1,1 0,-1-1,1 1,-1 0,1 0,-1-1,1 1,0 0,-1 0,1 0,0-1,0 1,-1 0,1 0,0 0,0 0,0 0,0 0,0 0,-1 2,0 1,0-1,0 1,0 0,1-1,-1 1,1 0,0-1,0 1,0 0,1-1,-1 1,1 0,0-1,0 1,0-1,1 1,-1-1,1 0,0 0,-1 1,2-1,-1 0,0-1,1 1,-1 0,1-1,0 1,-1-1,1 0,1 0,-1 0,0 0,3 1,11 3,0-1,0-1,1 0,0-2,0 0,0 0,0-2,0 0,11-2,91 6,-112-3,0 1,0 1,0-1,-1 2,1-1,-1 1,0 0,0 0,0 1,0 0,-1 0,0 1,0-1,0 1,-1 1,1-1,-2 1,1 0,-1 0,0 0,0 1,-1-1,0 1,-1 0,2 8,2 0,35 73,-39-86,0 0,0-1,1 1,0-1,-1 1,1-1,0 0,0 0,0 0,0 0,1-1,-1 1,0-1,1 0,-1 0,1 0,-1-1,1 1,-1-1,1 1,-1-1,1-1,0 1,-1 0,1-1,0 0,7-2,0 0,-1-2,1 1,-1-1,0 0,0-1,0-1,-1 1,0-1,-1-1,1 0,-1 0,-1-1,1 1,-2-2,1 1,-1-1,-1 0,0 0,0-1,-1 1,0-1,-1 0,0 0,0-1,-2 6,1 1,-1 0,-1-1,1 1,-1-1,0 1,0-1,0 1,-1-1,0 1,0-1,0 1,-2-5,2 10,1 0,0 0,-1-1,1 1,-1 0,1 0,0 0,-1 0,1 0,-1 0,1-1,-1 1,1 0,0 0,-1 0,1 1,-1-1,1 0,-1 0,1 0,0 0,-1 0,1 0,-1 1,1-1,0 0,-1 0,1 0,-1 1,1-1,0 0,-1 1,1-1,0 0,0 1,-1-1,1 0,0 1,0-1,0 1,-1-1,1 0,0 1,0-1,0 1,0-1,0 1,0-1,0 0,0 1,0 0,-4 8,0 1,1 0,1 0,-1 0,2 0,-1 0,1 1,1-1,0 0,0 1,1-1,1 0,-1 0,2 0,-1 0,3 5,-3-10,1-1,-1 1,1 0,0-1,0 0,1 0,-1 0,1 0,0 0,0-1,0 1,0-1,1 0,-1-1,1 1,0-1,-1 0,1 0,1 0,-1-1,0 1,0-1,0-1,1 1,-1-1,0 0,0 0,1 0,-1-1,0 0,5-1,19-8</inkml:trace>
  <inkml:trace contextRef="#ctx0" brushRef="#br0" timeOffset="2721.085">3944 366,'-19'-9,"-12"-3,-5 0,0 3,7 5,9 7,11 10,15 11,15 9,13 6,1-3</inkml:trace>
  <inkml:trace contextRef="#ctx0" brushRef="#br0" timeOffset="3133.983">4251 821,'14'-5,"-1"-1,1 0,-1 0,-1-2,1 1,-1-2,0 0,-1 0,0-1,-1 0,1-1,-2 0,0-1,0 1,-1-2,-1 1,0-1,3-10,6-10,-1-1,-2-1,-2 0,-1-1,-2 1,-1-2,-2 1,-1-1,-2-16,-1 41,0 0,-1-1,0 1,-1-1,0 1,-1 0,0 0,-1 0,-1 0,0 0,0 0,-6-9,8 20,1-1,-1 1,0-1,1 1,-1 0,0 0,0 0,0 0,0 0,0 0,0 1,0-1,0 1,-1-1,1 1,0 0,0 0,0 0,-1 0,1 0,0 0,0 0,0 1,0-1,0 1,0 0,-1 0,1 0,1 0,-1 0,0 0,0 0,0 0,1 1,-1-1,0 1,1-1,-1 1,1 0,0 0,0-1,-1 1,1 0,1 0,-1 0,0 0,0 1,-16 26,2 1,0 1,2 0,2 0,1 2,1-1,2 1,1 0,0 15,-1-15,1 0,2 0,1 1,2 0,1-1,2 1,1-1,2 1,1-1,1 0,2-1,2 0,7 15,-11-35,2 0,-1 0,2-1,0-1,0 1,0-2,2 1,-1-2,1 1,0-2,1 1,-1-2,1 0,1 0,-1-1,1-1,0 0,0-1,0 0,1-1,-1-1,1-1,-1 0,1 0,-1-1,0-1,1-1,-1 0,0-1,-1 0,1-1,-1-1,0 0,0 0,0-2,2-2,-7 4,-2 0,1-1,-1 0,0 0,0 0,-1-1,0 0,0 0,-1 0,0-1,0 1,-1-1,-1 0,1 0,-1 0,-1 0,1-1,-2 1,1 0,-1-1,-1 1,0 0,0 0,-1-1,0 1,0 0,-1 0,0 1,-1-1,0 1,0-1,-1 1,0 0,0 1,3 4,0 0,0 1,0-1,0 1,0-1,-1 1,1 0,-1 0,0 0,1 0,-1 1,0-1,0 1,0 0,0 0,0 0,0 0,0 0,-1 0,1 1,0 0,0 0,-1 0,1 0,0 0,0 0,-1 1,1 0,0 0,0-1,0 2,0-1,0 0,0 1,0-1,1 1,-1 0,0 0,-1 2,-2 3,0 0,0 1,1 0,0 0,1 1,0 0,0-1,1 1,0 0,0 1,1-1,1 0,-1 1,1-1,1 1,0-1,0 1,1-1,0 1,1-1,0 1,0-1,1 0,0 0,1 0,3 5,1-4,1-1,0 0,0 0,1-1,0 0,1-1,0 0,0-1,0 0,1-1,-1 0,1 0,1-2,-1 1,0-2,1 0,0 0,1-1,36 5,0-2,1-3,-1-1,3-3,75-8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6.4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6,'0'-2,"2"-1,1 2,0 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6.6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32,'2'0,"4"-2,2-4,4-2,3 0,-1 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7.4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1,'16'0,"15"0,12 0,14 2,8 1,6 0,8-1,4 0,-2-1,-2 1,-15 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9.0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141 0,'7'16,"4"10,1 9,0 6,-2 5,-2 2,-5 1,-8 1,-12 0,-15 0,-12-2,-11-6,4-11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0.7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1,'2'22,"4"20,0 11,-1 6,-1 2,-1-1,-4-3,-6-4,-8-5,-12-9,-5-7,3-10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1.0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11,'16'-3,"12"0,8 0,-2 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1.2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13,'9'-2,"10"-3,1-1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1.4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0,'16'0,"12"0,1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2.1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67,'23'-2,"21"-3,16-4,17-1,11-2,9 1,3 3,1 2,0 3,-3 3,-17 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4.5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1 262,'4'-38,"-1"3,2 0,1-1,2 2,1-1,5-8,-14 43,0 0,1 0,-1 0,0 1,0-1,1 0,-1 0,0 0,0 1,1-1,-1 0,0 0,0 0,1 0,-1 0,0 0,1 0,-1 0,0 1,0-1,1 0,-1 0,0 0,1 0,-1-1,0 1,1 0,-1 0,0 0,0 0,1 0,-1 0,0 0,1 0,-1-1,0 1,0 0,1 0,-1 0,0-1,0 1,0 0,1 0,-1-1,0 1,0 0,0 0,0-1,0 1,0 0,1-1,-1 1,0 0,0 0,0-1,0 1,0 0,0-1,0 1,0 0,0-1,4 28,-2 73,-4-76,2-1,1 1,0 0,2-1,0 0,2 0,1 0,0 0,5 6,-8-22,0-1,1 1,0-1,1 0,-1-1,1 1,0-1,0 0,1 0,-1 0,1-1,0 0,6 3,11 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4.8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75 0,'11'19,"7"12,2 10,-3 7,-3 3,-5 1,-6-1,-12-3,-14-2,-15-3,-12-5,3-11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5.1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1,'2'2,"10"-1,3-2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5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0,'19'0,"5"0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5.5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1,'-16'0,"-21"0,-4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3.9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247 152,'-9'18,"-3"13,0 12,3 11,2 7,3 2,2 0,1-4,1-8,1-9,-1-11,-2-10,0-9</inkml:trace>
  <inkml:trace contextRef="#ctx0" brushRef="#br0" timeOffset="339.676">101 32,'-21'-29,"15"27,10 14,19 28,1-1,2-2,14 16,-13-17,53 66,-26-36,-4 3,12 25,-58-90,-1 0,0 0,0 0,0 1,0-1,-1 1,0 0,0-1,0 1,0 0,-1 0,0 0,0 1,0-1,-1 0,1 0,-1 1,-1-1,1 0,-1 0,0 0,0 1,0-1,-1 0,1 0,-1-1,-1 1,-1 3,-8 0,0-1,-1 0,0-1,-1 0,1-1,-1 0,0-1,0-1,0 0,-1-1,1-1,-11 0,7 1,-227 22,214-22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2.4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81 175,'-2'18,"-4"15,-2 14,-2 7,-2 2,1-2,0-6,2-6,5-13,6-18,1-11</inkml:trace>
  <inkml:trace contextRef="#ctx0" brushRef="#br0" timeOffset="315.126">1 1,'0'2,"0"1,0-1,0 1,0-1,1 1,-1-1,1 0,-1 1,1-1,0 0,0 0,0 1,0-1,1 0,-1 0,1 0,-1 0,2 1,0 1,24 31,2-1,1-2,33 27,-17-15,-15-17,-1 1,-2 2,0 1,-2 1,-2 1,-1 1,-2 1,-1 1,0 5,-17-36,-1 1,0-1,0 1,0 0,-1 0,0 0,0 0,0 0,-1 0,0 0,0 0,0 0,-1 0,0 0,0 0,-1 0,1 0,-1-1,0 1,-1-1,0 1,0-1,0 0,0 0,-1 0,0 0,0-1,0 1,0-1,-5 4,-8 0,-1-1,1 0,-1-1,0-1,0-1,-1 0,1-2,-1 0,0-1,0 0,1-2,-17-2,-44-8,78 11,0 0,0 0,0 0,0 0,0-1,0 1,0 0,0 0,1-1,-1 1,0-1,0 1,0-1,0 1,1-1,-1 1,0-1,1 0,-1 1,0-1,1 0,-1 0,1 1,-1-1,1 0,-1 0,1 0,0 0,-1 1,1-1,0 0,0 0,0 0,0 0,-1 0,8-10</inkml:trace>
  <inkml:trace contextRef="#ctx0" brushRef="#br0" timeOffset="647.182">722 643,'-48'76,"47"-74,0 1,0 0,0-1,1 1,-1 0,1-1,-1 1,1 0,0-1,0 1,0 0,1-1,-1 1,1 0,-1 0,1-1,0 1,0-1,0 1,0-1,0 1,1-1,-1 0,1 0,0 1,0-1,-1 0,1-1,0 1,1 0,0 1,8 2,1 0,0 0,-1-1,1 0,1-1,-1 0,0-1,1 0,0-1,-1-1,4 0,-1 1,0 0,1 0,-1-2,1 0,-1-1,0 0,0-1,0-1,0 0,0-2,-1 1,0-2,6-3,-17 8,0-1,0 1,0-1,-1 0,1 0,-1 0,1-1,-1 1,0 0,0-1,-1 0,1 1,-1-1,0 0,0 0,0 1,0-1,-1 0,1 0,-1 0,0 0,-1 0,1 0,0 0,-1 0,0 0,0 0,0 1,-1-1,1 0,-1 1,0-1,0 1,0-1,0 1,-1 0,1 0,-1 0,0 0,0 1,0-1,0 1,0 0,-4-3,-3-2,-1 1,0-1,-1 1,1 1,-1 0,0 1,0 0,-1 1,1 1,-1 0,-7-1,14 3,1-1,-1 1,0 0,0 0,0 1,0-1,0 1,0 1,1-1,-1 1,0 0,1 0,0 1,-1-1,1 1,0 1,0-1,1 1,-1-1,1 1,0 1,0-1,0 0,0 1,-2 4,4-6,1 1,-1-1,1 1,0 0,0-1,0 1,1 0,-1 0,1 0,0-1,0 1,0 0,0 0,1 0,0-1,-1 1,2 0,-1 0,0-1,1 1,-1-1,1 1,0-1,0 0,0 0,1 1,20 23</inkml:trace>
  <inkml:trace contextRef="#ctx0" brushRef="#br0" timeOffset="1120.95">1552 643,'0'18,"0"15,-2 14,-6 9,-5 7,-8 5,-7-1,-6-3,-1-5,0-10,7-14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9.4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201 51,'-4'20,"-3"17,2 10,0 8,1 7,2 2,4-1,0-2,1-5,0-7,-3-7,-7-7,-3-9,-3-6,1-8</inkml:trace>
  <inkml:trace contextRef="#ctx0" brushRef="#br0" timeOffset="247.833">41 678,'11'0,"9"0,7 0,8 0,6 0,2-2,0-1,-2 0,-5-1,-8-5,-8-1</inkml:trace>
  <inkml:trace contextRef="#ctx0" brushRef="#br0" timeOffset="504.881">0 24,'21'-3,"17"-2,17-1,10 1,5 1,-2 4,-6 4,-13 1</inkml:trace>
  <inkml:trace contextRef="#ctx0" brushRef="#br0" timeOffset="803.138">522 719,'1'-34,"2"1,2-1,1 1,1 0,2 1,6-15,-15 47,1-4,0 1,0-1,0 1,0-1,0 1,1 0,0-1,-1 1,1 0,0 0,1 0,-1 0,1 1,-1-1,1 1,0-1,0 1,0 0,0 0,2-1,-2 4,-1 1,1-1,-1 1,0-1,0 1,0 0,0 0,0 0,0 0,0 0,-1 1,1-1,-1 0,1 1,-1-1,0 1,0 0,0-1,0 1,-1 0,1 0,-1-1,0 1,0 0,0 0,0 1,0-2,16 331,-14-324,-1 0,2 0,-1 0,1 0,0-1,1 1,0-1,1 0,-1 0,2 0,-1-1,11 11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47.8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140 120,'-13'23,"-6"16,2 11,5 6,8 3,6 0,5-1,1-1,0-3,-2-12</inkml:trace>
  <inkml:trace contextRef="#ctx0" brushRef="#br0" timeOffset="242.125">20 722,'7'0,"6"-3,9 1,7-1,5-2,4 1,-1 0,-1 1,-4-1,-9-3,-7 1</inkml:trace>
  <inkml:trace contextRef="#ctx0" brushRef="#br0" timeOffset="469.742">60 54,'-16'-5,"-5"-3,3-1,14 1,19 3,22 1,24 0,17 0,9 1,1 0,-14 2</inkml:trace>
  <inkml:trace contextRef="#ctx0" brushRef="#br0" timeOffset="971.269">488 535,'-3'5,"-1"0,2 0,-1 0,0 1,1-1,0 1,0 0,1-1,0 1,0 0,0 0,0 0,1 0,0 0,1 0,-1 0,1 0,0 0,0 0,1-1,0 1,0 0,0-1,1 1,0-1,0 0,0 0,0 0,1 0,0-1,0 1,0-1,2 0,-2 0,1-1,0 1,0-1,1-1,-1 1,0-1,1 0,0 0,-1-1,1 1,0-1,0-1,0 1,0-1,0 0,0 0,-1-1,1 1,0-1,0-1,0 1,-1-1,1 0,-1 0,1-1,-1 0,0 0,0 0,0 0,0-1,-1 0,0 0,1 0,-1 0,-1-1,1 0,-1 1,1-1,-1-1,-1 1,1 0,0-3,-2 2,-1 0,1 0,-1 0,0 0,-1-1,0 1,0 0,0 0,0 0,-1 0,0 0,0 0,-1 1,0-1,0 1,0-1,0 1,-1 0,0 1,0-1,0 0,-1 1,2 1,0 0,-1 0,1 0,-1 0,1 1,-1-1,0 1,0 0,0 1,0-1,0 0,0 1,0 0,-1 0,1 1,0-1,-1 1,1 0,-1 0,1 0,0 0,-1 1,1 0,0 0,0 0,-1 0,1 1,0 0,0 0,0 0,0 0,1 0,1 0,-1 0,1 0,0 0,-1 0,1 1,0-1,0 1,1-1,-1 1,0 0,1-1,0 1,0 0,0 0,0 0,0 0,0 0,1 0,-1 0,1 0,0 1,0-1,0 0,0 0,1 0,-1 0,1 0,0 0,0 0,0 0,0 0,1 0,-1 0,1-1,0 1,-1 0,3 1,20 23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7.5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82,'21'-7,"17"-4,15-5,10 0,8 3,2 4,0 3,-6 2,-4 5,-7 2,-13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0:58.1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123 335,'0'18,"0"17,0 15,0 7,0 3,0 1,0-4,0-6,0-10,0-12</inkml:trace>
  <inkml:trace contextRef="#ctx0" brushRef="#br0" timeOffset="253.326">3 40,'-2'-9,"8"4,15 9,3 5</inkml:trace>
  <inkml:trace contextRef="#ctx0" brushRef="#br0" timeOffset="492.682">445 668,'42'-41,"-13"14,-2-1,0-2,-2-1,-1-1,-22 30,0 0,0 0,0 0,0 0,-1 0,1 0,-1-1,0 1,0-1,0 1,0-1,0 1,0-1,0 1,-1-1,0 0,1 1,-1-1,0 0,0 1,0-1,-1 0,1 1,-1-1,1 0,-1 1,0-1,0 1,0-1,0 1,-1 0,1-1,-1 1,1 0,-2-1,-1 0,0 1,0-1,0 1,0 0,-1 1,1-1,-1 1,1 0,-1 0,1 0,-1 1,1 0,-1 0,1 0,-1 0,0 1,1-1,-1 1,1 0,-1 1,1-1,0 1,-1 0,1 0,0 0,0 0,0 1,-4 3,0-1,0 1,1 1,0-1,0 1,1 1,-1-1,2 1,-1 0,1 0,0 1,-1 4,2-6,1 1,-1-1,1 1,1 0,0 0,0 0,0 0,1 0,0 0,1 0,0 1,0-1,1 0,0 0,0 0,1 0,0 0,0 0,1 0,0 0,0-1,1 1,0-1,0 0,1 0,0-1,0 1,5 3,33 16,1-9</inkml:trace>
  <inkml:trace contextRef="#ctx0" brushRef="#br0" timeOffset="1036.692">1059 308,'-8'-3,"-1"0,1 1,-1 1,0 0,1 0,-1 0,0 1,0 0,1 1,-1 0,0 1,1-1,-1 2,1-1,0 1,0 0,0 1,0 0,0 0,1 1,-1 0,1 0,1 0,-1 1,1 0,0 1,0 0,1-1,0 2,0-1,0 0,1 1,0 0,1 0,0 0,0 1,-1 6,3-9,1-1,-1 1,1-1,1 1,-1 0,1-1,0 1,0-1,0 1,1-1,0 0,0 0,0 0,0 0,1 0,0 0,0 0,1-1,-1 1,1-1,0 0,0 0,0-1,1 1,0 0,10 6,1-1,-1 0,2-1,-1-1,1-1,0 0,5 1,52 10,62 24,-134-40,-1-1,0 0,1 1,-1-1,1 1,-1-1,1 1,-1 0,0 0,0 0,1 0,-1 0,0 0,0 0,0 0,0 0,0 0,0 0,0 1,-1-1,1 0,0 1,-1-1,1 1,-1-1,1 0,-1 1,0-1,0 1,0-1,1 1,-1 0,-1-1,1 1,0-1,0 1,0-1,-1 0,1 1,-1-1,1 1,-1-1,0 0,0 1,1-1,-1 0,0 1,0-1,0 0,0 0,-1 0,-15 13,0-2,-1 0,0-1,-1-1,0-1,-1 0,0-2,-14 4,-46 6,80-17,-1 0,1 1,-1-1,1 0,-1 0,0 0,1 0,-1 0,1 0,-1 0,1 0,-1 0,0 0,1-1,-1 1,1 0,-1 0,1-1,-1 1,1 0,-1 0,1-1,-1 1,1 0,-1-1,1 1,0-1,-1 1,1-1,-1 1,1-1,0 1,0-1,-1 1,1-1,0 1,0-1,0 1,0-1,-1 0,1 1,0-1,0 1,0-1,0 1,0-1,0 0,1 1,-1-1,0 1,0-1,0 1,0-1,1 0,-1 1,0-1,1 1,-1-1,0 1,1 0,-1-1,1 1,-1-1,0 1,1 0,68-67,-23 29,56-48,63-68,-56 35,-109 119,0-1,1 1,-1-1,0 1,0-1,1 1,-1-1,1 1,-1-1,0 1,1-1,-1 1,1 0,-1-1,1 1,-1 0,1 0,-1-1,1 1,-1 0,1 0,0 0,-1 0,1-1,-1 1,1 0,-1 0,1 0,0 0,-1 0,1 0,-1 1,1-1,-1 0,1 0,0 0,-1 1,1-1,-1 0,1 0,-1 1,1-1,-1 0,1 1,4 26,-5 43,-2-52,1 0,1 0,0 0,2 0,0 0,1 0,0 0,2 0,0-1,1 0,1 0,0-1,3 4,-8-17,0 1,0-1,1 0,-1 0,1 0,0 0,0 0,0-1,0 1,0-1,1 0,-1 0,0 0,1-1,0 1,-1-1,1 0,0 0,4 1,9-3</inkml:trace>
  <inkml:trace contextRef="#ctx0" brushRef="#br0" timeOffset="1285.1">1460 0,'-7'16,"5"14,12 12,3-3</inkml:trace>
  <inkml:trace contextRef="#ctx0" brushRef="#br0" timeOffset="1770.836">1888 709,'6'-149,"-4"-78,-8 154,6 72,0 0,0 0,0 1,0-1,0 0,1 0,-1 0,0 0,0 0,1 0,-1 0,1 1,-1-1,1 0,-1 0,1 1,0-1,-1 0,1 1,0-1,-1 0,1 1,0-1,0 1,0-1,-1 1,1 0,0-1,0 1,0 0,0 0,0-1,0 1,0 0,0 0,0 0,0 0,-1 0,1 0,0 0,1 1,44 11,-35-8,41 12,-9-4,-1 3,0 1,19 11,-53-22,-1 0,1 0,-1 0,0 1,0 0,-1 0,0 1,0-1,0 2,-1-1,0 0,-1 1,1 0,-2 0,1 0,-1 1,0-1,-1 1,0 0,0 0,-1 0,0-1,0 2,-1 40,9 42,-7-89,1 1,1-1,-1 0,0 1,1-2,-1 1,1 0,0-1,0 1,0-1,0 0,0-1,1 1,-1-1,0 0,1 0,-1 0,1 0,0-1,-1 0,1 0,-1 0,1 0,-1-1,1 0,-1 0,4-1,24-4,0 0,-1-3,0-1,-1-1,0-1,-1-2,0 0,-1-3,19-13,-38 24,0 0,0 0,0-1,-1 0,0 0,0-1,-1 0,0-1,-1 1,0-1,0 0,0-1,-2 0,1 0,-1 0,0 0,-1 0,1-8,-4 14,0 0,-1 1,0-1,1 0,-1 0,-1 0,1 1,0-1,-1 1,0-1,0 1,0-1,0 1,0 0,-1 0,0 0,1 0,-1 1,0-1,0 1,0 0,-1-1,1 1,-1 1,1-1,-1 0,1 1,-1 0,0 0,0 0,-2 0,0 0,0-1,0 1,0 1,0-1,0 1,-1 0,1 1,0-1,0 1,0 1,0-1,0 1,0 0,0 0,1 0,-1 1,1 0,-1 0,-3 4,5-2,0 1,0 0,0 0,1 0,0 0,0 0,0 1,1-1,0 1,1 0,-1 0,1 0,1 0,-1 0,1-1,0 1,1 0,-1 0,1 0,1 0,-1 0,1-1,1 1,-1 0,1-1,0 0,0 0,1 0,0 0,0 0,0-1,1 0,0 0,0 0,3 2,8 4,1 0,0-1,1-1,0-1,0-1,1 0,-1-1,2-1,-1-1,0 0,1-2,0 0,0-2,-1 0,1-1,0 0,-1-2,6-2,39-4</inkml:trace>
  <inkml:trace contextRef="#ctx0" brushRef="#br0" timeOffset="2169.772">3492 428,'-17'-13,"0"1,-1 0,-1 2,0 0,0 1,-1 1,-5-1,19 7,1 0,-1 1,0 0,0 0,0 0,0 1,0 0,0 0,0 0,0 1,0 0,0 0,0 1,1-1,-1 1,0 1,1-1,0 1,-1 0,1 0,0 0,0 1,1 0,-1 0,1 0,0 0,-3 4,3-3,0 0,0 0,0 1,1-1,0 1,0 0,0 0,1 0,0 0,0 1,0-1,1 0,0 1,0-1,1 1,0 0,0-1,0 1,1-1,0 1,0-1,1 1,0-1,0 0,0 0,1 0,0 0,0 0,0 0,1-1,0 0,0 0,0 0,1 0,-1 0,1-1,0 0,1 0,-1 0,4-2,-1 0,0 0,1-1,0 0,-1-1,1 0,0 0,-1 0,1-2,-1 1,1-1,-1 0,1 0,-1-1,0 0,0-1,0 0,-1 0,0-1,1 0,-1 0,-1 0,1-1,-1 0,0 0,-1-1,1 0,-1 0,0 0,-1-1,0 1,0-1,-1 0,0 0,0 0,-1-1,0 1,0-2,-2 11,-1-1,1 1,-1-1,1 0,-1 1,1-1,-1 0,0 1,1-1,-1 0,0 0,1 0,-1 0,1 0,-1 1,0-1,1 0,-1 0,0 0,1-1,-1 1,0 0,1 0,-1 0,1 0,-1-1,0 1,1 0,-1 0,1-1,-1 1,1-1,-1 1,1 0,-1-1,1 1,-1-1,1 1,0-1,-1 1,1-1,0 0,-1 1,1-1,0 1,0-1,-1 0,1 1,0-1,0 0,0 1,0-1,0 1,0-1,0 0,0 1,0-1,0 0,1 1,-1-1,0 0,0 1,0-1,1 1,-1-1,0 1,1-1,-1 0,-2 6,0 0,0-1,0 1,1 0,0 0,0 0,0 0,0 0,1 0,0 0,0 0,0 0,1 0,0 0,0 0,0 0,0 0,1 0,0-1,0 1,0 0,0-1,1 0,0 1,0-1,0 0,0-1,1 1,-1 0,1-1,1 1,16 8,1 0,0-2,0-1,1-1,0 0,0-2,1-1,0-1,0-1,0 0,0-2,7-2,-17 2,88 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01.0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320 439,'-20'-7,"-1"1,0 1,0 1,0 0,0 2,0 0,-1 2,-14 1,30 0,0 1,0 0,1 0,-1 0,0 0,1 1,-1 0,1 0,0 1,0-1,0 1,1 0,-1 0,1 1,0 0,0-1,1 1,-1 0,1 1,0-1,1 1,-1-1,1 1,0 0,0 0,1 0,0 0,0 0,0 0,1 0,0 0,0 0,0 0,1 0,0 1,0-1,1-1,-1 1,1 0,1 0,-1-1,1 1,0-1,0 1,1-1,0 0,-2-1,1-1,0 1,1-1,-1 0,1 0,-1 0,1-1,0 1,0-1,0 0,0 0,0 0,1-1,-1 1,0-1,1 0,-1-1,1 1,0-1,-1 1,1-1,-1-1,1 1,-1-1,1 1,-1-1,1-1,-1 1,0-1,1 1,-1-1,0 0,0-1,0 1,-1-1,1 0,-1 0,3-2,11-15,-1 0,-1-1,-1 0,-1-1,-1 0,-1-2,-1 1,-1-1,-1 0,-1-1,-2 0,0 0,-1 0,-2-1,0-1,2-12,-1-1,-2 0,-2 1,-4-34,-4 41,9 32,0-1,0 1,0-1,-1 1,1 0,0-1,0 1,-1-1,1 1,0 0,0-1,-1 1,1-1,-1 1,1 0,0 0,-1-1,1 1,-1 0,1 0,0-1,-1 1,1 0,-1 0,1 0,-1 0,1 0,-1 0,1 0,-1 0,1 0,-1 0,1 0,-1 0,1 0,-1 0,1 0,-1 0,1 0,-1 1,1-1,0 0,-1 0,1 1,-1-1,1 0,0 1,-1-1,1 0,0 1,-1-1,1 0,0 1,-1-1,1 1,0-1,0 1,0-1,-1 1,-6 11,0 1,1 0,0 0,0 1,2-1,0 1,0 0,1 3,-1 0,-6 18,1 1,1 1,3-1,1 1,1 0,2 0,2 0,2 0,3 15,-5-44,1-1,0 1,1-1,0 1,0-1,1 0,0 0,0 0,1 0,-1-1,1 0,1 0,-1 0,1-1,0 0,0 0,1 0,0-1,-1 0,1 0,1 0,-1-1,0 0,1-1,0 0,-1 0,4 0,0-1,0 0,1 0,-1-1,0-1,1 0,-1 0,0-1,0 0,0-1,0-1,-1 0,1 0,-1-1,0 0,0-1,-1 0,1 0,-1-1,-1 0,1-1,-1 0,-1 0,1-1,-1 0,-1 0,0-1,0 0,-1 0,0 0,3-10,-7 16,0 1,-1-1,1 0,-1 0,1 1,-1-1,0 0,-1 0,1 1,-1-1,1 0,-1 0,0 1,-1-1,1 1,0-1,-1 1,0-1,0 1,0 0,0 0,-1 0,1 0,-1 0,0 1,1-1,-1 1,0 0,-1-1,1 1,0 1,-1-1,1 0,-1 1,1 0,-1 0,0 0,1 0,-1 1,0-1,0 1,1 0,-1 0,0 0,0 1,1-1,-1 1,0 0,0 0,-1 1,0 0,0 1,0 0,0 0,1 0,-1 0,1 1,0 0,0 0,0 0,1 0,-1 1,1 0,0-1,0 1,1 0,-1 0,1 1,0-1,1 0,-1 1,1-1,0 1,0-1,1 1,0 0,0-1,0 1,1 0,-1-1,1 1,1-1,-1 1,1-1,0 0,0 0,1 0,-1 0,1 0,0 0,0 0,1-1,-1 0,4 3,7 3,1 0,0-1,1-1,0-1,0 0,0-1,1-1,0 0,0-1,0-1,1-1,3 0,69 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02.8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89 35,'-11'10,"-2"4,4 0,8-1,6-5,5-2,0-5,-1-5,-2-6,-5-4,-5-4,-6 1,-6 1,-4 4,0 3,1 8,3 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03.1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107 133,'12'-33,"-11"30,0 0,-1-1,1 1,-1-1,0 1,0 0,0-1,-1 1,1-1,-1 1,0 0,1-1,-2 1,1 0,0 0,-1-1,1 1,-1 1,0-1,0 0,0 0,0 1,-1-1,1 1,-1-1,1 1,-1 0,0 0,0 0,0 1,0-1,0 1,0 0,-1-1,1 1,0 1,-1-1,1 0,0 1,-4 0,5 0,0 0,0 0,1 0,-1 1,0-1,0 1,0-1,0 1,1 0,-1 0,0 0,1 0,-1 0,1 0,-1 0,1 0,-1 1,1-1,0 1,-1-1,1 1,0-1,0 1,0 0,1-1,-1 1,0 0,1 0,-1-1,1 1,-1 0,1 0,0 0,0 0,0 0,0 0,0 0,0 0,0-1,1 1,-1 0,1 0,-1 0,1 0,0-1,0 1,0 0,0-1,0 1,0-1,0 1,0-1,2 2,23 14,3-3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02.2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388 734,'-18'-9,"0"1,0 0,-1 2,0 0,-1 1,1 1,-1 1,0 1,0 0,0 2,0 0,-12 2,26 0,-1-1,1 2,-1-1,1 1,0 0,0 0,0 0,0 1,1 0,-1 0,1 0,0 1,0 0,1 0,-1 0,1 1,0-1,1 1,-1 0,1 0,0 0,1 1,0-1,0 1,0-1,0 1,1 0,0-1,1 1,0 0,0 0,0 0,1-1,0 1,0 0,1 2,0-5,-1-1,1 1,0-1,0 0,1 0,-1 0,1 0,-1 0,1 0,0-1,0 1,0-1,0 0,1 1,-1-2,1 1,-1 0,1-1,-1 1,1-1,0 0,0-1,0 1,-1-1,1 1,0-1,0 0,0 0,0-1,3 0,3 0,0-1,0-1,0 1,-1-2,1 1,-1-1,0-1,0 0,0 0,0 0,2-4,1-1,-1-2,-1 1,0-1,0 0,-1-1,-1 0,0-1,-1 0,0 0,-1 0,-1-1,0 0,-1 0,-1 0,0-2,4-34,-2 0,-2 0,-3-49,-1 64,-1 1,-2 0,-1 0,-3-5,-6 3,13 36,1 1,0-1,-1 1,1-1,0 0,-1 1,1-1,-1 1,1-1,-1 1,1-1,-1 1,1 0,-1-1,1 1,-1 0,0-1,1 1,-1 0,0 0,1-1,-1 1,0 0,1 0,-1 0,0 0,1 0,-1 0,0 0,0 0,1 0,-1 0,0 1,1-1,-1 0,0 0,1 1,-1-1,1 0,-1 1,0-1,1 0,-1 1,1-1,-1 1,1-1,-1 1,1-1,0 1,-1 0,1-1,-1 1,-6 12,0-1,0 1,1 0,1 0,0 1,1-1,1 1,0 0,0 0,1 4,1-8,-5 22,2 0,1 1,2-1,1 1,2 0,1-1,2 4,-2-19,0 0,2 0,0-1,1 0,1 0,0 0,1 0,1-1,0-1,1 0,1 0,0-1,1 0,4 2,2 0,1-2,0 0,1-2,1 0,0-1,0-1,1-1,0-1,0 0,1-2,-1-1,1-1,0-1,0-1,0 0,1-2,-1-1,0-1,-1-1,15-4,-27 5,1 0,-1-1,0-1,0 1,0-2,-1 1,0-1,0-1,1 0,-7 5,-1 0,1-1,-1 1,0-1,0 1,0-1,0 0,0 1,0-1,-1 0,0 0,1 0,-1-1,0 1,0 0,-1 0,1-1,-1 1,1 0,-1-1,0 1,0 0,-1-1,1 1,-1 0,0 0,0-1,0 1,0 0,0 0,-1-1,-3-3,0 0,-1 0,0 1,0-1,0 1,-1 1,0 0,0-1,0 2,0-1,-1 1,0 1,0-1,0 1,0 1,0-1,-1 1,1 1,-1 0,0 0,1 0,-1 1,0 1,1-1,-1 1,1 1,-1 0,1 0,-1 0,1 1,0 1,0-1,1 1,-1 0,0 2,4-4,0 1,1 0,-1 0,1 0,-1 0,1 1,0-1,1 1,-1 0,0 0,1 0,0 0,0 0,0 0,1 1,-1-1,1 1,0-1,1 1,-1 0,1-1,-1 1,2 0,-1-1,0 1,1-1,0 1,0 0,0-1,0 0,1 1,0-1,0 0,0 0,0 0,1 0,0 0,0 0,0-1,0 1,0-1,1 0,-1 0,4 2,2-1,1-1,-1 0,1 0,-1-1,1 0,0-1,0 0,0 0,0-1,0-1,0 1,-1-2,1 1,0-2,0 1,-1-1,0 0,1-1,-1 0,-1-1,1 0,0 0,-1-1,0 0,-1 0,1-1,-1 0,-1 0,1-1,-1 1,0-2,1-2,0-4,-2 6,2 26,-3-9,-1-1,1 1,0-1,1 1,0-1,0 0,0-1,1 1,0-1,0 0,1-1,-1 1,1-1,1-1,-1 1,1-1,-1-1,1 1,1-1,8 3,0 0,1-2,-1 0,1-1,0 0,0-2,0 0,14-2,-18 1,0-1,0-1,0 0,0-1,0 0,-1-1,1-1,-1 0,0-1,-1 0,1-1,-1-1,-1 0,1 0,-1-1,-1 0,0-1,0 0,-1-1,0 0,-1-1,0 0,-1 0,0 0,-1-1,0 0,1-7,3-23,-2-1,-2-1,-2 0,-2 1,-2-1,-2-4,2 25,-8-329,4 310,-7 31,-1 30,-5 27,2 1,2 1,2 0,2 0,1 13,5-45,-5 34,2-1,2 1,2 0,3 0,1 0,5 16,-5-48,1-1,1 1,0-1,1 0,1 0,1-1,0 1,1-1,0-1,1 0,1 0,0-1,1 0,1 0,0-2,0 1,1-1,0-1,1-1,2 1,-3-2,1-2,1 1,-1-2,1 0,0-1,0 0,1-1,-1-1,0 0,14-1,-22-1,-1 0,0 0,0-1,0 0,1 0,-1 0,0-1,0 0,-1 0,1-1,0 0,-1 0,1 0,-1 0,0-1,0 0,-1 0,1 0,-1-1,0 1,0-1,0 0,0-1,-1 1,0 0,0-1,-1 0,1 0,1-6,-1 0,0 0,0-1,-1 1,-1-1,0 0,0 0,-2 1,0-1,0 0,-1 1,0-1,-1 1,-1 0,-1-5,5 17,0-1,0 1,0-1,-1 1,1 0,0-1,0 1,0-1,0 1,0-1,0 1,-1 0,1-1,0 1,0-1,-1 1,1 0,0-1,-1 1,1 0,0-1,-1 1,1 0,0 0,-1-1,1 1,-1 0,1 0,0 0,-1 0,1-1,-1 1,1 0,-1 0,1 0,0 0,-1 0,1 0,-1 0,1 0,-1 0,1 0,-1 1,1-1,0 0,-1 0,1 0,-1 0,1 1,0-1,-1 0,1 0,0 1,-1-1,1 0,0 1,-1-1,1 0,0 1,-12 25,9-16,1 0,0 0,0 0,1 0,0 0,1 0,0 0,0 0,1 0,1 0,-1 0,2 0,-1 0,1-1,1 1,0-1,0 0,1 0,0 0,1-1,0 1,0-1,0-1,1 1,0-1,1 0,0-1,0 0,0 0,1-1,-1 0,1 0,10 3,4-4</inkml:trace>
  <inkml:trace contextRef="#ctx0" brushRef="#br0" timeOffset="248.855">1338 347,'-16'-5,"-3"-1,11 0,20 4,27 1,31 2,32 0,27 0,19 0,-15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03.4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54 151,'7'15,"7"18,8 11,6 10,9 5,4 1,4-2,-1-5,0-6,-7-9,-9-12</inkml:trace>
  <inkml:trace contextRef="#ctx0" brushRef="#br0" timeOffset="482.727">777 151,'-25'9,"0"1,1 1,0 2,1 0,1 1,0 2,1 0,0 1,2 1,0 1,1 1,1 0,0 1,2 1,1 1,0 0,2 1,-6 15,12-23,0 0,1 0,0 0,1 1,1-1,1 1,0 0,1 0,1 0,0 0,2 0,0 0,1 0,2 8,27 120,-29-109,2 0,2-1,1 0,3 7,19 95,-27-109,17 62,-14-80</inkml:trace>
  <inkml:trace contextRef="#ctx0" brushRef="#br0" timeOffset="2963.883">1 3,'0'-2,"2"1,4 6,4 6,6 8,0 8,-3-1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16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0,'11'6,"1"0,1-2,-1 1,1-2,-1 1,1-2,0 0,0 0,6-1,-3 1,170 10,0-8,92-13,-172 5,570-13,227 39,-541 11,-2 15,140 46,-241-39,-225-50,-34-5,0-1,-1 1,1 0,0 0,0 0,-1 0,1-1,0 1,0 0,0 0,0-1,-1 1,1 0,0 0,0-1,0 1,0 0,0 0,0-1,0 1,0 0,0 0,0-1,-1 1,2 0,-1-1,0 1,0 0,0 0,0-1,0 1,0 0,0-1,0 1,0 0,0 0,1-1,-1 1,0 0,0 0,0 0,0-1,1 1,-1 0,0 0,0 0,1-1,-1 1,0 0,0 0,1 0,-1 0,0 0,0 0,1 0,-1 0,0-1,0 1,1 0,-1 0,0 0,1 0,-1 0,-19-15,-40-17,59 32,0 0,-1-1,1 1,0 0,0-1,-1 1,1 0,0-1,0 1,0-1,0 1,-1-1,1 1,0 0,0-1,0 1,0-1,0 1,0-1,0 1,0 0,0-1,0 1,1-1,-1 1,0-1,0 1,0 0,0-1,1 1,-1 0,0-1,0 1,1 0,-1-1,0 1,1 0,-1-1,0 1,1 0,-1 0,0-1,1 1,-1 0,1 0,-1 0,0-1,1 1,13-10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2.2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24,'23'0,"20"-2,20-1,15-2,12-1,7 2,0 1,-4 3,-19 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3.1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24,'-11'46,"2"0,1 1,3 0,2 2,9 33,-6-80,1 1,0 0,0-1,0 1,0 0,0-1,1 1,-1-1,1 0,0 1,0-1,-1 0,1 0,1 0,-1 0,0 0,0-1,1 1,-1-1,1 1,-1-1,1 0,0 0,-1 0,1-1,0 1,1 0,6-2,-1 0,1 0,-1-1,1-1,-1 1,1-2,-1 1,0-1,-1 0,1-1,-1 0,0-1,0 1,0-2,-1 1,0-1,0 0,-1 0,6-9,-2 4,-1-1,-1-1,0 1,-1-1,0-1,-1 1,-1-1,-1 0,0 0,0-1,-1-6,-4 41,1 0,1-1,0 1,1 0,1-1,1 1,3 6,-5-17,1-1,0 1,0-1,0 0,1 0,1 0,-1-1,1 0,0 0,0 0,1 0,-1-1,1 0,1 0,-1 0,1-1,-1 0,1 0,1 0,-5-3,0 0,0 0,0 0,0 0,1 0,-1-1,0 1,0-1,0 0,1 0,-1 0,0-1,0 1,0-1,1 1,-1-1,0 0,0 0,0-1,0 1,0 0,-1-1,1 0,0 0,-1 0,1 0,-1 0,0 0,0-1,0 1,0-1,0 1,0-1,0 0,-1 0,0 0,1 0,-1 0,0 0,0-1,4-19,0 0,-1-1,-1 1,-1-1,-1 0,-1 0,-3-14,3 27,0 0,-1 1,0-1,0 0,-2 1,1-1,-1 1,-1 0,1 0,-2 0,-1-3,2 7,3 3,22 12,17 0,1-3,-1 0,1-3,23-1,14 2,-47-2,-12-3,1 2,-1 0,1 2,-1-1,0 2,0 1,0 0,0 1,-1 0,12 7,-24-9,1 0,-1 1,0-1,0 1,-1 0,1-1,-1 2,0-1,-1 0,1 1,-1-1,0 1,0 0,-1 0,1 0,-2-1,1 1,0 0,-1 0,0 0,-1 0,1 0,-2 3,4 43,-1-49,-1 0,1 0,0-1,0 1,0 0,0-1,0 1,0 0,1-1,-1 1,1-1,0 0,0 1,0-1,0 0,0 0,0-1,1 1,-1 0,0-1,1 1,0-1,-1 0,1 1,0-2,-1 1,1 0,0 0,0-1,0 1,0-1,0 0,0 0,99-12,-86 7,0 0,0-1,0-1,-1 0,0-1,-1 0,1-2,4-4,-13 10,0-1,0-1,-1 1,0-1,0 1,0-2,-1 1,0 0,0-1,-1 0,0 0,0 0,0 0,-1 0,0 0,0-1,-1 1,0-1,0-5,-7-9,-3 38,8-6,-1-1,1 1,1-1,-1 1,2-1,-1 1,2 0,-1-1,1 1,0-1,1 0,0 0,1 0,0 0,0-1,1 1,0-1,0 0,1 0,0-1,0 0,1 0,0 0,0-1,1 0,0 0,0-1,0 0,6 2,8 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3.3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 23,'-16'-7,"-8"-2,8 3,17 9,22 8,24 10,3 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4.4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204 102,'-7'-2,"0"0,0 0,1 0,-1 1,0 0,0 0,-1 1,1 0,0 1,0-1,0 1,0 0,0 1,1 0,-1 0,0 0,1 1,-1 0,1 0,0 1,0 0,0 0,1 0,-1 1,1-1,0 1,0 1,1-1,0 1,0-1,-2 5,5-7,0-1,0 1,0 0,1 0,0-1,-1 1,1 0,0 0,0-1,1 1,-1 0,0 0,1-1,0 1,0 0,-1-1,2 1,-1-1,0 1,0-1,1 0,-1 1,1-1,0 0,0 0,0 0,0 0,0 0,0-1,2 2,80 38,-23-27,0-3,1-2,0-3,0-3,21-3,-71 0,89 2,0-5,93-14,-190 16,6 1,-1-1,0 0,1-1,-1 0,0-1,0 0,0 0,0-1,0 0,-1 0,0-1,0-1,0 1,4-5,-11 9,0-1,0 0,0 1,0-1,0 0,0 0,-1 1,1-1,0 0,-1 0,0 0,1 0,-1 0,0 0,0 0,0 0,0 0,-1 0,1 0,0 1,-1-1,0 0,1 0,-1 0,0 0,0 1,0-1,0 0,0 1,0-1,0 1,-1-1,1 1,-2-2,-55-41,42 34,0 2,0 0,-1 1,0 1,0 0,-1 1,0 1,0 1,0 0,0 2,0 0,0 1,-5 1,19-1,1 1,-1-1,1 1,0 0,-1 0,1 1,0-1,0 1,-1 0,1-1,1 1,-1 0,0 1,0-1,1 1,-1-1,1 1,0 0,0-1,0 1,0 0,0 1,1-1,-1 0,1 0,0 1,0-1,0 0,1 1,-1-1,1 1,-1-1,1 1,1 0,-1-1,0 1,1-1,-1 1,1-1,0 0,1 1,-1 0,2 3,0-1,0 1,1 0,0-1,0 0,0 0,1 0,0-1,0 1,1-1,-1 0,1-1,0 1,0-1,1 0,-1-1,1 0,0 0,0 0,0-1,0 0,0 0,0 0,1-1,-1-1,1 1,-1-1,1 0,-1-1,0 0,1 0,-1 0,0-1,0 0,0-1,0 1,0-1,0-1,-1 1,1-1,-1-1,0 1,-1-1,1 0,-1 0,2-2,20-32,4 67,-23-17,0-1,1 1,1-2,0 1,0-1,1-1,0 1,0-2,1 0,0 0,0-1,1-1,0 0,-1 0,2-2,-1 1,13 0,-22-4,1 0,0 0,-1-1,1 0,-1 0,1 0,-1 0,1-1,-1 0,0 1,0-2,0 1,0 0,0-1,0 0,-1 0,1 0,-1 0,0 0,0-1,0 0,-1 1,1-1,-1 0,0 0,0 0,0-1,0 1,-1 0,1-1,1-9,1 1,-2-1,0 0,0 0,-1 0,-1 0,0 0,-1 0,-2-6,-32-115,35 134,-1 0,1 1,0-1,0 0,0 1,0-1,0 0,1 1,-1-1,0 1,0-1,0 0,0 1,1-1,-1 1,0-1,1 1,-1-1,0 1,1-1,-1 1,1-1,-1 1,0-1,1 1,-1-1,1 1,0 0,-1-1,1 1,-1 0,1 0,-1-1,1 1,0 0,-1 0,1 0,0 0,-1 0,1 0,-1 0,1 0,0 0,-1 0,1 0,0 0,-1 0,39 8,-29-5,59 11,83 27,-147-39,0 1,-1-1,0 1,0 0,0 0,0 1,0-1,-1 1,1 0,-1 0,0 0,0 0,-1 1,1-1,-1 1,0-1,0 1,0 0,-1 0,0 0,0 0,0 0,-1 0,1 0,-1 0,0 1,-1 4,1 5,-1-9,0-1,0 1,1-1,0 1,0-1,1 1,-1-1,1 0,0 1,1-1,-1 0,1 1,0-1,0 0,1 0,0-1,0 1,0 0,0-1,0 0,1 0,0 0,0 0,0 0,8 1,-1 0,1 0,0-1,0-1,1 0,-1 0,1-1,-1-1,1 0,0-1,-1 0,1-1,0-1,-1 0,1 0,-1-1,0-1,0 0,2-2,-7 4,-1-1,0 0,0 0,0 0,0-1,-1 0,0 0,1-1,-1 0,-1 0,1 0,-1 0,0-1,0 1,0-1,-1 0,0 0,0 0,-1-1,1 1,-1-1,-1 1,1-1,-1 0,-1 0,1 1,-1-1,0 0,0 0,-1 0,-1-6,1 6,-1 0,0 0,0 0,0 0,-1 0,0 0,0 1,0-1,-1 1,0 0,-1 0,1 1,-1-1,0 1,0 0,-6-4,9 8,1 0,-1 0,1 0,-1 1,0-1,1 0,-1 1,0 0,1-1,-1 1,0 0,0 0,1 0,-1 0,0 0,1 0,-1 0,0 1,0-1,1 1,-1-1,1 1,-1 0,0-1,1 1,-1 0,1 0,0 0,-1 0,1 1,0-1,0 0,-1 0,1 1,0-1,0 1,-25 59,25-55,0 1,0-1,1 0,0 1,0-1,1 0,0 0,0 1,0-1,1 0,0 0,0 0,1 0,-1-1,1 1,1-1,-1 1,1-1,-1 0,2-1,-1 1,0 0,1-1,0 0,0 0,2 0,11 8,0-1,1-1,0-1,0 0,1-1,0-2,8 2,67 13,-3-5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1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91 186,'-10'44,"1"0,2 0,2 1,2 0,2 0,4 35,-2-24,3 136,-28-836,16 571,8 73,0 0,0 1,-1-1,1 0,0 0,0 1,0-1,0 0,-1 0,1 1,0-1,0 0,0 0,-1 1,1-1,0 0,0 0,-1 0,1 0,0 1,0-1,-1 0,1 0,0 0,-1 0,1 0,0 0,-1 0,1 0,0 0,-1 0,1 0,0 0,0 0,-1 0,1 0,0 0,-1 0,1 0,0 0,-1-1,1 1,0 0,0 0,-1 0,1 0,0-1,0 1,-1 0,1 0,0 0,0-1,0 1,-5 15,1 1,1-1,0 1,1 0,1 0,1 0,0 0,1 0,1 4,-2-15,1 0,0 0,0 0,0-1,1 1,0-1,-1 1,2-1,-1 1,0-1,1 0,0 0,0 0,0-1,0 1,1-1,-1 0,1 1,0-2,0 1,0 0,0-1,0 0,1 0,-1 0,1 0,0-1,-1 0,1 0,0 0,0 0,-1-1,1 0,0 0,0 0,0 0,0-1,-1 0,3 0,7-3,0-1,-1 0,0-1,0 0,0-1,0 0,-1-1,-1-1,1 0,-1 0,-1-1,0 0,0-1,0-2,12-15,-1-1,-2-1,-1-1,-1-1,-1-3,-4 11,-10 44,-9 33,-4 19,2 0,4 0,3 1,3 0,3-1,12 58,16-36,-17-67</inkml:trace>
  <inkml:trace contextRef="#ctx0" brushRef="#br0" timeOffset="407.53">733 146,'-4'59,"3"1,2-1,3 0,2 0,13 49,-18-93,2 0,-1 0,2 0,0-1,0 1,2-1,0 0,0-1,1 1,1-1,0-1,1 1,0-2,1 1,0-1,8 6,-14-15,1 0,0 0,0 0,0 0,0-1,0 1,0-1,0-1,0 1,0-1,1 0,-1 0,0 0,0-1,0 0,0 0,1 0,-1-1,-1 1,1-1,0 0,0-1,-1 1,4-3,5-4,0 0,-1-1,0 0,-1-1,0 0,-1-1,7-10,-2 0,-1-1,-2 0,0 0,-1-1,-2-1,-1 1,0-2,-2 1,3-23,0-25,-4 0,-3-64,-9 24,15 118,1 7</inkml:trace>
  <inkml:trace contextRef="#ctx0" brushRef="#br0" timeOffset="615.971">1534 53,'7'16,"7"16,10 13,10 9,10 5,10 1,7-3,2-1,-3-4,-5-4,-10-3,-12-5,-11-7,-11-8</inkml:trace>
  <inkml:trace contextRef="#ctx0" brushRef="#br0" timeOffset="838.406">2002 66,'-18'-4,"-13"4,-8 13,-6 17,-5 19,-3 20,-1 14,-1 10,2 5,8-3,12-7,11-12,12-16,7-19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19.3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377 917,'-249'-24,"244"23,0 0,1 1,-1 0,0 0,0 0,0 1,1-1,-1 1,0 0,0 0,1 1,-1-1,1 1,0 0,-1 1,1-1,0 1,0-1,0 1,1 0,-1 1,1-1,0 1,0-1,0 1,0 0,0 0,1 0,0 1,0-1,0 0,0 1,0 1,3 1,0 0,1-1,0 1,0-1,0 1,1-1,0 0,0 0,1 0,-1-1,1 1,1-1,-1 0,1 0,0 0,0 0,0-1,0 0,1 0,0-1,0 1,0-1,0-1,4 2,189 78,-50-26,-87-18,-61-38,0 1,0 0,0 0,0 0,0 0,0 0,0 1,0-1,0 0,0 0,-1 1,1-1,0 0,-1 1,1-1,-1 1,0-1,1 0,-1 1,0-1,0 1,0-1,0 1,0-1,0 1,0-1,-1 1,1-1,0 0,-1 1,1-1,-1 1,0-1,1 0,-1 0,0 1,0-1,0 0,0 0,0 0,0 0,0 0,-1 1,-10 5,0 0,0-1,-1 0,0-1,0 0,0-1,-1-1,1 0,-1 0,1-2,-1 0,-10 0,21 0,0-1,-1 1,1 0,0-1,-1 0,1 0,0 0,-1 0,1-1,0 1,0-1,-1 0,1 0,0 0,0 0,0-1,0 1,0-1,0 1,0-1,1 0,-1 0,1-1,-1 1,1-1,0 1,0-1,0 1,0-1,-1-3,3 0,0 0,0 0,1 0,0 0,0 0,1 0,-1 0,1 0,0 1,1-1,0 1,0-1,0 1,2-3,218-324,-188 277,-3-1,-2-2,-3-1,-2 0,-3-2,-3-1,-2-1,-3 0,-3-1,0-23,-9 72,-1 1,-1-1,0 0,-1 1,-1-1,0 1,-1-1,0 1,-1 0,-1 0,0 1,-1-1,-4-7,9 20,1-1,-1 0,0 0,0 1,0-1,0 1,0-1,0 0,-1 1,1 0,0-1,-1 1,1 0,-1 0,0 0,1 0,-1 0,0 0,1 0,-1 1,0-1,0 1,0-1,0 1,0-1,0 1,1 0,-1 0,0 0,0 0,0 1,0-1,0 0,0 1,0-1,1 1,-1 0,0 0,0-1,1 1,-1 0,0 1,1-1,-1 0,1 0,0 1,-1-1,1 0,0 1,0-1,-1 1,-3 8,0 0,1 0,0 1,1-1,0 1,0 0,1-1,0 1,1 7,-2 49,4-1,2 0,3 0,3-1,7 19,11 59,5-1,39 99,-70-238,4 16,2 0,0 0,2 0,0-1,0-1,2 1,0-2,2 2,-11-16,-1 0,0 0,1 0,0 0,-1 0,1-1,0 1,0 0,0-1,0 0,0 1,0-1,0 0,0 0,1 0,-1 0,0-1,1 1,-1 0,0-1,1 0,-1 0,1 1,-1-1,1-1,-1 1,1 0,-1-1,0 1,1-1,-1 0,0 1,1-2,13-17,-4-6</inkml:trace>
  <inkml:trace contextRef="#ctx0" brushRef="#br0" timeOffset="251.918">310 543,'13'-4,"26"-2,31 0,28 1,20 9,11 7,0 12,-23 1</inkml:trace>
  <inkml:trace contextRef="#ctx0" brushRef="#br0" timeOffset="478.429">1219 1091,'1'8,"1"0,-1 1,1-1,1 0,0 0,0 0,0 0,1-1,0 0,1 1,0-1,0-1,0 1,1-1,0 0,0 0,0-1,1 1,0-1,0-1,0 1,1-1,-1-1,1 0,0 0,0 0,7 1,-13-4,1 0,-1 0,0 0,0 0,0 0,0-1,1 1,-1-1,0 0,0 1,0-1,0 0,0 0,-1 0,1 0,0-1,0 1,-1 0,1-1,0 0,-1 1,0-1,1 0,-1 1,0-1,0 0,0 0,0 0,0 0,-1 0,1 0,0 0,-1-2,1-72,-3 65,-2-1,1 1,-2-1,1 1,-2 0,1 1,-1-1,-1 1,0 0,0 1,-1 0,0 0,-1 1,0 0,-5-4,7 7,1 0,-1 1,0 0,0 0,-1 0,1 1,-1 0,0 1,0 0,1 0,-1 0,0 1,-1 1,1-1,0 1,0 0,0 1,0 0,0 0,0 1,0 0,0 0,-3 3,2-1,1 0,0 1,0 1,0-1,1 1,0 1,0-1,0 1,1 0,0 1,1-1,-1 1,1 0,1 1,0-1,0 1,0 0,1 0,-1 7,2-10,1 0,0 0,0 0,1 0,-1 0,1 0,0 1,1-1,0 0,0 0,0 0,1-1,-1 1,1 0,1 0,-1-1,1 1,0-1,0 0,1 0,0 0,-1-1,2 1,-1-1,0 0,1 0,0 0,0 0,0-1,0 0,1 0,5 2,0-1,0 0,0-1,0 0,1-1,-1 0,1-1,8 1,36-3</inkml:trace>
  <inkml:trace contextRef="#ctx0" brushRef="#br0" timeOffset="644.766">1393 556,'-16'-7,"-10"1,-4 5,-1 7,4 10,6 9,6 9,11 6,6-4</inkml:trace>
  <inkml:trace contextRef="#ctx0" brushRef="#br0" timeOffset="898.266">1513 1185,'14'13,"13"8,11 1,9-2,10-7,8-8,7-10,3-10,-11-3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17.3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135 260,'12'242,"-8"101,-3-326,1 0,0 0,1 0,1-1,0 0,2 1,0 1,-3-13,-1 1,1-1,0 0,1 0,-1 0,1-1,0 1,0-1,0 0,1 0,-1 0,1 0,0-1,0 0,1 0,-1 0,0-1,1 0,0 0,-1 0,6 1,9-2,-1 0,1-1,-1-1,1-1,-1-1,1-1,-1 0,0-1,-1-1,1-1,-1-1,0 0,-1-2,0 1,4-5,20-16,-11 2</inkml:trace>
  <inkml:trace contextRef="#ctx0" brushRef="#br0" timeOffset="254.681">0 808,'21'-7,"20"-4,16-5,11-5,5-2,-2-3,-7-1,-15 4</inkml:trace>
  <inkml:trace contextRef="#ctx0" brushRef="#br0" timeOffset="504.164">107 153,'-13'-4,"-10"-2,-3-2,6-2,15-2,22-3,23-1,25-3,20 0,12 1,4 3,-16 5</inkml:trace>
  <inkml:trace contextRef="#ctx0" brushRef="#br0" timeOffset="916.555">682 554,'16'10,"15"13,12 13,10 11,5 7,6 3,0-1,-2-3,-4-4,-7-8,-13-12</inkml:trace>
  <inkml:trace contextRef="#ctx0" brushRef="#br0" timeOffset="1176.379">1110 554,'-18'10,"-15"11,-11 12,-8 9,-3 9,1 7,4 5,9 1,12-4,14-7,20-11,9-12</inkml:trace>
  <inkml:trace contextRef="#ctx0" brushRef="#br0" timeOffset="1425.758">1592 554,'-9'16,"-3"15,0 10,3 5,7 3,6-4,7-4,6-7,5-10,1-8,-4-7</inkml:trace>
  <inkml:trace contextRef="#ctx0" brushRef="#br0" timeOffset="1590.321">1578 273,'-16'-2,"-7"-1,2 5,12 6,16 7,20 5,7-1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16.6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102 21,'0'-9,"-2"-1,-1 8,-2 19,0 21,-4 23,-3 22,-1 17,-1 11,-1 6,3-1,4-10,4-10,9-14,7-13,8-14,1-16</inkml:trace>
  <inkml:trace contextRef="#ctx0" brushRef="#br0" timeOffset="320.668">102 1384,'8'0,"0"-1,0 0,0-1,-1 0,1 0,0-1,-1 1,0-2,0 1,0-1,0 0,0-1,-1 1,0-1,0 0,0-1,0 0,-1 0,0 0,-1 0,1-1,1-4,-5 9,0 0,-1-1,1 1,-1 0,0-1,0 1,0 0,0-1,0 1,0-1,-1 1,1 0,-1-1,1 1,-1 0,0 0,0 0,0-1,0 1,0 0,-1 0,1 1,-1-1,1 0,-1 0,0 1,1-1,-1 1,0-1,0 1,0 0,0 0,-1 0,1 0,0 0,-1 0,-87-17,85 17,-1 1,0 0,0 0,1 1,-1 0,0 0,1 0,-1 0,1 1,-1 0,1 1,0-1,0 1,0 0,0 0,0 0,0 1,1-1,0 1,0 0,0 1,-1 0,5-3,1 1,-1-1,0 1,0-1,1 1,-1-1,1 0,0 1,0-1,0 0,0 0,0 0,0 0,1 1,-1-2,1 1,-1 0,1 0,0 0,0-1,0 1,0-1,0 1,0-1,0 0,0 0,0 0,1 0,-1 0,0-1,1 1,-1-1,0 1,1-1,-1 0,1 0,-1 0,33 7,0-2,0-2,1-1,-1-1,0-2,24-5,55-3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13.3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294 374,'0'71,"-4"0,-2 0,-4-1,-3 0,-3 0,-3-2,-11 21,22-66,-8 22,-2-1,-2-1,-1 0,-3-1,24-42,-1 0,1-1,0 1,0 0,0-1,-1 1,1 0,0 0,0-1,-1 1,1 0,0 0,-1 0,1-1,0 1,-1 0,1 0,0 0,-1 0,1 0,0 0,-1 0,1 0,0 0,-1 0,1 0,-1 0,1 0,0 0,-1 0,1 0,0 0,-1 0,1 0,0 0,-1 1,1-1,0 0,-1 0,1 0,0 1,0-1,-1 0,40-157,90-441,-81 393,-48 204,-1 1,1-1,0 1,0 0,0-1,0 1,0-1,0 1,0-1,0 1,1 0,-1-1,0 1,0-1,0 1,0-1,0 1,1 0,-1-1,0 1,0 0,1-1,-1 1,0 0,1-1,-1 1,0 0,1 0,-1-1,0 1,1 0,-1 0,1 0,-1-1,0 1,1 0,-1 0,1 0,-1 0,1 0,-1 0,1 0,-1 0,0 0,1 0,-1 0,1 0,-1 0,1 0,-1 1,0-1,1 0,9 24,68 326,-54-249,5 15,-5 1,-5 0,3 105,-23-185,-2-11</inkml:trace>
  <inkml:trace contextRef="#ctx0" brushRef="#br0" timeOffset="218.005">0 895,'0'-2,"10"-1,15 0,21 1,18 1,18-5,14-5,8-6,3-4,-17 1</inkml:trace>
  <inkml:trace contextRef="#ctx0" brushRef="#br0" timeOffset="683.796">977 267,'-20'53,"2"2,3 0,2 1,3 0,2 0,3 1,2 0,3 0,7 55,-7-85,2 0,1 0,1 0,1 0,1-1,1 0,2 0,1-1,9 17,-17-38,0 0,0 0,1-1,0 1,-1-1,1 1,0-1,1 0,-1 0,1 0,-1-1,1 1,0-1,0 0,0 0,0 0,0 0,0-1,0 0,1 0,-1 0,1 0,-1-1,0 0,1 0,-1 0,1 0,-1 0,1-1,-1 0,0 0,5-2,6-5,1 0,-1-1,0-1,-1 0,0-1,-1-1,0 0,-1-1,0 0,-1 0,0-2,-1 1,-1-1,-1-1,4-8,-8 19,-1 0,0-1,-1 1,1-1,-1 0,0 1,-1-1,1 0,-1 0,0 0,-1 0,1 0,-1 0,0-1,-1 1,1 0,-1 0,-1-1,1 6,1 0,-1 0,0 1,1-1,-1 0,0 0,0 1,0-1,0 1,0-1,0 1,1-1,-1 1,0-1,0 1,-1 0,1-1,0 1,0 0,0 0,0 0,0 0,0 0,0 0,0 0,0 0,0 1,0-1,0 0,0 1,0-1,0 1,0-1,0 1,0-1,0 1,0-1,0 2,-32 28,28-25,0 0,0 1,1 0,0 0,0 0,1 0,0 1,0 0,0-1,1 1,0 0,0 0,0 0,1 0,0 1,1-1,0 0,0 0,0 1,1-1,0 0,1 0,-1 0,1 0,1 0,-1 0,1-1,0 1,1-1,0 0,2 4,2-4,1 0,-1-1,1 0,0 0,1-1,-1 0,1-1,-1 0,1 0,0-1,0 0,1-1,-1 0,0-1,0 0,5-1,23-2</inkml:trace>
  <inkml:trace contextRef="#ctx0" brushRef="#br0" timeOffset="1650.943">803 601,'46'9,"0"-3,0-2,1-2,37-4,-29 2,-8 0,-1-3,0 2,-1 2,1 3,-1 1,1 2,-2 2,1 2,35 15,-70-22,-1 1,1 0,-1 1,-1 0,1 0,-1 1,0 0,0 0,-1 1,0 0,-1 0,1 1,-2 0,1 0,-1 0,-1 0,1 1,-2 0,1 0,-1 0,-1 1,0-1,0 0,-1 7,-11 138,11-155,-1-1,0 1,0 0,1 0,-1-1,0 1,1 0,-1 0,0-1,0 1,1 0,-1 0,0 0,1 0,-1 0,0 0,1 0,-1 0,1-1,-1 1,0 0,1 0,-1 1,0-1,1 0,-1 0,0 0,1 0,-1 0,0 0,1 0,-1 0,0 1,1-1,-1 0,0 0,0 0,1 1,-1-1,0 0,0 1,1-1,-1 0,0 0,0 1,0-1,1 0,-1 1,0-1,0 0,0 1,0-1,0 0,0 1,0-1,0 0,0 1,0-1,0 1,0-1,0 0,0 1,0-1,0 0,0 1,0-1,-1 0,1 1,0-1,23-22,-21 20,164-224,-132 189,-33 37,0 1,-1-1,1 0,0 1,0-1,-1 1,1-1,0 1,-1-1,1 1,-1 0,1-1,-1 1,1 0,-1-1,1 1,-1 0,1 0,-1-1,0 1,0 0,1 0,-1 0,0 0,0-1,0 1,0 0,0 0,0 0,0 0,0-1,0 1,0 0,-1 0,1 0,0 1,-1 58,6 71,-4-126,1 1,0 0,0-1,0 1,0-1,1 0,0 0,0 0,0 0,1 0,-1-1,1 1,0-1,1 0,-1-1,1 1,0-1,0 1,0-1,4 2,1-2,-1 0,1-1,-1 0,1-1,0 0,-1 0,1-1,0 0,0 0,-1-1,1-1,0 0,-1 0,1-1,-1 0,0 0,0-1,0-1,-1 1,1-1,-1-1,0 1,0-2,-1 1,0-1,0 0,-1 0,0-1,0 0,0 0,-1 0,2-5,3-13,-1 0,-1-1,-2 0,0 0,-2-1,-1 0,-1 0,-2 1,0-1,-2-2,-11-171,-32-165,26 278,19 88,0-1,0 1,0-1,0 1,0-1,0 1,0-1,0 1,0-1,-1 1,1 0,0-1,0 1,0-1,0 1,-1-1,1 1,0 0,0-1,-1 1,1 0,0-1,-1 1,1 0,0-1,-1 1,1 0,0 0,-1-1,1 1,-1 0,1 0,-1 0,1-1,-1 1,1 0,0 0,-1 0,1 0,-1 0,1 0,-1 0,1 0,-1 0,1 0,-1 0,1 1,0-1,-1 0,1 0,-1 0,1 1,-1-1,1 0,-1 1,-10 25,3 21,3 0,1 1,2-1,5 43,-1-27,3 0,2 0,3-1,3 0,3-1,2 0,3-2,3 0,9 13,-27-59,1 1,0-1,1 0,1-1,0 0,1-1,0 0,0 0,1-1,1 0,0-1,0 0,2 0,-10-8,-1 1,1-1,-1 0,1 0,0-1,0 1,0-1,-1 0,1 0,0 0,0 0,-1-1,1 1,0-1,0 0,-1 0,1-1,-1 1,1-1,-1 1,0-1,1 0,-1-1,1 0,63-68,19-78,-48 74,-38 76,0-1,1 0,-1 0,0 0,0 1,0-1,0 0,0 0,0 1,0-1,0 0,0 0,0 0,0 1,1-1,-1 0,0 0,0 0,0 0,0 1,0-1,1 0,-1 0,0 0,0 0,0 0,1 0,-1 0,0 0,0 1,0-1,1 0,-1 0,0 0,0 0,1 0,-1 0,0 0,0 0,0 0,1 0,-1 0,0 0,0-1,1 1,-1 0,0 0,0 0,0 0,0 0,1 0,-1 0,0-1,0 1,0 0,0 0,1 0,-1 0,0-1,0 1,0 0,0 0,0-1,4 24,-4-22,3 30,-3-8,1-1,1 1,2-1,0 0,1 0,1 0,1-1,1 0,1 0,1-1,8 13,-15-29,0 0,1 0,-1 0,1 0,0-1,0 0,0 0,0 0,1 0,-1 0,1-1,0 0,-1 0,1 0,0-1,0 0,0 0,1 0,-1 0,0-1,0 0,0 0,0 0,1-1,0 1,21-8</inkml:trace>
  <inkml:trace contextRef="#ctx0" brushRef="#br0" timeOffset="1901.149">2861 522,'-13'0,"-8"0,-1 0,0 0,3 0</inkml:trace>
  <inkml:trace contextRef="#ctx0" brushRef="#br0" timeOffset="2152.477">2140 454,'20'-9,"26"-8,26-5,25-1,21 1,12 4,5 5,-2 12,-24 6</inkml:trace>
  <inkml:trace contextRef="#ctx0" brushRef="#br0" timeOffset="2401.936">3316 1082,'16'-11,"-1"-2,0 0,-1-1,0 0,-1-1,-1-1,0 0,-1 0,-1-1,-1-1,0 1,-1-2,-1 1,-1-1,-1 0,0 0,-1-5,-3 20,-1 0,1 0,-1 0,0 0,0-1,-1 1,0 0,1 0,-1 0,0 0,-1 0,1 1,-1-1,0 0,0 0,0 1,0 0,-1-1,1 1,-1 0,0 0,0 0,0 0,0 1,0-1,-1 1,1 0,-1 0,0 0,1 0,-1 1,0 0,0-1,0 1,0 1,0-1,0 1,0-1,0 1,-1 0,1 1,0-1,0 1,0-1,0 1,0 0,0 1,0-1,-3 3,1 0,-1 1,1-1,-1 1,1 0,1 1,-1-1,1 1,0 1,0-1,1 1,0-1,0 1,0 0,1 1,0-1,-1 6,-1 3,0 1,2 0,0 1,1-1,0 1,2-1,0 11,1-18,-1 0,1 0,1 0,0 0,0 0,1-1,0 1,1-1,0 0,0 0,1 0,0 0,1-1,0 0,0 0,1 0,0-1,0 0,0 0,1-1,8 5,7-1,-1-1,1-1,1-1,0-1,0-1,0-1,0-1,1-2,-1 0,0-2,1 0,1-2,21-1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5.3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447 197,'-12'-12,"-1"0,0 1,-1 1,0 0,0 1,-1 0,-1 2,1-1,-1 2,-1 0,1 1,-1 1,0 0,0 1,0 1,0 0,0 2,0 0,0 1,-1 0,13 0,0-1,0 1,-1 0,1 0,0 0,0 1,0 0,0 0,0 0,1 0,-1 1,1 0,-1 0,1 0,0 1,0-1,1 1,-1 0,1 0,-1 0,1 0,1 1,-1-1,1 1,-1 0,1 0,1 0,-1 0,1 0,0 0,0 0,0 1,1-1,-1 0,1 0,1 1,-1-1,1 0,0 3,2-2,0 0,1-1,0 1,0-1,0 0,0 0,1 0,-1 0,1-1,1 0,-1 0,0 0,1-1,0 0,0 0,0 0,0-1,3 1,7 3,1-2,0 0,0-1,0-1,0 0,10-1,-18 0,0-1,0 0,0 0,0-1,0 0,0-1,0 0,0 0,0-1,-1 0,0 0,1-1,-1 0,0-1,-1 0,1 0,-1 0,0-1,0 0,-1-1,0 1,0-1,-1-1,1 1,-1-1,-1 0,0 0,0 0,0 0,0-5,-1-1,0 0,-1 1,-1-1,0 0,-1 0,0 0,-1 1,-3-14,4 27,-1 1,1-1,0 0,-1 0,1 0,0 0,-1 0,1 0,0 0,0 0,-1 0,1 0,0 0,-1 0,1 0,0 0,-1 0,1 0,0 0,-1 0,1-1,0 1,0 0,-1 0,1 0,0 0,0-1,-1 1,1 0,0 0,0-1,0 1,-1 0,1 0,0-1,0 1,0 0,0 0,0-1,0 1,-1 0,1-1,0 1,0 0,0-1,-5 33,5-24,0 0,1 0,-1 0,1 0,1 0,0 0,0 0,0-1,1 1,0-1,1 1,-1-1,1 0,1 0,-1-1,1 1,1-1,-1 0,1-1,0 1,0-1,0 0,1-1,0 1,0-1,0-1,0 1,2-1,-1 1,0 0,0-1,0 0,0-1,1 0,-1 0,1-1,-1 0,1 0,-1-1,1 0,0-1,-1 0,1 0,-1-1,1 0,-1 0,0-1,0 0,0 0,0-1,0 0,-1-1,0 0,0 0,0 0,-1-1,1 0,-1 0,-1-1,4-3,-4-1,0 0,-1 0,0 0,0 0,-1-1,-1 0,0 1,-1-1,0 0,0 0,-2-4,-3-3,-4 26,-3 30,9-31,1 1,0-1,0 1,1-1,0 1,0-1,1 1,-1-1,1 1,1-1,-1 0,1 1,0-1,1 0,0 0,0 0,0-1,0 1,1-1,0 1,0-1,0 0,1-1,0 1,0-1,0 0,0 0,1-1,-1 1,5 1,3 1,-1 0,2-1,-1-1,1 0,-1-1,1 0,0-1,0 0,0-1,1-1,-1 0,0-1,0-1,13-3,-22 4,0-1,0-1,-1 1,1-1,-1 1,1-1,-1-1,0 1,0-1,0 1,-1-1,1 0,-1 0,0-1,0 1,0-1,-1 1,0-1,0 0,0 0,0 0,-1 0,0 0,1-6,1-132,-4 120,-2 6,1 35,1-9,-2 12,1-15,0 1,0 1,1-1,0 0,0 0,0 0,1 1,0-1,1 0,0 0,0 0,0 0,1 1,0-1,0-1,1 1,0 0,0-1,0 1,1-1,0 0,1 0,-1-1,1 1,0-1,1 1,7 0,0-1,0 0,1 0,0-1,0-1,0 0,0-1,9-1,25 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5.8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134 1,'-5'0,"-1"-1,1 1,0 1,0-1,0 1,-1 0,1 0,0 0,0 1,0 0,0 0,1 0,-1 0,0 1,1 0,0 0,0 0,0 0,0 1,0 0,0-1,1 1,0 1,0-1,0 0,0 1,1 0,0-1,0 1,0 0,0 0,1 0,0 0,0 0,0 1,1-1,0 0,0 1,1 0,0-1,0 0,1 0,0 0,0 0,1 0,-1-1,1 1,0 0,0-1,0 0,1 0,-1 0,1 0,0-1,1 1,-1-1,0 0,1 0,0-1,-1 1,6 1,0 0,1 0,-1 0,1-1,0-1,1 0,-1 0,0-1,0-1,1 1,5-2,-12 1,0 0,1-1,-1 1,0-1,0 0,0 0,0-1,0 0,0 0,0 0,0 0,-1-1,1 1,-1-1,0 0,0-1,0 1,0-1,0 0,-1 0,0 0,0 0,0 0,0-1,-1 1,1-1,-1 0,0 0,-1 0,1 0,-1 0,0 0,0 0,-1 0,1-1,-1 1,0 0,-1 0,1-1,-1 1,0 0,-2-1,0 0,-1 1,1-1,-1 1,0 0,0 0,-1 0,1 1,-1 0,0-1,-1 2,1-1,0 1,-1-1,0 2,0-1,0 1,0-1,0 2,-1-1,1 1,0 0,-1 0,1 1,-1-1,1 2,-3-1,5 0,-1 0,0 0,0 1,0-1,1 1,-1 0,0 0,1 1,-1-1,1 1,0 0,-1 0,1 1,0-1,0 1,0 0,1 0,-1 0,1 1,-1-1,1 1,0 0,1 0,-1 0,1 0,-1 0,1 1,1-1,-1 1,1-1,-1 1,1 0,0-1,1 1,-1 0,1 3,0-4,1 1,0 0,0 0,0-1,0 1,1 0,0-1,0 0,0 1,0-1,1 0,-1 0,1 0,0 0,0-1,4 4,27 23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26.0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67 886,'2'23,"4"16,2 11,2 4,3-1,0-4,-2-7,-2-10</inkml:trace>
  <inkml:trace contextRef="#ctx0" brushRef="#br0" timeOffset="1866.637">1 566,'27'5,"0"1,0 2,0 1,-1 1,-1 1,1 1,-2 1,5 4,-3 0,0 0,0 1,-2 2,-1 1,0 0,-1 2,-2 0,0 2,-2 0,0 1,-2 0,-1 2,5 13,-9-17,-10-18,0-1,1 0,0 1,0-1,0 0,0 0,1-1,0 1,0 0,0-1,1 0,-1 1,1-2,0 1,0 0,1-1,-1 1,1-1,-1-1,1 1,0 0,0-1,0 0,0-1,1 1,-1-1,3 1,2-3,-1 0,0-1,0 0,1 0,-1-1,0 0,-1 0,1-1,-1 0,1-1,-1 0,-1 0,1-1,-1 0,0 0,5-6,0-1,0 0,-1-1,-1 0,0 0,-1-2,0 1,-1-1,2-8,-4 7,-2 42,-3-16,1 0,0 1,0-1,1 0,0 0,0 0,1-1,0 1,1-1,0 0,0 0,1 0,0-1,0 0,1 0,0-1,0 0,0 0,1 0,0-1,0 0,0 0,-1-2,0 1,0-1,0 0,0-1,1 1,-1-2,1 1,-1-1,1 0,-1 0,1-1,0 0,-1-1,1 0,-1 0,1 0,-1-1,1 0,-1 0,0-1,0 0,0 0,0-1,-1 0,1 0,-1-1,3-2,6-11,-1-1,0 0,-2-1,0-1,-1 0,-1 0,-1-1,-1 0,-1 0,-1-1,-1 0,0-9,-5 31,27-125,-5-1,-6 0,-2-106,-25 107,11 124,-1 0,1 0,0 0,-1 0,0 0,1 0,-1 0,0 0,0 0,0 1,0-1,0 0,-1 1,1-1,0 0,-1 1,1-1,-1 1,1 0,-1 0,0 0,0-1,0 1,1 1,-1-1,0 0,0 0,0 1,0-1,0 1,0 0,-1 0,1-1,0 1,0 1,0-1,0 0,0 0,0 1,0-1,0 1,0 0,0-1,-1 2,-7 6,1 0,0 1,0 0,1 1,0 0,1 0,0 0,1 1,0 0,0 1,1-1,1 1,0 0,1 0,0 0,1 0,-1 11,-2 11,1 0,2 0,2 1,1-1,2 0,1 0,1 0,2-1,8 22,8 16,3-1,3-1,34 58,-53-109,78 123,-88-141,0-1,1 1,-1 0,0-1,0 1,0 0,1 0,-1-1,0 1,0 0,1 0,-1-1,0 1,0 0,1 0,-1-1,0 1,1 0,-1 0,0 0,1 0,-1 0,0 0,1 0,-1 0,1 0,-1 0,0 0,1 0,-1 0,0 0,1 0,-1 0,0 0,1 0,-1 0,0 0,1 0,-1 1,0-1,1 0,-1 0,0 0,1 1,-1-1,0 0,0 0,1 1,-1-1,0 0,0 1,0-1,1 0,-1 1,0-1,0 0,0 1,0-1,0 0,0 1,-5-32,-18-32,-2 2,-3 1,-3 2,-2 0,-25-30,-58-72,98 133,18 26,0 1,0-1,1 0,-1 1,0-1,0 0,0 1,1-1,-1 0,0 1,0-1,1 1,-1-1,1 0,-1 1,0-1,1 1,-1-1,1 1,0 0,-1-1,1 1,-1-1,1 1,-1 0,1 0,0-1,-1 1,1 0,0 0,-1 0,1-1,0 1,-1 0,1 0,0 0,0 0,-1 0,1 1,0-1,-1 0,1 0,0 0,-1 1,1-1,-1 0,1 0,0 1,-1-1,1 1,-1-1,1 0,-1 1,1-1,-1 1,3 0,75 20,-1 4,-1 2,21 15,-34-16,0 4,-2 1,-2 4,-1 2,26 23,-74-53,-1 0,0 0,-1 1,1 0,-2 1,1-1,-1 2,0-1,-1 1,0 0,-1 0,0 1,0-1,2 10,-7-16,0-1,0 0,0 1,-1-1,1 1,-1-1,0 0,0 0,0 1,0-1,0 0,-1 0,0 0,1 0,-1 0,0-1,0 1,-1 0,1-1,0 0,-1 1,0-1,1 0,-1 0,0-1,0 1,0-1,0 1,0-1,0 0,-1 0,1 0,0-1,-1 1,1-1,0 1,-1-1,1 0,-1-1,1 1,0-1,-1 1,-1-2,2 0,1 0,-1-1,1 0,0 1,0-1,0 0,0 0,1 0,-1 0,1-1,-1 1,1 0,0-1,1 1,-1 0,0-1,1 1,0-1,0 1,0-1,0 1,1-1,-1 1,1-1,0-1,5-24,1 1,1 0,1 0,2 1,0 1,2-1,15-22,-20 35,-1 1,2-1,0 2,0-1,1 1,1 0,0 1,1 0,0 1,0 1,1 0,0 0,1 1,0 1,0 0,0 1,1 1,0 0,0 1,1 0,-1 1,13 0,11 5,-1 2,1 1,-1 2,0 2,-1 1,0 2,4 3,26 7,-6-3,-59-13,-22-5,14-1,-5-1,-1 1,0 0,1 0,-1 1,1 1,-1 0,1 0,0 1,0 1,0 0,0 0,0 1,1 0,0 1,0 0,1 1,-1 0,1 1,1-1,0 2,0-1,0 1,1 0,0 1,1 0,-5 9,10-14,-1-1,1 1,0-1,0 1,0 0,0 0,1-1,0 1,0 0,0 0,1-1,-1 1,1 0,0-1,1 1,-1 0,1-1,0 0,0 1,0-1,0 0,1 0,0 0,0 0,0-1,0 1,1-1,-1 0,1 0,0 0,2 1,2 1,0 0,0-1,1 0,0 0,-1-1,2 0,-1 0,0-1,0 0,1-1,-1 0,1-1,-1 0,1 0,-1-1,1 0,-1-1,0 0,1 0,-1-1,0 0,0-1,-1 0,1 0,-1-1,0 0,0 0,-1-1,1 0,-1-1,0 1,-1-1,0-1,5-6,13-51,-25 85,0 0,2 0,0 0,1-1,4 18,-5-32,1 1,-1-1,1 0,0 1,0-1,1 0,0 0,0-1,0 1,0-1,1 1,-1-1,1 0,1 0,-1 0,0-1,1 0,-1 0,1 0,0 0,0-1,0 1,2-1,-3-1,-1 0,1 0,0 0,0-1,0 1,0-1,0 0,-1 0,1 0,0-1,0 0,0 1,0-1,-1-1,1 1,0 0,-1-1,1 0,-1 0,0 0,1 0,-1 0,0-1,0 1,-1-1,1 0,0 0,-1 0,0 0,2-3,3-6,0-1,0 0,-1 0,-1 0,-1-1,0 1,2-14,24-230,-30 250,0 5,-1 0,1 0,0 0,-1 0,1 0,0 0,0 0,0 0,1 0,-1 0,0-1,1 1,-1 0,1 1,0-1,0 0,0 0,0 0,0 0,0 1,0-1,0 0,1 1,-1-1,1 1,-1-1,1 1,0 0,-1 0,1 0,0 0,0 0,0 0,0 0,12 6,-1 1,-1 0,1 0,-1 1,0 1,-1 0,0 1,3 3,-12-10,8 5,0 2,0-1,0 1,-1 1,-1 0,0 0,0 0,-1 1,0 1,-1-1,0 1,0 0,-2 0,0 1,0-1,-1 1,0 0,-1 0,-1 0,0 0,-1 5,-13 89,13-104,0-1,1 1,-1-1,1 1,0-1,0 0,0 1,0-1,0 0,0 0,0 0,1 0,-1 0,1 0,-1 0,1 0,0 0,0-1,0 1,0-1,0 1,0-1,0 0,1 0,-1 0,0 0,1 0,-1-1,1 1,-1-1,1 1,1-1,84 4,-74-4,1-1,-1-1,0-1,0 0,0 0,0-1,-1-1,0-1,0 1,0-2,0 0,-1-1,0 0,-1 0,0-1,0-1,-1 0,0-1,-1 0,0 0,-1 0,6-12,-6 10,-2-1,1 0,-2 0,0-1,-1 0,0 0,-1 0,-1 0,0 0,-1-1,0 1,-2 0,0-1,0 1,-2 0,0-2,3 15,-1-1,1 1,0 0,-1 0,0 0,1-1,-1 1,0 0,0 0,0 0,-1 0,1 1,0-1,-1 0,1 0,-1 1,1-1,-1 1,0-1,0 1,0 0,0 0,0 0,0 0,0 0,0 0,0 0,0 1,0-1,0 1,-1 0,1-1,0 1,0 0,-1 0,1 0,-2 1,-1 3,0 0,0 0,0 0,1 0,0 1,0 0,0 0,0 0,1 0,0 1,0-1,0 1,1 0,0 0,0 0,0 0,1 0,0 0,0 1,1 3,-2 4,2 1,0-1,0 1,1-1,1 1,1-1,0 0,1 0,0 0,1 0,0-1,2 0,-1 0,1 0,1-1,5 6,12 14,0-2,2-1,1-1,2-1,16 10,30 20,-7-11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34.1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199 1,'0'16,"-3"17,-2 13,-1 11,-1 7,-5 2,-4 1,-7-2,-5-6,-6-7,-1-13,5-13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37.2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215 469,'-5'18,"-1"20,0 14,6 13,7 4,10 1,8-3,7-8,5-8,5-11,2-10,1-10,-1-9,-1-8,-3-7,-4-7,-8-2</inkml:trace>
  <inkml:trace contextRef="#ctx0" brushRef="#br0" timeOffset="251.777">321 829,'-14'-2,"-8"-1,-2-2,12 0,15 3,20 1,19 2,16 0,7 0,2 0,-6-3,-13-2,-16-7,-12 0</inkml:trace>
  <inkml:trace contextRef="#ctx0" brushRef="#br0" timeOffset="901.133">374 522,'-22'-13,"-31"-31,53 43,0 0,0 0,0 0,0 1,0-1,0 0,0 0,0 0,0 0,0 0,0 0,1 1,-1-1,0 0,1 0,-1 0,1 0,-1 1,1-1,-1 0,1 1,-1-1,1 0,0 1,-1-1,1 1,0-1,0 1,-1-1,1 1,0-1,0 1,0 0,-1-1,1 1,0 0,0 0,0 0,0 0,0 0,0 0,0 0,20-5,-1 1,1 2,0 0,0 1,13 1,-2 0,17 0,52-3,-1 6,42 7,-136-9,1-1,0 0,0 1,-1 0,1 1,0 0,-1 0,1 0,-1 1,0 0,0 0,0 0,0 1,-1 0,1 0,-1 0,0 1,0 0,-1 0,1 0,-1 0,0 1,1 3,1 8,-2 0,0 0,-1 0,-1 0,-1 1,0 15,2 20,13 81,6 104,-28-190,5-48,1 1,-1-1,0 0,1 0,-1 0,1 0,-1 0,0 0,1 0,-1 0,1 0,-1 0,0 0,1-1,-1 1,1 0,-1 0,1-1,-1 1,1 0,-1-1,1 1,-1 0,1-1,-1 1,1 0,0-1,-1 1,1-1,0 1,-1-1,1 1,0-1,0 0,-1 1,1-1,0 1,0-1,0 1,0-1,0 0,0 1,0-1,0 1,0-1,0 0,0 1,0-1,0 1,0-1,0 1,1-1,-1 1,0-1,0 0,1 1,-1-1,-2-31,2-1,1 1,2-1,0 1,3 0,2-8,4-24,22-147,-30 199,-5 30,1-8,-2 28,2 0,2 1,1-1,2 0,2-1,-5-26,0 0,1-1,1 1,0-1,0 0,1 0,0-1,0 1,1-1,1 0,-1-1,2 1,-1-1,1-1,0 0,1 0,-1 0,1-1,1 0,-1-1,-6-3,-1-1,0 0,1 0,-1 0,1 0,-1 0,1-1,-1 1,1-1,-1 1,1-1,0 0,-1 0,1 0,0-1,-1 1,1-1,-1 1,1-1,-1 0,1 0,-1 0,0 0,1 0,-1-1,0 1,0-1,0 1,0-1,0 0,0 0,0 0,-1 0,1 0,0 0,-1 0,0 0,0-1,0 1,1-2,5-17,-1 0,-1-1,-1 0,-1 0,-1 0,0-21,1-8,12-70,6 0,7-8,-15 69,-10 48,-4 9,1 1,0 0,0 0,0 0,1 0,-1-1,1 1,-1 0,1 0,-1 0,1 0,0 0,0 0,0 0,0 0,1 0,-1 1,0-1,1 0,-1 1,1-1,0 1,-1 0,1-1,0 1,0 0,0 0,0 0,0 0,2 0,10 2</inkml:trace>
  <inkml:trace contextRef="#ctx0" brushRef="#br0" timeOffset="1624.209">1859 402,'-103'295,"21"-29,108-317,121-282,-72 200,-76 134,1 0,0-1,0 1,0 0,0 0,0-1,0 1,0 0,0 0,1-1,-1 1,0 0,0 0,1-1,-1 1,0 0,1-1,-1 1,0 0,1-1,-1 1,1-1,-1 1,1-1,0 1,-1-1,1 1,-1-1,1 1,0-1,0 0,-1 1,1-1,0 0,-1 0,1 0,0 1,0-1,-1 0,1 0,0 0,0 0,-1 0,1 0,0-1,0 1,-1 0,1 0,0 0,0-1,-1 1,1 0,0-1,-1 1,1-1,0 1,-1-1,1 1,-1-1,1 1,-1-1,1 1,-1-1,13 251,-2-186,4 0,2-1,2-1,4-1,2-1,7 9,-23-50</inkml:trace>
  <inkml:trace contextRef="#ctx0" brushRef="#br0" timeOffset="2317.881">1898 843,'27'-13,"1"0,1 2,0 1,0 1,0 1,1 2,0 1,8 1,-25 2,106-16,1 5,84 4,-201 9,1-1,-1 1,0-1,0 1,0 0,1 0,-1 0,0 0,0 0,1 1,-1 0,0-1,0 1,0 0,0 1,0-1,0 0,0 1,0 0,-1 0,1-1,-1 2,1-1,-1 0,0 0,0 1,0-1,0 1,1 1,-3 2,0 0,-1 1,1-1,-1 0,0 1,-1-1,0 0,0 0,0 0,0 0,-1-1,-1 3,-5 12,4-10,1 1,0-1,1 1,0 0,1-1,0 1,0 0,1 0,1 1,0-1,0 0,1 0,1 0,0 0,0 0,1-1,1 1,-1-1,2 1,-1-1,2 0,1 3,-6-12,1 3,0-1,0 1,1 0,-1-1,1 0,-1 0,1 0,0 0,0 0,1-1,-1 1,1-1,-1 0,1 0,0 0,1 1,-4-4,0 0,-1 1,1-1,0 0,-1 1,1-1,-1 0,1 1,-1-1,1 0,-1 0,0 0,1 0,-1 0,0 1,0-1,1 0,-1 0,0 0,0 0,0 0,0 0,0 0,0 0,-1 1,1-1,0 0,0 0,-1 0,1 0,0 0,-1 0,1 0,-70-254,66 235,2 1,0-1,1 0,1 1,1-1,0 0,2 1,2-11,-3 23,0 0,0-1,1 1,-1 0,2 0,-1 1,1-1,0 1,0 0,1 0,0 0,0 0,0 1,1 0,-1 0,1 0,1 1,-1 0,1 0,-1 0,1 1,0 0,3 0,-3 1,-1 1,0 0,0 0,1 1,-1 0,0 0,1 1,-1-1,0 1,0 1,0-1,0 1,0 0,0 0,0 1,0 0,-1 0,1 0,-1 1,0 0,0 0,0 0,-1 0,0 1,1 0,-2 0,1 0,0 0,-1 0,0 1,0 0,-1-1,0 1,0 0,0 0,0 1,-1-1,0 0,-1 0,1 1,-1-1,-1 0,1 1,0-3,-1 0,1 0,-1 1,0-1,0 0,0 0,-1 0,1-1,-1 1,0 0,0 0,-1-1,1 0,-1 1,1-1,-1 0,0 0,0 0,-1-1,1 1,0-1,-1 1,0-1,1-1,-2 2,-101 24,105-23,22 0,-13-2,2 0,16 2,-1 1,1 1,-1 1,-1 2,1 0,-1 2,12 7,-32-16,-1 0,1 1,-1-1,0 1,0 0,0-1,-1 1,1 0,-1 1,0-1,1 0,-1 1,-1-1,1 1,0 0,-1-1,0 1,0 0,0 0,0 0,-1 0,1 0,-1 0,0 0,-1 0,1 0,0 0,-1 0,0 0,0-1,0 1,-1 0,1 0,-1-1,0 1,0-1,0 1,0-1,-1 0,1 0,-1 0,-3 2,-9 6,-1-1,-1-1,0-1,0-1,-1 0,0-1,0-1,0 0,0-2,-1 0,0-1,0-1,1 0,-2-2,7 1,19 0,11-1</inkml:trace>
  <inkml:trace contextRef="#ctx0" brushRef="#br0" timeOffset="2602.998">3342 482,'-6'148,"2"-98,2-1,2 1,2-1,3 0,6 26,-10-66,1 1,1-1,0 1,0-1,1 0,0 0,1-1,-1 1,2-1,-1 0,1 0,1-1,-1 0,1 0,0 0,1-1,-1 0,1 0,1-1,-1 0,1-1,0 0,1 1,19 0,1 0,0-2,-1-1,1-1,0-2,0-1,-1-1,1-2,-1-1,0-1,0-1,12-7,6 0</inkml:trace>
  <inkml:trace contextRef="#ctx0" brushRef="#br0" timeOffset="2859.314">3958 642,'-10'12,"-2"12,1 12,2 10,4 7,8 4,11 1,11 0,11-4,9-5,7-10,7-9,2-9,2-9,-2-8,-8-9,-10-10,-13 0</inkml:trace>
  <inkml:trace contextRef="#ctx0" brushRef="#br0" timeOffset="3014.898">3958 829,'15'0,"18"3,18 2,14 3,15 3,7 1,0-1,-6-2,-16-3</inkml:trace>
  <inkml:trace contextRef="#ctx0" brushRef="#br0" timeOffset="3199.403">4117 576,'18'-5,"23"-1,21 3,22 6,16 7,12 6,5 4,-8-1,-23-2</inkml:trace>
  <inkml:trace contextRef="#ctx0" brushRef="#br0" timeOffset="3952.055">0 1,'829'11,"-572"2,41 3,570 36,1330 65,-1879-106,-47-4,-51-4,-51-4,-159 0,29 1,-1-2,1-2,30-6,-67 9,1 1,-1-1,1 0,-1 0,1 0,-1 0,0 0,0-1,0 1,0-1,0 0,0 0,0 0,0-1,-1 1,1 0,-1-1,1 0,0-1,-3 2,0 1,0-1,0 1,1-1,-2 1,1-1,0 1,0-1,0 0,-1 1,1-1,-1 1,1 0,-1-1,0 1,1-1,-1 1,0 0,0 0,0-1,0 1,0 0,0 0,0 0,-1 0,1 0,0 0,0 0,-1 1,1-1,-1 0,1 1,0-1,-1 1,0 0,1-1,-1 1,1 0,-1 0,1 0,-1 0,1 0,-1 0,1 0,-1 1,1-1,-1 0,1 1,-1-1,1 1,-1 0,1 0,0-1,-1 1,1 0,-1 1,-10 11,2 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34.8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209 909,'-4'-3,"1"0,-1 0,-1 0,1 0,0 1,-1-1,1 1,-1 0,0 0,0 1,0 0,0 0,0 0,0 0,0 1,0-1,0 1,0 1,0-1,0 1,0 0,0 0,0 0,0 1,0-1,1 1,-1 1,1-1,-1 0,1 1,0 0,-1 1,-1 2,1 1,-1 0,1 1,1-1,-1 1,1 0,1 0,-1 0,1 1,1-1,0 1,0 0,0 0,1-1,1 1,-1 0,2 0,-1 0,1 0,0 0,1-1,0 3,0-8,-1-1,0 1,1 0,0 0,-1-1,1 1,0-1,0 0,1 1,-1-1,0 0,1 0,-1 0,1-1,0 1,-1-1,1 1,0-1,0 0,0 0,0 0,0 0,0-1,0 1,0-1,1 0,-1 0,0 0,0 0,0-1,0 1,7-2,0 0,-1 0,1-1,-1 0,0-1,0 1,0-2,-1 0,5-2,3-6,0-1,-1 0,0-1,-2 0,1-1,-2-1,0 0,-1-1,-1 0,-1-1,0 0,-1 0,-1-1,-1 0,-1 0,-1-1,-1 1,0-1,-1 0,-2-11,0-244,-4 240,4 36,0 1,0-1,-1 0,1 1,0-1,0 0,0 1,-1-1,1 0,0 1,0-1,-1 0,1 0,0 1,0-1,-1 0,1 0,0 1,-1-1,1 0,-1 0,1 0,0 0,-1 0,1 0,0 0,-1 1,1-1,-1 0,1 0,0 0,-1 0,1-1,0 1,-1 0,1 0,-1 0,1 0,0 0,-1 0,1-1,0 1,-1 0,1 0,0 0,-1-1,1 1,0 0,0 0,-1-1,-12 45,2 0,2 1,-1 29,3-31,3-13,-3 5,2 0,1 1,2-1,1 1,2-1,4 20,-4-49,0 1,1-1,0 0,1 0,-1 0,1-1,0 1,0-1,1 1,-1-1,1 0,1 0,-1-1,1 1,-1-1,1 0,0 0,1-1,-1 1,1-1,-1 0,1-1,0 0,0 1,0-2,0 1,1-1,-1 0,0 0,3-1,10 1,0-1,0-1,0 0,-1-2,1 0,0-1,-1-1,0-1,0 0,-1-2,1 0,-2 0,1-2,-1 0,6-6,-15 10,1 0,-1-1,0 0,0-1,-1 1,0-1,0 0,-1-1,1-2,-4 8,-1 0,1 0,-1-1,0 1,0 0,0-1,0 1,0-1,-1 1,0-1,1 1,-1-1,-1 0,1 1,-1-1,1 1,-1-1,0 1,0 0,0-1,-1 1,1 0,-1 0,0 0,0 0,-2-3,2 4,-1 0,1 0,-1 0,0 0,0 0,0 1,0-1,0 1,0 0,0 0,-1 0,1 1,0-1,-1 1,1-1,0 1,-1 0,1 0,0 1,-1-1,1 1,0 0,0-1,-1 1,1 1,0-1,0 0,0 1,0 0,0 0,1-1,-1 2,1-1,-1 0,1 0,0 1,-1-1,1 1,1 0,-1 0,0 0,1 0,-1 0,1 0,0 0,0 0,0 0,0 1,1-1,-1 0,1 1,0-1,0 1,-1 1,1 0,0 1,0-1,0 1,1-1,0 0,0 1,0-1,1 0,0 0,-1 0,2 0,-1 0,1 0,-1-1,1 1,1-1,-1 0,1 0,-1 0,1 0,0 0,1-1,-1 0,0 0,3 1,8 5,1-1,-1-1,1-1,1 0,-1-1,1 0,11 1,27 2</inkml:trace>
  <inkml:trace contextRef="#ctx0" brushRef="#br0" timeOffset="930.085">1132 696,'22'76,"-16"-50,1-1,1-1,1 1,2-1,0-1,1 0,6 7,-15-27,0 1,0 0,0-1,1 0,0 0,-1 0,1 0,0 0,0-1,1 0,-1 0,1 0,-1 0,1-1,-1 1,1-1,0-1,-1 1,1 0,0-1,0 0,0 0,-1-1,1 1,0-1,0 0,-1-1,1 1,-1-1,1 1,1-2,12-5,-1-1,0-1,0-1,-1 0,-1-1,0 0,0-1,-1-1,-1-1,0 1,-1-2,-1 0,0 0,7-17,-17 31,1-1,0 0,-1 0,1 0,-1 0,0 0,0 0,0 0,0 0,0 0,-1 0,1-1,-1 1,0 0,0 0,0-1,0 1,-1 0,0 0,0 3,0 0,0 0,0 0,0 1,-1-1,1 1,0-1,0 1,0-1,0 1,0 0,0-1,0 1,0 0,1 0,-1 0,0 0,0 0,1 0,-1 0,0 0,1 0,-1 0,1 0,0 0,-1 0,1 0,0 1,-1-1,1 0,0 0,-2 4,1 0,-1 0,1-1,0 1,1 0,-1 0,1 0,0 0,0 0,0 0,1 0,0 0,0-1,0 1,1 0,-1 0,1-1,0 1,0-1,1 1,-1-1,1 0,0 0,0 0,0-1,1 1,0-1,-1 0,1 1,0-2,0 1,1 0,-1-1,0 0,1 0,1 0,7 3,0-2,0 0,0 0,0-1,0-1,0 0,1-1,-1 0,0-1,6-2,-13 3,-1-1,1 0,0-1,-1 0,1 0,-1 0,1 0,-1-1,0 0,0 0,0 0,-1-1,1 1,-1-1,0 0,0 0,0-1,0 1,-1-1,0 0,0 0,0 0,0-1,0-2,13-109,-9 127,-2 12,-4-13,0 1,0-1,1 1,0-1,1 0,0 0,1 0,-1 0,2 0,-1-1,1 0,1 0,-1 0,1-1,1 1,-1-1,1-1,0 0,1 1,-1-2,1 1,1-2,-1 1,2 0,8-2,0 0,0-1,0-1,0-1,1 0,-1-2,0 0,0-1,0 0,0-2,0 0,-1-1,0-1,0 0,-1-1,0-1,3-3,-13 8,-1 0,1 0,-1 0,0-1,0 0,-1 0,0 0,1 0,-2-1,1 0,-1 0,1 0,-2 0,1 0,-1-1,0 1,0-1,0-1,-4 16,1 0,1 0,-1 1,2-1,-1 0,1 0,0 0,0 0,1 0,0 0,1 0,0-1,0 1,1-1,0 1,0-1,0 0,1-1,0 1,0-1,1 0,0 0,0-1,0 0,1 0,-1 0,1-1,1 0,-1 0,1-1,0 2,0-2,0 1,0-1,0-1,1 1,-1-2,1 1,-1-1,1 0,0-1,0 0,-1 0,1-1,0 0,-1 0,1-1,-1 0,1-1,-1 0,0 0,0-1,0 0,-1 0,1-1,-1 0,0 0,-1-1,1 0,-1 0,0 0,0-1,-1 0,4-6,12-88,-21 101,1 1,-1-1,0 0,0 0,1 0,-1 0,0 0,0 0,1 1,-1-1,0 0,1 0,-1 0,0 0,0 0,1 0,-1 0,0 0,1 0,-1 0,0 0,0 0,1-1,-1 1,0 0,0 0,1 0,-1 0,0 0,0 0,1-1,-1 1,0 0,0 0,0 0,1-1,-1 1,0 0,0 0,0-1,0 1,1 0,-1 0,0-1,0 1,0 0,0 0,0-1,0 1,6 27,-2 145,-4-154</inkml:trace>
  <inkml:trace contextRef="#ctx0" brushRef="#br0" timeOffset="1181.208">2763 495,'13'2,"19"2,4-1</inkml:trace>
  <inkml:trace contextRef="#ctx0" brushRef="#br0" timeOffset="1429.526">3324 1,'-12'27,"-3"25,3 25,6 16,6 13,3 8,1-1,0-3,0-9,-2-15,-1-15,0-18,-1-19,0-21,0-12</inkml:trace>
  <inkml:trace contextRef="#ctx0" brushRef="#br0" timeOffset="1777.62">3124 669,'-3'-1,"2"1,0 0,0-1,0 1,0 0,0 0,0-1,0 1,0 0,0-1,1 1,-1-1,0 1,0-1,0 0,0 1,1-1,-1 0,0 0,1 1,-1-1,0 0,1 0,-1 0,1 0,-1 0,1 0,0 0,-1 0,1 0,0 0,0 0,0 0,0 0,0 0,0 0,0 0,0 0,0 0,0 0,0 0,1 0,66-8,-53 10,69 3,0 3,-1 4,0 4,71 22,-26 16,-123-51,0 0,0 1,0 0,0 0,0 0,-1 0,0 1,1-1,-1 1,-1 0,1 0,0 0,-1 0,0 0,0 1,0-1,-1 1,1-1,-1 1,0 0,-1-1,1 1,-1 0,0 0,0-1,-1 6,-43 105,44-113,1 1,-1-1,0 1,1-1,-1 1,1-1,0 1,0-1,0 0,0 1,0-1,0 0,1 0,-1 0,1 0,-1 0,1 0,0 0,0 0,0-1,0 1,0-1,0 1,0-1,1 0,-1 0,0 0,1 0,-1 0,1-1,-1 1,1-1,-1 1,1-1,-1 0,1 0,-1 0,1-1,1 1,16 3,-1 0,1-2,0 0,0-1,0-1,-1 0,1-2,16-4,-33 6,0 0,1 0,-1 0,0 0,1-1,-1 1,0-1,0 0,0 0,-1 0,1-1,0 1,-1-1,1 1,-1-1,0 0,0 0,0 0,0 0,-1 0,1 0,-1 0,0-1,0 1,0 0,0-1,-1 1,1-1,-1 1,0-1,0 1,0-1,0 1,-1-1,1 1,-1-1,0 1,0-1,0 1,-2-2,-4-8,-2-1,0 2,0-1,-1 1,-1 1,0-1,0 2,-1 0,-1 0,1 1,-1 1,-1 0,0 1,0 0,0 1,-1 1,0 0,0 1,0 0,-1 2,-5-1,13 2,0 0,0 1,-1 0,1 0,0 1,0 0,0 0,0 1,0 0,1 1,-1 0,5-2,0 0,0 1,0 0,0-1,1 1,-1 0,1 0,-1 0,1 1,0-1,0 1,0-1,0 1,0 0,1-1,-1 1,1 0,0 0,0 0,0 0,0 1,0-1,1 0,-1 0,1 0,0 1,0-1,0 2,3 3,-1 0,1 0,0 0,1-1,0 1,0-1,0 0,1 0,0-1,1 1,-1-1,1 0,0-1,1 1,-1-1,1-1,0 1,0-1,1 0,-1-1,1 0,0 0,0 0,0-1,0 0,0-1,35 10</inkml:trace>
  <inkml:trace contextRef="#ctx0" brushRef="#br0" timeOffset="2061.863">4153 362,'-39'-83,"38"83,0-1,0 1,0 0,0 0,0 0,0 0,0 0,0 0,0 0,0 0,0 0,0 1,0-1,0 0,0 1,0-1,0 1,0-1,0 1,0-1,0 1,0-1,1 1,-1 0,0 0,0-1,1 1,-1 0,0 0,1 0,-1 0,1 0,-1 0,1 0,0 0,-1 0,1 0,0 0,0 0,0 0,0 0,0 0,0 0,0 0,0 0,0 0,0 0,0 0,1 0,-1 0,0-1,-10 52,3-1,2 1,2 0,3 30,0-67,0 0,1 0,0 0,1 0,1 0,0 0,1 0,1-1,0 0,1 0,0 0,2-1,-1 0,1 0,1-1,0 0,1 0,1-1,-1-1,1 1,1-2,0 0,1 0,8 4,24 5,0-2,2-1,0-3,0-2,1-2,0-2,0-2,7-2,49 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30.9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1228,'-2'-179,"7"-11,-5 186,0 1,1-1,0 1,0 0,0-1,0 1,0 0,0 0,1 0,0 0,-1 0,1 0,0 0,1 1,-1-1,0 1,1-1,-1 1,1 0,0 0,0 0,0 0,0 1,0-1,0 1,0 0,1-1,-1 2,0-1,1 0,-1 1,0-1,1 1,-1 0,4 0,11 3,-1 0,1 1,-1 1,0 0,0 2,0-1,-1 2,0 1,0 0,-1 0,-1 2,1 0,-2 0,1 2,-2-1,9 12,24 47,-44-69,0 1,0-1,-1 0,1 1,-1-1,1 1,-1-1,1 1,-1-1,0 1,0-1,-1 0,1 1,0-1,-1 1,0-1,1 1,-1-1,0 0,0 0,0 1,0-1,-1 0,1 0,-1 0,1 0,-1 0,0-1,1 1,-1 0,-2 0,1 1,0-1,0 0,0-1,0 1,0 0,0-1,0 0,-1 0,1 0,-1 0,1 0,-1-1,1 0,-1 1,1-1,-1 0,1-1,-1 1,1-1,0 1,-1-1,1 0,-1-1,1 1,0 0,0-1,0 0,0 0,0 1,0-2,0 1,1 0,-1-1,1 1,0-1,-1 0,1 0,0 1,1-2,-1 1,0 0,1 0,0 0,0-1,0 1,0 0,0-1,1 1,-1-1,1 1,0-1,1-3,4-6,0 1,1-1,0 1,1 0,1 0,0 1,1 0,0 1,0-1,1 2,0-1,1 2,0-1,0 2,1-1,0 1,9-3,-5 0,0 1,1 0,0 1,1 1,0 0,0 2,0 0,1 1,-1 1,1 0,6 1,-22 3,1-1,-1 0,0 1,0-1,0 1,0 0,1 0,-1 0,-1 1,1-1,0 1,0 0,0-1,-1 1,1 0,-1 1,0-1,1 0,-1 1,0-1,0 1,-1 0,1-1,-1 1,1 0,-1 0,0 0,0 0,0 1,0-1,-1 0,1 0,-1 0,0 4,-10 114,8-112,0 3,-5 60,7-70,1 0,-1 0,0 0,1 0,0 0,-1 0,1 0,0 0,0 0,0-1,0 1,1 0,-1-1,0 1,1-1,-1 1,1-1,-1 1,1-1,0 0,0 0,-1 0,1 0,0 0,0 0,0-1,0 1,0-1,0 1,0-1,0 0,1 1,11-2,0 0,0-1,0-1,-1 0,1 0,-1-1,0-1,0-1,0 1,-1-2,0 0,11-8,-9 7,0 0,-1-1,-1-1,1 0,-1-1,-1 0,0-1,-1 0,0 0,-1-1,0 0,-1-1,0 0,-2-1,1 1,-2-1,0 0,-1-1,0 1,-1-1,-1 0,-3 40,1 0,1 0,0-1,2 1,1 0,4 12,-6-30,-1 0,1 0,0 0,0 0,1 0,0-1,0 1,0-1,1 0,-1 0,1 0,1 0,-1-1,1 1,-1-1,1 0,0-1,1 1,-1-1,1 0,-1 0,1-1,0 0,0 0,0 0,0-1,0 0,0 0,2 0,3-1,1-1,-1 0,1 0,-1-2,1 1,-1-1,0-1,0 0,-1-1,1 0,-1 0,0-1,0 0,-1-1,0 0,0-1,-1 0,2-2,2-2,-1 0,-1-1,0 0,-1-1,0 0,-1-1,-1 0,0 0,-1 0,0-1,-2 0,2-8,-4-19,-6 45,1 11,0 0,1 1,1-1,0 1,0-1,2 1,0 5,-1-7,10 95,4-1,4 0,7 5,16 88,-27-122,-2 1,-4 1,-4-1,-4 63,-1-129,0 0,0 0,-1 0,-1 0,0 0,-1 0,0-1,-6 11,10-20,-1-1,1 0,-1 1,0-1,1 0,-1 0,0 1,0-1,0 0,1 0,-1 0,0 0,-1 0,1 0,0 0,0-1,0 1,0 0,-1-1,1 1,0-1,-1 1,1-1,0 1,-1-1,1 0,-1 0,1 0,0 0,-1 0,1 0,-1 0,1 0,0 0,-1-1,1 1,0-1,-1 1,1-1,0 1,-1-1,1 0,0 0,0 1,0-1,0 0,0 0,0 0,0 0,0 0,0-1,-38-67,27 23,2 0,2-1,2 0,2-1,2 1,4-31,0-5,3 1,4-1,4 2,3 0,3 0,5 2,2 0,-22 66,1 0,0 0,1 1,0 0,1 0,0 0,1 1,1 0,-1 0,2 1,0 0,-9 8,0 1,1 0,-1 0,1 0,-1 1,1-1,-1 0,1 0,0 1,-1-1,1 1,0 0,0-1,-1 1,1 0,0 0,0 0,0 0,-1 0,1 1,0-1,-1 0,1 1,0 0,-1-1,1 1,0 0,-1 0,1-1,-1 1,1 0,-1 1,0-1,1 0,36 50,-31-39,-1-1,0 1,0 1,-1-1,-1 1,0-1,-1 1,0 1,-1-1,0 0,-1 1,-1-1,0 0,-2 13,1-23,1 0,-1 0,0 0,-1 0,1 0,0 0,-1-1,1 1,-1-1,0 1,0-1,0 0,0 1,-1-1,1 0,0 0,-1-1,0 1,1 0,-1-1,0 0,0 0,0 1,1-2,-1 1,0 0,-1 0,1-1,0 0,0 0,0 0,0 0,0 0,0 0,0-1,0 0,0 1,0-1,0 0,0-1,0 1,1 0,-1-1,0 0,1 1,-1-1,1-1,-1 2,1 0,0-1,0 1,0-1,1 1,-1-1,0 0,1 0,-1 0,1 0,-1 0,1 0,0 0,0-1,0 1,0 0,1-1,-1 1,0-1,1 1,0-1,0 1,-1 0,1-1,1 1,-1-1,0 1,1-1,-1 1,1-1,0 1,0 0,0-1,0 1,0 0,0 0,0 0,1 0,-1 0,1 0,0 0,-1 0,1 1,0-1,122-68,-61 38,-21 10,-1-2,-2-3,-1 0,-1-3,31-31,-53 45,0 0,-1-1,-1-1,0 0,-1-1,-2 0,0-1,0 0,-2-1,-1 0,0 0,-2 0,3-19,-6 16,-1 0,0 0,-2 0,-1 0,0 0,-2 0,-1 0,-1 0,-1 1,-1 0,-1 1,-10-19,19 40,0-1,-1 0,1 0,0 0,-1 1,0-1,1 0,-1 1,0-1,0 1,0-1,0 1,0-1,0 1,0-1,-1 1,1 0,-1 0,1 0,0 0,-1 0,0 0,1 0,-1 0,1 1,-1-1,0 1,0-1,1 1,-1-1,0 1,0 0,0 0,1 0,-1 0,0 0,0 0,0 1,1-1,-1 1,0-1,1 1,-1 0,0-1,1 1,-1 0,-4 8,1 1,0-1,0 1,1 0,0 0,1 0,0 1,1-1,0 1,0 0,1-1,1 11,-2-6,-2 52,2 1,4 0,2 0,3-1,4 0,7 23,-14-66,2-1,0 1,2-1,0 0,1 0,2-1,0 0,2-1,0-1,1 0,12 12,-22-27,1 0,0-1,0 0,1 0,-1-1,1 1,0-1,-1 0,2-1,-1 1,0-1,0 0,1-1,-1 0,1 0,-1 0,1-1,-1 1,1-2,0 1,-1-1,1 0,-1 0,1-1,-1 0,0 0,0 0,0-1,0 0,0 0,3-3,2-3,-1-1,-1 0,1 0,-1-1,-1 0,0 0,-1-1,0 0,-1-1,0 0,-1 1,-1-2,0 1,0 0,-1-1,-1-4,2-1,7 49,-7 2,-3-13,1 1,1-1,0 0,2 0,0 0,1-1,1 0,1 0,1 0,8 12,1-8</inkml:trace>
  <inkml:trace contextRef="#ctx0" brushRef="#br0" timeOffset="1064.978">2662 479,'26'4,"-1"1,0 1,0 2,-1 0,0 2,-1 0,0 2,0 0,-1 2,-1 0,0 1,-1 2,1 2,-2 4,-1 0,-1 1,-1 1,-2 0,0 2,-2-1,0 2,-2-1,-2 1,0 1,-2 0,2 22,2-8,-9-37,-1-3,0-1,0 1,0-1,0 1,1-1,-1 1,1-1,-1 1,1-1,0 1,0-1,0 0,0 0,1 1,-1-1,0 0,1 0,0 0,-1 0,1 0,0-1,0 1,0-1,0 1,0-1,0 1,1-1,-1 0,0 0,1 0,-1-1,1 1,1 0,5-5,0-1,-1 0,0 0,0-1,-1 0,1 0,-1 0,-1-1,1-1,-1 1,-1-1,1 0,3-7,-6 11,8-12,-1 0,0-1,-1 0,-1 0,0-1,-2 0,0 0,-1 0,3-17,-14 27,-4 26,8-12,0 0,1 0,-1 0,1 1,0-1,1 1,-1-1,1 1,1-1,-1 0,1 1,0-1,1 1,-1-1,1 0,1 0,-1 0,1 0,0 0,0-1,0 1,1-1,0 0,0 0,1 0,-1-1,1 1,0-1,0 0,0-1,1 1,5 2,4-1,1 0,0-1,0-1,0 0,0-1,0-1,0 0,1-1,-1-1,0-1,0 0,0-1,0-1,0 0,-1-1,1-1,-1-1,-1 0,1 0,10-9,-19 12,0 1,-1-1,1 0,-1 0,0-1,0 0,-1 1,1-2,-1 1,0 0,-1-1,1 0,-1 0,0 0,-1 0,1 0,-1-1,-1 1,1-1,-1 1,0-1,0-3,-1 10,-1 0,1 0,0 1,-1-1,1 0,0 0,0 0,-1 0,1 0,0 0,-1 0,1 0,0 1,-1-1,1 0,0 0,-1 0,1-1,0 1,0 0,-1 0,1 0,0 0,-1 0,1 0,0 0,-1 0,1-1,0 1,0 0,-1 0,1 0,0-1,0 1,0 0,-1 0,1-1,0 1,0 0,0 0,0-1,-1 1,1 0,0-1,0 1,0 0,0-1,0 1,0 0,0-1,0 1,0 0,0 0,0-1,0 1,0 0,0-1,0 1,0 0,1-1,-1 1,0 0,-11 25,9-21,1 0,0 0,0 1,1-1,-1 1,1-1,0 0,0 1,0-1,1 1,0-1,0 1,0-1,0 0,0 0,1 0,0 1,0-1,0-1,0 1,1 0,0-1,-1 1,1-1,0 0,1 0,-1 0,1 0,-1 0,1-1,0 0,0 1,0-2,0 1,0 0,0-1,0 0,1 0,-1 0,1 0,-1-1,0 1,1-1,15-5,0-1,0 0,0-2,-1 0,-1-1,1-1,-1-1,-1 0,0-2,5-4,-13 9,-7 6,1 0,-1-1,0 1,1 0,-1 1,1-1,0 0,0 1,-1-1,1 1,0 0,0 0,0 0,1 0,-1 1,0-1,0 1,1 0,-3 1,1 1,-1 0,0-1,1 1,-1 0,0 0,0 0,0 0,0 0,-1 0,1 0,0 0,-1 0,0 0,1 0,-1 0,0 0,0 0,0 1,0-1,1 10,0-6,0-1,0 1,1-1,-1 1,1-1,0 0,1 0,-1 0,1 0,0 0,0-1,1 1,-1-1,1 0,0 0,0 0,0 0,1-1,-1 0,1 0,0 0,0 0,0-1,0 0,1 0,-1 0,0-1,1 0,-1 0,1 0,-1 0,1-1,0 0,-1 0,1-1,-1 0,1 0,4-1,-2-1,0-1,0 1,0-2,-1 1,0-1,0 0,0 0,0-1,-1 0,0 0,0 0,-1-1,0 0,0 0,0 0,-1-1,0 0,-1 0,1-1,6-17,-2-1,0 0,-2 0,-1-1,0-10,38-519,-35 418,-11 105,-6 30,-24 75,29-58,-20 78,4 2,4 0,-1 49,12-97,3 0,1 0,3 0,1 0,7 29,-7-58,0 0,1-1,1 1,0-1,1 0,1 0,0-1,1 0,1 0,0-1,1 0,0 0,1-1,0-1,1 0,0 0,4 1,-14-10,0 0,0 0,0 0,1-1,-1 1,0 0,1-1,-1 0,1 0,-1 0,1 0,0 0,-1 0,1 0,0-1,0 0,-1 1,1-1,0 0,0 0,0-1,-1 1,1-1,0 1,-1-1,1 0,0 0,-1 0,2-1,3-13</inkml:trace>
  <inkml:trace contextRef="#ctx0" brushRef="#br0" timeOffset="2561.504">4400 653,'-35'-25,"-1"2,-1 2,0 1,-6 1,102 29,128 16,44-6,-52-5,86 22,-251-35,-9-1,-1-1,1 1,0 0,0 0,-1 0,1 0,-1 1,1 0,-1 0,0 0,0 1,0-1,4 4,-8-5,0 1,0-1,0 0,-1 1,1-1,0 0,-1 0,1 1,-1-1,1 0,-1 0,0 0,1 1,-1-1,0 0,0 0,0 0,0 0,0 0,0-1,0 1,0 0,0 0,0-1,0 1,0 0,-1-1,1 1,0-1,0 0,-1 1,1-1,-1 0,-1 1,-69 29,55-25,1 0,-1 2,1 0,1 1,-1 0,1 1,1 1,-1 1,2 0,0 0,-11 13,22-22,0 1,1-1,-1 1,0-1,1 1,0 0,0 0,0 0,0 0,0 0,0 0,1 0,-1 0,1 0,0 0,0 0,0 0,1 0,-1 0,1 0,-1 0,1 0,0 0,0 0,0 0,1-1,-1 1,1 0,-1-1,1 1,0-1,0 0,0 1,0-1,0 0,1 0,-1 0,1-1,-1 1,1 0,9 3,0 0,0 0,0-1,0-1,1 0,-1-1,1 0,0-1,0 0,-1-1,1 0,0-1,0-1,-1 0,1-1,-1 0,1 0,-1-2,0 0,-1 0,1-1,-1 0,0-1,6-5,-12 8,0 0,-1-1,0 0,1 1,-1-2,-1 1,1 0,-1-1,0 1,0-1,-1 0,0 0,0 0,0 0,-1-1,0 1,0 0,0-1,-1-3,-3 64,4-45,0 1,1-1,0 0,1 0,0 0,0 0,1-1,0 1,1-1,0 0,0 0,0 0,1-1,0 0,1 0,0 0,0-1,0 0,1-1,-1 1,1-1,1-1,-1 0,1 0,0 0,-1-1,1 0,1-1,5 1,-13-3,0 0,0 0,0 0,1-1,-1 1,0 0,0-1,0 0,0 1,0-1,0 0,0 0,0 0,0 0,0 0,-1-1,1 1,0 0,-1-1,1 0,-1 1,0-1,1 0,-1 1,0-1,0 0,0 0,0 0,0 0,-1 0,1 0,0 0,-1-2,3-75,-3 67,0-6,1 0,1 1,0-1,1 1,2-1,-1 1,2 1,0-1,4-6,-10 23,0 0,-1 0,1 0,0 0,0 0,0 0,-1-1,1 1,0 0,0 0,-1 0,1 0,0 0,0-1,0 1,0 0,-1 0,1 0,0 0,0-1,0 1,0 0,0 0,-1 0,1-1,-10 9,6-100,3 91,1 0,-1 0,1 1,0-1,-1 0,1 0,0 0,0 0,0 1,-1-1,1 0,0 0,0 0,0 0,0 0,1 0,-1 1,0-1,0 0,0 0,1 0,-1 0,0 1,1-1,-1 0,1 0,-1 0,1 1,-1-1,1 0,0 1,-1-1,1 1,0-1,-1 1,1-1,0 1,0-1,-1 1,1 0,0-1,0 1,0 0,0 0,0-1,-1 1,1 0,0 0,0 0,0 0,0 0,0 0,0 1,-1-1,1 0,0 0,0 1,0-1,0 0,-1 1,1-1,0 1,214 59,-194-55,-9-3,-1 0,1 0,-1 2,0-1,0 1,-1 0,1 1,-1 1,0 0,0 0,-1 1,1 0,-2 0,1 1,-1 0,2 4,-7-7,-1 1,-1 0,1 0,-1 0,0 0,0 0,-1 1,0-1,0 0,0 0,-1 0,0 0,0 0,-1 0,1 0,-1 0,-1 0,1 0,-1-1,-3 5,3-2,-1 0,1 1,0 0,0-1,1 1,1 0,-1 0,1 0,1 5,1-10,1 0,0 0,0 0,0 0,0 0,1 0,0-1,0 1,0-1,0 1,0-1,0 0,1-1,0 1,-1-1,1 1,0-1,0 0,0 0,1-1,-1 1,0-1,1 0,-1 0,1-1,-1 1,1-1,-1 0,1 0,0-1,22 4,1-2,-1-1,0-1,0-1,1-1,-2-2,1 0,0-2,-1-1,2-3,29-18,-55 28,0 0,-1 0,1 0,0 0,0-1,-1 1,1-1,-1 1,1-1,-1 1,0-1,0 0,0 0,0 0,0 0,0 0,0 0,0 0,-1 0,1 0,-1 0,0 0,1 0,-1 0,0-1,0 0,0 5,0-1,0 0,0 0,0 0,-1 0,1 0,0 1,0-1,-1 0,1 0,-1 0,1 0,-1 0,1 0,-1 0,0 0,1 0,-1 0,0 0,0-1,1 1,-1 0,0 0,0-1,0 1,0-1,0 1,0-1,0 1,0-1,-1 1,1-1,0 0,0 0,0 0,0 0,0 0,-1 0,1 0,0 0,0 0,0 0,0 0,0-1,-1 1,1 0,0-1,0 1,0-1,0 1,0-1,0 0,0 0,1 1,-1-1,0 0,0 0,0 0,1 0,-1 0,0 0,1 0,-1-1,5 9,0-1,0 0,1-1,0 1,0-1,0 0,0 0,1-1,0 1,0-1,0-1,1 1,-1-1,1 0,0 0,0-1,0 0,0 0,0-1,3 0,-6 1,1 0,0 0,-1-1,1 0,0 0,0 0,0-1,0 0,0 0,0 0,0 0,0-1,0 0,0 0,0 0,-1 0,1-1,0 0,-1 0,1 0,-1-1,0 1,0-1,0 0,0 0,0-1,-1 1,1-1,-1 0,0 1,0-2,0 1,-1 0,2-3,-2 0,1 0,-1 1,-1-1,1 0,-1 0,0-1,-1 1,0 0,0 0,-1 0,1 0,-1 0,-1 0,0 0,0 0,0 0,-1 0,1 1,-2-1,1 1,-1 0,0 0,0 0,-1 1,1-1,-1 1,-1 0,1 1,-1-1,1 1,-1 0,0 0,-1 1,1 0,-1 0,1 0,-4 0,2 2,1 1,-1-1,0 2,1-1,-1 1,0 0,1 0,-1 1,1 0,0 0,0 1,0 0,0 0,0 1,0 0,1 0,0 1,0-1,-5 6,8-7,-1 0,0 1,1-1,0 1,0 0,0 0,0 1,1-1,-1 0,1 1,0 0,1-1,-1 1,1 0,0 0,0 0,1 0,-1 0,1 0,0 0,0 0,1 0,-1 0,1 0,0 0,1-1,-1 1,1 0,0-1,1 3,3 0,-1-1,1 1,0-1,1-1,-1 1,1-1,0-1,0 1,1-1,0 0,-1-1,1 1,0-2,1 1,-1-1,0 0,1-1,-1 0,1 0,-1-1,1 0,-1-1,1 0,6-1,29-5</inkml:trace>
  <inkml:trace contextRef="#ctx0" brushRef="#br0" timeOffset="2823.807">6780 505,'-11'-16,"-9"-9,-7-1,-6 3,-2 12,-2 13,1 16,4 12,7 7,9-2</inkml:trace>
  <inkml:trace contextRef="#ctx0" brushRef="#br0" timeOffset="3067.159">6834 986,'11'14,"6"6,3 3,2-1,2-3,4-6,8-5,10-3,10-8,-4-3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1:54.6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2785 789,'-12'82,"4"1,3 0,4 0,5 21,-1-85,0-28,-1-32,-5-43,-3 0,-4 1,-3 0,-17-49,22 103,8 29,0 0,-1 0,1 0,0 0,0 0,0 1,-1-1,1 0,0 0,0 0,0 0,-1 0,1 0,0 0,0 0,-1 0,1 0,0 0,0 0,-1 0,1 0,0 0,0 0,0-1,-1 1,1 0,0 0,0 0,0 0,-1 0,1 0,0-1,0 1,0 0,0 0,-1 0,1 0,0-1,0 28,1-12,1 0,0 0,2-1,-1 1,2 0,0-1,0 0,2 0,0-1,0 0,1 0,1 0,0-1,0-1,2 1,-8-10,0 1,0-1,0-1,0 1,0 0,0-1,1 0,-1 1,0-1,1-1,-1 1,1 0,-1-1,1 0,0 0,-1 0,1 0,-1 0,1-1,-1 0,1 1,-1-1,1-1,-1 1,0 0,0-1,0 0,1 1,-1-1,-1-1,1 1,0 0,-1-1,1 1,-1-1,1 0,-1-1,13-13,-2 0,0-2,-1 0,-1 0,-1-1,0 0,-2-1,0 0,-1-1,-2 1,2-13,-7 34,0 0,1 0,-1 0,0 0,0 0,0 0,0 0,0 0,1 0,-1 0,0 0,0 0,0 0,0 0,0 0,1 0,-1 0,0 0,0 0,0 0,0 0,0 0,0 0,1 0,-1 24,-1-19,2 130,5-1,7 10,-12-129,1 0,1 1,0-1,0-1,2 1,0-1,0 1,2-1,5 9,6 2</inkml:trace>
  <inkml:trace contextRef="#ctx0" brushRef="#br0" timeOffset="307.179">3401 736,'-11'36,"3"1,1 1,2-1,1 1,2 0,2 0,1-1,5 25,-5-48,1 0,0 0,1-1,0 0,2 1,-1-1,1 0,1-1,1 0,-1 0,2 0,0 0,0-1,1-1,0 0,1 0,0 0,4 2,-9-10,-1 0,1 0,0-1,-1 1,1-1,0 0,0 0,0-1,0 1,0-1,0 0,0-1,0 1,0-1,0 0,0 0,-1-1,1 1,0-1,-1 0,1 0,-1-1,1 1,-1-1,1-1,7-5,-2 0,1 0,-1-1,-1 0,0-1,0 0,-1-1,4-7,2-10,-1-1,-2 0,-1-1,-1 0,-1 0,-2-1,-2 0,0 0,-2-12,0 10</inkml:trace>
  <inkml:trace contextRef="#ctx0" brushRef="#br0" timeOffset="557.512">4002 695,'-2'21,"3"15,11 13,13 11,15 5,15 3,12 2,5-2,5-6,0-7,-6-7,-11-11,-15-11</inkml:trace>
  <inkml:trace contextRef="#ctx0" brushRef="#br0" timeOffset="717.084">4470 736,'-14'11,"-13"18,-11 19,-9 21,-7 18,-4 12,1 9,6-2,12-18</inkml:trace>
  <inkml:trace contextRef="#ctx0" brushRef="#br0" timeOffset="-933.056">566 1191,'-39'-69,"38"66,-1 0,0 0,0-1,1 1,-2 1,1-1,0 0,-1 0,1 1,-1-1,0 1,0 0,1 0,-2 0,1 0,0 1,0-1,0 1,-1 0,1 0,-1 0,1 0,-1 0,1 1,-1 0,0 0,1 0,-1 0,1 0,-1 1,0-1,1 1,0 0,-1 0,1 0,-1 1,1-1,0 1,0 0,0 0,-1 1,-1 3,0 0,0 1,1 0,-1 0,2 0,-1 0,1 1,0-1,0 1,1 0,0 0,1 0,0 0,0 0,0 0,1 1,1-1,-1 0,1 0,1 0,-1 0,1 0,1 0,-1-1,1 1,1-1,3 8,60 48,-64-61,0 0,0 0,1 0,-1-1,0 0,0 1,1-1,-1 0,1-1,-1 1,1-1,-1 1,1-1,-1 0,1-1,0 1,-1 0,1-1,-1 0,1 0,-1 0,0 0,0-1,3 0,4-7,-1 0,-1 0,0-1,0 0,-1 0,0-1,0 0,-1 0,-1-1,0 0,-1 1,0-2,0 1,-2 0,1-1,-2 1,0-1,0-5,1 9,-1 0,0-1,-1 1,0 0,0-1,-1 1,-1 0,1-1,-2-1,3 11,0 1,0-1,0 0,-1 0,1 1,0-1,0 0,0 0,-1 0,1 0,0 1,0-1,0 0,-1 0,1 0,0 0,0 0,-1 0,1 0,0 0,-1 0,1 0,0 0,0 0,-1 0,1 0,0 0,0 0,-1 0,1 0,0 0,0 0,-1 0,1 0,0 0,0 0,-1-1,1 1,0 0,0 0,0 0,-1 0,1-1,0 1,0 0,0 0,-1-1,1 1,0 0,0 0,0-1,0 1,0 0,0 0,0-1,0 1,0 0,0 0,0-1,0 1,0 0,0 0,0-1,0 1,0 0,0-1,0 1,0 0,0 0,0-1,-6 22,4-8,0 0,1 0,1 0,0 0,1 0,0 1,1-1,1-1,0 1,0 0,1-1,1 1,0-1,1 0,0-1,1 0,0 0,6 7,-9-14,0-1,0 0,0 0,1 0,-1-1,1 0,0 1,0-2,-1 1,1 0,0-1,1 0,-1 0,0-1,0 1,0-1,0 0,0-1,1 1,-1-1,0 0,0 0,0-1,0 1,0-1,-1 0,1-1,-1 1,1-1,2-2,31-19</inkml:trace>
  <inkml:trace contextRef="#ctx0" brushRef="#br0" timeOffset="-661.791">980 588,'5'23,"6"21,7 19,9 17,3 20,-3 20,-8 19,-15 19,-19 13,-16 5,-10-7,0-20,7-37</inkml:trace>
  <inkml:trace contextRef="#ctx0" brushRef="#br0" timeOffset="3432.587">7331 1043,'177'-332,"-169"318,-14 37,3-9,-5 29,1 0,3 0,2 1,1-1,3 1,1-1,2 0,2 0,5 14,-6-28,0-7,-1 1,-1 0,-2 1,0-1,-2 0,0 2,0-22,0 0,0-1,0 1,0 0,0 0,-1 0,1-1,-1 1,0 0,0-1,0 1,0 0,0-1,-1 0,1 1,-1-1,0 0,1 1,-1-1,0 0,0 0,-1-1,1 1,0 0,0-1,-1 1,1-1,-1 0,0 0,1 0,-1 0,0 0,1-1,-1 1,0-1,0 1,1-1,-1 0,0 0,0-1,0 1,1 0,-1-1,0 0,0 0,1 0,-1 0,1 0,-1 0,-27-24,29 24,1 1,-1 0,1-1,-1 1,1-1,-1 1,1-1,-1 1,1-1,-1 1,1-1,0 1,-1-1,1 0,0 1,0-1,-1 1,1-1,0 0,0 1,0-1,0 0,0 1,0-1,0 0,0 0,0 1,0-1,0 0,0 1,0-1,1 0,-1 1,0-1,1 1,-1-1,0 0,1 1,-1-1,0 1,1-1,-1 1,1-1,-1 1,1-1,0 1,-1 0,1-1,-1 1,1 0,0-1,-1 1,1 0,136-18,47-14,-125 19</inkml:trace>
  <inkml:trace contextRef="#ctx0" brushRef="#br0" timeOffset="3670.951">8507 1244,'-5'0,"-12"2,-4 1</inkml:trace>
  <inkml:trace contextRef="#ctx0" brushRef="#br0" timeOffset="1439.338">5686 896,'-5'0,"-1"-1,0 1,0-1,1-1,-1 1,1-1,-1 0,1-1,0 1,0-1,0 0,0 0,0-1,1 1,-1-1,1 0,0 0,0-1,1 1,-1-1,1 1,-2-5,6 6,0 0,0 0,0 0,0 0,0 0,1 0,-1 0,1 0,0 0,-1 1,2-1,-1 0,0 1,0 0,1 0,-1 0,1 0,0 0,-1 0,1 0,0 1,0 0,0-1,0 1,0 0,1 1,-1-1,0 0,4 1,7-4,0 1,0 1,0 0,0 1,1 0,-1 1,1 1,-1 0,0 1,0 0,1 2,-2-1,1 2,0 0,-1 0,0 1,0 1,-1 0,2 2,-11-6,1 1,-1-1,1 1,-1 0,0 0,-1 0,1 0,-1 1,0-1,0 1,0-1,-1 1,1 0,-1 0,0 0,-1-1,1 1,-1 0,0 0,0 0,0 0,-1 0,0 0,0 0,0-1,0 1,-1 0,0-1,0 1,0-1,-1 1,1-1,-3 2,-17 25,-2-2,-1-1,-1-2,-2 0,0-1,-1-2,-2-1,-9 3,21-11,-115 81,132-93,1-2,0 0,0 0,0 0,1 0,-1 0,0 0,0 1,0-1,1 0,-1 1,0-1,0 0,1 1,-1-1,0 1,1-1,-1 1,1-1,-1 1,0-1,1 1,-1 0,1-1,0 1,-1 0,1 0,0-1,-1 1,1 0,0 0,0-1,-1 1,1 0,0 0,0 0,0-1,0 1,0 0,0 0,0 0,1-1,-1 1,0 0,0 0,1 0,-1-1,0 1,1 0,-1-1,1 1,-1 0,1-1,-1 1,1 0,12 0,0 0,-1-1,1 0,0-2,0 1,-1-1,11-4,3 1,230-25,30 16,-251 14,-1-3,0-1,0-1,19-6,-20 1</inkml:trace>
  <inkml:trace contextRef="#ctx0" brushRef="#br0" timeOffset="1841.178">6783 710,'-6'18,"1"1,1 0,0 0,2 0,0 0,1 1,1 7,0-26,-1 0,1 0,0 0,-1-1,1 1,0 0,0 0,0 1,0-1,0 0,0 0,0 0,0 0,0 0,0 0,1 0,-1 0,0-1,1 1,-1 0,1 0,-1 0,1 0,-1 0,1 0,0-1,-1 1,1 0,0 0,0-1,-1 1,1-1,0 1,0-1,0 1,0-1,0 1,0-1,0 0,0 1,0-1,0 0,0 0,0 0,0 0,0 0,0 0,0 0,0 0,0 0,0-1,0 1,0 0,0 0,0-1,-1 1,1-1,0 1,0-1,0 1,0-1,0 0,2-5,-1 0,1 0,-1-1,-1 1,1-1,-1 1,0-1,0 1,-1-1,0 0,0 1,-1-1,0 0,0 1,0-1,-1 1,-2-5,4 10,0-1,-1 1,1 0,-1 0,1 0,-1 0,0 0,1 0,-1 0,0 0,0 0,0 0,0 0,0 0,0 1,0-1,0 0,0 1,0-1,0 1,0-1,-1 1,1-1,0 1,0 0,0 0,-1 0,1-1,0 1,0 0,-1 1,1-1,0 0,0 0,-1 0,1 1,0-1,0 1,0-1,0 1,-1-1,1 1,0 0,0-1,0 1,0 0,1 0,-1 0,0 0,0 0,0 0,1 0,-1 0,-9 13</inkml:trace>
  <inkml:trace contextRef="#ctx0" brushRef="#br0" timeOffset="2922.516">6809 1244,'0'2,"2"1,1-2,0-4,-1-4,-2 0,-4 0,-4 3,-2 0,-2 5,1 3,0 2,2 2,3 1,4 0,9-2,11-2,2-2</inkml:trace>
  <inkml:trace contextRef="#ctx0" brushRef="#br0" timeOffset="4520.166">4336 3410,'0'1390,"-53"-116,65-131,-8-1064,5 139,-10 0,-12 44,-9-122,11-99</inkml:trace>
  <inkml:trace contextRef="#ctx0" brushRef="#br0" timeOffset="6420.429">4390 3343,'-14'-7,"23"18,4-4,0-2,0 0,1-1,-1 0,1-1,0 0,0-1,0-1,6 0,-19-1,97 4,1-5,-1-4,56-12,-109 13,-25 1,321-33,2 14,59 15,-130 19,-218 14,-20-4,-6-13,0-2,1 0,0-2,0-1,0-1,1-2,-1-1,27-3,7 2,73 1,-135 0,1 1,-1 0,1 0,-1-1,0 1,1 0,-1 0,0 0,0 0,0 1,0-1,0 0,0 0,0 1,0-1,-1 1,1-1,0 0,-1 1,1-1,-1 1,0-1,1 1,-1 0,0-1,0 1,0-1,0 1,0-1,0 1,-1 0,1-1,0 1,-1-1,1 1,-1-1,0 1,1-1,-2 1,0 13,1 15,2 0,2 0,0-1,2 1,1-1,2 0,9 24,8 37,22 138,0 77,-16 12,-10 223,-21-537,23 381,35 133,-52-467,18 243,-14 1,-13 34,0-85,3-121,-17 652,8-554,16 162,-1-219,-14 133,7-287,0 1,0-1,0 0,1 0,0 0,1 1,0-1,1 0,-1 0,2 0,-1 0,2 2,18 5,-11-18</inkml:trace>
  <inkml:trace contextRef="#ctx0" brushRef="#br0" timeOffset="7987.442">4255 8075,'-2'3,"0"-1,0 0,0 1,0-1,0 1,0-1,1 1,-1 0,1 0,0 0,0 0,0 0,0 0,0 0,1 0,-1 0,1 0,0 2,-1 2,-12 97,5 0,4 65,7-4,7-1,7 0,7 0,12 16,-31-159,19 88,-5 0,3 78,-22-178,-1-8,1 0,0 0,-1 1,1-1,0 0,-1 0,1 1,0-1,0 0,0 0,0 1,0-1,0 0,1 0,-1 1,0-1,1 0,-1 0,1 0,-1 1,1-1,-1 0,1 0,0 0,0 0,-1 0,1 0,0 0,0 0,0-1,0 1,0 0,0-1,0 1,1 0,-1-1,0 1,0-1,0 0,1 1,102-54,-33 30,2 2,0 4,1 2,1 4,-1 4,2 2,26 4,-16-2,211-19,225-49,-355 45,1 7,1 7,4 8,458 6,-630-1,1-1,-1 0,1 0,-1 0,0 0,1-1,-1 1,1 0,-1 0,0-1,1 1,-1-1,0 0,1 1,-1-1,0 0,0 1,0-1,0 0,0 0,0 0,0 0,0 0,0-1,0 1,0 0,0 0,-1 0,1-1,-1 1,1 0,-1-1,1 1,-1-1,0 1,0 0,0-1,1 1,-1-1,-1 1,1 0,0-1,0 1,0-1,-1 1,1 0,-1-1,1 1,-1 0,1-1,-1 1,0 0,0-1,-13-23,-3 0</inkml:trace>
  <inkml:trace contextRef="#ctx0" brushRef="#br0" timeOffset="9105.159">860 4773,'74'-26,"0"4,2 2,0 4,35-1,172-13,2 12,235 17,-336 2,603-13,-787 12,758-27,-410 28,-317 1,-18 1</inkml:trace>
  <inkml:trace contextRef="#ctx0" brushRef="#br0" timeOffset="10155.19">1115 7634,'131'16,"99"-2,-197-13,1236 21,-911-21,404 36,-698-35,0-2,52-8,-106 5,-25 3,0 0,4-6,3-4</inkml:trace>
  <inkml:trace contextRef="#ctx0" brushRef="#br0" timeOffset="10701.947">4991 4251,'-4'5,"-5"8,0 13,2 14,4 11,6 9,6 5,6 3,3-1,-3-3,-3-5,-3-13</inkml:trace>
  <inkml:trace contextRef="#ctx0" brushRef="#br0" timeOffset="10953.054">4897 4880,'5'0,"10"0,10 0,9 0,6-2,1-1,-2 0,-6-2,-8 1</inkml:trace>
  <inkml:trace contextRef="#ctx0" brushRef="#br0" timeOffset="11158.505">4858 4198,'-7'-5,"0"0,8-1,13 1,18 2,17 1,11 1,8 1,-9 0</inkml:trace>
  <inkml:trace contextRef="#ctx0" brushRef="#br0" timeOffset="11503.583">5352 4867,'-3'22,"1"-11,0 0,1 0,0 0,1 1,0-1,1 0,0 0,2 8,-2-17,0 0,-1 0,1 0,0 0,0-1,0 1,0 0,0-1,1 1,-1-1,0 1,1-1,-1 0,1 1,-1-1,1 0,0 0,-1 0,1 0,0-1,0 1,0 0,0-1,0 1,0-1,0 0,-1 1,1-1,0 0,0 0,0 0,0-1,0 1,1-1,61-28,-58 22,0 0,0 0,-1-1,0 1,0-1,-1 0,0 0,0-1,-1 1,0-1,0 0,-1 0,0 0,-1 0,0 0,0 0,-1-1,0 1,-1 0,1 3,0 1,-1-1,0 1,0 0,0-1,0 1,-1 0,0 0,0 0,-1 0,1 0,-1 0,0 1,0-1,0 1,-1 0,0 0,0 0,0 0,0 1,0 0,-1 0,0 0,1 0,-1 1,0-1,0 1,0 1,-1-1,1 1,0-1,-2 1,0 2,0 0,0 0,0 1,0 0,0 0,1 0,-1 1,1 0,-1 0,1 1,0-1,0 1,1 1,-1-1,1 1,0 0,0 0,1 1,-1 0,1-1,0 1,1 0,-1 1,1-1,1 1,-1-1,0 4,-17 37</inkml:trace>
  <inkml:trace contextRef="#ctx0" brushRef="#br0" timeOffset="12131.542">4764 7286,'-7'18,"-2"16,0 10,2 10,4 4,3 2,4-1,3-3,1-4,-2-12</inkml:trace>
  <inkml:trace contextRef="#ctx0" brushRef="#br0" timeOffset="12389.438">4643 7835,'12'0,"10"0,8 0,9 0,4 0,1 0,-2 0,-3 0,-7-3,-8 0</inkml:trace>
  <inkml:trace contextRef="#ctx0" brushRef="#br0" timeOffset="12636.43">4603 7099,'-4'-2,"0"-1,6 0,7 1,8 0,12 1,11 1,10 0,9 0,-7 0</inkml:trace>
  <inkml:trace contextRef="#ctx0" brushRef="#br0" timeOffset="12989.487">5205 7754,'113'-322,"-102"301,-14 311,5-225,3 0,2 1,10 33,-4-42</inkml:trace>
  <inkml:trace contextRef="#ctx0" brushRef="#br0" timeOffset="13983.414">2104 7353,'5'11,"0"-1,1 1,1-1,-1 0,1-1,1 1,0-1,0-1,1 0,0 0,1 0,-1-1,1-1,1 0,-1 0,1-1,0 0,0-1,2 0,51 29,-54-28,0 0,0 0,-1 1,0 1,0-1,-1 1,0 1,0-1,0 2,-1-1,-1 1,1 0,-1 0,-1 0,0 1,0 0,-1 0,0 1,-1-1,0 1,0 0,-1-1,-1 1,0 0,0 11,-7-4,-1-1,0 0,-1 0,0 0,-2-1,0-1,0 1,-2-2,0 1,0-2,-2 0,1 0,-2-1,1-1,-2 0,1-1,-2-1,-5 2,-40 20,6-9</inkml:trace>
  <inkml:trace contextRef="#ctx0" brushRef="#br0" timeOffset="14750.657">2171 4345,'-3'1,"1"-1,0 1,0-1,0 1,0 0,-1-1,1 1,0 0,0 0,0 1,1-1,-1 0,0 1,0-1,1 1,-1-1,1 1,-1 0,1 0,0 0,0 0,-1 0,1 0,1 0,-1 0,0 0,0 0,1 0,-1 1,1-1,0 0,0 0,0 1,0-1,0 0,0 0,1 1,-1-1,1 0,-1 0,1 0,0 0,0 1,0-1,0 0,0 0,9 5,-1 0,1 0,1-1,-1 0,1-1,0-1,0 1,0-2,1 1,-1-2,1 1,2-1,18 5,-21-4,140 45,-141-44,0 1,-1 0,0 0,0 1,0 0,-1 1,1-1,-2 2,1-1,-1 1,0 0,-1 1,4 6,-6-8,-1 0,-1 0,1 0,-1 1,0-1,-1 0,0 1,0-1,0 1,-1 0,0-1,-1 1,0-1,0 1,0-1,-1 1,0-1,-1 0,0 0,0 0,-2 3,-5 10,-2-1,0 0,-1-1,-1 0,-1-1,-12 11,-3 0,-2 0,-1-2,-1-2,-35 20,13-13</inkml:trace>
  <inkml:trace contextRef="#ctx0" brushRef="#br0" timeOffset="15553.501">6167 5722,'16'14,"12"8,8 9,3 4,1 4,-1 0,-4-2,-2-6,-2-5,-5-5,-2-6,-3-8,-4-5</inkml:trace>
  <inkml:trace contextRef="#ctx0" brushRef="#br0" timeOffset="15904.644">6689 5669,'7'-48,"-33"94,9-15,1 0,2 1,1 0,1 2,2-1,2 1,1 1,1-1,2 1,1 0,2 0,3 21,52 161,-23-110,30 136,-35-200,-13-33</inkml:trace>
  <inkml:trace contextRef="#ctx0" brushRef="#br0" timeOffset="16738.536">7371 5883,'10'3,"-1"1,1-1,0 0,0-1,1 0,-1-1,0 0,1 0,1-1,10 1,285 6,130-20,-225 4,821-24,-252 20,-669 7,-112 6,0 0,0 0,0 0,-1 0,1 0,0 0,0 0,0 0,0 0,-1 0,1 0,0 0,0-1,0 1,0 0,-1 0,1 0,0 0,0 0,0 0,0-1,0 1,0 0,0 0,-1 0,1 0,0 0,0-1,0 1,0 0,0 0,0 0,0 0,0-1,0 1,0 0,0 0,0 0,0-1,0 1,0 0,0 0,-15-2</inkml:trace>
  <inkml:trace contextRef="#ctx0" brushRef="#br0" timeOffset="17108.715">8975 5562,'-2'2,"0"0,1 0,-1 0,1 0,0 0,0 1,0-1,0 0,0 0,0 1,1-1,-1 1,1-1,-1 1,1-1,0 1,0-1,0 1,1-1,-1 1,0-1,1 1,0-1,-1 0,1 1,0-1,0 0,1 0,-1 1,0-1,1 0,-1 0,1-1,0 1,-1 0,2 0,78 50,235 50,-314-101,1-1,0 1,0 0,0-1,-1 1,1 1,0-1,-1 0,1 1,-1-1,1 1,-1 0,0-1,0 1,0 0,0 0,0 1,0-1,0 0,-1 1,1-1,-1 1,0-1,0 1,0 0,0 0,0-1,0 1,-1 0,0 0,1 0,-1 0,0 0,0 0,-1-1,1 1,-1 1,-5 6,0-1,-1 0,-1-1,0 1,0-2,0 1,-1-1,0 0,-1-1,0 1,-114 71,-3-4,-75 28,75-41</inkml:trace>
  <inkml:trace contextRef="#ctx0" brushRef="#br0" timeOffset="28434.623">5994 8717,'-18'-3,"0"1,0 0,0 1,0 1,0 1,0 0,0 2,0 0,0 1,1 0,0 2,0 0,0 1,1 1,0 0,0 1,1 1,-4 3,-23 40,41-51,0 0,0 0,0 0,0 0,1 0,-1 0,1 0,0 0,-1 0,1 0,0 0,0 0,0 0,1 0,-1 0,0 0,1 0,-1 0,1 0,0 0,0 0,-1 0,1 0,0 0,1-1,-1 1,0 0,0-1,1 1,-1-1,1 1,7 3,-1 0,1-1,0 0,0-1,0 0,0 0,1-1,-1 0,1 0,8-1,6 3,12 1,-17-3,-1 0,1 1,-1 1,0 0,0 2,-1 0,0 0,0 2,0 0,-1 1,14 11,-27-18,0 1,0-1,-1 1,1-1,-1 1,0 0,0 0,0 0,0 1,0-1,-1 0,0 1,1-1,-1 0,0 1,-1 0,1-1,-1 1,1-1,-1 1,0 0,-1-1,1 1,0 0,-1-1,0 1,0-1,0 1,0-1,-1 1,1-1,-1 0,0 0,0 0,0 0,0 0,-3 2,-2 2,0-1,0 0,0-1,-1 0,0 0,0 0,0-1,-1 0,0-1,1 0,-1 0,0-1,-1 0,1-1,-6 1,-9 0,0-2,0 0,0-1,0-1,-12-4,-48-19,84 25,0 0,1 0,-1 0,0 0,1 0,-1 0,1 0,-1 0,0 0,1 0,-1 0,0 0,1 0,-1-1,0 1,1 0,-1 0,0 0,1 0,-1-1,0 1,0 0,1 0,-1-1,0 1,0 0,1-1,-1 1,0 0,0-1,0 1,0 0,1-1,-1 1,0 0,0-1,0 1,0 0,0-1,0 1,0-1,0 1,0 0,0-1,0 1,0 0,0-1,0 1,-1 0,1-1,0 1,0 0,0-1,0 1,-1 0,1-1,70-14,-27 7</inkml:trace>
  <inkml:trace contextRef="#ctx0" brushRef="#br0" timeOffset="28788.841">6248 9104,'1'5,"1"0,-1 0,1-1,0 1,0-1,0 1,1-1,0 0,0 0,0 0,0 0,0 0,1-1,0 1,-1-1,1 0,1 0,-1-1,0 1,1-1,-1 0,3 1,5 2,2-1,-1 0,0 0,1-2,0 0,0 0,6-1,-16 0,0-1,0 0,0 0,0 0,0 0,0-1,0 1,0-1,0 0,-1 0,1 0,0-1,-1 1,1-1,-1 0,1 0,-1 0,0-1,0 1,0-1,0 0,0 0,-1 0,1 0,-1 0,0 0,0-1,0 1,0-1,-1 1,1-1,-1 0,0 0,0-2,1-6,0 0,-2 0,1 0,-2 0,1 1,-2-1,1 0,-2 0,1 1,-2-1,0 1,0 0,-1 0,0 0,-1 1,0-1,0 1,-1 1,-1-1,0 1,-2-1,6 6,0 2,0-1,0 0,-1 1,1-1,-1 1,0 1,1-1,-1 0,0 1,0 0,0 0,0 1,0-1,0 1,0 0,0 1,0-1,0 1,0 0,1 0,-1 0,0 1,0 0,1 0,-1 0,1 0,-1 1,-10 6,1 0,0 1,1 0,0 1,1 1,0 0,-9 11,-8 16,5-4</inkml:trace>
  <inkml:trace contextRef="#ctx0" brushRef="#br0" timeOffset="30136.868">6007 9599,'14'487,"-7"-366,6-1,5 0,9 16,-14-79,-2 1,-3 0,-2 0,-3 1,-3 8,0-55,-2 0,1 0,-2-1,1 1,-2 0,1-1,-6 9,8-17,0 0,-1 0,0 0,1 0,-1-1,0 1,0-1,-1 1,1-1,-1 0,1 0,-1 0,1 0,-1 0,0-1,0 1,0-1,0 0,0 0,0 0,-1 0,1 0,0-1,0 1,-1-1,1 0,0 0,0 0,-1-1,0 1,-74-17,-292 15,182 2,-214 0,-309 43,420 0,96-13,-113 0,-114-25,-118 8,396-1,-87 6,-26-9,95-21,146 8,16 3,1 0,0 0,-1-1,1 1,0 0,0 0,0 0,0 0,0 0,0 1,0-1,1 0,-1 0,0 1,0-1,1 1,-1-1,0 1,1-1,-1 1,0 0,1-1,-1 1,0 0,1 0,25-7</inkml:trace>
  <inkml:trace contextRef="#ctx0" brushRef="#br0" timeOffset="30737.405">2972 10949,'-18'1,"33"13,211 85,-197-86,14 5,0 1,-2 3,-1 2,0 1,5 7,-42-31,0 1,-1 0,1-1,-1 1,1 0,-1 0,0 0,0 1,0-1,0 1,0-1,-1 1,1-1,-1 1,0 0,1 0,-1 0,0-1,-1 1,1 0,0 0,-1 0,0 1,0-1,0 0,0 0,0 0,-1 2,-3 1,0-1,0 1,0-1,-1 0,0 0,0 0,0-1,0 0,-1 0,0 0,-1 0,4-1,-203 119,127-78,2 3,-36 32,71-42,18-9</inkml:trace>
  <inkml:trace contextRef="#ctx0" brushRef="#br0" timeOffset="32972.65">11140 0,'-15'10,"0"0,1 1,0 0,1 1,0 1,1 0,1 0,0 1,0 1,2 0,-1 0,2 1,-4 12,-4 26,2 1,3 0,2 1,3 0,2 1,2-1,4 5,-2-50,6 257,23 108,-13-193,-12-132,2 65,5-2,5 1,5-2,4 0,37 93,-33-144,3-1,2-2,38 49,-36-58,-3 2,-2 1,-2 1,-3 2,-1 2,-11-12,-3 0,-1 0,-2 0,-3 1,-1 1,-2-1,-3 0,-2 0,-4 20,-10 39,-5 0,-4-1,-24 56,-8 19,9 2,-17 129,23 62,17 3,15 73,8-263,7 0,9-1,7 0,29 105,15-57,48 105,-59-194,-5 2,-8 2,-5 1,-7 2,-5 17,-21-100,-2 0,-3 0,-3 0,-3-1,-3 0,-3 0,-3-1,-12 25,-150 342,87-222,45-102,5 2,5 2,5 2,4 1,6 3,7 74,8 1,9 0,23 171,-10-165,-7-83,188 2097,-112-1644,59 458,-97-468,-39-420</inkml:trace>
  <inkml:trace contextRef="#ctx0" brushRef="#br0" timeOffset="34472.592">232 12754,'-134'352,"37"-122,97-231,1 1,-1-1,1 1,0 0,-1-1,1 1,0 0,-1 0,1 0,0-1,0 1,-1 0,1 0,0 0,0 0,-1 0,1 0,0 0,0 1,-1-1,1 0,0 0,-1 0,1 1,0-1,-1 0,1 1,0-1,-1 1,1-1,-1 1,1-1,-1 1,1-1,-1 1,1-1,-1 1,0 0,1-1,-1 1,0 0,1-1,-1 1,0 0,0-1,0 1,1 0,-1 0,0-1,0 1,0 0,0 0,0-1,-1 1,1 0,0 0,0-1,0 1,-1 0,1-1,0 1,-1 0,1-1,0 1,-1 0,168-66,-147 63,-1 0,1 1,0 1,0 0,0 2,8 2,6-1,-29-2,-1 0,1-1,-1 1,1-1,0-1,0 1,-1-1,1 1,-1-1,1-1,-1 1,1 0,-1-1,0 0,0 0,1-1,-1 1,-1-1,1 0,0 0,-1 0,1 0,-1 0,0-1,0 0,-1 0,1 1,-1-2,0 1,0 0,0 0,0-1,-1 1,1-1,-1 1,0-2,0 1,-1-1,1 0,-1 1,0-1,0 1,-1-1,0 1,0-1,0 1,0-1,-1 1,0 0,0 0,-1 0,1 0,-1 0,0 0,0 1,-1 0,1-1,-1 1,0 0,0 1,-1-1,4 4,0 0,0 0,0 1,0-1,0 1,0-1,0 1,0-1,0 1,1-1,-1 1,0 0,0-1,0 1,1 0,-1 0,0 0,1 0,-1 0,1-1,-1 1,1 0,-1 0,1 0,0 0,-1 0,1 1,0-1,0 0,0 0,0 0,0 0,0 0,0 0,0 0,0 0,0 0,1 0,-1 0,0 1,0 0,-6 309,-24 49,18-253</inkml:trace>
  <inkml:trace contextRef="#ctx0" brushRef="#br0" timeOffset="35973.333">1328 12902,'-22'259,"-4"-79,26-180,0 0,0 0,0 0,0 0,-1 0,1 0,0 0,0 0,0 0,-1 0,1 0,0 0,0 0,0 0,-1 0,1 0,0 0,0 0,0 0,0 0,-1 0,1 0,0 1,0-1,0 0,0 0,0 0,-1 0,1 0,0 0,0 1,0-1,0 0,0 0,0 0,0 0,0 1,0-1,-1 0,1 0,-3-23,3 19,-10-160,9-105,2 176,0 106,1-1,0 0,1 0,0-1,1 1,1-1,0 1,0-1,1-1,6 10,-9-15,-1 0,1-1,1 0,-1 0,0 1,1-2,0 1,0 0,0-1,0 0,1 0,-1 0,1 0,0-1,0 0,0 0,0 0,0-1,0 1,0-1,1-1,-1 1,0-1,1 1,-1-2,0 1,1 0,-1-1,0 0,1-1,6-3,0-2,-1 1,1-2,-1 0,-1 0,0 0,0-2,-1 1,0-1,0 0,-1-1,0 0,-1 0,-1-1,0 0,0 0,-1 0,0-1,-2 0,1-1,-24 94,4 2,3-1,4 2,1 64,12 37,2-149</inkml:trace>
  <inkml:trace contextRef="#ctx0" brushRef="#br0" timeOffset="36319.406">1849 12954,'-11'13,"0"-1,1 2,1-1,0 1,0 1,2 0,0 0,0 0,2 1,0 0,0 0,2 0,0 1,1-1,0 1,1-1,1 1,1 0,1-1,0 1,1-1,0 1,2-1,0 0,0-1,2 1,0-1,5 7,-10-16,1-1,0 0,0 0,0 0,0-1,1 1,0-1,0 0,0 0,0 0,1 0,0-1,-1 0,1 0,0 0,1-1,-1 1,0-1,1 0,-1-1,1 1,0-1,-1 0,1-1,0 1,0-1,-1-1,1 1,0-1,0 1,-1-2,1 1,-1-1,1 0,4-2,0-2,0 0,0-1,0-1,-1 0,0 0,0-1,-1 0,0 0,-1-1,0 0,0 0,-1-1,-1 0,1 0,0-4,4-13,-1 1,-2-2,0 1,-2-1,1-25,-2-144,-4 197,-1-1,1 0,0 1,0-1,0 0,0 1,0-1,0 0,0 1,0-1,0 1,1-1,-1 0,1 1,-1-1,1 1,0-1,0 1,0-1,-1 1,1 0,1-1,-1 1,0 0,0 0,0 0,1 0,-1 0,0 0,1 0,-1 0,1 0,-1 1,1-1,-1 1,1-1,1 0,12-1</inkml:trace>
  <inkml:trace contextRef="#ctx0" brushRef="#br0" timeOffset="36568.768">2371 12888,'0'20,"4"16,9 12,9 7,9 5,10 3,5-2,3-2,0-8,-5-6,-6-8,-11-7,-9-9</inkml:trace>
  <inkml:trace contextRef="#ctx0" brushRef="#br0" timeOffset="36722.358">2639 12954,'-14'-2,"-9"6,-7 11,-3 18,-6 18,-2 16,-4 16,-3 9,0 0,4-4,8-16</inkml:trace>
  <inkml:trace contextRef="#ctx0" brushRef="#br0" timeOffset="37285.865">3214 13061,'-14'-11,"7"7,1 0,1 0,-1-1,1 0,0 0,0-1,0 1,1-1,0 0,0 0,0 0,-2-7,6 11,0 1,0-1,0 1,0-1,0 0,0 1,1-1,-1 1,1-1,-1 1,1-1,-1 1,1-1,0 1,0 0,-1-1,1 1,0 0,0 0,1 0,-1 0,0 0,0 0,0 0,1 0,-1 0,1 0,-1 1,0-1,1 0,-1 1,1-1,52-12,-42 12,0 0,0 2,0-1,0 1,0 1,0 0,0 1,-1 0,1 1,-1 0,0 1,3 2,-9-5,0 1,0 0,0 0,0 1,0 0,-1 0,1 0,-1 0,0 0,0 1,-1 0,1 0,-1 0,0 0,-1 0,1 1,-1-1,0 1,0 0,-1-1,0 1,0 0,0 0,-1 0,1 4,-5 5,1 1,-2-1,0 0,-1 0,0-1,-1 0,-1 0,0 0,-1-1,-1 0,0-1,0 0,-1-1,-7 6,-64 58,-41 49,122-123,-1 1,1-1,-1 1,1 0,0-1,-1 1,1 0,0 0,0 0,1 0,-1 0,0 0,1 0,-1 0,1 0,-1 0,1 1,0-1,0 0,0 0,0 0,1 0,-1 1,0-1,1 0,0 0,-1 0,1 0,0 0,0 0,0 0,0 0,0-1,1 1,-1 0,1-1,-1 1,1-1,-1 1,1-1,0 0,0 1,-1-1,1 0,2 0,14 5,0-2,1 0,0-1,-1 0,1-2,0 0,0-2,0 0,0 0,0-2,-1-1,1 0,11-5,39-8,-6-1</inkml:trace>
  <inkml:trace contextRef="#ctx0" brushRef="#br0" timeOffset="37656.555">3841 13035,'3'108,"-3"-107,0 0,0 0,0 0,1 0,-1 0,0 0,0 0,1 0,-1 0,1 0,-1 0,1 0,-1 0,1-1,-1 1,1 0,0 0,0-1,-1 1,1 0,0-1,0 1,0-1,0 1,-1-1,1 1,0-1,0 1,0-1,0 0,0 0,0 0,0 1,0-1,0 0,0 0,0 0,0-1,0 1,0 0,0 0,0 0,0-1,0 1,0 0,0-1,0 1,0-1,0 1,0-1,-1 0,1 1,0-1,0 0,-1 0,1 1,0-1,-1 0,1 0,-1 0,1 0,-1 0,0 0,1 0,-1 0,3-2,-1 0,0 0,0 0,0-1,-1 1,1-1,-1 1,0-1,1 0,-2 1,1-1,0 0,-1 0,0 0,0 0,0 1,0-1,-1 0,1 0,-1 0,0 1,0-1,0 0,-1 1,1-1,-1 1,0 0,0-1,0 1,0 0,-1 0,1 0,-1 0,0 1,0-1,0 1,0 0,0 0,0 0,-1 0,1 0,-1 1,1-1,-2 1,3 0,-1 1,1 0,-1 0,1 0,-1 0,1 1,-1-1,1 1,-1-1,1 1,0 0,-1 0,1 0,0 0,0 0,0 1,-1-1,1 0,1 1,-1 0,0 0,0-1,1 1,-1 0,1 0,-1 0,1 1,0-1,0 0,0 0,0 1,0-1,0 1,-6 19</inkml:trace>
  <inkml:trace contextRef="#ctx0" brushRef="#br0" timeOffset="37938.804">3895 13503,'-1'3,"0"0,0 0,0 0,0 0,1 0,0 0,-1 0,1 0,0 0,1 1,-1-1,1 0,-1 0,1 0,0 0,0 0,0 0,0-1,1 1,-1 0,1 0,0-1,-1 1,1-1,0 0,1 1,-1-1,0 0,1 0,1 1,-1-3,-1-1,0 1,0-1,0 0,1 1,-1-1,0 0,0 0,0 0,0-1,0 1,-1 0,1-1,0 1,-1-1,1 0,-1 0,1 1,-1-1,0 0,0 0,0 0,0 0,0 0,0-1,0 1,-1 0,1 0,-1-1,0 1,1 0,-1 0,0-1,-1 1,1 0,0 0,0-1,-1 1,0 0,0-1,-1 0,0 0,0 0,0 0,-1 1,1-1,-1 1,0 0,0-1,0 1,0 0,0 1,0-1,0 1,-1-1,1 1,-1 0,1 0,-1 0,1 1,-1-1,1 1,-1 0,0 0,1 0,-1 1,1-1,-1 1,1 0,-1 0,1 0,-1 0,1 0,0 1,0 0,-1 0,1 0,1 0,-1 0,0 0,0 1,1-1,-1 1,1 0,0 0,0 0,0 0,0 0,1 0,-1 2,11 33,5-25</inkml:trace>
  <inkml:trace contextRef="#ctx0" brushRef="#br0" timeOffset="38470.38">4376 13263,'63'-116,"-41"81,-2 0,-2-1,-1-1,-2-1,-2 0,7-31,-16 56,-5 33,1-7,4 511,-2-516,0 0,-1 1,-1-1,1 0,-1 0,-1 1,1-1,-1 0,-1 0,0 0,0 0,0 0,-1 0,-1 0,1-1,-1 1,0-1,-1 0,1 0,-1-1,-1 1,1-1,-1 0,0-1,-4 3,5-5,1 0,-1 0,0-1,0 1,-1-1,1 0,0-1,-1 1,1-1,-1 0,1 0,-1-1,1 0,-1 0,-2 0,19-8,251-34,-6 1,-179 29</inkml:trace>
  <inkml:trace contextRef="#ctx0" brushRef="#br0" timeOffset="38838.389">6034 12179,'-16'21,"-17"24,-13 28,-16 33,-13 35,-13 34,-16 34,-12 30,-12 20,-6 12,1 1,9-12,18-23,23-31,27-35,22-38,17-40</inkml:trace>
  <inkml:trace contextRef="#ctx0" brushRef="#br0" timeOffset="40600.89">6341 13128,'0'0,"0"-1,0 0,0 1,0-1,0 0,-1 1,1-1,0 1,0-1,-1 0,1 1,0-1,-1 1,1-1,0 1,-1-1,1 1,-1 0,1-1,-1 1,1-1,-1 1,1 0,-1-1,1 1,-1 0,0 0,1 0,-1-1,1 1,-1 0,0 0,1 0,-1 0,0 0,1 0,-1 0,1 0,-1 0,0 0,1 1,-1-1,0 0,1 0,-1 0,1 1,-1-1,1 0,-1 1,1-1,-1 1,1-1,-1 0,1 1,-1-1,1 1,0-1,-1 1,1-1,0 1,-1 0,1-1,0 1,0-1,0 1,-1 0,-7-15,5 10,0 0,0 0,-1 0,0 1,1-1,-1 1,0 0,-1 0,1 0,0 1,-1 0,0 0,1 0,-1 0,0 1,0-1,0 1,0 0,0 1,0 0,0-1,0 1,-1 1,1-1,0 1,-4 1,-2 1,1 0,-1 0,1 1,0 1,0 0,1 0,-1 1,1 0,0 1,1 0,-1 0,0 2,-2 3,0 1,1 0,0 0,1 1,1 0,0 1,1 0,1 0,0 0,1 1,1 0,-1 5,4-14,0 0,0 0,0 0,1 0,0 0,0-1,1 1,0 0,0 0,1 0,-1-1,2 1,-1-1,1 1,0-1,0 0,0 0,1 0,0-1,0 1,1-1,0 0,-1 0,2 0,-1-1,0 0,1 0,0 0,0-1,3 2,15 3,1 0,0-2,0 0,1-2,-1-1,1-1,0-1,0-1,0-2,-1 0,1-2,18-5,-2 2,-1-1,0-2,0-3,-2 0,1-3,-2-1,0-2,-2-2,1-1,-30 16,0 0,0 0,0-1,-1 0,0 0,0-1,-1 1,0-1,0 0,-1-1,2-3,-5 9,0 0,0 0,0 0,0 0,0 0,-1 0,1 0,-1 0,0-1,0 1,0 0,0 0,-1 0,1 0,-1 0,0 0,0 0,0 0,0 0,0 0,-1 0,1 0,-1 1,0-1,0 0,0 1,0 0,0-1,-1 1,1 0,-1 0,1 0,-1 1,-1-2,-1 1,0-1,0 1,-1 0,1 0,-1 1,1-1,-1 1,1 1,-1-1,0 1,0 0,1 0,-1 0,0 1,1 0,-1 0,1 0,-1 1,1 0,-1 0,1 1,0-1,0 1,0 0,1 0,-1 1,1-1,-1 1,1 0,-4 4,0-1,1 1,0 1,0-1,1 1,0 0,1 1,0-1,0 1,1 0,0 1,1-1,0 0,-1 11,3-18,1 1,-1-1,1 1,0-1,0 1,1-1,-1 0,1 1,-1-1,1 1,0-1,0 0,1 0,-1 0,1 0,-1 0,1 0,0 0,0 0,1 0,-1-1,0 1,1-1,-1 0,1 0,0 0,0 0,0 0,0-1,0 1,0-1,0 0,1 1,-1-2,0 1,1 0,-1-1,1 1,-1-1,3 0,3-1,0 0,0 0,1 0,-2-1,1-1,0 0,0 0,-1 0,1-1,-1-1,0 1,-1-1,1 0,-1-1,0 0,0 0,-1-1,1 0,-1 0,-1 0,0 0,0-1,0 0,-1 0,0-1,-1 1,1-1,-2 0,1 0,-1 1,-1-2,0 1,0-6,-7-9,6 24,-1 0,1 0,0-1,-1 1,1 0,0 0,-1 0,1 0,-1 0,1 0,0 0,-1 0,1 0,0-1,-1 2,1-1,-1 0,1 0,0 0,-1 0,1 0,0 0,-1 0,1 0,0 0,-1 1,1-1,0 0,-1 0,1 1,0-1,-1 0,1 0,0 1,0-1,-1 0,1 1,0-1,0 0,0 1,0-1,-1 0,1 1,0-1,0 0,0 1,0-1,0 0,0 1,0-1,0 1,0-1,0 0,0 1,0-1,0 0,0 1,0-1,1 1,-4 7,1 0,0 1,0-1,1 0,0 1,1 0,0-1,0 1,1-1,0 1,0-1,1 1,0-1,0 0,1 1,1-2,-1 1,1 0,0-1,1 1,0-1,0 0,0-1,1 1,0-1,0 0,1-1,0 1,0-1,0-1,0 1,1-1,7 3,-6-3,0-1,0 1,0-1,0-1,1 0,-1 0,1-1,0 0,-1 0,1-1,0-1,-1 1,1-2,0 1,-1-1,1-1,-1 0,0 0,0-1,0 0,-1 0,1-1,-1 0,0-1,0 0,-1 0,0-1,0 1,6-9,-4-3,-1-1,-1 0,0-1,-2 1,0-1,-1-1,-1 1,-1 0,-1-1,-1 1,0-1,-4-17,1 87,22 931,-14-813,-14-154,0-37,-4-58,3-1,5 0,3-20,1 75,-2-646,3 672,7-52,-7 52,1 1,0-1,0 1,-1 0,1-1,0 1,0 0,1 0,-1 0,0 0,0 0,1 0,-1 0,0 0,1 0,-1 0,1 1,-1-1,1 1,-1-1,1 1,-1 0,1-1,-1 1,1 0,0 0,-1 0,1 0,-1 0,1 1,1-1,19 5,1 0,-1 1,0 1,0 2,-1 0,0 1,1 2,-14-9,0 0,0 0,-1 1,1 1,-1-1,0 1,0 0,-1 1,1-1,-1 1,-1 1,1-1,-1 1,0 0,0 0,-1 1,0-1,-1 1,1 1,-4-5,0-1,-1 1,1 0,-1-1,0 1,0-1,0 1,-1-1,1 0,-1 0,0 1,1-1,-2 0,1 0,0-1,0 1,-1 0,0-1,1 0,-1 1,0-1,-1 0,-71 41,60-36,0-1,-1 0,0-1,0-1,0 0,0-1,-6 0,2-6,12-4</inkml:trace>
  <inkml:trace contextRef="#ctx0" brushRef="#br0" timeOffset="41883.914">8186 13008,'-203'-21,"147"28,55-7,0 0,0 1,0-1,0 1,0-1,0 1,0-1,0 1,0 0,0 0,1-1,-1 1,0 0,0 0,1 0,-1 0,0 0,1 0,-1 0,1 0,-1 0,1 0,0 0,-1 0,1 0,0 0,0 1,0-1,0 0,0 0,0 0,0 0,0 0,0 0,1 1,-1-1,0 0,1 0,-1 0,1 0,-1 0,1 0,0 0,-1 0,1 0,7 11,0-1,1-1,0 1,1-2,-1 1,2-1,10 7,-3-1,27 21,-12-11,-1 2,-2 1,-1 1,-1 1,4 9,-28-34,0 1,0-1,-1 1,0 0,-1 0,1 0,-1 1,0-1,-1 1,1 4,-1-8,-1-1,0 1,0-1,-1 1,1-1,0 1,-1-1,0 0,1 1,-1-1,0 0,0 0,0 1,-1-1,1 0,0 0,-1 0,1 0,-1-1,0 1,0 0,0-1,0 1,0-1,0 1,0-1,0 0,0 0,0 0,-1 0,0 0,0 1,0-1,0 0,0 0,0 0,0 0,0 0,0-1,0 1,0-1,-1 0,1 0,0 0,0 0,0-1,0 1,-1-1,1 0,0 0,0 0,0 0,0 0,1-1,-1 1,0-1,1 0,-1 0,1 0,-1 0,1 0,0-1,0 1,0-1,0 1,0-1,1 0,-1 0,0-2,2-5,1-1,0 1,1 0,0 0,1 0,0 0,0 0,1 0,0 1,1 0,0 0,1 0,-1 0,2 1,6-8,2-4,1 1,0 0,1 1,1 1,1 0,1 2,0 0,0 1,2 1,14-6,-34 17,0 1,1-1,-1 0,0 1,1 0,-1-1,0 1,1 0,-1 0,1 1,0-1,-1 0,1 1,0 0,-1-1,1 1,0 0,0 0,-1 1,1-1,0 1,-1-1,1 1,-1 0,1 0,-1 0,1 0,-1 0,1 1,-1-1,0 1,0-1,0 1,0 0,0 0,1 1,0 10,-1 0,0 0,0 1,-1-1,-1 1,0-1,-2 12,0 1,1-2,3 59,-2-81,0 1,1-1,0 1,-1-1,1 1,0-1,0 1,1-1,-1 0,0 0,1 0,-1 0,1 0,0 0,0 0,0 0,0-1,0 1,0-1,0 1,0-1,0 0,1 0,-1 0,1 0,-1 0,1-1,-1 1,1-1,2 1,0-1,0 0,0 0,1-1,-1 0,0 0,0 0,0 0,0-1,0 0,0 0,-1 0,1-1,-1 1,1-1,-1 0,0-1,0 1,0-1,-1 1,3-4,3-3,0-1,-1-1,0 1,-1-1,0-1,-1 1,2-9,32-119,-32 176,-8-15,2-1,1 0,0-1,1 1,1 0,6 11,-9-24,1-1,0 1,0-1,1 0,0 0,0 0,0-1,1 1,0-1,0 0,0-1,1 1,-1-1,1 0,0 0,0-1,1 0,-1 0,1 0,4 1,-3-3,0 1,0-1,-1 0,1-1,0 0,0 0,0-1,-1 0,1 0,0-1,-1 0,1 0,-1-1,0 0,1 0,-1 0,-1-1,1 0,-1-1,5-4,3-2,-1-1,0-1,-1 0,0-1,-1 0,-1-1,0 0,5-12,8-29,-2-1,-2-1,-3-1,-3 0,-2-1,-2 0,-2-23,6-41,-6 0,-6-90,-1 204,0 0,-1 0,0 0,-1 0,0 0,0 0,-1 1,0-1,-1 1,0 0,-3-4,6 12,0-1,0 1,0 0,0 0,0 0,-1 0,1 0,-1 0,1 0,0 0,-1 1,1-1,-1 0,0 1,1-1,-1 1,1 0,-1 0,0-1,1 1,-1 0,0 0,1 1,-1-1,0 0,1 0,-1 1,1-1,-1 1,1 0,-1-1,1 1,-1 0,1 0,-1 0,1 0,0 0,0 0,-1 0,1 0,0 0,0 1,-14 14,1 0,1 1,0 0,1 1,1 0,1 1,1 1,0-1,1 2,1 2,-11 18,3 2,1-1,2 2,3 0,1 0,2 1,2-1,2 1,1 0,3 0,2 0,2-1,11 42,-11-67,1-1,0 0,2 0,0-1,1-1,0 1,1-2,1 1,1-1,0-1,1-1,1 0,0 0,0-2,1 0,1 0,0-2,0 0,1-1,0-1,0 0,1-2,0 0,0-1,0-1,2 0,-4 0,0-1,-1-1,1-1,0 0,-1-1,1-1,0 0,-1-2,0 0,0 0,0-2,0 0,-1 0,0-2,0 0,-1 0,0-1,0-1,5-6,-15 11,0 0,-1 0,0-1,0 1,0-1,-1 0,0 0,0 0,0 0,-1 0,0 0,0 0,0 0,-1 0,0-1,0 1,-1 0,1 0,-1 0,-1-1,1 1,-1 0,0 1,-1-1,1 0,-1 1,0-1,0 1,-1 0,0 0,0 0,0 0,0 1,-5-4,2 0,0 1,-1 0,0 0,0 0,-1 1,0 1,0-1,0 1,0 1,-1 0,0 0,0 1,0 0,0 0,0 1,-1 1,1 0,-6 0,12 2,-1 0,1 0,0 1,0-1,0 1,1 0,-1 0,0 0,0 0,1 1,0-1,-1 1,1 0,0 0,0 0,1 1,-1-1,1 1,0-1,-1 1,2 0,-1 0,0 0,1 0,0 0,-1 4,-1 2,1-1,1 1,0-1,0 1,1 0,0-1,0 1,1 0,1-1,-1 1,3 4,-3-9,0-1,0 0,0 1,1-1,0 0,0 0,0 0,0 0,1-1,0 1,-1-1,1 1,0-1,1 0,-1 0,0 0,1-1,0 1,0-1,0 0,0 0,0 0,0 0,0-1,0 0,1 1,-1-2,1 1,-1 0,0-1,1 0,-1 0,1 0,-1-1,1 0,-1 0,0 0,1 0,2-1,3-6,0 1,0-2,-1 1,0-1,0-1,-1 1,0-1,-1-1,0 0,-1 0,0 0,-1-1,0 1,1-4,-6 15,0 1,0-1,0 1,1 0,-1-1,0 1,0-1,1 1,-1-1,0 1,1-1,-1 1,1-1,-1 0,1 1,-1-1,1 1,-1-1,1 0,-1 0,1 1,-1-1,1 0,0 0,-1 0,1 1,-1-1,1 0,0 0,-1 0,1 0,-1 0,1 0,0 0,-1 0,1-1,-1 1,1 0,0 0,-1 0,1-1,-1 1,1 0,-1-1,1 1,-1 0,1-1,-1 1,1-1,-1 1,0-1,1 1,-1-1,0 1,1-1,-1 1,0-1,0 1,1-1,-1 1,0-1,0 0,0 1,0-1,0 1,0-1,0 0,0 0,72 155,-58-135,1-1,1 0,0-2,2 0,-1 0,2-2,0 0,1-2,0 0,13 5,0-1</inkml:trace>
  <inkml:trace contextRef="#ctx0" brushRef="#br0" timeOffset="43106.107">6195 14666,'-3'-7,"-1"0,1 0,-1 1,-1-1,1 1,-1 0,0 0,0 1,-1-1,0 1,0 0,0 1,0-1,-1 1,0 1,1-1,-2 1,1 0,0 1,0 0,-1 0,1 0,-1 1,0 0,1 1,-1-1,0 1,1 1,-1 0,0 0,1 0,-1 1,1 0,-1 1,1-1,0 2,0-1,-4 3,1-1,1 0,0 0,0 1,0 0,0 0,1 1,0 0,1 1,0-1,0 2,0-1,1 1,0 0,1 0,0 0,1 1,-1 0,2 0,0 0,0 0,0 0,2 1,-1 5,1-12,1 0,0 0,1 1,-1-1,1 0,0 0,0 0,0 1,1-1,-1 0,1-1,0 1,0 0,0 0,1-1,-1 0,1 1,0-1,0 0,0 0,0 0,1-1,-1 1,1-1,-1 0,1 0,0 0,0 0,0-1,0 1,0-1,0 0,0-1,1 1,1 0,4-1,-1 0,0-1,0 0,0-1,0 1,0-2,0 1,-1-1,1-1,-1 1,0-1,0-1,0 0,0 0,-1 0,0-1,0 0,0 0,6-7,0-1,-1 0,-1 0,0-1,-1-1,0 0,-1 0,3-10,-2-3,-1-1,-1 0,-2 0,-1-1,-1 0,-2 0,-1 0,-1 0,-2-1,-1 1,-2 1,-3-15,-9-2,8 49,-12 61,8 3,3 0,3 1,3 0,3 43,2-88,1 0,1 0,1 0,0 0,2-1,7 20,-10-34,0 1,0-1,1 0,0 0,0 0,1-1,0 1,0-1,0 0,1 0,0-1,0 0,1 0,-1 0,1-1,0 0,0 0,0-1,1 0,3 1,-4-2,0-1,0 0,1 0,-1-1,0 0,0 0,0-1,0 1,0-2,0 1,0-1,0 0,0 0,-1-1,1 0,-1 0,0-1,0 0,0 0,0 0,0-1,-1 1,0-1,0-1,-1 1,1-1,-1 0,4-4,-1 0,-1-1,0 0,0 0,-1 0,0-1,-1 0,-1 0,1 0,-2 0,0-1,0 1,-2-1,1 1,-1-1,-18-41,17 52,1 1,-1 0,1 0,-1 0,0 0,0 0,0 0,1 0,-1 1,0-1,0 0,0 0,0 1,-1-1,1 0,0 1,0-1,0 1,0 0,-1-1,1 1,0 0,0 0,0 0,-1 0,1 0,0 0,0 0,-1 0,1 0,0 0,0 1,-1-1,1 1,0-1,0 1,0-1,0 1,0 0,0-1,0 1,0 0,0 0,-3 3,0 0,0 1,0 0,1-1,0 1,0 1,0-1,1 0,0 1,0-1,0 1,1-1,-1 1,1 0,1 0,-1 0,1-1,0 1,0 0,1 0,0 0,0 0,0-1,2 4,-1-5,1 0,0 0,-1 0,1-1,1 1,-1-1,1 0,-1 0,1 0,0 0,0-1,0 0,0 1,0-2,1 1,-1 0,1-1,-1 0,1 0,1 0,98 6,84-28,-93 4</inkml:trace>
  <inkml:trace contextRef="#ctx0" brushRef="#br0" timeOffset="43609.08">8226 14291,'-3'-8,"0"1,0-1,-1 1,0-1,0 1,-1 0,0 1,0-1,-1 1,1 0,-1 0,-1 1,1-1,-1 1,0 1,0 0,0 0,-1 0,-1 0,-1 0,0 0,0 0,-1 2,1-1,0 1,-1 1,0-1,1 2,-1 0,0 0,0 1,1 0,-1 1,1 0,-1 1,1 0,0 0,0 1,0 0,1 1,-1 1,1-1,0 1,1 1,-1-1,1 1,1 1,-1 0,1 0,1 0,-1 1,1 0,-1 3,2 0,0-1,1 1,0 0,1 0,0 1,1-1,1 1,-1-1,2 1,0 0,1-1,0 1,0-1,2 1,-1-1,2 0,0 0,0 0,1 0,0-1,1 0,0 0,1 0,1-1,-1 0,1 0,1-1,0 0,0 0,1-1,0-1,0 1,8 3,-2-3,0 0,0 0,0-2,1 0,0-1,1 0,-1-2,1 0,-1-1,1 0,0-2,0 0,-1-1,1 0,0-2,-1 0,1-1,-1-1,0-1,-1 0,8-5,45-26,-53 26</inkml:trace>
  <inkml:trace contextRef="#ctx0" brushRef="#br0" timeOffset="45157.477">8534 14398,'-5'19,"-3"14,-1 11,2 5,1 1,4-3,6-6,3-9,6-11,2-10,-1-8</inkml:trace>
  <inkml:trace contextRef="#ctx0" brushRef="#br0" timeOffset="45400.825">8560 14024,'-18'-11,"-8"-4,0 3,4 8,14 13,16 13,19 9,18 6,15 6,-3-4</inkml:trace>
  <inkml:trace contextRef="#ctx0" brushRef="#br0" timeOffset="45754.88">8868 14613,'12'-19,"0"-1,-2 0,0-1,-1 0,-1 0,-1-1,-1 0,-1 0,0 0,-2-1,-1 1,-1-1,-1 0,0 0,-2 1,-2-6,5 28,-1 0,0 0,1 0,-1 0,0 0,1 0,-1 0,0 0,1 0,-1 0,0 0,1 0,-1 0,0 0,1 0,-1 0,0 0,1-1,-1 1,0 0,0 0,1 0,-1-1,0 1,1 0,-1 0,0 0,0-1,0 1,1 0,-1-1,0 1,0 0,0 0,0-1,0 1,1 0,-1-1,0 1,0 0,0-1,0 1,0 0,0-1,0 1,0 0,0-1,0 1,68 35,35 25,-99-56,1 0,-1 0,0 1,0-1,0 1,-1 0,0 0,1 0,-2 1,1-1,-1 1,0 0,0-1,0 1,-1 0,0 0,0 0,0 3,-2 8,0-1,-1 1,-1-1,0 0,-2 0,1 0,-6 10,-10 38,19-61,0-1,0 0,1 1,-1-1,0 1,1 0,0-1,-1 1,1-1,0 1,1 0,-1-1,0 1,1-1,-1 1,1-1,0 1,0-1,0 1,0-1,0 0,0 0,1 1,-1-1,1 0,0 0,-1 0,1-1,0 1,0 0,0-1,1 1,-1-1,0 0,0 1,1-1,-1 0,1 0,-1-1,1 1,-1-1,2 1,11 1,-1-1,1-1,0 0,0-1,-1-1,1 0,-1-1,1-1,9-3,32-11</inkml:trace>
  <inkml:trace contextRef="#ctx0" brushRef="#br0" timeOffset="46501.825">9630 14359,'-7'-1,"0"-1,-1 2,0-1,1 1,-1 0,1 1,-1 0,1 0,-1 0,1 1,0 0,0 1,0 0,0 0,0 0,0 1,1 0,0 0,0 1,0-1,0 1,1 1,-1-1,1 1,1 0,-1 0,1 0,0 1,1-1,-1 1,1 0,1 0,-1 0,1 1,1-3,1-1,-1 0,1 0,0 1,0-1,1 0,-1 0,1 1,0-1,0 0,1 0,-1 0,1 0,0 0,0 0,0-1,0 1,1-1,-1 1,1-1,0 0,0 0,0 0,0 0,1-1,-1 1,2 0,6 3,-1-1,0 0,1-1,0 0,0-1,0 0,1 0,-1-1,8 0,-3-1,0 0,0-1,0-1,-1 0,1-1,0-1,-1-1,0 0,1-1,-2 0,2-2,-10 5,1-2,-1 1,0-1,1 0,-2 0,1-1,0 0,-1 0,0 0,0-1,-1 0,1 1,-1-2,-1 1,1 0,-1-1,0 0,0 1,-1-1,0 0,0 0,-1-1,0 1,1-5,-4-22,-9 56,9-12,0 0,1 0,0 0,1 1,0-1,1 0,-1 0,4 10,-4-17,1 0,0 0,0 0,1 0,-1 0,1 0,-1 0,1 0,0-1,0 1,0-1,0 1,0-1,1 0,-1 0,1 0,0 0,-1 0,1-1,0 1,0-1,0 1,0-1,0 0,1-1,-1 1,0 0,0-1,4 0,5-1,1-1,0 0,-1-1,1 0,-1-1,0-1,0 0,-1-1,1 0,-1 0,-1-1,1-1,-1 0,0 0,-1-1,0 0,6-8,-1-1,0 1,-1-2,-1 1,-1-2,-1 1,5-15,-12 58,-4-18,7 106,-5-108,0 1,0-1,1 0,-1 0,1 1,0-1,1 0,-1-1,1 1,-1 0,1-1,0 1,0-1,1 0,-1 0,1 0,-1-1,1 1,0-1,0 0,0 0,0 0,3 0,-2 1,1-2,0 1,-1-1,1 0,0 0,0 0,0-1,0 0,0 0,0-1,-1 1,1-1,0-1,0 1,-1-1,1 0,-1 0,1 0,-1-1,0 0,0 0,0 0,0-1,-1 0,0 0,1 0,-1 0,0-1,-1 1,1-1,-1 0,0 0,0 0,-1-1,4-8,-1 0,0-1,-1 0,0 0,-2 0,0 0,0-1,-1 0,-2 33,1 0,1 1,0-1,1 0,1 0,1 0,1 0,0-1,1 0,6 13,22 5,-17-25</inkml:trace>
  <inkml:trace contextRef="#ctx0" brushRef="#br0" timeOffset="46756.251">10485 13971,'-2'11,"-1"4</inkml:trace>
  <inkml:trace contextRef="#ctx0" brushRef="#br0" timeOffset="47004.2">10713 13717,'10'156,"-7"111,-3-265,-9 327,8-318,0-1,0 1,1-1,1 1,0-1,0 0,1 1,1-1,-1 0,1 0,1 0,0 0,1-1,0 0,0 0,1 0,0 0,0-1,1 0,0 0,1-1,-1 0,1 0,6 3,-7-7,0 1,1-1,-1 0,1-1,0 0,0 0,-1-1,1 0,0 0,0-1,0 0,0 0,0-1,0 0,0 0,0-1,0 0,0 0,-1-1,1 0,-1-1,0 1,0-1,0-1,-1 1,1-1,-1 0,0-1,-1 1,1-1,4-7,6-19</inkml:trace>
  <inkml:trace contextRef="#ctx0" brushRef="#br0" timeOffset="47256.526">10526 14064,'16'-7,"19"-4,21-3,20-1,17 2,9 3,-4 3,-19 3</inkml:trace>
  <inkml:trace contextRef="#ctx0" brushRef="#br0" timeOffset="47818.159">6114 15695,'0'23,"0"16,0 9,0 3,0-1,0-6,2-8,1-11</inkml:trace>
  <inkml:trace contextRef="#ctx0" brushRef="#br0" timeOffset="48688.935">5833 15347,'44'8,"81"13,-1 6,70 26,-182-51,-1 2,1 0,-1 0,0 1,0 0,-1 1,0 0,0 0,0 1,-1 1,0 0,0 0,-1 1,0 0,0 0,-1 1,0 0,-1 0,0 0,-1 1,0 9,-2 0,0 0,-2 0,0 1,-1-1,-1 0,-1 1,-1-1,0 0,-2 0,0-1,-5 12,-6 31,15-60,0 0,0 0,0 0,0 0,0 0,0 0,1 0,-1 0,1 0,-1 0,1 0,0 0,0 1,0-1,0 0,0 0,0 0,1 0,-1 0,1 1,-1-1,1 0,0 0,0 0,0 0,0-1,0 1,0 0,1 0,-1-1,1 1,-1 0,1-1,-1 0,1 1,0-1,0 0,0 0,0 0,-1 0,2 0,-1 0,0-1,0 1,1 0,8-3,-1-1,1 0,-1-1,0 0,0 0,0-1,-1 0,1-1,-1 0,-1 0,1-1,-1 0,0-1,-1 0,0 0,0-1,0 1,-1-1,-1-1,4-4,-1 0,-1 0,0-1,-1 0,-1-1,0 1,1-13,-6 39,0 1,1-1,0 1,1-1,0 1,1-1,0 0,1 0,0 0,1 0,0-1,6 10,-7-14,0-1,0 0,1 1,-1-2,1 1,0-1,1 1,-1-1,1-1,0 1,0-1,0 0,0-1,0 1,1-1,-1 0,1-1,-1 1,1-1,0-1,-1 1,1-1,0 0,0-1,-1 0,1 0,0 0,-1-1,1 0,-1 0,0 0,1-2,4-1,-1-2,0 0,0 0,-1 0,1-1,-2-1,1 0,-1 0,-1 0,0-1,0 0,-1-1,0 1,0-1,-1 0,-1-1,3-11,3-12,-2-1,-2 0,-1 0,-2 0,-1-16,-1-30,-4 0,-11-64,-4 76,17 70,0 0,0 0,0 0,0-1,0 1,0 0,0 1,0-1,0 0,0 0,0 0,0 0,1 1,-1-1,0 0,0 1,0-1,0 1,0-1,1 1,-1-1,0 1,0 0,1-1,-1 1,0 0,1 0,-1-1,1 1,-1 0,1 0,-1 0,1 0,0 0,0-1,-1 1,1 0,0 0,0 0,0 0,0 1,-13 35,2 0,2 0,2 1,1 1,1-1,3 11,-3-13,2 0,2-1,1 1,2 0,2 0,1 0,1-1,2 0,2-1,1 1,2-1,-8-23,1-2,0 1,0-1,1 0,0 0,1 0,0-1,0-1,1 1,0-1,0-1,1 0,0 0,0-1,4 2,-7-4,0-1,0 0,0 0,0 0,0-1,0 0,0-1,1 1,-1-1,0-1,0 1,1-1,-1-1,0 1,0-1,0 0,0-1,-1 0,1 0,-1 0,0-1,1 0,-2 0,3-2,2-4,0-1,-1 0,-1 0,0-1,0 1,-1-2,-1 1,0-1,-1 0,0 0,-1-1,0 0,-1 1,-1-1,0 0,-1 0,-1-1,0 1,0 0,-2-6,-14-42,16 61,-1 1,0-1,0 1,0-1,0 0,1 1,-1 0,0-1,0 1,0-1,0 1,0 0,0 0,0 0,0-1,0 1,0 0,0 0,0 0,0 0,0 1,0-1,0 0,0 0,0 1,0-1,0 0,0 1,0-1,0 1,0-1,1 1,-1 0,0-1,0 1,1 0,-1 0,0-1,1 1,-1 0,1 0,-1 0,1 0,-1 0,1 0,0 0,-1 0,1 0,0 0,0 0,0 0,-1 0,1 0,0 0,1 0,-1 0,-6 14,1 1,0-1,2 1,-1-1,2 1,0 0,1 0,1 0,0 0,1 0,1 0,1 0,0 0,2 5,-2-14,1 0,0 0,0 0,0-1,1 1,0-1,1 0,-1 0,1-1,0 1,1-1,-1-1,1 1,0-1,0 0,0-1,0 0,1 0,-1 0,1-1,0 0,0-1,0 0,0 0,0 0,0-1,0-1,0 1,0-1,0 0,5-2,18-6</inkml:trace>
  <inkml:trace contextRef="#ctx0" brushRef="#br0" timeOffset="48941.447">6876 15415,'18'7,"24"2,31 2,29-1,27-3,22 1,11 1,2 3,-27-1</inkml:trace>
  <inkml:trace contextRef="#ctx0" brushRef="#br0" timeOffset="50249.803">8106 15763,'-12'-11,"0"2,0-1,-1 1,0 1,0 1,-1 0,0 0,9 5,1 1,-1-1,0 1,0 0,0 0,0 1,0-1,0 1,0 0,0 1,0-1,0 1,0 0,0 0,0 0,1 1,-1 0,0 0,1 0,-1 0,1 1,0-1,0 2,-2-1,0 2,0-1,1 0,-1 1,1 0,0 1,1-1,-1 1,1-1,0 1,1 1,0-1,0 0,0 1,0 0,1 0,0-1,1 1,-1 0,2 0,-1 1,1-1,0 0,0 0,0 0,1 0,1-4,0 0,0 0,0 0,0 0,1 0,-1 0,1-1,-1 1,1-1,0 0,0 0,0 0,0 0,1-1,-1 1,0-1,1 1,-1-1,1-1,-1 1,1 0,-1-1,1 1,0-1,1 0,90-15,48-55,-142 70,0-1,-1 1,1-1,0 1,0-1,-1 1,1 0,0-1,0 1,0 0,0 0,-1-1,1 1,0 0,0 0,0 0,0 0,0 0,0 0,-1 1,1-1,0 0,0 0,0 1,0-1,-1 0,1 1,0-1,0 0,-1 1,1-1,0 1,-1 0,1-1,0 1,-1 0,1-1,-1 1,1 0,-1-1,0 1,1 0,-1 0,1 0,4 42,-5-35,-7 462,-1-345,3-109,-4-30,7-17,2 1,1-1,1 0,2 1,1-1,1 1,10-26,40-133,-20 69,16-93,-50 204,1-1,-1 0,0-1,0 0,-1 1,-1-1,1 0,-2 1,0-1,0 0,-1 1,0-1,0 1,-5-9,5 16,-1 0,0 0,0 1,0-1,0 1,0 0,-1 0,1 0,0 0,-1 1,0-1,1 1,-1 0,0 0,0 0,0 1,0-1,0 1,1 0,-1 0,0 0,0 1,0-1,0 1,0 0,1 0,-1 1,0-1,1 1,-1-1,1 1,-1 0,1 0,0 1,0-1,0 1,0 0,0-1,1 1,-1 0,1 1,0-1,0 0,-1 3,2-5,0 0,1 1,-1-1,0 0,1 0,-1 1,1-1,0 0,-1 1,1-1,0 0,0 1,0-1,0 1,0-1,0 0,0 1,0-1,1 0,-1 1,0-1,1 0,-1 1,1-1,0 0,-1 0,1 1,0-1,0 0,0 0,0 0,0 0,0 0,0 0,0 0,0-1,1 2,52 17,-21-17,-1-1,0-2,1-1,-1-1,0-2,0-1,4-3,23-3,84-7,-141 20,1-1,-1 1,0 0,1 0,-1 0,0 0,0 1,0-1,0 1,0-1,0 1,0 0,-1-1,1 1,0 0,-1 0,0 0,1 0,-1 1,0-1,0 0,0 1,-1-1,1 0,0 1,-1-1,1 1,-1-1,0 1,0-1,0 0,0 1,-1-1,1 1,-1-1,1 1,-1-1,0 0,0 1,0-1,0 0,-1 1,-12 73,-10 92,24-164,-1-1,1 1,0-1,0 1,0-1,1 1,-1-1,1 1,0-1,0 1,0-1,0 1,0-1,1 0,0 0,-1 0,1 0,1 0,-1 0,0 0,1-1,-1 1,1-1,-1 0,1 0,0 0,0 0,0 0,1 0,-1-1,0 0,1 1,13-1,0 0,0 0,-1-2,1 0,0-1,0-1,-1 0,0-1,12-5,-20 7,24-5,0-2,0-1,-1-1,0-2,-1-1,-1-2,0 0,-1-2,20-18,5-37,-52 71,0-1,0 0,0 0,0 0,-1 0,1 0,-1 0,0 0,0 1,0-1,0 0,0 0,-1 0,1 0,-1 0,0 0,0 0,0 0,0 1,0-1,0 0,-1 1,0-1,1 1,-1-1,0 1,0 0,-1-1,-4-1,0 0,0 0,0 1,0 0,-1 0,1 1,-1 0,0 0,1 0,-1 1,0 1,0-1,0 1,0 1,0-1,1 1,-1 1,0-1,1 1,-1 1,1-1,-1 1,1 1,0-1,0 1,1 1,-1-1,1 1,0 0,0 0,0 1,1 0,0 0,0 0,-3 6,5-9,1 0,-1 0,1 0,0 1,0-1,0 1,0 0,0-1,1 1,-1 0,1 0,0 0,1 0,-1 0,1 0,-1 0,1 1,1-1,-1 0,0 0,1 0,0 0,0 0,0 0,0 0,1 0,0-1,0 1,0 0,0-1,0 0,1 1,-1-1,1 0,0 0,0 0,0 0,4-1,0 0,0 0,1 0,-1-1,0 0,1 0,-1-1,0 0,1-1,-1 1,0-1,1-1,-1 1,0-1,0 0,0-1,0 0,-1 0,1 0,-1-1,1 0,-1 0,-1-1,1 0,-1 0,1 0,-1 0,-1-1,4-5,-8 12,0 0,0-1,0 1,0-1,0 1,0 0,0-1,0 1,0 0,0-1,1 1,-1 0,0-1,0 1,1-1,-1 1,0-1,1 1,-1-1,0 1,1-1,-1 1,1-1,-1 1,1-1,-1 1,1-1,-1 0,1 1,0-1,-1 0,1 0,-1 0,1 1,0-1,-1 0,1 0,0 0,-1 0,1 0,-1 0,1 0,0 0,-1 0,1 0,0 0,-1-1,1 1,-1 0,1 0,0-1,-1 1,1 0,-1-1,1 1,-1-1,1 1,-1 0,1-1,-1 1,0-1,1 0,0 5,0 3,0 0,1-1,-1 1,1-1,1 1,-1-1,1 0,0 0,1 0,-1 0,1-1,0 1,1-1,-1 0,1 0,0-1,0 1,1-1,-1 0,1-1,0 1,0-1,0 0,0 0,0-1,1 0,-1 0,1-1,0 0,-1 0,1 0,0-1,1 0,-1-1,0 0,0-1,0 0,-1 0,1-1,-1 1,1-1,-1-1,0 1,0-1,-1 0,1-1,-1 1,0-1,0 0,0-1,-1 1,0-1,0 0,0 0,-1 0,3-5,3-10,0-1,-2 0,0-1,-2 1,0-1,0-8,41-359,-19 231,-23 146,-3 22,-43 238,33-180,3 1,3 1,4 21,0-70,1 0,0 0,2 0,0 0,2-1,0 0,0 0,2 0,1-1,0 0,1 0,1-1,7 8,-15-20,1 0,0 0,0 0,0 0,0-1,1 0,0 0,0 0,0 0,0-1,1 0,-1 0,1 0,0-1,0 0,0 0,0 0,0-1,0 0,0 0,0 0,5-1,-10-1,1 0,0 0,-1 0,1 0,-1 0,1 0,-1-1,0 1,0 0,1-1,-1 1,0-1,0 1,0-1,-1 0,1 1,0-1,-1 0,1 0,-1 0,1 1,-1-1,0-1,3-24</inkml:trace>
  <inkml:trace contextRef="#ctx0" brushRef="#br0" timeOffset="50510.107">9616 15575,'-15'-18,"-11"-11,-3-2,4 1,15 7,23 6,30 7,36 4,38 4,32 0,24-3,4-2,-28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2:49.5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54 146,'-16'60,"-14"296,27-310,1 87,2-133,-1 1,1-1,0 1,0 0,-1-1,1 1,0-1,0 1,0 0,0-1,0 1,0-1,0 1,0 0,0-1,0 1,0-1,0 1,0 0,1-1,-1 1,0-1,0 1,1-1,-1 1,0-1,1 1,-1-1,0 1,1-1,-1 1,1-1,-1 0,1 1,-1-1,1 0,-1 1,1-1,-1 0,1 0,0 1,-1-1,1 0,-1 0,1 0,0 0,-1 0,1 0,-1 0,1 0,0 0,-1 0,1 0,-1 0,1 0,-1-1,1 1,0 0,-1 0,1-1,-1 1,1 0,-1-1,1 1,-1-1,1 1,-1 0,0-1,1 1,-1-1,26-38,-7-2,-15 30,1 0,0 0,1 0,0 1,0 0,1 0,0 0,1 1,0 0,7-5,-14 13,1-1,0 1,0 0,0 0,0 0,0 0,0 0,0 0,0 0,0 1,0-1,1 1,-1 0,0 0,0-1,1 1,-1 1,0-1,0 0,1 0,-1 1,0 0,0-1,0 1,0 0,0 0,0 0,0 0,0 0,0 0,0 1,-1-1,1 1,0-1,-1 1,3 2,-1 0,0 0,-1 0,1 0,-1 1,1-1,-1 1,-1-1,1 1,-1 0,1 0,-2 0,1 0,0-1,-1 5,-2 1,0 1,-1-1,0 0,-1 0,0 0,0-1,-1 0,0 0,-1 0,0 0,-1-1,1 0,-1 0,-1-1,0 0,0 0,0 0,-1-1,0-1,0 0,0 0,-2 0,9-4,1 0,-1 1,1-2,-1 1,1 0,-1 0,0 0,1-1,-1 1,0-1,0 0,0 1,1-1,-1 0,0 0,0 0,0 0,0 0,1 0,-1-1,0 1,0-1,1 1,-1-1,0 0,1 0,-1 1,0-1,1 0,-1 0,1-1,0 1,-1 0,1 0,0-1,0 1,-1-1,-6-17</inkml:trace>
  <inkml:trace contextRef="#ctx0" brushRef="#br0" timeOffset="252.325">334 53,'0'-16,"3"-5,4 5,7 17,7 22,9 28,7 25,1 25,-4 20,-9 17,-21 14,-26 12,-31 4,-24-3,1-30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2:53.2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4348 522,'3'-47,"3"1,1 1,2-1,2 1,11-25,-6 14,0 10,-12 53,0 188,5-106,4 0,4-1,14 40,-28-116,7 51,-10-61,0 0,0 0,0 0,0-1,-1 1,1 0,0 0,-1-1,0 1,1 0,-1-1,0 1,0-1,0 1,0-1,0 1,0-1,0 0,-1 0,1 1,0-1,-1 0,1 0,-1 0,1 0,-1-1,1 1,-1 0,0-1,0 1,1-1,-2 1,-2 0,1-1,-1 1,0-1,0 0,0 0,0-1,0 1,0-1,0 0,1 0,-1-1,0 1,1-1,-1 0,1-1,-5-2,9 5,0 0,-1 0,1 0,-1 0,1 0,-1 0,1-1,-1 1,1 0,0 0,-1-1,1 1,0 0,-1 0,1-1,0 1,-1 0,1-1,0 1,-1-1,1 1,0 0,0-1,0 1,-1-1,1 1,0-1,0 1,0 0,0-1,0 1,0-1,0 1,0-1,0 1,0-1,0 1,0-1,0 1,0-1,0 1,1 0,-1-1,0 1,0-1,1 1,-1 0,0-1,0 1,1-1,-1 1,0 0,1 0,-1-1,0 1,1 0,-1-1,1 1,-1 0,0 0,1 0,-1 0,1-1,-1 1,1 0,-1 0,1 0,-1 0,37-6,263-8,-237 9</inkml:trace>
  <inkml:trace contextRef="#ctx0" brushRef="#br0" timeOffset="150.484">5417 749,'7'0,"-2"0,-9 2,-4 1</inkml:trace>
  <inkml:trace contextRef="#ctx0" brushRef="#br0" timeOffset="-817.443">3051 187,'-71'439,"69"-424,0-6,1 0,-1 1,2-1,0 0,0 0,0 1,1-1,0 0,1 0,0 0,2 4,-2-11,1 1,-1-1,1 0,-1 1,1-1,0 0,0 0,0-1,0 1,0-1,0 1,1-1,-1 0,0 0,1 0,-1-1,1 1,-1-1,1 0,-1 0,1 0,-1-1,0 1,1-1,-1 1,1-1,-1 0,0-1,0 1,1 0,-1-1,0 0,-1 0,2 0,22-11,0-2,-1-1,-1-1,0 0,-1-2,-1-1,-1-1,-1-1,6-9,-14 19,-8 25,-39 230,33-219,-1 3,0 1,2-1,2 1,0-1,2 0,0 1,2-1,5 13,3-13,0-8</inkml:trace>
  <inkml:trace contextRef="#ctx0" brushRef="#br0" timeOffset="-567.527">3706 241,'-16'-7,"-7"-2,-2 0,2 4,7 8,5 10,8 7,13 9,9 5,0-4</inkml:trace>
  <inkml:trace contextRef="#ctx0" brushRef="#br0" timeOffset="-318.193">3786 762,'-9'14,"-1"4,6-1,11-3,13-6,2-5</inkml:trace>
  <inkml:trace contextRef="#ctx0" brushRef="#br0" timeOffset="-2249.646">537 361,'17'172,"-6"87,-11-252,0 2,0-1,0 1,0 0,-1 0,-1-1,0 1,0 0,0-1,-1 0,-1 1,4-8,-1 0,1 0,-1-1,0 1,1 0,-1-1,0 1,0 0,1-1,-1 1,0-1,0 0,0 1,0-1,1 0,-1 1,0-1,0 0,0 0,0 0,0 0,0 0,0 0,0 0,0 0,0 0,0 0,0 0,0-1,0 1,1 0,-1-1,0 1,0 0,0-1,0 1,1-1,-1 0,0 1,1-1,-1 0,0 1,1-1,-1 0,1 0,-1 1,1-1,-1 0,1 0,-1 0,1 0,0 0,0 0,-1 0,1 0,0 1,0-1,0 0,0 0,0 0,0 0,0 0,1 0,-1 0,0 0,-5-27,1 0,1 1,1-1,2 0,1 0,2-10,-2 6,0 22,3-69,-4 0,-2 1,-5-4,-6 26,3 71,9-5,0 1,1 0,0-1,1 1,0-1,0 1,1-1,1 0,0 0,0 0,1 0,0 0,1-1,0 1,0-1,1 0,0-1,1 0,0 0,0 0,1 0,-5-6,0 0,0 0,1-1,-1 1,1-1,-1 1,1-1,-1 0,1-1,0 1,0-1,-1 1,1-1,0 0,0-1,-1 1,1-1,0 1,-1-1,1 0,0 0,-1-1,1 1,-1-1,0 0,0 0,1 0,-1 0,0 0,-1-1,1 1,0-1,-1 0,1 0,-1 0,0 0,0 0,0 0,-1-1,2-1,6-14,0 0,-2-1,0 0,-1-1,-1 0,0 0,-2 0,0-6,1 0,-4 25,0 1,-1 0,1 0,0 0,0 0,0 0,0 0,0 0,0 0,0 1,0-1,0 0,0 0,1 0,-1 0,0 0,1 0,-1 1,0-1,1 0,-1 0,1 0,-1 1,1-1,-1 0,1 1,0-1,-1 1,1-1,0 0,0 1,-1-1,1 1,0 0,0-1,0 1,0 0,-1-1,1 1,0 0,0 0,0 0,0 0,1 0,3 5,0 0,-1 0,1 1,-1 0,0 0,-1 0,1 0,-1 0,-1 1,1 0,0 3,-1-4,16 51,-4 0,-1 2,-4-1,-1 1,-4 0,-2 53,0-40,11 10,-2-58</inkml:trace>
  <inkml:trace contextRef="#ctx0" brushRef="#br0" timeOffset="-1933.764">1247 281,'-12'24,"2"1,1 0,1 0,1 1,1 0,1 0,1 0,2 1,0 23,1-36,0 1,1 0,0 0,1 0,1-1,0 1,1 0,1-1,0 0,1 0,0 0,2-1,-1 1,1-1,1-1,2 3,-7-13,-1 1,0-1,1 0,-1 1,1-2,0 1,0 0,0 0,0-1,0 0,0 1,0-1,1 0,-1-1,0 1,0 0,1-1,-1 0,0 0,1 0,-1 0,1-1,-1 1,0-1,0 0,1 0,-1 0,0 0,0 0,1-1,4-3,0 0,0-1,-1 0,0 0,0 0,0-1,-1 0,0 0,0-1,1-3,11-22,-3-1,0-1,-2 0,-2-1,-2 0,0-1,-3 0,-1 0,-2 0,-1-17,14-91,-10 106</inkml:trace>
  <inkml:trace contextRef="#ctx0" brushRef="#br0" timeOffset="-1682.246">1808 161,'2'18,"8"15,11 14,11 10,12 8,9 5,5 2,0 1,-4-7,-6-4,-9-9,-12-10,-9-14</inkml:trace>
  <inkml:trace contextRef="#ctx0" brushRef="#br0" timeOffset="-1510.592">2316 254,'-16'5,"-14"12,-12 18,-9 20,-8 22,-5 16,-1 7,7 4,12-17</inkml:trace>
  <inkml:trace contextRef="#ctx0" brushRef="#br0" timeOffset="1451.589">2877 3209,'4'86,"4"0,4-1,11 34,0 6,5 57,-7 1,-9 1,-8 0,-10 28,-42 553,51-235,-11 231,-1-624,-9 127,15 187,38 260,-22-53,-13-635</inkml:trace>
  <inkml:trace contextRef="#ctx0" brushRef="#br0" timeOffset="2251.187">899 4372,'953'20,"-893"-19,519 2,-381-18,-170 13,-28 2,0 0,0 1,0-1,-1 0,1 0,0 0,0 1,0-1,0 0,0 0,-1 1,1-1,0 0,0 0,0 1,0-1,0 0,0 0,0 1,0-1,0 0,0 0,0 1,0-1,0 0,0 0,0 1,0-1,0 0,1 0,-1 1,0-1,0 0,0 0,0 1,0-1,0 0,1 0,-1 0,0 1,0-1,0 0,1 0,-1 0,0 0,0 0,1 0,-1 1,0-1,0 0,1 0,-1 0,0 0,0 0,1 0,-1 0,0 0,-12 10</inkml:trace>
  <inkml:trace contextRef="#ctx0" brushRef="#br0" timeOffset="2753.827">872 5682,'98'10,"1"-4,-1-5,1-3,93-16,187-23,-16 2,28 14,-365 25,3-2,-1 2,1 1,-1 2,18 3,-46-6,0 1,-1-1,1 0,0 1,-1-1,1 0,0 1,-1-1,1 0,0 1,0-1,0 1,-1-1,1 0,0 1,0-1,0 1,0-1,0 1,0-1,0 1,0-1,0 1,0-1,0 1,0-1,0 0,0 1,0-1,0 1,1-1,-1 1,0-1,0 0,0 1,1-1,-1 1,0-1,1 0,-1 1,0-1,1 0,-1 1,0-1,1 0,-1 0,1 0,-1 1,1-1,-1 0,0 0,1 0,-1 0,1 0,-1 1,1-1,-1 0,1 0,-1 0,1 0,-1-1,0 1,1 0,-1 0,1 0,-1 0,1 0,-1-1,1 1,-1 0,-32 16,32-16,-105 41,68-27</inkml:trace>
  <inkml:trace contextRef="#ctx0" brushRef="#br0" timeOffset="3184.177">779 6724,'210'-17,"182"-17,0 17,14 17,117 30,-519-25,-21 3,12-6,-20 10</inkml:trace>
  <inkml:trace contextRef="#ctx0" brushRef="#br0" timeOffset="3601.635">979 8276,'69'-14,"1"4,0 3,0 2,4 4,-56 1,957-6,-620 8,56-2,-436 0</inkml:trace>
  <inkml:trace contextRef="#ctx0" brushRef="#br0" timeOffset="5599.458">2837 3329,'0'-80,"-3"-1,-10-42,-41-218,52 332,1 7,0 1,0 0,1-1,-1 1,0-1,1 1,-1-1,1 1,0-1,0 1,-1-1,1 0,0 1,0-1,0 1,0-1,1 1,-1-1,0 0,1 1,-1-1,1 1,-1-1,1 1,0 0,0-1,0 1,0 0,-1-1,2 1,-1 0,0 0,0 0,0 0,0 0,1 0,-1 0,0 0,1 1,-1-1,106 10,612 30,-303-21,209-24,-327-16,321-11,-442 35,-40 33,-93-20,344 97,-388-112,5 1,0 0,0 1,0 0,-1 0,1 0,0 0,-1 1,0-1,0 1,0 0,0 1,0-1,0 1,-1 0,0-1,0 1,0 1,0-1,0 0,0 2,0 13,0-1,-2 1,0 0,-1-1,0 1,-2 0,0-1,-2 2,1 3,-25 185,-14 157,32 440,12-538,-2-150,32 1039,-1-821,14 287,-47-411,-18 95,10-188,6-1,5 0,8 35,17 133,-12 13,-14-133,10 242,7 197,-15-498,5 0,4 0,8 16,-4-47,-2-18,-2 0,-3 1,-3 0,-2 4,-4-37,-3-8</inkml:trace>
  <inkml:trace contextRef="#ctx0" brushRef="#br0" timeOffset="7149.038">2930 8784,'-21'264,"12"0,11 5,-1-89,0-55,-2 293,-29 159,8-335,22-239,-1 0,0 0,1 0,0 0,-1 0,1 0,0 0,1 0,-1 0,0 0,1 0,0 0,0 0,0-1,0 1,0 0,0 0,1-1,-1 1,1-1,0 1,0-1,0 1,0-1,0 0,0 0,1 0,-1-1,1 1,-1 0,1-1,2 1,4-1,0-2,-1 1,1-1,0-1,0 1,-1-1,1-1,-1 0,1 0,-1 0,0-1,7-5,29-11,4 6,1 2,0 3,1 2,-1 1,1 3,49 4,-18-3,959-45,472 47,-1417 0,0-4,29-7,-119 10,0 0,-1 0,1 0,0 0,0-1,-1 0,1 0,-1 0,0 0,1-1,-1 0,0 0,0 0,-1 0,1 0,1-3,0 2,0-1,0 1,0 1,0-1,1 1,-1 0,1 0,0 0,0 1,0 0,1 0,-1 1,0 0,0-1,-4 0,1 1,-1-1,0 0,1 0,-1-1,0 1,0 0,-1-1,1 1,0-1,-1 0,1 1,-1-1,0 0,0 0,0 0,0 0,-1 0,1 0,-1 0,0 0,0 0,0 0,0-2,0 0,3-49,-2 0,-3 0,-3 0,-2 1,-2 0,-6-17,-11-40,-1 11</inkml:trace>
  <inkml:trace contextRef="#ctx0" brushRef="#br0" timeOffset="8933.088">4147 10334,'0'21,"0"15,2 9,1 3,2 1,3-4,0-7,-2-10</inkml:trace>
  <inkml:trace contextRef="#ctx0" brushRef="#br0" timeOffset="9400.319">4160 10294,'1'-6,"1"0,-1 1,1-1,0 1,0-1,1 1,-1 0,1 0,1 0,-1 1,1-1,-1 1,1-1,0 1,1 0,-1 1,1-1,0 1,0 0,0 0,0 0,0 1,1 0,-1 0,1 0,3 0,5-2,0 1,0 0,0 1,0 0,0 1,0 1,0 0,1 1,-1 1,0 0,0 1,0 0,10 5,-22-7,1 0,-1 0,0 0,1 1,-1-1,0 0,0 1,0 0,0 0,0-1,-1 1,1 0,0 0,-1 0,0 1,1-1,-1 0,0 1,0-1,0 0,-1 1,1-1,0 1,-1 0,0-1,1 1,-1-1,0 1,-1-1,1 1,0 0,-1-1,1 1,-1-1,0 1,0-1,0 0,0 1,0-1,0 0,-1 0,1 1,-1-1,0 0,-10 11,0-1,-1 0,0-1,-1-1,0 0,-1 0,0-2,-1 0,1-1,-9 3,-35 19,49-16,32-8,30-1,-29-5,0 2,-1 0,1 2,0 1,-1 0,0 2,0 0,-1 2,1 0,-1 1,0 2,-19-10,0-1,-1 1,1 0,0 0,0 0,-1 0,1 1,-1-1,1 0,-1 1,1-1,-1 1,0-1,0 1,0 0,0-1,0 1,0 0,0 0,-1 0,1-1,-1 1,1 0,-1 0,0 0,1 0,-1 0,0 0,0 0,-1 0,1 0,0 0,-1 0,1 0,-1 0,1 0,-1-1,0 1,0 1,-6 3,0 0,0 0,-1-1,0 0,1 0,-2-1,1 0,0-1,-1 0,0 0,1 0,-1-1,-2 0,4 0,-49 10,1-1,-2-3,1-3,-50-1,94-5,21-2,19-2,7-2</inkml:trace>
  <inkml:trace contextRef="#ctx0" brushRef="#br0" timeOffset="9888.015">4909 10321,'6'13,"-1"1,-1 0,0 0,-1 0,-1 0,0 0,0 1,-2-1,0 0,0 1,-1-1,-1 1,-1-1,0 0,0 0,-2 0,0-1,0 1,-1-1,-1 0,0-1,-1 0,-5 7,13-19,0 1,0 0,-1 0,1 0,0-1,-1 1,1 0,0-1,-1 1,1 0,-1-1,1 1,-1 0,1-1,-1 1,0-1,1 1,-1-1,0 0,1 1,-1-1,0 1,0-1,1 0,-1 0,0 1,0-1,1 0,-1 0,0 0,0 0,0 0,1 0,-1 0,0 0,0 0,0-1,1 1,-1 0,0 0,0-1,1 1,-1 0,0-1,1 1,-1-1,0 1,1-1,-1 1,1-1,-1 1,1-1,-1 0,2-7,1 0,0 0,0 1,1-1,-1 1,2-1,-1 1,1 0,0 0,3-2,2-6,30-54,29-49,43-108,-78 156,-32 69,-1 0,0 1,0-1,1 1,-1-1,1 1,-1-1,0 1,1-1,-1 1,1-1,-1 1,1-1,0 1,-1 0,1-1,-1 1,1 0,0 0,-1-1,1 1,0 0,-1 0,1 0,0 0,-1 0,1 0,0 0,-1 0,1 0,0 0,-1 0,1 0,-1 0,1 1,0-1,-1 0,1 1,0-1,-1 0,1 1,-1-1,1 0,-1 1,1-1,-1 1,1-1,-1 1,0-1,1 1,-1 0,0-1,1 1,-1-1,0 1,1 0,18 43,-16-35,58 135,68 119,-115-238,-5-12,-2 1,1 0,-2 0,0 0,-1 1,0 0,-1 0,1 7,-8-3,-4-6</inkml:trace>
  <inkml:trace contextRef="#ctx0" brushRef="#br0" timeOffset="10144.719">5097 10415,'18'-2,"20"-2,16 1,16 1,10 0,-1 3,-6 4,-16 1</inkml:trace>
  <inkml:trace contextRef="#ctx0" brushRef="#br0" timeOffset="10868.326">4080 11096,'21'236,"11"15,-8-91,-8 1,-4 151,-13-280,-1-1,-2 0,-1 0,-1-1,-9 26,12-47,0 0,0 0,-1 0,-1-1,1 0,-1 0,-1 0,1 0,-1-1,-1 0,1 0,-1-1,0 0,-1 0,0 0,0-1,0 0,0-1,-1 0,1 0,-3 0,-11 0,0-1,0-1,0-1,0-1,0-1,0 0,1-2,-1-1,0 0,-4-4,4 4,-106-21,-1 5,-1 6,-125 3,32 26,1 10,1 10,2 10,-140 50,295-77,40-8,33-6,37-12,13-6</inkml:trace>
  <inkml:trace contextRef="#ctx0" brushRef="#br0" timeOffset="11850.766">5230 11109,'-29'134,"5"1,7 0,5 1,6 136,1-76,-28 870,30-972,-5 0,-3 0,-5-1,-6 8,18-85,-1 1,0-1,-1 0,-1 0,0-1,-1 1,-2 0,3-10,0-1,0 1,-1-2,0 1,0-1,0 0,0 0,-1-1,0 0,1-1,-1 0,0 0,0-1,0 0,0 0,-4-1,-11 3,-141 12,-143-6,45-4,-960 47,420 11,309-20,357-34,113-9,38-7,10 1</inkml:trace>
  <inkml:trace contextRef="#ctx0" brushRef="#br0" timeOffset="12766.326">3586 4065,'0'-5,"0"1,0 6,-2 11,-1 15,0 15,0 10,1 8,1 1,1-4,-1-7,1-12</inkml:trace>
  <inkml:trace contextRef="#ctx0" brushRef="#br0" timeOffset="13014.663">3479 4533,'7'0,"11"0,12 0,9 0,6 0,-1 0,-5 0,-10 0</inkml:trace>
  <inkml:trace contextRef="#ctx0" brushRef="#br0" timeOffset="13184.21">3492 3877,'12'-12,"12"-3,16 1,13 2,6 4,-7 3</inkml:trace>
  <inkml:trace contextRef="#ctx0" brushRef="#br0" timeOffset="13500.618">3960 4452,'-1'10,"-3"73,5-81,-1 0,1 0,-1 0,1 0,0 0,-1-1,1 1,0 0,0 0,0-1,1 1,-1 0,0-1,1 1,-1-1,1 0,-1 1,1-1,-1 0,1 0,0 0,0 0,-1 0,1-1,0 1,0 0,0-1,0 0,0 1,0-1,0 0,0 0,0 0,0 0,0 0,0-1,0 1,1-1,5 0,0-1,0-1,0 0,0 0,0 0,-1-1,0 0,0-1,0 1,0-1,0-1,-1 1,0-1,0 0,-1-1,0 1,0-1,0 0,-1-1,0 1,0 0,-1-1,0-1,0 2,0 0,-1 1,0-1,0 0,-1 0,0 0,0 0,-1 0,1 0,-2 0,1 0,-1 0,0 0,0 0,-1 0,0 0,0 1,-1-1,0 1,0-1,0 1,-1 0,0 0,0 0,0 1,-1 0,-3-4,4 7,1-1,0 1,-1-1,0 1,0 0,1 1,-1-1,0 1,0-1,-1 1,1 1,0-1,0 0,0 1,-1 0,1 0,0 0,0 1,-1-1,1 1,0 0,0 0,0 1,0-1,0 1,0 0,1 0,-1 0,0 0,1 1,0-1,-1 2,-11 7,2 1,0 1,0 0,1 1,1 0,0 0,1 2,-59 113,42-66</inkml:trace>
  <inkml:trace contextRef="#ctx0" brushRef="#br0" timeOffset="13915.027">3492 5147,'0'11,"0"14,0 8,0 8,0 7,0 3,0 5,0 2,0 1,0-4,0-6,0-12</inkml:trace>
  <inkml:trace contextRef="#ctx0" brushRef="#br0" timeOffset="14079.585">3385 5655,'2'-4,"6"-2,5-2,11 0,7 0,5 0,2 2,-2 0,-4 1,-8-1,-8 1</inkml:trace>
  <inkml:trace contextRef="#ctx0" brushRef="#br0" timeOffset="14266.087">3332 5040,'16'-5,"18"-1,16 3,10 4,-5 1</inkml:trace>
  <inkml:trace contextRef="#ctx0" brushRef="#br0" timeOffset="14539.884">3827 5615,'9'-23,"5"-16,1-11,-3-6,-3 0,-4 5,-1 8,-3 15,-3 20,-4 26,-3 23,0 23,2 18,2 17,-1 8,-1 6,-2 0,1-18</inkml:trace>
  <inkml:trace contextRef="#ctx0" brushRef="#br0" timeOffset="14814.154">3426 6230,'0'14,"0"13,0 14,0 8,0 8,0 3,0-1,0-5,0-6,0-7,0-11</inkml:trace>
  <inkml:trace contextRef="#ctx0" brushRef="#br0" timeOffset="14989.685">3318 6765,'16'0,"15"0,8-2,4-1,3-2,-3-1,-6 0,-10-3,-9 1</inkml:trace>
  <inkml:trace contextRef="#ctx0" brushRef="#br0" timeOffset="15197.148">3252 6257,'11'-7,"15"-2,18 0,14 3,8 1,5 6,-10 4</inkml:trace>
  <inkml:trace contextRef="#ctx0" brushRef="#br0" timeOffset="15534.763">3814 6645,'28'-75,"-27"74,0-1,0 0,0 1,1-1,-1 0,0 1,1-1,-1 1,1 0,0 0,-1-1,1 1,0 0,0 0,0 1,0-1,0 0,0 1,0-1,0 1,0-1,0 1,0 0,0 0,0 0,0 0,0 0,0 1,0-1,0 1,0-1,0 1,0 0,0 0,0-1,1 2,1 2,0 1,0-1,0 1,-1-1,0 1,0 0,0 0,0 1,-1-1,0 0,0 1,-1 0,1-1,-1 1,0 0,-1 0,1 0,-1-1,-1 1,1 0,-1 0,0 0,0-1,0 1,-1 0,0-1,0 1,-3 4,-8 20,0 0,-3-2,0 1,-14 16,-14 24,41-64,2-3,-1 0,0-1,1 1,-1 0,1 0,0 0,0 0,0 0,0 1,0-1,0 0,0 0,1 1,-1-1,1 0,0 1,0-1,-1 1,2-1,-1 0,0 1,0-1,1 0,-1 1,1-1,0 0,0 1,0-1,0 0,1 2,2-2,0-1,1 1,-1-1,0 0,1 0,-1 0,1-1,0 1,-1-1,1 0,-1 0,1-1,-1 0,5-1,282-66,-219 52</inkml:trace>
  <inkml:trace contextRef="#ctx0" brushRef="#br0" timeOffset="15970.605">3466 7754,'0'16,"0"14,0 12,0 4,0 5,0 2,-2 1,-2 1,1 0,1-3,0-10</inkml:trace>
  <inkml:trace contextRef="#ctx0" brushRef="#br0" timeOffset="16226.914">3398 8449,'16'-4,"12"-5,8 1,5 0,0 0,-5 1,-8 2</inkml:trace>
  <inkml:trace contextRef="#ctx0" brushRef="#br0" timeOffset="16402.443">3305 7767,'23'-2,"21"-1,18-2,14 0,6 0,-10 2</inkml:trace>
  <inkml:trace contextRef="#ctx0" brushRef="#br0" timeOffset="17008.075">3599 8182,'68'-7,"-1"2,1 4,18 4,-72-3,0 0,0 1,0 1,0 0,-1 1,1 1,-1 0,0 0,0 1,0 1,-1 0,0 1,6 4,-16-8,0-1,1 1,-1-1,0 1,0 0,0 0,-1 0,1 0,-1 0,0 0,1 0,-1 0,-1 1,1-1,0 0,-1 1,0-1,0 0,0 1,0-1,0 1,-1-1,1 0,-1 1,0-1,0 0,-1 1,-49 83,31-58,-16 73,31-93,1 0,-2 1,1-2,-1 1,0-1,-1 0,0 0,0 0,-1-1,0-1,0 1,-1-1,1 0,-1-1,-1 0,1-1,-1 0,0 0,1-1,-2 0,-6 0,-7-1,24-2,0 0,1 0,-1 0,0-1,1 1,-1 0,0 0,0 0,1 0,-1 0,0 0,0-1,1 1,-1 0,0 0,0 0,0-1,1 1,-1 0,0 0,0-1,0 1,0 0,0 0,0-1,1 1,-1 0,0-1,0 1,0 0,0 0,0-1,0 1,0 0,0-1,0 1,0 0,0 0,0-1,-1 1,1 0,0-1,0 1,0 0,0 0,0-1,0 1,-1 0,1 0,0 0,0-1,0 1,-1 0,1 0,0 0,0-1,-1 1,1 0,0 0,0 0,-1 0,1 0,0 0,-1 0,1 0,11-7,0 2,1 0,0 0,0 1,0 0,0 1,1 1,-1 0,1 0,0 1,-1 1,9 1,-17-2,0 1,0 0,0 0,-1 0,1 0,0 1,0 0,0 0,0 0,0 0,-1 0,1 1,-1 0,1-1,-1 1,0 1,1-1,-1 0,0 1,0 0,-1-1,1 1,-1 0,1 1,-1-1,0 0,0 1,0-1,-1 1,1-1,-1 1,0 0,0 0,0-1,0 1,-1 3,0 0,0-1,0 1,-1-1,0 0,-1 1,1-1,-1 0,0 1,-1-1,0 0,1-1,-2 1,1 0,-1-1,0 0,0 0,0 0,-4 3,-95 74,72-61,-1-2,0-1,-2-2,0-1,-1-1,0-2,-1-2,-7 0,11-5</inkml:trace>
  <inkml:trace contextRef="#ctx0" brushRef="#br0" timeOffset="17899.727">5097 5816,'14'20,"10"14,12 10,5 5,6 2,1-2,-3-3,-5-5,-6-6,-10-11</inkml:trace>
  <inkml:trace contextRef="#ctx0" brushRef="#br0" timeOffset="18252.689">5578 5896,'4'-11,"1"0,0 0,0 1,1 0,1 0,0 1,0-1,1 2,0-1,0 1,9-6,-17 14,0 0,0 0,0 0,0 1,0-1,0 0,0 0,0 0,0 0,0 0,0 1,0-1,1 0,-1 0,0 0,0 0,0 0,0 0,0 0,1 1,-1-1,0 0,0 0,0 0,0 0,1 0,-1 0,0 0,0 0,0 0,0 0,1 0,-1 0,0 0,0 0,0 0,0 0,1 0,-1 0,0 0,0 0,0 0,0-1,1 1,-13 15,-10 9,1-6,2 1,1 1,0 0,1 1,1 1,1 0,2 1,0 1,1 0,1 1,2 0,0 1,2 0,-1 7,8-3,1 0,1 0,2 0,1 0,1 0,2-1,0-1,3 1,9 19,23 74,-20-25,-4 1,0 38,-14-102,-4-26,-1-1,0 1,1 0,0 0,0-1,1 1,0-1,0 1,1-1,0 0,0 0,1 0,-1 0,2 0,-1-1,1 0,0 0,0 0,0 0,1-1,16 5</inkml:trace>
  <inkml:trace contextRef="#ctx0" brushRef="#br0" timeOffset="18832.138">6473 5842,'76'7,"0"-3,41-5,-71 1,1279-35,-841 35,-444 3,-28 0,-18-1,-20 1,-3-2</inkml:trace>
  <inkml:trace contextRef="#ctx0" brushRef="#br0" timeOffset="19232.436">7583 5535,'2'6,"0"0,0 0,1-1,0 1,0-1,0 0,1 0,0 0,0 0,0 0,0-1,2 1,19 18,2-2,1-1,0-1,1-1,1-2,32 13,91 54,-149-81,0-1,0 1,0 0,0 1,0-1,-1 0,1 1,-1 0,0 0,1 0,-1 0,-1 0,1 1,0-1,-1 1,0 0,0 0,0 0,0 0,-1 0,0 0,1 0,-1 1,-1-1,1 0,-1 1,1-1,-1 0,-1 1,1-1,-1 0,1 1,-1-1,0 0,-1 0,1 0,-2 4,-9 6,0-1,-1 0,0 0,-1-1,-1-1,0 0,0-1,-1-1,-14 6,-70 36,-94 33,40-24</inkml:trace>
  <inkml:trace contextRef="#ctx0" brushRef="#br0" timeOffset="20185.702">1367 7928,'118'16,"-102"-11,0-1,0 2,0 0,-1 1,0 1,0 0,-1 1,0 0,0 1,-1 1,0 0,-1 1,-1 0,0 1,0 0,-1 1,-1 0,0 1,-1 0,-1 0,0 0,-1 1,-1 0,0 0,-2 1,1-1,-2 1,0 0,-1 0,-2 15,-2-15,-1-1,-1 0,-1 0,0 0,-1-1,0 0,-2 0,0-1,0 0,-1 0,-1-1,0-1,-1 0,0 0,-1-1,0-1,-1 0,-12 6,-44 26</inkml:trace>
  <inkml:trace contextRef="#ctx0" brushRef="#br0" timeOffset="20851.935">1500 6511,'3'0,"9"0,14 2,17 4,14 2,11 4,3 6,-1 5,-10 9,-18 10,-25 11,-32 11,-33 6,-31 1,-23-3,-10-11,14-16</inkml:trace>
  <inkml:trace contextRef="#ctx0" brushRef="#br0" timeOffset="21497.198">1541 5388,'-8'-11,"14"9,23 13,-21-8,23 9,0-2,0 2,0 2,-2 0,1 2,-2 2,7 5,-31-20,0 0,-1 0,1 0,-1 0,0 0,0 1,0-1,0 1,-1 0,1 0,-1 0,0 0,0 0,-1 1,1-1,-1 1,0-1,0 1,0-1,-1 1,1-1,-1 1,0 0,-1-1,1 1,-1 0,0-1,-1 4,-5 6,-2 0,1-1,-2 1,0-2,0 1,-1-2,-1 1,0-1,0-1,-1 0,0-1,-9 4,-21 16,-1-2,-1-2,-2-2,0-2,-41 12,30-15</inkml:trace>
  <inkml:trace contextRef="#ctx0" brushRef="#br0" timeOffset="22081.742">1527 4172,'-5'-6,"5"6,1 0,-1 0,0 0,0 0,0 0,0-1,1 1,-1 0,0 0,0 0,0-1,0 1,0 0,0 0,0 0,1-1,-1 1,0 0,0 0,0-1,0 1,0 0,0 0,0-1,0 1,0 0,0 0,-1 0,1-1,0 1,0 0,0 0,0-1,0 1,0 0,0 0,0 0,-1-1,1 1,0 0,0 0,0 0,0 0,-1 0,1-1,0 1,0 0,0 0,-1 0,1 0,0 0,0 0,379 85,-374-85,-1 1,0-1,0 1,0 0,0 0,0 1,0-1,-1 1,1 0,0 0,-1 0,1 0,-1 1,0 0,0-1,0 1,0 0,0 0,-1 1,1-1,-1 1,0-1,0 1,0 0,0-1,-1 1,0 0,1 0,-2 0,1 0,0 2,-4 3,0-1,0 1,-1-1,0 0,-1 0,0-1,0 1,-1-1,0 0,0-1,0 1,-1-1,0 0,-71 62,-2-3,-44 26,29-23,5 0,18-12</inkml:trace>
  <inkml:trace contextRef="#ctx0" brushRef="#br0" timeOffset="23078.596">2370 12219,'22'9,"22"5,14 6,9 3,2 2,-3 4,-12 4,-14 5,-21 5,-23 5,-24 5,-24 3,-21 1,-13-2,-7-4,4-4,13-7,18-11</inkml:trace>
  <inkml:trace contextRef="#ctx0" brushRef="#br0" timeOffset="23504.087">2342 13489,'3'0,"9"0,12 0,11 0,11 2,11 6,5 5,4 11,-6 7,-7 10,-14 7,-15 7,-21 5,-27 4,-27 2,-28 2,-24-2,7-12</inkml:trace>
  <inkml:trace contextRef="#ctx0" brushRef="#br0" timeOffset="24189.381">725 12647,'25'7,"24"2,25 0,21-2,23-4,14-6,6-1,-3-1,-14 4,-27 0</inkml:trace>
  <inkml:trace contextRef="#ctx0" brushRef="#br0" timeOffset="24900.043">805 14091,'23'-4,"23"-7,22-3,18-2,12 0,6 2,-2 4,-11 4,-21 2</inkml:trace>
  <inkml:trace contextRef="#ctx0" brushRef="#br0" timeOffset="41138.489">8104 16524,'-1'-1,"-1"0,0 0,0 1,1-1,-1 0,1-1,-1 1,1 0,-1 0,1-1,0 1,-1-1,1 1,0-1,0 1,0-1,1 0,-1 0,0 1,0-1,1 0,-1 0,1 0,-7-12,2 3,-1 1,-1 0,1 1,-2-1,1 1,-1 1,-1-1,1 1,-1 1,-1 0,1 0,-1 1,-1 0,1 0,-1 1,0 1,0 0,0 0,0 1,-1 1,1 0,-1 0,0 1,0 1,1 0,-1 1,0 0,0 0,1 1,-1 1,1 0,-1 1,2 0,1 1,0 0,0 1,1 0,-1 0,1 1,1 0,-1 0,1 1,1 0,-1 0,1 1,1-1,-1 1,2 1,-1-1,1 1,1-1,-1 1,2 0,-1 1,2-1,-1 0,1 1,1-1,0 0,0 1,1-1,1 1,-1-1,2 0,-1 0,1 0,4 8,0-6,1 1,0-2,1 1,0-1,1-1,0 0,1 0,0-1,0 0,1-1,0 0,0-1,1 0,0-1,2 0,16 6,0-1,1-2,0-1,1-2,-1-1,4-1,-12-2,1-1,-1 0,0-2,1-2,-1 0,0-1,21-7,7-7</inkml:trace>
  <inkml:trace contextRef="#ctx0" brushRef="#br0" timeOffset="41387.824">8652 16270,'-16'0,"-7"7,-2 11,2 14,7 13,4 10,8 8,9 3,5 0,6-4,3-6,-3-8,-3-7,-6-9,-5-10</inkml:trace>
  <inkml:trace contextRef="#ctx0" brushRef="#br0" timeOffset="41549.392">8479 16899,'16'-3,"12"0,8 0,2 1,0-2,-5 0,-8 0</inkml:trace>
  <inkml:trace contextRef="#ctx0" brushRef="#br0" timeOffset="41734.902">8411 16230,'19'-7,"23"0,24 2,15 1,-5 1</inkml:trace>
  <inkml:trace contextRef="#ctx0" brushRef="#br0" timeOffset="26447.192">204 15642,'-2'-3,"0"1,0-1,0 1,1-1,-1 0,1 0,-1 0,1 0,0 0,0 0,0 0,1 0,-1 0,1 0,0 0,0 0,0-1,0 1,0 0,1 0,-1 0,1 0,0 0,0 0,0 0,0 0,1 0,-1 0,1 1,1-2,62-74,-57 70,1 0,0 1,0 0,1 0,-1 1,1 1,1 0,-1 0,1 1,0 0,0 1,0 0,0 0,0 2,3-1,-10 4,0 0,1 0,-1 0,0 0,0 1,-1-1,1 1,0 0,-1 1,0-1,1 0,-1 1,-1 0,1 0,-1 0,1 0,-1 0,0 0,0 0,-1 1,1-1,-1 1,0-1,-1 1,1 0,-1-1,1 1,-1 0,-1-1,1 1,-1 0,-1 3,-1 16,-2 0,0-1,-2 0,-1 0,0 0,-2-1,0 0,-2-1,0 0,-2-1,0-1,-1 0,-1 0,0-2,-9 7,7-6,-1-1,-1 0,-1-1,0-2,-1 0,0-1,-1-1,-1-1,-20 6,41-16,0 1,-1-1,1 0,-1 0,1 0,-1-1,0 1,1-1,-1 0,0 0,1 0,-1 0,1-1,-1 1,0-1,1 0,-1 0,1 0,0-1,-1 1,-1-2,5 3,0-1,-1 0,1 1,-1-1,1 0,0 1,0-1,-1 0,1 0,0 1,0-1,0 0,0 0,0 1,0-1,0 0,0 0,0 1,0-1,0 0,0 0,1 1,-1-1,0 0,1 0,-1 1,0-1,1 0,-1 1,1-1,-1 1,1-1,-1 1,1-1,-1 1,1-1,0 1,-1-1,1 1,0 0,-1-1,1 1,0 0,0-1,34-12,-24 12,0 0,0 2,-1-1,1 1,0 1,0 0,0 0,-1 1,3 1,24 5,-2-3,0-1,0-2,0-1,1-2,-1-1,1-2,-1-2,0-1,7-3,50-13,-61 14</inkml:trace>
  <inkml:trace contextRef="#ctx0" brushRef="#br0" timeOffset="30433.818">2409 15361,'-18'160,"-25"88,27-190,16-58,0 0,0-1,0 1,0 0,0 0,0-1,-1 1,1 0,0 0,0 0,0-1,0 1,0 0,-1 0,1 0,0-1,0 1,0 0,-1 0,1 0,0 0,0 0,0 0,-1-1,1 1,0 0,0 0,-1 0,1 0,0 0,0 0,-1 0,1 0,0 0,0 0,-1 0,1 0,0 0,0 0,-1 0,1 0,0 1,0-1,0 0,-1 0,1 0,0 0,0 0,0 0,-1 1,1-1,0 0,0 0,0 0,0 1,-1-1,1 0,0 0,-4-24,2-50,3 0,3 0,3 1,3-1,19-62,-11 76,-18 60,0 1,0-1,0 0,0 0,0 1,0-1,0 0,0 0,0 1,0-1,0 0,0 0,0 0,0 1,1-1,-1 0,0 0,0 1,0-1,0 0,0 0,0 0,1 0,-1 1,0-1,0 0,0 0,1 0,-1 0,0 0,0 1,0-1,1 0,-1 0,0 0,0 0,1 0,-1 0,0 0,0 0,1 0,-1 0,0 0,0 0,0 0,1 0,-1 0,0 0,0 0,1 0,-1 0,0-1,0 1,0 0,1 0,-1 0,0 0,0 0,0 0,1-1,-1 1,0 0,3 23,-3-21,18 113,-17-112,0 1,0-1,1 0,-1 1,1-1,0 0,0 0,0 0,0 0,0-1,1 1,-1-1,1 1,0-1,0 0,0 0,0 0,0 0,0 0,0-1,0 1,1-1,-1 0,1 0,-1-1,1 1,-1-1,1 1,-1-1,1 0,1 0,6-4,0 1,0-2,0 1,-1-2,1 1,-1-1,0-1,-1 0,0 0,0-1,0 0,-1 0,0-1,-1 0,2-3,97-123,-105 135,-1-1,0 0,1 0,-1 0,1 0,-1 0,1 0,-1 0,1 0,-1 0,1 0,0 0,0 0,0 1,-1-1,1 0,0 0,0 1,0-1,0 1,0-1,0 1,0-1,0 1,0 0,0 0,0-1,1 1,-1 0,0 0,0 0,0 0,0 0,0 0,0 1,0-1,1 0,-1 0,0 1,0-1,0 1,0-1,0 1,0-1,0 1,-1 0,1-1,0 1,0 0,2 9,0 1,-1-1,-1 1,0 0,0 0,-1-1,0 1,-1 4,0 6,-4 56,-4-1,-17 70,-7 62,30-159,5-13</inkml:trace>
  <inkml:trace contextRef="#ctx0" brushRef="#br0" timeOffset="30915.511">3239 15294,'-11'26,"1"0,1 1,2 0,1 1,1 0,1 0,2 0,0 0,2 0,1 0,2 0,1 4,-1-20,0 1,1-1,0 0,1-1,0 1,1-1,0 0,1 0,0-1,1 1,-5-8,-1 1,1-1,0 0,0 0,1 0,-1 0,0 0,1-1,0 1,-1-1,1 0,0 0,0-1,0 1,1-1,-1 0,0 0,0 0,1 0,-1-1,1 0,-1 0,0 0,1-1,-1 1,0-1,1 0,-1 0,0 0,1-1,2-2,-1 0,1 0,-1-1,0 1,0-1,0-1,-1 1,0-1,0 0,0 0,-1 0,0-1,0 1,0-1,-1 0,0-1,34-121,-28 61,-4-1,-2-1,-4-14,1 25,0 58,8-14,0 21</inkml:trace>
  <inkml:trace contextRef="#ctx0" brushRef="#br0" timeOffset="31167.847">3760 15240,'18'16,"13"17,10 14,5 10,4 7,0 4,-1 2,-6 0,-4-5,-5-11,-5-15,-9-14</inkml:trace>
  <inkml:trace contextRef="#ctx0" brushRef="#br0" timeOffset="31417.558">4214 15281,'-18'2,"-15"8,-11 11,-8 13,-3 15,0 15,1 12,5 7,8 4,12-6,10-15</inkml:trace>
  <inkml:trace contextRef="#ctx0" brushRef="#br0" timeOffset="31716.756">4709 15120,'-5'72,"-3"0,-2 0,-5-1,-2-1,-5 8,10-36,10-35,-8 54,10-60,0 1,0-1,0 1,0-1,0 0,0 1,1-1,-1 0,1 0,-1 1,1-1,-1 0,1 0,0 0,-1 1,1-1,0 0,0 0,0 0,0 0,0-1,0 1,0 0,0 0,0 0,1-1,-1 1,0-1,0 1,1-1,-1 1,0-1,1 0,-1 0,0 0,1 0,-1 0,0 0,1 0,-1 0,1 0,13-3,0 0,0-1,0-1,-1 0,1-1,-1 0,-1-1,7-5,4 0,170-76,-174 81</inkml:trace>
  <inkml:trace contextRef="#ctx0" brushRef="#br0" timeOffset="31896.301">4976 15481,'-12'-2,"-5"6,-3 11,3 15,4 13,4 11,3 10,4 8,3 3,2-3,3-4,0-9,-1-14</inkml:trace>
  <inkml:trace contextRef="#ctx0" brushRef="#br0" timeOffset="32296.232">5391 15268,'-1'22,"0"-17,1 1,0 0,-1 0,2-1,-1 1,1 0,0 0,0-1,0 1,1-1,2 6,-4-11,1 1,-1 0,1 0,-1-1,1 1,-1-1,1 1,0 0,-1-1,1 1,0-1,-1 1,1-1,0 1,0-1,-1 0,1 1,0-1,0 0,0 0,0 0,-1 0,1 0,0 1,0-1,0-1,0 1,0 0,-1 0,1 0,0 0,0-1,0 1,0 0,-1-1,1 1,0 0,0-1,-1 1,1-1,0 1,-1-1,1 0,-1 1,1-1,0 0,24-34,-21 29,-1 0,0 0,0 0,-1 0,0 0,0-1,0 1,-1-1,0 0,0 1,-1-1,0 0,0 1,0-1,-1 0,0 1,0-1,-1 1,0-1,-2-4,4 10,-1 1,1-1,0 1,-1-1,1 1,-1-1,1 1,-1-1,1 1,-1 0,1-1,-1 1,1 0,-1-1,0 1,1 0,-1 0,1 0,-1 0,0-1,1 1,-1 0,1 0,-1 0,0 0,1 0,-1 0,0 1,1-1,-1 0,1 0,-1 0,0 1,1-1,-1 0,1 0,-1 1,1-1,-1 1,1-1,-1 0,1 1,-1-1,1 1,0-1,-1 1,1-1,0 1,-1-1,1 1,0 0,0-1,-1 1,-6 12</inkml:trace>
  <inkml:trace contextRef="#ctx0" brushRef="#br0" timeOffset="32549.554">5404 15708,'3'3,"1"-1,-1 0,0 0,1-1,-1 1,1-1,0 1,-1-1,1 0,0-1,0 1,0 0,0-1,-1 0,1 0,0 0,0-1,0 1,0-1,0 0,-1 0,1 0,0-1,-1 1,1-1,-1 0,1 0,-1 0,0 0,0-1,0 1,0-1,-1 0,1 0,-1 0,1 0,0-2,-3 3,1-1,-1 1,0-1,0 0,0 1,0-1,-1 0,1 1,-1-1,0 0,1 1,-1-1,0 1,-1 0,1-1,0 1,-1 0,1-1,-1 1,1 0,-1 0,0 1,0-1,0 0,0 0,0 1,-1-1,1 1,0 0,-1 0,1 0,-1 0,1 0,-1 0,-2 1,4-1,-1 0,0 0,0 0,0 1,0-1,0 1,0 0,0 0,0-1,0 1,0 0,0 0,1 1,-1-1,0 0,0 1,0-1,0 1,0 0,0 0,0-1,1 1,-1 0,0 1,1-1,-1 0,1 0,-1 1,1-1,0 1,-1-1,1 1,0-1,0 1,0 0,0 0,0-1,1 1,-1 0,0 0,1 0,0 0,-1 0,1 0,0 0,0 1,0 0,1 1,-1 0,1-1,0 1,0-1,1 1,-1-1,1 1,0-1,0 0,0 0,0 0,0 0,1 0,0 1,21 20</inkml:trace>
  <inkml:trace contextRef="#ctx0" brushRef="#br0" timeOffset="32917.006">5898 15388,'70'-160,"-4"-46,-61 191,-5 24,-5 27,4-35,-9 63,2-1,4 2,2-1,2 0,4 0,2 0,7 23,10 42,-19-99</inkml:trace>
  <inkml:trace contextRef="#ctx0" brushRef="#br0" timeOffset="33082.083">5926 15736,'20'0,"16"-3,16 0,12 0,9 1,4 1,-3 2,-9 1,-15 1</inkml:trace>
  <inkml:trace contextRef="#ctx0" brushRef="#br0" timeOffset="29550.595">1687 15268,'-6'20,"-10"16,-11 16,-10 10,-10 6,-10 2,-8-1,-1-3,3-6,9-11,10-14,16-18,16-20,11-10</inkml:trace>
  <inkml:trace contextRef="#ctx0" brushRef="#br0" timeOffset="29802.205">1179 15334,'5'14,"5"11,11 8,13 8,10 3,8 2,8 1,2 3,-3 1,-2 1,-4-1,-6-7,-12-11</inkml:trace>
  <inkml:trace contextRef="#ctx0" brushRef="#br0" timeOffset="35699.948">257 16899,'-9'149,"10"148,0-11,0-258,-3 1,0 0,-1-1,-2 0,-1 0,-7 18,-11-8,23-37,1-1,-1 1,0-1,0 1,0-1,1 1,-1-1,0 0,0 1,0-1,0 0,0 0,0 1,0-1,0 0,0 0,0 0,1 0,-1 0,0 0,0-1,0 1,0 0,0 0,0-1,0 1,0 0,1-1,-1 1,0-1,0 1,0-1,1 0,-1 1,0-1,1 0,-1 1,1-1,-1 0,1 0,-1 1,1-1,-1 0,-5-11,0 1,1-1,1 0,-1 0,2 0,0-1,0 0,1 1,1-1,0-2,-1 0,-8-120,5 1,8-54,-3 173,1-36,2 0,2 0,6-23,-10 70,-1 1,1-1,-1 0,1 1,0-1,1 0,-1 1,1-1,-1 1,1 0,0 0,0-1,1 1,-1 1,0-1,1 0,0 0,0 1,0 0,0-1,0 1,0 0,0 1,1-1,-1 1,1-1,-1 1,3 0,2 0,1 1,-1 0,1 1,0 0,-1 0,0 1,1 0,-1 1,0-1,0 2,0-1,0 1,-1 0,1 1,-1 0,5 4,-8-6,0 0,0 0,-1 0,1 1,-1 0,1-1,-1 1,0 0,-1 1,1-1,-1 0,0 1,0 0,0-1,-1 1,1 0,-1 0,0 0,-1 0,1 0,-1 0,0 0,0 0,0-1,-1 1,0 0,0 0,0 0,-1 1,-4 3,0-1,-1 0,0 0,0 0,0-1,-1 0,0 0,-1-1,1-1,-1 1,0-1,-1 0,1-1,-1 0,0-1,0 0,0-1,0 0,-1 0,1-1,0 0,-1-1,0 0,5 0,2 1,0 0,0-1,0 1,1-1,-1 0,0-1,0 1,0 0,1-1,-1 0,0 0,0 0,1-1,-2 0,25-11,175-26,-140 25,0-1,-1-4,-1-1,-1-3,-1-2,-1-2,4-6,-48 30,-1-1,1 1,-1-1,0 0,0 0,0 0,-1-1,0 1,1-1,-2 0,1-1,-1 1,1 0,-1-1,-1 0,1 0,1-5,-4 9,-1 0,1 0,0 0,0 0,-1 0,1 0,-1 0,0 1,1-1,-1 0,0 0,0 1,0-1,0 1,0-1,-1 1,1-1,0 1,-1-1,1 1,-1 0,1 0,-1 0,0 0,0 0,1 0,-1 1,0-1,0 0,-1 1,-61-12,51 11,0 1,0 1,0 0,1 0,-1 1,0 1,0 0,-10 5,18-6,0 0,0 0,0 0,0 1,0 0,1 0,-1 0,1 1,0-1,0 1,0 0,0 0,1 0,0 1,0-1,0 1,0 0,1 0,-1 0,1 0,1 0,-1 2,2-1,0 1,1 0,0-1,0 1,0 0,1-1,0 0,1 1,-1-1,1 0,0 0,1 0,-1-1,1 1,0-1,1 0,-1 0,1 0,0-1,0 1,1-1,-1 0,1-1,0 0,0 1,0-2,0 1,0-1,5 1,22 8,0-1,1-1,0-2,0-2,1-1,0-1,1-3,60 3</inkml:trace>
  <inkml:trace contextRef="#ctx0" brushRef="#br0" timeOffset="38766.248">2062 16885,'-89'-66,"85"64,0 1,0-1,1 1,-1 0,0 0,0 0,-1 0,1 1,0-1,0 1,0 0,0 0,0 1,0 0,0-1,0 1,0 0,0 1,0-1,0 1,0 0,1 0,-1 0,1 0,-3 2,0 3,0 0,0 0,1 0,0 1,1 0,-1 0,1 0,1 1,0-1,0 1,1 0,0 0,0 0,1 0,0 0,0 0,1 0,1 0,0 0,0 0,0 0,3 7,-2-8,1-1,0 0,0 0,0-1,1 1,0-1,0 0,1 1,0-2,0 1,0-1,1 0,-1 0,1 0,0-1,1 1,-1-2,1 1,0-1,0 0,0 0,0-1,0 0,1 0,3 0,8 0,0 0,0 0,0-2,0-1,0 0,0-1,-1-1,1-1,13-4,-6 0,0 0,-1-2,1-1,-2-1,0-1,0-1,-1-1,-1-1,-1-1,5-5,-24 21,1-1,-1 0,1 1,-1-1,0 0,0 0,0-1,0 1,0 0,-1-1,1 1,-1-1,1 1,-1-1,0 0,0 1,0-1,0 0,-1 0,1 0,-1 0,0 0,0 0,0 0,0 0,0 0,0 1,-1-1,0 0,1 0,-1 0,0 0,0 1,-1-1,1 0,-1 1,1-1,-1 1,0 0,0-1,0 1,0 0,-1-1,-3 0,1 1,-1 0,0 1,0-1,0 1,0 0,1 0,-1 1,0 0,0 0,0 0,0 1,0 0,0 0,0 0,0 1,0 0,1 0,-1 1,1-1,0 1,0 0,0 0,0 1,-4 4,2-3,0 0,1 1,0 0,0 0,1 1,0 0,0 0,0 0,1 0,0 1,1 0,-1 0,1 0,1 0,0 0,0 1,0-1,1 1,2-6,-1 0,0 0,1 0,0 0,0 0,0 0,0 0,0 0,1 0,-1 0,1-1,-1 1,1-1,0 1,0-1,0 0,1 0,-1 0,1 0,-1 0,1 0,-1-1,1 1,0-1,0 1,0-1,0 0,0-1,0 1,0 0,0-1,0 1,0-1,0 0,0 0,0-1,0 1,0 0,1-1,-1 0,-1 0,1 0,0 0,0 0,0-1,0 1,-1-1,1 0,-1 1,1-2,54-54,-57 57,1-1,0 1,0 0,-1 0,1-1,0 1,0 0,0 0,-1 0,1 0,0 0,0 0,0 0,-1 0,1 0,0 1,0-1,-1 0,1 0,0 1,0-1,-1 0,1 1,0-1,-1 1,1-1,0 1,-1-1,1 1,-1 0,1-1,-1 1,1 0,-1-1,1 1,-1 0,0-1,1 1,-1 0,0 0,0 0,0-1,1 1,-1 0,0 0,0 0,0-1,0 1,0 0,-1 0,1 0,3 7,3 3,-1-1,1 1,1-1,0 0,0-1,1 0,6 6,-11-12,-1-1,1 0,0 0,0 0,-1 0,1-1,0 1,1-1,-1 1,0-1,0 0,1 0,-1-1,0 1,1-1,-1 0,0 1,1-2,-1 1,1 0,-1-1,0 1,1-1,-1 0,0 0,0 0,0-1,0 1,2-1,7-8,-1 1,0-1,-1-1,0 0,0-1,-1 0,-1 0,0-1,0 1,-2-2,0 1,4-12,-2 8,8-22,29-46,-44 84,-1 1,0 0,1-1,-1 1,0 0,1-1,-1 1,0 0,1-1,-1 1,1 0,-1 0,0 0,1-1,-1 1,1 0,-1 0,1 0,-1 0,1 0,-1 0,0 0,1 0,-1 0,1 0,-1 0,1 0,-1 0,1 0,-1 0,1 0,-1 1,0-1,1 0,-1 0,1 1,-1-1,0 0,1 0,-1 1,0-1,1 0,-1 1,0-1,1 1,-1-1,0 0,0 1,1-1,-1 1,0-1,0 1,0-1,0 0,0 1,0-1,0 1,0-1,0 1,0-1,0 1,0-1,0 1,0 0,25 154,-6 19,-6 1,-8 0,-11 63,-10-144,16-93,0 0,0 0,-1 0,1-1,0 1,0 0,0 0,0-1,-1 1,1 0,0 0,-1-1,1 1,-1 0,1-1,-1 1,1 0,-1-1,1 1,-1-1,1 1,-1-1,0 1,1-1,-1 0,0 1,0-1,1 0,-1 1,0-1,0 0,1 0,-1 0,0 0,0 1,0-1,1 0,-1-1,0 1,0 0,0 0,1 0,-1 0,0-1,0 1,1 0,-1-1,0 1,1 0,-1-1,0 1,1-1,-1 1,1-1,-1 1,0-1,1 0,-1 1,1-2,-24-44,13 2,3-1,1-1,3 1,1-1,2 0,3-12,1-3,2-1,2 1,4 0,2 1,2 0,4 1,21-48,-35 93,1 0,1 1,0-1,1 1,0 1,1-1,1 1,-1 1,3-1,-10 10,-1 1,1 0,-1 0,1 0,0 0,0 0,-1 0,1 0,0 1,0-1,0 1,0-1,0 1,0 0,0 0,0 0,0 0,0 0,0 0,-1 0,1 1,0-1,0 1,0-1,0 1,0 0,0 0,-1 0,1 0,0 0,-1 0,1 0,-1 1,1-1,-1 0,0 1,1 1,43 63,-45-66,9 16,-1 0,-1 1,0 0,-1 1,-1-1,-1 1,0 3,-3-15,0 0,-1-1,1 1,-1 0,-1-1,1 1,-1 0,0-1,0 1,0-1,-1 1,0-1,0 0,-1 1,1-1,-1 0,0-1,0 1,-1 0,1-1,-1 0,0 0,0 0,-5 3,0-1,0-1,0 1,-1-2,0 1,0-1,0-1,-1 0,1 0,-11 1,-9-2</inkml:trace>
  <inkml:trace contextRef="#ctx0" brushRef="#br0" timeOffset="40086.802">3546 16818,'-14'-3,"0"1,1 1,-1 0,0 1,0 0,0 1,0 1,1 0,-1 1,1 0,-1 1,1 1,0 0,1 1,-1 0,1 1,-1 1,11-7,0 0,1 0,-1 0,0 0,1 0,-1 0,1 0,-1 0,1 1,-1-1,1 1,0-1,0 1,0-1,0 1,0 0,0-1,0 1,1 0,-1 0,0 0,1 0,0-1,-1 1,1 0,0 0,0 0,0 0,0 0,0 0,1 0,-1 0,1 0,-1 0,1-1,-1 1,1 0,0 0,0-1,0 1,0 0,0-1,1 1,-1-1,0 0,1 1,-1-1,1 1,12 6,0-1,1 0,-1-1,1 0,1-1,-1-1,1 0,-1-1,8-1,5 4,-7-2,-5-2,-1 0,0 2,0-1,0 2,0 0,-1 1,0 0,0 1,0 1,4 4,-16-11,0 1,0 0,0 0,0 0,0 1,0-1,-1 0,1 1,-1-1,0 0,0 1,0 0,0-1,0 1,0 0,-1-1,1 1,-1 0,0 0,0-1,0 1,0 0,0 0,-1 0,1-1,-1 1,0 0,1-1,-1 1,-1 0,1-1,0 1,-1-1,1 0,-1 1,0-1,1 0,-1 0,-2 1,0 2,-1 0,0 0,-1 0,1-1,-1 0,0 0,0-1,-1 1,1-1,0 0,-1-1,0 0,0 0,-6 1,11-3,1-1,0 1,0-1,0 1,0-1,0 1,0-1,0 0,1 1,-1-1,0 0,0 0,0 0,1 1,-1-1,0 0,1 0,-1 0,1 0,-1 0,1 0,-1 0,1-1,0 1,0 0,-1 0,1 0,0 0,0 0,0 0,0-1,0 1,1 0,-1 0,0 0,0 0,1 0,-1 0,1 0,-1 0,1 0,-1 0,1 0,0 0,-1 0,1 0,0 0,0 0,0 1,12-23,2 0,0 2,1 0,2 0,0 2,1 0,1 1,0 1,11-5,-17 10,1 1,0 0,1 1,0 1,1 1,0 0,0 1,8-1,-22 8,-1 0,1 0,0 0,-1 1,1-1,0 1,-1 0,1 0,-1 0,0 0,1 0,-1 0,0 1,1-1,-1 1,0 0,0-1,0 1,-1 0,1 0,0 0,-1 0,1 1,-1-1,0 0,1 1,-1-1,-1 1,1-1,0 1,0-1,-1 1,0 0,1-1,-1 1,0 0,0-1,0 1,-1 0,1-1,-1 2,3 9,2 12,-3-9,2-1,0 1,0-1,2 0,-1 0,7 12,-10-26,0 0,-1 1,1-1,0 0,0 0,0 1,0-1,1 0,-1 0,0 0,0 0,1 0,-1-1,0 1,1 0,-1-1,1 1,-1-1,1 1,-1-1,1 0,-1 1,1-1,-1 0,1 0,-1 0,1 0,0-1,-1 1,1 0,-1-1,1 1,-1-1,1 1,-1-1,0 1,1-1,-1 0,0 0,1 0,-1 0,1-1,50-47,-34 25,-2-1,-1 0,-1-1,-1-1,-1 0,0-5,0 11,-12 21,1 0,-1 0,0-1,0 1,1 0,-1 0,0 0,1 0,-1 0,0 0,1 0,-1 0,0 0,0 0,1 0,-1 0,0 0,1 0,-1 0,0 0,1 0,-1 0,0 0,1 0,-1 0,0 1,0-1,1 0,-1 0,0 0,0 0,1 1,-1-1,0 0,0 0,0 1,1-1,-1 0,0 0,0 1,0-1,0 0,0 1,1-1,-1 0,0 1,0-1,0 0,0 0,0 1,0-1,0 0,0 1,0-1,0 0,0 1,-1-1,1 0,0 1,0-1,0 0,0 0,0 1,-1-1,1 0,0 1,0-1,0 0,3 55,-4-44,1 1,0-1,1 0,0 0,0 0,2 0,-1 0,1 0,1 0,0-1,0 0,1 0,1 0,2 4,-5-11,-1-1,0 0,0 0,1 0,-1-1,1 1,-1 0,1-1,0 0,0 0,-1 0,1 0,0 0,0 0,0-1,0 1,0-1,0 0,0 0,0 0,0 0,1-1,-1 1,-1-1,1 1,0-1,0 0,0-1,0 1,0 0,1-2,75-61,-66 48,0-1,-1-1,-1 0,-1 0,-1-1,0-1,-1 1,-2-1,0-1,-1 1,0-3,3-26,-3 0,-1-1,-3 1,-2-10,1 40,-1 0,0 0,-2 0,0 0,-1 0,0 1,-2-1,-1 1,7 16,0 0,-1 1,1-1,-1 0,1 1,-1-1,0 0,0 1,0-1,0 1,0-1,0 1,0-1,0 1,-1 0,1 0,-1-1,1 1,-1 0,1 0,-1 0,1 1,-1-1,0 0,1 1,-1-1,0 1,0-1,0 1,1 0,-1 0,0 0,0 0,0 0,1 0,-1 0,0 1,0-1,0 1,1-1,-1 1,0 0,1-1,-1 1,1 0,-2 1,-4 6,1 0,-1 0,2 0,-1 1,1 0,0 0,1 0,0 1,1 0,0-1,0 1,1 0,-1 8,0 2,0 1,2-1,0 1,1 0,2-1,0 1,1-1,0 1,2-1,1 0,0-1,1 1,2-1,-1-1,2 0,1 0,0-1,1 0,1-1,0 0,1-1,1-1,1 0,-1-1,2 0,0-2,1 0,0-1,0 0,1-2,0 0,3-1,-3 0,1-2,0-1,0 0,0-1,0-1,0-1,1-1,-1-1,0-1,0 0,0-2,0 0,0-1,-1-1,0-1,0-1,0 0,-1-2,-1 0,5-3,-19 10,1 1,0 0,-1-1,0 0,0 0,0 0,0 0,0 0,0 0,-1-1,0 1,0-1,0 0,0 0,0 0,-1 0,0 0,1 0,-1 0,-1 0,1 0,-1-1,0 1,0 0,0 0,0 0,-1-1,1 1,-1 0,0 0,-1 0,1 0,-1 0,-1-3,-6 1,1 0,0 1,-1 0,0 0,-1 1,1 0,0 1,-1 0,0 1,0 0,0 0,0 1,0 0,0 1,-3 1,0-2,0 2,0 0,1 0,-1 1,1 1,0 0,-1 0,1 2,1-1,5-2,1 1,0-1,0 1,1 0,-1 0,1 0,-1 1,1-1,0 1,0 0,1 1,-1-1,1 0,0 1,0 0,0 0,1 0,0 0,0 0,0 0,0 3,1-5,1 0,0 1,-1-1,1 0,1 0,-1 1,0-1,1 0,-1 0,1 0,0 0,0 1,1-1,-1-1,1 1,-1 0,1 0,0 0,0-1,0 1,0-1,0 0,1 1,-1-1,1 0,-1 0,1-1,1 2,89 28,-81-29,0 0,0-1,0 0,0-1,0-1,0 0,0 0,0-1,0-1,-1 0,1 0,-1-1,1-1,-1 0,-1-1,1 0,3-3,-11 6,0 0,0 0,0 0,-1-1,1 1,-1-1,0 1,0-1,0 0,-1 0,1 0,-1 0,0 0,0-1,-1 1,1 0,-1 0,0-1,0 1,0 0,0 0,-1-1,-1-3,3 8,-1 1,0-1,0 0,0 1,1-1,-1 0,0 0,0 1,0-1,0 0,0 1,0-1,0 0,0 1,0-1,0 1,0-1,0 0,0 1,0-1,0 0,0 1,0-1,0 0,0 1,0-1,0 0,-1 0,1 1,0-1,0 0,0 1,-1-1,1 0,0 0,0 1,-1-1,1 0,0 0,0 0,-1 1,1-1,0 0,-1 0,1 0,0 0,-1 0,1 0,0 0,-1 0,1 0,0 1,-1-1,1-1,0 1,-1 0,1 0,0 0,-1 0,1 0,0 0,-1 0,1 0,0 0,-1-1,3 7,0 0,0-1,1 1,-1-1,1 1,0-1,1 0,0 0,-1 0,1-1,1 1,-1-1,1 0,0 0,-1-1,2 1,-1-1,0 0,1-1,-1 1,4 0,30 10,0-1,1-2,0-2,0-1,1-2,37-1,8 1</inkml:trace>
  <inkml:trace contextRef="#ctx0" brushRef="#br0" timeOffset="40749.519">6554 16885,'-5'-3,"-12"-10,-1 1,-1 1,0 1,0 1,-1 0,0 2,-1 0,0 1,0 1,-5 1,20 4,-1 0,1 1,0-1,-1 2,1-1,0 1,0 0,-1 0,2 0,-1 1,0 0,0 0,1 1,0-1,0 1,0 1,0-1,0 0,1 1,0 0,0 0,0 1,1-1,0 1,0-1,0 1,0 0,1 0,0 0,1 1,-1-1,1 0,0 1,1 4,-1-8,1 0,0 1,0-1,0 1,0-1,0 1,1-1,0 0,-1 1,1-1,1 0,-1 1,0-1,1 0,0 0,-1 0,1 0,1-1,-1 1,0 0,0-1,1 0,0 1,-1-1,1 0,0 0,0-1,0 1,0 0,0-1,1 0,-1 0,0 0,1 0,-1-1,1 1,8-1,0-1,0 0,0-1,0 0,0 0,0-2,-1 1,1-2,-1 1,0-2,-1 1,1-1,-1-1,0 0,0 0,-1-1,0-1,-1 1,1-1,1-4,2-2,-1-1,-1 0,-1 0,0-1,-1 0,0-1,-2 0,0 0,-1 0,-1 0,-1-1,0-1,2-33,-2-1,-2 1,-5-34,4 83,0-14,-1-1,-1 1,0 0,-1 0,-2 0,1 1,-2-1,-4-9,9 26,1 0,0 0,-1 0,1 0,-1-1,1 1,-1 0,0 0,1 0,-1 0,0 0,0 1,0-1,0 0,0 0,0 0,0 1,0-1,0 1,0-1,0 1,0-1,0 1,0-1,-1 1,1 0,0 0,0-1,0 1,-1 0,1 0,0 0,0 1,-1-1,1 0,0 0,0 1,0-1,0 1,-1-1,1 1,0-1,0 1,0-1,0 1,0 0,0 0,0 0,1-1,-2 2,-35 55,27-29,1 1,1 1,2 0,1 0,1 0,2 0,1 1,1-1,2 0,3 18,-1-24,0-1,1-1,2 1,0-1,1 0,2 0,0-1,13 19,-18-32,0 1,1-1,1 0,-1 0,1-1,0 0,1 0,0 0,0-1,0-1,1 1,0-1,0-1,0 0,1 0,-1-1,1 0,0 0,0-1,0 0,7-1,-7-1,1-2,0 1,0-1,0-1,-1 0,1-1,-1 0,0 0,0-1,-1 0,1-1,-1 0,0-1,-1 1,1-2,-1 1,-1-1,0 0,0-1,0 0,-1 0,0 0,-1-1,0 0,-1 0,0 0,0 0,-1-1,-1 0,0 1,0-1,-1 0,0 0,-1 0,0-6,0 15,0 0,1 0,-1 0,0 0,0 0,0 0,-1 0,1 0,0 0,-1 0,0 0,1 0,-1 1,0-1,0 0,0 0,0 0,0 1,0-1,0 0,-1 1,1-1,-1 1,1 0,-1-1,1 1,-1 0,0 0,0 0,1 0,-1 0,0 1,0-1,0 0,0 1,0 0,0-1,0 1,0 0,0 0,0 0,0 0,0 0,0 1,-3 3,1 0,-1 0,1 1,0 0,1 0,-1 0,1 0,0 0,1 1,-1 0,1-1,0 1,0 0,1 0,0 0,0 0,0 0,1 0,-1 0,2 0,-1 1,1 2,1 0,0 0,0-1,1 1,0-1,1 1,-1-1,2 0,-1 0,1-1,0 1,1-1,0 0,0-1,0 1,1-1,0 0,0-1,0 0,1 0,0-1,0 1,0-2,0 1,1-1,-1 0,1-1,3 0,46 15</inkml:trace>
  <inkml:trace contextRef="#ctx0" brushRef="#br0" timeOffset="44303.119">8372 0,'-34'53,"3"1,2 1,3 2,2 1,-2 14,14-30,2 1,2 1,2-1,1 1,3 0,2 0,1 0,3 0,1-1,2 1,2-1,2-1,2 1,50 164,9-2,50 89,-62-173,-24-52,-2 1,-3 1,-3 2,-4 1,-3 1,5 39,-23-42,-2 1,-4 0,-3 0,-3-1,-3 0,-3 0,-4-2,-5 9,-1 15,2-10,4 1,3 0,5 1,3 1,4 0,3 0,5 0,3-1,18 82,11-47,6-2,5-1,5-3,5-2,22 26,-54-92,26 47,-5 1,17 58,-49-113,-1 2,-2 0,-3 0,-1 1,-1-1,-3 2,-2 29,-4-29,-2 0,-2 0,-2-1,-2-1,-1 0,-18 38,-24 43,-45 68,35-71,45-85,1 1,2 1,1 0,2 1,2 1,2 0,1 0,2 1,1-1,2 1,3 0,3 40,13-3,3-1,3-1,4-1,2-1,4-2,10 12,53 128,-70-148,-3 1,-2 1,-4 0,-2 2,-3-1,-3 2,-3-1,-3 1,-3 0,-3-1,-2 0,-8 24,-72 238,59-246,4 0,3 2,5 0,2 1,1 80,14-112,3-1,3 0,1-1,3 1,3-2,1 0,10 17,37 75,72 116,-93-184,-3 1,-4 1,-3 2,-3 2,-4 1,4 35,-19-53,-2 1,-4-1,-2 1,-3 0,-3 0,-3-1,-10 42,-101 388,79-277,9 2,2 138,25-210,7-1,19 119,-6-148,-6 0,-5 1,-5 0,-8 53,-5-72,1-24,3-1,3 1,4 0,3 0,3 0,5 14,145 511,-117-367,1 136,-33-304,-2-19,17 184,-10 181,-12-373,-2-1,-2 1,-2-1,-5 15,-5 3</inkml:trace>
  <inkml:trace contextRef="#ctx0" brushRef="#br0" timeOffset="45966.904">9094 575,'0'-4,"0"0,0 0,-1 0,1 0,-1 0,0 0,0 0,0 0,-1 0,1 1,-1-1,0 1,0-1,0 1,-1-1,1 1,-1 0,0 0,0 0,0 0,0 1,0-1,0 1,-1 0,1 0,-1 0,0 0,1 1,-1 0,0-1,0 1,0 1,0-1,0 0,-1 1,-5 1,1 1,-1 0,1 0,0 1,-1 0,1 1,1 0,-1 0,0 1,1 0,0 0,0 1,1 0,0 1,0 0,0 0,1 0,0 1,0 0,1 0,0 0,0 1,1-1,0 1,1 0,-1 2,3-6,0 0,0 0,1 0,0-1,0 1,0 0,0 0,1 0,0 0,0-1,0 1,0 0,1-1,0 1,0-1,0 1,0-1,1 0,-1 0,1 0,0-1,1 1,-1 0,1-1,-1 0,1 0,0 0,4 2,2 1,1 0,0-1,1-1,0 1,-1-2,1 1,0-2,1 1,-1-2,12 1,-8-2,1 0,-1-2,0 0,1 0,-1-1,0-2,-1 1,1-2,-1 0,0 0,0-2,-1 0,0 0,0-2,-1 1,0-2,-1 0,0 0,-1-1,0-1,-1 0,0 0,-1-1,-1 0,0 0,-1-1,0 0,-1 0,-1-1,-1 0,0-1,0-9,-2 1,-1-1,-2 0,0 1,-1-1,-2 1,-1-1,0 1,-2 0,-10-23,10 25,7 23,0 0,1 0,-1 0,0 0,0 0,0 0,1 0,-1 0,0 0,0-1,0 1,1 0,-1 0,0 0,0 0,0 0,0 0,1 0,-1-1,0 1,0 0,0 0,0 0,0 0,0-1,0 1,1 0,-1 0,0 0,0 0,0-1,0 1,0 0,0 0,0 0,0-1,0 1,10 17,-1-1,0 2,-2-1,0 1,0 1,1 10,-8-27,11 36,-2-1,-1 1,-2 1,-2-1,-2 1,-1 0,-2 0,-2 0,-1-1,-2 1,-2-1,-1-1,-14 35,-38 64,-5-15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2.6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122 0,'-14'114,"0"6,1 90,17-149,-1-77,-42-215,-6 25,42 198,4 23,2-2,0 1,0-2,2 1,-1 0,2-1,0 0,0 0,6 7,-10-16,0 0,0 0,0 0,1 0,-1 0,1 0,0-1,0 0,0 1,0-1,1 0,-1 0,0-1,1 1,0-1,-1 1,1-1,0 0,-1-1,1 1,0-1,0 1,0-1,-1 0,1-1,0 1,0-1,0 1,-1-1,1 0,0 0,1-2,10-5,0-1,0-1,-1-1,0 0,-1-1,0 0,-1-1,0 0,-1-1,-1-1,8-13,-18 28,0 0,1 1,-1-1,0 0,0 0,0 1,0-1,1 0,-1 1,0-1,0 0,1 0,-1 1,0-1,0 0,1 0,-1 0,0 1,1-1,-1 0,0 0,1 0,-1 0,0 0,1 0,-1 0,0 0,1 0,-1 0,0 0,1 0,-1 0,0 0,1 0,-1 0,0 0,1 0,-1 0,0 0,1 0,-1-1,0 1,0 0,1 0,-1 0,0-1,1 1,-1 0,0 0,0-1,0 1,1 0,-1-1,0 1,0 0,0-1,0 1,1 0,-1-1,0 1,0 0,0-1,0 1,0 0,0-1,0 1,0 0,0-1,0 1,1 30,-1-22,-3 332,12-264,-1-54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4.4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37 184,'44'50,"12"14,-3 2,21 36,-66-90,0 0,-1 1,-1 0,0 1,0-1,-1 1,-1 0,0 0,-1 1,0 4,-3-17,0 0,0 0,-1 0,1 0,0 0,-1 0,1 0,-1 0,1 0,-1 0,0-1,0 1,0 0,0 0,0-1,0 1,-1 0,1-1,0 0,-1 1,1-1,-1 0,0 1,1-1,-1 0,0 0,0 0,0-1,0 1,1 0,-1-1,0 1,0-1,0 0,0 0,0 1,0-1,-1-1,-79-9,66 4,1 0,0 0,0-2,0 1,1-2,0 0,0-1,1 0,1-1,0-1,0 0,1-1,9 12,1 0,0-1,0 1,0 0,0-1,0 1,0-1,1 1,-1-1,0 1,1-1,-1 0,1 1,-1-1,1 0,0 0,0 1,0-1,0 0,0 1,0-1,0 0,1 0,-1 1,1-1,-1 0,1 1,-1-1,1 1,0-1,0 1,0-1,0 1,0 0,0-1,0 1,1 0,-1 0,0 0,1 0,-1 0,0 0,1 0,0 0,-1 0,1 1,97-61,-78 51,-1 0,-1-2,0 0,0-1,-1 0,-1-2,-1 0,0-1,0-1,-2 0,0-1,-1 0,6-14,-16 27,0 0,0 0,-1 1,0-2,0 1,0 0,0 0,-1-1,0 1,0-1,-1 1,1-1,-1 1,0-1,-1 1,1-1,-1 1,0 0,-1-1,1 1,-1 0,0 0,0 0,-1 0,0 0,0 0,0 0,0 1,0 0,-1 0,0 0,0 0,0 0,0 1,-1 0,0 0,1 0,-1 0,-1 0,-1 1,0 1,0 0,0 0,0 1,0-1,0 2,0-1,0 1,0 0,0 0,0 1,0 0,0 0,1 0,-1 1,1 0,-1 1,3-2,0 0,0 0,1 1,-1-1,1 1,0 0,0 0,0 0,0 0,0 1,0-1,1 1,0 0,0-1,0 1,0 0,1 0,-1 0,1 1,0-1,0 0,0 0,1 1,0-1,0 0,0 1,0-1,1 2,12 30,6-4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4.7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0,'-4'8,"1"-4,0 0,0 1,1-1,0 1,0-1,0 1,0 0,1 0,0 0,0 0,0 0,0 0,1 0,0 0,0 0,1 0,-1 1,1-1,0 0,0 0,0-4,-1 0,0-1,1 1,-1 0,0-1,1 1,-1-1,1 1,-1-1,1 1,-1-1,1 1,-1-1,1 1,0-1,-1 1,1-1,-1 0,1 0,0 1,-1-1,1 0,0 0,0 0,-1 1,1-1,0 0,0 0,-1 0,1 0,0-1,-1 1,1 0,0 0,0 0,-1 0,1-1,0 1,-1 0,1-1,-1 1,1-1,0 1,-1 0,1-1,-1 1,1-1,-1 0,1 1,-1-1,17-33,-16 31,-1 0,1 1,-1-1,0 0,0 0,-1 0,1 0,-1 0,1 0,-1 1,0-1,0 0,0 1,0-1,0 0,-1 1,1-1,-1 1,0 0,0 0,0-1,0 1,0 0,0 1,0-1,-1 0,1 1,-1-1,1 1,-1 0,1 0,-1 0,0 0,0 0,1 0,-1 1,0-1,0 1,0 0,0 0,-2 0,-13 2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5.0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61 103,'0'1,"0"0,1 1,-1-1,0 0,1 0,-1 0,0 0,1-1,-1 1,1 0,-1 0,1 0,0 0,-1 0,1-1,0 1,0 0,0-1,-1 1,1 0,0-1,0 1,0-1,0 1,0-1,0 0,0 1,0-1,0 0,0 0,0 0,0 0,0 0,0 0,1 0,-1 0,0 0,0 0,0 0,0-1,0 1,0 0,0-1,0 1,0-1,-1 1,1-1,0 0,0 1,0-1,0 0,0 0,1-4,0 1,-1-1,1 1,-1-1,0 0,0 0,-1 1,1-1,-1 0,0 0,-1 0,1 1,-1-1,0 0,0-2,0 5,1 0,-1 0,1 0,-1 0,0 1,1-1,-1 0,0 0,0 1,0-1,-1 1,1-1,0 1,-1-1,1 1,0 0,-1 0,0-1,1 1,-1 0,0 0,1 1,-1-1,0 0,0 1,0-1,0 1,0-1,1 1,-1 0,0 0,0 0,0 0,0 0,0 0,0 1,0-1,0 1,0-1,-1 2,-1-1,1 1,0 0,0 0,0 0,0 0,1 1,-1-1,1 1,-1-1,1 1,0 0,0 0,0 0,0 0,1 1,-1-1,1 0,0 1,0-1,0 1,0-1,1 1,-1-1,1 1,0-1,0 1,0 0,1-1,-1 1,1-1,0 1,0-1,1 3,15 20,6-4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5.6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1 314,'31'-95,"-21"69,0-1,-2 1,-1-1,-2-1,0 1,-2-1,-1-1,-11 79,5 52,4 0,5 0,16 89,-10-42,-12-147,1 0,0 0,0-1,-1 1,1 0,-1-1,0 1,1 0,-1-1,0 1,0-1,0 1,0-1,0 1,0-1,-1 0,1 0,0 1,-1-1,1 0,-1 0,1 0,-1 0,1-1,-1 1,0 0,1-1,-1 1,0-1,0 0,1 1,-1-1,0 0,0 0,1 0,-1 0,0 0,0-1,1 1,-1-1,0 1,0-1,1 1,-2-2,3 2,0-1,-1 1,1-1,0 0,0 1,0-1,0 1,0-1,0 0,0 1,0-1,0 1,1-1,-1 1,0-1,0 0,0 1,1-1,-1 1,0-1,1 1,-1-1,0 1,1 0,-1-1,1 1,-1-1,0 1,1 0,-1-1,1 1,-1 0,1-1,0 1,-1 0,1 0,-1 0,1 0,-1-1,1 1,0 0,-1 0,1 0,-1 0,1 0,-1 0,1 0,0 1,38-11,-1 2,1 2,1 2,25 0,-41 3,39-3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5.8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19,'5'-2,"-4"-4,-7 1,-5-1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3.0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12 135,'-4'25,"0"1,2-1,1 1,1 0,1-1,1 1,2 4,-4-19,1 1,1-1,0 0,1 1,0-1,0 0,1 0,1-1,0 1,0-1,1 0,0 0,1-1,0 0,0 0,1-1,0 1,4 1,-9-8,0-1,0 1,0-1,0 0,0 0,0 0,0-1,0 1,0-1,1 0,-1 1,0-1,0-1,0 1,1 0,-1-1,0 0,0 1,0-1,0-1,0 1,0 0,0-1,0 1,-1-1,1 0,-1 0,1 0,-1 0,0 0,2-2,3-5,0 1,0-1,-1 0,0-1,-1 0,0 1,-1-2,3-6,5-26,-2-1,-1-1,-3 0,-1 0,-2-24,-4 66,1 0,0 0,0 0,0 0,0 0,0 0,0-1,1 1,0 0,-1 0,1 1,0-1,0 0,1 0,-1 0,1 1,-1-1,1 0,0 1,0 0,0-1,0 1,0 0,1 0,-1 0,1 0,-1 1,1-1,-1 1,2-1,58-7,-27 7</inkml:trace>
  <inkml:trace contextRef="#ctx0" brushRef="#br0" timeOffset="249.5">641 1,'2'18,"6"15,9 9,13 7,11 3,10 0,6 1,0-3,-3-4,-8-7,-10-6,-11-8,-10-7</inkml:trace>
  <inkml:trace contextRef="#ctx0" brushRef="#br0" timeOffset="403.087">1055 95,'-18'2,"-15"8,-14 11,-10 13,-6 18,-4 14,0 11,4 8,9 0,14-13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3:48.1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2808 407,'-6'18,"1"0,0 0,1 1,1 0,1-1,1 1,0 0,2 0,2 18,57 471,-56-358,-5 0,-21 132,-24 73,46-352,-15 60,2 1,4 0,2 1,3-1,4 37,10 372,-5-398,4-1,10 44,14 135,-33 413,0-552,0 131,-20 133,0-208,-3 23,6 66,17 794,0 315,-28-651,29-87,27-193,-27-358,0 32,14 98,4-86,-6-48,-3 2,-2 36,18 528,-29-294,-3-311,4-34</inkml:trace>
  <inkml:trace contextRef="#ctx0" brushRef="#br0" timeOffset="3293.439">2875 474,'-9'-75,"4"0,2 0,7-48,-4 114,0 0,0 0,1 1,-1-1,2 1,-1 0,1-1,0 1,1 0,0 0,3-6,-4 12,1 0,-1 0,1 1,-1-1,1 1,0-1,0 1,0 0,0 0,0 0,0 0,0 0,0 1,0 0,0-1,0 1,0 0,0 1,0-1,2 1,3-1,139 6,137 25,-55-4,121-9,253-23,4-2,-322 21,-284-15,1 1,0 0,-1 0,1 0,0 0,-1 0,1 0,0 0,-1 1,1-1,0 0,-1 1,1 0,-1-1,1 1,-1 0,1 0,-1-1,0 1,1 0,-1 1,0-1,0 0,0 0,1 0,-1 1,-1-1,1 0,0 1,0-1,0 1,-1-1,1 1,-1 0,1-1,-1 1,0 0,1-1,-1 1,0 0,0-1,0 1,-1 0,1 1,-19 114,11-40,4 0,4 1,5 34,14 211,-6 123,-13 473,14-497,30 336,-30-569,-8 1,-13 92,-22 419,-2-96,3-226,17 61,-10 94,2 11,18-453,-11 532,21-54,-5-456,16 154,-6-185,19 180,-30-85,11 148,-3-238,16 219,-27-203,10 166,2-106,-7 149,-1 27,5 240,-5-504,4 1,2-2,17 54,-14-108,-11-30</inkml:trace>
  <inkml:trace contextRef="#ctx0" brushRef="#br0" timeOffset="4908.678">2821 11423,'13'336,"-3"-173,-8 0,-9 36,-10 16,17-213,0 1,1-1,-1 1,1 0,0-1,-1 1,1-1,0 1,1-1,-1 1,0-1,1 0,-1 0,1 0,0 0,-1 0,1 0,0 0,0 0,0-1,1 1,-1-1,0 1,1-1,-1 0,0 0,1 0,0 0,-1-1,3 1,86 4,-71-5,12-1,92 0,103-16,66-13,0 13,272 20,-96 4,-315 13,-122-16,0-1,0-1,0-1,12-3,17 1,150 11,-87 1,-123-11,-1 0,1 0,0 0,-1 0,1 0,0 0,-1 0,1 0,0 0,-1 0,1 0,0-1,-1 1,1 0,0 0,-1-1,1 1,0 0,-1-1,1 1,-1 0,1-1,-1 1,1-1,-1 1,1-1,-1 1,0-1,1 0,-1 1,0-1,1 1,-1-1,0 0,0 1,1-1,-1 0,0 1,0-1,0 0,0 1,0-1,0 0,0 1,0-1,0 0,0 0,-1 1,1-1,0 1,0-1,-1 0,1 1,-1-1,-16-39,16 38,-12-20</inkml:trace>
  <inkml:trace contextRef="#ctx0" brushRef="#br0" timeOffset="6625.786">3183 781,'0'7,"2"9,1 11,2 10,1 10,-2 6,-1 3,0 1,-4 0,-4-5,-3-7,-1-6,0-8,1-9</inkml:trace>
  <inkml:trace contextRef="#ctx0" brushRef="#br0" timeOffset="6822.258">3143 1276,'-2'-2,"1"-1,5 0,8 1,7 2,8 2,6 1,4-1,1-1,-5 0,-9 0,-10-1</inkml:trace>
  <inkml:trace contextRef="#ctx0" brushRef="#br0" timeOffset="7082.562">3223 581,'2'0,"8"0,9 0,10 0,7 0,4 0,3 0,-5 0,-8 0</inkml:trace>
  <inkml:trace contextRef="#ctx0" brushRef="#br0" timeOffset="7706.179">3544 1182,'-3'108,"4"-104,0 0,0 0,0 0,1-1,-1 1,1 0,0-1,0 1,0-1,0 0,1 1,0-1,-1 0,1-1,0 1,0 0,1-1,-1 0,0 0,1 0,-1 0,1 0,0-1,0 1,2-1,1 1,1-1,0 0,-1-1,1 0,0 0,-1 0,1-1,-1 0,1-1,-1 0,1 0,-1-1,0 1,0-2,0 1,0-1,-1 0,1 0,1-2,-3 3,-1-1,0 1,0-1,0 0,0 1,-1-2,1 1,-1 0,0-1,0 0,-1 1,1-1,-1 0,0 0,0 0,-1-1,0 1,0 0,0-1,0 1,-1-1,0 1,0-1,0 1,-1 0,0-1,-1-2,1 4,-1 0,0 0,0 0,0 1,0-1,-1 1,1 0,-1-1,0 1,0 0,0 1,-1-1,1 0,-1 1,1 0,-1 0,0 0,0 0,0 1,0-1,0 1,0 0,0 0,0 1,0-1,0 1,-1 0,1 0,0 0,0 1,-1-1,1 1,0 0,0 0,0 1,0-1,0 1,0 0,1 0,-1 0,1 0,-1 1,1-1,-1 2,-49 56,32-28</inkml:trace>
  <inkml:trace contextRef="#ctx0" brushRef="#br0" timeOffset="8373.918">3250 1957,'-2'16,"-1"12,0 11,1 9,0 9,3 5,2 4,1 2,2-1,-2-4,-3-5,-6-10,-3-14</inkml:trace>
  <inkml:trace contextRef="#ctx0" brushRef="#br0" timeOffset="8591.336">3156 2573,'2'4,"6"2,10 0,9-2,9-1,5 0,0-2,-2-1,-8-2,-9-1</inkml:trace>
  <inkml:trace contextRef="#ctx0" brushRef="#br0" timeOffset="8861.624">3102 1918,'7'-2,"9"-1,11 0,10 3,8 1,2 3,1 5,-8 1</inkml:trace>
  <inkml:trace contextRef="#ctx0" brushRef="#br0" timeOffset="9192.749">3570 2680,'29'-39,"-3"0,-1-2,-2 0,-2-2,-1 0,4-21,-16 51,-14 48,-9 41,2-23,2 0,3 1,2 0,3 0,2 36,24 1,-6-62</inkml:trace>
  <inkml:trace contextRef="#ctx0" brushRef="#br0" timeOffset="10242.197">1 848,'1003'39,"-424"-14,206-32,-621-8,-92 11,-88 1</inkml:trace>
  <inkml:trace contextRef="#ctx0" brushRef="#br0" timeOffset="10558.547">1124 607,'0'2,"0"-1,1 1,-1 0,1-1,-1 1,1 0,0-1,0 1,0-1,0 1,0-1,0 0,0 1,0-1,1 0,-1 0,0 0,1 0,-1 0,1 0,-1 0,1 0,-1-1,1 1,0 0,152 61,-120-51,67 21,-29-11,-1 4,51 26,-48-6,-71-43,0 0,0 0,-1 1,1-1,-1 1,0 0,0 0,0-1,0 2,0-1,-1 0,1 0,-1 0,0 1,0-1,0 1,0-1,-1 1,1-1,-1 1,0-1,0 2,-2 2,0 0,-1-1,0 1,0-1,0 0,-1 0,0 0,0-1,0 1,-1-1,0 0,0 0,0-1,0 1,-1-1,0 0,-43 30,0-2,-2-2,-31 12,40-20,-273 152,234-123</inkml:trace>
  <inkml:trace contextRef="#ctx0" brushRef="#br0" timeOffset="11140.025">415 2185,'0'-1,"-1"1,0 0,0-1,1 1,-1 0,0 0,0 0,1 0,-1 0,0 0,0 0,1 0,-1 0,0 0,0 0,0 0,1 0,-1 1,0-1,1 0,-1 1,0-1,1 0,-1 1,0-1,1 1,-1-1,1 1,-1-1,1 1,-1 0,1-1,-1 1,1 0,-1-1,1 1,0 0,-1-1,1 1,0 0,0 0,0-1,0 1,0 0,-1 0,1 0,0-1,1 1,-1 0,0 0,0-1,0 1,0 0,1 0,-1-1,0 1,1 0,-1-1,0 1,1 0,-1-1,1 1,-1 0,1-1,-1 1,1-1,0 1,0-1,6 3,1-2,0 1,-1-1,1 0,0-1,0 0,-1 0,1-1,7-1,6 0,281-12,-1 12,137 24,-429-21,328 26,0-14,120-20,-373-3,-84 10,0 0,0-1,0 1,-1 0,1 0,0 0,0-1,0 1,0 0,-1 0,1-1,0 1,0 0,0-1,0 1,0 0,0 0,0-1,0 1,0 0,0 0,0-1,0 1,0 0,0-1,0 1,0 0,0 0,0-1,0 1,1 0,-1 0,0-1,0 1,0 0,0 0,1-1,-1 1,0 0,0 0,0 0,1-1,-1 1,0 0,0 0,1 0,-1 0,0 0,0 0,1-1,-1 1,0 0,0 0,1 0,-1 0,0 0,1 0,-1 0,0 0,0 0,1 0,-1 0,0 1,1-1,-1 0,0 0,0 0,1 0,-1 0,0 0,-19-6,-88 7,79 1</inkml:trace>
  <inkml:trace contextRef="#ctx0" brushRef="#br0" timeOffset="11504.054">1484 1971,'-82'-64,"68"58,25 23,24 18,1-3,2 0,2-3,0-1,8 2,-9-5,10 7,-9-7,0 1,-2 3,-1 1,26 27,-60-55,0 0,0 1,0-1,-1 1,1 0,-1 0,1 0,-1 0,0 0,0 0,0 1,-1-1,1 1,-1-1,0 1,0 0,0-1,0 1,-1 0,0 0,1 0,-1-1,-1 1,1 0,0 0,-1-1,0 1,0 0,0 0,0-1,-1 1,1-1,-1 0,-2 3,-6 4,0 0,0-1,-1 0,0-1,-1-1,0 0,0 0,-9 3,-96 42,-113 32,120-45,44-15</inkml:trace>
  <inkml:trace contextRef="#ctx0" brushRef="#br0" timeOffset="12528.112">3263 4056,'-4'13,"1"-5,1 0,-1-1,2 1,-1 0,1 0,0 0,0 0,1 1,1-1,-1 0,1 1,0-8,0-1,-1 0,1 1,0-1,0 0,0 0,-1 0,1 0,0 0,0 0,0 0,-1 0,1 0,0 0,0 0,-1 0,1-1,0 1,0 0,-1-1,1 1,0 0,-1-1,1 1,0-1,-1 1,1-1,-1 1,1-1,0 0,-1 1,0-1,1 0,-1 1,1-1,-1 0,0 1,1-1,-1 0,0 0,0 0,0 1,0-1,5-6,-2 0,1 0,-1 0,0-1,0 1,-1-1,0 1,-1-1,0 0,0 0,0 0,-1 0,0 0,-1 0,1 0,-2 1,0-4,2 10,0 0,0 0,0 0,0 1,-1-1,1 0,0 0,-1 0,1 0,0 1,-1-1,1 0,-1 0,1 1,-1-1,1 0,-1 1,0-1,1 0,-1 1,0-1,0 1,1 0,-1-1,0 1,0-1,0 1,0 0,1 0,-1-1,0 1,0 0,0 0,0 0,0 0,0 0,1 0,-1 0,0 0,0 1,0-1,0 0,0 0,1 1,-1-1,0 1,0-1,-26 34,14-8</inkml:trace>
  <inkml:trace contextRef="#ctx0" brushRef="#br0" timeOffset="12813.349">3303 4751,'2'2,"0"-1,0 0,0-1,0 1,0 0,0 0,0-1,0 1,0-1,0 1,0-1,0 0,0 0,0 0,0 0,0-1,0 1,1 0,-1-1,0 1,0-1,0 0,-1 0,1 0,0 0,0 0,0 0,-1 0,1-1,0 1,-1 0,1-1,-1 0,0 1,0-1,1 0,-1 1,0-1,0-1,0-3,-1 1,1-1,-1 1,0-1,-1 1,1-1,-1 1,0-1,-1 1,1-1,-1 1,0 0,0 0,-1 0,0 0,1 0,-2 1,1-1,0 1,-1 0,0 0,0 0,0 0,-1 1,1-1,-1 1,0 0,1 1,-3-1,5 2,0 0,1 1,-1 0,0-1,0 1,1 0,-1 0,0 0,0 0,1 1,-1-1,0 0,1 1,-1-1,0 1,1-1,-1 1,1 0,-1 0,0 0,1 0,0 0,-1 0,1 0,0 0,0 0,-1 1,1-1,0 1,0-1,0 0,1 1,-1 0,0-1,0 1,1 0,-1-1,1 3,-8 68,11-56,0-1,1 1,1-1,0 0,1 0,1 0,1-1,1 2,15 25</inkml:trace>
  <inkml:trace contextRef="#ctx0" brushRef="#br0" timeOffset="13093.605">3424 5339,'11'-54,"-10"44,0 3,-1 0,1 0,-1 0,0 0,-1 1,0-1,0 0,0 0,-1 1,0-1,0 0,0 1,-1 0,0 0,-1 0,1 0,-2-1,4 6,0 0,-1 0,1 0,-1 0,1 1,-1-1,1 0,-1 1,1-1,-1 1,0-1,1 1,-1 0,1 0,-1 0,0 0,0 0,1 0,-1 0,1 0,-1 1,0-1,1 1,-1-1,1 1,-1 0,1-1,-1 1,1 0,-1 0,1 0,0 0,0 0,-1 0,1 1,0-1,0 0,-36 53,35-49,0 1,0 0,0 0,1 0,0-1,0 1,1 0,-1 0,1 0,1 1,-1-1,1-1,0 1,0 0,1 0,0 0,0 0,0-1,1 1,-1-1,2 0,-1 0,0 0,2 2,19 18</inkml:trace>
  <inkml:trace contextRef="#ctx0" brushRef="#br0" timeOffset="14054.996">402 7880,'400'-19,"637"19,-258 6,-836-6,35 0</inkml:trace>
  <inkml:trace contextRef="#ctx0" brushRef="#br0" timeOffset="14442.946">1338 7559,'-1'0,"0"0,0 0,0 0,0 0,0 1,1-1,-1 0,0 1,0-1,0 1,0-1,1 1,-1-1,0 1,0-1,1 1,-1 0,1 0,-1-1,0 1,1 0,-1 0,1-1,0 1,-1 0,1 0,0 0,-1 0,1 0,0 0,0 0,0 0,0-1,0 1,0 0,0 0,0 0,0 0,0 0,1 0,-1 0,0 0,1 0,-1-1,0 1,1 0,-1 0,1 0,-1-1,1 1,0 0,-1-1,1 1,0 0,-1-1,1 1,0-1,0 1,0-1,-1 1,1-1,0 0,0 1,0-1,0 0,0 0,0 0,0 0,17 11,0-2,1 0,0-1,0-1,1-1,0-1,2 0,-3 0,85 20,-48-13,0 2,-1 3,-1 2,0 2,0 4,-48-24,-1 2,0-1,-1 0,1 1,0 0,-1 0,0 0,1 1,-1 0,-1-1,1 1,0 1,-1-1,0 0,0 1,0 0,-1-1,1 1,-1 0,-1 0,1 1,0-1,-1 0,0 1,-1-1,1 0,-1 1,0 3,-5 3,0 0,-1-1,-1 0,1 0,-2 0,0-1,0 0,0-1,-1 0,-1 0,0-1,0 0,0-1,-1 0,-5 2,14-7,-300 183,242-136,56-37</inkml:trace>
  <inkml:trace contextRef="#ctx0" brushRef="#br0" timeOffset="14906.718">3130 7425,'0'-4,"0"2,-3 7,0 9,0 11,0 11,2 8,0 6,2 3,2 2,0 1,0-3,-1-3,-1-6,-3-8,0-9</inkml:trace>
  <inkml:trace contextRef="#ctx0" brushRef="#br0" timeOffset="15169.792">3036 7947,'9'4,"12"3,12-2,9 0,4-1,4-2,-3-1,-6-1,-7 0,-8-2,-9-2</inkml:trace>
  <inkml:trace contextRef="#ctx0" brushRef="#br0" timeOffset="15422.489">2982 7211,'18'-2,"20"-1,19 0,12 3,4 1,-2 4,-14-1</inkml:trace>
  <inkml:trace contextRef="#ctx0" brushRef="#br0" timeOffset="15792.652">3731 7639,'-13'-3,"0"1,0 0,-1 1,1 0,0 1,-1 0,1 1,0 1,-1 0,1 1,0 0,1 1,-1 0,1 1,-1 1,2 0,-1 0,1 1,-2 2,3 1,1 1,0 0,1 1,0 0,1 0,0 1,1 0,0 0,1 0,1 1,0 0,0 0,2 0,0 0,0 0,2 0,-1 1,2-1,0 0,1 0,0 1,1-1,0-1,2 1,-1 0,2-1,0 0,0 0,4 4,-1-5,0-1,1 0,0 0,1-1,0 0,0-1,1-1,1 0,-1 0,1-1,0-1,1 0,0-1,0 0,0-1,0-1,0 0,1-1,14 1,-23-3,-1 0,1 0,-1 0,1-1,0 1,-1-2,1 1,-1 0,0-1,1 0,-1 0,0-1,0 1,0-1,-1 0,1-1,-1 1,1-1,-1 0,0 0,-1 0,1 0,-1-1,0 1,0-1,0 0,0 0,-1 0,0 0,0-1,-1 1,1-1,-1 1,0-1,-1 1,1-1,-1 1,0-4,0 5,0 0,0 0,-1-1,0 1,1 0,-2 0,1-1,0 1,-1 0,1 0,-1 1,0-1,-1 0,1 1,-1-1,1 1,-1 0,0-1,0 1,-1 1,1-1,0 0,-1 1,0 0,1 0,-1 0,0 0,0 1,0-1,-1 1,1 0,0 0,0 0,0 1,-1 0,1 0,-5 0,-6 3,0 1,1 0,-1 1,1 1,0 0,0 1,1 0,-1 1,2 1,-1 0,1 0,1 1,0 1,0 0,1 1,0 0,1 0,1 1,0 0,0 2,-33 60,9-3</inkml:trace>
  <inkml:trace contextRef="#ctx0" brushRef="#br0" timeOffset="16872.826">602 9297,'-9'2,"27"1,303 8,839 51,-857-73,-241 8,-77 3,-5 1</inkml:trace>
  <inkml:trace contextRef="#ctx0" brushRef="#br0" timeOffset="17210.746">1484 9084,'0'0,"-1"0,0 1,1-1,-1 1,0-1,1 1,-1 0,0-1,1 1,-1 0,1-1,-1 1,1 0,0 0,-1-1,1 1,0 0,-1 0,1 0,0-1,0 1,0 0,0 0,0 0,0 0,0 0,0-1,0 1,0 0,0 0,1 0,-1 0,0-1,0 1,1 0,-1 0,1-1,-1 1,1 0,-1 0,1-1,-1 1,1-1,0 1,-1 0,1-1,0 1,11 12,1-1,0 0,1 0,1-2,-1 0,1 0,1-2,0 0,0 0,1-2,0 0,-15-5,411 157,-408-157,-1 0,1 1,-1-1,1 1,-1 0,0 0,0 1,0-1,0 1,-1 0,1 0,-1 0,1 1,-1-1,0 1,-1-1,1 1,0 0,-1 0,0 0,0 1,0-1,-1 0,1 1,-1-1,0 1,-1 0,1-1,-1 1,1 2,-5 1,1 0,-1 0,-1 0,0-1,0 0,0 1,-1-2,0 1,0-1,0 0,-1 0,-4 2,-33 26,-2-2,-1-3,-1-1,-39 15,38-20</inkml:trace>
  <inkml:trace contextRef="#ctx0" brushRef="#br0" timeOffset="17638.34">3330 8842,'-3'14,"0"11,1 10,-1 9,2 8,2 4,4 4,3 1,2-1,2-3,-1-6,-2-3,-8-9,-8-8,-3-9</inkml:trace>
  <inkml:trace contextRef="#ctx0" brushRef="#br0" timeOffset="17890.028">3250 9444,'2'0,"3"3,8 2,6 1,8 1,8 0,3-2,3-1,-3-2,-6-3,-9-3,-8-2</inkml:trace>
  <inkml:trace contextRef="#ctx0" brushRef="#br0" timeOffset="18145.345">3049 8749,'18'-2,"18"-1,11 0,9 1,5 2,0 2,-9 1</inkml:trace>
  <inkml:trace contextRef="#ctx0" brushRef="#br0" timeOffset="18456.038">3744 9084,'1'-1,"73"-15,-72 16,1 0,-1 0,1 1,-1-1,1 1,0-1,-1 1,0 0,1 0,-1 0,0 1,1-1,-1 0,0 1,0-1,0 1,0 0,0 0,0 0,-1 0,1 0,-1 0,1 0,-1 0,0 1,0-1,0 1,5 16,-1-1,-1 1,-1 0,0 0,-2 1,0-1,-1 0,-2 13,1 1,-6 103,-7 0,-9 26,14-104,-1-16,-2-52,6-9,0-1</inkml:trace>
  <inkml:trace contextRef="#ctx0" brushRef="#br0" timeOffset="18625.616">3677 9578,'23'-3,"21"1,14-1,12-2,4-2,-3-2,-9-2,-15-4,-16 1</inkml:trace>
  <inkml:trace contextRef="#ctx0" brushRef="#br0" timeOffset="20406.914">924 4190,'5'3,"0"-1,1 0,0 0,-1 0,1-1,0 0,0 0,0 0,0-1,0 0,0 0,0-1,0 1,0-1,-1-1,1 1,0-1,0 0,-1 0,0-1,1 1,-1-1,0 0,0-1,0 1,-1-1,1 0,-1 0,0-1,0 1,0-1,-1 0,0 0,0 0,1-2,-4 5,1 0,-1 0,0 0,0 0,1 0,-1 0,-1 0,1-1,0 1,-1 0,1 0,-1 0,1 0,-1 0,0 0,0 1,0-1,0 0,0 0,0 0,0 1,-1-1,1 1,-1-1,1 1,-1-1,0 1,1 0,-1 0,0 0,0 0,0 0,0 0,0 1,-72-13,70 13,0 1,-1 0,1 0,0 0,1 0,-1 1,0-1,0 1,1 0,-1 0,1 1,-1-1,1 1,0 0,0-1,0 1,0 1,1-1,-1 0,1 1,0-1,0 1,0 0,0-1,1 1,0 0,-1 0,1 0,1 0,-1 0,1 0,-1 1,1-1,0 0,1 3,1 24</inkml:trace>
  <inkml:trace contextRef="#ctx0" brushRef="#br0" timeOffset="20681.135">1031 4858,'6'-6,"3"-10,2-7,-1-3,-2 0,-7 0,-6 5,-9 3,-7 5,-4 6,-2 10,1 11,5 10,6 7,10 4,10 2,12-1,2-6</inkml:trace>
  <inkml:trace contextRef="#ctx0" brushRef="#br0" timeOffset="20960.451">1097 5634,'14'-16,"6"-12,0-6,-3-3,-5-1,-8 4,-11 6,-7 7,-7 10,-3 11,-1 15,4 11,8 11,13 8,13 1,5-8</inkml:trace>
  <inkml:trace contextRef="#ctx0" brushRef="#br0" timeOffset="22806.658">3343 11810,'-1'13,"0"-21,-5-18,4 23,1-1,-1 0,1 0,-1 1,0-1,0 1,-1 0,1 0,-1 0,0 0,1 0,-1 0,0 1,-1-1,1 1,0 0,-1 0,1 0,-1 0,0 1,1 0,-1-1,0 1,0 1,0-1,0 0,0 1,0 0,0 0,0 0,0 0,0 1,0 0,0 0,1 0,-1 0,0 0,0 1,-2 3,1 1,0 0,0 0,1 0,-1 0,1 0,1 1,-1 0,1 0,1 0,-1 0,1 0,0 1,1-1,0 1,0-1,0 1,1-1,0 1,1 0,-1-1,2 1,-1-1,1 1,0-1,0 0,1 0,0 0,4 6,4 2,1 0,1-1,0-1,1 0,0 0,1-2,0 0,1 0,0-2,1 0,0-1,0 0,1-2,0 0,0-1,1-1,-1 0,1-1,0-2,6 1,-7-1,-1 0,1-1,0-1,0-1,-1 0,7-3,25-9</inkml:trace>
  <inkml:trace contextRef="#ctx0" brushRef="#br0" timeOffset="23446.71">3838 11743,'7'26,"0"-1,-2 1,-1 0,-1 0,-2 1,0-1,-2 0,-1 1,0-1,-2 0,-2 0,-2 6,3-4,4-88,3-248,-3 305,1-1,0 1,0-1,1 1,-1-1,1 1,0-1,0 1,0 0,0-1,0 1,1 0,-1 0,1-1,0 1,0 1,0-1,0 0,1 0,-1 1,1 0,0-1,0 1,-1 0,1 0,1 0,-1 1,2-1,3-1,0 1,1 1,0 0,-1 0,1 1,0 0,-1 0,1 1,0 0,-1 1,1 0,2 1,-7-2,0 0,0 0,0 1,0 0,0 0,0 0,0 0,-1 0,1 1,-1 0,0 0,0 0,0 0,0 0,0 0,-1 1,1-1,-1 1,0 0,0 0,0 0,-1 0,1 0,-1 0,0 1,-1 1,-1-1,0 1,0-1,0 0,-1 0,1 1,-1-1,-1 0,1 0,-1-1,1 1,-2 0,1-1,0 0,-1 0,0 0,0 0,0 0,0-1,0 0,-1 0,0 0,1 0,-1-1,0 0,-2 1,-14 11,21-14,0 0,0 1,-1-1,1 1,0-1,0 0,0 1,0-1,0 1,0-1,0 0,0 1,0-1,0 1,0-1,0 1,0-1,0 1,0-1,0 0,1 1,-1-1,0 1,0-1,0 0,1 1,-1-1,0 0,0 1,1-1,-1 0,0 1,1-1,-1 0,0 0,1 0,-1 1,1-1,-1 0,0 0,1 0,-1 0,1 1,-1-1,1 0,-1 0,0 0,1 0,-1 0,1 0,-1 0,1 0,-1-1,0 1,1 0,-1 0,1 0,-1 0,0 0,1-1,-1 1,1 0,-1 0,0-1,1 1,-1 0,0-1,0 1,1 0,3 0,103 19,-103-17,1-1,0 1,-1 0,1 0,-1 1,1-1,-1 1,0 0,0 0,0 1,-1-1,1 1,-1 0,0 0,0 0,0 0,0 0,-1 1,0-1,1 3,-2-3,0-1,0 1,-1-1,0 1,0 0,0-1,0 1,0-1,-1 1,1 0,-1-1,0 1,0-1,-1 0,1 1,-1-1,1 0,-1 0,0 0,0 0,-1 0,1 0,0-1,-1 1,0-1,1 0,-1 1,-3 0,-92 45,93-46,-5 2,0-1,-1 0,0 0,0-1,0-1,0 1,0-2,-2 0,13 0,0 0,1 0,-1 0,0 0,1 0,-1 0,0 0,1-1,-1 1,0 0,1 0,-1 0,0-1,0 1,1 0,-1 0,0-1,0 1,0 0,1-1,-1 1,0 0,0-1,0 1,0 0,0-1,1 1,-1 0,0-1,0 1,0 0,0-1,0 1,0 0,0-1,0 1,0 0,0-1,-1 1,1 0,0-1,0 1,0 0,0-1,0 1,-1 0,1-1,0 1,0 0,-1 0,1-1,0 1,0 0,-1 0,1 0,0-1,0 1,-1 0,1 0,0 0,-1 0,1 0,0-1,-1 1,1 0,-1 0,1 0,0 0,16-11</inkml:trace>
  <inkml:trace contextRef="#ctx0" brushRef="#br0" timeOffset="23923.691">4493 11743,'-12'66,"-3"-2,-3 0,-16 38,14-64,17-44,6-11,0 0,1 0,1 1,1-1,0 1,3-5,4-11,24-66,-5-2,-1-13,-30 110,8-26,7 44,47 120,-42-97,-2 0,-2 1,-2 1,-1 1,-3 0,-1 0,1 15,-10-45,1-1,-1 0,0 0,-1 0,0 0,0 0,-1 0,0 0,-1 0,0 0,-2 3,-2-4,0-8</inkml:trace>
  <inkml:trace contextRef="#ctx0" brushRef="#br0" timeOffset="24080.87">4533 11891,'16'2,"21"3,18 1,15 1,10 3,0 3,-13 0</inkml:trace>
  <inkml:trace contextRef="#ctx0" brushRef="#br0" timeOffset="24891.234">3437 12586,'-5'14,"1"0,1 0,0 0,1 1,1-1,0 1,1-1,0 1,2-1,-1 0,2 1,0-1,4 13,-7-27,22 99,24 155,-43-228,-2-1,-1 1,-1 0,-1 0,-1-1,-1 1,-2-1,-7 22,11-39,-1-1,0 1,0 0,0-1,-1 0,0 0,-1 0,1 0,-2-1,1 0,0 0,-1 0,0 0,-1-1,1 0,-1-1,0 1,0-1,0 0,0-1,-1 0,0 0,0-1,1 0,-1 0,-9 0,-124-14,76 2,1 5,-1 3,1 2,-1 4,1 2,-40 10,-71 21,-63 27,211-56,19-6,15-4,10-3</inkml:trace>
  <inkml:trace contextRef="#ctx0" brushRef="#br0" timeOffset="25786.378">4119 12518,'-1'0,"0"0,0-1,0 1,0 0,0 0,0 0,0 0,-1 0,1 0,0 0,0 0,0 0,0 1,0-1,0 0,0 1,0-1,0 0,0 1,0-1,0 1,0 0,1-1,-1 1,0 0,0 0,0-1,1 1,-1 0,1 0,-1 0,0 0,1 0,-1 0,1 0,0 0,-1 0,1 0,0 0,0 0,0 0,-6 52,6-47,2 69,3-1,11 56,-3-40,6 116,-7 204,-10-382,-2 0,-1-1,-1 1,-2-1,0 0,-2 0,-1 0,-1-1,-1 0,-1 0,-11 17,15-35,0 0,-1-1,0 0,0 0,-1 0,0-1,0 0,0-1,-1 0,0 0,0-1,0 0,0 0,-1-1,0 0,1-1,-1 0,-3 0,-20 1,0-1,1-2,-1-1,-32-5,-411-51,326 49,0 6,0 6,1 8,-97 20,206-23,33-6,24-6,15-4</inkml:trace>
  <inkml:trace contextRef="#ctx0" brushRef="#br0" timeOffset="26737.585">4814 12452,'-12'46,"3"1,1 0,3 1,1 0,3 36,1-58,-2 33,-32 798,27-753,-35 342,39-418,-1 1,-1-1,-1 0,-2 0,-1-1,-1 0,-1-1,-2 0,0 0,-2-2,-1 1,10-18,-2 1,1-2,-1 1,0-1,0 0,-1-1,0 0,0 0,0-1,0 0,-1 0,0-1,1-1,-1 0,0 0,0-1,-1 0,1 0,-10-2,-14-2,-1-1,1-1,1-3,-1 0,-7-5,-18-5,-68-21,-1 6,-23 2,18 14,1 7,-2 5,1 6,-46 10,-529 78,423-46,282-43,-28 4,26-6,17-4,3 0</inkml:trace>
  <inkml:trace contextRef="#ctx0" brushRef="#br0" timeOffset="27508.215">2514 13522,'-65'12,"-1"-4,0-2,-1-2,-53-6,43 1,50 1,-676 12,663-6,67 1,35-5,-30-2</inkml:trace>
  <inkml:trace contextRef="#ctx0" brushRef="#br0" timeOffset="28207.38">2488 13870,'-66'17,"-607"69,244-36,364-36,65-14,1 0,-1 0,1 0,-1 0,0 0,1 0,-1 0,1 0,-1 0,1 0,-1 0,0 0,1 1,-1-1,1 0,-1 0,0 0,1 1,-1-1,1 0,-1 0,0 1,1-1,-1 0,0 1,0-1,1 0,-1 1,0-1,0 1,0-1,1 0,-1 1,0-1,0 1,0-1,0 1,0-1,0 0,0 1,0-1,0 1,0-1,0 1,0-1,0 0,0 1,0-1,0 1,-1-1,1 1,0-1,0 0,-1 1,1-1,0 0,0 1,108-2,-66-2</inkml:trace>
  <inkml:trace contextRef="#ctx0" brushRef="#br0" timeOffset="28921.046">2274 14444,'-141'34,"-82"30,-3-9,-2-11,-207 13,362-48,69-3,21 1,-10-4,3 2</inkml:trace>
  <inkml:trace contextRef="#ctx0" brushRef="#br0" timeOffset="30469.438">4613 4751,'5'14,"8"11,10 8,12 8,8 6,6 2,2 1,-2-1,-4-3,-7-7,-11-8</inkml:trace>
  <inkml:trace contextRef="#ctx0" brushRef="#br0" timeOffset="30855.79">5135 4725,'46'8,"-45"-8,0 0,0 1,-1-1,1 1,0-1,0 1,0-1,-1 1,1-1,0 1,-1-1,1 1,0 0,-1-1,1 1,-1 0,1 0,-1-1,0 1,1 0,-1 0,0 0,1 0,-1 0,0-1,0 1,0 0,0 0,0 0,0 0,0 0,0 0,0 0,0 0,0-1,-1 1,1 0,0 0,-1 0,1 0,-1-1,1 1,-1 0,1 0,-1-1,1 1,-1 0,0-1,0 1,-153 133,146-125,2 0,-1 0,1 1,1 0,0 0,0 0,1 1,0 0,1-1,0 1,1 0,0 1,0-1,2 0,-1 9,2 22,3-1,0 1,8 25,-7-41,62 460,-62-440,0-10</inkml:trace>
  <inkml:trace contextRef="#ctx0" brushRef="#br0" timeOffset="32270.908">5549 5153,'91'7,"796"2,26 3,-638-3,-264-6,-31-2,-51-4,54 0</inkml:trace>
  <inkml:trace contextRef="#ctx0" brushRef="#br0" timeOffset="33426.872">6392 4939,'27'17,"73"39,-73-43,0 2,0 1,-2 1,0 1,1 2,-24-19,0 0,0 1,0-1,-1 0,1 1,0 0,-1-1,1 1,-1 0,1 0,-1 0,0 0,0 0,0 0,0 0,0 0,0 1,0-1,-1 0,1 0,-1 1,0-1,0 0,0 1,0-1,0 0,0 1,-1-1,1 0,-1 1,1-1,-1 1,-6 4,0-1,0 1,0-1,-1-1,0 0,0 0,0 0,0-1,-1 0,0-1,1 0,-5 1,-5 3,-34 13,-163 75,167-67</inkml:trace>
  <inkml:trace contextRef="#ctx0" brushRef="#br0" timeOffset="36726.939">443 15327,'17'-28,"-1"-9,-13 28,0 0,0 0,1 0,0 1,1 0,0 0,0 0,1 1,-1-1,2 1,2-2,-8 8,0 0,0 0,0 1,-1-1,1 0,0 1,0-1,0 1,0-1,0 1,0 0,0-1,0 1,0 0,0 0,1 0,-1-1,0 1,0 0,0 1,0-1,0 0,0 0,0 0,0 1,0-1,0 0,0 1,0-1,0 1,0-1,0 1,0 0,0-1,0 1,-1 0,1-1,0 1,0 0,-1 0,1 0,-1 0,1 0,-1 0,1 0,-1 0,1 0,-1 1,12 53,-13-24,-2 0,-1 0,-1 0,-2-1,-3 10,-5 22,12-48,3-11,0-1,0 1,0 0,0 0,-1 0,1 0,-1 0,0 0,0 0,0 0,0-1,-1 1,1-1,-1 1,1-1,-1 1,0-1,0 0,0 1,0-1,0-1,-1 1,1 0,-1 0,1-1,-1 1,0-1,1 0,-1 0,0 0,-1 0,-51-2,106-9,165 3,-183 8</inkml:trace>
  <inkml:trace contextRef="#ctx0" brushRef="#br0" timeOffset="37485.507">1471 15299,'1'0,"-1"0,0 0,0-1,1 1,-1 0,0-1,0 1,0 0,0-1,1 1,-1-1,0 1,0 0,0-1,0 1,0-1,0 1,0 0,0-1,0 1,0-1,0 1,0 0,0-1,0 1,-1 0,1-1,0 1,0-1,0 1,0 0,-1-1,1 1,0 0,0 0,-1-1,1 1,0 0,-1-1,1 1,0 0,-1 0,1 0,0 0,-1-1,1 1,-1 0,1 0,0 0,-1 0,1 0,-10-5,0 0,1 0,-1 1,-1 1,1 0,-1 0,1 1,-1 0,0 1,0 0,1 1,-1 0,0 1,0 0,-1 1,8-2,-1 1,1-1,0 1,0 0,0 0,0 1,0-1,0 1,1 0,-1 0,0 0,1 1,0-1,-1 1,1 0,0-1,0 2,1-1,-1 0,0 0,1 1,0 0,0-1,0 1,1 0,-1 0,1 0,0 0,0 0,0 0,0 0,1 0,0 1,-1-1,2 0,-1 0,0 0,1 0,0 1,1 2,0 0,1 0,0-1,1 1,-1-1,1 0,0 0,1 0,-1-1,1 1,0-1,1 0,-1-1,1 1,0-1,0 0,0 0,1-1,-1 0,6 2,5 1,0 0,0-1,1 0,0-2,0 0,0-1,7-1,-15 0,0 0,0-2,1 1,-1-1,0-1,0 0,0 0,0-1,0 0,0-1,-1 0,0 0,0-1,0-1,0 1,-1-1,0-1,0 1,0-2,-1 1,0-1,-1 0,4-5,23-44,-32 57,0 0,-1 0,1 0,0 0,0 0,-1 0,1 0,0 0,-1 0,1 1,0-1,0 0,-1 0,1 1,0-1,-1 0,1 1,-1-1,1 1,0-1,-1 1,1-1,-1 1,1-1,-1 1,0 0,1-1,-1 1,0 0,1-1,-1 1,0 0,0-1,1 1,-1 0,0 0,0-1,0 1,0 0,0 0,0 0,0 0,5 11,-4-6,0 0,0 0,1 0,0 0,0 0,1 0,-1-1,1 1,0-1,1 0,-1 0,1 0,0-1,1 1,-1-1,1 0,0 0,-1 0,2-1,-1 0,0 0,1 0,-1 0,5 0,11-2</inkml:trace>
  <inkml:trace contextRef="#ctx0" brushRef="#br0" timeOffset="37644.064">1765 14979,'-6'9,"-1"8,6 5,3-1</inkml:trace>
  <inkml:trace contextRef="#ctx0" brushRef="#br0" timeOffset="38090.869">1953 15460,'4'-2,"-1"0,0 0,0-1,0 1,0-1,0 0,-1 0,1 0,-1 0,1 0,-1 0,0-1,-1 1,1-1,-1 1,1-1,-1 0,0 1,0-1,-1 0,1 0,-1 0,0 0,0 0,0 0,-1-2,-24-100,17 89,7 16,0 0,0 0,0 0,0 0,0 0,0-1,0 1,0 0,1-1,-1 1,1 0,-1-1,1 1,-1-1,1 1,0-1,-1 1,1-1,0 1,0-1,0 1,1-1,-1 1,0-1,0 1,1-1,-1 1,1-1,-1 1,1-1,0 1,0 0,-1-1,1 1,0 0,0 0,0 0,0 0,1 0,-1 0,0 0,0 0,0 0,2 0,15-3,0 0,1 2,-1 0,1 1,-1 1,15 2,0-1,-30-1,1-1,-1 0,1 1,-1-1,1 1,-1 0,1 0,-1 0,1 0,0 1,-1 0,1-1,-1 1,0 0,1 1,-1-1,0 1,0-1,0 1,0 0,0 0,0 0,0 1,-1-1,1 1,-1-1,0 1,1 0,-1 0,-1 0,1 0,0 0,0 2,-3 191,1-194,0 0,1 0,0-1,-1 1,1 0,0 0,0 0,0-1,0 1,0 0,0-1,0 1,1-1,-1 1,1-1,-1 0,1 1,-1-1,1 0,0 0,0 0,-1 0,1 0,0-1,0 1,0-1,0 1,0-1,0 0,0 1,0-1,0 0,0 0,2-1,69-6,-35-2</inkml:trace>
  <inkml:trace contextRef="#ctx0" brushRef="#br0" timeOffset="38878.085">2688 15246,'-4'-3,"0"0,-1 0,1 1,-1 0,1-1,-1 2,0-1,0 0,0 1,1 0,-1 0,-1 1,1-1,0 1,0 0,0 1,0-1,0 1,0 0,0 0,0 0,0 1,1 0,-1 0,0 0,1 0,0 1,-1 0,1 0,0 0,0 0,1 1,-3 2,3-2,0 0,0 0,0 1,0-1,1 1,0 0,0 0,0 0,1 0,-1 0,1 0,0 0,1 0,-1 1,1-1,0 0,1 0,-1 1,1-1,0 0,0 0,0 0,1 0,0 0,0 0,0 0,1-1,0 1,-1-1,2 1,-1-1,0 0,4 3,4-3,0 0,0-1,0 0,0 0,1-1,-1 0,1-1,0-1,-1 0,1 0,0-1,-1-1,1 0,-1-1,0 0,1 0,-2-1,1-1,0 0,-1 0,3-2,-7 4,0 0,1-1,-2 0,1 0,0 0,-1-1,1 1,-1-1,-1 0,1-1,-1 1,0-1,0 0,0 0,-1 0,0-1,0 1,-1-1,0 0,0 1,0-1,0-5,-2 19,1-1,0 0,0 0,1 0,-1 0,2 0,-1 0,0-1,1 1,0-1,1 1,-1-1,1 0,0 0,4 4,-5-6,0-1,-1 1,1 0,1-1,-1 1,0-1,1 0,-1 0,1 0,-1-1,1 1,0-1,0 0,0 0,-1 0,1-1,0 1,0-1,0 0,0 0,0 0,0-1,0 1,0-1,0 0,0 0,3-1,-2-1,0-1,0 1,-1-1,1 0,-1 0,1 0,-1 0,0-1,-1 1,1-1,-1 0,0-1,0 1,-1 0,0-1,1 0,23-40,-25 46,0 0,-1 1,1-1,0 0,0 1,-1-1,1 1,0-1,-1 1,1-1,0 1,-1-1,1 1,-1-1,1 1,-1 0,1-1,-1 1,1 0,-1 0,0-1,1 1,-1 0,0 0,0 0,1-1,-1 1,0 0,0 0,0 0,0 0,0-1,0 1,0 0,-1 0,1 0,0 0,0-1,-1 1,1 0,0 3,0 1,0 0,1-1,-1 1,1-1,0 1,0-1,0 0,0 1,1-1,0 0,0 0,0 0,0 0,1 0,-1-1,1 1,0-1,0 1,0-1,1 0,-1 0,1-1,0 1,-1-1,1 1,0-1,1-1,-1 1,0 0,0-1,1 0,2 0,-1 0,0-1,0-1,0 1,0-1,0 0,-1 0,1-1,0 0,-1 0,1 0,-1-1,0 1,0-1,0-1,0 1,0-1,-1 1,1-2,-1 1,0 0,-1-1,4-3,-1-1,-1 1,0-1,0 0,-1 0,0-1,0 1,-1-1,-1 0,1 1,-2-1,1 0,-1-9,-3 46,1-21,-1 1,1-1,1 1,-1 0,1-1,0 1,0-1,1 1,0 0,0-1,1 1,0-1,0 0,0 1,1-1,0 0,0-1,1 1,-1 0,1-1,0 0,1 0,10 4</inkml:trace>
  <inkml:trace contextRef="#ctx0" brushRef="#br0" timeOffset="39121.984">3357 14965,'0'0</inkml:trace>
  <inkml:trace contextRef="#ctx0" brushRef="#br0" timeOffset="39375.578">3798 14778,'-4'10,"0"0,1 1,1-1,-1 1,2 0,0-1,0 1,1 3,-2 13,-30 422,41-376,-8-71,0 0,0 1,0-1,0 0,0 0,0 0,0 0,1-1,-1 1,1 0,-1 0,1-1,0 1,-1-1,1 0,0 1,0-1,0 0,0 0,0 0,1 0,-1-1,0 1,0-1,0 1,1-1,-1 0,0 1,1-1,-1-1,3 1,-1-1,0 0,0 0,0 0,0 0,0-1,-1 1,1-1,0 0,-1 0,1-1,-1 1,0-1,0 0,0 0,0 0,0 0,-1 0,1-1,12-19</inkml:trace>
  <inkml:trace contextRef="#ctx0" brushRef="#br0" timeOffset="39537.712">3705 15166,'-21'-5,"-13"-3,-3-1,2-1,14 2,19 1,27 3,24-1,25 1,22-2,18 1,12-2,-16 1</inkml:trace>
  <inkml:trace contextRef="#ctx0" brushRef="#br0" timeOffset="39792.032">5001 14497,'-16'7,"-14"16,-12 19,-11 24,-9 21,-5 16,-2 11,1 6,3 0,6-6,9-10,10-12,11-17,12-18,8-20</inkml:trace>
  <inkml:trace contextRef="#ctx0" brushRef="#br0" timeOffset="40859.384">5148 15126,'-7'-6,"0"1,0 0,-1 0,0 0,1 1,-1 1,-1-1,1 1,0 0,-1 1,1 0,-1 1,0 0,0 0,0 0,1 1,-1 1,0 0,0 0,0 0,1 1,-1 1,1-1,0 1,-1 1,1-1,1 1,-1 1,0 0,1 0,0 0,0 2,4-6,1 1,0-1,0 1,0 0,0 0,0 0,1 0,-1 0,1 0,-1 0,1 0,0 1,-1-1,1 1,1-1,-1 1,0-1,1 1,-1-1,1 1,0 0,-1-1,1 1,1 0,-1-1,0 1,1 0,-1-1,1 1,0-1,0 1,0-1,0 1,0-1,0 0,1 1,1 0,3 3,1 0,0-1,1 0,-1 0,1-1,0 0,0 0,0-1,0 0,1-1,2 1,35 8,0-2,1-3,-1-1,1-2,0-3,0-1,0-3,11-3,50-20,-104 26,0-1,0 0,-1 0,1 0,0 0,-1-1,1 1,-1-1,0 0,0 0,0 0,0 0,-1-1,1 1,-1-1,0 0,0 0,0 0,0 0,-1 0,0 0,0 0,1-4,-2 4,0 0,0 0,-1 0,0 0,1 0,-1 0,-1 1,1-1,0 0,-1 1,0-1,0 1,0-1,0 1,-1 0,1 0,-1 0,1 0,-1 0,0 1,-1-1,1 1,0 0,-1 0,1 0,-1 0,1 1,-1-1,0 1,0 0,1 0,-1 0,0 1,0-1,0 1,0 0,0 0,0 1,0-1,0 1,0 0,0 0,0 0,1 0,-1 0,0 1,1 0,-1 0,-1 2,0-1,0 0,0 1,0 0,1 0,0 0,0 1,0-1,0 1,1 0,-1 0,1 0,0 1,1-1,0 1,0-1,0 1,0 0,1 0,0 0,0 4,3-7,1 1,-1-1,1-1,0 1,0 0,0-1,1 1,-1-1,1 0,-1 0,1 0,0-1,-1 1,1-1,0 0,0 0,0 0,0-1,0 1,0-1,0 0,0 0,0-1,0 1,0-1,0 0,3-1,4 0,0 0,-1-1,1-1,-1 1,0-2,0 1,0-2,-1 1,7-6,-11 8,-3 3,-1 0,0 0,0 0,1 0,-1 1,0-1,0 0,0 1,0-1,1 1,-1 0,0-1,0 1,0 0,0-1,0 1,0 0,-1 0,1 0,0 0,0 0,-1 0,1 0,0 0,-1 0,1 0,-1 0,1 1,-1-1,0 0,1 0,-1 0,0 1,0-1,0 0,0 0,0 1,0-1,0 0,-1 0,1 0,0 1,-1-1,1 0,-1 0,1 0,-1 1,2 10,-2-9,1 0,1 1,-1-1,0 0,1 1,-1-1,1 0,0 1,0-1,1 0,-1 0,1 0,-1 0,1 0,0 0,0-1,0 1,0-1,1 1,-1-1,1 0,-1 0,1 0,0 0,0 0,0 0,0-1,0 0,0 1,0-1,1 0,-1-1,0 1,0-1,1 1,-1-1,3 0,-1-2,1 0,-1 0,1-1,-1 1,0-1,0-1,0 1,-1-1,1 1,-1-1,0-1,0 1,0 0,0-1,-1 0,0 0,0 0,1-3,36-101,-14-27,-45 209,-51 392,68-543,28-261,1 223,-25 112,-1-1,1 1,0-1,0 1,1 0,-1 0,1 0,0 0,0 0,0 1,0-1,1 1,0 0,-1 0,1 0,0 1,1-1,-1 1,0 0,1 0,-1 0,1 1,0-1,-1 2,-1 0,0 0,0 0,0 0,0 0,0 1,0 0,0-1,0 1,0 0,0 0,0 1,0-1,0 1,-1-1,1 1,-1 0,1 0,-1 0,1 0,-1 0,0 1,0-1,-1 1,1-1,0 1,-1 0,1 0,-1 0,0 0,0 1,2 3,0 0,-1 0,-1 0,1 0,-1 0,0 1,-1-1,0 1,0-1,0 0,-1 1,-1 6,0-8,-1 0,1 0,-1 0,0 0,0 0,-1-1,0 1,0-1,0 0,-1 0,1-1,-1 1,0-1,0 0,-1 0,1-1,-1 0,0 0,0 0,0 0,0-1,-10 1</inkml:trace>
  <inkml:trace contextRef="#ctx0" brushRef="#br0" timeOffset="42127.759">6311 14885,'-3'0,"-9"-3,0 0,-1 2,1-1,-1 2,1-1,-1 2,1 0,-1 0,1 1,-1 0,1 1,0 1,0 0,1 1,-1 0,-4 3,14-6,0-1,1 1,-1 0,0-1,1 1,-1 0,1 0,0 0,0 0,0 1,0-1,0 0,0 0,1 1,-1-1,1 0,-1 1,1-1,0 0,0 1,0-1,0 1,1-1,-1 0,0 1,1-1,0 0,0 1,-1-1,1 0,1 0,-1 0,0 0,0 0,1 0,0 1,62 64,-23-34,52 54,-92-86,-1-1,1 1,0 0,-1 0,1 0,-1 0,1 0,-1 0,0 0,1 0,-1 0,0 0,0 0,0 0,0 0,0 0,0 0,0 0,0 0,0 1,0-1,0 0,-1 0,1 0,0 0,-1 0,1 0,-1 0,1-1,-1 1,0 0,1 0,-1 0,0 0,0-1,1 1,-1 0,0-1,0 1,0 0,0-1,0 1,0-1,0 0,0 1,0-1,0 0,0 0,0 1,0-1,0 0,0 0,0 0,0 0,0 0,0-1,0 1,-1 0,1 0,0 0,0 1,-1-1,1 0,0 0,-1-1,1 1,0 0,-1 0,1-1,0 1,0 0,-1-1,1 1,0-1,0 0,0 1,0-1,-1 0,1 0,0 0,1 0,-1 0,0 0,0 0,0 0,0 0,1 0,-1 0,1 0,-1-1,1 1,-1 0,1 0,0-1,-1 1,1 0,0-1,0 1,0 0,0 0,0-1,0 1,0 0,1-1,-1 1,0 0,1-1,-1 1,1 0,5-9,0 1,1-1,0 2,1-1,0 1,0 0,1 1,-1 0,2 0,7-4,-9 5,4-3,-1 1,1 0,0 1,1 0,-1 1,1 0,1 1,-1 0,3 1,-15 3,1 1,-1 0,0 0,0 0,0 0,0 0,0 0,1 1,-1-1,0 0,0 1,0-1,0 0,0 1,0-1,0 1,0 0,0-1,0 1,0 0,0 0,-1-1,1 1,0 0,0 0,-1 0,1 0,0 0,-1 0,1 0,-1 0,0 0,1 0,-1 0,0 1,0-1,1 0,-1 1,0 50,-1-43,-1 60,4-68,0 1,0 0,0 0,1-1,-1 1,1-1,-1 0,1 0,-1 0,1 0,0 0,0 0,-1-1,1 1,0-1,0 0,0 0,-1 0,1 0,0-1,0 1,0-1,-1 1,1-1,0 0,-1 0,1 0,1-1,-4 2,11-4,0 0,-1-1,0 0,1 0,-2-1,1 0,-1-1,0 0,0 0,-1-1,0 0,0-1,-1 0,0 0,-1 0,0-1,3-8,-1 53,-7-33,-1 0,1-1,0 1,0 0,1-1,-1 0,0 1,1-1,-1 0,0 1,1-1,-1 0,1 0,0 0,-1 0,1-1,0 1,0 0,0-1,-1 1,1-1,0 0,0 1,0-1,0 0,0 0,0 0,-1 0,1-1,2 1,55-19,-41 5,-1-1,-1 0,0-2,-1 0,-1 0,0-1,-2-1,0-1,-1 1,-1-2,0 1,-2-2,4-15,11-23,-3-2,-2-1,-4 0,-2 0,2-42,-14 101,1-2,0 0,0 0,-1 0,0 1,0-1,-1 0,1 0,-1 0,-1 0,1 0,-1 1,-2-5,4 9,-1 0,0 0,0 1,0-1,0 0,0 0,-1 1,1-1,0 0,0 1,0-1,-1 1,1 0,0-1,0 1,-1 0,1 0,0-1,-1 1,1 0,0 1,-1-1,1 0,0 0,0 0,-1 1,1-1,0 1,0-1,-1 1,1-1,0 1,0 0,0 0,0-1,0 1,0 0,0 0,0 0,-13 12,1 1,1 0,0 1,1 0,1 0,0 1,1 1,0 0,2 0,0 1,1-1,1 1,0 3,-6 10,3 0,0 1,2 0,2 0,1 0,1 1,1-1,2 1,2-1,1 1,1-1,2-1,2 5,-4-24,0 0,0-1,1 1,1-1,0 0,0-1,1 0,1 0,3 3,-9-10,0 0,0-1,0 1,0-1,0 0,0 0,1 0,-1 0,1 0,-1-1,1 1,0-1,-1 0,1 0,0-1,0 1,0-1,0 0,0 0,-1 0,1 0,0-1,0 1,0-1,0 0,-1 0,1-1,0 1,-1-1,1 0,-1 0,1 0,48-48,-56 57,0 1,1 0,0-1,0 1,1 0,0 1,1-1,-1 0,2 0,-1 2,1-8,1-1,-1 1,1-1,-1 0,1 1,0-1,-1 1,1-1,0 0,0 0,0 1,0-1,0 0,0 0,0 0,0 0,1 0,-1 0,0 0,1-1,-1 1,0 0,1-1,-1 1,1-1,-1 1,1-1,-1 0,1 0,-1 0,1 0,-1 0,1 0,0 0,54-8,-52 7,1-1,-1 0,0 0,0 0,-1 0,1 0,0-1,-1 1,1-1,-1 0,0 0,0-1,0 1,-1-1,1 1,-1-1,0 0,0 0,0 0,0 0,-1 0,1 0,-1 0,0-1,0 1,-1 0,1-1,-1 1,0-1,-1 1,1 0,-1-1,1 1,-1 0,0-1,-1 1,1 0,-1 0,0 0,0 0,0 0,-1 1,1-1,-1 0,0 1,0 0,0 0,0 0,-1-1,-2 2,0-1,0 1,0 0,-1 1,1-1,0 1,-1 1,1-1,-1 1,1 0,0 0,-1 1,1 0,0 0,-1 1,1-1,0 2,0-1,0 0,0 1,1 0,-1 1,1-1,0 1,0 0,0 0,0 0,1 1,-1 0,1 0,0 0,1 0,-1 1,0 1,3-4,-1-1,1 1,0-1,0 1,0-1,0 1,0 0,1 0,-1-1,1 1,0 0,-1 0,1-1,1 1,-1 0,0 0,1 0,-1-1,1 1,0 0,0-1,0 1,0-1,0 1,1-1,-1 1,1-1,0 0,-1 0,1 0,0 0,0 0,1 0,-1 0,0-1,0 1,1-1,-1 1,28 10,1-3</inkml:trace>
  <inkml:trace contextRef="#ctx0" brushRef="#br0" timeOffset="42395.574">7420 14591,'-13'-4,"-10"-2,-3 2,1 7,3 9,4 10,6 6,5 6,3-1</inkml:trace>
  <inkml:trace contextRef="#ctx0" brushRef="#br0" timeOffset="42637.789">7407 15112,'18'12,"16"5,12 1,11-4,6-6,2-8,-10-5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6.2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1,'-3'0,"0"2,0 5,0 7,4 4,1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6.4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0,'-2'5,"1"-4,1-1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7.3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84 136,'-17'117,"5"0,2 87,9-45,3-295,-7 1,-5-1,-19-80,27 200,7 26,-3-3,1 0,2 8,0-1,1 0,0 0,1-1,0 1,1-1,1-1,0 0,0 0,2-1,-1 0,10 7,-19-17,1 0,0-1,0 1,0 0,0-1,0 1,0-1,0 0,1 1,-1-1,0 0,0 0,0 0,0-1,0 1,0-1,0 1,0-1,0 1,0-1,0 0,0 0,0 0,-1 0,1 0,0-1,-1 1,1 0,-1-1,1 1,43-55,-38 46,113-203,-113 212,-11 23,3-14,-6 38,-3 0,3 0,1 1,3 0,1 0,3 0,1 0,3-1,2 2,37 55,-20-72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9.4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85 156,'27'-10,"-15"9,55-14,-65 14,-1 0,1 0,0 0,-1 0,1 0,-1 0,1-1,-1 1,1 0,-1-1,0 1,0-1,0 1,0-1,0 0,0 0,0 1,-1-1,1 0,-1 0,1 0,-1 0,0 1,1-1,-1 0,0 0,0 0,0 0,-1 0,1 0,0 0,-1 0,1 1,-1-1,-1-3,1 1,-1 0,0 0,0 0,-1 0,1 0,-1 1,0-1,0 1,0-1,0 1,-1 0,1 0,-1 1,0-1,1 1,-1 0,0 0,-1 0,1 0,0 1,0-1,-1 1,1 1,-1-1,1 0,-1 1,1 0,-1 0,1 0,-1 1,1 0,-1-1,1 2,-1-1,1 0,0 1,0 0,0 0,0 0,0 0,0 1,0 0,1-1,-1 1,0 2,-1 3,0 0,1 0,0 1,0-1,1 1,0 0,0 0,1 0,1 0,-1 8,-2 18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9.7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76,'1'1,"-1"0,1 0,-1-1,1 1,-1 0,1 0,-1-1,1 1,0 0,-1-1,1 1,0 0,0-1,0 1,-1-1,1 1,0-1,0 0,0 1,0-1,0 0,0 0,0 1,0-1,-1 0,1 0,0 0,0 0,0 0,0-1,0 1,0 0,0 0,0 0,0-1,0 1,0-1,-1 1,1-1,0 1,0-1,0 1,-1-1,1 1,0-1,-1 0,1 0,-1 1,1-1,0-1,0 1,1-1,-1 0,0 0,0 0,0 0,0 0,0 0,-1 0,1 0,0 0,-1 0,0-1,1 1,-1 0,0 0,0 0,0-1,-1 1,1 0,0 0,-1 0,0-2,-2 1,0 0,-1 1,1-1,-1 1,0-1,0 1,0 0,0 1,0-1,0 1,0-1,-1 1,1 0,0 1,-1-1,1 1,-1 0,1 0,0 0,-1 1,1 0,0 0,-1 0,1 0,0 0,0 1,0 0,0 0,-1 1,-1-1,0 0,0 1,0 0,1 0,-1 0,1 1,0 0,0 0,0 0,1 0,-1 1,1 0,0 0,0 0,1 1,0-1,0 1,0-1,0 1,1 0,0 0,0 1,1-1,0 0,0 0,0 4,2-7,0-1,0 0,0 1,0-1,1 0,-1 0,1 0,0 0,-1 0,1 0,0 0,0-1,0 1,0-1,0 1,1-1,-1 0,0 1,1-1,-1-1,2 2,29 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00.3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1 406,'27'-47,"-10"21,-2-1,-1 0,-1-1,-1 0,-1-1,3-18,-9 24,-1 0,-1 1,-1-1,-2 0,0-9,0 32,0 0,0 0,0 0,-1 0,1 1,0-1,0 0,0 0,0 0,0 0,-1 0,1 0,0 0,0 0,0 0,0 0,-1 0,1 0,0 0,0 0,0 0,-1 0,1 0,0 0,0 0,0 0,0 0,-1 0,1 0,0 0,0 0,0 0,0 0,-1 0,1 0,0-1,0 1,0 0,0 0,-7 22,-6 60,4 1,3 0,4 0,4 0,9 60,-6-57,-2-54,-2 0,-1 0,-1 0,-2 0,-2 0,-1 0,-5 16,-11-10,21-37,1-1,-1 1,0-1,1 1,-1-1,1 1,-1-1,0 0,1 1,-1-1,0 0,1 0,-1 0,0 1,0-1,1 0,-1 0,0 0,0 0,1 0,-1 0,0 0,0 0,1-1,-1 1,0 0,1 0,-1-1,0 1,1 0,-1-1,0 1,1 0,-1-1,1 1,-1-1,1 1,-1-1,1 0,-1 1,1-1,-1 1,1-1,0 0,-1 1,1-1,0 0,0 1,-1-1,1 0,0 0,0 1,0-2,-2-3,-1-1,1 0,1 1,-1-1,1 0,0 0,0 0,1 0,0 0,0 0,0 0,1 0,1-5,0 8,1 1,-1 0,0 0,1 0,0 0,-1 1,1-1,0 1,0 0,0-1,0 1,0 1,0-1,0 0,0 1,0-1,0 1,0 0,0 0,1 0,-1 1,0-1,0 1,7-1,83-1,21 0,1-4,50-12,-111 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00.5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 22,'-27'-9,"-10"-4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8.8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104 0,'-64'435,"33"-258,22-94,9-81,1-1,-1 1,0-1,0 1,1 0,-1-1,1 1,-1-1,1 1,0-1,-1 1,1-1,0 0,0 1,0-1,0 0,0 0,0 0,0 0,1 0,-1 0,0 0,1 0,-1 0,1 0,-1-1,1 1,-1-1,1 1,-1-1,1 1,-1-1,1 0,0 0,-1 0,1 0,-1 0,1 0,0 0,-1-1,1 1,0 0,70-22,-67 20,258-121,-225 105</inkml:trace>
  <inkml:trace contextRef="#ctx0" brushRef="#br0" timeOffset="249.872">357 333,'-9'19,"-3"19,1 17,1 12,4 10,4 4,5 2,2 1,1-2,-2-7,-1-11,-1-16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7.7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0,'-6'68,"4"0,2 1,3-1,3 0,3-1,8 22,-12-61,1-1,1 1,1-2,1 1,2-1,1-1,5 9,-15-31,-1-1,0 1,1-1,0 1,-1-1,1 0,0 1,0-1,1 0,-1-1,0 1,1 0,-1 0,1-1,-1 0,1 1,0-1,-1 0,1 0,0-1,0 1,0 0,0-1,-1 0,1 0,0 0,0 0,0 0,0 0,0-1,0 0,0 1,-1-1,1 0,0 0,0-1,-1 1,1 0,1-2,12-12,0 1,-1-2,-1 0,-1 0,0-2,-1 1,-1-2,-1 1,-1-2,0 1,-1-1,1-7,6-23,-2 0,-2-1,-2-1,-1-8,8-54,0 63,-8 37</inkml:trace>
  <inkml:trace contextRef="#ctx0" brushRef="#br0" timeOffset="251.329">517 0,'5'0,"5"7,11 11,11 12,8 12,10 13,4 10,6 10,3 6,0 1,-1-2,-5-9,-5-8,-7-12,-8-13,-12-19,-8-20,-9-12</inkml:trace>
  <inkml:trace contextRef="#ctx0" brushRef="#br0" timeOffset="415.897">998 0,'-13'7,"-12"16,-11 22,-12 28,-12 27,-15 22,-11 15,-10 4,11-22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4:55.1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95 176,'-10'48,"4"0,1 1,2-1,3 16,-1-17,0-32,-1 38,2 0,2 1,2-1,3-1,5 13,-12-58,1-1,1 1,-1 0,1-1,0 0,1 1,-1-1,1 0,0 0,1 0,0-1,0 1,0-1,0 0,1 0,0-1,0 1,0-1,0 0,1 0,0-1,0 1,0-1,0-1,0 1,0-1,1 0,-1 0,1-1,0 0,-1 0,1-1,0 0,1 0,6-4,0 0,0-1,0 0,-1-1,0-1,0 0,0-1,-1 0,0-1,-1 0,0-1,4-6,16-14</inkml:trace>
  <inkml:trace contextRef="#ctx0" brushRef="#br0" timeOffset="213.97">1 684,'18'-6,"20"-8,19-8,14-4,6-5,-4-2,-9 3,-13 3,-16 8</inkml:trace>
  <inkml:trace contextRef="#ctx0" brushRef="#br0" timeOffset="391.494">1 109,'6'-6,"17"-8,20-3,18-4,16 1,2 2,-11 5</inkml:trace>
  <inkml:trace contextRef="#ctx0" brushRef="#br0" timeOffset="625.473">562 403,'16'16,"12"10,11 7,7 3,3 4,0 2,-2 1,-4 0,-7-3,-7-4,-7-5,-7-9</inkml:trace>
  <inkml:trace contextRef="#ctx0" brushRef="#br0" timeOffset="875.819">923 376,'-18'21,"-15"20,-12 17,-6 14,-2 9,4 6,5 3,9-6,9-17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39.6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76,'18'-5,"22"-3,23-3,20-2,17-1,10 2,2 3,-5 5,-11 9,-22 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44.0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0 438,'13'38,"2"-2,1 0,2-1,1-1,2 0,3 0,-22-31,-1 0,1 0,0 0,0-1,1 1,-1-1,0 1,1-1,0 0,-1 0,1 0,0 0,0 0,0 0,0-1,1 0,-1 0,0 0,0 0,1 0,-1 0,1-1,-1 0,1 0,-1 0,1 0,-1 0,0-1,1 1,-1-1,0 0,1 0,-1 0,0-1,0 1,19-11,-1-1,0-1,-1 0,-1-2,0 0,-2-2,0 1,0-2,13-20,25-45,-58 90,0 1,0-1,1 1,0 0,0 0,1 0,-1 0,2 0,-1 0,1 0,0 0,0 0,1 0,0 0,0 0,1 0,0 0,0 0,1 0,-1-1,1 1,1-1,-1 0,1 0,0 0,1-1,-1 1,1-1,0 0,1 0,4 3,2-2,0 0,1 0,-1-1,1-1,1 0,-1 0,1-2,-1 0,1 0,0-1,-1-1,1 0,0-1,0 0,-1-2,1 1,-1-1,0-1,0-1,0 0,7-4,-10 3,-1 0,0 0,0-1,-1 0,0-1,0 0,0 0,-1-1,-1 0,1 0,-2-1,1 0,-1 0,-1 0,4-10,1-9,-1-1,-1 0,-2 0,-1 0,-1-7,1 8,-2-1,-1 1,-1 0,-1-1,-2 1,-1 0,-1 0,-9-27,14 54,-1-1,0 0,0 0,0 0,0 1,0-1,-1 0,1 1,-1-1,1 1,-1 0,0-1,0 1,0 0,0 0,-1 0,1 1,0-1,-1 0,1 1,-1 0,0-1,1 1,-1 0,0 0,0 1,0-1,0 0,1 1,-1 0,0 0,0 0,0 0,0 0,0 1,0-1,0 1,0 0,1-1,-3 2,-2 3,1 0,-1 0,1 1,0-1,0 2,1-1,-1 0,1 1,1 0,0 0,0 1,-3 7,-4 7,2 1,0 1,2 0,1 0,0 0,2 1,1 0,1 0,1 0,1 0,1 0,1-1,4 14,-3-24,0-1,1 0,1 0,0 0,1 0,0-1,1 0,0 0,1-1,1 0,-1 0,2-1,-1 0,2-1,-1 0,1-1,0 0,13 7,68 25,1-13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42.2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 54,'-2'14,"-1"0,2 1,0-1,0 1,2-1,0 0,0 1,1-1,1 0,1 0,0 0,0 0,2-1,-1 1,2-1,3 5,-5-6,15 32,-11-26,0-1,-2 2,0-1,-1 1,-1 0,0 4,-5-21,0-1,0 1,-1-1,1 1,0 0,0-1,-1 1,1-1,-1 1,0-1,1 1,-1-1,0 1,0-1,0 0,0 1,0-1,0 0,0 0,0 0,0 0,-1 0,1 0,0 0,-1 0,1-1,-1 1,1 0,-1-1,1 1,-1-1,0 1,1-1,-1 0,1 0,-1 0,0 0,1 0,-1 0,1 0,-1-1,0 1,1 0,-1-1,1 0,-1 1,1-1,-1 0,1 1,0-1,-1 0,1 0,0 0,0 0,0-1,-1 1,1 0,0 0,1-1,-1 1,0 0,0-1,0 0,-7-11,1 0,0 0,1-1,0 0,1 0,1 0,0-1,1 0,0 1,1-1,1 0,1 0,0 0,2-11,-2-6,1 0,2 0,2 0,1 1,1-2,0 24,-6 31,-2-17,0 1,1-1,-1 1,1-1,0 1,0-1,1 1,-1-1,1 1,1-1,-1 1,1-1,0 0,0 0,0 0,1 0,0 0,0-1,0 1,0-1,1 0,0 0,-1 0,2 0,-1-1,0 1,1-1,-1 0,2 0,5 0,1-1,-1 0,1-1,0 0,-1 0,1-2,0 1,0-2,-1 1,1-1,-1-1,0 0,1-1,-2 0,1-1,0 0,-1-1,0 0,0 0,-1-1,1 0,-1-1,-1 0,0 0,0-1,-1 0,6-9,-9 12,0-1,0 1,-1-1,0 0,0 0,-1 0,0-1,0 1,-1 0,0-1,0 1,-1-1,1 1,-2-7,-8 26,3 35,2 0,2 0,2 0,6 38,-6-85,0 23,2-1,1 0,0 0,2 0,4 13,-8-32,0-1,0 1,1-1,-1 0,0 1,1-1,0 0,-1 0,1 0,0 0,0 0,0 0,0-1,0 1,1-1,-1 1,0-1,1 0,-1 0,1 0,-1 0,1 0,0-1,-1 1,1-1,-1 0,3 1,13-1</inkml:trace>
  <inkml:trace contextRef="#ctx0" brushRef="#br0" timeOffset="549.781">845 27,'-28'270,"26"-255,0 2,-1 0,2 0,0 0,1 0,1 0,1 0,0 0,1-1,1 1,4 12,-6-25,1 0,-1 0,0 0,1-1,0 1,0-1,0 0,0 0,1 0,-1 0,1 0,0-1,0 1,0-1,0 0,0 0,0-1,1 1,-1-1,0 0,1 0,-1 0,1-1,-1 0,1 0,-1 0,1 0,0 0,3-1,1-1,0 1,-1-1,1-1,-1 1,1-2,-1 1,0-1,-1 0,1-1,-1 0,1 0,-1 0,-1-1,4-5,0 0,-2 0,1-1,-1 0,-1 0,0-1,-1 0,0 0,-1-1,-1 0,0 0,-1 0,0 0,-1-2,4-37,-3 0,-2 0,-2-9,0 41,-1-49,8 84,0 1</inkml:trace>
  <inkml:trace contextRef="#ctx0" brushRef="#br0" timeOffset="798.763">1393 0,'7'21,"11"15,9 13,12 13,9 5,4 2,3 0,-1-4,-6-5,-7-8,-10-11,-10-18,-8-14</inkml:trace>
  <inkml:trace contextRef="#ctx0" brushRef="#br0" timeOffset="1049.616">1727 67,'-18'4,"-18"9,-15 11,-14 15,-7 12,-2 12,6 8,16 1,15-2,25-9,24-15,11-15</inkml:trace>
  <inkml:trace contextRef="#ctx0" brushRef="#br0" timeOffset="1314.907">2034 294,'23'3,"23"0,25-1,20 1,15-4,-10-1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41.3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1 241,'20'5,"23"1,23 0,20-1,13-2,9-1,2-1,-7 0,-14 1,-20 1,-22-1</inkml:trace>
  <inkml:trace contextRef="#ctx0" brushRef="#br0" timeOffset="315.154">483 1,'-3'-1,"1"1,-1 0,1 1,-1-1,1 0,-1 1,1-1,0 1,-1 0,1 0,0 0,-1 0,1 0,0 0,0 1,0-1,0 1,0-1,0 1,1 0,-1 0,0 0,1 0,0 0,-1 0,1 0,0 1,0-1,0 0,0 1,1-1,-1 0,0 1,1-1,0 1,0-1,0 1,0-1,0 1,0-1,1 1,-1 0,3 1,1 0,0 1,-1-1,1-1,1 1,-1-1,0 1,1-1,0 0,0-1,0 1,0-1,0 0,0 0,1-1,37 12,0-1,0-3,1-1,1-2,-5-1,23 4,141 30,-145-11,-57-27,-1 0,0 0,0 0,0 0,0 0,0 1,0-1,0 0,0 1,0-1,-1 0,1 1,0-1,-1 1,1-1,-1 1,0-1,1 1,-1-1,0 1,0 0,0-1,0 1,0-1,-1 1,1-1,0 1,-1-1,1 1,-1-1,0 1,1-1,-1 1,0-1,0 0,0 0,0 1,0-1,-9 10,0-1,0-1,-1 0,-1 0,1-1,-1-1,-1 0,-4 2,-272 126,262-118,28-9,16-8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40.1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13,'23'-2,"19"-2,13 1,9 1,5 0,-4 3,-12 4,-14 1</inkml:trace>
  <inkml:trace contextRef="#ctx0" brushRef="#br0" timeOffset="250.334">0 293,'23'9,"23"3,22-5,20-8,14-11,-12-3</inkml:trace>
  <inkml:trace contextRef="#ctx0" brushRef="#br0" timeOffset="446.525">788 280,'2'4,"-1"1,0-1,1 0,0 1,0-1,0 0,0 0,1 0,-1 0,1-1,0 1,1-1,-1 0,0 0,1 0,0 0,-1 0,1-1,0 0,1 1,-1-2,0 1,0 0,1-1,111 20,-99-20,0-1,-1-1,1 0,-1-1,1 0,-1-1,0-1,0-1,0-1,-1 0,1 0,-2-2,1 0,-1-1,0 0,-1-1,4-4,-13 11,-1-1,0 0,0-1,-1 1,1 0,-1-1,0 0,0 1,0-1,-1 0,1 0,-1 0,-1 0,1 0,-1 0,0 0,0 0,0 0,0 0,-1 0,0 0,0 0,-1 0,1 0,-1 0,0 1,0-1,-1 1,1-1,-1 1,0 0,0 0,-1 0,-1-2,-8-5,1 1,-1 0,-1 1,1 0,-2 2,1-1,-1 2,0 0,0 0,-1 2,0 0,0 0,0 2,0 0,0 1,0 0,0 2,-1-1,1 2,0 0,-4 2,7-1,0 1,0 0,0 1,0 0,1 1,0 0,0 1,1 0,0 1,0 0,0 1,1 0,1 1,0 0,0 0,0 1,2 0,-1 1,2 0,-1 0,2 0,-1 1,2-1,0 1,0 1,1-1,-1 11,1 43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38.9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 76,'1'512,"-2"-507,0 0,1-1,0 1,0 0,0-1,1 1,-1 0,1-1,0 1,0-1,1 1,0-1,-1 1,1-1,1 0,-1 0,1 0,-1 0,1-1,0 1,0-1,1 1,-1-1,1 0,0 0,-1-1,1 1,1-1,-1 0,0 0,2 1,14-1,0-1,0-1,-1-1,1-1,0 0,0-1,-1-1,0-1,0-1,0-1,12-6,42-15,-9 1</inkml:trace>
  <inkml:trace contextRef="#ctx0" brushRef="#br0" timeOffset="251.455">1 398,'22'0,"18"-2,12-4,10 0,4-4,2 0,-6 0,-9-2,-13 0,-13 1</inkml:trace>
  <inkml:trace contextRef="#ctx0" brushRef="#br0" timeOffset="501.784">1 63,'18'0,"20"0,17-2,15-3,7-3,2-3,-6-1,-15-1,-18 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36.9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68 69,'-3'13,"0"16,3 15,5 11,5 7,4 5,3 0,-1 0,-2-4,-3-7,-3-10,-4-14</inkml:trace>
  <inkml:trace contextRef="#ctx0" brushRef="#br0" timeOffset="369.018">1 1,'29'46,"3"-1,1-2,2-1,2-2,6 3,2 2,-2 3,-3 1,13 22,-44-57,0 1,0 1,-2 0,0 0,-1 0,0 1,-2 0,1 3,-4-13,0-1,0 0,-1 0,1 1,-2-1,1 0,-1 0,1 1,-2-1,1 0,-1 0,0 0,0 0,-1 0,1-1,-1 1,-1-1,1 1,-1-1,0 0,0-1,0 1,-5 4,1-4,0 1,-1-1,0 0,0-1,0 0,0 0,-1-1,1 0,-1-1,0 0,0-1,1 0,-1 0,-7-1,-141-17,145 15,-60-8,91 19,15-4,5-1</inkml:trace>
  <inkml:trace contextRef="#ctx0" brushRef="#br0" timeOffset="801.151">883 629,'-40'-6,"28"3,0 0,0 0,-1 1,1 1,-1 0,1 1,-1 0,1 1,-1 0,1 1,-1 1,1 0,0 0,0 1,1 1,-1 0,-9 6,12-4,0 1,0 1,0-1,1 2,1-1,0 1,0 0,0 0,2 1,-1 0,0 3,3-9,1 0,1 0,-1 0,0 0,1 0,0 0,0 1,1-1,0 0,0 1,0-1,0 0,1 0,0 1,0-1,0 0,0 0,1 0,0 0,0 0,1 0,-1-1,1 1,0-1,0 0,3 3,-2-3,0-1,0 0,0 0,0-1,1 1,0-1,-1 0,1 0,0 0,0-1,0 1,0-1,0 0,0-1,0 1,0-1,0 0,0-1,0 1,0-1,0 0,0 0,0 0,3-2,4-1,1-1,-1-1,0 0,0 0,-1-1,0-1,0 0,9-9,-9 8,-1-1,0 0,0 0,-1-1,0-1,-1 0,-1 0,1 0,-2-1,0 0,-1 0,0 0,0-1,-2 0,0 0,0 0,-1-5,-2 17,1 1,-1 0,0-1,1 1,-1-1,0 1,0-1,0 1,0-1,0 1,-1-1,1 1,0-1,-1 1,1 0,-1-1,1 1,-1-1,0 1,1 0,-1 0,0-1,0 1,0 0,0 0,0 0,0 0,0 0,0 0,-1 0,1 1,0-1,-1 0,1 1,0-1,-1 1,1-1,-1 1,1 0,-1-1,1 1,0 0,-1 0,1 0,-1 0,1 0,-1 0,1 1,-1-1,0 1,-4 5,0 0,1 1,0-1,0 1,0 1,1-1,0 1,0-1,1 1,0 0,0 1,1-1,0 0,0 1,1-1,0 1,1-1,0 1,0 1,0-4,0-1,1 1,-1 0,1 0,1 0,-1 0,1-1,0 1,0-1,0 1,1-1,0 0,0 0,0 0,0 0,1-1,0 1,0-1,0 0,1 0,-1-1,1 1,0-1,0 0,0 0,1 0,-1-1,6 2,111 15,-58-18</inkml:trace>
  <inkml:trace contextRef="#ctx0" brushRef="#br0" timeOffset="1349.677">1485 629,'-8'-2,"-1"1,0-1,0 2,0-1,0 1,0 0,0 1,0 0,1 1,-1-1,0 2,1-1,-1 1,1 1,0-1,0 1,0 1,0 0,1 0,0 0,0 1,0 0,1 0,0 1,-1 1,1 0,1 1,0 0,0 0,1 1,0-1,1 1,0 0,0 0,1 0,0 1,2-7,-1 0,1 0,-1 1,1-1,0 0,1 1,-1-1,1 0,0 1,0-1,0 0,1 0,-1 0,1 0,0 0,0 0,1-1,-1 1,1-1,-1 1,1-1,0 0,0 0,1 0,-1-1,1 1,0 0,8 1,0-1,0 0,0-1,0 0,0 0,0-1,1-1,-1 0,0-1,1-1,-1 1,0-2,0 0,0 0,0-1,-1-1,0 0,2-1,42-17,-2-2,-1-2,-1-3,-1-2,23-20,-73 52,0 0,0 0,0 1,0-1,0 0,0 1,0-1,0 0,0 1,0-1,1 0,-1 1,0-1,0 0,0 1,0-1,0 0,1 0,-1 1,0-1,0 0,0 0,1 1,-1-1,0 0,0 0,1 1,-1-1,0 0,1 0,-1 0,0 0,0 0,1 0,-1 1,0-1,1 0,-1 0,0 0,1 0,-1 0,1 0,-4 6,-1 6,1 0,0 0,1 0,0 1,0-1,2 0,-1 1,2 6,-1-15,1 1,0-1,0 0,0 0,0 0,1 0,-1 0,1 0,0 0,0 0,1-1,-1 1,1-1,0 0,0 1,0-1,0 0,0-1,1 1,-1-1,1 1,0-1,-1 0,1-1,0 1,2 0,5 0,-1 0,0 0,1-1,-1-1,1 0,0 0,-1-1,1 0,-1-1,0 0,0-1,1 0,-1-1,-1 0,1 0,-1-1,0 0,0-1,0 0,-1 0,1-1,-2 0,6-6,-10 10,0 0,-1 0,1-1,-1 1,1-1,-1 0,0 1,0-1,-1 0,1 0,-1-1,0 1,0 0,0 0,-1-1,0 1,1 0,-1 0,-1-1,1 1,-1 0,1-1,-1 1,-1 0,1 0,0 0,-1 0,0 0,0 0,0 1,-1-1,1 0,-1 1,1 0,-1 0,0 0,-1 0,1 0,-2-1,-3-1,0 0,0 0,0 1,-1 0,1 1,-1 0,0 0,0 1,0 0,0 0,0 1,-1 0,1 1,0 0,-1 1,1 0,0 0,0 1,0 0,0 0,0 1,0 0,0 1,1 0,0 0,0 1,0 0,0 1,1-1,0 2,0-1,1 1,-1 0,2 0,-1 0,1 1,0 0,0 0,-1 5,2-7,1 0,0 1,0-1,0 1,1 0,0-1,1 1,-1 0,1 0,1 0,-1 0,1 0,0 0,1 0,0 0,0 0,0 0,1 0,0 0,1-1,-1 1,1-1,0 1,1-1,-1 0,1 0,1-1,-1 1,1-1,0 0,0 0,0-1,3 3,35 8,-1-9</inkml:trace>
  <inkml:trace contextRef="#ctx0" brushRef="#br0" timeOffset="1601">2087 175,'-16'9,"-15"12,-8 12,-4 9,2 6,8 3,13-1,16-7,15-8,6-11</inkml:trace>
  <inkml:trace contextRef="#ctx0" brushRef="#br0" timeOffset="1836.928">2340 844,'12'20,"10"9,8 3,11-6,14-6,11-11,-5-7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52.3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43,'-5'-5,"6"-1,11-2,15 0,15 2,13 2,14 1,9 1,6 2,-11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52.5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0,'21'5,"15"1,14 0,8-4,5-2,0-1,-6-2,-12-2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52.8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38,'16'0,"16"-2,15-4,13 0,9-1,5 0,1 1,-13 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6:04.1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241 604,'-11'-10,"-1"1,-1 1,1 0,-1 0,-1 2,1-1,-4 1,13 4,0 1,0-1,0 1,-1 0,1 1,0-1,-1 1,1 0,0 0,-1 0,1 0,0 1,-1 0,1 0,0 0,0 0,-1 1,1 0,1-1,-1 2,0-1,0 0,1 1,-1-1,1 1,-1 1,1-2,1 1,0-1,0 1,0-1,0 1,0-1,1 1,-1 0,1 0,0 0,-1 0,1 0,1 0,-1 0,0 0,1 0,0 1,0-1,0 0,0 0,0 0,0 1,1-1,0 0,-1 0,1 0,1 0,-1 0,0 0,1 0,-1 0,1-1,0 1,0-1,0 1,0-1,0 0,1 1,-1-1,1 0,-1-1,1 1,0 0,-1-1,1 1,0-1,1 0,3 1,-1-1,1 0,0 0,-1-1,1 0,0 0,-1-1,1 1,0-1,-1-1,1 1,-1-1,0-1,1 1,-1-1,0 0,0 0,-1-1,1 1,-1-1,3-3,3-2,0-1,-1 0,0-1,0 0,-1-1,-1 0,0 0,0-1,2-6,1-12,-1-1,-1 0,-1-1,-3 0,0 0,-2 0,-1 0,-2 0,-2-1,0 1,-3-4,4 27,1 0,-2 1,1-1,-1 0,-1 1,0 0,0-1,-1 1,0 1,0-1,-1 1,-1-1,-3-4,7 12,0 1,1-1,-1 1,0-1,0 1,0-1,0 1,0 0,0 0,0 0,0 0,0 0,0 1,0-1,0 0,0 1,0 0,0-1,1 1,-1 0,0 0,0 0,1 0,-1 0,1 0,-1 1,1-1,-1 0,1 1,0 0,-1-1,1 1,0-1,0 1,0 0,1 0,-1 0,0 0,1-1,-1 1,1 0,0 0,-1 1,-8 21,1 0,1 1,1 0,2 0,0 1,2-1,0 1,2 0,1 0,1-1,5 26,-5-36,0-1,1 1,0-1,1 0,1 0,0 0,1 0,0-1,1 0,1 0,0-1,1 0,0-1,1 1,0-2,0 1,1-2,8 6,-14-12,0-1,-1 1,1-1,0-1,0 1,0-1,1 1,-1-2,0 1,0 0,1-1,-1 0,0 0,1-1,-1 1,0-1,0-1,0 1,1 0,-1-1,-1 0,1-1,0 1,0-1,-1 0,0 0,1 0,0-1,3-4,1 0,-2 0,1-1,-1 0,0 0,-1-1,0 0,-1 0,0 0,0-1,-1 0,1-6,-2 10,-1 0,0 0,-1 0,0-1,0 1,0 0,-1-1,0 1,0-1,-1 1,0 0,0 0,-1-1,0 1,-2-6,4 13,-1-1,1 1,0-1,0 1,0-1,-1 1,1-1,0 1,0-1,-1 1,1 0,0-1,-1 1,1 0,-1-1,1 1,0 0,-1-1,1 1,-1 0,1 0,-1-1,1 1,-1 0,1 0,-1 0,1 0,-1 0,1-1,-1 1,1 0,-1 0,1 1,-1-1,1 0,-1 0,1 0,-1 0,1 0,-1 0,1 1,-1-1,1 0,-1 0,1 1,-1-1,1 0,0 1,-1-1,1 0,0 1,-1-1,1 1,0-1,-1 1,1-1,0 1,0-1,0 0,-1 1,1-1,0 1,0-1,0 1,0 0,0-1,-11 37,9-28,2 0,-1-1,1 1,0-1,1 1,0-1,1 1,0-1,0 0,0 1,1-1,1 0,-1-1,1 1,0 0,1-1,0 0,0 0,1-1,-1 1,1-1,1 0,-1-1,1 0,0 0,6 3,45 24,0-6</inkml:trace>
  <inkml:trace contextRef="#ctx0" brushRef="#br0" timeOffset="636.324">1190 229,'1'35,"1"0,3 0,0 0,2 0,2-1,1-1,3 4,-13-33,1-1,-1 0,1 1,0-1,0 0,0 0,1 0,-1 0,1 0,0 0,0 0,0 0,0 0,0-1,0 1,1-1,-1 0,1 0,0 0,0 0,0 0,0-1,0 1,0-1,0 1,0-1,1 0,-1-1,0 1,1 0,0-1,3-4,0-1,0 0,0 0,0-1,-1 0,0 0,0 0,-1-1,1 0,-1 0,-1 0,1-1,-2 0,1 1,-1-2,1 0,23-109,-33 156,7-31,-1-1,1 1,1 0,-1-1,1 1,1-1,-1 0,1 1,0-1,0 0,1-1,0 1,0-1,0 1,0-1,1-1,0 1,0 0,1-1,-1 0,1-1,-1 1,3 0,3 2,-1-1,1 0,1-1,-1 0,0-1,1 0,0-1,0 0,0-1,0-1,0 1,11-3,-18 2,0-1,-1 0,1 0,0-1,0 1,-1-1,1 0,-1-1,0 1,0-1,0 1,0-1,0-1,0 1,-1 0,1-1,-1 0,0 0,0 0,-1 0,1 0,-1 0,0-1,0 1,0-1,4-13,-1 1,-1 0,-1-1,0 0,-1 0,-1-2,1 41,2 0,1-1,1 1,0-1,1-1,3 4,-7-16,0 0,1 0,-1 0,1 0,1-1,-1 0,1 0,0 0,1 0,0-1,-1 0,1 0,1 0,-1-1,1 0,0 0,0-1,0 0,2 0,8-1</inkml:trace>
  <inkml:trace contextRef="#ctx0" brushRef="#br0" timeOffset="886.16">1711 3,'16'9,"14"7,12 6,-3-1</inkml:trace>
  <inkml:trace contextRef="#ctx0" brushRef="#br0" timeOffset="1545.202">2072 229,'32'37,"-3"2,0 0,-3 2,17 35,-40-69,24 37,-26-43,0 0,0 0,0 0,0 0,1-1,-1 1,0 0,0-1,1 1,-1-1,0 0,0 1,1-1,-1 0,1 0,-1 0,0 0,1 0,-1 0,0 0,1 0,-1-1,0 1,1 0,-1-1,0 1,1-1,-1 0,0 1,0-1,0 0,0 0,0 1,0-1,0 0,0 0,16-15,-2 0,0-2,0 1,-2-1,0-1,-2-1,0 0,-1 0,6-17,-9 37,-1 24,-1-2,0-12,0 1,1-1,0 0,1-1,0 1,0-1,1-1,0 0,1 0,0 0,0-1,0 0,1-1,0 0,0-1,1 0,0 0,10 2,-18-6,0 0,0 0,0-1,0 1,0-1,0 1,0-1,0 0,0-1,0 1,0 0,0-1,0 0,0 1,0-1,0 0,0-1,0 1,-1 0,1-1,0 0,-1 1,1-1,-1 0,0 0,0-1,0 1,0 0,0-1,0 1,0-1,-1 0,0 1,1-2,59-161,-53 151,-3 18,0 28,-4-23,2 22,-3-19,1-1,0 1,0-1,2 0,-1 0,1 0,1 0,0 0,1 0,5 8,-8-16,1 0,-1-1,1 1,-1-1,1 0,0 0,0 0,0 0,0 0,0 0,0-1,1 0,-1 0,0 0,1 0,-1 0,1-1,-1 1,1-1,-1 0,1 0,-1 0,1 0,-1-1,1 0,-1 0,1 0,-1 0,0 0,1 0,6-3,0-1,0 1,-1-2,1 1,-1-1,0-1,-1 1,0-1,3-3,2-8,0 1,-1-2,-1 0,-1 0,0-1,3-12,-17 43,0 1,1-1,0 1,1 0,0 0,1 0,1 0,-1 0,2 0,0 0,0 0,1 0,1 2,-1-11,-1 1,0-1,1 0,0 0,0 0,0-1,0 1,0 0,1-1,-1 1,1-1,-1 0,1 0,0 0,0 0,0 0,0-1,2 1,11 2</inkml:trace>
  <inkml:trace contextRef="#ctx0" brushRef="#br0" timeOffset="1803.471">3035 16,'-4'9,"4"10,4 1</inkml:trace>
  <inkml:trace contextRef="#ctx0" brushRef="#br0" timeOffset="2003.736">3396 403,'2'-2,"33"-60,-34 60,0 0,0 1,-1-1,1 0,-1 0,1 1,-1-1,0 0,0 0,0 0,0 0,0 1,0-1,0 0,-1 0,1 0,-1 1,1-1,-1 0,0 1,0-1,1 0,-1 1,0-1,-1 1,1-1,0 1,0 0,-1-1,1 1,0 0,-1 0,1 0,-1 0,0 0,1 0,-5-1,0 1,0-1,0 1,0 1,0-1,0 1,0 0,0 0,0 1,0 0,0 0,0 0,0 1,1 0,-1 0,0 0,1 1,0-1,-1 1,1 1,0-1,1 1,-1 0,1 0,-1 0,1 1,0-1,1 1,-1 0,1 0,0 1,0-1,1 0,0 1,0 0,0-1,0 1,1 0,0 0,0 0,1 0,-1 0,1 0,1 0,-1 0,1 0,0 0,1 0,-1 0,1 1,3 1,-1 0,1 1,1-2,-1 1,1-1,1 0,-1 0,1 0,1-1,-1 0,1-1,0 0,0 0,0 0,4 0,11 5,-1-1,1-1,1-1,0-1,11 1,94 1,-79-13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45.9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496 612,'18'-5,"-2"0,1-1,-1-1,1-1,-2 0,1-1,-2-1,1 0,-1-1,6-6,-15 13,20-14,-1-1,-1-1,-1-1,0 0,-2-2,-1-1,0-1,-2 0,-1-1,4-9,-18 31,-1 1,1-1,-1 1,1-1,-1 1,0-1,0 0,-1 0,1 0,-1 1,0-1,0 0,0 0,0 0,-1 0,0 0,0 1,0-1,0 0,0 1,-1-1,1 1,-1-1,0 1,0 0,0-1,-1 1,1 0,-1 1,-1-2,-4 0,-1 0,0 0,0 1,0 1,0-1,0 1,0 1,0 0,-1 0,1 1,0 0,-1 1,1 0,0 0,-1 1,1 0,0 1,0 0,1 0,-1 1,1 0,-1 0,1 1,1 0,-1 1,-2 2,1 0,0 0,1 0,0 0,0 1,1 0,1 1,-1 0,1 0,1 0,0 0,1 1,0 0,0 0,1 0,0 1,1-1,1 0,0 1,0 0,1-1,1 1,1 8,1 7,2 0,1 0,1-1,1 1,2-2,0 1,2-2,0 1,5 3,-8-11,2 0,0 0,1-1,1 0,0-1,1 0,11 8,-22-21,-1-1,1 0,-1 1,1-1,-1 0,1 0,0 0,-1-1,1 1,0-1,0 1,0-1,-1 0,1 0,0 0,0-1,0 1,-1-1,1 1,0-1,0 0,-1 0,1 0,-1 0,1-1,-1 1,1-1,-1 1,1-2,59-61,46-128,-108 237,-1-39,0 0,0 0,0 0,1 0,0 0,0 0,0 0,1 0,0 1,0-1,0 0,1-1,0 1,0 0,1 0,-1-1,1 0,0 1,1-1,-1 0,1 0,0-1,1 1,-1-1,1 0,-1 0,1-1,2 2,2-1,0 0,0-1,0 0,0 0,1-1,-1-1,1 1,0-1,-1-1,1 0,0 0,-1-1,3-1,-7 2,0-1,0 0,0 0,0-1,0 0,-1 1,1-2,-1 1,1 0,-1-1,0 0,0 0,0 0,0-1,0 1,-1-1,1 0,-1 0,0 0,0 0,-1-1,1 1,-1-1,0 1,0-4,1-3,0-1,-1 0,-1 0,0 0,-1 0,0 0,-1 0,-1-5,-1 52,2-27,0 0,1 0,-1 0,2 0,-1 0,1 0,0 0,1 0,0 0,0-1,0 1,1-1,0 1,1-1,0 0,0 0,0-1,1 1,0-1,0 0,4 3,-1-4,1-1,-1 0,1 0,0-1,0 0,0-1,0 0,9 0,31 5</inkml:trace>
  <inkml:trace contextRef="#ctx0" brushRef="#br0" timeOffset="735.068">1993 612,'-23'0,"18"-2,0 1,1 0,-1 0,0 1,0-1,0 1,0 0,0 1,0-1,0 1,0 0,0 0,0 1,0-1,1 1,-1 0,0 0,1 1,0-1,0 1,0 0,0 0,0 1,0-1,1 1,0-1,-1 1,1 0,1 1,-3 2,4-1,0-1,1 0,-1 0,1 0,0 0,0 0,1 0,0 1,0-1,0 0,0 0,1-1,0 1,0 0,0 0,0-1,1 1,0-1,0 0,0 0,0 0,1 0,0-1,0 1,0-1,0 0,0 0,0 0,1-1,-1 1,1-1,0 0,0-1,0 1,0-1,0 0,12 4,-1 0,1-2,0 0,0-1,0 0,1-2,-1 0,0-1,0-1,0 0,0-1,0-1,0-1,-1 0,0-1,0-1,0 0,-1-1,0-1,5-4,-14 7,0 0,0 0,0 0,-1-1,0 0,0 0,-1 0,0-1,0 1,-1-1,0 0,0 0,-1 0,0 0,0-1,-1 1,0 0,-1-1,0 1,0-1,-1 1,0-1,0 1,-1 0,0-1,0 1,-1 0,0 0,0 1,-1-1,0 1,-1-1,-1-1,5 8,1 0,-1 0,0 0,1 0,-1 1,0-1,1 0,-1 0,0 1,0-1,0 0,0 1,0-1,0 1,0-1,0 1,0 0,0-1,0 1,0 0,0 0,0-1,0 1,0 0,0 0,0 0,0 0,0 1,0-1,-1 0,1 0,0 1,0-1,0 0,0 1,0-1,1 1,-2 0,3 1,-1 0,0 0,1 0,0 0,0 0,-1 0,1 0,0 0,0 0,1-1,-1 1,0 0,1-1,-1 1,1-1,-1 1,1-1,0 0,-1 0,1 0,0 0,0 0,0 0,0 0,0 0,0-1,0 1,0-1,23 8,0 0,1-2,-1-2,1 0,0-1,6-2,47 7,-66-6,70 16,-80-17,-1 0,1 0,-1 0,1 0,0 1,-1-1,0 1,1 0,-1 0,0 0,0 0,0 0,0 0,0 0,-1 1,1-1,-1 0,0 1,1 0,-1-1,0 1,0 0,-1 0,1-1,-1 1,1 1,-28 102,27-104,0 0,-1 0,1 0,0 0,1 0,-1 0,0 0,0-1,1 1,-1 0,1 0,0 0,0 0,-1-1,1 1,0 0,0-1,1 1,-1-1,0 1,0-1,1 1,-1-1,1 0,-1 0,1 0,0 0,-1 0,1 0,0 0,0 0,0-1,0 1,0 0,70 7,-49-9,0-1,0 0,0-2,0-1,0-1,-1-1,0-1,0-1,-1 0,0-2,-1 0,0-2,14-11,-30 21,0 1,-1 0,1-1,-1 1,0-1,0 0,0 0,0-1,0 1,-1 0,0-1,1 0,-1 1,0-1,-1 0,1 0,-1 0,0 0,0 0,0-1,0 1,-1 0,0 0,0-1,0 1,0 0,-1 0,1-1,-1 1,0 0,0 0,-1 0,1 0,-1 0,0 0,0 1,0-1,-1 0,1 1,-3-2,1 1,-1 1,0 0,0 0,-1 0,1 1,-1 0,1 0,-1 0,1 1,-1 0,0 0,0 0,1 1,-1 0,0 0,0 0,0 1,0 0,1 0,-1 1,0-1,1 1,-1 0,1 1,0-1,0 1,0 0,0 0,0 1,1-1,-1 1,1 0,0 1,0-1,1 0,-1 1,1 0,0 0,0 0,0 0,1 1,0-1,0 1,0-1,1 1,0 0,0 4,1-4,1 0,0-1,1 1,-1-1,1 1,0-1,1 0,-1 0,1 0,0 0,0 0,1-1,-1 1,1-1,0 0,0 0,0 0,1-1,-1 0,3 2,5 2,1 0,0 0,0-1,0-1,1 0,0-1,8 1,21 2,1-1,-1-3,1-1,12-3,18-2</inkml:trace>
  <inkml:trace contextRef="#ctx0" brushRef="#br0" timeOffset="1802.288">3664 639,'-17'-7,"-1"1,0 1,-1 1,1 0,-1 1,0 1,0 1,0 1,0 0,-18 3,33-2,0 0,1 0,-1 0,1 0,-1 1,1-1,0 1,0 0,0 0,0 0,0 0,0 1,0-1,0 1,1 0,0 0,-1 0,1 0,0 0,1 0,-1 0,0 1,1-1,0 1,0-1,0 1,0-1,0 1,1 0,0-1,-1 1,1 0,1-1,-1 1,1 0,-1-1,1 1,0 0,0-1,0 1,1-1,0 0,-1 1,1-1,0 0,0 0,4 3,-1-1,1 0,0-1,0 1,1-1,-1-1,1 1,0-1,0 0,0 0,0-1,0 0,1 0,-1-1,1 0,-1 0,1-1,-1 0,1 0,-1-1,1 0,-1 0,1 0,-1-1,0-1,0 1,0-1,0 0,0-1,-1 1,1-1,-1-1,0 1,0-1,0 0,-1 0,-4 4,-1 0,0 0,1 1,-1-1,1 0,-1 0,1 1,0-1,-1 0,1 1,0-1,-1 1,1-1,0 1,0-1,0 1,-1-1,1 1,0 0,0 0,0-1,0 1,0 0,0 0,-1 0,1 0,0 0,0 0,0 0,0 0,0 0,0 0,0 1,-1-1,1 0,0 1,0-1,0 0,0 1,-1-1,1 1,0-1,-1 1,1 0,0-1,-1 1,1 0,0 0,53 82,-51-79,-1-1,1 1,1-1,-1 0,0 0,1 0,0 0,-1-1,1 1,0-1,0 0,1 0,-1-1,0 1,1-1,-1 0,0 0,1 0,0-1,-1 1,1-1,-1 0,1-1,-1 1,1-1,-1 0,1 0,-1 0,1-1,-1 1,0-1,0 0,0 0,0-1,1 0,3-8,-1 0,0 0,0-1,-1 0,0 0,-1 0,-1-1,0 0,0-5,13-33,-12 39,0 0,0 0,1 0,1 1,0 0,1 0,0 1,2-1,-7 7,0 0,1 1,0 0,0 0,0 0,0 1,0-1,1 1,-1 0,1 0,-1 0,1 1,0 0,-1 0,1 0,0 0,0 1,0 0,0 0,0 0,0 0,0 1,1 0,6 4,0 1,-1 0,0 1,0 0,0 0,-1 1,0 1,-1 0,0 0,0 1,-1 0,0 0,-1 1,0 0,0 0,-2 1,1-1,-1 1,-1 1,0-1,-1 1,2 12,5 33,-2 1,-2 0,-3 28,10 97,-8-151,1 1,1-1,2 0,2 0,12 27,-9-36,-13-23,-1-1,0 0,0 1,1-1,-1 0,0 0,1 1,-1-1,0 0,1 0,-1 1,0-1,1 0,-1 0,1 0,-1 0,1 1,-1-1,0 0,1 0,-1 0,1 0,-1 0,1 0,-1 0,0 0,1 0,-1-1,1 1,-1 0,0 0,1 0,-1 0,1 0,-1-1,0 1,1 0,-1 0,0-1,1 1,-1 0,0-1,1 1,-1 0,0-1,0 1,1 0,-1-1,0 1,0-1,0 1,0 0,0-1,0 1,1-1,-1 1,0-1,0 1,0 0,0-1,0 1,0-1,-1 1,1-1,0 1,0 0,0-1,0 1,-1-1,3-16,-1 0,-1 1,-1-1,-1 0,0 0,-2-6,1 5,-4-31,-2 1,-1 1,-3 0,-2 1,-2 0,-2 1,-4-3,18 38,0 1,-1 0,0 0,-1 0,0 1,0-1,-1 2,0-1,0 1,-1 1,0-1,0 1,-1 1,1 0,-1 0,0 1,0 0,-1 1,1 0,-1 1,0 0,0 0,-5 1,34 6,94 0,1-5,73-10,-69 3,61 3,-177 3,0 1,1 0,-1 0,1 0,-1 0,0 0,1 0,-1 0,1 0,-1 0,1 1,-1-1,0 0,1 1,-1 0,0-1,0 1,1 0,-1-1,0 1,0 0,0 0,0 0,0 0,0 0,0 0,0 0,0 1,0-1,-1 0,1 0,-1 1,1-1,-1 0,1 1,-1-1,0 0,1 1,-1-1,0 1,0-1,0 1,0-1,0 0,0 1,-1-1,1 1,0-1,-1 1,0-1,0 1,1-1,-1 0,0 1,1-1,-1 1,1-1,-1 1,1-1,0 1,0-1,0 1,0 0,0-1,0 1,0-1,0 1,1-1,-1 1,1-1,-1 1,1-1,-1 1,1-1,0 0,0 1,0-1,-1 0,1 0,1 1,-1-1,0 0,0 0,0 0,0 0,1-1,-1 1,0 0,1 0,8 1,0 0,0-1,0 0,0 0,0-1,0-1,1 1,-1-2,-1 1,1-1,0-1,0 0,-1 0,1-1,3-3,-9 6,-1 0,0 0,0 0,0-1,0 1,0-1,0 0,0 0,0 0,-1-1,1 1,-1 0,0-1,0 0,0 1,0-1,0 0,0 0,-1 0,1-1,-1 1,0 0,0 0,0-1,0 1,-1 0,0-1,1 1,-1-1,0 1,-1 0,1-1,0 1,-1-1,0 1,0 0,0-1,0 1,-1 0,1 0,-2-3,-5-2,1 0,-1 1,0 0,-1 0,0 0,0 1,0 1,-1-1,1 2,-1-1,-1 1,1 1,0 0,-1 0,0 1,1 0,-1 1,0 1,0-1,0 2,0-1,0 2,0-1,1 1,5 0,0 0,1-1,-1 2,1-1,0 0,-1 1,1 0,0 0,1 0,-1 0,0 1,1-1,0 1,0 0,0 0,0 0,1 1,0-1,-1 0,2 1,-1 0,0-1,1 1,0 0,0 0,0 0,1 0,0 0,0 0,0-1,0 1,1 0,0 0,0 0,0 0,1 0,-1-1,1 1,0-1,1 1,-1-1,1 0,2 4,2-1,-1-1,1 0,0 0,1 0,-1-1,1 0,0 0,0-1,1 0,-1-1,1 0,0 0,0-1,0 0,0 0,0-1,0-1,6 1,26-2</inkml:trace>
  <inkml:trace contextRef="#ctx0" brushRef="#br0" timeOffset="2023.718">5081 238,'-13'-2,"-10"-1,-5 5,3 8,4 8,7 0</inkml:trace>
  <inkml:trace contextRef="#ctx0" brushRef="#br0" timeOffset="2199.241">5229 746,'16'16,"11"7,14 3,10-4,13-5,12-6,10-4,-9-4</inkml:trace>
  <inkml:trace contextRef="#ctx0" brushRef="#br0" timeOffset="2791.985">6351 465,'22'22,"-2"1,0 0,-2 2,0 0,-2 1,-1 0,-1 1,-1 1,-2 0,2 9,-8-25,-3-7,-2-4,0 1,1 0,-1 0,0-1,1 1,-1 0,1-1,-1 1,1-1,0 1,-1-1,1 1,0-1,0 1,0-1,1 0,-1 1,0-1,0 0,1 0,-1 0,0 0,1 0,-1 0,1-1,-1 1,1 0,0-1,-1 1,1-1,0 0,-1 1,1-1,0 0,0 0,-1 0,1 0,0 0,0-1,9-7,0 0,0-1,-1 0,0-1,-1 0,0-1,0 0,-1 0,-1-1,0 0,-1 0,0-1,26-88,-32 107,0-1,0 1,1 0,-1 0,1 0,1 0,-1 0,1 0,0-1,0 1,0-1,1 0,0 1,0-1,1 0,-1-1,1 1,0-1,0 1,0-1,1 0,0-1,-1 1,1-1,1 0,3 2,3 0,0 0,1 0,-1-1,1-1,0 0,0-1,0 0,1-1,-1-1,0 0,0-1,4 0,-14 0,0 0,-1 1,1-1,-1 0,1-1,-1 1,1 0,-1-1,0 1,0-1,0 1,0-1,0 0,0 0,0 0,0 0,-1-1,1 1,-1 0,0-1,1 0,-2 3,1-1,0 0,-1 1,1-1,0 1,-1 0,1-1,0 1,0-1,-1 1,1 0,0 0,0-1,0 1,0 0,-1 0,1 0,0 0,0 0,0 0,0 0,-1 0,1 0,0 1,0-1,0 0,-1 0,1 1,0-1,0 1,-1-1,1 0,0 1,-1 0,1-1,0 1,-1-1,1 1,8 4,8 2,0 0,0-1,1-1,0 0,0-2,1 0,-1-1,1-1,7 0,-23-1,-1 0,0 0,0 1,1-1,-1-1,0 1,0 0,1 0,-1-1,0 1,0-1,0 0,0 0,0 0,0 0,0 0,0 0,0 0,0-1,0 1,-1 0,1-1,-1 0,1 1,-1-1,0 0,1 0,-1 0,0 0,0 0,0 0,0 0,-1 0,1 0,-1-1,1 1,-1 0,0 0,0 0,0-1,0 1,0-1,-4-5,-1 0,0 0,-1 1,1 0,-1 0,-1 0,1 0,-1 1,0 0,-1 1,0-1,1 2,-2-1,1 1,0 0,-1 1,-2-1,7 1,0 1,0 0,-1 0,1 0,-1 1,1-1,-1 1,0 0,1 1,-1-1,0 1,0 0,0 0,1 0,-1 1,0-1,0 1,1 0,-1 1,1-1,-1 1,1 0,-1 0,0 1,5-1,-1 1,0-1,1 0,-1 1,1-1,0 1,0-1,0 1,0-1,0 1,0-1,1 0,-1 1,1-1,0 1,0-1,-1 0,2 1,-1-1,0 0,0 0,1 0,-1 0,1 0,-1 0,1-1,0 1,0 0,0-1,0 1,0-1,26 26</inkml:trace>
  <inkml:trace contextRef="#ctx0" brushRef="#br0" timeOffset="4272.182">7622 773,'-19'-42,"3"0,1 0,3-1,1-1,2 0,2-1,0-30,6 69,2 4,-1-1,0 1,0 0,0-1,-1 1,1 0,0-1,-1 1,0 0,1 0,-1-1,0 1,0 0,0 0,0 0,-1 0,1 0,-1 0,1 1,-1-1,1 2,0 1,0-1,-1 1,1 0,0 0,0-1,1 1,-1 0,0 0,0 0,0 0,0 0,1 0,-1 0,1 1,-1-1,1 0,-1 0,1 0,0 1,-1-1,1 0,0 0,0 1,0-1,0 0,0 1,1 2,0 0,0 0,1 0,0-1,-1 1,1 0,1-1,-1 0,0 1,1-1,0 0,-1 0,1-1,0 1,1 0,-1-1,0 0,1 0,-1 0,1 0,0 0,0-1,-1 0,1 0,0 0,0 0,0 0,4-1,149 24,-124-22,1 2,0 1,-1 2,0 2,3 2,-31-10,-1 1,1 0,-1 0,1 0,-1 1,0-1,0 1,0 0,0 0,-1 1,1-1,-1 1,0 0,0 0,0 0,0 0,-1 0,1 1,-1-1,0 1,-1-1,1 1,-1 0,0 0,0 0,-1 0,1 0,-1-1,0 3,-1 7,1-12,-1 0,1 1,0-1,0 0,0 1,0-1,0 0,0 1,0-1,1 0,-1 1,1-1,0 0,-1 0,1 0,0 1,0-1,1 0,-1 0,0 0,1-1,-1 1,1 0,0 0,-1-1,2 1,8 2,0 0,1-1,-1-1,1 0,0 0,0-2,-1 1,1-1,0-1,0 0,11-3,106-24,-123 26,1 0,-1-1,0 0,0 0,0 0,0-1,0 0,-1 0,0-1,0 1,0-1,0 0,-1 0,0-1,0 1,0-1,2-5,-4 8,-1-1,0 1,-1 0,1 0,0-1,-1 1,0-1,0 1,0 0,0-1,0 1,-1 0,1-1,-1 1,0 0,0 0,0-1,-1 1,1 0,-1 0,0 0,1 1,-1-1,-1 0,1 1,0-1,-1 1,3 2,-1 0,0 0,0 0,1 0,-1 1,0-1,0 0,1 0,-1 1,0-1,1 0,-1 1,0-1,1 1,-1-1,1 1,-1-1,0 1,1-1,-1 1,1-1,0 1,-1 0,1-1,-1 1,1 0,0 0,0-1,-1 1,1 0,0 0,0-1,0 1,0 0,0 0,0-1,0 1,0 0,0 0,0-1,0 1,1 0,-1 0,0-1,1 1,-1 0,0-1,1 1,-1 0,1-1,-1 1,2 8,1-1,0 1,0-1,1 0,0 0,0 0,1 0,0-1,0 0,1 0,0 0,0-1,1 1,0-2,0 1,0-1,0 0,1 0,0-1,0 0,0-1,1 1,-1-2,1 1,-1-1,1 0,0-1,8 0,-11-3,0-1,0 0,0 0,0 0,-1-1,1 0,-1 0,0 0,0-1,0 0,-1 0,0 0,0 0,0-1,-1 1,1-1,-1 0,-1 0,1 0,-1-1,0 1,0 0,-1-1,0-1,5-8,3 6,-6 30,-1-10,-1 3,2 0,0-1,0 1,1 0,1-1,0 0,1 0,6 9,-9-16,0-1,0 1,1-1,0 0,0 0,0 0,0-1,1 1,-1-1,1 0,0 0,0-1,0 0,0 0,1 0,-1 0,1-1,-1 1,1-2,-1 1,1 0,0-1,1-1,0 1,0-1,0 0,0-1,0 0,-1 0,1 0,-1-1,1 0,-1 0,0-1,0 0,0 0,-1 0,1-1,-1 1,0-1,-1-1,1 1,-1 0,0-1,0 0,-1 0,1-1,-1 1,-1 0,1-1,-1 0,-1 1,1-1,-1 0,0 0,0 0,-1 0,0 0,0 0,-1 0,0 0,0 0,-1 0,0 0,-2-4,4 11,0 1,0 0,-1-1,1 1,0 0,-1-1,1 1,0 0,-1-1,1 1,-1-1,1 1,-1 0,0-1,1 0,-1 1,1-1,-1 1,0-1,1 0,-1 1,0-1,0 0,1 0,-1 1,0-1,0 0,1 0,-1 0,0 0,0 0,1 0,-1 0,0 0,0-1,1 1,-1 0,0 0,1-1,-1 1,0 0,1-1,-1 1,0 0,1-1,-1 1,1-1,-1 1,1-1,-1 0,1 1,-1-1,1 1,-1-1,1 0,0 1,-1-1,1 0,0 1,0-1,0 0,-1 0,1 1,0-1,0 0,0 0,-1 7,-1 1,1 0,1 0,-1 0,1-1,0 1,1 0,0 0,0 0,0-1,1 1,0 0,0-1,1 0,-1 1,1-1,1 0,-1 0,1-1,0 1,1-1,-1 0,1 0,0 0,0-1,1 1,-1-1,1-1,0 1,0-1,0 0,0 0,1-1,-1 0,1 0,4 1,32 8,1-2,1-2,-1-2,1-2,0-1,32-5,-53 4,-1-1,1-1,-1-1,0-2,1 0,-2-1,1-1,0-2,-1 0,-1-1,10-6,-29 15,0-1,0 0,0 0,0 0,0 0,0-1,-1 1,1 0,0-1,-1 1,1-1,-1 0,1 0,-1 1,0-1,0 0,0 0,0 0,0 0,0 0,-1 0,1 0,0-1,-1 1,0 0,0 0,1 0,-1-1,0 1,-1 0,1 0,0 0,-1-1,1 1,-1 0,0 0,0 0,1 0,-1 0,-1 0,1 0,0 0,0 1,-1-1,1 0,-1 1,-8-6,0 1,-1 0,0 1,0 1,0-1,-1 2,1 0,-1 0,0 1,0 0,0 1,0 0,0 1,0 1,-4 0,10 0,1 0,-1 0,0 0,0 1,1 0,-1 0,1 0,-1 1,1 0,0 0,0 0,0 0,-2 3,5-4,0 0,1 0,-1 0,0 0,1 0,-1 0,1 0,0 0,-1 0,1 1,0-1,1 0,-1 1,0-1,1 1,-1-1,1 1,0 0,0-1,0 1,0-1,0 1,1-1,-1 1,1-1,-1 1,1-1,0 1,0-1,0 0,0 0,1 1,2 2,0 0,1 0,-1 0,1 0,1-1,-1 0,0 0,1 0,0-1,0 0,0 0,0 0,0-1,1 0,-1 0,1 0,0-1,-1 0,1-1,0 1,-1-1,1-1,0 1,0-1,-1 0,1-1,-1 1,1-1,-1-1,0 1,0-1,0 0,0 0,0-1,-1 0,1 0,3-4,-4 1,-4 6,-1 1,0-1,1 0,-1 0,0 0,1 0,-1 1,1-1,0 0,-1 0,1 1,-1-1,1 0,0 1,0-1,-1 1,1-1,0 1,0-1,0 1,-1-1,1 1,0 0,0-1,0 1,0 0,0 0,0 0,0 0,0 0,0 0,0 0,0 0,-1 0,1 0,0 1,0-1,0 0,0 1,0-1,0 1,67 52,-51-47,1-2,-1 1,1-2,0-1,0 0,0-1,0-1,-1 0,1-2,0 0,0-1,0-1,-1 0,8-4,-10 2,0-1,-1 0,1-1,-1 0,-1-1,0-1,0-1,0 1,-2-2,1 0,-2 0,1-1,-2 0,0-1,0 0,-1 0,2-7,4-13,-1 0,-1-1,-3 0,0-1,-2 0,-2 0,-1-10,-1 30,-2 0,0 0,-1 0,0 0,-1 0,-1 0,-1 0,0 0,-1 1,-1-1,-5-10,9 23,0 0,0 1,0-1,0 1,-1 0,0-1,1 1,-1 0,0 0,0 0,0 0,0 0,0 1,-1-1,1 0,0 1,-1 0,1 0,-1-1,0 1,1 1,-1-1,0 0,1 1,-1-1,0 1,0 0,1 0,-1 0,0 0,0 1,0-1,1 1,-1 0,0-1,1 1,-1 0,1 1,-1-1,1 0,-1 1,-1 0,-9 11,1 1,0 0,0 1,2 0,-1 0,2 1,0 0,1 1,1 0,1 0,0 1,1 0,1 0,1 0,-1 10,0-9,1 1,0 0,2 0,0 0,2 0,0 0,1 0,1 0,0 0,2-1,0 1,2-1,0 0,1-1,0 0,2 0,0-1,4 3,4 0,2-2,0 0,1-1,0-1,1-1,1-1,1-1,0-1,0-1,1-2,1 0,-1-1,1-2,1-1,5 0,66 11</inkml:trace>
  <inkml:trace contextRef="#ctx0" brushRef="#br0" timeOffset="11603.372">42 1708,'24'288,"-16"-324,-5 3,-1 1,-2-1,-1 0,-2 0,-1 1,-1 0,-2 0,-2 0,0 1,-11-21,20 51,0 0,0 0,0 0,0 0,0 0,-1 0,1 0,0 1,-1-1,1 0,0 0,-1 0,1 1,-1-1,1 0,-1 1,1-1,-1 0,0 1,1-1,-1 1,0-1,0 1,1-1,-1 1,0-1,0 1,0 0,1-1,-1 1,0 0,0 0,0 0,-1 0,2 2,0 0,0 0,0 0,0 0,0 1,1-1,-1 0,1 0,-1 0,1 0,0 0,0 0,0 0,0 0,0 0,0 0,0 0,1-1,-1 1,1-1,-1 1,1-1,0 1,-1-1,1 0,0 0,0 0,0 0,1 1,61 18,-48-19,0-1,0-1,0 0,0-1,-1-1,1 0,-1-1,1-1,-1 0,-1-1,1-1,-1 0,0-1,-1-1,0 0,5-4,-14 10,-4 2,0 1,0-1,0 1,0-1,0 1,0-1,0 1,0 0,1-1,-1 1,0-1,0 1,1-1,-1 1,0 0,0-1,1 1,-1 0,0-1,1 1,-1 0,1 0,-1-1,0 1,1 0,-1 0,1 0,-1-1,1 1,-1 0,0 0,1 0,-1 0,1 0,-1 0,1 0,-1 0,1 0,-1 0,1 0,-1 0,1 1,-1-1,0 0,1 0,-1 0,1 0,-1 1,0-1,1 0,-1 1,0-1,1 0,-1 1,0-1,1 0,-1 1,0-1,1 0,-1 1,0-1,0 1,0-1,0 1,1-1,-1 0,0 1,0 0,-6 75,3-56,0 0,2 0,0 0,1 0,1 0,1 0,0 0,2 0,0 0,2-1,0 0,7 17,37 16,-24-39</inkml:trace>
  <inkml:trace contextRef="#ctx0" brushRef="#br0" timeOffset="11934.491">750 1562,'-6'18,"2"0,-1 0,2 1,1-1,0 1,1 0,1 0,1-1,1 1,0 0,1-1,1 0,1 1,1-2,0 1,1-1,1 0,1 0,0-1,1 0,4 4,-13-18,1 1,0 0,-1-1,1 1,0-1,1 0,-1 1,0-1,0 0,1 0,0-1,-1 1,1 0,0-1,0 1,-1-1,1 0,0 0,0 0,0-1,1 1,-1-1,0 0,0 1,0-1,0-1,0 1,0 0,0-1,1 1,-1-1,1-1,4-5,-1-1,0 0,-1 0,0-1,0 0,-1 0,0 0,-1 0,0-1,0 0,-1 0,1-8,0 8,49-234,-52 239,-1 3,0 0,0 0,0 0,0 0,0 0,1 0,-1 0,1 0,-1 0,1 0,0 1,0-1,0 0,0 0,0 1,0-1,0 0,1 1,-1-1,0 1,1 0,-1-1,1 1,0 0,-1 0,2-1,9 3</inkml:trace>
  <inkml:trace contextRef="#ctx0" brushRef="#br0" timeOffset="12185.833">1351 1601,'5'9,"6"10,10 11,10 9,12 5,8 4,5-1,4-3,-2-5,-7-8,-11-9</inkml:trace>
  <inkml:trace contextRef="#ctx0" brushRef="#br0" timeOffset="12354.256">1699 1588,'-18'7,"-15"9,-11 8,-7 10,-5 8,2 6,4 3,12 1,11-4,18-9,19-8,21-9,7-9</inkml:trace>
  <inkml:trace contextRef="#ctx0" brushRef="#br0" timeOffset="12621.42">1954 1789,'13'0,"14"0,14 0,11 3,8-1,5 1,-8 0</inkml:trace>
  <inkml:trace contextRef="#ctx0" brushRef="#br0" timeOffset="13666.007">2649 1749,'-2'6,"1"-1,0 1,0 0,1 0,-1 0,1 0,1 0,-1 0,1-1,0 1,0 0,1 0,-1-1,1 1,1-1,-1 1,1-1,1 3,0-3,-1 1,1-1,-1 0,2 0,-1 0,0-1,1 1,0-1,0 0,0 0,1-1,-1 1,1-1,0-1,0 1,0-1,0 0,0 0,0-1,1 1,-1-2,0 1,1-1,-1 0,4 0,2-1,-1 0,0-1,0 0,0 0,0-1,0-1,0 0,-1-1,0 0,0 0,0-1,-1 0,1-1,0-1,1-3,-1 0,0 0,-1-1,0 0,-1-1,-1 0,0 0,0-1,0-2,3 58,-7-31,0-1,1 0,0 0,0 0,1 0,1-1,0 0,0 0,0 0,1-1,1 0,-1-1,8 7,-10-10,0 0,0-1,0 1,1-1,0 0,-1-1,1 1,0-1,0 0,0 0,1-1,-1 0,0 0,0 0,1-1,-1 0,1 0,-1-1,0 0,0 0,1 0,-1-1,0 0,1 0,10-8,1-1,-2 0,1-2,-2 0,1 0,-2-1,0-1,-1-1,0 0,-1 0,9-19,8-12,-2-1,-2-1,-2-1,-2-2,-3 0,-2-1,8-47,-22 92,-1 1,1 0,-1-1,-1 1,1-1,-1 0,-1 1,0-1,0 1,0 0,-1-1,0 0,0 5,0 1,-1 0,1 0,-1 0,1 1,-1-1,0 0,1 1,-1 0,0 0,0 0,0 0,0 0,0 0,0 1,-1 0,1-1,0 1,0 0,0 1,0-1,0 0,0 1,-1 0,1 0,0 0,1 0,-1 0,0 0,0 1,0 0,1-1,-1 1,1 0,-1 0,-1 2,-14 8,0 1,0 0,1 2,1-1,0 2,2 0,-1 1,2 1,0 0,2 1,-1 0,2 0,1 1,1 1,0 0,1 0,2 0,0 1,1-1,0 14,5-23,0 0,0 0,1 0,1 0,0-1,0 1,1-1,1 0,0 0,0 0,1-1,0 1,1-2,1 1,-1-1,1 0,1 0,-1-1,2 0,-1-1,1 0,0 0,0-1,1 0,0-1,0-1,6 3,-3-1,0-1,0 0,1 0,-1-2,1 1,0-2,0 0,0-1,0-1,0 0,1-1,-1 0,0-1,-1-1,1-1,0 0,6-3,-15 2,0 0,-1 0,1 0,-1-1,0 0,0 0,-1 0,0-1,0 1,0-1,-1 0,0 0,0 0,-1-1,0 1,0-1,-1 1,0-1,0 0,-1 1,0-1,0 0,-1 1,-1-5,-1 3,1 24,2-8,0 0,0 0,0 0,1-1,-1 1,2 0,-1 0,1-1,0 1,0-1,1 0,0 1,0-1,0 0,1-1,0 1,0-1,1 0,-1 1,1-2,0 1,0-1,1 0,-1 0,1 0,0-1,0 1,4 0,2-1,1-1,-1 0,1 0,-1-1,1-1,0 0,-1-1,1 0,0-1,-1 0,0-1,0-1,0 0,5-3,-10 5,-1 0,0-1,0 0,-1-1,1 1,-1-1,1 0,-1 0,0-1,-1 0,1 1,-1-2,0 1,0 0,0-1,-1 0,0 0,0 0,-1 0,1 0,-1 0,-1-1,1 1,-1-1,0 1,-1-1,1-5,-1 58,1-41,1 1,0-1,0 0,0 1,1-1,0 0,0-1,0 1,0 0,1-1,-1 0,1 0,1 0,-1 0,0-1,1 1,0-1,-1 0,1-1,0 1,1-1,-1 0,0 0,1-1,-1 1,11 1,-1 0,0-1,1 0,0-1,-1-1,1 0,-1-1,11-3,-5 0,1 0,-1-2,0-1,0 0,-1-1,0-2,0 0,-1-1,0-1,-1 0,-1-2,0 0,12-13,-13 1,-30 36,11-7,0 1,0 0,0 0,1 0,-1 0,1 0,0 1,1-1,-1 1,1-1,-1 1,1-1,1 1,-1 0,1 0,0-1,0 1,0 0,0 0,1 0,0-1,0 1,1-1,-1 1,1-1,0 1,0-1,0 0,0 0,1 0,0 0,0 0,0 0,0-1,1 0,2 3,7-2,-3-3</inkml:trace>
  <inkml:trace contextRef="#ctx0" brushRef="#br0" timeOffset="13930.82">4654 1374,'-7'-2,"-2"-1</inkml:trace>
  <inkml:trace contextRef="#ctx0" brushRef="#br0" timeOffset="15249.884">6151 1414,'12'7,"-2"-1,1 1,-1 1,0 0,-1 0,1 1,-2 0,1 1,-1 0,-1 0,0 1,0 0,-1 0,1 3,7 20,-1 1,-2 0,-1 1,-1 8,-9-43,0 0,0 0,0 1,0-1,0 0,0 0,0 0,0 1,0-1,0 0,1 0,-1 0,0 1,1-1,-1 0,1 0,0 0,-1 0,1 0,0 0,0 0,-1 0,1 0,0-1,0 1,0 0,0 0,0-1,0 1,0-1,0 1,0-1,1 1,-1-1,0 0,0 1,0-1,1 0,-1 0,0 0,0 0,0 0,1 0,-1 0,0 0,0-1,0 1,1 0,-1-1,0 1,0-1,0 1,0-1,0 0,0 1,0-1,1-1,10-10,-1-2,0 0,-1 0,0-1,-2 0,1 0,-2-1,0 0,-1-1,2-8,20-63,-28 88,0-1,0 1,0 0,1-1,-1 1,0 0,0-1,0 1,1 0,-1-1,0 1,0 0,1 0,-1-1,0 1,0 0,1 0,-1-1,0 1,1 0,-1 0,0 0,1 0,-1 0,1-1,-1 1,0 0,1 0,-1 0,0 0,1 0,-1 0,1 0,-1 0,0 0,1 1,-1-1,0 0,1 0,-1 0,0 0,1 0,-1 1,0-1,1 0,-1 0,0 1,1-1,-1 0,0 0,0 1,0-1,1 0,-1 1,0-1,0 0,0 1,1-1,-1 0,0 1,0-1,0 0,0 1,0-1,0 1,16 32,-14-27,9 21,1 0,2-1,0 0,2-2,0 0,2 0,12 11,-27-32,-1 0,1 0,0 0,0-1,0 0,0 1,0-1,1 0,-1-1,0 1,1-1,0 1,-1-1,1 0,0 0,-1-1,1 1,0-1,0 0,0 0,0 0,-1 0,1-1,0 1,0-1,-1 0,1 0,0-1,-1 1,1-1,-1 0,0 1,1-2,5-6,0-1,0-1,-1 0,-1 0,0 0,0-1,-1 0,0 0,-1-1,-1 0,0 1,-1-2,0 1,-1 0,0 0,-1-7,2 2,7 45,-7-11,1 1,1-1,0 0,1 0,1-1,6 10,-11-21,0 0,0 0,1-1,-1 1,1-1,0 1,0-1,0 0,0 0,1 0,0-1,-1 1,1-1,0 0,0 0,0 0,0-1,0 1,0-1,1 0,-1 0,0-1,1 1,-1-1,1 0,-1 0,1 0,-1-1,2 0,-1 0,-1-1,1 0,0 0,0 0,-1-1,1 1,-1-1,0 0,0 0,0-1,0 1,0-1,-1 0,1 0,-1 0,0-1,-1 1,1-1,-1 1,0-1,0 0,0 0,-1 0,1-2,3-11,-2 0,0 0,0 0,-2-1,0 1,-2-9,-6 53,5-19,1 0,0 0,0 0,1 1,0-1,0 0,0 0,1 0,0 1,1-1,0 0,0-1,0 1,1 0,0-1,0 1,1-1,-1 0,1 0,1 0,-1 0,1-1,0 0,5 4,6 1,1-1,0-1,0-1,0 0,1-1,0-1,0-1,0 0,1-2,2 0,57 8</inkml:trace>
  <inkml:trace contextRef="#ctx0" brushRef="#br0" timeOffset="15900.028">8410 1655,'-6'-4,"0"0,-1 0,1 0,-1 1,0 0,0 1,0 0,0 0,0 0,0 1,0 0,-1 0,1 1,0 0,-1 0,1 1,0-1,-1 2,1-1,0 1,0 0,0 1,0 0,0 0,1 0,0 1,-1 0,1 0,0 0,1 1,-1 0,1 0,0 0,0 1,1 0,-1 0,0 2,4-5,1-1,-1 1,0 0,1-1,-1 1,1 0,0 0,0 0,0-1,0 1,1 0,-1 0,1-1,-1 1,1 0,0 0,0-1,0 1,1-1,-1 1,0-1,1 0,0 1,-1-1,1 0,0 0,0 0,1-1,-1 1,0 0,0-1,1 1,-1-1,1 0,-1 0,1 0,0 0,-1 0,1 0,0-1,0 0,-1 1,1-1,1 0,10 3,1-1,-1 0,1-1,-1 0,1-1,0-1,-1 0,1-1,-1-1,1 0,-1-1,0 0,-1-1,1-1,-1 0,0-1,0-1,-1 0,0 0,0-1,8-9,-14 11,-1-1,0 0,-1 0,1 0,-1-1,-1 1,0-1,0 0,-1 0,0 0,0-1,-1 1,0 0,-1 0,0-1,-1 1,1 0,-2-3,-2-14,-2 0,-1 0,0 1,-2 0,-10-20,14 31,-1 1,-1-1,0 1,-1 0,0 1,-1 0,-1 0,-7-7,16 18,0 1,0-1,0 0,0 1,0-1,-1 1,1 0,0-1,0 1,0 0,-1 0,1-1,0 1,0 0,-1 0,1 0,0 1,0-1,-1 0,1 0,0 1,0-1,0 1,0-1,-1 1,1-1,0 1,0 0,0-1,0 1,0 0,0 0,1 0,-1 0,0 0,0 0,1 0,-1 0,0 0,1 0,-1 0,1 0,-1 0,1 1,0-1,0 0,-1 0,1 1,0-1,0 0,0 0,0 1,0-1,1 0,-1 0,0 1,-3 23,0 1,2 0,1 0,1 0,1-1,1 1,2-1,0 1,2-1,0-1,2 1,6 9,-13-26,1 0,0 0,0-1,1 1,0-1,1 0,-1 0,1-1,1 1,-1-1,1 0,0 0,1-1,-1 0,1 0,0-1,0 1,0-1,1-1,0 0,-1 0,1 0,0-1,0 0,1-1,-1 1,0-2,0 1,1-1,2-1,-1-1,-1 0,0-1,0 0,0-1,-1 0,1 0,-1-1,0 0,0 0,-1-1,1 0,-1-1,-1 1,1-1,-1-1,0 1,-1-1,1 0,-2 0,1 0,-1-1,-1 0,1 0,-1 0,-1 0,0 0,0-1,-1 1,0-1,0 1,-1-1,-1 0,-24-42,24 52,0-1,0 0,0 0,-1 1,1-1,0 0,0 1,0-1,0 1,-1-1,1 1,0 0,0-1,-1 1,1 0,0 0,-1 0,1 0,0 0,-1 0,1 1,0-1,0 0,-1 1,1-1,0 1,0-1,0 1,-1-1,1 1,0 0,0 0,0-1,0 1,0 0,1 0,-1 0,0 0,0 0,0 0,1 1,-1-1,-3 6,1-1,0 1,0-1,1 1,0 0,0 0,1 0,0 1,0-1,0 0,1 0,0 0,1 1,-1-1,1 0,1 0,-1 0,1 0,1 0,-1 0,1 0,0-1,1 0,0 1,0-1,0 0,0-1,1 1,0-1,0 0,1 0,0 0,6 4,0 0,1-1,0 0,0-1,1 0,0-1,0-1,0 0,1-1,0-1,0 0,0-1,3 0,24 0</inkml:trace>
  <inkml:trace contextRef="#ctx0" brushRef="#br0" timeOffset="16472.023">9105 1214,'10'80,"21"277,-31-342,9 39,-7-53,0 0,0-1,0 1,0-1,-1 1,1-1,0 0,0 0,0 0,0 0,0 0,0 0,0 0,0-1,0 1,0-1,0 1,0-1,0 0,0 0,-1 0,1 0,0 0,0-1,4 0,139-48,-138 48,1 1,0-1,0 2,0-1,0 1,0 0,0 1,-1 0,1 0,0 1,0 0,-1 0,1 1,-1 0,0 0,0 0,0 1,1 1,-6-4,0 0,0 0,0 0,-1 0,1 0,0 1,-1-1,1 0,-1 1,0-1,1 1,-1-1,0 1,0 0,0-1,0 1,0 0,0 0,-1 0,1 0,0 0,-1 0,0 0,1 0,-1 0,0 0,0 0,0 0,0 0,-1 0,1 0,0 0,-1 0,0 0,1 0,-1 0,0-1,0 1,0 0,0 0,-8 2,1 0,-1-1,0 0,0-1,0 0,0 0,0-1,0 0,-1 0,1-1,0 0,-1-1,-7-2,6 3,1-1,-1-1,1 0,-1 0,1-1,0 0,0-1,0 0,0-1,1 0,-1-1,-6-4,16 8,-1 1,0-1,1 0,-1 1,1-1,0 1,-1-1,1 0,0 1,0-1,0 0,0 1,0-1,0 1,1-1,-1 0,1 1,-1-1,1 1,-1-1,1 1,0-1,0 1,0-1,0 1,0 0,0-1,0 1,0 0,0 0,0 0,1 0,-1 0,1 0,-1 0,0 1,1-1,-1 0,1 1,0-1,-1 1,1 0,-1-1,1 1,36-15,1 1,0 2,0 1,1 3,1 1,25 0,64-2,-128 9,0 1,0-1,0 1,0 0,0-1,0 1,0 0,-1 0,1 1,0-1,-1 0,1 0,-1 1,1-1,-1 1,1 0,-1-1,0 1,0 0,0-1,0 1,0 0,-1 0,1 0,0 0,-1 0,0 0,1 0,-1 0,0 0,0 0,0 0,0 0,0 0,-1 0,1 1,-1-1,1-1,-1 1,0 1,3 38,-1-38,0 0,1 0,-1-1,1 1,0 0,-1-1,1 1,1-1,-1 1,0-1,1 0,-1 0,1 0,-1 0,1-1,0 1,0-1,0 1,0-1,0 0,0 0,0 0,0-1,0 1,2-1,16 2</inkml:trace>
  <inkml:trace contextRef="#ctx0" brushRef="#br0" timeOffset="16900.618">9640 1361,'38'-2,"0"3,0 1,0 1,-1 2,1 2,-1 2,0 1,-1 2,0 1,24 13,-50-20,0 0,-1 1,1 0,-1 0,0 1,-1 0,0 0,0 1,-1 0,0 1,-1-1,0 1,0 1,-1-1,0 1,-1 0,0 0,-1 0,0 1,-1-1,0 8,-1-10,-1-7,-1 0,1 0,0 0,0 0,0 0,0 0,0 0,0 0,1 0,-1 0,0 0,1 0,0-1,-1 1,1 0,0 0,0 0,0-1,0 1,0-1,1 1,-1-1,0 1,1-1,-1 0,1 1,-1-1,1 0,0 0,-1 0,1 0,0 0,0-1,0 1,0-1,-1 1,1-1,0 0,0 1,0-1,1 0,9-3,-1 1,1-2,0 0,-1 0,0-1,0 0,0-1,-1 0,0-1,0 0,0-1,-1 0,6-7,-9 10,-1-1,0 0,0 0,0-1,0 1,-1-1,0 0,-1 0,0 0,0-1,0 1,-1-1,1-6,-9 33,6-14,0 0,0 0,1 0,0-1,0 1,0 0,1 0,0-1,-1 1,2-1,-1 1,0-1,1 0,0 0,0 0,0 0,1 0,-1-1,1 0,0 1,0-2,0 1,0 0,107 47,6-26,-65-18</inkml:trace>
  <inkml:trace contextRef="#ctx0" brushRef="#br0" timeOffset="17469.772">10964 1642,'-4'-2,"1"1,-1-1,1 1,-1 0,0 1,1-1,-1 0,0 1,1 0,-1 0,0 0,1 0,-1 1,0-1,1 1,-1 0,0 0,1 1,-1-1,1 1,0-1,0 1,-1 0,1 0,0 1,1-1,-1 0,0 1,1 0,-1 0,1 0,0 0,0 0,0 0,0 0,1 1,-1-1,1 1,-1 2,2-4,0 1,0-1,0 1,0-1,1 1,-1-1,1 1,0-1,0 0,-1 1,1-1,1 0,-1 0,0 1,1-1,-1 0,1 0,-1-1,1 1,0 0,0 0,0-1,0 1,0-1,0 0,0 1,0-1,1 0,-1 0,0-1,1 1,-1 0,1-1,-1 0,1 1,-1-1,1 0,-1 0,1 0,-1-1,1 1,-1-1,1 1,-1-1,0 0,1 0,-1 0,0 0,2-1,4-1,-1 0,1-1,0 0,-1-1,0 1,0-1,0-1,-1 1,0-1,0-1,0 1,-1-1,0 0,0 0,0 0,-1-1,0 1,-1-1,0 0,1-4,4-16,0 1,-2-1,-2 0,0 0,-1-17,0 7,-2-1,-1 1,-2-1,-6-33,8 71,0-1,0 0,0 1,0-1,0 0,0 1,0-1,-1 0,1 1,0-1,-1 1,0-1,1 1,-1-1,0 1,0-1,0 1,0-1,0 1,0 0,0 0,0 0,-1 0,1-1,0 2,-1-1,1 0,-1 0,1 0,-1 1,1-1,-1 0,1 1,-1 0,0-1,1 1,-1 0,0 0,1 0,-4 4,0 0,0 1,1 0,-1-1,1 2,0-1,1 0,-1 1,1-1,1 1,-1 0,1 0,0 1,0-1,-1 4,3-8,-8 24,0 1,2-1,1 1,2 0,0 0,2 1,1-1,1 0,1 0,5 19,-4-35,0 0,1 0,0-1,1 1,1-1,-1 0,2 0,-1-1,1 1,1-2,-1 1,2-1,-1 0,1-1,0 0,1 0,-1-1,1 0,1-1,-1 0,1 0,0-2,0 1,0-1,0-1,0 0,1 0,2-1,4 1,-1-2,0 0,0-1,1-1,-1 0,0-1,-1-1,1-1,2-1,-11 3,0 1,-1-2,1 1,-1-1,0 0,0-1,-1 1,1-1,-1-1,0 1,0-1,-1 0,0 0,0-1,0 0,-1 0,0 0,0 0,-1 0,1-3,-3 7,0 0,0 0,0 1,0-1,-1 0,1 0,-1-1,0 1,0 0,0 0,0 0,0 0,-1 0,0 0,1 0,-1 0,0 0,0 1,-1-1,1 0,-1 0,1 1,-1-1,0 1,0 0,0-1,0 1,0 0,0 0,-1 0,1 0,-1 1,0-1,1 1,-1-1,0 1,0 0,0 0,1 0,-1 1,0-1,-3 0,2 2,1 1,0-1,0 0,0 1,0-1,0 1,0 0,1 0,-1 0,1 0,-1 1,1-1,0 1,0-1,0 1,0 0,0 0,0 0,1 0,0 0,-1 0,1 0,0 0,1 1,-1-1,0 0,1 1,0-1,0 1,0-1,0 0,1 1,-1-1,1 0,0 1,0-1,0 0,0 0,0 0,1 0,1 2,5 5,1 1,0-2,1 1,0-1,0-1,1 1,0-2,0 0,1 0,0-1,1-1,-1 0,1 0,0-1,0-1,0 0,0-1,7 0,77 16,-4-5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54.6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94 307,'0'21,"0"13,0 8,5 1,3-2,5-4,3-7,-2-10</inkml:trace>
  <inkml:trace contextRef="#ctx0" brushRef="#br0" timeOffset="253.836">0 40,'7'16,"7"10,2 9,0-1</inkml:trace>
  <inkml:trace contextRef="#ctx0" brushRef="#br0" timeOffset="505.895">294 494,'33'-11,"0"-2,-1-2,-1-1,0-1,13-12,-42 29,7-5,0-1,-1 0,1 0,-1 0,-1-1,1 0,-1-1,6-7,-13 13,1 0,-1 0,0 0,0 0,0 0,0 1,0-1,0 0,0 0,-1 0,1 0,-1 1,1-1,-1 0,0 0,0 1,1-1,-1 1,0-1,-1 1,1-1,0 1,0-1,-1 1,1 0,0 0,-1 0,0 0,1 0,-1 0,1 0,-1 0,0 1,0-1,1 0,-1 1,0 0,0-1,0 1,0 0,0 0,1 0,-1 0,0 0,0 1,0-1,0 1,1-1,-12-1,1 1,-1 1,1 0,0 0,-1 1,1 1,0 0,0 1,1 0,-1 0,1 2,0-1,0 1,1 1,-1 0,1 0,1 1,0 1,0-1,0 1,-4 7,12-14,-1 0,0 1,1-1,0 1,-1-1,1 1,0-1,0 1,0 0,1 0,-1-1,1 1,-1 0,1 0,0 0,0 0,0-1,1 1,-1 0,0 0,1 0,0-1,0 1,0 0,0-1,0 1,1-1,-1 1,1-1,-1 1,1-1,0 0,0 0,1 1,8 4,0-1,0-1,1 0,-1 0,1-1,1-1,-1 0,0 0,1-1,-1-1,1 0,9-1,136-1,-87-5</inkml:trace>
  <inkml:trace contextRef="#ctx0" brushRef="#br0" timeOffset="969.161">1043 254,'-15'-3,"0"2,1-1,-1 2,0 0,0 1,0 0,-10 3,20-3,0 1,0-1,0 1,0-1,1 1,-1 1,1-1,-1 1,1-1,0 1,0 1,0-1,0 0,1 1,-1 0,1 0,0 0,0 0,0 1,1-1,0 1,-1-1,2 1,-1 0,1-1,0 1,0-1,0 1,1-1,-1 1,1-1,0 1,1 0,-1-1,1 1,0-1,0 1,0-1,1 0,0 1,-1-1,1 0,1 0,-1 0,1 0,-1-1,1 1,0-1,1 0,-1 1,0-1,4 2,113 63,-100-59,20 16,-40-24,0 0,0-1,0 1,0 0,0 0,0 0,0 0,0 0,0-1,-1 1,1 0,0 0,-1 0,1-1,-1 1,1 0,-1-1,1 1,-1 0,1-1,-1 1,0 0,1-1,-1 1,0-1,1 1,-1-1,0 0,0 1,0-1,1 0,-1 1,0-1,0 0,0 0,0 0,1 0,-1 0,0 0,0 0,0 0,0 0,0 0,1 0,-1-1,-1 1,2 0,-76-5,75 4,-1 1,1-1,-1 1,0-1,1 0,-1 1,1-1,0 0,-1 0,1 0,0 0,-1 0,1 0,0-1,0 1,0 0,0-1,0 1,0-1,0 1,1-1,-1 1,1-1,-1 1,1-1,-1 0,1 1,0-1,0 0,0 1,0-1,0 0,0 1,0-1,0 0,1 1,-1-1,1 0,-1 1,1-1,0 1,-1-1,2 0,7-12,1 0,1 0,0 1,1 0,0 1,1 0,0 1,1 1,0 0,1 1,10-5,2-3,1 1,1 1,1 1,0 2,20-6,-49 18,0-1,0 0,0 1,0-1,0 1,0 0,0-1,0 1,0 0,0 0,0-1,0 1,0 0,0 0,1 0,-1 0,0 1,0-1,0 0,0 0,0 1,0-1,0 0,0 1,0-1,0 1,0-1,0 1,0 0,0-1,-1 1,1 0,0 0,0 0,-1-1,1 1,0 0,-1 0,1 0,-1 0,1 0,-1 0,0 0,1 0,-1 0,0 0,0 1,0-1,0 0,0 0,-20 67,17-62,0 1,0 0,1 0,0 0,0 0,0 0,1 0,0 0,1 0,-1 1,2-1,-1 0,1 7,1-11,0 1,1-1,-1 0,0 0,1 0,0 0,0 0,-1-1,2 1,-1-1,0 0,0 0,1 0,-1 0,1-1,0 1,-1-1,1 0,0 0,0 0,0-1,-1 1,1-1,0 0,0 0,0 0,0-1,0 1,0-1,0 0,1-1,22-4</inkml:trace>
  <inkml:trace contextRef="#ctx0" brushRef="#br0" timeOffset="1217.649">1310 0,'-5'7,"6"9,12 10,3 2</inkml:trace>
  <inkml:trace contextRef="#ctx0" brushRef="#br0" timeOffset="2033.978">1644 494,'-10'-35,"1"-1,1 0,2-1,2 0,1 0,2-11,1 46,-1 1,0 0,1-1,0 1,-1-1,1 1,0-1,0 1,-1-1,1 1,0-1,1 1,-1-1,0 1,0-1,1 1,-1-1,1 1,-1-1,1 1,-1 0,1-1,0 1,0 0,0 0,0-1,0 1,0 0,0 0,0 0,0 0,0 0,1 0,-1 1,0-1,1 0,-1 1,0-1,1 1,-1-1,1 1,-1 0,1-1,-1 1,1 0,-1 0,1 0,0 0,235 97,-215-89,-16-7,0 0,0 1,0 0,0 0,0 0,0 1,-1-1,1 1,-1 1,0-1,0 1,0 0,-1 0,1 0,-1 1,0 0,0 0,-1 0,1 0,-1 0,0 1,0-1,-1 1,1 3,-4 29,0-34,0-1,1 1,-1 0,1 0,-1 0,1-1,0 1,1 0,-1 0,1 0,0 0,0-1,0 1,0 0,0-1,1 1,0-1,-1 1,2-1,-1 0,0 0,0 0,1 0,0 0,8 1,0-1,0 0,0-1,0 0,1 0,-1-2,1 1,-1-1,1-1,-1 0,1-1,-1 0,0 0,0-1,0-1,1-1,87-42,-96 45,0 0,-1 0,1 0,-1 0,1-1,-1 1,0-1,0 1,0-1,0 0,0 0,-1 0,1 0,-1 0,0 0,0 0,0 0,0-1,0 1,-1 0,0-1,1 1,-1 0,0-1,-1 1,1 0,-1-1,1 1,-1 0,-1-3,-1 1,0 0,0 1,0-1,0 1,-1 0,0 0,0 0,0 0,0 1,-1-1,1 1,-1 0,0 1,0-1,0 1,0 0,0 0,0 0,-1 1,1 0,-1 0,1 0,-1 1,1 0,-2 0,4 0,1 1,-1-1,1 1,-1 0,1 0,-1 0,1 0,0 0,0 0,-1 0,1 1,0-1,0 1,0 0,0 0,1 0,-1 0,0 0,1 0,-1 0,1 0,0 0,0 1,0-1,0 1,0-1,0 1,1-1,-1 1,1-1,0 1,0-1,0 1,-1 3,1 0,0 0,0 0,1 0,0 0,0 0,0 0,1 0,0 0,0-1,0 1,1-1,2 5,4-1,0-2,0 1,0-1,1 0,0-1,1 0,-1-1,1 0,0-1,1 0,-1 0,1-1,-1-1,1 0,0-1,0 0,0-1,2 0,45 4,1-2,-1-3,1-2,-1-4,0-1,0-3,30-12,-80 21,0 0,0-1,0 0,0 0,-1-1,1 0,-1 0,0-1,0-1,-1 1,1-1,-1 0,0-1,4-5,-10 11,-1-1,1 0,0 0,0 1,-1-1,1 0,-1 0,1 0,-1 0,0 0,0 0,0 0,0 0,0 0,0 0,0 0,-1 0,1 0,-1 0,1 1,-1-1,0 0,0 0,0 1,0-1,0 0,0 1,0-1,-1 1,1-1,-1 1,1-1,-55-34,42 31,0 0,0 0,0 1,0 1,0 1,-1 0,1 0,-1 2,0 0,-3 1,15-1,0 0,0 1,0 0,0-1,0 1,0 0,0 1,1-1,-1 0,0 1,1-1,-1 1,1 0,0 0,-1 0,1 0,0 0,0 1,0-1,1 1,-1-1,1 1,-1 0,1-1,0 1,0 0,0 0,0 0,0 0,1 0,0 0,-1 0,1 2,0 0,0 0,1 0,-1 0,1 0,0 0,0 0,1 0,-1 0,1-1,0 1,0-1,1 1,-1-1,1 0,0 0,0 0,1 0,-1 0,1-1,0 1,2-1,0 1,0-1,0-1,0 1,1-1,-1-1,1 1,-1-1,1 0,0 0,-1-1,1 0,0 0,-1-1,1 1,0-1,-1-1,1 1,-1-1,0-1,0 1,1-1,-1 0,-1 0,1-1,0 1,-1-1,0-1,0 1,0-1,-1 0,1 0,-1 0,0-1,-1 1,1-1,-1 0,0 0,1-3,-4 9,0 0,0 0,1 1,-1-1,0 0,0 0,1 1,-1-1,0 0,1 0,-1 0,0 0,1 0,-1 1,0-1,0 0,1 0,-1 0,0 0,1 0,-1 0,0 0,1 0,-1 0,1 0,-1 0,0 0,0 0,1-1,-1 1,0 0,1 0,-1 0,0 0,1 0,-1-1,0 1,0 0,1 0,-1-1,0 1,0 0,0 0,1-1,-1 1,0 0,0-1,0 1,0 0,1 0,-1-1,0 1,0 0,0-1,0 1,5 11,4-2,0 1,0-2,0 1,1-1,1 0,-1-1,1 0,0-1,1 0,0-1,0-1,0 1,0-2,0 0,1 0,0-1,-1-1,1 0,5 0,203 12,-111-13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53.8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1 177,'16'0,"18"0,21 0,15 0,13 0,8-2,2-1,-4-2,-16 0</inkml:trace>
  <inkml:trace contextRef="#ctx0" brushRef="#br0" timeOffset="296.205">389 3,'29'-1,"0"0,0 2,0 1,0 1,0 1,-1 2,1 1,5 3,-11-4,0-1,0 1,0 1,0 1,-1 1,-1 1,18 10,-37-19,-1 0,1 1,0-1,0 0,-1 1,1-1,-1 1,1-1,-1 1,0 0,1-1,-1 1,0 0,0 0,0 0,-1 0,1 0,0 0,-1 0,1 0,-1 0,0 0,0 0,0 0,0 1,0-1,0 0,0 0,-1 0,1 0,-1 0,1 0,-1 0,0 0,0 0,0 0,0 0,0 0,-59 60,-127 56,166-100,12-6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53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0 274,'16'-38,"1"1,2 1,2 0,1 2,17-21,-37 53,25-29,-26 30,0 1,-1-1,1 1,0 0,-1-1,1 1,0 0,0-1,-1 1,1 0,0 0,0 0,-1 0,1 0,0 0,0 0,-1 0,1 0,0 0,0 0,-1 0,1 1,0-1,-1 0,1 1,0-1,-1 0,1 1,0-1,-1 1,1-1,-1 1,1-1,0 1,-1-1,0 1,1 0,-1-1,1 1,-1 0,0-1,1 1,-1 0,0-1,0 1,0 0,1 0,-1-1,0 1,7 22,-1 1,-1-1,-1 1,0 0,-1 21,0-9,14 222,-17-254,0 1,0 0,0-1,-1 1,0-1,0 1,0-1,0 1,0-1,-1 1,0-1,0 0,0 0,-2 2,-7 5</inkml:trace>
  <inkml:trace contextRef="#ctx0" brushRef="#br0" timeOffset="251.542">160 542,'11'-4,"14"-3,13 1,18 0,21-3,19 1,19 2,15 1,-16 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51.6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68 4,'13'33,"0"1,-2 1,-2-1,-1 2,-1-1,0 23,-5-43,-2-10,0 1,0-1,1 0,-1 1,2-1,-1 0,0 0,1 0,0 0,0 0,1 0,-1 0,1 0,0-1,0 0,1 1,-1-1,1 0,0-1,0 1,0-1,0 0,1 0,2 2,12-2,0 0,1-1,-1 0,0-2,1 0,-1-2,0 0,1-1,-1-1,0 0,-1-2,15-6,-17 8,98-33,-73 21</inkml:trace>
  <inkml:trace contextRef="#ctx0" brushRef="#br0" timeOffset="265.964">134 205,'14'2,"13"1,12 0,7-1,4-2,-1-4,-3-4,-10 0</inkml:trace>
  <inkml:trace contextRef="#ctx0" brushRef="#br0" timeOffset="503.366">1 98,'20'-7,"19"-6,11-4,9-1,1 2,-6 4,-6 5,-10 2,-11 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6:23.6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5979 402,'5'26,"-1"0,-2 0,0 0,-2 0,-1 0,-3 16,3-32,-1 0,-1 0,0 0,0 0,-1-1,0 1,0-1,-1 0,-1 0,1 0,-2-1,1 0,-1 0,0-1,0 0,-1 0,0 0,-1-1,-12 6,-1-2,0 0,0-1,-1-1,0-2,-1 0,1-1,-1-1,-9-1,-63 14,-22 12,60-13,0-2,-1-4,-1-1,-25-2,52-7,1 1,-1 2,1 1,0 1,-18 7,18-2,0-1,0-2,0-1,-1-1,0-2,0-1,-24-1,1 3,0 3,-3 2,-342 39,215-25,-157-8,-16-15,139-2,130-1,1-4,-30-8,-265-5,-29 9,70-51,18 46,-118-24,318 41,56 1,0-3,-46-8,98 7,0-1,0 0,0-1,1-1,-1-1,1 0,1-1,-1-1,1 0,0-1,1-1,0 0,1-1,0 0,0-1,1-1,1 0,0 0,1-1,1 0,0-1,1 0,0-1,-3-10,5 4,1 0,0 0,2-1,1 1,1-1,0 1,2-1,1-3,0 20,0 0,0 1,0-1,1 1,0-1,0 1,1 0,-1 0,1 1,0-1,0 1,0-1,1 1,0 1,0-1,0 1,0 0,0 0,1 0,2-1,28-19,8-11,-26 18,1 0,1 1,0 2,1 0,1 1,0 1,0 1,1 1,16-4,198-30,-113 25,0 5,0 5,30 6,141 3,-251 3,-1 2,1 1,24 9,104 15,-20-25,70-9,277-38,-403 38,1-4,46-12,89-14,99 4,-61 19,188-20,42 28,-225 17,-45-8,-2 17,-221-23,1 0,-1 1,1 0,-1 0,0 0,0 1,0 0,0 1,0-1,-1 1,1 1,-1-1,0 1,0 0,-1 0,0 1,1 0,-2 0,1 0,-1 0,0 1,0-1,-1 1,0 0,0 2,47 150,-28-106,-14-30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11.2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2349 496,'46'111,"-42"-103,-4-5,1 0,-1 0,1 0,0-1,0 1,0 0,0 0,1 0,-1-1,1 1,0-1,-1 1,1-1,0 0,1 0,-1 0,0 0,0 0,1 0,-1 0,1-1,0 1,-1-1,1 0,0 0,0 0,0 0,0-1,0 1,0-1,0 1,0-1,1 0,5-6,-1-1,0 0,0 0,-1-1,1 0,-2 0,1 0,-1-1,-1 0,0-1,0 1,0-1,-1 0,-1 0,0 0,0-1,7-16,6 0,-8 20</inkml:trace>
  <inkml:trace contextRef="#ctx0" brushRef="#br0" timeOffset="914.749">3499 535,'5'3,"1"0,0 0,-1 0,0 1,0 0,0 0,0 0,-1 0,0 1,1 0,-2 0,1 0,0 0,-1 1,0-1,-1 1,1 0,-1 0,2 5,24 43,-26-50,1 0,0 0,0-1,0 1,0-1,0 0,1 0,0 0,-1 0,1-1,0 0,0 1,0-2,1 1,-1 0,0-1,1 1,-1-1,1-1,-1 1,1-1,0 1,-1-1,1 0,-1-1,1 1,-1-1,1 0,-1 0,1-1,-1 1,0-1,1 0,-1 0,0 0,0-1,-1 1,1-1,0 0,-1 0,0 0,0-1,0 1,0-1,0 0,4-10,-1 0,-1 0,0-1,0 0,-2 0,0 0,1-10,-3 15,3-12</inkml:trace>
  <inkml:trace contextRef="#ctx0" brushRef="#br0" timeOffset="1816.51">4742 535,'54'73,"26"7,-78-79,0-1,1 1,-1-1,0 0,1 0,-1 0,0 0,1 0,-1-1,1 1,-1-1,0 1,0-1,1 0,-1 0,0 0,0 0,0 0,0-1,0 1,0-1,0 1,-1-1,1 0,-1 1,1-1,-1 0,1 0,-1 0,0 0,0 0,0-1,0 1,0 0,-1 0,1-1,-1 1,1-1,1-1,98-173,-81 150</inkml:trace>
  <inkml:trace contextRef="#ctx0" brushRef="#br0" timeOffset="3931.079">3939 4640,'1'27,"2"-18,0-1,1 1,0-1,0 1,1-1,0 0,1-1,0 0,0 1,0-2,2 2,-7-7,0 0,0 0,0-1,0 1,0 0,1-1,-1 1,0-1,0 1,1-1,-1 1,0-1,0 0,1 0,-1 0,0 1,1-1,-1-1,0 1,1 0,-1 0,0 0,1-1,-1 1,0 0,0-1,0 0,1 1,-1-1,0 0,0 1,0-1,0 0,0 0,0 0,0 0,0 0,32-48,-26 36,42-58,-34 56</inkml:trace>
  <inkml:trace contextRef="#ctx0" brushRef="#br0" timeOffset="5116.612">116 3557,'30'23,"132"16,-92 2,-68-40,0 1,-1 0,1-1,-1 1,1 0,-1 0,1 0,-1 0,0 0,0 0,0 0,0 0,0 0,-1 1,1-1,-1 0,1 1,-1-1,0 0,0 1,0-1,0 0,0 1,0-1,-1 0,1 1,-1-1,0 0,0 0,0 0,0 1,0 0,-7 6,0 0,-1-1,0 1,0-2,-1 1,0-1,0-1,0 0,-1 0,0-1,-3 0,6-1,-75 33,63-27</inkml:trace>
  <inkml:trace contextRef="#ctx0" brushRef="#br0" timeOffset="5912.09">89 2956,'50'27,"-21"-9,-6-4,-1 1,0 0,-1 2,-1 1,3 4,-22-21,0 0,1 0,-1 0,0 0,0 0,0 0,0 0,0 1,0-1,-1 0,1 1,0-1,-1 1,1-1,-1 1,1-1,-1 1,0-1,1 1,-1-1,0 1,0-1,0 1,0-1,0 1,-1-1,1 1,0-1,-1 1,1-1,-1 1,0-1,1 1,-1-1,0 0,0 0,0 1,0-1,0 0,0 0,0 0,0 0,0 0,-1 0,-39 29,-1-2,-2-1,-11 2,18-8,-43 22</inkml:trace>
  <inkml:trace contextRef="#ctx0" brushRef="#br0" timeOffset="67079.015">2162 5001,'-286'34,"-5"-16,169-14,0 6,1 5,-14 7,37 4,0 4,2 4,2 4,1 4,2 4,3 5,-37 29,105-69,0 0,2 2,-1 0,2 1,0 1,1 1,0 0,1 1,1 1,1 0,0 1,1 0,1 1,1 0,1 1,1 0,1 0,-1 7,5-10,0 0,1 0,1 1,1-1,0 1,1-1,1 0,1 1,1-1,0 0,2-1,0 1,1-1,0 0,1-1,1 0,1 0,0-1,1 0,4 3,16 9,1-3,0 0,2-2,1-2,1-1,0-1,1-2,1-2,26 6,35 9,0-3,2-6,0-3,78 1,411-6,-344-18,-2-10,0-12,-1-10,36-19,-62 3,146-58,-332 101,0-1,-1-2,-1-1,0-1,3-5,-25 17,0-1,-1 1,0-2,0 1,-1 0,1-1,-1 0,0 0,-1-1,0 0,0 1,0-1,-1 0,0-1,0 1,-1-1,0 1,0-1,0 0,-1 1,-1-1,1 0,-1 0,-1-2,-4-10,-2 0,0 0,-1 0,-1 1,-1 0,-1 1,0 0,-2 1,0 0,0 1,-2 0,0 1,-4-2,-21-24,-2 1,-2 2,-1 3,-2 1,-1 2,-2 3,-1 2,-1 2,-1 2,-1 2,-18-2,-30 2,-2 4,-1 4,1 6,-1 4,-1 4,2 5,-1 4,1 6,-15 7,-56 12,1 8,2 8,2 7,-105 54,180-66</inkml:trace>
  <inkml:trace contextRef="#ctx0" brushRef="#br0" timeOffset="154933.955">2028 335,'-1'1,"0"0,0 1,0-1,0 0,0 0,0 1,0-1,0 0,0 1,0-1,1 1,-1-1,1 1,-1-1,1 1,0-1,-1 1,1 0,0-1,0 1,0-1,0 1,0 0,1-1,-2 2,1 307,15-166,23 51,25 46,-38-158,3 0,18 29,-28-74,1-2,2 0,2-2,1 0,4 1,106 150,-98-136,7 12,4-3,41 42,231 221,-77-119,-187-149,2-3,2-3,3-2,1-2,9 0,-19-9,-1 1,-2 3,36 35,78 57,44 42,-177-141,24 23,-2 2,-2 2,23 38,-23-23,-28-43,-2 0,-1 1,-1 1,-2 1,-1 1,0 7,54 160,-46-73,-22 181,-2 168,13-322,1-12,-42-180,8 15</inkml:trace>
  <inkml:trace contextRef="#ctx0" brushRef="#br0" timeOffset="157033.414">2790 2475,'1'4,"0"0,0 0,1-1,-1 1,1 0,0 0,0-1,0 1,0-1,0 1,1-1,0 0,0 0,0 0,0-1,0 1,0-1,1 1,-1-1,1 0,-1-1,1 1,0 0,1-1,17 11,46 26,3-4,1-2,1-4,1-3,25 3,-99-28,0 0,0-1,0 1,0-1,0 1,0 0,0-1,0 1,0-1,0 1,0-1,0 1,0-1,0 1,0 0,0-1,0 1,0-1,1 1,-1 0,0-1,0 1,1-1,-1 1,0 0,0-1,1 1,-1 0,0 0,1-1,-1 1,0 0,1 0,-1-1,1 1,-1 0,0 0,1 0,-1 0,1 0,-1 0,1-1,-1 1,0 0,1 0,-1 0,1 0,-1 1,1-1,-1 0,1 0,-1 0,0 0,1 0,-1 0,1 1,-1-1,0 0,1 0,-1 1,0-1,1 0,-1 1,0-1,1 0,-1 1,0-1,0 0,1 1,-23-29,19 24,-20-27,2-1,1 0,1-2,-11-29,14 30,-91-182,107 215,0-1,-1 0,1 1,0-1,-1 0,1 1,-1-1,1 1,-1-1,0 0,1 1,-1 0,1-1,-1 1,0-1,1 1,-1 0,0-1,0 1,1 0,-1 0,0-1,0 1,1 0,-1 0,0 0,0 0,0 0,1 0,-1 0,0 1,0-1,1 0,-1 0,0 0,0 1,1-1,-1 0,0 1,1-1,-1 1,0-1,1 1,-1-1,1 1,-1-1,1 1,-1 0,1-1,-1 1,1 0,0-1,-1 1,1 0,0-1,0 1,-1 0,1 0,0 0,0-1,0 1,0 0,0 0,0-1,0 1,0 0,0 0,0 0,-27 50,-2-2,-3 0,-2-2,-32 34,48-63,11-16,11-15,21-31,2 1,1 1,3 1,1 2,2 1,22-18,1 7,-58 50,1-1,0 0,0 1,0-1,0 0,-1 1,1-1,0 0,0 1,0-1,0 0,0 1,0-1,0 0,0 1,0-1,0 0,0 1,0-1,0 0,1 1,-1-1,0 0,0 1,0-1,0 0,0 1,1-1,-1 0,0 0,0 1,1-1,-1 0,0 0,0 1,1-1,-1 0,0 0,1 0,-1 0,0 1,1-1,-1 0,0 0,1 0,-1 0,0 0,1 0,-1 0,0 0,1 0,-17 25,-1 0,-1-1,-1-1,-2-1,-2 1,-6 8,-144 138,357-309,-95 82,-89 57,0 1,0 0,1 0,-1-1,0 1,0 0,1 0,-1-1,0 1,1 0,-1 0,0 0,1 0,-1-1,0 1,1 0,-1 0,0 0,1 0,-1 0,1 0,-1 0,0 0,1 0,-1 0,0 0,1 0,-1 0,0 1,1-1,-1 0,0 0,1 0,-1 0,0 1,1-1,-1 0,0 0,1 1,-1-1,0 0,0 0,1 1,-1-1,0 0,0 1,0-1,0 0,1 1,-1-1,0 0,0 1,0-1,0 0,0 1,0-1,0 0,0 1,0-1,0 1,0-1,0 0,0 1,0-1,0 0,-1 1,1-1,-11 29,9-24,-2 4,1-4,0-1,0 1,1 0,-1 0,1 0,0 0,0 1,1-1,0 0,0 1,0-1,0 1,1-1,0 1,0-1,1 1,-1-1,1 1,0-1,1 1,-1-1,1 0,0 0,1 0,-1 0,1 0,1 2,4-1,0 0,1 0,-1-1,1 0,0-1,0 0,0 0,1-1,-1 0,4 0,-13-4,0 1,0-1,-1 1,1 0,0-1,0 1,0-1,0 1,-1-1,1 1,0 0,0-1,0 1,0-1,0 1,0-1,0 1,0-1,0 1,0-1,1 1,-1 0,0-1,0 1,0-1,1 1,-1-1,0 1,0 0,1-1,-1 1,0 0,1-1,-1 1,0 0,1-1,-1 1,0 0,1 0,-1 0,1-1,-1 1,0 0,1 0,-1 0,1 0,-1 0,1 0,-1 0,1 0,-1 0,1 0,-1 0,0 0,1 0,-1 0,1 0,-1 0,1 0,-1 1,1-1,-1 0,0 0,-26-32,26 32,-134-126,149 138,1-1,0-1,1 0,0-1,18 7,-10-5,207 115,-263-161,-60-41,91 75,0 1,0-1,-1 0,1 1,-1-1,1 1,-1-1,1 1,-1-1,1 1,-1-1,1 1,-1 0,1-1,-1 1,0 0,1-1,-1 1,1 0,-1 0,0 0,1 0,-1-1,0 1,1 0,-1 0,0 0,1 0,-1 1,0-1,0 0,1 0,-1 0,1 0,-1 1,0-1,1 0,-1 1,1-1,-1 0,0 1,1-1,-1 1,1-1,-1 1,1-1,0 1,-1-1,1 1,-1-1,1 1,0 0,0-1,-1 1,1 0,0-1,0 1,0-1,0 1,0 0,26 110,-12-63</inkml:trace>
  <inkml:trace contextRef="#ctx0" brushRef="#br0" timeOffset="158813.013">2068 1,'-14'129,"4"85,14-206,-1-27,-1-185,-7 188,2 38,12 188,-4-121</inkml:trace>
  <inkml:trace contextRef="#ctx0" brushRef="#br1" timeOffset="186367.645">5290 228,'-11'29,"17"65,0-55,7 81,0 27,-5-27,-2 48,-7-103,-9 37,-2-9,0 94,-3-93,6-51,-3 0,-2-1,-1 0,-2-1,-2-1,-4 3,-59 99,-40 12,12-12,-41 73,-19 1,35-9,18-60,41-33,-123 154,123-151,-1 14,33 4,-56 92,17 7,61-169,3 0,3 1,3 0,3 1,3 0,1 66,8-112,1 0,1 0,0 0,2 0,0-1,8 15,12 43,-4-10,-26-67,-3-9</inkml:trace>
  <inkml:trace contextRef="#ctx0" brushRef="#br1" timeOffset="189146.343">4621 2247,'-2'30,"-2"-1,-1 0,-1 0,-2 0,0-1,-2 0,-2-1,-8 32,-31 88,52-148,-1 1,1-1,0 1,-1-1,1 1,0-1,-1 1,1 0,0-1,-1 1,1 0,0 0,0-1,-1 1,1 0,0 0,0 0,0 0,-1 0,1 0,0 0,0 0,-1 0,1 1,0-1,0 0,-1 0,1 1,0-1,0 0,-1 1,1-1,-1 1,1-1,0 1,-1-1,1 1,-1-1,1 1,-1 0,1-1,-1 1,0 0,1-1,-1 1,0 0,1 0,-1-1,0 1,0 0,0 0,0-1,0 1,1 0,-2 0,1 0,0-1,0 1,0 0,0 0,0-1,-1 1,1 0,0 0,-1-1,1 1,0 0,-1-1,1 1,157-92,-115 69,227-109,-320 129,32-2,-1 1,0-2,1-1,0 0,0-2,1 0,0-1,1 0,0-2,-15-11,-43-34,73 56,1 0,0 0,-1 0,1 0,0 1,-1-1,1 0,0 1,0-1,-1 1,1-1,0 1,0-1,0 1,0 0,0 0,0 0,0-1,0 1,0 0,0 0,0 0,1 0,-1 1,0-1,1 0,-1 0,0 0,1 0,0 1,-1-1,1 0,0 1,0 0,-2 1,-42 84,83-142,16-45,-65 107,-12 25,2 1,2 1,1 1,0 3,37-58,-6 0,-1 1,-1-2,-1 0,0 0,3-14,-12 11,-20 29,13 0,-1 1,1 0,0 0,0 0,1 0,0 1,0 0,1 0,-3 7,17-42,-10 21,-1 7,0-1,0 0,-1 0,1 1,0-1,0 0,0 0,0 1,0-1,0 0,1 0,-1 1,0-1,0 0,0 1,1-1,-1 0,0 0,1 1,-1-1,1 1,-1-1,1 0,-1 1,1-1,-1 1,1-1,-1 1,1-1,0 1,-1 0,1-1,0 1,-1 0,1-1,0 1,-1 0,1 0,0 0,0 0,-1 0,1 0,0 0,0 0,-1 0,1 0,0 0,0 0,-1 0,1 0,0 1,-1-1,1 0,0 1,-1-1,1 1,10 4,-1 2,0-1,0 2,0-1,-1 1,0 1,-1-1,0 2,0-1,-1 1,8 8,50 52,-65-70,0 0,0 1,-1-1,1 0,0 0,0 0,0 0,0 0,0 1,-1-1,1 0,0 0,0 0,0 0,0 1,0-1,0 0,0 0,0 0,0 1,0-1,-1 0,1 0,0 0,0 1,0-1,0 0,0 0,1 0,-1 1,0-1,0 0,0 0,0 0,0 1,0-1,0 0,0 0,0 1,-22-11,21 10,-31-14,1-1,1-2,1-1,1-1,0-1,-9-10,105 67,101 40,-164-66,-26-9,7-3,0 0,0-2,0 0,1 0,-1-2,1 1,-1-2,1 0,1 0,-2-2,7-1,29 14,-15-4,-3 1,0-1,0-1,0 1,0 0,0-1,1 0,-1 0,0 0,0-1,0 1,0-1,0 0,0 0,0-1,0 1,0-1,-1 1,1-1,-1-1,1 1,-1 0,0-1,1 0,-1 0,-34 54,-26 27,47-69</inkml:trace>
  <inkml:trace contextRef="#ctx0" brushRef="#br1" timeOffset="193967.149">2990 1833,'1'-11,"-1"7,1 1,-1-1,0 0,0 0,0 0,0 1,-1-1,1 0,-1 0,0 1,0-1,0 0,-1 1,1 0,-1-1,0 1,0 0,-2-3,3 6,-1 0,1-1,0 1,-1 0,1 0,0 0,-1 0,1 1,0-1,-1 0,1 1,0-1,-1 1,1-1,0 1,0-1,0 1,-1 0,1 0,0-1,0 1,0 0,0 0,0 0,1 0,-1 0,0 1,1-2,-120 138,24-23,-5-5,-5-3,-4-6,-12 2,110-94,1 1,-2-1,1 0,-1-1,0 0,-1-1,1 0,-2-1,-2 0,16-5,0-1,0 0,0 1,0-1,1 0,-1 0,0 0,0 0,0 0,0 0,0 0,0 0,0 0,1 0,-1 0,0 0,0 0,0-1,0 1,0 0,1-1,-1 1,0-1,0 1,1-1,-1 1,0-1,1 0,-1 1,0-1,1 0,-1 1,1-1,-1 0,1 0,0 1,-1-1,1 0,0 0,-1 0,1 0,0 0,0 0,0 1,0-1,0 0,0-1,6-44,-4 42,8-43,-6 27</inkml:trace>
  <inkml:trace contextRef="#ctx0" brushRef="#br1" timeOffset="194200.525">1975 2166,'-105'-127,"104"126,0 1,1 0,-1-1,0 1,1 0,-1-1,0 1,1-1,-1 1,1-1,-1 1,1-1,-1 0,1 1,-1-1,1 0,-1 1,1-1,0 0,0 1,-1-1,1 0,0 0,0 1,0-1,0 0,0 0,0 0,0 1,0-1,0 0,0 0,0 1,0-1,1 0,-1 0,0 1,0-1,1 0,-1 1,1-1,-1 0,1 1,-1-1,1 1,-1-1,1 0,-1 1,1-1,0 1,-1 0,1-1,0 1,-1-1,1 1,0 0,-1 0,1-1,0 1,0 0,0 0,-1 0,1 0,0 0,98-3,141 9,-1 10,-1 10,100 30,-271-42,0 2,0 3,-2 4,-1 2,5 5,10 13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15:13.9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4 186,'-1'1,"1"0,-1 1,1-1,-1 0,1 0,0 0,-1 1,1-1,0 0,0 0,0 1,0-1,0 0,0 1,0-1,1 0,-1 0,0 1,1-1,-1 0,1 0,-1 0,1 0,0 0,-1 1,1-1,0 0,0 0,-1-1,1 1,0 0,0 0,0 0,0-1,0 1,1 0,1 3,4 8,1 0,0 0,1-1,0-1,1 1,0-1,0-1,1 0,0-1,1 0,0 0,0-1,7 2,-16-8,0-1,0 1,0-1,1 0,-1 0,0 0,0 0,0 0,1-1,-1 1,0-1,0 0,0 0,0 0,0 0,0-1,0 1,0-1,-1 0,1 1,-1-1,1-1,-1 1,1 0,-1 0,0-1,0 0,-1 1,1-1,1-2,36-92,-3-43,-27 118</inkml:trace>
  <inkml:trace contextRef="#ctx0" brushRef="#br0" timeOffset="126447.975">17022 547,'-18'-1,"-1"1,0 0,0 1,1 2,-1 0,1 0,-1 2,1 0,1 2,-18 7,33-13,-1 0,1-1,-1 1,1 0,0 1,-1-1,1 0,0 1,0-1,0 1,0 0,0 0,1-1,-1 1,0 1,1-1,-1 0,1 0,0 0,0 1,0-1,0 0,0 1,0-1,1 1,-1-1,1 1,0 0,0-1,0 1,0-1,0 1,0 0,1-1,-1 1,1-1,0 1,0-1,0 0,0 1,0-1,0 0,1 0,-1 1,1-1,-1 0,1 0,0-1,1 2,5 1,1 1,0-1,1-1,-1 0,1 0,0-1,-1 0,1-1,0 0,0-1,0 0,0 0,0-1,-1 0,1-1,0 0,0-1,-1 0,0 0,1-1,-1 0,-1 0,7-5,-10 6,-1 0,0 0,0-1,0 0,-1 1,1-1,-1 0,0 0,0-1,-1 1,1-1,-1 0,0 1,0-1,0 0,-1 0,1 0,-1 0,-1 0,1-1,-1 1,0 0,0 0,0 0,-1-1,0 1,1 3,-1 1,1 0,-1 0,0 0,0 0,1 0,-1 0,0 0,0 0,0 0,0 0,0 0,0 1,0-1,-1 0,1 1,0-1,0 1,0-1,-1 1,1 0,0 0,0-1,-1 1,1 0,0 0,-1 0,1 0,0 0,-1 1,1-1,0 0,0 1,-1-1,1 0,0 1,0 0,0-1,-1 1,1 0,0-1,0 1,0 0,0 0,0 0,1 0,-1 0,0 0,0 0,1 0,-1 0,0 1,1-1,-1 0,1 0,0 1,-1-1,1 0,0 0,0 1,0-1,0 0,0 2,-1 0,1 0,0 0,0 0,0 0,0 0,0 1,1-1,-1 0,1 0,0 0,0 0,0 0,0 0,0-1,1 1,-1 0,1-1,0 1,0-1,0 1,0-1,0 0,1 0,-1 0,1 0,-1 0,1 0,0 0,85 31,-29-24,-2-4</inkml:trace>
  <inkml:trace contextRef="#ctx0" brushRef="#br0" timeOffset="127032.179">17531 534,'-11'0,"1"0,0 1,0 0,0 1,0 0,0 0,0 1,1 1,-1 0,1 0,0 1,0 0,0 0,1 1,-1 0,2 0,-1 1,1 1,0-1,0 1,1 0,-1 1,6-8,0 1,1 0,-1-1,0 1,1 0,-1 0,0 0,1 0,0-1,0 1,-1 0,1 0,0 0,1 0,-1 0,0 0,0 0,1-1,-1 1,1 0,0 0,-1 0,1-1,0 1,0 0,0-1,0 1,0-1,1 1,-1-1,0 1,1-1,-1 0,1 0,-1 0,1 0,1 1,70 15,-60-17,1-2,-1 0,0 0,0-1,0-1,-1 0,1-1,-1 0,0-1,0-1,-1 0,0 0,0-1,0 0,-1-1,0 0,-1-1,0 0,-1 0,0-1,0 0,-2 0,1-1,-1 0,-1 0,0 0,0-3,12-35,-2-1,-3 0,-2-1,-2-1,-2 1,-2-42,-3 88,-11-46,9 51,0 1,-1 0,1 0,-1 1,1-1,-1 0,1 0,0 1,-1-1,1 1,-1-1,1 1,0-1,0 1,-1 0,1 0,0 0,0-1,0 1,0 0,0 1,0-1,0 0,0 0,0 0,1 0,-1 1,0 0,0-1,-14 21,1 1,1 0,2 1,0 0,1 1,1 0,2 0,0 1,2 0,-1 13,3-19,1 0,1 0,1 1,0-1,2 0,0 1,2-1,0 3,-1-15,-1 1,1-1,0 0,1 0,-1 0,2-1,-1 1,1-1,0 0,1 0,0-1,0 0,0 0,1 0,-1-1,1 0,1 0,-1 0,1-1,1 0,-3-1,0 0,0-1,0 0,0 0,0-1,0 0,1 0,-1 0,1-1,-1 1,1-2,-1 1,0-1,1 0,-1 0,0-1,1 0,-1 0,0 0,0-1,-1 0,1 0,-1 0,1-1,-1 0,0 0,0 0,-1 0,1-1,-1 0,0 0,0 0,-1-1,1 1,-1-1,0 0,-1 0,1 0,0-2,-1 0,1-1,-1 1,-1 0,1-1,-2 0,1 1,-1-1,0 0,-1 1,0-1,0 0,-1 1,0 0,-1-1,-3-7,5 15,0 0,0 1,0-1,0 0,-1 1,1-1,0 1,0-1,-1 1,1-1,0 1,0 0,-1 0,1 0,0 0,-1 0,1 0,0 0,-1 0,1 0,0 0,-1 1,1-1,0 1,0-1,-1 1,1-1,0 1,0 0,0 0,0-1,0 1,0 0,0 0,0 0,0 0,0 0,0 0,1 0,-1 1,1-1,-1 0,0 0,1 0,0 1,-1-1,1 0,0 1,0-1,-1 0,1 1,0 0,-4 7,1 0,0 0,0 0,0 0,1 1,1-1,-1 1,2-1,-1 1,1 0,1-1,0 1,0-1,1 1,0-1,0 1,1-1,1 0,-1 0,1-1,1 1,0-1,0 0,0 0,1 0,1-1,-1 0,1 0,2 1,19 10</inkml:trace>
  <inkml:trace contextRef="#ctx0" brushRef="#br0" timeOffset="127332.201">18145 480,'-4'5,"0"0,1 0,-1 1,1-1,0 1,0 0,1 0,0 0,0 0,0 0,1 0,0 0,0 1,0-1,1 0,0 1,1-1,-1 0,1 1,0-1,0 0,1 0,0 0,0 0,1 0,-1 0,1 0,1-1,-1 1,1-1,0 0,0 0,0-1,1 1,-1-1,1 0,2 1,0-1,0 0,1-1,-1 0,1 0,0-1,0 1,0-2,0 1,0-1,0-1,1 0,-1 0,0 0,0-1,1 0,-1-1,0 0,0 0,-1 0,1-1,0 0,-1-1,0 0,1 0,-2-1,1 1,0-1,-1-1,0 1,0-1,-1-1,0 1,1-1,73-138,-76 142,0 0,0 0,1 0,-1 1,1-1,0 1,-1 0,1 0,0 0,0 1,0-1,1 1,-1 0,0 0,3 0,16-2</inkml:trace>
  <inkml:trace contextRef="#ctx0" brushRef="#br0" timeOffset="127669.519">18746 547,'-10'12,"2"-4,0 0,1 0,0 1,1 0,0 0,0 1,0 0,2 0,-1 0,1 1,1-1,0 1,-1 3,4-12,1 1,-1-1,0 1,1-1,-1 0,1 1,0-1,0 0,-1 1,2-1,-1 0,0 0,0 0,1 0,-1 0,1 0,0 0,-1 0,1-1,0 1,0-1,0 1,0-1,0 0,1 0,-1 0,0 0,1 0,-1 0,0 0,2-1,3 2,-1-1,1 1,-1-1,1-1,0 0,0 0,-1 0,1 0,0-1,-1-1,2 1,-1-2,-1 0,1-1,-1 0,0 0,0 0,-1-1,1 1,-1-2,0 1,0 0,-1-1,0 0,0 0,0 0,0 0,-1-1,0 0,-1 1,1-1,-1 0,-1 0,1 0,-1 0,-1-1,1 1,-1 0,0 0,-1-1,1 1,-2 0,1 0,-1 0,0 0,0 0,-1 0,0 1,0-1,-1 1,1 0,-1 0,-1 0,1 0,-1 1,0 0,0 0,-1 0,1 0,-1 1,-3-2,1 4,1 0,-1 0,1 1,-1-1,0 2,1-1,-1 1,0 0,0 1,1 0,-1 0,1 1,-1 0,1 0,-1 0,1 1,0 0,0 1,0 0,1 0,-1 0,1 1,0 0,0 0,1 0,0 1,0 0,0 0,0 0,1 1,0-1,0 1,1 0,0 0,0 0,0 3,3-6,0 1,1-1,-1 0,1 0,0 0,0 0,1-1,-1 1,1 0,-1 0,1-1,1 1,-1-1,0 1,1-1,-1 0,1 0,0 0,0-1,1 1,-1-1,0 1,1-1,-1 0,1 0,0-1,0 1,-1-1,1 0,0 0,0 0,0 0,0-1,3 0,34 7</inkml:trace>
  <inkml:trace contextRef="#ctx0" brushRef="#br0" timeOffset="128463.59">19094 66,'-9'-8,"0"1,-1 1,0-1,0 2,0-1,-1 1,0 1,0 0,0 0,0 1,0 1,-3-1,9 3,0-1,-1 1,1 0,-1 0,1 0,0 1,-1-1,1 1,0 1,0-1,-1 1,1 0,0 0,1 1,-1-1,0 1,1 0,-1 0,1 1,0-1,0 1,0 0,1 0,-1 0,1 0,-2 5,0 0,1 0,0 1,1-1,0 1,0 0,1 0,0 0,1 0,0 1,1-1,0 0,0 1,1-1,1 0,-1 0,4 8,4 14,2 1,1-1,1 0,8 10,-12-25,32 67,4-2,26 33,-4-42,-65-71,0 0,0-1,1 1,-1 0,1-1,0 0,-1 0,1 0,0 0,0 0,-1 0,1 0,0-1,0 0,0 0,0 1,0-2,0 1,0 0,0 0,0-1,-1 0,1 0,0 1,0-2,-1 1,1 0,0 0,-1-1,1 0,0 0,6-9,0-1,-1 0,0 0,-1 0,0-1,-1 0,-1 0,0-1,-1 0,0 0,-1 0,0 0,-2 0,1-13,10-159,-12 185,0 0,0 0,0 0,0 0,0 0,0-1,0 1,0 0,0 0,0 0,1 0,-1 0,1 0,-1 0,0 0,1 0,0 0,-1 0,1 0,0 0,-1 0,1 1,0-1,0 0,0 0,-1 1,1-1,0 0,0 1,0-1,0 1,0 0,0-1,1 1,-1 0,0-1,0 1,0 0,0 0,0 0,0 0,0 0,1 0,-1 0,0 1,0-1,0 0,0 0,0 1,0-1,0 1,0-1,0 1,0 0,0-1,0 1,0 0,0 0,7 2,38 16,-1 2,-1 3,12 9,-53-32,1 2,0-1,-1 0,1 1,-1-1,0 1,1 0,-1 0,-1 0,1 1,0-1,-1 1,0-1,0 1,0 0,0 0,-1 0,1 0,-1 0,0 0,0 0,0 1,-1-1,0 0,0 1,0-1,0 4,-21 40,18-44,0 1,0 0,1 0,-1 0,1 1,0-1,1 1,-1-1,1 1,0-1,1 1,-1 0,1-1,1 4,-1-6,2 0,-1-1,0 1,0-1,1 1,0-1,-1 0,1 1,0-1,0 0,0 0,0-1,1 1,-1 0,0-1,1 1,-1-1,1 0,0 0,-1 0,1 0,0 0,-1 0,4-1,70 8,-75-8,36 0,0-2,0-2,-1-1,0-2,0-1,0-2,4-3,-29 8</inkml:trace>
  <inkml:trace contextRef="#ctx0" brushRef="#br0" timeOffset="124378.894">14188 440,'2'14,"1"11,2 6,1 4,-2 1,0-1,-2-2,0-2,-2-4,-2-6,-4-8,-2-5,-1-4</inkml:trace>
  <inkml:trace contextRef="#ctx0" brushRef="#br0" timeOffset="124643.359">14001 306,'-11'-2,"0"-1,7 0,14 1,13-2,17 0,15-2,10-1,7-1,3 2,-4 1,-8 7,-10 7,-14 2</inkml:trace>
  <inkml:trace contextRef="#ctx0" brushRef="#br0" timeOffset="125062.079">14683 574,'-9'-1,"-1"0,1 1,-1 0,0 0,1 1,-1 1,1-1,0 1,0 1,-1 0,2 0,-1 1,0 0,1 0,-1 1,1 0,1 1,-1 0,1 0,0 0,0 1,1 0,0 1,0-1,0 1,1 0,1 1,-1-1,0 4,4-9,0 1,0 0,0-1,0 1,1 0,0 0,-1 0,1-1,1 1,-1 0,1 0,-1 0,1-1,0 1,0 0,1-1,-1 1,1-1,0 1,0-1,0 0,0 0,0 0,1 0,-1 0,1 0,0-1,0 1,0-1,0 0,1 0,-1 0,0 0,1 0,-1-1,1 0,0 0,-1 0,1 0,0 0,0-1,0 1,-1-1,2 0,7-3,-1-1,0 0,0 0,0-1,0-1,0 0,-1 0,0-1,-1 0,0-1,0 0,0 0,-1-1,0 0,-1-1,0 1,0-1,-1-1,4-8,59-128,-74 184,-1-9,1 0,1 0,1 0,2 1,0-1,3 13,-2-39,0 0,0 0,0 0,1 0,-1 0,0 0,1 0,-1 0,1 0,0 0,0 0,-1 0,1-1,0 1,1 0,-1-1,0 1,0-1,1 1,-1-1,1 0,-1 1,1-1,0 0,-1 0,1 0,0 0,0 0,0-1,-1 1,1-1,0 1,0-1,0 1,0-1,0 0,0 0,0 0,0 0,0 0,0-1,0 1,0-1,0 1,0-1,0 0,0 1,0-2,21-11</inkml:trace>
  <inkml:trace contextRef="#ctx0" brushRef="#br0" timeOffset="125931.784">15070 186,'-1'0,"0"0,0 1,0-1,0 0,0 1,0-1,0 1,0-1,0 1,0-1,0 1,0 0,0-1,1 1,-1 0,0 0,0 0,1-1,-1 1,0 0,1 0,-1 0,1 0,0 0,-1 0,1 0,0 0,-1 0,1 0,0 1,0-1,0 0,0 0,0 0,0 0,0 0,0 0,1 0,-1 0,0 0,1 1,-1-1,-5 66,3 1,4 0,4 27,-2-38,-4-54,3 17,8-30,-10 7,1-1,0 1,0 0,0 0,0 0,0 0,1 0,-1 1,1-1,0 1,0-1,0 1,0 0,0 0,0 0,1 1,-1-1,0 1,1 0,0 0,-1 0,1 0,-1 1,1-1,0 1,0 0,-1 0,1 1,0-1,-1 1,1-1,-1 1,1 0,-1 0,1 1,1 0,2 3,0 0,-1 1,1 0,-1 0,-1 0,1 1,-1-1,0 2,0-1,-1 0,0 1,0 0,-1 0,0 0,-1 0,1 0,0 9,-3-15,0 0,0 1,0-1,0 0,-1 0,1 0,-1 0,1 1,-1-1,0 0,0 0,0 0,0 0,0-1,0 1,-1 0,1 0,-1-1,1 1,-1-1,0 1,1-1,-1 1,0-1,0 0,0 0,0 0,0 0,-1 0,-65 14,48-13,0 0,0-1,0-2,0 0,0-1,0-1,0 0,19 3,0 0,1 0,-1 1,0-1,0 0,0 0,0 0,0 0,1 0,-1 0,0 0,0 0,0-1,0 1,1 0,-1 0,0-1,0 1,0 0,1-1,-1 1,0-1,1 1,-1-1,0 1,1-1,-1 0,0 1,1-1,-1 0,1 1,0-1,-1 0,1 0,-1 1,1-1,0 0,0 0,-1 0,1 0,0 1,0-1,0 0,0 0,0 0,0 0,0 0,0 1,1-1,-1 0,0 0,0 0,1 0,-1 1,0-1,1 0,-1 0,1 1,-1-1,1 0,-1 1,1-1,12-6,-1 1,1 1,0 0,0 1,0 0,1 1,9-1,-8 1,413-49,-391 36,-36 16,-1-1,1 1,0-1,-1 1,1 0,-1-1,1 1,-1-1,1 0,-1 1,0-1,1 1,-1-1,0 0,1 1,-1-1,0 0,0 1,0-1,1 0,-1 1,0-1,0 0,0 1,0-1,0 0,0 1,-1-1,1 0,0 0,0 1,0-1,-1 0,1 1,0-1,0 1,-1-1,1 0,-1 1,1-1,-1 1,1-1,-1 1,1-1,-1 1,1 0,-1-1,1 1,-1-1,0 1,1 0,-1-1,-6-2,0-1,0 1,-1 0,1 0,-1 1,1 0,-1 1,0-1,0 1,1 1,-1-1,0 2,0-1,0 1,0 0,1 0,4 0,1 0,0-1,0 1,0 0,0 0,0 0,0 1,0-1,0 0,0 1,1-1,-1 1,0 0,1 0,-1-1,1 1,0 0,0 0,0 0,0 0,0 0,0 1,0-1,1 0,-1 0,1 0,-1 1,1-1,0 0,0 1,0-1,0 0,1 1,-1-1,1 0,0 3,0 0,0 1,1-1,0 0,0-1,0 1,1 0,0 0,0-1,0 0,0 0,1 0,-1 0,5 3,4 0,0 0,0-1,1-1,0 0,0 0,0-2,1 0,-1 0,1-1,-1-1,1 0,0-1,0 0,0-1,-1-1,1 0,12-4,-13 3,-1-1,1 0,-1-1,0 0,0-1,0 0,-1-1,0-1,-1 1,1-2,-1 1,-1-2,0 1,0-1,-1 0,0-1,-1 0,0 0,-1-1,0 0,-1 0,0 0,1-6,9-36,-3-1,-2-1,-2 0,-3 0,-3-2,-4-27,2 84,-1-1,0 1,0-1,1 1,-1 0,0-1,0 1,0 0,0 0,0 0,-1 0,1 0,0 0,0 0,-1 0,1 0,-1 1,1-1,0 0,-1 1,1-1,-1 1,0 0,1-1,-1 1,1 0,-1 0,1 0,-1 0,0 0,1 1,-1-1,1 0,-1 1,1-1,-1 1,1-1,-1 1,1 0,0 0,-1-1,1 1,0 0,0 0,0 1,-1-1,1 0,0 0,1 0,-1 1,0-1,0 1,-15 14,2 1,0 0,1 0,1 2,0-1,2 2,0-1,1 1,1 1,1 0,1 0,-2 10,5-18,-1 0,2 0,-1 0,2 0,0 0,0 1,1-1,1 0,0 0,1 1,1-1,0 0,0 0,2-1,-1 1,1-1,1 0,0 0,1-1,1 0,-1 0,1 0,1-1,6 5,2-2,0-1,1-1,0 0,0-2,1 0,0-1,1-1,9 2,64 15</inkml:trace>
  <inkml:trace contextRef="#ctx0" brushRef="#br0" timeOffset="133783.513">13185 2485,'-8'165,"6"-113,1-1,3 1,3 13,-4-47,2 258,-16-103,0-4,-17 56,21-125,5 0,6 44,-1-31,-1-62,1-9,-1 0,-2 0,-2-1,-9 39,6-53,1 1,1 0,2 0,0 26,1-25,-1 0,-1 0,-1 0,-10 26,4-11,5-10,2 1,1 0,1 0,3 0,1 6,-3 90,-4-92,4-32,-1 1,1 0,1-1,0 1,0 0,0 0,1 0,0-1,1 7,0-5,0 0,1 0,0 0,0-1,1 1,0-1,1 0,0 0,0 0,0-1,1 1,0-1,1-1,-1 1,1-1,0 0,1 0,3-1,-1 1,0 0,0 1,-1 0,0 1,0 0,-1 0,0 1,1 2,-2-2,-1-1,1 1,1-1,0-1,0 0,0 0,1 0,9 4,11 9,-23-16,0 1,1-1,-1 1,1-2,0 1,0-1,1 0,-1-1,0 1,1-2,0 1,2 0,-4-1,0 0,0 0,0-1,1 1,-1-1,0 0,0-1,0 0,1 0,-1 0,0-1,0 0,0 0,-1 0,1-1,0 0,-1 0,0 0,0 0,0-1,0 0,0 0,-1-1,2-1,62-74,-59 70,0-1,0 0,-1-1,0 1,-1-1,0-1,-1 0,-1 0,0 0,0 0,-2-1,1 1,-2-1,0 0,0-1,24-91,-18 80,-1 0,-1 0,-1-1,-2 0,0 0,-5-513,-6 88,2 41,7 248,0 134,1 1,2-1,0 1,2 0,1 0,8-19,56-249,-68 281,0 0,-1 0,0 0,-1 0,-1 0,0 0,-1 0,-1 0,-1 0,0 0,-1-2,-3-9,5 17,0 0,-1 0,1 0,-2 1,1-1,-1 1,0 0,-1 0,0 0,0 0,-1 1,0 0,0 0,-1 1,-4-4,-8-4,1-1,1 0,0-1,1-1,-9-11,19 20,-1 1,0 0,0 0,-1 1,0 0,0 1,0 0,-1 0,0 0,1 1,-2 1,1-1,0 1,-1 1,-6-1,-7-2,6 0,0 0,-1 1,0 1,1 0,-1 2,0 0,0 1,0 0,0 2,0 0,0 1,1 1,-1 0,1 2,-5 2,14-3,0 1,1 0,-1 1,1-1,1 1,-1 1,1 0,0-1,1 2,0-1,-3 8,-5 10</inkml:trace>
  <inkml:trace contextRef="#ctx0" brushRef="#br0" timeOffset="146167.678">14535 3101,'1031'0,"-938"13,41 0,-131-15,0 1,0-1,0 0,0 0,0 0,-1-1,1 1,-1-1,0 1,1-1,-1 0,0 0,-1 0,1 0,0 0,-1 0,0-1,1 1,-2 0,1-1,0 1,0-1,-1 1,0-1,0 1,0-1,0 1,-1-1,1 1,-1-1,0 1,0 0,-1-3,2-11,-9-147,-6-4,11 4,4 161,0 0,-1 1,0-1,0 0,0 0,0 1,0-1,0 0,-1 1,1-1,-1 1,0 0,1-1,-1 1,0 0,0 0,-1 0,1 0,0 1,-1-1,1 1,-1-1,1 1,-1 0,0 0,0 0,1 0,-1 0,-1 1,-90-7,81 7,-153 9,-16 10,-57 8,-41-14,174-22,33-5,-6 1,-46 7,80 7,44-1,-1 0,1-1,-1 1,1 0,-1 1,1-1,-1 0,1 0,-1 1,1-1,-1 0,1 1,-1 0,1-1,0 1,-1 0,1 0,0 0,-1-1,1 1,0 1,0-1,0 0,0 0,0 0,0 1,1-1,-1 0,0 1,0-1,1 0,-1 1,1-1,0 1,-1-1,1 1,0-1,0 1,0-1,0 1,0 1,2 186,7-55,14-31,-1-3,-20-94,-1-1,1 0,-1 0,1-1,0 1,0-1,1 0,-1 1,1-1,0 0,0-1,1 1,-1 0,1-1,-1 0,1 0,2 2,-2-3</inkml:trace>
  <inkml:trace contextRef="#ctx0" brushRef="#br1" timeOffset="173982.955">15712 4157,'-1'1,"0"0,0 0,0-1,0 1,0 0,0 0,-1 0,1-1,0 1,0-1,-1 1,1-1,0 1,-1-1,1 0,0 0,-1 0,1 1,0-1,-1 0,1-1,0 1,-1 0,1 0,0-1,-1 1,1 0,0-1,-1 0,1 1,-162-18,138 16,0 2,0 0,0 1,0 2,-10 3,-64 5,-71-6,65-19,6 7,-83-4,28 3,108 8,31 1,0 1,0 0,0 1,0 0,1 1,-1 1,1 0,-13 8,20-8,0 0,1 0,-1 1,1 0,1 1,-1-1,1 1,0 0,1 0,-1 1,2-1,-1 1,0 3,1 1,0-1,1 1,0 0,1-1,1 1,0 0,1 0,0 4,1 22,-1-23,0 0,2-1,0 1,0-1,1 0,1 0,1 0,0-1,0 0,1 0,1 0,0-1,8 9,-8-14,0 0,1-1,0 0,0-1,0 0,1 0,0-1,-1 0,2 0,-1-1,9 1,5 3,-1 0,0-1,0-1,0-1,1-2,-1 0,4-1,111 25,-8-17,93 15,-29-2,-71-15,45 6,-164-11,1-1,0 1,0-1,-1-1,1 1,0-1,0 0,0 0,0 0,0 0,0-1,-1 0,1 0,0 0,0-1,-1 0,1 1,-1-2,0 1,1 0,-1-1,0 0,0 0,-1 0,1 0,2-4,87-117,-87 111,0 1,-1-1,0 0,-2-1,1 1,-1-1,-1 0,-1 0,0 0,-1-13,1 18,-1 0,0 0,-1 0,0 0,0 1,-1-1,0 0,0 1,-1-1,0 1,-1 0,0 0,0 0,-1 0,0 1,0 0,-1 0,-2-3,-12-9,10 8,0 2,0-1,0 2,-1-1,-1 1,1 1,-1 0,0 1,-3-1,-22-4,-1 2,0 1,-1 2,0 2,0 1,-3 2,20 0,-162-3,117 3</inkml:trace>
  <inkml:trace contextRef="#ctx0" brushRef="#br1" timeOffset="189999.305">16421 4839,'3'-2,"1"0,-1 1,1-1,-1 1,1 0,0 0,0 0,-1 0,1 1,0 0,0 0,0 0,-1 0,1 0,0 1,0 0,-1-1,1 1,3 2,5-1,134 15,1-6,96-8,45 4,97-1,-315 1,-54-5,0 0,0-1,0 0,1-1,-1-1,15-3,5-1,-1 1,1 2,0 1,21 3,11-1,35-1,-99-2,0 1,-1-1,1 0,0 0,-1 0,1 0,-1 0,0-1,0 0,0 0,0 0,0 0,-1 0,1 0,-1-1,0 1,0-1,0 1,0-1,-1 0,1 0,0-3,10-18,2 3,-1-1,-1-1,-1 0,-1 0,-1-1,-1 0,-1 0,-1-1,-2 0,-1 0,0 0,-2-10,-1 23,0 0,-1 0,-1 1,0-1,0 1,-1-1,-1 1,0 0,-1 0,0 1,0-1,-2 1,1 0,-1 1,-1-1,0 1,0 1,-1 0,0 0,-1 1,0 0,0 0,-1 1,-2-1,4 6,0 0,0 0,0 1,-1 0,1 0,0 1,0 1,0-1,0 2,0-1,0 1,0 0,-35 5,-224 11,-180-15,233-5,109 3,-184-7,260 2,1 0,0-2,1-2,-24-8,-109-20,102 27,56 8,-1 1,1-1,-1 1,0 0,1 0,-1 1,1-1,-1 1,1 0,-1 0,1 0,-1 0,1 0,0 1,0 0,0-1,0 1,0 1,0-1,0 0,1 1,-1-1,1 1,-1 0,1-1,0 1,0 0,-1 4,0 0,1 0,-1 0,2 0,-1 1,1-1,0 0,0 1,1-1,0 1,1-1,0 8,0 11,0 28,-2 13,3 0,3 0,10 44,5-66,-14-46,-2-6</inkml:trace>
  <inkml:trace contextRef="#ctx0" brushRef="#br1" timeOffset="-213365.7">12945 11750,'-1'0,"0"0,1 1,-1-1,0 0,0 0,1 0,-1 0,0 0,0 0,1 0,-1 0,0 0,0 0,1 0,-1 0,0-1,0 1,1 0,-1-1,0 1,1 0,-1-1,0 1,1-1,-1 1,1-1,-1 1,0-1,1 1,-1-1,1 0,0 1,-1-1,1 0,0 1,-1-1,1 0,0 1,0-1,-1 0,1 0,0 1,0-1,0 0,0 0,0 0,0 1,0-1,0 0,1 0,-1 1,0-1,0 0,1 0,-1 0,27-37,-3 13,105-127,-69 50,-4-3,12-38,-43 96,2 1,2 2,1 1,3 1,1 2,2 1,17-12,17-24,-4-3,39-62,-48 64,-40 51,0-1,-2 0,-1-1,-1-1,-2 0,0-1,-2 0,-1 0,0-7,55-266,-57 77,-8 137,0-181,-49 24,51 224,-2 0,0 0,0 0,-2 0,-1 1,-1 0,0 0,-1 0,-2 1,0 0,-4-5,-11-11,15 24,1-1,0 1,1-1,0-1,0 0,2 0,-1 0,2 0,0-1,0 0,2 1,-1-4,5-254,-1 261,-2-1,1 1,-1 0,-1 0,1 0,-2 1,1-1,-1 0,-1 1,-2-5,-30-86,32 82,-1 1,-1 0,0 1,-1 0,-1 0,-7-10,-74-81,6-54,-16-31,-6-2,-62-80,8 27,125 196,1-1,3-2,3-1,2-1,2-1,-11-47,27 81,-20-69,-5 2,-21-40,-19-75,31 76,-56-65,73 154,2-1,2-1,1 0,-3-18,-19-70,-5 2,-30-50,21 58,6-2,-11-48,33 78,1 1,-3 2,-29-57,2 37,32 67,3-2,1 0,2-1,-4-20,-14-131,29 139,-3 1,-3 0,-12-35,-33-51,-24-75,58 119,14 51,-2 0,-2 1,-12-26,-120-240,135 282,-1 1,-2 0,-1 1,-1 0,-1 2,-2 0,0 1,-2 0,-1 2,0 1,-2 0,-16-10,-155-89,90 52,-3 5,-2 5,-3 4,-4 5,53 22,-142-72,103 47,-3 4,-65-18,-397-121,476 165,-1 4,-35-1,-11-1,-232-58,229 51,-77-3,-54 11,-35 36,-2-32,74 3,-58 0,8 13,130-26,156 26,-27-2,0-1,1-2,-1 0,1-2,0-1,-24-11,17 4,-1 1,-1 2,0 1,0 2,-1 1,0 2,0 1,-22 1,-245-11,251 17,1 2,0 2,0 2,-19 7,0 0,1 4,1 2,1 4,1 2,2 4,0 2,-29 22,64-31,0 1,1 1,2 2,-18 24,10-13,-15 16,3 1,2 3,-20 36,53-69,1 0,1 1,1 0,1 1,1-1,2 1,1 0,1 1,2 26,-5 33,-16 341,23-2,7-292,6-1,31 122,-15-89,39 277,-56-323,6-1,28 92,-25-134,14 50,14 94,-30-106,0-3,-5 0,1 76,-20-125,-2 0,-3-1,-3 0,-4 8,-12 68,-73 275,64-270,-32 168,-6 181,55-397,4 0,3 2,4 55,10 285,9-272,7-1,14 36,11 83,-20-80,-3 158,-48 261,7-355,11-187,3 1,4-1,6 63,23 87,-25-180,2-1,2 0,2 0,3 0,2-1,3 4,162 397,-167-421,2-1,1 0,1-1,1-1,1 0,2-2,0 1,2-2,0-1,2 0,3 1,23 16,-11-7,1-2,2-1,0-2,2-2,1-2,4 0,33 4,2-3,1-3,0-4,1-4,0-4,1-3,52-5,214-15,534 6,-217-13,116 5,213 6,-642 12,73 6,188-2,-379-7,391 1,-387-27,7-13,-189 37,-1-2,0-4,0-1,39-14,138-27,-20 7,-105 8,-95 32,-5 2,0-1,0 1,0-2,0 1,-1-1,1-1,-1 0,-1 0,1 0,-1-1,4-4,26-26,-1-2,-2-2,-2-1,-2-1,-1-2,3-11,3-39,-27 51</inkml:trace>
  <inkml:trace contextRef="#ctx0" brushRef="#br1" timeOffset="-210142.168">98 2379,'0'-1,"1"1,-1-1,1 0,0 1,-1-1,1 1,0-1,-1 1,1-1,0 1,-1-1,1 1,0-1,0 1,-1 0,1 0,0-1,0 1,0 0,0 0,-1 0,1 0,0 0,0 0,0 0,0 0,0 0,-1 1,1-1,0 0,0 0,0 1,-1-1,1 1,0-1,-1 0,1 1,0 0,296 105,-147-68,1-5,154 11,-42-6,-93-5,150 51,-118-30,145 17,51 15,-112-16,17-10,-195-38,-92-23,-13-5</inkml:trace>
  <inkml:trace contextRef="#ctx0" brushRef="#br1" timeOffset="-209351.173">3212 2726,'0'-1,"0"1,0 0,0-1,0 1,0 0,0-1,-1 1,1 0,0 0,0-1,-1 1,1 0,0 0,0-1,-1 1,1 0,0 0,0 0,-1 0,1-1,0 1,-1 0,1 0,0 0,-1 0,1 0,0 0,-1 0,1 0,0 0,-1 0,1 0,0 0,-1 0,1 0,0 0,-1 0,1 0,0 0,-1 1,1-1,0 0,-1 0,1 0,0 1,0-1,-1 0,1 0,0 0,0 1,-1-1,1 0,0 1,0-1,0 0,0 0,0 1,-1-1,1 0,0 1,0-1,0 0,0 1,0-1,0 0,0 1,0-1,0 1,2 25,7-6,0-1,2 0,0-1,1 0,0-1,2 0,0-1,1-1,0 0,2-1,-1-1,2 0,9 5,102 92,-127-108,1 0,-1 0,1 0,-1 0,0 0,0 1,0-1,0 1,0-1,-1 1,1 0,-1-1,0 1,0 0,0 0,0 0,0 0,0 0,-1 0,0 0,1 0,-1 0,0 1,-1-1,1 0,0 0,-1 0,0 0,0 0,0 0,0 0,0 0,0-1,-1 1,0 1,-12 5,1 1,-2-2,1 0,-1-1,-1-1,1 0,-4 0,8-2,-20 6,0-1,-1-2,0-1,0-2,0-1,-1-1,-13-2,-58 14,93-17,29-14,-11 12,9-7,-1 0,0-2,-1 1,0-2,-1 0,-1-1,0 0,-1 0,-1-1,0-1,-2 0,0 0,-1-1,0 0,-2 0,0-4,4-161,-9 183,0 1,0-1,0 1,-1-1,1 1,0-1,0 0,0 1,-1-1,1 1,0-1,-1 1,1 0,0-1,-1 1,1-1,-1 1,1 0,-1-1,1 1,-1 0,1-1,-1 1,1 0,-1 0,1 0,-1-1,1 1,-1 0,0 0,1 0,-1 0,1 0,-1 0,1 0,-1 0,0 0,1 0,-1 0,1 1,-1-1,1 0,-1 0,1 1,-1-1,1 0,-1 0,1 1,-1-1,1 1,-1-1,1 0,0 1,-1-1,1 1,0-1,-1 1,1-1,-7 4,-12 3</inkml:trace>
  <inkml:trace contextRef="#ctx0" brushRef="#br1" timeOffset="-207341.945">84 2418,'50'58,"-17"-31,2-1,1-2,1-1,19 7,79 51,-55-19,-73-46,-32-21,-8-14,0-2,1-1,-29-26,58 46,-26-21,2-1,0-2,2 0,0-2,2-1,-10-17,32 45,0 1,0-1,0 0,0 0,0 0,0 0,0 0,0 0,1 0,-1 0,0 0,1 0,-1-1,1 1,-1 0,1 0,-1 0,1-1,0 1,0 0,0-1,0 1,0 0,0 0,0-1,0 1,0 0,1-1,-1 1,0 0,1 0,-1 0,1-1,-1 1,1 0,0 0,0 0,-1 0,1 0,0 0,0 0,0 0,0 0,0 1,0-1,0 0,0 1,0-1,1 0,-1 1,0 0,0-1,1 1,149-13,163-68,-265 74,-48 8,0 0,0 0,0 0,-1 0,1-1,0 1,-1 1,1-1,-1 0,1 0,-1 0,1 0,-1 0,0 0,1 1,-1-1,0 0,0 0,0 0,0 1,0-1,0 0,0 0,-1 0,1 1,0-1,-1 0,1 0,-1 0,1 0,-1 0,1 0,-1 0,0 0,1 0,-1 0,0 0,-1 0,0 5,-20 59,3 2,2 0,4 1,-4 55,16-53,9-79,18-177,24-152,-105 553,30-101,25-113,1 0,-1 0,0 0,0 0,0 0,0 0,-1 0,1 0,0 0,0 0,0-1,-1 1,1 0,0 0,-1 0,1 0,-1-1,1 1,-1 0,1 0,-1-1,0 1,1 0,-1-1,0 1,0-1,1 1,-1-1,0 1,0-1,0 0,0 1,1-1,-1 0,0 1,0-1,0 0,0 0,0 0,0 0,0 0,0 0,0 0,1 0,-1-1,0 1,0 0,0 0,0-1,0 1,0-1,1 1,-1 0,0-1,0 0,1 1,-1-1,0 1,1-1,-1 0,1 0,-1 0,-29-20,-1 0,0 3,-2 0,0 2,0 1,-2 2,-23-5,18 4,-41-17,114 51,74 24,2-4,39 5,-108-33,-16-4,8 2,-53-26,-32-14,-169-85,218 114,2 0,0-1,0 1,0 0,-1 1,1-1,0 0,-1 1,1-1,0 1,-1-1,1 1,-1 0,1 0,-1 0,1 1,0-1,-1 1,1-1,-1 1,3 1,1-1,-1 0,1 1,-1-1,1 1,-1-1,1 0,0 1,0-1,0 0,0 0,0 0,0 0,0 0,0 0,0 0,0 0,1 0,-1 0,0-1,0 1,1 0,-1-1,1 1,-1-1,1 0,-1 1,2-1,17 6,0-2,0 0,0-1,1-1,-1-1,1-1,-1 0,-1 1,0 1,0 0,0 2,0 0,16 6,-11 1</inkml:trace>
  <inkml:trace contextRef="#ctx0" brushRef="#br1" timeOffset="-206761.965">499 2526,'1'-2,"1"1,-1 0,0-1,0 1,0-1,-1 1,1-1,0 0,-1 1,1-1,-1 0,1 1,-1-1,0 0,1 1,-1-1,0 0,0 0,0 0,-1 1,1-1,0 0,-1 1,1-1,-1 0,1 1,-1-1,0 0,0 1,0-1,0 1,0 0,0-1,0 1,0 0,0-1,-1 1,1 0,-1 0,1 0,-1 0,1 0,-1 1,1-1,-1 0,0 1,1-1,-1 1,0 0,-1-1,-1 1,4 0,-1 1,1-1,0 0,-1 0,1 1,-1-1,1 0,-1 0,1 0,-1 1,0-1,1 0,-1 0,1 0,-1 0,1 0,-1 0,1 0,-1 0,1 0,-1 0,1-1,-1 1,1 0,-1 0,1 0,-1-1,1 1,-1 0,1 0,-1-1,1 1,-1-1,1 1,0 0,-1-1,1 1,0-1,-1 1,1-1,0 1,0 0,-1-1,1 0,0 1,0-1,0 1,0-1,0 1,0-1,0 1,0-1,0 1,0-1,0 1,0-1,0 1,0-1,0 0,0 1,1-1,-1 1,0-1,0 1,98-63,-35 27,-63 36,0 0,-1 1,1-1,0 0,-1 0,1 0,-1 0,1 0,0 0,-1 0,1 0,-1 0,1 0,0 0,-1 0,1 0,0 0,-1 0,1 0,-1 0,1 0,0 0,-1-1,1 1,0 0,-1 0,1 0,0-1,-1 1,1 0,0 0,0-1,-1 1,1 0,0-1,0 1,0 0,-1-1,1 1,0 0,0-1,0 1,0-1,0 1,0 0,0-1,0 1,0 0,0-1,0 1,0-1,0 1,0 0,0-1,0 1,0 0,0-1,0 1,1-1,-1 1,0 0,0-1,0 1,1 0,-1 0,0-1,1 1,-17 2,0 0,1 1,-1 1,1 0,0 1,0 1,-12 6,13-6,-24 15,44-20,7-7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18:48.4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56 0,'-7'14,"-4"11,-1 6,2 2,3 0,2-1,3-1,1-2,0 1,2 1,-1-6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15.5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73,'-19'-7,"48"12,0 0,0-2,1-1,24-2,-41 0,198-7,47-14,-89 7,559-21,-709 35,-28 1,-29-1,27-2,6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15.9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0,'-2'12,"-1"7,0 4,3-2,4-6,3-4,3-7,-1-8,-1-6,-2-4,-2-1,-2-1,-4 3,-3 3,-4 3,-2 6,-1 7,0 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16.1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90 82,'4'-9,"2"-6,-3-1,-5 0,-6 4,-4 4,-3 3,-3 5,1 7,2 4,4 6,6 1,9-2,12-4,16-8,1-5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22.4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0 812,'19'-1,"0"0,-1 0,0-2,1 0,-1-1,0-1,-1-1,1-1,13-6,-23 9,-1-1,1 1,-1-1,1-1,-1 1,-1-1,1-1,-1 1,0-1,-1 0,0 0,0-1,0 1,-1-1,0 0,0 0,-1-1,0 1,-1-1,0 1,0-3,-1 8,0-1,0 1,-1-1,1 1,-1 0,0-1,0 1,0-1,0 1,-1-1,1 1,-1-1,0 1,0 0,0-1,-1 1,1 0,-1 0,0 0,0 0,0 0,0 0,0 0,0 1,-1-1,0 1,1 0,-1 0,0 0,0 0,0 0,0 1,0-1,0 1,-1 0,1 0,0 0,-1 0,1 0,-1 1,-1 0,-2 1,1 1,0 0,0 0,0 1,0 0,1 0,-1 0,1 1,0 0,0 0,0 0,0 0,1 1,-1 0,1 0,0 0,1 1,0-1,-1 1,2 0,-1 0,1 0,0 0,0 0,0 0,1 1,0-1,0 0,1 1,0-1,0 1,0-1,1 1,0-1,0 0,1 1,0-1,0 0,0 0,2 3,2-2,1 0,0-1,0 0,0 0,0 0,1-1,0 0,0-1,1 0,-1 0,1-1,0 0,0 0,0-1,0 0,0-1,0 0,1 0,-1-1,0 0,1-1,-1 0,0 0,0-1,0 0,0-1,8-3,-4 1,-1-1,0 0,0-1,-1 0,0-1,0 0,-1-1,0 0,0 0,-1-1,0-1,-1 1,2-4,-9 11,0 0,1 0,-1 0,1 0,0 1,0-1,0 1,0 0,0-1,1 1,-1 0,1 0,-1 0,1 1,0-1,0 1,0-1,0 1,0 0,0 0,0 0,0 0,0 1,0 0,1-1,-1 1,0 0,0 0,0 1,1-1,-1 1,0-1,0 1,0 0,0 0,0 1,0-1,0 0,-1 1,2 0,3 5,1 1,-1-1,0 1,-1 1,0-1,0 1,-1 0,0 1,-1-1,0 1,0 0,-1 0,0 0,-1 0,0 0,0 8,-2-16,0 0,0 1,0-1,0 0,0 0,0 1,0-1,-1 0,1 0,-1 0,0 1,1-1,-1 0,0 0,0 0,-1 0,1-1,0 1,-1 0,1 0,-1-1,1 1,-1-1,0 1,0-1,1 0,-1 0,0 1,0-1,0-1,-1 1,1 0,0 0,0-1,0 1,0-1,-1 0,1 0,0 0,0 0,-1 0,1 0,0-1,0 1,-1-1,1 0,0 0,1-1,-1 1,1-1,-1 1,1-1,0 0,-1 1,1-1,0 0,0 0,0 0,1 0,-1 0,0 0,1 0,-1 0,1 0,0 0,0 0,0 0,0-1,0 1,0 0,0 0,1 0,-1 0,1-1,21-61,-20 60,116-245,-95 192,-2-1,-3-1,-3-1,-2 0,2-36,-17 20,2 76,0-1,-1 0,1 1,0-1,-1 1,1-1,0 1,-1-1,1 1,-1 0,1-1,-1 1,1-1,-1 1,1 0,-1 0,1-1,-1 1,1 0,-1 0,0 0,1-1,-1 1,1 0,-1 0,0 0,1 0,-1 0,1 0,-1 0,0 0,1 1,-1-1,1 0,-1 0,0 0,1 1,-1-1,1 0,-1 1,1-1,-1 0,1 1,-1-1,1 1,0-1,-1 0,1 1,-1-1,1 1,0-1,-1 1,1 0,0-1,0 1,0-1,-1 1,1 0,0-1,0 1,-8 14,0 0,1 0,0 1,2 0,-1 0,2 1,1 0,0-1,0 3,3-15,-7 31,3 2,0-1,3 0,1 1,1-1,5 22,-3-39,1 1,1-2,0 1,2-1,0 0,1 0,0-1,2 0,0 0,1-1,0 0,1-1,5 3,-8-8,1 0,0 0,1-2,0 1,0-1,1-1,0 0,0 0,0-1,1-1,0 0,0-1,1-1,-1 0,1 0,4-1,-14-2,0-1,0 1,0-1,0 0,0 0,0 0,0-1,0 0,-1 1,1-1,0 0,-1-1,0 1,1-1,-1 1,0-1,0 0,-1 0,1-1,-1 1,1 0,-1-1,40-84,-39 80,26-103,-28 111,-1-1,0 1,1-1,-1 0,0 0,1 1,-1-1,0 0,0 1,1-1,-1 0,0 0,0 1,0-1,0 0,0 0,0 0,0 1,-1-1,1 0,0 0,0 1,0-1,-1 0,1 1,0-1,-1 0,1 1,-1-1,1 0,-1 1,1-1,-1 1,1-1,-1 1,0-1,1 1,-1-1,0 1,1 0,-1-1,0 1,1 0,-1 0,0-1,0 1,1 0,-1 0,0 0,0 0,1 0,-1 0,0 0,0 0,0 0,1 0,-1 1,0-1,1 0,-1 0,0 1,0-1,1 1,-1-1,0 0,1 1,-1 0,-6 7,0 0,0 0,1 1,0 0,1 1,0-1,0 1,1 0,0 0,1 0,0 1,1-1,0 3,0-8,1 1,0 0,0 0,1 0,0 0,0 0,0-1,1 1,-1 0,2 0,-1 0,0-1,1 1,0-1,1 1,-1-1,1 0,0 0,0 0,1 0,-1 0,1-1,0 1,0-1,1 0,-1-1,1 1,0-1,10 5,0 0,0-2,0 0,1-1,0 0,0-1,1-1,-1-1,1 0,-1-1,1-1,-1 0,1-1,-1-1,16-4,11-5</inkml:trace>
  <inkml:trace contextRef="#ctx0" brushRef="#br0" timeOffset="250.844">589 129,'15'5,"22"3,25 1,24-1,19-5,-10-2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18.8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148 539,'-2'16,"-1"12,2 8,4 5,4 2,2-4,3-4,1-8,-2-9</inkml:trace>
  <inkml:trace contextRef="#ctx0" brushRef="#br0" timeOffset="877.834">1 339,'26'1,"0"1,1 1,-2 2,1 1,0 0,-1 2,0 1,-1 1,0 1,-1 1,0 2,16 11,-26-15,-1 1,0 0,-1 1,0 0,0 1,-2 0,1 1,-2 0,0 0,-1 1,0 0,-1 0,0 1,-2-1,0 1,-1 0,0 1,-1 2,0 3,16 49,-16-69,1-1,-1 1,1-1,-1 0,1 0,-1 0,1-1,0 1,-1-1,1 1,0-1,-1 0,1 0,0 0,0 0,-1 0,1-1,0 0,-1 1,1-1,0 0,-1 0,1 0,-1 0,0-1,1 1,-1-1,0 1,0-1,0 0,0 0,0 0,0 0,0 0,-1-1,23-18,-2-1,0-1,-2-1,14-21,-9 12,-22 30,-3 2,0 0,0 0,1 0,-1 0,0 0,1 0,-1 0,1 0,-1 0,1 0,0 0,-1 0,1 1,0-1,-1 0,1 0,0 1,0-1,0 1,0-1,0 0,0 1,0 0,0-1,0 1,0 0,0-1,0 1,0 0,0 0,0 0,0 0,0 0,0 0,0 0,0 0,0 0,0 1,0-1,1 1,10 118,-11-113,1 0,0 0,0 0,1 0,-1-1,1 1,0-1,1 1,0-1,0 0,0-1,0 1,0-1,1 1,0-1,0-1,0 1,1-1,-1 0,1 0,-1 0,1-1,0 0,0 0,0-1,1 1,-1-1,2 0,4 0,0 0,0-1,0 0,0-1,-1 0,1-1,0 0,-1-1,1 0,-1-1,0 0,0-1,0 0,8-6,-7 2,1-1,-1-1,-1 1,0-2,0 0,-2 0,1-1,-1 0,-1 0,-1-1,0 0,0-1,-1 0,-1 0,-1 0,0 0,1-15,2-21,-2 1,-3-1,-2 0,-6-47,5 86,-1-28,-3 0,0 1,-10-30,-10 20,24 49,0 0,0 0,0 0,0 0,0 0,1 0,-1 0,0 0,0 0,0 0,0 0,0 0,0 1,0-1,1 0,-1 1,0-1,0 0,0 1,1-1,-1 1,0 0,0-1,1 1,-1 0,1-1,-1 1,0 0,1-1,0 1,-1 0,1 0,-1 0,1 0,0-1,-1 1,1 0,0 0,-8 21,1 1,2-1,0 1,1 0,1 0,1 1,1 12,0-13,-3 14,1-1,2 1,2 0,1 0,2 0,2-1,1 0,2 0,1 0,2-1,4 6,-9-29,0-1,1 0,0 0,1-1,0 0,1 0,0-1,0-1,1 0,0 0,2 0,-7-4,0 0,1-1,0 0,0 0,0 0,0-1,0 0,0 0,1-1,-1 0,1-1,-1 1,1-1,-1-1,0 1,1-1,-1-1,1 1,-1-1,4-2,-6 2,0-1,0 0,-1 0,1-1,-1 1,0-1,0 0,0 0,-1 0,1 0,-1-1,0 1,0-1,-1 0,1 0,-1 0,0 0,-1 0,1-1,-1 1,0-1,0 0,0-4,1 0,-2 0,0 0,0 0,-1 0,0 0,0 0,-1 0,-1 0,0 0,-3-7,-34-32,38 48,1 1,0-1,-1 0,1 1,-1-1,1 1,-1-1,1 1,-1-1,1 1,-1 0,1 0,-1 0,0 0,1 0,-1 0,1 1,-1-1,1 0,-1 1,1-1,-1 1,1 0,-1-1,1 1,0 0,-1 0,1 0,0 0,0 0,0 0,-1 0,1 0,0 0,1 1,-1-1,0 0,0 2,-4 5,1 1,0 1,1-1,0 0,0 1,1-1,1 1,-1 0,1 0,1 0,0 0,0 0,1-1,1 1,-1 0,2 0,-1-1,1 1,1-1,1 3,0-3,2 0,-1 0,1 0,0-1,1 0,0-1,0 1,1-1,0-1,0 0,1 0,-1-1,1 0,0-1,0 0,1-1,-1 0,1 0,0-1,0 0,0-1,0 0,0-1,0-1,6 0,-11 1,1-1,-1 0,1 0,-1-1,0 1,0-1,0-1,0 1,0-1,0 0,0-1,17-14</inkml:trace>
  <inkml:trace contextRef="#ctx0" brushRef="#br0" timeOffset="1127.715">870 218,'13'7,"24"2,25 2,25-1,22-2,16-2,7-1,-19 0</inkml:trace>
  <inkml:trace contextRef="#ctx0" brushRef="#br0" timeOffset="2266.049">1953 900,'7'-14,"0"-2,-2 1,0-1,0 0,-2 0,0 0,0 0,-2-1,0 1,-1-1,-1-2,2 1,-3-144,2 161,0 0,0 0,0 0,0 0,0 0,-1 0,1 0,0 0,-1 0,1 0,0 0,-1 0,1 0,-1 0,0 0,1 0,-1 0,0 0,1 1,-1-1,0 0,0 1,0-1,0 1,0-1,1 0,-1 1,0 0,0-1,0 1,0 0,0-1,-1 1,1 0,0 0,0 0,0 0,0 0,0 0,0 0,0 0,0 1,0-1,0 0,0 1,0-1,0 0,0 1,0-1,0 1,0 0,1-1,-1 1,0 0,0-1,0 1,1 0,-1 0,0 0,0 0,-1-1,0 0,1 1,-1-1,1 1,-1 0,1-1,0 1,-1 0,1 0,0 0,0 0,-1 0,1 0,0 1,0-1,0 0,0 0,0 1,1-1,-1 1,0-1,1 1,-1-1,1 1,-1-1,1 1,0-1,-1 1,1 0,0-1,0 1,0-1,1 1,-1 0,0-1,0 1,1-1,-1 1,1-1,0 1,-1-1,1 1,0-1,0 0,0 1,0-1,0 0,0 0,0 1,0-1,11 3,0-1,0 0,0 0,0-1,0-1,0 0,1-1,1 0,8 0,37 2,-28-3,0 1,0 2,0 1,-1 2,1 1,-1 1,9 5,-32-9,1 1,-1 0,0 0,0 0,0 1,0 1,-1-1,0 1,0 0,-1 0,1 0,-1 1,-1 0,1 0,-1 0,0 1,-1 0,0-1,0 1,-1 0,2 8,-1 1,-3-14,0 0,0 0,0 0,0 1,0-1,0 0,1 0,0 0,-1 0,1 0,0 0,1 0,-1 0,0-1,1 1,0 0,-1-1,1 1,0-1,0 0,1 1,-1-1,0 0,1 0,-1-1,1 1,0 0,-1-1,1 0,0 1,0-1,0 0,0-1,0 1,0 0,0-1,0 0,3 0,7-3,0-1,0-1,0 0,-1 0,0-2,0 1,0-2,-1 1,0-2,-1 1,1-1,-2-1,0 0,6-8,-7 9,-2-1,1 0,-1 0,-1 0,0-1,0 0,-1 1,0-2,-1 1,-1 0,2-12,-5 24,1 0,-1-1,0 1,1 0,-1 0,0-1,0 1,1-1,-1 1,0-1,0 1,0-1,0 0,0 1,0-1,0 0,0 0,0 1,0-1,0 0,0 0,0 0,0 0,0 0,0-1,0 1,1 0,-1 0,0-1,0 1,0 0,0-1,0 1,0-1,0 1,1-1,-1 0,0 1,0-1,1 0,-1 1,0-1,1 0,-1 0,1 0,-1 1,1-1,-1 0,1 0,0 0,0 0,-1 0,1 0,0 0,0 0,0 0,0 0,0 0,0 0,0 0,0 0,0 0,1 0,-1 0,0 0,1 0,-1 0,0 0,-2 5,-1 0,1 0,0 0,0 1,0-1,0 1,1-1,-1 1,1-1,1 1,-1 0,0-1,1 1,0 0,0-1,1 1,-1 0,1-1,0 1,0 0,1-1,-1 1,1-1,0 0,0 0,1 1,-1-1,1-1,0 1,1 1,3 4,1 0,0 0,0-1,1-1,0 1,1-1,-1-1,1 0,1 0,-1-1,11 4,-15-7,0 0,1 0,-1-1,0 0,1 0,-1 0,0-1,1 0,-1 0,1 0,-1-1,0 0,1-1,-1 1,0-1,0 0,0-1,0 1,0-1,-1 0,1-1,-1 1,0-1,0 0,0 0,-1-1,1 0,-1 0,0 0,0 0,-1 0,0-1,1 0,1-6,0 0,-1-1,0 0,-1 0,0 0,-1 0,0 0,-1-2,-3 0,-3 17,3 4,0 0,0 0,1 0,0 0,0 0,1 0,0 1,0-1,0 0,1 0,0 1,0-1,0 0,1 0,0 0,0 0,0-1,1 1,0-1,0 1,1-1,-1 0,1 0,0 0,0-1,1 1,0-1,-1 0,6 3,8 0,1-1,0-1,-1-1,1 0,1-2,-1 0,0-1,1 0,-1-2,0-1,1 0,-1-1,2-2,148-42,-169 47,1 0,-1-1,1 1,0-1,-1 1,1 0,-1 0,1-1,0 1,-1 0,1 0,0 0,-1 0,1 0,0 0,-1 0,1 0,0 0,0 0,-1 0,1 0,-1 0,1 0,0 1,-1-1,1 0,0 0,-1 1,1-1,-1 1,1-1,-1 0,1 1,-1-1,1 1,-1-1,1 1,-1 0,0-1,1 1,-1-1,0 1,1 0,9 12,-7-12,1 1,-1 0,1-1,-1 0,1 0,0 0,-1 0,1 0,0-1,0 0,0 0,-1 0,1 0,0 0,0-1,-1 0,1 0,0 0,-1 0,1 0,-1-1,1 0,-1 1,1-1,-1 0,0-1,0 1,0-1,-1 1,1-1,-1 0,1 0,-1 0,0 0,0 0,0-1,0 1,-1-1,1 1,-1-1,0 0,0-1,-1-1,1 1,-1-1,0 1,-1-1,0 1,1-1,-2 1,1 0,-1-1,1 1,-1 0,-1 0,1 0,-1 0,0 1,0-1,0 1,-1-1,1 1,-1 0,0 1,-1-1,-2-1,1-1,0 1,-1 0,0 1,0 0,0 0,-1 1,1-1,-1 2,0-1,0 1,0 0,0 1,0 0,0 0,0 0,-4 1,6 1,0 1,0-1,0 1,1 0,-1 0,0 1,1-1,0 1,-1 1,1-1,1 1,-1 0,0 0,1 0,0 0,0 1,0 0,0 0,1 0,0 0,0 0,0 1,1 0,0-1,0 1,0 0,1 0,0 0,0 0,0 0,1 0,0 0,0 0,0 0,1 0,0 0,0 0,1 0,0 0,0 0,0 0,0-1,1 1,0-1,0 0,3 4,0-4,0-1,1 0,-1 0,1 0,-1 0,1-1,0 0,1-1,-1 0,0 0,1 0,-1-1,1 0,-1 0,1-1,0 0,-1-1,1 1,-1-1,1-1,-1 1,0-1,4-2,23-8</inkml:trace>
  <inkml:trace contextRef="#ctx0" brushRef="#br0" timeOffset="2515.904">3744 205,'-18'-9,"-13"-3,-8 5,-2 8,4 9,6 7,8 7,10 5,12 1,6-4</inkml:trace>
  <inkml:trace contextRef="#ctx0" brushRef="#br0" timeOffset="2680.147">3797 713,'16'13,"15"8,12 1,16-2,13-5,16-9,10-11,-12-4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16.7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380 305,'-22'-2,"1"1,0 1,0 1,0 1,0 0,0 2,0 0,0 2,1 0,0 1,0 1,1 1,0 1,-9 6,24-14,1-1,-1 1,0 0,1 0,-1 0,1 0,-1 1,1 0,0-1,0 1,1 0,-1 1,0-1,1 0,0 1,0-1,0 1,0 0,1 0,-1-1,1 1,0 0,0 0,0 0,1 1,-1-1,1 0,0 0,0 0,1 0,-1 0,1 0,0 0,0 0,0 0,1 0,-1 0,2 2,6 4,1 0,0 0,1-1,0 0,0 0,1-2,0 1,1-2,-1 1,1-2,7 3,3 2,12 6,-15-9,-1 2,0 0,0 1,-1 1,0 1,0 0,-2 1,0 1,1 2,-15-14,0 1,1 0,-1 0,0 0,0 0,-1 0,1 0,-1 0,0 1,1-1,-1 1,-1-1,1 0,0 1,-1 0,0-1,0 1,0-1,0 1,-1-1,1 1,-1-1,0 1,0-1,0 1,0-1,-1 0,1 0,-1 0,0 0,0 0,0 0,0 0,-1 0,1-1,-1 1,1-1,-1 0,0 0,-2 2,-15 7,0-1,-1-1,0 0,0-2,0 0,-1-1,0-2,0 0,-1-1,1-1,-20-2,-36 1,138-5,-19 1</inkml:trace>
  <inkml:trace contextRef="#ctx0" brushRef="#br0" timeOffset="907.308">661 612,'-11'3,"0"0,0 1,1 0,0 0,0 1,0 1,1 0,-1 0,1 1,1 0,-1 0,1 1,1 0,0 0,0 1,0 0,1 0,0 1,1 0,0 0,1 0,0 0,0 1,0 4,3-12,1 0,-1 0,1 0,0 0,0 0,0 0,0 0,1 0,-1 0,1 0,0 0,0-1,0 1,0 0,0 0,1-1,-1 1,1-1,0 1,-1-1,1 0,0 0,0 1,1-1,-1-1,0 1,1 0,-1 0,1-1,-1 0,1 1,0-1,2 0,4 2,1-1,-1 0,0-1,0 0,1 0,-1-1,0-1,0 1,1-1,3-2,12-3,-1-1,0-1,-1-1,0-1,0-2,-1 0,0-1,-1-1,-1-1,0-1,-1-1,-1 0,-1-1,10-14,-16 17,-1 0,-1-1,0-1,-1 1,-1-2,0 1,-1-1,-1 0,-1 0,-1 0,0 0,-1-1,-1 1,-1-1,-1-6,-3-26,-3 0,-2 1,-2 0,-16-45,22 75,4 13,-1 0,0 1,0-1,0 1,-1-1,0 1,0 0,0 0,-1 0,0 1,-3-4,6 9,-1 0,1 0,-1 0,1 0,-1 0,1 0,-1 0,0 0,1 1,-1-1,1 1,-1-1,1 1,0-1,-1 1,1 0,0 0,-1 0,1 0,0 0,0 0,0 0,0 0,0 0,0 1,0-1,0 0,0 1,0-1,1 0,-1 1,1-1,-1 1,1-1,0 1,-1 0,1-1,0 1,0 0,-9 32,1-1,2 1,1 0,2 1,1-1,1 1,4 22,4 3,2 0,3-1,2 0,3-1,2 0,3-2,2 0,18 26,-13-34,-29-47,1-1,0 0,-1 1,1-1,-1 0,1 0,0 0,-1 1,1-1,0 0,-1 0,1 0,0 0,-1 0,1 0,0 0,-1 0,1-1,0 1,-1 0,1 0,0-1,-1 1,1 0,-1 0,1-1,-1 1,1-1,-1 1,1 0,-1-1,1 1,-1-1,1 1,-1-1,0 0,1 1,-1-1,0 1,1-1,-1 0,0 1,0-1,0 0,0 1,1-1,-1 0,44-88,-33 64,0 1,1 1,2 0,0 1,1 0,2 1,10-11,-26 31,-1 0,1-1,-1 1,1 0,0 0,-1 0,1 0,0 0,0 0,-1 0,1 0,0 0,0 1,0-1,0 0,0 0,1 1,-1-1,0 1,0-1,0 1,0-1,1 1,-1 0,0 0,0-1,1 1,-1 0,0 0,0 0,1 1,-1-1,0 0,0 0,1 1,-1-1,0 0,0 1,0-1,0 1,1 0,-1-1,0 1,0 0,0 0,0 0,-1-1,1 1,0 0,0 0,0 0,-1 1,1-1,-1 0,1 0,-1 0,1 0,-1 1,1 0,6 76,-9-69,2-1,-1 1,1-1,1 1,-1-1,2 1,-1-1,1 1,0-1,1 0,0 0,0 0,1 0,0 0,0-1,1 0,-1 0,2 0,-1 0,1-1,0 0,4 3,2-4,-1-1,1-1,0 0,0-1,0 0,0 0,0-2,1 1,-1-2,0 0,0 0,0-1,0 0,0-1,0 0,0-1,-1-1,0 0,0 0,0-1,-1-1,0 1,0-2,0 1,-1-1,2-3,-4 5,-1-1,1 0,-1-1,-1 1,1-1,-1 0,0-1,-1 1,0-1,2-6,-5 11,0 0,0 0,0 1,-1-1,1 0,-1 0,0 0,0 1,0-1,-1 0,1 0,-1 0,0 1,0-1,0 0,-1 1,1-1,-1 1,0-1,0 1,0 0,0 0,-1 0,1 0,-1 0,0 0,-1 0,0 0,0 0,0 0,-1 1,1 0,-1 0,1 0,-1 0,0 1,0 0,1 0,-1 0,0 0,0 1,0 0,0 0,0 0,0 1,0 0,0 0,0 0,1 0,-1 1,0-1,1 1,-1 1,1-1,0 1,0-1,0 1,0 0,0 1,1-1,-1 1,1-1,0 1,0 0,0 0,0 0,1 1,0-1,0 1,0-1,0 1,1 0,0 0,0-1,0 1,1 0,-1 0,1 0,0 0,1 2,0 0,0-1,0 0,1 0,0 0,0 0,1 0,0 0,0-1,0 1,1-1,-1 0,1 0,1 0,-1 0,1-1,-1 0,1 0,1 0,-1 0,0-1,3 1,7 4,0-1,1-1,-1 0,1-1,0-1,1 0,11 0,94-1,-69-8</inkml:trace>
  <inkml:trace contextRef="#ctx0" brushRef="#br0" timeOffset="1491.395">2037 666,'27'93,"-24"-84,-2-3,0 0,1 0,-1 0,1 0,1 0,-1-1,1 1,0-1,0 1,1-1,-1 0,1 0,0-1,1 1,-1-1,1 0,0 0,0-1,0 1,0-1,1 0,-1 0,1-1,3 2,-3-6,0-1,-1 1,1-1,-1 0,0 0,0-1,0 1,-1-1,1 0,-1-1,0 1,0-1,0 0,-1 1,1-2,-1 1,-1 0,1-1,-1 1,0-1,0 0,0 1,-1-1,0 0,0-6,7-58,-14 84,0 100,7-109,-1-1,1 1,0-1,0 1,0-1,1 0,-1 0,1 1,0-1,1 0,-1 0,1-1,-1 1,1 0,0-1,0 0,1 1,-1-1,1-1,-1 1,1 0,0-1,4 2,-3-2,1 1,0-1,0 0,0-1,0 1,1-1,-1-1,0 1,1-1,-1 0,0-1,0 1,1-1,-1 0,0-1,0 1,0-1,0-1,0 1,-1-1,1 0,-1 0,0 0,1-1,-2 0,1 0,0 0,-1-1,0 0,0 1,0-1,0-1,-1 1,0-1,0 1,0-1,-1 0,0 0,0 0,-1 0,1-2,-1 0,-1 0,0 0,-1 0,1 0,-1 0,-1 0,0 0,0 1,0-1,-1 1,-3-8,5 15,1-1,0 1,0 0,0-1,0 1,0-1,-1 1,1-1,0 1,0-1,-1 1,1 0,0-1,-1 1,1 0,-1-1,1 1,0 0,-1-1,1 1,-1 0,1 0,-1 0,1-1,0 1,-1 0,1 0,-1 0,1 0,-1 0,1 0,-1 0,1 0,-1 0,1 0,-1 0,1 0,-1 0,1 0,-1 0,1 1,-1-1,1 0,-1 0,1 1,0-1,-1 0,1 0,-1 1,1-1,0 1,-1-1,1 0,0 1,0-1,-1 1,1-1,0 0,0 1,0-1,-1 1,1 0,-11 31,9-25,0 0,0 0,0 0,1 0,1 0,-1 1,1-1,0 0,1 0,0 0,0 1,0-1,1 0,0 0,0-1,1 1,0 0,0-1,1 0,-1 1,1-1,1-1,-1 1,1-1,0 1,0-1,1-1,-1 1,1-1,0 0,1 0,15 3,0-1,0-1,1-1,0 0,0-2,0-1,0-1,0-1,0-1,0-1,-1 0,17-6,25-4</inkml:trace>
  <inkml:trace contextRef="#ctx0" brushRef="#br0" timeOffset="1852.431">3160 773,'-10'-4,"1"0,-1 0,0 1,0 0,0 1,-1 0,1 1,0 0,-1 0,1 1,0 1,-1 0,1 0,0 1,0 0,0 1,0 0,0 0,0 1,1 1,0 0,0 0,-1 1,8-5,-1 1,1 0,0 1,0-1,0 0,0 1,0-1,0 1,0-1,1 1,0 0,-1 0,1-1,0 1,0 0,1 0,-1 0,1 0,-1 1,1-1,0 0,0 0,0 0,1 0,-1 0,1 0,-1 0,1 0,0 0,0 0,1 0,-1 0,0-1,1 1,0 0,0-1,-1 0,2 1,-1-1,0 0,0 0,1 0,-1 0,1 0,-1-1,1 1,0-1,2 1,1 0,1-1,-1-1,1 1,0-1,0 0,-1 0,1-1,0 0,-1 0,1-1,-1 0,1 0,-1 0,0-1,0 0,0 0,0 0,-1-1,1 0,-1 0,3-3,0 0,0 0,-1-1,0 0,0 0,0-1,-1 0,0 0,-1 0,0-1,-1 0,0 0,0 0,-1-1,-2 9,0 0,0-1,0 1,0-1,-1 1,1-1,-1 1,0-1,0 1,1-1,-2 1,1-1,0 1,0-1,-1 1,0-1,1 1,-1-1,0 1,0 0,0-1,0 1,-1 0,1 0,-1 0,1 0,-2-1,1 4,0-1,-1 1,1 0,0 0,0 0,0 1,0-1,0 0,0 1,0-1,0 1,1 0,-1 0,1-1,-1 1,1 0,0 0,-1 0,1 1,0-1,0 2,-2 0,1-1,0 1,0 0,0-1,1 1,-1 0,1 0,0 1,0-1,0 0,1 0,0 0,-1 0,1 1,1-1,-1 0,1 0,-1 0,1 1,0-1,1 0,-1 0,1 0,0-1,0 1,0 0,0-1,1 1,-1-1,1 0,0 0,0 0,0 0,0 0,3 1,9 3,0-1,0 0,1-2,-1 0,1 0,0-1,0-1,0-1,0-1,5 0,-13 1,81 0,-4-2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14.1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108 230,'-10'9,"0"1,1 0,0 1,0 0,1 1,1 0,0 0,1 0,0 1,1 0,0 0,1 0,0 1,1 0,1-1,0 1,1 0,1 0,1 14,11 108,-10-129,-1-1,1 1,1-1,-1 0,1 0,0 0,0 0,1 0,0 0,0-1,0 0,1 0,0 0,0 0,0-1,0 0,1 0,-1 0,1-1,-3-1,1-1,-1 0,0 0,1 0,-1 0,1 0,-1-1,1 0,-1 0,1 0,-1 0,1 0,-1-1,1 1,-1-1,1 0,-1 0,0 0,1-1,-1 1,0-1,0 0,0 0,0 0,0 0,-1 0,2-2,4-4,-1 0,0 0,0-1,-1 1,0-2,0 1,-1-1,2-5,5-18,-2-1,-1 0,-1 0,-3 0,0-1,-2 0,-2 0,-1-2,1 17,-1 0,0 0,-2 0,0 0,-2 1,0-1,-1 1,0 0,-2 0,-1 0,0 1,-1 0,-1 1,-6-8,15 22,-1 1,0 0,0 0,0 0,0 0,0 1,0-1,-1 0,1 1,0-1,-1 1,1 0,-1 0,0 0,1 0,-1 1,0-1,1 1,-1-1,0 1,0 0,1 0,-1 0,0 0,0 1,0-1,1 1,-1 0,0 0,1 0,-1 0,1 0,-1 0,1 1,0-1,-2 2,-5 6,0 1,1-1,1 1,0 1,0 0,1 0,1 0,-1 0,2 1,0 0,0 0,1 0,0 3,-3 13,0 0,2 0,1 0,2 0,1 1,0-1,3 8,6 27</inkml:trace>
  <inkml:trace contextRef="#ctx0" brushRef="#br0" timeOffset="599.558">603 16,'0'0,"0"0,-1 0,1 0,0 0,-1 0,1 0,0 0,-1-1,1 1,0 0,-1 0,1 0,0 1,-1-1,1 0,0 0,-1 0,1 0,0 0,-1 0,1 0,0 1,-1-1,1 0,0 0,-1 0,1 1,0-1,0 0,-1 0,1 1,0-1,0 0,0 0,-1 1,1-1,0 0,0 1,0-1,0 0,0 1,0-1,0 0,0 1,0-1,0 1,0-1,0 0,0 1,0-1,0 0,0 1,0-1,0 0,0 1,0-1,0 0,1 1,-1-1,0 0,0 0,0 1,1-1,-1 0,0 0,0 1,0-1,-31 331,4-30,42-334,-4-10,-6 17,2-1,1 1,2 1,0 0,1 0,2 1,-12 21,0 1,0 0,0-1,1 1,-1 0,1 0,0 0,-1 0,1 0,0 0,0 1,0-1,0 0,1 1,-1 0,0 0,1-1,-1 1,0 1,1-1,-1 0,1 0,0 1,-1 0,1-1,-1 1,1 0,0 0,-1 1,1-1,0 0,-1 1,1 0,-1-1,1 1,-1 0,0 0,1 1,-1-1,0 0,1 1,9 8,0 0,-1 1,0 0,-1 1,0 0,-1 1,0 0,-1 0,-1 1,0 0,-1 0,0 0,-1 1,-1 0,0 0,1 11,-4-23,-1-1,1 1,-1 0,1 0,-1-1,0 1,0 0,0 0,-1-1,1 1,-1 0,1-1,-1 1,0 0,0-1,0 1,0-1,-1 1,1-1,-1 0,1 0,-1 1,0-1,0 0,0-1,0 1,0 0,0 0,0-1,-1 1,1-1,-1 0,1 0,-1 0,-13 3,0 0,0-2,0 0,0-1,-1 0,1-2,-3 0,-19 0,17 3,21-2,1 0,-1 0,0 0,0 0,0 0,1 0,-1 0,0 0,0 0,1 0,-1 0,0 0,0 0,0 0,1 0,-1 0,0 1,0-1,0 0,1 0,-1 0,0 0,0 0,0 1,0-1,0 0,1 0,-1 0,0 1,0-1,0 0,0 0,0 0,0 1,0-1,0 0,0 0,0 0,0 1,0-1,0 0,0 0,0 1,0-1,0 0,0 0,0 0,0 1,0-1,0 0,0 0,0 0,-1 1,1-1,0 0,0 0,0 0,16 5</inkml:trace>
  <inkml:trace contextRef="#ctx0" brushRef="#br0" timeOffset="997.824">1351 257,'-18'-1,"-1"2,1 0,0 1,0 0,0 2,0 0,0 1,1 1,-1 1,2 0,-1 1,1 1,-11 8,25-17,0 1,1 0,-1-1,1 1,-1 0,1 0,-1 0,1 0,0 0,-1 0,1 1,0-1,0 0,0 1,0-1,0 0,0 1,0 0,1-1,-1 1,1-1,-1 1,1 0,-1-1,1 1,0 0,0-1,0 1,0 0,0 0,0-1,0 1,0 0,1-1,-1 1,1 0,-1-1,1 1,0 0,0-1,-1 1,1-1,0 0,1 1,-1-1,0 0,0 1,1-1,15 11,1 0,0-1,1-1,0-1,1-1,18 5,20 10,-42-17,-1 0,0 1,0 0,-1 1,0 1,0 0,-1 1,0 1,-1 0,0 0,8 12,-18-21,-1 1,0-1,0 1,0 0,0-1,0 1,0 0,-1 0,0 0,1 0,-1 0,0-1,0 1,0 0,-1 0,1 0,-1 0,0 0,1-1,-1 1,0 0,-1-1,1 1,0 0,-1-1,0 0,1 1,-1-1,0 0,0 0,0 0,0 0,-1 0,1-1,-1 1,-92 49,-216 18,273-57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24.1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1 996,'11'-79,"-4"27,2 1,3 0,4-9,-16 58,0-1,1 0,-1 1,1-1,-1 0,1 1,0-1,0 0,0 1,0-1,1 1,-1 0,1-1,0 1,-1 0,1 0,0 0,0 0,0 0,0 1,1-1,-1 1,0-1,1 1,-1 0,1 0,-1 0,1 0,0 0,-1 1,1-1,0 1,-1-1,2 1,10 6,-1 0,0 0,0 1,-1 1,1 0,-2 1,1 0,-1 1,2 3,-5-5,4 1,0 2,-1-1,-1 1,0 1,0 0,-1 0,-1 1,0 0,5 11,-12-23,-1 1,1-1,-1 1,1 0,-1-1,1 1,-1 0,0-1,0 1,0 0,0-1,0 1,0 0,0-1,-1 1,1 0,0-1,-1 1,0 0,1-1,-1 1,0-1,0 1,0-1,0 0,0 1,0-1,0 0,0 0,0 1,-1-1,1 0,0 0,-1-1,1 1,-1 0,1 0,-1-1,0 1,1-1,-1 1,1-1,-1 0,0 1,-1-1,-79-2,17-23,63 25,1-1,-1 0,1 0,-1 1,1-1,-1-1,1 1,0 0,0 0,-1 0,1-1,0 1,0 0,0-1,0 1,1-1,-1 1,0-1,1 0,-1 1,1-1,-1 1,1-1,0 0,0 0,-1 1,1-1,0 0,1 1,-1-1,0 0,0 0,1 1,-1-1,1 1,0-1,-1 0,1 1,4-6,1 1,0 0,0 1,0-1,1 1,0 0,0 1,0 0,0 0,1 0,-1 1,1 0,2 0,-8 2,22-8,0 0,0 1,1 2,0 1,0 0,18 0,-40 5,1-1,0 1,-1 0,1 0,-1 0,1 0,-1 1,1-1,-1 1,1 0,-1 0,1 0,-1 1,0-1,0 1,0 0,0 0,0 0,0 0,0 0,0 0,-1 1,1 0,-1-1,0 1,0 0,0 0,0 0,-1 0,1 1,0 0,13 164,-15-168,0 1,0 0,0 0,0 0,1 0,-1 0,0 0,0 0,1-1,-1 1,1 0,-1 0,1 0,-1-1,1 1,-1 0,1 0,0-1,-1 1,1-1,0 1,0-1,-1 1,1-1,0 1,0-1,0 1,0-1,-1 0,1 0,0 0,0 1,0-1,0 0,0 0,0 0,0 0,0 0,0 0,0-1,-1 1,1 0,0 0,0-1,0 1,0-1,12-7</inkml:trace>
  <inkml:trace contextRef="#ctx0" brushRef="#br0" timeOffset="833.328">389 328,'44'0,"0"2,1 2,-1 2,19 6,-45-8,-1 1,0 0,-1 1,1 2,-1-1,0 2,-1 0,0 0,-1 2,0 0,0 1,3 4,-7-2,-1 0,0 0,-1 1,-1 0,0 1,-2-1,1 1,-2 0,0 1,-1-1,-1 1,0-1,-1 1,-1 0,0 0,-2-1,-1 10,8 41,-4-66,-1 1,1 0,0-1,0 1,-1-1,1 1,0-1,0 1,0-1,1 0,-1 1,0-1,1 0,-1 0,0 0,1 0,-1 0,1 0,-1 0,1-1,0 1,-1-1,1 1,0-1,0 1,-1-1,1 0,0 0,0 0,-1 0,1 0,0 0,-1-1,1 1,0 0,0-1,7-2,0-1,-1 0,1-1,-1 0,0 0,0-1,0 0,-1 0,0-1,0 1,0-2,-1 1,0-1,-1 0,0 0,2-4,32-97,-38 109,0 0,0 1,0-1,-1 0,1 0,0 1,0-1,-1 0,1 1,0-1,-1 1,1-1,0 1,-1-1,1 1,-1-1,1 1,-1 0,1-1,-1 1,1 0,-1-1,1 1,-1 0,0 0,0-1,1 1,-1 0,0 0,0 0,0-1,0 1,0 0,0 0,0 0,0-1,0 1,0 0,-1 0,1 0,0 0,2 5,0 2,0-1,1 0,1 1,-1-1,1-1,0 1,0 0,1-1,0 0,0 0,1 0,0-1,0 0,0 0,0 0,1-1,-1 0,1 0,0-1,1 0,-1 0,1-1,-1 1,1-2,-1 1,1-1,5 0,-5 0,-1-1,1 0,-1-1,1 0,-1 0,1 0,-1-1,1 0,-1-1,0 0,0 0,0 0,-1-1,1 0,-1 0,0 0,0-1,3-3,4-6,0 0,-2 0,1-2,-2 1,0-2,6-13,-16 30,0 1,1-1,-1 0,0 0,0 1,0-1,0 0,0 0,1 1,-1-1,0 0,0 0,1 0,-1 1,0-1,0 0,1 0,-1 0,0 0,0 0,1 1,-1-1,0 0,0 0,1 0,-1 0,0 0,1 0,-1 0,0 0,1 0,-1 0,0 0,0 0,1 0,-1-1,0 1,1 0,-1 0,0 0,0 0,1 0,-1-1,0 1,0 0,0 0,1 0,-1-1,0 1,0 0,0 0,1-1,-1 1,0 0,0 0,0-1,0 1,0 0,0 0,0-1,0 1,0 0,0-1,0 1,0 0,0-1,0 1,6 30,-4-18,-1-3,0 1,1-1,0 1,1-1,0 0,0 0,1 0,0 0,1-1,-1 0,2 0,-1 0,1 0,0-1,1 0,0 0,0-1,0 0,1 0,0 0,2 0,0-2,0-1,0 0,1 0,-1-1,1-1,0 1,-1-2,1 1,0-2,-1 1,1-1,0-1,-1 0,1 0,-1-1,0-1,0 0,0 0,0-1,-1 0,0 0,0-1,0-1,-1 1,0-1,0-1,0 0,-1 0,-1 0,1-1,-1 1,-1-2,1 1,-2-1,1 1,-1-1,-1-1,0 1,0-1,-8 32,2 0,0-1,2 1,0 0,1 0,2 8,-2-23,1 1,0-1,1 1,-1-1,1 0,0 0,1 0,-1 0,1 0,0 0,1 0,-1-1,1 0,0 0,1 0,-1 0,1-1,0 1,0-1,0 0,1-1,-1 0,1 1,0-1,28 7,-3-6</inkml:trace>
  <inkml:trace contextRef="#ctx0" brushRef="#br0" timeOffset="1083.549">2019 260,'0'18,"7"13,2 2</inkml:trace>
  <inkml:trace contextRef="#ctx0" brushRef="#br0" timeOffset="2318.247">2300 848,'21'-26,"0"-1,-2-1,-1 0,-1-2,-1 0,-2-1,-1 0,-2-1,-1 0,-1-1,3-27,-1-18,-3 0,-3-1,-6-70,1 145,0-1,0 0,0 0,0 0,-1 0,0 0,0 0,0 0,0 0,-1 1,0-1,0 0,0 1,-2-3,3 7,-1-1,1 1,0 0,-1 0,1 0,0 0,-1 0,1 0,0 0,0 1,-1-1,1 0,0 1,-1-1,1 1,0-1,0 1,0 0,0-1,0 1,-1 0,1 0,1 0,-1 0,0 0,0 0,0 0,0 0,1 0,-1 0,0 1,1-1,-1 0,1 0,0 1,-1-1,1 0,0 1,-11 21,2 2,1-1,0 1,2 0,1 1,1 0,0 19,-2 1,2 0,2 0,2 0,2 1,8 40,-8-72,1-1,1 1,0-1,1 0,0 0,1 0,1-1,0 0,1-1,0 1,1-1,0-1,1 0,0 0,1-1,0 0,1-1,0 0,0-1,5 3,9-1,-1 0,1-2,1 0,-1-2,1-1,1-1,-1-1,0-2,1-1,-1-1,0-1,1-1,-1-2,-1 0,1-2,13-6,-29 9,0 0,0-1,0 0,-1-1,0 0,0-1,7-6,-14 11,-1 1,0-1,-1 0,1 0,0 0,0 0,-1 0,1 0,-1-1,0 1,0 0,0-1,0 1,0-1,0 1,-1-1,1 1,-1-1,0 1,1-1,-1 0,0 1,-1-1,1 0,0 1,-1-1,0 1,1-1,-1 1,0-1,0 1,0 0,-1-1,1 1,0 0,-1 0,0-1,-5-4,-1 1,1 0,-1 1,0-1,-1 1,1 1,-1 0,0 0,0 0,0 1,-1 1,1 0,-1 0,1 1,-1 0,0 0,1 1,-1 0,0 1,1 0,-2 1,4-1,1 0,-1 1,1 0,0 0,-1 0,1 1,0 0,1 0,-1 0,0 1,1 0,0 0,0 0,0 1,0-1,1 1,0 0,0 1,0-1,1 1,0 0,0-1,0 1,1 1,-1-1,1 0,1 1,-1-1,1 1,1-1,-1 1,1-1,0 1,1 3,0-6,0 0,0 0,0 0,1 0,-1-1,1 1,0 0,0-1,0 1,1-1,-1 0,1 0,0 0,0 0,0 0,0-1,0 0,1 1,-1-1,1 0,0 0,-1-1,1 1,0-1,0 0,4 1,1 0,0-1,0 0,0 0,0-1,0 0,1-1,-1 0,0 0,0-1,0 0,5-3,1-1,-1-1,0 0,0-1,0-1,-1 0,0-1,-1 0,0-1,-1-1,0 0,6-8,-16 18,-1 1,0 1,0-1,0 0,0 1,0-1,1 1,-1-1,0 0,0 1,0-1,1 1,-1-1,0 0,1 1,-1-1,0 1,1-1,-1 1,1 0,-1-1,1 1,-1-1,1 1,-1 0,1-1,-1 1,1 0,-1 0,1-1,0 1,-1 0,1 0,-1 0,1 0,0 0,-1 0,1 0,0 0,-1 0,1 0,-1 0,1 0,0 0,-1 0,1 1,-1-1,1 0,0 0,-1 1,1-1,-1 0,1 1,-1-1,1 1,-1-1,0 1,1-1,-1 0,1 1,-1 0,25 115,-22-110,1 1,0-1,0-1,1 1,0 0,0-1,0 0,0 0,1-1,0 0,0 0,0 0,0 0,3 0,-6-3,0 1,0-1,0 0,0 0,0 0,0-1,1 1,-1-1,0 0,1 0,-1 0,0 0,0 0,1-1,-1 1,0-1,0 0,0 0,1 0,-1-1,0 1,-1-1,1 1,0-1,0 0,-1 0,1 0,-1-1,0 1,1-1,1-2,3-10,0 0,-1 0,0 0,-2-1,1 0,-2 0,0-1,-1 1,-1-1,0 1,-2-1,0 1,0-2,0-2,2-2,0 15,-1 0,0 0,0 0,0 0,-1 0,0 0,0 1,-1-1,0 0,0 1,-2-4,5 10,-1 1,0-1,1 0,-1 1,0-1,0 1,1-1,-1 0,0 1,0-1,0 1,0-1,0 1,1-1,-1 0,0 1,0-1,0 1,0-1,0 1,0-1,-1 1,1-1,0 1,0-1,0 0,0 1,0-1,-1 1,1-1,0 0,0 1,-1-1,1 0,0 1,0-1,-1 0,1 1,-1-1,1 0,0 0,-1 1,1-1,0 0,-1 0,1 0,-1 1,1-1,-1 0,1 0,-1 0,1 0,0 0,-1 0,1 0,-1 0,1 0,-1 0,1 0,-1 0,1-1,0 1,-1 0,1 0,-1 0,4 3,1 0,0 1,0-1,0 0,0-1,0 1,0-1,1 0,-1 0,1 0,0 0,-1-1,1 0,0 0,0 0,3-1,132 18,-109-17,0 2,-1 0,1 3,-1 0,0 2,-1 2,0 0,9 6,-32-13,-1 0,1 1,-1-1,0 1,-1 0,1 0,-1 1,0-1,0 1,0 0,0 0,-1 1,0-1,0 0,-1 1,1 0,-1 0,0 0,-1 0,1 0,-1 0,-1 0,1 0,-1 1,0-1,0 0,-2 6,-1 9,2-19,0-1,0 1,0 0,0 0,1 0,-1 0,1 0,-1 0,1 0,0 0,0 0,0 0,0 0,0-1,0 1,0 0,1 0,-1 0,1 0,-1 0,1 0,0 0,0 0,0-1,0 1,0 0,0-1,0 1,1-1,-1 1,0-1,1 0,-1 1,1-1,0 0,-1 0,1 0,0 0,0 0,0-1,1 2,20-1,-1 0,0-2,0 0,1-1,-1-2,0 0,-1-1,1-1,-1-1,0-1,4-3,-25 11,8-3,-1 0,0 0,0 0,0-1,-1 0,1 0,-1-1,0 0,0 0,0 0,-7 5,1-1,0 1,0 0,0 0,0 0,-1 0,1 0,0 0,0 0,0 0,0 0,0 0,-1-1,1 1,0 0,0 0,0 0,0 0,0 0,0-1,0 1,0 0,-1 0,0 1,0 1,0-1,1 1,-1-1,0 1,0 0,1-1,-1 1,1 0,0-1,-1 1,1 0,0 0,0-1,0 1,0 0,0 0,1-1,-1 1,0 0,1 0,-1-1,1 1,0 0,0-1,-1 1,1-1,0 1,0-1,0 0,1 1,-1-1,0 0,0 0,1 1,-1-1,1 0,-1 0,1-1,-1 1,1 0,0 0,-1-1,1 1,0-1,9 4,1 0,-1-1,1-1,0 0,0-1,0 0,0 0,0-1,0-1,0 0,0-1,0 0,-1-1,1 0,4-3,-14 5,1 0,-1-1,0 1,0-1,1 1,-1-1,0 0,-1 0,1 0,0 0,0-1,-1 1,1 0,-1-1,0 1,0-1,0 1,0-1,0 1,-1-1,1 0,-1 1,1-1,-1 0,0 0,0 1,0-1,-1 0,1 0,-1 1,1-1,-1 1,-1-3,0-3,-2-1,1 1,-1 0,0 0,0 1,-1-1,0 1,-1 0,-5-6,8 9,0 0,-1 1,1-1,-1 1,0 0,0 0,0 0,0 0,0 1,-1 0,1 0,-1 0,1 0,-1 1,0-1,0 1,0 0,0 1,0-1,0 1,0 0,0 1,1-1,-1 1,0 0,0 0,0 0,0 1,1-1,-1 1,1 0,-1 1,1-1,0 1,-4 3,2 0,1 1,0 0,0 0,0 1,1 0,1-1,-1 1,1 0,0 1,1-1,0 0,0 1,1 0,0 2,0-5,1-1,-1 0,2 1,-1-1,0 1,1-1,0 1,0-1,1 0,-1 0,1 0,0 0,1 0,-1 0,1 0,0-1,0 1,0-1,1 0,0 0,0 0,0 0,1 0,4 1,0-1,0 0,0 0,0-1,1 0,-1 0,1-1,0-1,0 0,0 0,0-1,1 0,31-1</inkml:trace>
  <inkml:trace contextRef="#ctx0" brushRef="#br0" timeOffset="2519.747">4787 328,'-16'-7,"-12"-2,-11 0,-2 4,0 10,6 8,8 10,9 9,7 6,11 5,4-3</inkml:trace>
  <inkml:trace contextRef="#ctx0" brushRef="#br0" timeOffset="2667.738">4720 862,'14'14,"10"6,12 0,8-5,8-8,6-7,5-9,-1-6,-12-2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32.0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129 918,'-13'17,"6"-8,1-1,-1 1,2 1,-1-1,1 1,0 0,1 0,0 1,1-1,0 1,3-8,0-1,0 1,0 0,0-1,0 1,1 0,-1-1,1 1,0-1,-1 1,1-1,1 1,-1-1,0 0,0 1,1-1,-1 0,1 0,0 0,0 0,0 0,0-1,0 1,0 0,0-1,0 0,0 1,1-1,-1 0,1 0,-1 0,3 0,3 1,0 1,0-2,1 1,-1-1,0 0,1-1,-1 0,1 0,7-2,-11 1,0 0,0 0,0 0,0-1,-1 0,1 0,0 0,-1-1,1 1,-1-1,0 0,0-1,0 1,-1 0,1-1,-1 0,1 0,-1 0,-1 0,1-1,0 1,-1-1,0 0,0 1,-1-1,1 0,-1 0,0 0,0 0,-1 0,1 0,-1-1,0 1,-1 0,1 0,-1 0,0 0,0 0,-1-2,-1 0,-1 0,1 0,-1 1,0 0,0 0,-1 0,0 0,0 0,0 1,-1 0,0 0,0 1,0 0,0 0,-1 0,1 1,-1-1,0 2,0-1,0 1,-1 0,1 0,0 1,-1 0,2 0,1 0,0 1,-1 0,1 0,-1 0,0 0,1 1,0 0,-1 0,1 0,0 1,-1 0,1 0,0 0,0 1,1-1,-1 1,0 0,1 1,0-1,0 1,0 0,0 0,0 0,1 0,0 1,0-1,0 1,0 0,1 0,0 0,-1 4,1-4,1 1,0 0,0 0,1 0,0 0,0 0,0 0,1 0,0 0,0 0,0 0,1 0,0-1,0 1,1-1,-1 1,1-1,0 0,1 0,-1 0,1 0,0-1,0 1,0-1,1 0,-1 0,3 0,25 20</inkml:trace>
  <inkml:trace contextRef="#ctx0" brushRef="#br0" timeOffset="905.628">329 383,'25'-182,"-27"170,-6 33,-4 22,1 0,2 1,2 0,3 0,1 1,2 0,2-1,1 1,3-1,2 0,2 0,6 16,-13-51,-1-4,0-1,0 1,0 0,1-1,0 1,0-1,0 1,0-1,0 0,1 0,0 0,0 0,0-1,0 1,1-1,0 1,0-1,-2-3,0 0,0 0,-1 0,1 0,0-1,0 1,-1-1,1 1,0-1,-1 1,1-1,-1 0,1 0,-1 0,1 0,-1 0,1 0,-1-1,0 1,0 0,0-1,0 1,0 0,0-1,1-1,5-5,-4 3,1 1,0-1,0 1,0 0,1 0,-1 1,1-1,0 1,0 0,0 1,0-1,1 1,-1 0,1 0,-1 0,1 1,0 0,-1 0,1 1,0-1,0 1,-1 0,1 1,0 0,0 0,-1 0,1 0,0 1,-1 0,6 2,-5 1,0 1,0 0,0 0,-1 0,1 0,-1 1,-1 0,1 0,-1 0,-1 1,1-1,-1 1,-1 0,1 0,-1 0,-1 0,0 0,0 1,0-1,-1 1,-1-5,0 0,0 0,0 0,-1-1,1 1,-1 0,0-1,0 0,-1 1,1-1,-1 0,1 0,-1 0,0-1,0 1,0-1,0 1,-1-1,1 0,-1 0,1-1,-1 1,0-1,1 1,-1-1,0 0,0-1,0 1,0-1,0 0,0 0,0 0,0 0,0-1,0 1,0-1,1 0,-1 0,0-1,0 1,1-1,-3-1,5 3,0 0,0 0,0 0,0 0,0-1,0 1,0 0,0-1,1 1,-1 0,0-1,0 1,0-1,0 0,1 1,-1-1,0 1,1-1,-1 0,0 0,1 1,-1-1,1 0,-1 0,1 0,0 0,-1 0,1 0,0 0,-1 1,1-1,0 0,0 0,0 0,0 0,0 0,0 0,0 0,0 0,1 0,-1 0,0 0,0 0,1 0,-1 0,1 1,-1-1,1 0,-1 0,1 0,-1 1,1-1,0 0,0 0,46-33,-25 21,0-1,0-1,-1 0,-1-2,0 0,-2-2,0 0,-1 0,-1-2,-1 0,2-5,1-10,-2-1,-1-1,-2 0,-1-1,-3-1,-1 1,-2-1,-1-1,-2 1,-2-1,-2 1,-2 0,-7-38,9 66,0 1,-1-1,-1 1,0-1,0 1,-1 0,0 0,-1 1,0-1,-1 1,-4-6,9 16,-1-1,1 0,0 0,0 0,0 1,0-1,-1 1,1-1,0 1,0-1,-1 1,1 0,0 0,-1-1,1 1,0 0,-1 0,1 0,0 0,-1 1,1-1,0 0,-1 1,1-1,0 1,0-1,-1 1,1-1,0 1,0 0,0 0,0-1,0 1,0 0,0 0,0 0,0 0,0 0,1 0,-1 1,0-1,1 0,-1 0,1 0,-1 1,1-1,-1 0,1 1,0-1,0 0,0 1,0-1,0 0,0 1,0-1,-7 31,1 1,1-1,2 1,1 0,2 0,1 0,2-1,4 20,13 89,7 0,6-2,9 11,-35-127,-5-13,1 1,0-1,0 0,1 0,1 0,0-1,0 1,0-1,6 6,-9-14,0 1,0 0,0-1,0 1,0-1,0 0,1 0,-1 0,0 0,1 0,-1 0,1 0,-1-1,1 0,-1 1,1-1,-1 0,1 0,-1 0,1-1,0 1,-1 0,0-1,1 0,-1 1,1-1,-1 0,1-1,62-38,-48 26,-1-1,-1 0,0-1,-1-1,0 0,-2 0,0-2,-1 1,-1-2,4-9,-9 13,-18 21,6 5,0 0,1 1,0-1,1 1,0 0,0 0,1 1,1-1,0 1,1 0,0 0,0 0,1 0,1 0,0 0,1 0,0 2,2-8,-1 0,1 1,0-1,1 0,-1-1,1 1,0-1,1 1,-1-1,1-1,0 1,0-1,0 1,1-1,0-1,0 1,0-1,0 0,0-1,0 1,1-1,-1 0,1-1,0 0,-1 0,1 0,3-1,25 4</inkml:trace>
  <inkml:trace contextRef="#ctx0" brushRef="#br0" timeOffset="2292.469">1359 771,'-197'-105,"85"47,2-5,-26-24,119 73,17 13,0 1,0-1,-1 1,1-1,0 1,0 0,0-1,0 1,0-1,0 1,0-1,0 1,1-1,-1 1,0-1,0 1,0 0,0-1,0 1,1-1,-1 1,0 0,0-1,1 1,-1 0,0-1,1 1,-1 0,0-1,1 1,-1 0,1 0,-1-1,0 1,1 0,-1 0,1 0,-1 0,1-1,-1 1,1 0,-1 0,0 0,1 0,-1 0,1 0,-1 0,1 0,-1 0,1 1,-1-1,1 0,-1 0,0 0,1 0,-1 1,1-1,-1 0,1 1,225 14,-185-10,97 11,-1 7,83 25,-211-47,0 1,0-1,0 1,-1 1,1 0,-1 0,1 1,-1 0,0 0,-1 1,1 0,-1 0,0 1,0 0,0 0,-1 0,0 1,-1 0,1 0,-1 1,0 0,-1-1,0 2,0-1,-1 0,0 1,18 214,-17-206,0-1,2 0,0 0,1-1,0 1,1-2,1 1,0-1,1 0,1-1,0 0,1-1,0 0,14 9,-25-20,0 1,1-1,-1 0,1 0,-1-1,1 1,0 0,-1 0,1-1,0 1,-1-1,1 0,0 1,0-1,-1 0,1 0,0 0,0 0,-1 0,1-1,0 1,0 0,-1-1,1 1,0-1,-1 0,1 0,-1 1,1-1,-1 0,1 0,-1 0,0-1,1 1,-1 0,0 0,0-1,0 1,0-1,0 1,0-1,0 1,0-1,-1 0,1 0,5-12,-1-1,-1 0,0 0,-1-1,-1 1,0-12,11-50,-2 52,1 42,-7 27,-5-31,1-1,1 0,0 0,0 0,1 0,1 0,0-1,0 1,2 0,-4-9,1 0,-1 0,1 0,0-1,0 1,0-1,0 1,0-1,0 0,1-1,-1 1,1 0,-1-1,1 0,0 0,-1 0,1 0,0 0,0-1,0 0,0 0,0 0,-1 0,3-1,4 0,0 0,0-1,0 0,0-1,-1 0,1-1,-1 0,9-5,-10 3,1 0,-1-1,-1 0,1 0,-1-1,-1 0,1 0,-1-1,-1 0,0 0,0 0,-1-1,0 1,0-1,-1 0,2-9,-4 35,1 0,1-1,0 1,1-1,1 0,0 0,1-1,0 0,3 3,-8-15,-1 0,1 0,0 0,-1 0,1-1,0 1,0 0,0-1,1 1,-1-1,0 1,0-1,1 1,-1-1,1 0,-1 0,1 0,0 0,-1 0,1 0,0 0,0 0,0-1,0 1,0-1,-1 1,1-1,0 0,0 0,0 0,0 0,0 0,0 0,0 0,0-1,0 1,0-1,0 1,-1-1,1 0,0 0,0 0,-1 0,1 0,0 0,0-1,84-72,-85 74,1-1,-1 1,1-1,-1 1,1 0,-1-1,1 1,-1 0,1 0,-1 0,1 0,0 1,-1-1,1 0,-1 1,1-1,-1 1,0-1,1 1,-1 0,1-1,-1 1,0 0,0 0,0 0,1 0,-1 0,0 0,0 1,0-1,0 0,0 1,18 13,-11-12,0 0,0-1,0 0,0 0,0-1,1 0,-1-1,1 1,-1-2,0 1,1-1,-1 0,0-1,1 0,-1-1,0 1,-1-1,1-1,0 0,-1 0,0 0,0-1,0 0,-1 0,1-1,-1 0,0 0,-1 0,3-4,15-26,-1-1,-2-1,-2 0,-1-2,-2 0,-2 0,-1-2,2-25,3 1,-2-1,-4 0,-2-1,-1-66,-7 126,-1 0,1 0,-2 1,1-1,-1 0,0 1,-1-1,0 1,0-1,0 1,-1 0,0 0,-1 0,0 0,0 0,0 1,0 0,-1 0,-5-5,8 10,0 0,0 0,-1 0,1 0,0 0,-1 0,1 1,0-1,-1 1,1-1,-1 1,1 0,-1 0,1 0,-1 1,1-1,0 0,-1 1,1 0,-1-1,1 1,0 0,0 0,-1 0,1 1,0-1,0 0,0 1,0 0,1-1,-1 1,-1 2,-46 68,34-32,3 1,1 1,2 0,1 0,3 1,1 0,3 0,1 0,2 3,-2-1,1 1,2-1,3 0,1 0,2 0,3-1,1-1,7 13,-15-45,0 0,1-1,1 0,0-1,0 1,0-1,2-1,-1 1,2 0,-7-7,1 1,-1 0,1-1,-1 0,1 0,0 0,0 0,0-1,0 1,0-1,0 0,0-1,0 1,1 0,-1-1,0 0,1 0,-1-1,0 1,0-1,0 0,1 0,-1 0,0 0,0-1,1-1,4-3,-1-1,0-1,0 1,-1-1,0-1,-1 1,0-1,0 0,0-1,-2 1,1-1,-1 0,0 0,-1 0,0-1,-1 1,0-1,-1 0,0 0,-1-2,1 8,0 1,0 1,-1 0,1-1,-1 1,0-1,0 1,0-1,-1 1,1-1,-1 1,0 0,0-1,0 1,0 0,0 0,-1-1,1 4,-1 0,1 0,0 0,0 0,-1 0,1 0,0 1,0-1,0 0,0 1,-1-1,1 1,0-1,0 1,0 0,0-1,0 1,0 0,0 0,1 0,-1 0,0 0,0-1,1 2,-1-1,0 0,1 0,-1 0,1 0,0 0,-1 0,1 1,0-1,-1 0,1 0,0 0,0 1,-3 8,0 1,1 0,0-1,1 1,0 0,1 0,0 0,1 0,0 0,1 0,0-1,0 1,1-1,1 1,0-1,0 0,1 0,0 0,6 7,-1-2,1 0,0-1,0 0,2-1,0-1,0 0,1-1,0 0,1-1,1-1,12 7,42 1,-49-21</inkml:trace>
  <inkml:trace contextRef="#ctx0" brushRef="#br0" timeOffset="2541.763">2802 597,'23'-7,"21"-2,17 1,9 3,2 5,-9 3,-15 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28.7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4 989,'0'-1,"-1"0,0-1,1 1,0 0,-1-1,1 1,0-1,0 1,-1-1,1 1,0-1,0 1,1 0,-1-1,0 1,0-1,1 1,-1-1,1 1,-1 0,1-1,0 1,0 0,-1 0,1-1,1 1,-1-2,109-239,-54 162,-53 78,-1-1,1 1,0 0,0-1,0 1,0 1,0-1,0 0,1 1,-1-1,0 1,1 0,-1 0,1 1,-1-1,1 1,0-1,-1 1,1 0,-1 1,1-1,0 1,-1-1,1 1,1 1,6 4,1 0,-1 1,-1 1,1 0,-2 0,1 1,-1 0,0 1,-1 0,0 0,0 1,-2 0,1 0,-1 1,-1 0,0 0,0 2,-2-10,-1 1,1 0,-1 0,0 0,-1 0,1 1,-1-1,0 0,-1 0,1 1,-1-1,0 1,0-1,-1 0,0 1,0-1,0 0,0 0,-1 1,0-1,0 0,0-1,-1 1,1 0,-1-1,0 1,-1-1,1 0,-1 0,0 0,0 0,0-1,0 1,-1-2,1 0,0-1,-1 1,0-1,1 1,-1-1,0-1,0 1,1-1,-1 0,0 0,0 0,0-1,1 1,-1-1,0 0,0-1,1 1,-1-1,1 0,0 0,-1 0,1-1,-6-19,14 13</inkml:trace>
  <inkml:trace contextRef="#ctx0" brushRef="#br0" timeOffset="257.727">820 762,'0'0</inkml:trace>
  <inkml:trace contextRef="#ctx0" brushRef="#br0" timeOffset="1251.972">833 695,'-22'0,"15"-1,-1 0,1 0,-1 1,1 0,-1 1,1-1,-1 1,1 1,0 0,-1 0,1 0,0 1,0 0,0 0,1 0,-1 1,1 0,0 1,0-1,-5 6,7-6,0 1,1 0,-1 0,1 0,0 0,0 0,1 1,0 0,0-1,0 1,0 0,1 0,0 0,0 0,1 0,0 0,0 0,0 0,1 0,0 0,0 0,0 0,1-1,-1 1,2 0,-1-1,1 1,-1-1,1 0,1 0,-1 0,1 0,1 1,8 0,0-1,0 0,1 0,-1-2,1 0,0 0,0-1,0-1,0 0,0-1,0-1,0 0,0-1,0 0,0-2,-1 1,1-1,-1-1,4-2,11-4,0-1,-1-1,-1-2,0 0,0-2,-2-1,0-1,-1-1,-1-1,-1 0,-1-2,-1-1,-1 0,-2-1,0-1,-1 0,-2-1,0-1,-2 0,2-13,-1 2,-2 0,-2-1,-1 1,-3-1,-1-1,-2-33,0 70,-1-1,1 0,-1 1,0-1,-1 1,1-1,-1 0,0 1,0-1,0 1,-1-1,0 1,0 0,0 0,0 0,0 0,-1 0,0 0,0 1,0-1,0 1,0 0,-1 0,1 0,-1 0,0 0,0 1,0 0,0 0,-1 0,1 0,0 1,-1-1,1 1,-4 0,2 2,0 0,1 0,-1 1,0-1,0 2,1-1,-1 0,1 1,0 0,0 0,0 1,0-1,0 1,1 0,0 0,0 1,0-1,0 1,1 0,-1 0,1 1,-5 8,0 0,2 1,-1 0,2 1,0-1,0 1,1 4,0 14,1 0,1 0,2 0,1 1,2-1,2 0,1-1,1 1,2-1,1 0,2-1,1-1,1 0,2 0,1-1,1-2,2 1,1-2,10 10,-25-29,1 0,-1 0,1-1,1 0,0 0,0-1,0 0,0 0,1-1,0 0,0-1,1 0,-1 0,1-1,1 0,-7-4,0 0,-1 0,1-1,-1 0,1 1,-1-1,1-1,-1 1,0 0,0-1,0 0,-1 1,1-1,-1 0,1 0,-1-1,0 1,0 0,0-1,-1 1,1-1,-1 0,0 0,0 1,0-1,0-2,0 3,16-52,-14 41,1-1,1 0,1 1,0 0,0 0,1 0,2 0,-9 13,1 1,-1-1,0 0,1 1,-1-1,1 0,0 1,-1-1,1 1,-1-1,1 1,0-1,-1 1,1-1,0 1,-1 0,1-1,0 1,0 0,0-1,-1 1,1 0,0 0,0 0,0 0,-1 0,1 0,0 0,0 0,0 0,-1 0,1 1,0-1,0 0,0 0,-1 1,1-1,0 1,-1-1,1 0,0 1,-1-1,1 1,0 0,-1-1,1 1,-1-1,1 1,-1 0,1-1,-1 1,0 0,1 0,-1-1,0 1,21 49,-19-44,-1-2,0 3,1 0,-1 0,1 0,0 0,1 0,0-1,0 1,0-1,1 0,0 0,0 0,0 0,1-1,0 1,0-1,1 0,-1-1,1 0,0 1,0-2,0 1,1-1,-1 0,1 0,6 1,3-2,1-1,-1-1,0-1,1 0,-1-1,0-1,0 0,0-1,0-1,-1 0,1-1,-1-1,-1-1,0 0,0 0,7-7,-17 13,0-1,0 0,0 0,-1 0,1 0,-1 0,0 0,0-1,0 0,0 0,-1 0,0 0,0 0,0 0,0 0,0-1,-1 1,0-1,0 1,0-1,0 1,-1-1,0 0,0 1,0-1,-1 0,1 1,-1-1,0 1,0-1,-1 1,1-1,-1 1,0 0,0 0,-1 0,1 0,-1 0,0 0,0 1,-2-3,2 4,1 0,-1 1,0-1,0 0,0 1,0 0,0 0,0 0,0 0,0 1,0-1,0 1,0-1,-1 1,1 0,0 0,0 1,0-1,-1 1,1 0,0-1,0 1,0 1,0-1,0 0,1 1,-1-1,0 1,1 0,-1 0,1 0,-1 0,1 0,0 1,0-1,0 1,0-1,0 1,1 0,-1 0,1 0,0 0,0 0,0 0,0 0,0 0,1 0,0 0,-1 0,1 1,0-1,1 2,1 3,0 0,1 0,1-1,-1 1,1-1,0 0,1 0,-1-1,2 1,-1-1,0 0,1-1,0 1,1-1,-1 0,1 0,0-1,0 0,1-1,-1 1,1-1,-1 0,2-1,141 44,-75-30</inkml:trace>
  <inkml:trace contextRef="#ctx0" brushRef="#br0" timeOffset="2550.459">2638 695,'41'24,"0"2,-2 2,-1 1,-1 2,-2 1,29 34,-58-58,-5-6,0 0,0 0,0 0,0 0,1 0,-1 0,1 0,-1 0,1-1,0 1,-1-1,1 1,0-1,0 1,0-1,0 0,0 0,1 0,-1-1,0 1,0 0,1-1,-1 1,0-1,0 0,1 0,-1 0,1 0,-1 0,0 0,0-1,1 1,-1-1,0 1,0-1,1 0,-1 0,0 0,12-12,0-1,-1 0,-1-1,0 0,-1 0,0-2,-2 1,0-1,-1-1,0 1,-1-1,-2-1,0 1,0-1,-1-7,-4 93,-1-60,0 0,1 0,0-1,0 1,0 0,1 0,0 0,1-1,0 1,0 0,0-1,0 0,1 1,0-1,1 0,-1 0,1-1,0 1,1-1,-1 0,1 0,0 0,0-1,1 1,-1-1,1-1,0 1,0-1,0 0,0 0,2 0,7-3,1 0,-1-1,0-1,0 0,0-1,0-1,0 0,-1-1,1 0,-1-1,-1-1,1 0,-1-1,-1-1,1 0,-1 0,-1-1,1-2,-4 6,4-3,0-1,-1 0,0-1,0-1,-1 0,-1 0,8-12,-18 24,1 0,0 0,-1 0,1 0,0 0,-1 0,1-1,0 1,0 0,-1 0,1 0,0 0,-1 0,1 0,0-1,0 1,-1 0,1 0,0 0,0-1,0 1,-1 0,1 0,0-1,0 1,0 0,0-1,0 1,-1 0,1 0,0-1,0 1,0 0,0-1,0 1,0 0,0-1,0 1,0 0,0 0,0-1,-2 5,0-1,0 1,0-1,1 1,-1 0,1 0,0-1,0 1,0 0,1 0,-1 0,1 0,0 0,0 1,0-1,1 0,0 0,-1 0,1-1,1 1,-1 0,0 0,1 0,0-1,0 1,1 1,2 3,1-1,-1 0,1 0,1-1,-1 0,1 0,0 0,0-1,1 0,-1-1,7 4,1-2,0 1,1-2,0 0,0 0,0-2,0 0,1-1,-1 0,1-2,-1 0,1-1,-1 0,1-1,-1-1,0-1,0 0,3-2,-13 3,1 0,-2 0,1-1,0 1,-1-1,1 0,-1-1,0 0,-1 1,1-1,-1-1,0 1,0-1,-1 1,1-1,-1 0,-1 0,1-1,-1 1,0-1,0 1,-1-1,0 1,0-1,-1 0,0 0,0 1,0-1,-1 0,0 1,0-1,-1 0,1 1,-2-1,3 6,0 0,-1 0,1 0,-1 0,0 0,1 0,-1 0,0 0,1 0,-1 0,0 0,0 0,0 0,0 1,0-1,0 0,0 1,0-1,0 1,0-1,0 1,0 0,-1-1,1 1,0 0,0 0,0-1,-1 1,1 0,0 0,0 1,0-1,0 0,-1 0,1 1,0-1,0 0,0 1,0-1,0 1,0-1,-1 2,-33 39,33-38,0 1,0 0,0 0,1 0,-1 0,1 0,0 0,0 1,0-1,1 0,-1 0,1 1,0-1,0 0,1 1,-1-1,1 0,0 1,0-1,1 0,-1 0,1 0,0 0,0 0,0-1,0 1,1-1,-1 1,1-1,0 0,0 0,0 0,1 0,2 1,10 2,1 0,-1-2,1 0,1-1,-1 0,0-2,1 0,-1-1,0 0,1-2,-1 0,0-1,0-1,0 0,3-3,4 1,-2-1,1-1,-1-1,0-1,-1-1,0-1,-1-1,0-1,-1 0,0-1,-2-2,0 0,0 0,-2-1,0-1,-1-1,-1 0,-1-1,-1 0,-1-1,6-18,-6 9,0 0,-2-1,-2 0,-1 0,-1-1,-2 0,-1 0,-1 1,-2-1,-3-8,3 29,-1 0,0 0,-1 1,0-1,-1 1,0 0,-1 0,-1 1,1 0,-9-9,12 15,0 0,0 1,-1-1,1 1,-1 0,0 0,0 0,0 1,-1-1,1 1,0 0,-1 0,0 1,1-1,-1 1,0 0,0 1,1-1,-1 1,0 0,0 0,0 0,0 0,1 1,-1 0,0 0,0 1,-1 0,-3 3,0 2,0-1,1 1,0 0,0 0,1 1,0 0,1 1,-1 0,2 0,-1 0,1 0,1 1,-1 0,2 0,-1 0,1 0,1 1,0-1,1 1,0 0,0-1,1 11,0 6,0-1,2 1,1 0,2-1,0 0,1 0,2 0,1-1,1 0,0-1,2 0,1 0,1-2,1 1,1-2,1 0,1-1,0-1,2 0,0-2,1 0,1-2,0 0,21 10,-37-21,-1-1,1 1,0-1,0 0,1-1,-1 1,0-1,1-1,-1 1,1-1,0 0,0 0,-1-1,1 0,0 0,0-1,-1 0,1 0,-1-1,1 1,-1-1,1-1,-1 1,0-1,3-2,-2-3,-1-1,1 0,-1 0,-1 0,0 0,0-1,-1 0,-1 0,1-1,-2 1,1-1,-1 1,-1-1,0 0,0 1,-2-10,-7 62,7-36,-1 1,1 0,0-1,1 1,-1 0,1-1,1 1,-1 0,1 0,0-1,1 1,0-1,0 1,0-1,1 0,0 0,0 0,0 0,1 0,0-1,0 1,0-1,1 0,-1-1,1 1,1-1,-1 0,0 0,1 0,0-1,0 0,0 0,0 0,2-1,-5-1,1-1,0 1,-1-1,1 0,0 0,-1-1,1 1,0-1,-1 0,1 0,-1 0,1 0,-1 0,1-1,-1 0,0 0,0 0,0 0,0 0,0 0,0-1,-1 1,1-1,-1 0,0 0,0 0,0 0,0 0,0-1,-1 1,1-2,2-4,-1 0,0 0,0 0,-1-1,0 1,-1-1,0 1,-1-1,0 0,0 1,-2-7,1 9,0 1,-1 0,0-1,0 1,-1 0,0 0,0 0,0 0,0 0,-1 1,0 0,-1 0,-3-4,6 6,-1 1,1 0,0 1,-1-1,1 0,-1 1,0-1,0 1,1 0,-1 0,0 0,0 0,0 1,0-1,0 1,0 0,0 0,0 0,0 0,-1 0,1 0,0 1,0 0,1 0,-1-1,0 2,0-1,0 0,1 1,-3 0,1 2,0-1,1 0,-1 1,1 0,0 0,0 0,0 0,1 1,-1-1,1 1,0-1,0 1,1 0,0 0,-1 0,2 0,-1 0,0 0,1 0,0 0,0 0,1 0,-1 0,1 0,0 0,0 0,1 0,0-1,0 1,0 0,0-1,0 1,1-1,1 1,18 28</inkml:trace>
  <inkml:trace contextRef="#ctx0" brushRef="#br0" timeOffset="2939.683">5378 843,'0'-6,"0"-73,3 1,7-33,-7 97,-2 11,1 0,-1 0,0-1,0 1,0-1,0 1,-1-1,1 1,-1-1,0 0,0 1,0-1,0 1,-1-1,0 1,0-1,1 1,-2-1,1 1,0 0,-1-1,0 1,1 0,-1 0,0 0,-1 0,1 1,0-1,-1 1,0-1,0 1,1 0,-1 0,0 0,-1 0,1 0,-15 2,25 11,16-2,0 0,1-2,-1 0,2-2,11 1,17 4,-23-3,11 1,0 2,0 1,-1 3,9 5,-47-18,1-1,-1 1,1 0,-1-1,0 1,1 0,-1 1,0-1,0 0,0 1,0-1,0 1,0 0,-1-1,1 1,0 0,-1 0,1 0,-1 0,0 1,0-1,0 0,0 0,0 1,0-1,0 0,-1 1,0-1,1 1,-1-1,0 1,0-1,0 1,0-1,-1 1,1-1,-1 1,1-1,-1 0,0 1,0 0,-20 28,19-29,0 0,-1-1,1 1,0 0,0 0,0 1,1-1,-1 0,0 1,1-1,0 1,0-1,-1 1,1 0,1-1,-1 1,0 0,1 0,-1-1,1 1,0 0,0 0,0 0,0 0,1 0,-1-1,1 1,-1 0,1 0,0-1,0 1,1 0,-1-1,0 1,1-1,-1 0,1 1,0-1,0 0,0 0,1 1,13 6,0-1,0 0,1-1,-1-1,1-1,1 0,-1-1,1-1,-1-1,4 0,-20-2,95 11,-3-4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1:15.1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94 372,'-7'22,"-2"18,-2 12,1 9,2 4,3-3,2-5,1-8,1-10,1-13,1-19,2-17,0-15,0-16,0-1</inkml:trace>
  <inkml:trace contextRef="#ctx0" brushRef="#br0" timeOffset="252.87">27 331,'-2'-13,"-1"-19,0-14,0-8,1 3,1 6,5 9,7 11,8 9,12 8,12 5,15 5,13 7,9 5,1 3,-7 2,-18 0,-17-3</inkml:trace>
  <inkml:trace contextRef="#ctx0" brushRef="#br0" timeOffset="415.945">0 425,'21'5,"19"1,23 0,17 1,14-1,5-1,-3-1,-18-2</inkml:trace>
  <inkml:trace contextRef="#ctx0" brushRef="#br0" timeOffset="917.65">736 345,'-11'60,"2"-1,3 1,3 0,3 39,0-60,0 49,-7-126,-5-90,7 0,9-113,-4 235,0-10,0-1,1 0,1 0,0 1,2-1,0 1,0 0,2 0,0 0,1 1,0 0,1 0,1 0,1 1,-6 10,-1 1,1 0,0 0,0 1,1-1,-1 1,0 0,1 0,0 1,-1-1,1 1,0 0,0 0,0 1,-1-1,1 1,0 0,0 0,0 1,0 0,0-1,-1 2,2-1,8 3,-1 1,0 0,0 0,0 2,-1-1,1 2,4 4,-8-6,0 0,0 1,-1 0,0 0,0 1,-1 0,0 0,0 1,-1 0,0 0,-1 1,0-1,-1 1,1 0,-1 2,-4-10,1 1,-1-1,0 1,0 0,0-1,0 1,0-1,-1 1,1-1,-1 1,0-1,1 1,-1-1,0 1,0-1,-1 0,1 0,0 0,-1 1,0-1,1 0,-1-1,0 1,0 0,0-1,0 1,0-1,0 1,0-1,-1 0,1 0,-2 1,-83 18,-77-15,165-5,0 0,0 0,-1 0,1 0,0 0,0 1,-1-1,1 0,0 0,0 1,-1-1,1 1,0-1,-1 0,1 1,0 0,-1-1,1 1,-1-1,1 1,-1 0,1-1,-1 1,0 0,1-1,-1 1,0 0,1 0,-1-1,0 1,0 0,0 0,0-1,0 1,0 0,0 0,0 0,0-1,0 1,0 0,0 0,0 0,-1-1,1 1,0 0,-1-1,1 1,0 0,-1 0,1-1,-1 1,1-1,-1 1,0-1,1 1,-1 0,1-1,-1 0,0 1,1-1,-1 1,0-1,0 0,1 0,-1 1,0-1,0 0,0 0,1 0,-2 0,227 135,-193-115,0 1,-1 2,-1 0,-1 2,-1 2,19 22,-45-47,0 0,0 0,0 0,0 0,0 0,-1 1,1-1,-1 1,1-1,-1 1,0-1,0 1,0 0,0-1,0 1,-1 0,1 0,-1 0,0-1,0 1,0 0,0 0,0 0,-1 0,1 0,-1-1,0 1,0 0,0-1,0 1,0 0,-1-1,1 1,-1-1,1 0,-1 0,0 1,-8 2,1 0,-1-1,0 0,0 0,-1-1,1 0,-1-1,1-1,-1 1,0-2,0 1,1-1,-9-2,16 2,-59-2,0-4,1-2,-27-8,-8-4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0:51.8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25295 483,'0'20,"0"21,0 17,0 15,2 7,1 5,2 2,0-1,0-2,-2-5,-1-16</inkml:trace>
  <inkml:trace contextRef="#ctx0" brushRef="#br0" timeOffset="475.348">25054 710,'21'-9,"1"0,0 1,0 1,1 1,0 1,0 1,0 1,0 1,1 1,-1 1,0 1,1 1,8 2,-2-1,-1 1,0 1,0 1,-1 2,1 1,5 3,9 14,-42-25,0 0,0-1,0 1,0 0,-1 0,1-1,0 1,0 0,-1 0,1 0,-1 0,1 0,-1 0,0 0,1 0,-1 0,0 0,1 0,-1 0,0 1,0-1,0 0,0 0,0 0,0 0,0 0,-1 0,1 0,0 0,-1 0,1 0,-1 0,1 0,-1 0,1 0,-1 0,1 0,-1 0,0 0,0 0,0 0,-6 4,1-1,-1 0,0 0,0-1,0 0,0 0,-1 0,1-1,-1 0,-7 0,-26 6,0-2,-1-2,-30-1,25-6,47 2,1 1,-1 0,0-1,1 1,-1-1,0 1,1-1,-1 1,0-1,1 1,-1-1,0 1,0-1,0 1,1-1,-1 1,0-1,0 1,0-1,0 1,0-1,0 0,0 1,0-1,0 1,0-1,0 1,-1-1,1 1,0-1,0 1,0-1,-1 1,1-1,0 1,-1-1,1 1,0-1,-1 1,1 0,-1-1,1 1,-1-1,1 1,0 0,-1 0,1-1,-1 1,0 0,1 0,-1 0,1-1,-1 1,1 0,-1 0,1 0,-1 0,1 0,-1 0,0 0,1 0,-1 1,108-49,-79 37,51-19,-1-3,24-17,-81 38,0-1,0 0,-1-2,-1 0,0-1,-2-1,1-1,-2 0,-1-1,5-9,-12 15,-1-1,0 0,-1-1,-1 1,0-1,-1 0,-1 0,0 0,-1-1,0 1,-2-1,0 1,0-1,-2 1,0-1,0 1,-2 0,0 0,0 0,-2 0,1 1,-2 0,0 0,-1 1,0-1,-1 2,-5-7,12 17,1 0,0-1,0 1,-1 0,1 0,-1 0,0 0,1 0,-1 0,0 1,0-1,0 1,0-1,-1 1,1 0,0-1,-1 1,1 0,0 1,-1-1,1 0,-1 1,1-1,-1 1,0 0,1 0,-1 0,1 0,-1 1,1-1,-1 0,1 1,-1 0,1 0,-1 0,1 0,0 0,-1 0,1 0,-2 2,0 5,1-1,0 1,0 0,0 0,1 0,0 0,1 1,-1-1,2 1,-1-1,1 4,1 61,4 0,2-1,4 0,2-1,13 33,-23-94,4 25,2-1,1-1,2 1,1-2,1 0,8 11,-1-18,-4-11</inkml:trace>
  <inkml:trace contextRef="#ctx0" brushRef="#br0" timeOffset="859.319">25709 376,'246'81,"-177"-62,-1 3,-1 2,-1 4,35 22,-90-45,0 0,-1 1,1 0,-2 1,1 1,-1-1,0 1,0 1,-1 0,0 0,-1 0,0 1,-1 0,0 1,0-1,-1 1,0 0,2 10,-7-17,0 1,0-1,-1 0,1 1,-1-1,0 0,0 1,0-1,-1 0,0 0,0 0,0 0,-2 3,3-5,0-1,0 1,0-1,0 0,0 1,0-1,0 0,-1 1,1-1,-1 0,1 0,-1 0,1 0,-1-1,1 1,-1 0,0-1,1 1,-1-1,0 1,1-1,-1 0,0 0,0 0,0 0,1 0,-1 0,0 0,0 0,1-1,-1 1,0-1,1 1,-1-1,0 0,-1-2,0-1,0 0,0 0,1 0,-1 0,1 0,0-1,0 1,0-1,1 1,0-1,0 0,0 0,0 1,1-1,-1 0,1 0,1 0,-1 1,1-1,-1 0,1 0,2-2,-2-8,1 1,1-1,1 1,0 0,0 0,2 1,0-1,0 1,1 0,1 1,0 0,0 0,1 1,1 0,0 0,1 1,0 0,0 1,1 1,0-1,0 2,1 0,0 0,1 1,7-2,9 4,0 1,0 2,0 0,0 2,0 2,0 0,0 2,-1 1,1 2,-2 1,1 1,-1 1,20 12,15 3</inkml:trace>
  <inkml:trace contextRef="#ctx0" brushRef="#br0" timeOffset="-3134.484">22621 470,'-14'-2,"-4"1,8 5,14 8,16 7,4 1</inkml:trace>
  <inkml:trace contextRef="#ctx0" brushRef="#br0" timeOffset="-2369.894">23784 429,'-16'-11,"-14"-6,-12-1,-5 4,1 6,4 8,9 12,12 11,14 7,9 0</inkml:trace>
  <inkml:trace contextRef="#ctx0" brushRef="#br0" timeOffset="-4722.197">19399 697,'-11'-4,"-1"1,0 0,0 0,0 2,0-1,-1 1,1 1,0 0,0 1,0 0,-1 1,1 1,1-1,-1 2,0 0,-5 2,15-4,-1-1,0 1,0 0,1 0,-1 0,1 0,0 0,-1 0,1 1,0-1,0 1,1-1,-1 1,0 0,1 0,0 0,0 0,0 0,0 0,0 0,0 0,1 0,-1 0,1 1,0-1,0 0,0 0,1 0,-1 1,1-1,0 0,0 0,0 0,0 0,0 0,0 0,1 0,0-1,-1 1,1 0,0-1,0 0,3 3,10 7,1 0,1-1,0-1,1-1,-1 0,2-1,-1-1,1-1,0 0,1-2,-1 0,1-1,0-1,4-1,42 7,-1-3,1-3,0-2,0-4,-1-2,43-11,-97 15,0 0,-1 0,1-1,0 0,-1-1,0 0,0-1,0 0,0 0,-1-1,0-1,0 1,7-8,-15 13,0 0,0 0,0-1,0 1,-1 0,1 0,0 0,-1-1,1 1,-1 0,1-1,-1 1,1-1,-1 1,0 0,0-1,0 1,0-1,0 1,0 0,0-1,0 1,-1-1,1 1,-1 0,1-1,-1 1,1 0,-1-1,0 1,1 0,-1 0,0 0,0 0,0-1,0 1,0 0,0 1,0-1,0 0,-1 0,1 0,-59-22,43 19,0 1,0 0,0 2,-1 0,1 1,0 0,-1 2,1 0,0 1,0 0,1 2,-1 0,1 1,-1 0,14-5,0 0,1 0,-1 0,0 1,1-1,-1 1,1-1,-1 1,1 0,0 0,-1 0,1 0,0 0,1 1,-1-1,0 1,1-1,-1 1,1-1,0 1,0 0,0 0,0 0,0-1,1 1,-1 0,1 0,0 0,-1 0,2 0,-1 0,0 0,1 0,-1 0,1 0,0 0,0-1,0 1,0 0,1 1,6 3,0-1,0 0,1 0,0-1,0 0,0-1,0 0,1 0,-1-1,1 0,0-1,0 0,0-1,1 0,9 0,99-1,-115-1,0 1,0-1,0 0,0 0,0 0,0-1,-1 1,1-1,0 0,-1 0,1 0,-1-1,0 1,1-1,-1 0,0 0,-1 0,1 0,-1 0,1-1,-1 1,0-1,0 0,0 1,-1-1,2-4,-2 5,0-1,0 0,0 1,-1-1,0 0,1 0,-1 1,0-1,-1 0,1 0,-1 1,1-1,-1 0,0 1,-1-1,1 1,-1-1,-8 30,9-21,1-1,0 1,0-1,0 1,0-1,0 0,1 1,0-1,0 1,0-1,1 0,0 0,-1 0,1 0,1 0,-1 0,0 0,1-1,0 1,0-1,0 0,0 0,1 0,-1 0,1 0,-1-1,1 0,0 0,0 0,0 0,0 0,1-1,-1 0,0 0,1 0,-1 0,0-1,1 1,-1-1,1 0,25-7,-1-1</inkml:trace>
  <inkml:trace contextRef="#ctx0" brushRef="#br0" timeOffset="-4340.367">20442 723,'-12'86,"12"-79,-1-2,1-1,-1 1,1-1,1 1,-1 0,0-1,1 1,0-1,0 0,1 1,-1-1,1 0,0 0,0 0,0 0,0 0,1 0,0 0,0-1,0 1,0-1,0 0,1 0,-1 0,1-1,0 1,0-1,0 0,0 0,0 0,0 0,1-1,1 1,0-1,1-1,-1 1,1-1,0-1,-1 1,1-1,-1 0,1-1,-1 1,1-1,-1-1,0 1,0-1,0 0,0 0,-1-1,1 0,-1 0,0 0,0 0,0-1,-1 0,1 0,-1 0,0-1,-1 1,1-1,-1 0,-1 0,1 0,-1 0,0-1,0 1,-1-1,1-5,2-57,-5 147,1-72,1 0,0-1,0 1,0-1,1 1,0-1,0 0,0 0,1 0,0 0,0 0,0 0,0-1,1 1,0-1,0 0,0 0,0-1,1 1,-1-1,1 0,0 0,0 0,0-1,0 0,1 0,-1 0,0 0,2-1,87 8,-47-11</inkml:trace>
  <inkml:trace contextRef="#ctx0" brushRef="#br0" timeOffset="-4002.166">21177 790,'-3'2,"1"0,0 0,0 0,0 1,0-1,1 0,-1 1,1-1,-1 1,1 0,0-1,0 1,0 0,0 0,0 0,1 0,-1 0,1-1,0 1,0 0,0 0,0 0,1 0,-1 0,1 0,0 0,-1 0,1-1,1 1,-1 0,0 0,1-1,1 3,4 0,1 0,-1 0,1-1,0 0,1-1,-1 0,1 0,-1-1,1 0,0 0,0-1,0 0,0 0,0-1,0-1,0 1,0-2,0 1,4-2,-9 3,0-1,0 1,0-1,0 0,0 0,0 0,-1 0,1-1,0 0,-1 0,1 0,-1 0,1 0,-1-1,0 1,0-1,0 0,-1 0,1 0,-1 0,1 0,-1-1,0 1,0-1,-1 0,1 1,-1-1,1 0,-1 0,-1 0,1 0,0 0,-1 0,0 0,0 0,0 0,0 0,-1 0,0 0,0 0,0 0,0 0,0 0,-1 1,0-1,-3-4,-1 0,-1 1,1 0,-1 0,-1 0,1 1,-1 0,0 0,0 1,-1 0,0 1,0 0,0 0,0 1,0 0,-1 1,1 0,-1 0,0 1,0 0,1 1,-1 0,-6 1,12-1,1 0,-1 1,0-1,1 1,-1 0,1 0,0 0,-1 0,1 1,0-1,0 1,0 0,0 0,0 0,0 1,0-1,1 0,-1 1,1 0,0 0,0 0,0 0,0 0,0 0,1 0,-1 0,1 1,0-1,0 1,0-1,1 1,-1-1,1 1,0-1,0 1,0-1,0 1,0 0,1-1,0 1,0-1,0 0,0 1,0 0,6 5,0 0,1 0,0 0,0-1,1 0,0-1,0 0,1 0,-1-1,2 0,-1-1,1 0,-1 0,1-1,0-1,1 0,2 0,46 13</inkml:trace>
  <inkml:trace contextRef="#ctx0" brushRef="#br0" timeOffset="-3386.816">21672 737,'31'77,"-29"-68,1 0,0-1,1 0,0 1,0-1,1-1,0 1,0-1,1 1,-1-1,2-1,-1 0,1 1,0-2,0 1,1-1,-1 0,1-1,0 0,1 0,-1-1,1 0,-1 0,1-1,5 1,-4-4,-1-1,0 0,0 0,-1-1,1 0,-1-1,1 0,-1 0,0-1,0 0,-1 0,0-1,0 0,0 0,0-1,-1 0,0 0,-1 0,0-1,0 0,0 0,-1 0,0 0,-1-1,0 1,0-1,-1 0,0 0,0 0,0-9,-3-5,-5 37,6-8,-1 0,1-1,0 1,1 0,-1 0,1-1,0 1,1 0,-1-1,1 1,0-1,1 1,-1-1,1 0,0 0,0 0,1-1,-1 1,1-1,0 0,0 0,1 0,-1 0,1-1,0 0,0 0,0 0,2 1,5 2,1 0,1-1,-1 0,1-1,-1 0,1-2,0 1,0-2,1 1,-1-2,4 0,-12 0,1-1,-1 0,0 0,1 0,-1 0,0-1,1 0,-1-1,0 1,-1-1,1 0,0 0,-1-1,0 0,0 0,0 0,0-1,0 1,-1-1,0 0,0-1,-1 1,1-1,-1 1,0-1,1-3,38-117,-42 127,0-1,0 0,0 0,0 1,-1-1,1 0,0 1,0-1,0 0,0 0,0 1,0-1,0 0,0 0,0 1,0-1,0 0,0 1,0-1,1 0,-1 0,0 1,0-1,0 0,0 0,0 1,0-1,1 0,-1 0,0 0,0 1,0-1,1 0,-1 0,0 0,0 0,1 1,-1-1,0 0,0 0,1 0,-1 0,0 0,0 0,1 0,-1 0,0 0,1 0,-1 0,0 0,0 0,1 0,-1 0,0 0,0 0,1 0,-1 0,0 0,0 0,1-1,1 31,-2-30,11 113,-10-109,0 1,0-1,1 1,-1-1,1 0,0 0,0 0,1 0,-1 0,1 0,0-1,0 1,0-1,0 0,1 0,-1 0,1 0,0-1,-1 1,1-1,1 0,-1 0,1 0,15 3</inkml:trace>
  <inkml:trace contextRef="#ctx0" brushRef="#br0" timeOffset="-2621.222">23115 751,'-4'-3,"-73"-42,74 44,0 0,-1 0,1 0,0 0,0 1,-1-1,1 1,0 0,-1 0,1 0,-1 1,1-1,0 1,0 0,-1 0,1 0,0 0,0 0,0 1,0-1,0 1,0 0,1 0,-3 2,0 0,1 0,1-1,-1 2,0-1,1 0,0 1,0 0,0-1,1 1,-1 0,1 0,1 1,-1-1,1 0,-1 1,1-1,1 1,-1-1,1 1,0-1,1 1,-1-1,1 1,0-1,0 0,1 1,-1-1,1 0,0 0,1 0,-1 0,1 0,0-1,0 1,1-1,-1 0,1 1,10 4,1-1,0 0,0-1,0-1,1 0,0-1,0-1,0-1,0 0,1 0,0-2,-1 0,1-1,-1-1,12-2,-16 3,-1 0,0-1,0-1,0 0,0 0,-1-1,1 0,0-1,-1 0,0-1,0 0,-1-1,1 0,-1 0,0-1,-1 0,1-1,3-4,-2-20,-18 44,8-8,1-1,-1 0,0 0,1 0,0 0,0 0,0 0,0 0,0 0,0 0,1-1,0 1,-1 0,1-1,0 1,0-1,0 0,1 1,-1-1,1 0,-1-1,1 1,-1 0,3 0,72 28,-72-28,-1 0,0-1,1 0,-1 0,1 0,0 0,-1-1,1 0,0 0,-1 0,1 0,-1-1,1 1,0-1,-1-1,0 1,1-1,-1 1,0-1,0 0,0-1,0 1,0-1,0 0,-1 0,1 0,-1 0,0-1,0 1,0-1,0 0,-1 1,1-1,-1-1,1-2,-1 2,-1-1,0 0,-1 0,1 0,-1 0,0 0,0 0,-1 1,0-1,0 0,0 0,-1 0,0 1,0-1,0 1,-1-1,1 1,-1 0,-1 0,1 0,-1 1,0-1,0 1,0 0,0 0,-1 0,0 0,1 1,-1 0,-1 0,1 0,0 1,-1 0,1 0,-1 0,0 0,0 1,1 0,-1 1,0-1,0 1,0 0,0 0,0 1,0 0,0 0,1 0,-6 2,4 1,0 0,0 0,1 0,0 1,0 0,0 0,0 1,1 0,0 0,0 0,0 0,-2 6,5-8,0-1,0 0,1 0,-1 1,1-1,0 1,0 0,0-1,0 1,1-1,0 1,-1 0,1 0,1-1,-1 1,0 0,1-1,0 1,0 0,0-1,0 1,1-1,-1 0,1 1,0-1,0 0,2 2,1 1,1-1,0 0,0-1,0 1,1-1,0-1,-1 1,1-1,0 0,1-1,-1 1,0-2,6 2,24 4</inkml:trace>
  <inkml:trace contextRef="#ctx0" brushRef="#br0" timeOffset="-2124.552">23730 871,'21'4,"17"2,12-2,7-5,0-4,-10-1</inkml:trace>
  <inkml:trace contextRef="#ctx0" brushRef="#br0" timeOffset="-7054.488">15281 350,'1'5,"0"0,0 0,1-1,0 1,0 0,0 0,0-1,1 1,-1-1,1 0,0 0,0 0,1 0,-1 0,1-1,0 1,0-1,0 0,1 0,-1-1,1 1,-1-1,1 0,0 0,3 0,5 2,0-1,0-1,0 0,0-1,0 0,0-1,0 0,1-1,5-2,0 0,-1-1,0 0,0-1,-1-1,1-1,-1-1,-1 0,16-11,-25 15,-1 0,0-1,0 0,0 0,-1 0,0-1,0 0,0 0,0 0,-1-1,0 0,-1 1,0-1,0-1,0 1,-1 0,1-1,-2 1,1-1,-1 1,-1-1,1-6,-1 7,0 0,-1 0,0 0,0 0,0 0,-1 0,0 0,0 1,-1-1,0 1,0 0,0 0,-1 0,0 0,0 0,-1 1,1-1,-1 1,0 1,-1-1,1 1,-5-3,8 6,-1 0,0 1,1-1,-1 0,1 1,-1 0,0 0,1 0,-1 0,0 0,1 0,-1 1,0-1,1 1,-1 0,1 0,-1 0,1 0,0 0,-1 0,1 1,0-1,0 1,0 0,0-1,0 1,0 0,0 0,1 0,-1 1,1-1,-1 1,-39 82,23-10,2 0,4 2,3 0,2 21,7-94,-28 648,28-648,0 11,0 0,-1 0,-1 0,0 0,-1-1,-1 1,0-1,-1 0,-1 0,0 0,0-1,-1 0,-1 0,-6 6,-10-1</inkml:trace>
  <inkml:trace contextRef="#ctx0" brushRef="#br0" timeOffset="-6632.617">15201 831,'151'-43,"71"-7,-212 48,-6 0,1 1,0-1,0 1,0 0,-1 0,1 0,0 1,0-1,0 1,0 1,0-1,0 1,0-1,0 1,0 1,0-1,-1 1,1 0,-1 0,1 0,-1 1,0-1,0 1,0 0,2 1,12 62,-18-61,0-1,1 1,-1-1,1 0,0 1,0-1,0 1,1-1,-1 0,1 0,0 0,0 0,1 0,-1 0,1-1,0 1,0-1,0 0,0 0,0 0,1 0,0 0,-1-1,1 1,1-1,2 0,1 0,-1 0,1-1,-1 0,1 0,0-1,-1 0,1-1,0 0,-1 0,1 0,-1-1,1 0,-1 0,0-1,0 0,0-1,0 1,-1-1,1 0,-1-1,0 0,0 0,0 0,-2 1,1 0,-1-1,1 1,-1-1,-1 0,1 0,-1 0,0 0,0-1,0 1,-1-1,0 0,0 0,0 0,-1 0,0 0,0 0,0 0,-1 0,0 0,0 0,-1-1,1 1,-1 0,-1 0,1 0,-1 0,0 1,-3-6,2 5,-1 0,0 1,-1-1,1 1,-1 0,0 0,-1 0,1 1,-1-1,0 1,0 1,0-1,0 1,-1 0,1 1,-1-1,0 1,0 1,0-1,0 1,0 0,0 1,0 0,0 0,0 0,0 1,0 0,0 1,0-1,0 1,1 0,-1 1,0 0,1 0,0 0,0 1,0 0,0 0,1 0,-1 1,1 0,-4 5,7-7,0 1,1-1,-1 0,1 1,0 0,0-1,1 1,-1-1,0 1,1 0,0 0,0-1,0 1,1 0,-1-1,1 1,0 0,0-1,0 1,0-1,1 1,-1-1,1 0,0 0,0 1,0-1,1-1,-1 1,1 0,-1 0,1-1,1 2,8 6,1 0,0-1,0 0,0-1,1 0,14 4,28 11</inkml:trace>
  <inkml:trace contextRef="#ctx0" brushRef="#br0" timeOffset="-5382.433">16204 831,'-23'-162,"15"81,-11 22,18 57,0 0,0 1,0-1,0 1,0-1,0 1,0 0,-1-1,1 1,0 0,-1 0,1 0,-1 0,1 0,-1 0,0 0,1 0,-1 1,0-1,0 1,1-1,-1 1,0 0,0 0,0 0,0 0,1 0,-1 0,0 0,0 0,0 1,-1 0,3-1,-1 0,1 1,-1-1,1 0,-1 1,1-1,-1 1,1-1,-1 0,1 1,0-1,-1 1,1 0,0-1,-1 1,1-1,0 1,0-1,-1 1,1 0,0-1,0 1,0-1,0 1,0 0,0-1,0 1,0 0,0-1,0 1,1-1,-1 1,0 0,0-1,0 1,1-1,-1 1,0-1,1 1,-1-1,0 1,1-1,-1 1,1-1,-1 1,1-1,-1 0,1 1,-1-1,1 0,-1 1,1-1,-1 0,1 0,0 0,-1 1,1-1,-1 0,1 0,0 0,18 9,0 0,1-2,0 0,1-1,0-1,-1-1,8 0,-15-1,25 3,-12-2,-1 0,0 2,0 1,0 1,-1 1,6 3,-27-10,1 0,-1 0,1 0,-1 0,0 1,0 0,0-1,0 1,0 0,-1 0,1 0,-1 1,0-1,0 1,0-1,-1 1,1 0,-1 0,0-1,0 1,0 0,0 0,-1 0,1 0,-1 0,0 0,0 0,-1 0,1 0,-1 0,-1 3,-1 10,1-15,1 1,0-1,0 1,0 0,0 0,0-1,0 1,1 0,0 0,-1 0,1 0,0 0,0-1,1 1,-1 0,0 0,1 0,0 0,0-1,0 1,0 0,0-1,0 1,1 0,-1-1,1 0,0 1,0-1,0 0,0 0,0 0,0 0,0 0,1-1,-1 1,1-1,-1 1,2 0,6-1,0 1,0-1,0 0,0-1,0 0,0-1,0 0,0 0,0-1,-1-1,1 0,-1 0,1 0,-1-1,0-1,0 0,-1 0,0 0,0-1,0 0,0-1,-1 0,0 0,-1-1,1 1,-1-1,-1-1,0 1,0-1,0 0,-1 0,-1 0,1-1,-2 1,1-1,-1 0,-1 0,0 0,0-4,-6-16,-3 45,7-7,1 0,-1 0,1 0,1 0,0 0,0 0,0-1,1 1,0 0,0-1,1 1,0-1,1 0,-1 0,1 0,1 0,-1-1,1 0,5 5,-6-6,0-1,0-1,0 1,1-1,-1 1,1-1,0-1,0 1,0-1,0 0,1 0,-1 0,0-1,1 1,-1-2,1 1,-1 0,1-1,0 0,-1 0,1-1,-1 0,1 0,-1 0,1 0,-1-1,0 0,2-1,2-2,0-1,-1 1,0-2,0 1,-1-1,1 0,-2-1,1 0,-1 0,0 0,-1-1,0 1,0-1,-1-1,0 1,0-1,-1 1,-1-1,1 0,-2 0,1 0,-1 0,-1-1,0-1,-11 48,9-30,1 0,-1-1,1 1,1 0,-1 0,1 0,0 0,0 0,1-1,0 1,0 0,0 0,1-1,0 1,0 0,0-1,1 0,-1 0,1 0,1 0,-1 0,1 0,-1-1,2 1,-1-1,0 0,1-1,3 3,-2-4,0 0,1 0,-1-1,1 0,0 0,-1 0,1-1,0 0,-1-1,1 1,0-1,-1-1,1 1,-1-1,0 0,1 0,-1-1,0 0,0 0,0-1,-1 1,1-1,-1 0,0-1,0 1,-1-1,1 0,-1 0,0-1,0 1,-1-1,1 0,-1 0,-1 0,1 0,-1 0,1-4,6-69,-15 73,1 21,4-9,1 0,0 0,0 0,0-1,1 1,0 0,0 0,0 0,1 0,0-1,0 1,1-1,-1 0,1 1,0-1,0 0,1 0,0-1,0 1,0-1,0 0,1 0,0 0,7 6,1-1,0-1,0 0,1-1,-1 0,2-1,-1-1,9 2,2 1,1-1,0-2,0 0,0-2,1-1,-1-1,0-1,1-2,-1 0,7-3,-29 4,1 0,-1 0,0 0,0-1,0 1,0-1,0 0,-1 0,1-1,0 1,-1-1,0 0,0 0,0 0,0 0,0 0,0-1,-1 0,0 1,1-1,-1 0,-1 0,1 0,-1 0,1 0,-1 0,0-1,-1 1,1 0,-1 0,0-1,0 1,0-1,0 1,-1 0,-1-5,2 4,-1 0,0 0,0 0,0 0,-1 1,0-1,0 0,0 1,-1-1,1 1,-1-1,0 1,0 0,-1 0,1 1,-1-1,0 1,0 0,0 0,0 0,0 0,-1 1,1-1,-1 1,0 0,1 1,-1-1,0 1,0 0,0 0,0 1,0-1,-1 1,1 0,-4 1,1 1,0 1,0 0,0 0,0 1,0 0,1 0,-1 1,1 0,0 0,1 1,-1 0,1 0,0 0,1 1,0 0,0 0,0 1,1-1,0 1,0 0,1 0,0 0,0 0,1 1,0-1,0 8,2-13,0 1,0-1,0 0,0 1,1-1,-1 0,1 0,0 0,0 0,0 0,1 0,-1 0,1 0,-1 0,1 0,0-1,0 1,0 0,1-1,-1 0,0 0,1 0,0 0,-1 0,1 0,0-1,0 1,0-1,0 0,0 0,0 0,0 0,1 0,0-1,5 2,0-1,0 0,0 0,0-1,0 0,-1-1,1 0,0 0,0-1,0 0,-1-1,3-1,-4 1,0 0,0-1,0 0,-1 0,0-1,0 1,0-1,0-1,-1 1,0-1,0 0,0 0,-1-1,0 1,0-1,-1 0,0 0,0 0,0 0,-1 0,0-1,-1 1,0-1,0 0,0-3,-6 8,1 17,4-8,0 0,0 0,1 0,0 0,0 0,1 0,-1-1,1 1,0 0,1-1,0 1,-1-1,2 0,-1 0,0 0,1-1,0 1,0-1,1 0,-1 0,1 0,2 1,10 7,0 0,1-1,0-1,1-1,17 6,131 34,-86-33</inkml:trace>
  <inkml:trace contextRef="#ctx0" brushRef="#br0" timeOffset="-7818.451">11979 670,'1'-6,"-1"1,0-1,0 0,0 0,0 1,-1-1,0 0,-1 1,1-1,-1 1,0-1,0 1,0 0,-1 0,0 0,0 0,0 0,-1 1,0-1,1 1,-1 0,-1 0,1 0,-1 1,1 0,-1 0,0 0,0 0,-1 1,1 0,0 0,-1 0,-5-1,3 3,1-1,-1 1,0 1,0-1,0 1,1 1,-1-1,0 1,1 1,0-1,-1 1,1 1,0-1,1 1,-1 0,1 1,-1 0,1 0,1 0,-1 1,1-1,0 1,0 1,0-1,1 1,0-1,1 1,-1 0,1 1,1-1,-1 0,1 1,1 0,-1-1,1 4,2-6,0 0,0 0,0-1,0 1,1-1,0 1,0-1,0 1,1-1,-1 0,1 0,0 0,0-1,1 1,-1-1,1 1,-1-1,1 0,0-1,0 1,1-1,-1 1,0-1,1-1,-1 1,1 0,0-1,-1 0,1 0,0-1,0 1,0-1,0 0,-1 0,1-1,0 0,0 1,0-2,-1 1,1 0,0-1,-1 0,0 0,1 0,3-3,2-1,1 0,-2 0,1-1,0 0,-1 0,-1-1,1-1,-1 0,-1 0,0 0,0-1,0 0,-1 0,-1 0,0-1,-1 0,1 0,-2 0,0-1,0 1,0-9,0-7,0 0,-2 0,-1 0,-1 0,-2 0,0 0,-2 0,-7-25,6 32,0-1,-1 1,-2 0,1 1,-2 0,-2-2,-11 7,11 42,10 11,1 0,3-1,0 1,3 0,1-1,2 0,2 0,1-1,9 19,-15-37,1 0,1 0,1 0,0-1,1-1,1 1,1-2,0 1,1-1,1-1,1 0,0-1,8 6,-18-18,1 1,-1-1,1 0,0 0,0 0,0-1,0 0,0 0,0 0,0 0,0-1,0 0,0 0,1 0,-1-1,0 1,0-1,0-1,0 1,0-1,-1 0,1 0,0 0,-1 0,1-1,-1 0,0 0,1-1,6-5,0 0,-1-1,0-1,0 0,-2 0,1-1,-1 0,-1 0,4-9,-4 6,-1 0,-1 0,0 0,-1-1,-1 1,0-1,-1 0,0-8,-7 10,-4 32,6-4,0 0,1 0,0 0,1 0,0 0,2 0,-1 0,2 0,2 11,-3-19,0-1,1 0,-1 1,1-1,1 0,-1 0,1 0,-1-1,2 1,-1-1,0 1,1-1,0 0,0 0,0-1,0 1,0-1,1 0,0 0,-1 0,1-1,0 1,1-1,-1-1,0 1,3 0,3-1,1 0,-1-1,1 0,-1-1,0 0,1-1,-1-1,0 1,0-2,-1 1,1-1,-1-1,1 0,-1-1,-1 0,1 0,-1-1,0 0,-1-1,1 0,-2 0,1 0,-1-1,0-1,-1 1,3-8,-5 11,-1-1,-1 0,1 1,-1-1,-1 0,1-1,-1 1,0 0,-1 0,0 0,0-3,0 10,1 0,-1 0,0-1,0 1,0 0,1-1,-1 1,0 0,0-1,0 1,0 0,0-1,0 1,0 0,0-1,0 1,0 0,0-1,0 1,0 0,0-1,0 1,0 0,0-1,0 1,0 0,0-1,-1 1,1 0,0-1,0 1,0 0,-1 0,1-1,0 1,0 0,-1 0,1-1,0 1,-1 0,1 0,0 0,0 0,-1-1,1 1,0 0,-1 0,1 0,0 0,-1 0,1 0,0 0,-1 0,1 0,-1 0,1 0,0 0,-1 0,1 0,0 0,-1 1,1-1,0 0,0 0,-1 0,1 0,0 1,-1-1,1 0,-11 25,11-16,1 0,-1 1,2-1,-1 0,1 0,0 0,1 0,0 0,1 0,-1-1,2 1,-1-1,1 0,1-1,-1 1,1-1,0 0,1 0,0-1,0 0,0 0,1-1,0 1,0-2,0 1,0-1,1-1,0 1,0-1,0-1,0 0,0 0,0-1,0 0,1 0,-1-1,0-1,5 0,-4 0,-1-1,1 0,0-1,-1 0,0 0,0-1,0 0,0-1,0 0,-1 0,0-1,0 0,-1 0,0-1,0 0,0 0,-1-1,3-4,2-4,-2 0,0 0,-1-1,-1 0,0-1,-1 0,-1 0,-1 0,0-6,8-42,-8 111,2 212,14 30,-8-170,1 2,-5 2,-5 25,-3-143,0 4,0 0,0 1,-1-1,0 0,0 0,0 0,-1 0,0 0,-1 0,-2 5,4-11,0 0,0-1,1 1,-1 0,0-1,0 1,0-1,0 1,0-1,0 1,0-1,0 0,0 1,0-1,0 0,0 0,0 0,0 0,-1 0,1 0,0 0,0 0,0 0,0 0,0-1,0 1,0 0,0-1,0 1,0-1,0 1,0-1,0 0,1 1,-1-1,0 0,0 1,0-1,1 0,-1 0,0 0,1 0,-1 0,-8-11,0 0,1 0,0-1,1 0,0 0,1-1,1 0,0 0,1 0,-2-13,6 27,-19-85,4 0,3-1,4-1,4 1,8-82,16-47,-20 213,0-1,0 0,0 1,0-1,1 0,-1 1,1-1,-1 1,1-1,0 1,0-1,0 1,0-1,0 1,1 0,-1 0,1 0,0 0,-1 0,1 0,0 0,0 0,0 0,0 1,1-1,-1 1,0 0,1 0,-1 0,1 0,-1 0,1 0,-1 1,1-1,-1 1,1-1,0 1,2 0,12 5,1 1,-1 0,0 1,-1 1,0 1,8 5,5 2,-28-15,11 4,0 1,0 0,-1 1,0 1,-1-1,1 2,-2-1,1 2,-1-1,-1 1,4 5,-11-14,-1 0,1 1,0-1,-1 1,1-1,-1 1,1 0,-1-1,1 1,-1-1,0 1,0 0,0-1,0 1,0 0,-1-1,1 1,0 0,-1-1,1 1,-1-1,1 1,-1-1,0 1,0-1,0 1,1-1,-1 0,-1 1,1-1,0 0,0 0,0 0,-1 0,1 0,0 0,-1 0,-1 0,-60 15,62-16,0 1,1-1,-1 0,1 0,-1 0,1 0,-1 0,1 0,-1 0,0 0,1 0,-1 0,1 0,-1 0,0 0,1 0,-1 0,1-1,-1 1,1 0,-1 0,1-1,-1 1,1 0,-1-1,1 1,-1 0,1-1,0 1,-1-1,1 1,0-1,-1 1,1-1,0 1,0-1,-1 1,1-1,0 1,0-1,0 1,0-1,0 0,-1 1,1-1,0 1,1-1,-1 0,0 1,0-1,0 1,0-1,0 0,24-24,-15 19,1 1,0 0,0 1,1 0,0 1,-1 0,1 1,0 0,0 0,0 1,0 1,0 0,1 0,-1 1,0 0,0 1,0 1,8 2,42 47,-59-52,0 0,1-1,-1 1,0-1,1 1,-1-1,0 0,0 0,0 0,0 0,0 0,0 0,0 0,0-1,0 1,0-1,-1 0,1 1,-1-1,1 0,-1 0,0 0,0 0,1 0,-1 0,-1 0,2-2,-1 2,4-6,0 0,0-1,-1 0,0 0,-1 0,0 0,0-1,-1 1,0-1,-1 1,0-1,0 0,-1 0,0 1,-2-7,1 13,1 0,-1 0,-1 0,1 0,0 0,-1 1,0-1,1 0,-1 1,0-1,0 1,-1 0,1-1,0 1,-1 0,1 1,-1-1,0 0,0 1,0-1,1 1,-1 0,0 0,-1 0,1 0,0 1,0-1,0 1,0 0,0 0,-3 0,-2 0,0 1,-1 0,1 1,0-1,0 1,0 1,0 0,0 0,0 0,1 1,-4 3,4-4,1 1,0 0,1 0,-1 1,1-1,-1 1,1 0,1 1,-1-1,1 1,0 0,0 0,1 0,0 1,0-1,0 1,1 0,0 0,0 0,1 0,-1 0,2 0,-1 0,1 0,0 0,1 0,-1 0,2 4,2-6,1 0,0 0,0 0,0-1,0 1,1-2,0 1,0 0,0-1,0 0,0-1,1 1,-1-1,1 0,-1-1,1 0,0 0,0 0,-1-1,1 0,0 0,0-1,5 0,34-3</inkml:trace>
  <inkml:trace contextRef="#ctx0" brushRef="#br0" timeOffset="-7568.125">13811 256,'-16'2,"-8"8,1 6,4 6,5 5,5-1</inkml:trace>
  <inkml:trace contextRef="#ctx0" brushRef="#br0" timeOffset="-7401.56">13985 790,'18'9,"15"6,14 0,14-3,15-3,11-8,-10-4</inkml:trace>
  <inkml:trace contextRef="#ctx0" brushRef="#br0" timeOffset="-14885.006">1 817,'22'-9,"0"-1,-1-1,0-1,-1-1,12-10,-1 2,-21 14,33-21,-1-1,-1-2,-2-2,-1-1,23-29,-58 61,-1 0,1-1,-1 1,1 0,-1-1,0 0,0 1,0-1,-1 0,1 0,-1 0,1 0,-1-1,0 1,0 0,0 0,-1-1,1 1,-1 0,0-1,0 1,0-1,0 1,-1 0,1-1,-1 1,0 0,0 0,0-1,0 1,0 0,-1 0,0 0,1 0,-1 1,0-1,-2-2,-1 2,0-1,0 1,0 1,-1-1,1 1,-1-1,1 2,-1-1,0 1,0-1,1 2,-1-1,0 0,0 1,0 1,0-1,0 1,0 0,1 0,-1 0,0 1,0 0,1 0,0 0,-1 1,1 0,0 0,0 0,0 1,1-1,-1 1,1 0,0 1,0-1,-3 5,-1 8,0 2,1-1,1 1,0-1,1 2,2-1,0 0,1 1,0 0,2-1,1 1,2 15,-1-6,1 1,1-1,2 0,1 0,10 25,-13-42,1-1,0 1,1-1,0 0,1 0,0-1,1 0,0 0,0-1,1 0,1 0,-1-1,1-1,0 1,3-1,-7-3,1-1,1 0,-1 0,0-1,1 0,-1-1,1 1,0-1,-1-1,1 0,0 0,-1 0,1-1,0 0,-1 0,1-1,-1 0,1-1,-1 1,0-1,0-1,0 1,0-1,-1 0,0-1,0 0,0 0,8-6,-1-1,0-1,-1 0,0-1,-1 0,-1-1,0 0,-1-1,-1 0,-1 0,2-6,-8 22,1-6,1 1,-1-1,0 0,0 0,0 0,-1 0,0 0,0 0,-1 0,0 0,0 0,0 0,0 0,-1 0,0 0,-2-6,0 11,0 0,1 1,-1-1,0 0,0 1,0 0,1-1,-1 1,0 0,0 1,0-1,0 0,1 1,-1-1,0 1,0 0,1 0,-1 0,0 1,1-1,0 0,-1 1,1 0,0 0,-1-1,1 1,0 0,1 1,-1-1,-1 2,-11 7,1 2,1 0,0 0,1 1,0 0,1 1,-5 11,13-25,1 1,0-1,0 1,0-1,0 1,0 0,0 0,1-1,-1 1,1 0,-1 0,1 0,0 0,-1 0,1 0,0-1,0 1,0 0,1 0,-1 0,0 0,1 0,-1 0,1 0,0-1,-1 1,1 0,0-1,0 1,0 0,0-1,1 1,-1-1,0 1,1-1,-1 0,1 0,-1 0,1 0,-1 0,1 0,0 0,0 0,-1 0,1-1,1 1,10 0,1 0,-1 0,0-2,1 0,-1 0,0-1,0-1,0 0,0-1,-1 0,1-1,-1 0,0-1,-1-1,12-7,-20 13,0-1,-1 0,1 0,0 0,-1 0,0 0,1 0,-1-1,0 1,0-1,0 1,0-1,-1 0,1 0,-1 0,0 0,1-3,-2 6,0-1,0 1,0-1,0 1,0 0,0-1,-1 1,1-1,0 1,0-1,0 1,-1 0,1-1,0 1,-1-1,1 1,0 0,-1-1,1 1,0 0,-1 0,1-1,-1 1,1 0,-1 0,1 0,0-1,-1 1,1 0,-1 0,1 0,-1 0,1 0,-1 0,1 0,-1 0,1 0,-1 0,1 0,-1 0,1 0,-1 1,1-1,0 0,-1 0,1 0,-1 1,1-1,0 0,-1 0,1 1,-1-1,1 0,0 1,0-1,-1 1,1-1,0 0,-1 1,1-1,0 1,0-1,0 1,0-1,-3 3,1 0,-1 0,1 0,0 0,0 0,0 0,1 1,-1-1,1 1,0-1,0 1,0-1,0 1,1 0,-1 0,1-1,0 1,0 0,0-1,1 1,-1 0,1 0,0-1,0 1,0-1,1 1,-1-1,1 1,0-1,0 0,0 0,0 0,0 0,8 2,-1 0,1-1,0-1,0 1,0-1,1-1,-1 0,1 0,-1-1,1-1,0 0,-1 0,9-2,-13 2,79-4,-1-4</inkml:trace>
  <inkml:trace contextRef="#ctx0" brushRef="#br0" timeOffset="-14435.984">2247 723,'0'16,"0"13,0 7,0 5,0-1,0-1,0-6,0-9</inkml:trace>
  <inkml:trace contextRef="#ctx0" brushRef="#br0" timeOffset="-12872.636">2020 483,'32'-3,"0"1,0 1,0 2,0 1,0 2,0 1,0 1,-1 2,2 2,-10-4,0 2,0 1,-1 1,0 1,-1 1,0 0,6 7,-17-12,-1 1,0 0,-1 0,0 1,0 0,-1 1,0-1,0 1,-1 1,-1-1,0 1,0 0,-1 1,0-1,1 10,2 92,-7-112,0 0,0 0,0 0,0 0,0 0,0 0,0 0,1 0,-1 0,0 0,0-1,1 1,-1 0,0 0,1 0,-1 0,1 0,-1-1,1 1,0 0,-1 0,1-1,0 1,0 0,-1-1,1 1,0-1,0 1,0-1,-1 1,1-1,0 0,0 0,0 1,0-1,0 0,0 0,0 0,0 0,0 0,0 0,0 0,0 0,41-19,-28 10,0-1,-1 1,0-2,-1 0,0 0,-1-2,0 1,-1-1,-1 0,0-1,0 0,-1-1,-1 0,-1 0,0-1,2-10,-11-3,3 29,-1 0,1-1,-1 1,1 0,0-1,-1 1,1 0,-1 0,1 0,-1 0,1-1,-1 1,1 0,-1 0,1 0,-1 0,1 0,-1 0,1 0,-1 0,1 0,-1 1,1-1,-1 0,1 0,-1 0,1 1,-1-1,1 0,-1 0,1 1,0-1,-1 0,1 1,0-1,-1 0,1 1,0-1,-1 1,1-1,0 1,0-1,-1 0,1 1,0-1,0 1,0-1,0 1,0-1,0 1,0-1,0 1,0-1,-6 13,1 1,0-1,1 1,1-1,0 1,1 0,0 0,1 0,1 12,-1-20,1-1,-1 1,1-1,0 1,0 0,0-1,1 1,0-1,0 1,0-1,1 0,0 0,0 1,0-1,1 0,0-1,0 1,0 0,0-1,1 0,-1 1,1-2,0 1,1 0,-1-1,0 0,1 1,0-2,0 1,0-1,0 0,0 0,0 0,1 0,-1-1,1 0,4 0,1-3,-1 0,1-1,-1-1,1 0,-1 0,0-1,-1 0,1 0,-1-1,0-1,-1 1,1-1,-1-1,-1 0,1 0,-1 0,-1-1,0 0,0 0,0-1,-1 0,-1 1,0-2,0 1,-1 0,0-1,1-10,7-29,-7 112,-3-55,0 0,1 0,-1 0,1-1,0 1,1-1,0 0,0 1,0-1,1-1,0 1,0 0,0-1,1 0,0 0,0 0,0-1,0 1,1-1,0 0,-1-1,2 0,-1 0,0 0,1 0,-1-1,1 0,-1-1,1 0,0 0,4 0,-1 0,0-1,0 0,-1-1,1 0,0-1,0 0,0 0,-1-1,1 0,-1-1,0 0,0 0,-1-1,1 0,-1-1,0 0,0 0,-1-1,0 0,0 0,0 0,4-8,-2 2,0 0,-1-1,0 0,-1 0,-1-1,0 0,-1 0,-1-1,0 1,-1-1,-1 0,0 0,-1-14,-3 13,-6 32,3 35,3 1,2 0,2 0,7 35,-6-54,28 249,15 219,-51-440,4-60,0 0,0 0,0 0,0 0,1 0,-1 0,0 0,0 0,0 0,0-1,0 1,1 0,-1-1,0 1,0 0,0-1,1 1,-1-1,0 1,1-1,-1 1,0-1,1 0,-1 1,1-1,-1 0,1 1,-1-1,1 0,-1 0,1 0,0 1,-1-1,1 0,0 0,0 0,0 0,-15-32,2-1,1-1,2 0,1-1,2 0,2 0,1 0,1-13,-7-58,5 0,5 0,8-58,-7 161,-1-9,1 0,1 0,0 1,1-1,0 1,1-1,0 1,1 0,1 1,4-8,-8 17,0-1,0 1,1 0,-1 0,1 0,0 0,-1 1,1-1,0 1,0 0,0 0,0 0,0 0,0 0,0 0,0 1,0 0,1-1,-1 1,0 0,0 1,0-1,0 1,1-1,-1 1,0 0,0 0,0 0,82 41,-77-36,1 0,-1 1,0-1,-1 2,0-1,0 1,-1 0,0 0,0 2,-4-7,0-1,-1 1,1 0,-1 0,0 0,0 0,0 0,0 1,-1-1,1 0,-1 0,0 1,0-1,0 0,0 0,-1 0,1 1,-1-1,0 0,0 0,0 0,0 0,0 0,-1 0,1 0,-1 0,0-1,0 1,0-1,-1 2,-5 3,-1-1,1 0,-1 0,0-1,-1 0,1-1,-1 1,0-2,0 0,0 0,0-1,-1 0,1 0,-1-2,-8 1,18 0,0-1,0 1,0-1,0 0,0 1,0-1,-1 0,1 0,0 0,0 1,0-1,0 0,-1 0,1-1,0 1,0 0,0 0,0-1,-1 1,1 0,0-1,0 1,0-1,0 0,0 1,0-1,0 0,0 1,1-1,-1 0,0 0,0 0,1 0,-1 0,0 0,1 0,-1 0,1 0,-1 0,1 0,0 0,-1-1,1 1,0 0,0 0,0 0,0 0,0-1,0 1,0 0,0 0,0 0,1 0,-1 0,0-1,1 1,-1 0,1 0,-1 0,1 0,0 0,85-71,-64 58,39-27,-2-2,-2-3,-1-2,29-36,-69 67,-1-1,0-1,-2 0,0-1,-1 0,-1-1,-1 0,-1-1,-1 0,-1-1,-1 1,-1-1,-1 0,0-1,-2 1,-1-11,-1 19,-1 1,-1-1,0 1,-1 0,0 0,-1 0,-1-2,3 12,1 0,-1 1,1-1,-1 1,0-1,0 1,-1-1,1 1,-1 0,1 0,-1 0,0 1,0-1,-1 1,1-1,0 1,-1 0,1 0,-1 1,0-1,1 1,-1-1,0 1,0 1,0-1,0 0,-4 1,1 2,-1 0,1 0,0 1,0 0,0 0,0 0,0 1,1 1,0-1,0 1,0 0,0 0,1 0,-1 1,2 0,-1 0,1 1,-1-1,2 1,-1 0,1 0,0 0,0 0,1 0,-1 8,-6 12,1 0,2 1,1-1,1 1,1 0,1 1,2-1,1 0,1 0,1 0,2 0,1 0,6 15,-6-23,1-1,0 0,2 0,0-1,2 0,0-1,0 0,2-1,0 0,1-1,0 0,1-1,1-1,0 0,1-1,0-1,1-1,0 0,1-1,-10-5,0 1,0-1,0 0,0-1,1 0,0 0,-1-1,1 0,0-1,0 0,0-1,0 0,0 0,0-1,0-1,0 1,0-2,-1 1,1-1,-1-1,1 0,-1 0,-1-1,1 0,-1 0,1-1,-1 0,1-2,0-5,-1 0,0-1,-1 0,-1 0,0 0,0-1,-2 0,0 0,-1 0,0-1,-1 1,-1-1,0 1,-2-4,2 19,-1-1,1 1,-1-1,0 0,0 1,1-1,-1 1,0-1,0 0,0 1,1-1,-1 0,0 1,0-1,0 0,0 1,0-1,0 0,-1 1,1-1,0 0,0 1,0-1,-1 1,1-1,0 0,0 1,-1-1,1 1,-1-1,1 1,0-1,-1 1,1-1,-1 1,1-1,-1 1,0 0,1-1,-1 1,1 0,-1 0,0-1,1 1,-1 0,0 0,1 0,-1 0,1 0,-1 0,0 0,1 0,-1 0,0 0,1 0,-1 0,0 0,0 0,-3 8,0 1,0-1,1 1,0 0,0 0,1-1,0 2,0-1,1 0,1 0,-1 0,2 9,-1-13,1 1,0-1,0 1,0-1,1 0,0 1,0-1,0 0,0 0,1 0,0 0,0-1,0 1,1-1,0 0,0 0,0 0,0 0,0-1,1 1,-1-1,1 0,0-1,0 1,0-1,0 0,1 0,-1 0,0-1,1 0,4 0,29 2,-4-4</inkml:trace>
  <inkml:trace contextRef="#ctx0" brushRef="#br0" timeOffset="-11502.448">4800 631,'0'19,"1"0,1 0,1 0,1 0,0-1,1 1,1-1,1 0,1 0,0-1,1 0,-7-14,-1 0,0 0,1 0,-1-1,1 1,0-1,0 1,0-1,0 0,1 0,-1 0,0 0,1 0,-1 0,1-1,0 1,0-1,0 0,-1 0,1 0,0 0,0 0,0-1,1 1,-1-1,0 0,0 0,0 0,0 0,0 0,0-1,0 1,0-1,0 0,0 0,0 0,0-1,0 1,-1-1,1 1,0-1,-1 0,1 0,5-6,-1-1,0 1,0-1,-1-1,0 1,-1-1,0 0,-1 0,0 0,0-1,-1 1,0-1,-1 0,-1 0,1 0,-2 0,1 0,-2-11,-4-3,-3 40,6-2,1 0,1 1,0-1,0 0,2 0,0 0,0 1,4 10,-5-20,0 0,1 0,-1 0,1-1,0 1,0 0,0-1,1 1,-1-1,1 0,0 0,0 0,0 0,0-1,0 1,1-1,-1 0,1 0,-1 0,1 0,0 0,0-1,0 0,0 0,0 0,0 0,0-1,0 1,0-1,3 0,6-2,1-1,-1 0,0 0,0-1,-1-1,1 0,-1-1,0 0,-1-1,1 0,-2-1,1-1,-1 1,0-1,0-1,-1 0,-1 0,0-1,1-1,-6 7,1 0,-1-1,0 1,0-1,-1 1,0-1,0 0,0 0,0 0,-1 0,0 0,-1-1,1 8,-1-1,0 0,-1 1,1-1,0 0,0 1,0-1,0 1,0-1,0 0,0 1,0-1,-1 0,1 1,0-1,0 0,-1 0,1 1,0-1,0 0,-1 0,1 1,0-1,0 0,-1 0,1 0,0 1,-1-1,1 0,0 0,-1 0,1 0,-1 0,1 0,0 0,-1 0,1 0,0 0,-1 0,1 0,0 0,-1 0,1 0,-1 0,1 0,0 0,-1 0,1-1,0 1,-1 0,1 0,0 0,0-1,-1 1,1 0,-2 5,1 0,0 0,0 0,1 0,-1 1,1-1,0 0,1 0,-1 1,1-1,0 0,0 0,1 0,0 0,-1 0,2 0,-1-1,0 1,1 0,0-1,0 0,0 0,1 0,0 0,-1 0,1-1,1 1,6 4,0 0,0-1,1 0,0-1,0 0,1-1,-1 0,1-1,0 0,3-1,12 2,-1-1,0-1,1-1,-1-2,1-1,0-1,-1-1,0-2,0 0,0-2,24-9,-45 14,-1 1,1-1,-1 1,1-2,-1 1,0-1,0 1,0-1,0-1,0 1,-1-1,1 0,-1 0,0 0,0 0,-1-1,1 1,-1-1,0 0,0 0,-1-1,0 1,0 0,0-1,0 1,-1-1,0 0,0 1,0-1,-1 0,0 0,0 0,0 1,-2-6,0 4,-1 0,-1 0,1 1,-1-1,-1 1,1 0,-1 0,0 0,0 0,-1 1,0 0,0 0,0 1,0-1,3 3,0 0,1 1,-1-1,0 1,0-1,0 1,0 0,0 0,0 0,-1 1,1-1,0 1,0-1,0 1,-1 0,1 1,0-1,0 0,-1 1,1 0,0 0,0 0,0 0,0 0,0 0,0 1,0 0,1-1,-1 1,0 0,1 0,0 1,-3 1,2 1,-1 0,1 0,0 0,0 0,0 1,1-1,-1 1,2 0,-1 0,0 0,1-1,0 1,1 1,-1-1,1 0,0 0,1 0,0 0,-1 0,2 0,-1 0,1-1,0 1,0 0,1-1,-1 1,1-1,0 0,1 0,-1 0,1 0,0-1,0 1,1-1,-1 0,1 0,0-1,0 1,0-1,1 0,-1-1,3 2,7 1,-1-1,1 0,0-1,0 0,1-2,-1 0,0 0,1-1,-1-1,0-1,0 0,0-1,0 0,0-2,0 1,-1-2,0 0,0-1,-1 0,0-1,0 0,4-4,-9 4,-1 1,0-1,0-1,0 1,-1-1,-1 0,0-1,0 1,0-1,-2 0,1 0,-1 0,0 0,-1-1,0 0,0-10,-4 34,2-1,0 0,0 1,1-1,1 0,0 1,1-1,0 0,1 0,0-1,3 6,-5-12,1 0,0 0,0 0,1 0,-1 0,1-1,0 0,0 1,0-1,1-1,-1 1,1-1,0 0,0 0,0 0,1-1,-1 0,1 0,-1 0,1 0,0-1,-1 0,1 0,0-1,3 0,3-1,1-1,-1-1,0 0,0 0,-1-2,1 1,-1-1,0-1,0 0,0-1,-1 0,0 0,-1-1,1 0,-2-1,1 0,-1 0,0-1,-1 0,5-10,-9 15,0 0,0 0,-1 0,0-1,0 1,0-1,0 0,-1 0,0 1,0-1,-1 0,0-5,-6 26,4-6,1 1,1-1,0 1,0 0,0-1,2 1,-1 0,1-1,0 0,1 1,0-1,1 0,0 0,0-1,1 1,0-1,0 0,1 0,0-1,1 1,-1-1,7 4,-3-1,1-1,0 0,1-1,0 0,1-1,-1 0,1-1,1 0,-1-1,1-1,0 0,0-1,0 0,0-1,3-1,-11 0,0-1,0 0,1 0,-1-1,0 0,0 0,0 0,0-1,0 0,0 0,0-1,0 1,-1-1,1 0,-1-1,0 1,0-1,0 0,-1-1,1 1,-1-1,0 0,0 0,-1 0,1 0,-1 0,0-1,-1 0,1 0,-1 1,0-1,-1-1,15-171,-8 90,3 0,5 1,3 1,24-63,-10 67,-32 82,-1 0,1 0,-1 0,1 0,-1 0,1 0,-1 0,0 1,1-1,-1 0,1 0,-1 0,0 1,1-1,-1 0,1 1,-1-1,0 0,0 1,1-1,-1 0,0 1,1-1,-1 0,0 1,0-1,0 1,0-1,1 1,-1-1,0 0,0 1,0-1,0 1,0-1,0 1,0-1,0 1,0-1,0 1,0-1,0 0,-1 1,1-1,0 1,0-1,0 1,-1-1,1 0,0 1,0-1,-1 0,1 1,0-1,-1 0,1 1,0-1,-1 0,1 0,-1 1,1-1,-65 290,59-254,2 0,2 0,1 1,1-1,2 0,2 0,3 9,-3-28,0 0,1 0,1 0,0 0,1-1,1 0,1-1,0 0,1 0,1-1,0 0,1 0,0-2,1 1,11 7,-17-14,0 0,0-1,0 0,1 0,0-1,0 0,0 0,1-1,-1 0,1 0,0-1,-1 0,1-1,0 0,0 0,0-1,0 0,0-1,0 0,6-1,-12 0,0 0,0 0,-1 0,1 0,-1 0,0 0,0-1,0 1,0-1,0 1,0-1,0 0,-1 0,0 0,1 0,-1 0,0 0,0 0,-1 0,1 0,-1-1,1 1,-1 0,0 0,-1-1,1 1,0 0,-1 0,0-1,0 0,-7-32</inkml:trace>
  <inkml:trace contextRef="#ctx0" brushRef="#br0" timeOffset="-10081.993">7019 389,'-49'-5,"65"17,68 13,0-4,62 6,-87-16,100 16,33 7,124 40,-305-71,76 34,-87-36,1-1,-1 0,1 0,-1 1,0-1,1 0,-1 1,1-1,-1 0,0 1,0-1,1 1,-1-1,0 0,1 1,-1-1,0 1,0-1,0 1,0-1,0 1,1-1,-1 1,0-1,0 1,0-1,0 1,0-1,0 1,-1-1,1 1,0-1,0 1,0-1,0 1,-1-1,1 1,0-1,0 1,-1-1,1 0,0 1,-1-1,1 1,0-1,-1 0,1 1,-1-1,1 0,-1 0,1 1,0-1,-1 0,1 0,-1 0,1 0,-1 1,1-1,-1 0,1 0,-1 0,-33 7,-125-2,156-5,0 1,0-1,0 1,0 0,0-1,0 1,0 1,0-1,0 0,1 1,-1-1,0 1,1 0,-1 0,1 0,0 0,0 0,0 1,0-1,0 0,0 1,1 0,-1-1,1 1,-1 0,1 0,0 0,0 0,1 0,-1 0,1 0,-1 2,-1 6,1 0,1 0,0 0,0 0,1 0,0 0,1 0,0 0,1 0,-2-8,0 0,0 0,0 0,0 0,0 0,1 0,0 0,-1-1,1 1,0 0,0-1,1 0,-1 1,0-1,1 0,-1 0,1 0,0-1,0 1,0 0,0-1,0 0,0 0,0 0,0 0,0 0,0-1,0 1,1-1,-1 0,0 0,2 0,7-4,0 1,0-2,0 1,-1-2,0 1,0-2,0 1,-1-2,0 1,-1-1,1-1,-1 0,-1 0,0 0,0-1,6-11,15-28,-20 47,-8 21,-1-16,0 11,0 1,1-1,1 1,0-1,1 0,1 0,0 1,-3-10,1-1,0 1,1-1,-1 1,1-1,0 0,0 0,0 0,0-1,1 1,0-1,-1 1,1-1,0 0,1-1,-1 1,0-1,1 0,0 0,-1 0,1 0,1-1,-1 0,-1 0,1-1,-1 1,0-1,1 0,-1 0,1-1,-1 1,0-1,1 0,-1 0,0-1,0 1,0-1,0 0,0 0,0 0,0 0,-1-1,1 0,-1 0,1 0,-1 0,0 0,-1 0,1-1,0 0,-1 1,0-1,0 0,0 0,0 0,-1 0,0-1,1 1,-2 0,1-1,0 1,-1 0,0-3,1-8,-1-1,0 1,-1 0,-1 0,0 0,-1 0,-1 0,0 1,-1-1,-4-6,-3-15,11 35,1 0,-1 1,1-1,0 0,-1 0,1 0,0 1,0-1,-1 0,1 0,0 0,0 0,0 0,0 1,0-1,0 0,0 0,1 0,-1 0,0 0,0 1,1-1,-1 0,0 0,1 0,-1 1,1-1,-1 0,1 1,-1-1,1 0,0 1,-1-1,1 1,0-1,-1 1,1-1,0 1,0-1,0 1,-1 0,1-1,0 1,0 0,0 0,0 0,-1-1,1 1,0 0,0 0,0 0,0 1,0-1,0 0,-1 0,1 0,0 1,0-1,0 0,0 1,33 4,0 2,0 1,-1 2,4 2,7 2,-37-12,39 11,-1 2,-1 2,0 2,21 14,-60-31,-1 0,0 0,0 0,0 1,0 0,0-1,-1 2,1-1,-1 0,0 1,0-1,0 1,0 0,-1 0,1 0,-1 0,0 0,0 1,-1-1,1 1,-1-1,0 1,0-1,-1 1,1 0,-1-1,0 4,-12 25,11-32,0 1,-1-1,1 1,0-1,0 1,0 0,0 0,0-1,0 1,1 0,-1 0,1 0,-1 0,1 0,-1 0,1 0,0 0,0 0,0 0,0 0,1 0,-1 0,0-1,1 1,0 0,-1 0,1 0,0 0,0 0,0-1,0 1,0 0,0-1,0 1,1-1,-1 0,1 1,-1-1,1 0,-1 0,1 1,0-1,-1-1,1 1,1 0,17 4,1-1,-1-1,1-1,0-1,0-1,0 0,0-2,14-3,-5 2,0-2,0-1,-1-2,28-10,-47 14,1-1,-1 1,-1-1,1-1,-1 0,0 0,0-1,-1 0,0-1,0 1,0-1,-1-1,-1 0,1 0,0-3,-4 6,-1-1,1 1,-1-1,0 0,-1 0,0 0,0 0,-1 0,1 0,-2 0,1 0,-1 0,0 0,0 0,-2-3,3 7,-1-1,0 1,0 0,-1-1,1 1,-1 0,0 0,0 0,0 0,0 0,0 1,0-1,-1 0,0 1,1 0,-1 0,0 0,0 0,0 0,0 0,0 1,-1-1,1 1,0 0,-1 0,1 0,-1 1,1-1,-1 1,1 0,-2 0,0 1,0 0,0 0,-1 1,1 0,0 0,0 0,1 1,-1 0,0 0,1 0,0 0,-1 1,2-1,-1 1,0 0,1 1,-1-1,1 0,0 1,1 0,-1 0,1-1,0 1,0 1,1-1,-1 0,1 0,0 1,0-1,1 1,0-1,0 0,0 1,1-1,-1 1,1-1,1 0,-1 0,1 1,0-1,1 2,1 0,2 0,-1 0,1-1,0 1,0-1,1 0,0-1,0 0,0 0,0 0,1-1,0 0,0-1,0 1,6 0,131 26,-99-26,-1-1,1-2,0-2,-1-2,1-2,-1-2,17-6,-54 12,0-1,-1 0,1 0,0-1,-1 0,0 0,1 0,-1-1,-1 0,1-1,0 0,-1 0,0 0,0 0,-1-1,0 0,0 0,0-1,0 1,-1-1,0 0,-1-1,0 1,0 0,1-5,-4 11,0 0,0-1,0 1,0 0,0 0,0-1,0 1,0 0,-1 0,1-1,-1 1,1 0,-1 0,1 0,-1 0,1-1,-1 1,0 0,0 0,0 0,0 1,1-1,-1 0,0 0,0 0,-1 1,1-1,0 0,0 1,0-1,0 1,-1 0,1-1,0 1,0 0,-1-1,1 1,0 0,0 0,-1 0,0 1,-55 9,-66 40,122-50,0 1,-1 0,1-1,0 1,0 0,0 0,0 0,0 0,0 0,0 0,0 0,0 0,0 0,0 0,1 1,-1-1,1 0,-1 0,1 1,-1-1,1 0,0 1,-1-1,1 1,0-1,0 0,0 1,0-1,0 1,1-1,-1 0,0 1,1-1,-1 0,1 1,-1-1,1 0,-1 1,1-1,0 0,0 0,0 0,0 0,0 0,0 0,0 0,0 0,0 0,0 0,0-1,0 1,1 0,-1-1,1 1,7 4,0 0,0-1,0 0,0-1,1 0,0-1,-1 0,1 0,0-1,0 0,0 0,0-1,0-1,-1 0,1 0,0-1,0 0,-1-1,1 0,0-1,-7 4,0-1,0 0,0 1,0-1,1 1,-1 0,0 0,0 0,0 0,0 1,1-1,-1 1,0 0,0 0,0 0,0 0,-1 1,1-1,1 2,22 7,4-4,0-1,0-1,1-1,-1-2,1-1,0-1,-1-2,0-1,5-3,23-4</inkml:trace>
  <inkml:trace contextRef="#ctx0" brushRef="#br0" timeOffset="2230.422">335 1807,'220'227,"-175"-184,-44-43,0 0,0-1,0 1,0 0,0 0,0-1,0 1,0-1,0 1,0-1,0 0,0 1,0-1,0 0,0 1,0-1,0 0,-1 0,1 0,0 0,-1 0,1 0,-1 0,1 0,-1 0,1 0,-1 0,0 0,1 0,-1 0,0-1,0 1,0 0,0 0,0 0,0 0,0 0,-1 0,1-1,0 1,0 0,-1 0,1 0,0-1,0-53,-1 46,-1 0,1-1,1 1,0 0,0-1,1 1,0 0,1 0,0-1,0 1,1 0,0 1,0-1,1 0,0 1,1 0,0 0,0 0,1 1,0 0,0 0,1 0,0 0,1 3,0 0,1 0,-1 1,1 0,0 1,0 0,0 0,0 1,0 0,0 0,0 1,0 0,0 1,1 0,36 6</inkml:trace>
  <inkml:trace contextRef="#ctx0" brushRef="#br0" timeOffset="3140.641">1164 1953,'-11'-9,"-71"-49,79 57,0-1,0 1,-1 0,1 0,0 0,-1 0,1 1,-1 0,1-1,0 1,-1 0,1 1,-1-1,1 1,0-1,-1 1,1 0,0 0,0 0,-1 1,1-1,0 1,0 0,1 0,-1 0,0 0,0 1,-3 3,0 1,1 0,-1 0,1 0,1 1,0-1,0 1,0 0,1 0,0 1,1-1,0 1,0-1,1 1,0 0,0-1,1 1,0 5,1-12,-1 0,0 0,1 0,-1 0,1 0,-1 0,1 0,0-1,0 1,0 0,0 0,0-1,0 1,0-1,0 1,1-1,-1 0,1 1,-1-1,1 0,0 0,-1 0,1 0,0 0,-1 0,1-1,0 1,0 0,0-1,0 0,0 1,0-1,0 0,1 0,66-15,-51 5,0 0,-1-1,-1-1,0-1,-1 0,0-1,-1-1,6-8,-17 20,-3 3,0-1,0 1,0-1,0 1,0-1,0 1,0-1,0 1,0-1,0 1,1-1,-1 1,0-1,0 1,1 0,-1-1,0 1,0-1,1 1,-1 0,0-1,1 1,-1 0,1-1,-1 1,0 0,1 0,-1 0,1-1,-1 1,1 0,-1 0,0 0,1 0,-1 0,1 0,-1-1,1 1,-1 0,1 1,-1-1,1 0,-1 0,1 0,-1 0,1 0,-1 0,1 1,-1-1,0 0,1 0,-1 0,1 1,-1-1,0 0,1 1,-1-1,0 0,1 1,2 25,-4-21,1 0,0 1,1-1,-1 0,1 1,0-1,0 0,0 0,1 0,0 0,0 0,0 0,1 0,0 0,0-1,0 0,0 1,1-1,-1 0,1-1,0 1,0-1,5 3,-4-4,-1 0,1-1,0 1,0-1,1 0,-1-1,0 1,0-1,0 0,0-1,0 1,1-1,-1 0,0 0,0-1,0 1,-1-1,1 0,0 0,-1-1,3-1,85-68,-74 53,-1-1,-1 0,-1-2,-1 0,-1 0,-1-2,0 1,-2-1,-1-1,-1 0,-1 0,-1-1,-2 0,0 0,-2 0,0 0,-2 0,-1 0,-4-20,-19-41,23 85,0-1,0 1,0-1,0 1,-1 0,1-1,-1 1,0 0,0 0,0 0,0 0,0 0,0 1,0-1,-1 0,1 1,0 0,-1 0,1-1,-1 1,0 1,1-1,-1 0,0 1,0-1,1 1,-1 0,0 0,0 0,0 0,-4 3,1 0,0 0,-1 1,1 0,0 0,1 0,-1 1,1 0,0 0,0 0,0 1,1-1,0 1,0 0,0 0,1 1,0-1,0 1,0 0,0 2,-6 13,1 0,1 1,1 0,1 0,0 0,2 0,1 1,1-1,1 1,1-1,1 1,1-1,1 1,1-1,3 8,-4-21,0-1,1 1,0-1,1 0,0 0,0 0,1-1,0 0,0 0,1-1,0 0,0 0,0-1,1 0,0 0,1-1,-1-1,1 1,0-2,0 1,0-1,0-1,1 1,-1-2,1 0,8 0,-3 0,1-1,-1-1,0-1,0 0,0-1,0-1,0 0,-1-1,1-1,-1 0,-1-1,1-1,-1 0,0-1,-1-1,0 0,0-1,-7 5,-6 5,0 1,0-1,1 0,-1 0,0 1,0-1,1 1,-1-1,0 0,1 1,-1-1,1 1,-1-1,1 1,-1-1,1 1,-1-1,1 1,-1-1,1 1,0 0,-1-1,1 1,0 0,-1 0,1-1,0 1,-1 0,1 0,0 0,-1 0,1 0,0 0,0 0,-1 0,1 0,0 0,-1 0,1 1,0-1,-1 0,1 0,0 1,-1-1,1 0,-1 1,1-1,0 1,-1-1,1 1,-1-1,1 1,-1-1,0 1,1-1,-1 1,1 0,-1-1,0 1,0-1,1 1,-1 0,0 0,0-1,0 1,2 6,0-1,0 0,0 0,1-1,0 1,0 0,0-1,1 0,-1 0,1 0,1 0,-1-1,1 1,-1-1,1 0,1 0,-1-1,0 0,1 0,0 0,-1 0,1-1,0 0,0 0,1-1,-1 0,1 0,1 0,-1 0,1-1,-1-1,1 1,-1-1,0 0,1-1,-1 1,0-1,0-1,0 0,0 0,0 0,-1-1,0 0,1 0,-1 0,-1-1,1 0,-1 0,1-1,-2 1,1-1,0 0,-1 0,-1-1,1 1,-1-1,0 0,0 0,-1 0,0 0,-1 2,-1 1,-1 0,1 0,-1 0,0 0,0 0,0 0,0 0,0 1,-1-1,0 0,0 1,0-1,0 1,-1-1,1 1,-1 0,0 0,0 0,0 1,0-1,0 1,0-1,-1 1,0 0,0 0,-4-2,1 1,0 0,-1 1,0-1,0 1,1 1,-1 0,0 0,0 0,-1 1,1 0,-8 2,7-1,1 2,-1-1,0 1,1 1,-1 0,1 0,0 0,1 1,-1 0,1 1,0 0,-3 2,7-5,0-1,1 1,-1 0,0 0,1 0,0 0,0 0,0 1,0-1,0 1,1-1,-1 1,1 0,0-1,0 1,0 0,1 0,-1 0,1 0,0 0,0 0,1 0,-1-1,1 1,-1 0,1 0,1 0,-1-1,1 3,2-1,-1 0,1 0,0-1,0 1,0-1,0 0,1 0,0-1,0 0,0 1,0-1,0-1,0 1,1-1,-1 0,1 0,0-1,2 1,107 11,-41-14</inkml:trace>
  <inkml:trace contextRef="#ctx0" brushRef="#br0" timeOffset="4331.635">2742 1927,'-31'-11,"0"1,-1 1,0 2,0 1,0 2,-13 0,42 4,0-1,0 1,0-1,-1 1,1 0,0 0,0 0,0 1,0-1,0 1,0 0,0 0,0 0,0 0,0 0,0 1,0-1,1 1,-1 0,0-1,1 1,0 1,-1-1,1 0,0 0,0 1,0 0,1-1,-1 1,1 0,-1-1,1 1,0 0,0 0,0 0,0 0,1 1,-1-1,1 0,0 0,0 2,1 0,1 0,0 1,1-1,-1 0,1 0,0 0,0-1,0 1,1-1,0 0,0 0,0 0,0 0,0-1,1 1,0-1,0 0,0-1,0 1,0-1,0 0,0 0,1 0,-1-1,1 0,-1 0,1-1,0 1,-1-1,1 0,0-1,-1 1,1-1,-1 0,1-1,2 0,7-4,-1 0,0 0,0-1,0-1,-1 0,-1-1,1 0,6-8,1 1,-18 14,-1 2,-1-1,1 0,-1 0,1 0,-1 1,1-1,0 0,-1 1,1-1,0 1,0-1,0 0,-1 1,1 0,0-1,0 1,0-1,0 1,0 0,0 0,0 0,-1-1,1 1,0 0,0 0,0 0,0 0,0 1,0-1,0 0,0 0,0 1,0-1,0 0,0 1,-1-1,1 1,0-1,0 1,0-1,-1 1,1 0,9 60,-10-54,0-1,1 1,0-1,0 1,0 0,1-1,0 0,0 1,0-1,1 0,1 2,-3-7,1-1,-1 1,0-1,0 1,1-1,-1 1,0-1,1 0,-1 0,0 0,1 0,-1 0,0 0,1 0,-1 0,0 0,1 0,-1-1,0 1,0-1,1 1,-1-1,0 1,0-1,0 0,1 0,-1 1,0-1,0 0,0 0,-1 0,1 0,0 0,0 0,0 0,-1-1,1 1,-1 0,1 0,-1-1,1 1,-1 0,0 0,1-1,-1 1,0 0,0-1,0 0,25-89,11-19,-35 107,1 1,-1 0,1 0,0-1,0 1,0 1,0-1,0 0,0 0,1 1,-1-1,0 1,1 0,-1 0,1 0,0 0,-1 0,1 0,0 1,-1-1,1 1,0 0,0 0,0 0,-1 0,1 0,0 1,-1-1,2 1,78 30,-76-27,21 9,6 2,-1 1,-1 2,-1 1,0 1,6 8,-30-22,0 0,0 0,-1 0,0 1,0 0,-1 0,0 0,0 0,0 1,-1 0,-1-1,1 1,-1 0,0 1,-1-1,0 0,0 0,-1 3,0-10,0 0,0 0,0 0,0 0,0 0,0 0,0 0,0 0,0 0,0-1,1 1,-1 0,0 0,1 0,-1 0,1 0,-1-1,1 1,-1 0,1 0,-1-1,1 1,0 0,-1-1,1 1,0-1,0 1,-1-1,1 1,0-1,0 0,0 1,0-1,-1 0,1 1,0-1,0 0,0 0,0 0,0 0,0 0,0 0,0 0,41-17,-1-9,-1-1,-1-2,-1-2,14-16,-43 39,0 0,0 0,-1-1,0 0,-1-1,0 0,-1 0,0 0,0-1,0-2,-5 11,-1 0,1 0,-1 0,1 0,-1 0,0-1,0 1,0 0,0 0,0 0,-1 0,1-1,0 1,-1 0,0 0,0 0,1 0,-1 0,0 0,0 0,-1 1,1-1,0 0,-1 1,1-1,-1 0,1 1,-1 0,0-1,1 1,-1 0,0 0,0 0,0 0,0 0,0 1,0-1,0 0,0 1,-2-1,-4-1,0 1,0-1,0 2,0-1,0 1,0 0,0 0,0 1,0 0,-5 2,8-2,1 0,-1 0,0 0,1 1,-1 0,1 0,0 0,-1 1,1-1,0 1,0 0,1 0,-1 0,1 1,-1-1,1 1,0 0,0 0,1 0,-1 0,1 0,0 1,0-1,1 1,-1-1,1 1,0 0,0 0,0-1,1 1,0 0,0 0,0 0,0 0,1-1,0 1,0 0,0 0,0-1,1 1,0-1,0 1,0-1,3 4,5 1,0-2,0 1,1-1,0-1,0 0,0 0,1-1,0-1,0 0,0-1,1 0,-1 0,13 0,54 6,0-4,0-3,0-3,0-4,0-3,74-18,-132 22,4 0,1-1,-1-1,-1-1,1-2,15-7,-39 16,0-1,0 1,0 0,0-1,0 1,0-1,0 1,0-1,0 0,0 0,0 1,0-1,0 0,0 0,-1 0,1 0,0 0,-1 0,1 0,-1 0,1 0,-1 0,1 0,-1 0,0 0,1 0,-1-1,0 1,0 0,0 0,0 0,0 0,0-1,0 1,0 0,-1 0,1 0,0 0,-1 0,1-1,-1 1,1 0,-1 0,0 0,1 0,-1 1,0-1,0 0,1 0,-1 0,0 0,0 1,0-1,0 0,0 1,0-1,0 1,0-1,-1 1,-12-10,-2 1,1 1,-1 0,-1 1,1 0,-1 2,0 0,-1 1,1 0,-7 1,21 2,0 0,-1 0,1 1,0-1,-1 1,1 0,-1 0,1 0,0 1,-1-1,1 1,0 0,-1-1,1 2,0-1,0 0,0 1,0-1,0 1,0 0,0 0,0 0,1 0,-1 0,1 1,0-1,0 1,0 0,0-1,0 1,0 0,1 0,-1 0,0 3,-1 1,1 1,-1-1,2 1,-1 0,1 0,0 0,0 0,1-1,0 1,1 1,-1-7,0 0,1 0,-1 1,1-1,-1 0,1 0,0 0,0 0,0 0,0 0,0 0,0 0,1 0,-1 0,1-1,-1 1,1 0,-1-1,1 1,0-1,0 0,0 0,0 0,0 1,0-2,0 1,0 0,0 0,1-1,-1 1,0-1,0 0,1 0,-1 0,0 0,1 0,12-2,1-1,-1 0,0-1,0-1,0 0,-1-1,0-1,0 0,0-1,-1 0,0-1,-1 0,0-2,8-8,7-12,-38 44,8-9,1 0,1 0,-1 0,1 0,-1 0,1 0,0 0,0 0,1 1,0-1,-1 0,1 1,1-1,-1 0,1 1,-1-1,1 0,0 0,1 1,-1-1,1 0,0 0,0-1,0 1,0 0,1-1,-1 1,1-1,0 0,0 0,0 0,2 1,9 3,1-1,0-1,0 0,1-1,-1-1,1 0,0-1,-1 0,1-2,15 0,-29 0,93-1,-3-4</inkml:trace>
  <inkml:trace contextRef="#ctx0" brushRef="#br0" timeOffset="4892.632">5683 1981,'22'-45,"3"2,1 1,1 1,3 2,5-4,8-6,-43 49,0 0,1-1,-1 1,0-1,0 1,1-1,-1 1,0 0,1-1,-1 1,0 0,1-1,-1 1,1 0,-1 0,0-1,1 1,-1 0,1 0,-1 0,1 0,-1-1,1 1,-1 0,1 0,-1 0,1 0,-1 0,1 0,-1 0,1 0,-1 1,0-1,1 0,-1 0,1 0,-1 0,1 1,-1-1,1 0,-1 0,0 1,1-1,-1 0,0 1,1-1,-1 0,0 1,1-1,-1 1,0-1,0 0,1 1,-1-1,0 1,0-1,0 1,0 0,3 32,-3-28,9 219,-5-189,-1-11,0 0,-1 0,-2 0,-1 0,0 1,-2-1,-1 1,2-20,1 0,-1 0,-1-1,1 1,-1-1,1 1,-1-1,-1 0,1 0,-1-1,1 1,-4 2,5-4,1-1,0 0,-1 0,1 0,-1 0,1-1,-1 1,1 0,-1-1,1 1,-1-1,0 1,1-1,-1 0,0 0,1 1,-1-1,0 0,1-1,-1 1,0 0,1 0,-1-1,0 1,1-1,-1 0,1 1,-1-1,1 0,-1 0,1 0,0 0,-1 0,1 0,0 0,0 0,-1-1,1 1,0-2,0 3,0-1,0 1,1-1,-1 0,1 1,-1-1,1 0,-1 0,1 1,-1-1,1 0,-1 0,1 0,0 0,0 0,-1 1,1-1,0 0,0 0,0 0,0 0,0 0,0 0,0 0,0 0,1 0,-1 1,0-1,0 0,1 0,-1 0,1 0,-1 1,1-1,-1 0,1 0,-1 1,1-1,0 0,-1 1,1-1,0 1,-1-1,1 1,0-1,0 1,0-1,-1 1,1 0,0-1,0 1,0 0,1 0,53-8,-52 8,39-1,7 0,-1-2,1-2,19-6,-45 5</inkml:trace>
  <inkml:trace contextRef="#ctx0" brushRef="#br0" timeOffset="5141.642">5375 1352,'-9'2,"1"10,10 12,12 9,14 8,11 3,8 2,5-3,-6-9</inkml:trace>
  <inkml:trace contextRef="#ctx0" brushRef="#br0" timeOffset="5393.506">6004 1392,'2'10,"3"13,5 15,6 12,7 7,6 2,7 1,-2-10</inkml:trace>
  <inkml:trace contextRef="#ctx0" brushRef="#br0" timeOffset="6363.989">8089 1833,'12'8,"0"-1,0 0,1-1,0 0,0-1,0-1,1 0,0 0,6-1,-5 1,100 18,91 5,-49-8,-101-3,-65-6,-110 30,74-28,-540 174,477-145,108-41,-16 9,26-3,138-9,-96-1,11 0,268-18,218 17,-446 14,-88-4,-19-2,-23 1,-94-4,95 0</inkml:trace>
  <inkml:trace contextRef="#ctx0" brushRef="#br0" timeOffset="6843.38">7915 1887,'363'10,"371"-7,-652-5,-111-6,-11 5,71 12,8-5,-38-4</inkml:trace>
  <inkml:trace contextRef="#ctx0" brushRef="#br0" timeOffset="7197.432">8944 1606,'-126'-72,"106"65,32 16,50 20,1-2,1-4,56 13,145 36,166 52,-395-112,-1 2,0 1,30 18,-18 12,-46-44,0 1,-1 0,1 0,-1 0,1 0,-1 0,0 0,0 0,0 0,0 0,0 0,0 1,-1-1,1 0,-1 0,1-1,-1 1,0 0,1 0,-1 0,0 0,0-1,-1 1,1 0,0-1,-1 1,1-1,0 1,-3 0,-11 11,0-2,-2 1,1-2,-1 0,-1-1,-9 2,26-10,-357 150,159-71,-30 25,172-75</inkml:trace>
  <inkml:trace contextRef="#ctx0" brushRef="#br0" timeOffset="8981.354">10749 1700,'-17'56,"3"1,2 1,2 0,3 1,1 40,4-27,3-198,-2 53,3 0,3 1,10-47,-29 254,14-133,0 1,0-1,0 1,0-1,0 0,1 1,-1-1,1 1,-1-1,1 0,0 0,0 1,0-1,0 0,1 0,-1 0,1 0,-1 0,1 0,-1-1,1 1,0 0,0-1,0 1,0-1,0 0,0 0,0 0,1 0,-1 0,0 0,0 0,1-1,-1 1,1-1,-1 0,0 0,1 0,-1 0,1 0,-1 0,1-1,17-3,-1-1,0-1,-1 0,1-2,-1 0,0-1,-1-1,0 0,5-6,0 0,0-1,-1-1,0 0,-2-2,0-1,-1 0,3-7,-15 28,-12 22,4-14,-9 42,2 0,3 1,2-1,2 1,3 27,-1-66,0-1,1 1,1 0,0-1,1 1,0-1,0 0,1 0,3 6,7 3</inkml:trace>
  <inkml:trace contextRef="#ctx0" brushRef="#br0" timeOffset="9348.383">11337 1780,'3'296,"16"-219,-19-75,1 0,0 0,0-1,0 1,0 0,0-1,0 1,0-1,0 1,1-1,-1 0,0 0,1 1,0-1,-1 0,1 0,-1 0,1-1,0 1,0 0,0-1,-1 1,1-1,0 1,0-1,0 0,0 0,0 0,0 0,-1 0,1 0,0 0,0-1,0 1,0-1,0 0,-1 1,1-1,0 0,8-6,0 0,0 0,-1-1,0-1,-1 0,0 0,0 0,-1-1,0 0,0 0,-1-1,-1 0,4-9,13-33,-2-2,-2-1,-3 0,2-24,10-32,-27 111,0 0,-1 0,1-1,0 1,0 0,1 0,-1-1,0 1,0 0,0 0,1 0,-1-1,1 1,-1 0,1 0,-1 0,1 0,0 0,0 0,-1 0,1 0,0 0,0 0,0 1,0-1,0 0,0 0,0 1,0-1,0 1,0-1,0 1,1-1,-1 1,0 0,0 0,0 0,1-1,-1 1,0 0,0 0,1 0,-1 1,0-1,0 0,0 0,1 1,10 5</inkml:trace>
  <inkml:trace contextRef="#ctx0" brushRef="#br0" timeOffset="9592.389">11819 1633,'5'18,"5"13,9 8,7 4,11 2,8 2,8 0,4 1,-1-1,-3-1,-8-7,-10-5,-8-6,-12-13,-7-8</inkml:trace>
  <inkml:trace contextRef="#ctx0" brushRef="#br0" timeOffset="9760.941">12274 1807,'-7'-14,"-7"-6,-3-3,-1 3,0 7,-1 13,-4 15,-8 21,-9 21,-15 15,-13 15,-9 8,0 2,8-7,16-19</inkml:trace>
  <inkml:trace contextRef="#ctx0" brushRef="#br0" timeOffset="10280.726">13423 2007,'2'20,"4"19,0 13,1 10,0 4,-1-2,-2-3,-2-6,-1-11,-2-11,-2-20,-1-11</inkml:trace>
  <inkml:trace contextRef="#ctx0" brushRef="#br0" timeOffset="10546.022">13356 2154,'-8'-151,"8"149,0-1,1 1,-1 0,1 0,-1-1,1 1,0 0,0 0,0 0,1 0,-1 0,0 0,1 0,-1 1,1-1,-1 0,1 1,0-1,0 1,0 0,0-1,0 1,0 0,0 0,0 1,0-1,0 0,1 1,-1-1,0 1,1-1,-1 1,0 0,0 0,1 0,0 1,84 20,-20 19,-66-39,1 1,0-1,0 0,-1 1,1-1,-1 1,1-1,-1 1,0 0,0 0,0 0,0-1,0 1,0 0,0 0,-1 0,1 1,0-1,-1 0,0 0,0 0,0 0,0 0,0 1,0-1,0 0,0 0,-1 0,1 0,-1 0,0 0,0 0,0 0,0 1,-5 2,0 0,-1-1,0 1,0-1,0 0,0-1,0 1,-1-2,0 1,1-1,-1 0,0-1,0 1,0-2,0 1,0-1,0 0,-1-1,5 1,-58 1,39-1</inkml:trace>
  <inkml:trace contextRef="#ctx0" brushRef="#br0" timeOffset="13548.983">13771 1981,'-4'19,"2"-10,-1 0,2 0,-1 0,1 1,1-1,0 0,0 1,1-1,0 0,0 1,1-1,1 0,2 7,-3-13,0 0,0-1,0 1,0-1,1 0,-1 0,1 0,0 0,-1 0,1 0,0-1,0 1,0-1,0 0,0 0,1 0,-1 0,0 0,0-1,1 0,-1 0,0 0,1 0,-1 0,0 0,2-1,2 0,0 0,0-1,0 0,-1 0,1-1,0 1,-1-1,0-1,0 1,0-1,5-5,-7 7,-1-1,0 0,0 0,0 0,0-1,-1 1,1-1,-1 1,0-1,0 0,0 0,-1 0,1 0,-1 0,0 0,0 0,-1 0,1-1,-1 1,0 0,0-1,0 1,-1 0,1 0,-1-1,0 1,0 0,-1 0,1 0,-1 0,0 0,0 1,0-1,0 0,-1 1,1-1,-1 1,0 0,0 0,0 0,-1 1,1-1,-1 0,-2 1,0-1,0 1,-1 0,1 1,0-1,-1 1,1 0,-1 1,1 0,-1 0,0 0,1 1,-1 0,1 0,0 0,-1 1,1 0,0 0,0 1,0 0,0 0,1 0,-1 1,1 0,0 0,0 0,0 0,0 1,1 0,0 0,0 0,0 1,1-1,0 1,0 0,0 0,0 0,0 4,3-6,-1-1,1 1,0 0,0 0,1-1,-1 1,1-1,0 1,0 0,0-1,0 1,1-1,-1 0,1 1,0-1,0 0,0 0,0 0,1-1,-1 1,1 0,0-1,0 1,0-1,0 0,0 0,0 0,0-1,1 1,-1-1,38 20</inkml:trace>
  <inkml:trace contextRef="#ctx0" brushRef="#br0" timeOffset="14327.676">14466 2007,'-12'-8,"0"0,-1 1,0 1,0 0,0 0,-1 2,0-1,0 2,0 0,0 1,0 0,-1 1,1 0,0 2,-1-1,1 2,0 0,0 1,0 0,0 1,0 0,1 1,-5 3,13-6,1 0,-1 0,1 0,0 1,0-1,0 1,0 0,0 0,1 1,-1-1,1 1,0 0,0 0,0 0,1 0,-1 0,1 0,0 1,0-1,1 1,-1 0,1-1,0 1,0 0,3-2,0 0,1 0,-1-1,1 0,0 1,-1-1,1 0,0 0,0 0,0-1,0 1,1-1,-1 0,0 0,1 0,-1 0,1 0,-1-1,1 1,-1-1,1 0,-1 0,1-1,19 2,0-1,0-2,0 0,-1-1,1-2,-1 0,0-1,0-1,-1-2,0 0,0-1,3-3,-24 13,0 0,1-1,-1 1,0 0,0 0,1-1,-1 1,0 0,1 0,-1-1,0 1,1 0,-1 0,1 0,-1 0,0 0,1-1,-1 1,0 0,1 0,-1 0,1 0,-1 0,0 0,1 0,-1 0,1 1,-1-1,0 0,1 0,-1 0,1 0,-1 0,0 1,1-1,-1 0,0 0,1 1,-1-1,0 0,0 0,1 1,-1-1,0 0,0 1,1-1,-1 0,0 1,0-1,0 1,0-1,-1 26,0-9,1-14,0 0,1 0,-1-1,1 1,0 0,0-1,0 1,0 0,1-1,-1 1,1-1,-1 0,1 1,0-1,0 0,0 0,0 0,0 0,0-1,1 1,-1-1,1 1,-1-1,1 0,-1 0,1 0,0 0,-1 0,1 0,0-1,0 0,1 1,4-1,0 1,0-1,0-1,0 1,0-1,-1-1,1 0,0 0,-1 0,0-1,4-1,-2-1,0-1,0 0,0-1,-1 1,0-1,0-1,-1 0,0 0,0 0,-1-1,0 0,-1 0,0-1,0 1,0-3,46-156,-23 38,5-89,-33 164,-7 60,-40 123,30-74,3 1,1 0,3 0,3 1,0 28,6-76,0 1,1-1,-1 1,2-1,-1 1,1-1,1 1,-1-1,1 1,1-1,0 0,0 0,0-1,1 1,0 0,1-1,0 0,0 0,0-1,1 1,0-1,0 0,0-1,1 1,0-1,0-1,0 1,1-1,0-1,-1 1,3-1,-4-1,0-1,1-1,-1 1,1-1,-1 0,1 0,-1-1,1 0,-1 0,1-1,-1 1,0-2,0 1,0 0,0-1,0 0,-1-1,1 1,-1-1,0 0,0 0,0-1,-1 0,1 1,-1-1,0-1,-1 1,1-1,-1 1,0-1,0-2,38-143,-46 217,4-55,1 0,0 0,0 1,1-1,1 0,0 0,0 0,3 5,-4-13,0 0,0 0,0 0,1 0,-1 0,1-1,0 1,0 0,0-1,0 0,0 1,1-1,-1 0,1 0,-1 0,1-1,0 1,-1-1,1 1,0-1,0 0,0 0,0 0,0 0,1-1,-1 1,0-1,0 0,0 0,0 0,3-1,16-2</inkml:trace>
  <inkml:trace contextRef="#ctx0" brushRef="#br0" timeOffset="14582.991">14653 1620,'-18'-3,"-20"0,-15 0,-5 1,6 0,12 1,24-2,29 0,34 0,36 1,33 0,31 4,23 3,13 5,-23 1</inkml:trace>
  <inkml:trace contextRef="#ctx0" brushRef="#br0" timeOffset="14912.122">15950 1820,'23'6,"0"-2,1 0,-1-2,1 0,0-2,-1 0,1-2,-1 0,1-2,-1 0,0-2,0-1,3-2,-18 6,-1-1,0 1,-1-1,1-1,-1 1,0-1,0 0,0-1,-1 1,0-1,0 0,0-1,-1 1,0-1,0 0,0 0,-1 0,0 0,-1-1,0 1,0-1,0 0,-1 1,0-1,-1 0,1 0,-2 0,1 1,-1-1,0 0,-1 0,1 1,-2-1,1 1,-1-1,-3-4,5 10,0 0,0 0,0-1,-1 1,1 1,-1-1,0 0,1 0,-1 0,0 1,0-1,0 1,0 0,0-1,0 1,0 0,-1 0,1 1,0-1,-1 0,1 1,-1-1,1 1,0 0,-1 0,1 0,-1 0,1 0,-1 0,1 1,0-1,-1 1,1 0,0-1,-1 1,1 0,0 0,0 1,0-1,0 0,0 1,0-1,0 1,0 0,1 0,-1 0,0 0,-10 16,1 0,1 0,1 1,0 0,1 0,1 1,1 0,1 1,1-1,1 1,-1 20,-7 88,6 0,7 50,-1-27,-9-45,0-72</inkml:trace>
  <inkml:trace contextRef="#ctx0" brushRef="#br0" timeOffset="15213.841">15897 2127,'32'-15,"1"1,1 1,0 2,0 1,34-4,-58 12,89-19,0 6,88-3,-132 23,-55-4,1-1,-1 1,0 0,1-1,-1 1,0 0,1-1,-1 1,0 0,0 0,0 0,0-1,0 1,0 0,0 0,0-1,0 1,0 0,0 0,0 0,0-1,-1 1,1 0,0-1,-1 1,1 0,0 0,-1-1,1 1,-1-1,1 1,-1 0,0-1,0 3,-3 3,-33 75,36-78,1-1,-1 0,1 1,-1-1,1 1,0-1,0 1,0-1,0 1,0-1,0 0,1 1,-1-1,1 1,0-1,0 0,-1 0,2 1,-1-1,0 0,0 0,1 0,-1 0,1 0,-1 0,1-1,0 1,0 0,0-1,0 0,0 1,0-1,2 1,49 8,-27-11</inkml:trace>
  <inkml:trace contextRef="#ctx0" brushRef="#br0" timeOffset="15465.22">16672 1780,'2'11,"1"4</inkml:trace>
  <inkml:trace contextRef="#ctx0" brushRef="#br0" timeOffset="15731.511">17393 1914,'156'-52,"-25"11,-118 36,-1-1,1-1,-1 0,-1-1,1 0,-2 0,1-1,-1-1,5-6,-11 12,0-1,0 0,-1 0,0 0,0 0,0-1,-1 1,0-1,0 0,0 0,-1 1,0-1,0 0,0 0,-1 0,0 0,0 0,0 0,-1 0,0 0,0 0,-1 0,0 0,2 2,-2-1,1 1,0 0,-1 0,0-1,0 1,0 1,-1-1,1 0,-1 0,0 1,0 0,0-1,0 1,0 0,-1 1,0-1,1 0,-1 1,0 0,0 0,0 0,-1 1,1-1,0 1,-1 0,1 0,0 1,-1-1,1 1,-1 0,1 0,-1 0,1 1,-1 0,1 0,-1 0,1 0,0 0,0 1,-4 2,0 4,1 0,1 0,0 1,0 0,0 1,1-1,0 1,1 0,0 0,1 0,0 0,1 1,0-1,0 1,1 2,-11 85,5 1,3 0,7 31,-3-72,2 14,1-31,-1-1,-3 1,-1 0,-1-1,-3 1,-1-1,-2 0,-2-1,-6 13,-6-9</inkml:trace>
  <inkml:trace contextRef="#ctx0" brushRef="#br0" timeOffset="16712.405">17313 2168,'151'-11,"89"8,-159 3,-61-1,51 10,-70-8,-1 0,1 1,-1-1,1 0,-1 1,1-1,-1 0,0 1,0-1,1 1,-1-1,0 0,0 1,0-1,-1 1,1-1,0 0,-1 1,1-1,0 0,-1 1,0-1,1 0,-1 1,0-1,0 0,1 0,-1 0,0 0,-1 1,-2 6,3-6,-1-1,1 1,1-1,-1 1,0 0,0 0,0-1,1 1,-1 0,1 0,0 0,-1 0,1 0,0-1,0 1,0 0,0 0,1 0,-1 0,0 0,1 0,0-1,-1 1,1 0,0 0,0-1,0 1,0 0,0-1,0 1,0-1,0 1,1-1,-1 0,1 0,-1 1,1-1,-1 0,1 0,0 0,-1-1,1 1,0 0,1 0,2 0,0 1,0-1,1 0,-1-1,0 1,0-1,0 0,1 0,-1-1,0 1,0-1,0-1,0 1,0 0,0-1,0 0,0-1,-1 1,1-1,-1 1,1-1,-1-1,0 1,0-1,-1 1,1-1,-1 0,0 0,0-1,0 1,0 0,-1-1,0 0,0 0,0 0,0 0,-1 0,0 0,0 0,0 0,-1 0,1-1,-1 1,-1-4,-1 1,0 1,-1-1,1 1,-2 0,1 0,-1 0,0 0,0 1,-1-1,0 1,0 0,-1 1,1-1,-1 1,0 0,-1 1,1-1,-1 1,0 0,0 1,0 0,-1 0,1 0,-1 1,1 0,-1 1,0 0,0 0,1 0,-1 1,0 0,-4 1,-29 6,46 0,4-3,0-2,0 1,0-1,1-1,-1 0,1 0,-1-1,1 0,6-1,-8 1,11 0,0 0,1-2,-1 0,0-1,-1-1,1-1,-1 0,0-1,0-2,0 1,-1-2,0 0,-1-2,0 1,-1-2,0 0,-1-1,6-7,-4-1,-1-2,-1 0,-2 0,0-2,-1 1,-2-1,0-1,-2 0,-1 0,-1 0,-1-1,-1-3,-2 25,1-2,-1 1,0 0,-1-1,1 0,-1 1,0-1,-1 1,1-1,-1 1,-1 0,1-1,-1 1,0 0,-1 0,1 0,-1 0,-2-3,2 8,1 0,-1 0,1 0,-1 0,1 1,-1-1,0 1,1-1,-1 1,1 0,-1 0,0 1,1-1,-1 0,0 1,1-1,-1 1,1 0,-1 0,1 0,0 0,-1 1,1-1,0 1,0-1,0 1,0 0,0-1,0 1,0 0,1 0,-1 1,1-1,-1 0,1 0,0 2,-16 21,2 0,1 2,1 0,1 0,1 1,2 0,1 1,1 0,1 1,2-1,0 14,1-24,1 0,0 0,2 0,0 0,1 0,1 0,1 0,1 0,0-1,1 1,1-1,1 0,1-1,0 0,1 0,1-1,1 0,7 9,-16-22,1 0,-1 0,1 0,0 0,0-1,0 1,0-1,0 0,1 0,-1 0,1 0,-1 0,1-1,0 0,-1 0,1 0,0 0,0 0,0-1,0 0,0 0,0 0,0 0,-1 0,1-1,0 0,0 0,0 0,-1 0,1 0,0-1,-1 0,2-1,53-63,-35 34,-23 31,0 1,0 0,0-1,0 1,0 0,0-1,0 1,1 0,-1 0,0-1,0 1,0 0,0 0,1-1,-1 1,0 0,0 0,0 0,1-1,-1 1,0 0,0 0,1 0,-1 0,0-1,0 1,1 0,-1 0,0 0,1 0,-1 0,0 0,0 0,1 0,-1 0,0 0,1 0,-1 0,0 0,0 0,1 0,-1 0,0 0,1 0,-1 1,0-1,0 0,1 0,-1 0,0 0,0 1,1-1,-1 0,0 0,0 0,0 1,1-1,-1 0,0 0,0 1,0-1,0 0,0 0,0 1,0-1,1 0,1 26,-1-15,0-7,1 0,-1-1,1 1,-1-1,1 1,1-1,-1 1,0-1,1 0,-1 0,1 0,0-1,0 1,0-1,1 1,-1-1,0 0,1 0,-1 0,1-1,0 1,0-1,-1 0,1 0,0 0,0-1,0 0,0 1,0-1,0 0,0-1,0 1,0-1,0 0,0 0,0 0,-1 0,2-1,-2 2,1-1,-1 0,0 1,1-1,-1 0,0-1,0 1,0 0,0-1,0 0,0 0,-1 1,1-2,0 1,-1 0,0 0,1-1,-1 0,0 1,0-1,-1 0,1 0,-1 0,1 0,-1 0,0 0,0 0,0-1,0 1,-1 0,1-1,-1 1,0 0,0-1,0 1,-1 0,1-1,-1 1,0 0,0-1,0 1,0 0,0 0,-1 0,1 0,-2-2,0 1,-1 0,1 0,-1 1,1-1,-1 1,0 0,-1 0,1 0,0 0,-1 1,0-1,1 1,-1 0,0 1,0-1,0 1,0 0,0 1,0-1,0 1,-1 0,1 0,0 0,0 1,0 0,0 0,0 0,0 0,0 1,0 0,0 0,1 0,-1 1,1 0,0 0,-2 1,5-2,0 0,0 0,1 0,-1 0,1 1,-1-1,1 0,0 0,0 1,0-1,0 0,0 0,1 1,-1-1,1 0,-1 0,1 0,0 0,0 0,0 0,0 0,0 0,0 0,0 0,1 0,-1-1,1 1,-1 0,1-1,0 0,0 1,0-1,-1 0,1 0,0 0,0 0,1 0,-1 0,0-1,0 1,0-1,0 1,1-1,-1 0,34 14</inkml:trace>
  <inkml:trace contextRef="#ctx0" brushRef="#br0" timeOffset="17231.108">19065 2007,'-10'-12,"0"1,-1 0,-1 0,1 1,-2 1,1 0,-1 1,0 0,-1 1,0 0,0 1,-1 1,1 0,-7 0,18 5,0 0,0 0,0 0,0 0,0 1,0 0,1-1,-1 1,0 0,0 0,1 0,-1 1,0-1,1 1,-1-1,1 1,0 0,-1 0,1 0,0 0,0 1,0-1,1 0,-1 1,1-1,-1 1,1 0,0-1,0 1,0 0,0 0,0 0,1 0,-1 0,1-1,0 1,0 0,0 0,0 0,1 0,-1 0,1 0,-1 0,1 0,0 0,0-1,0 1,1 0,0 0,8 17,1-1,1-1,1 0,0 0,2-1,0-1,0 0,1-2,1 1,1-2,5 3,71 58,-94-73,0 0,0 0,0 0,-1 0,1 0,0 0,0-1,0 1,-1 0,1 0,-1 0,1 0,-1 0,1 0,-1-1,1 1,-1 0,0 0,1-1,-1 1,0-1,1 1,-1 0,0-1,0 1,0-1,0 0,0 1,0-1,1 0,-1 1,0-1,0 0,0 0,0 0,0 0,0 0,0 0,0 0,0 0,0 0,0 0,0-1,0 1,0 0,0-1,1 1,-2-1,-5 1,0 0,-1 0,1-1,0 0,0-1,0 1,0-1,0-1,0 1,1-1,-1 0,1-1,0 0,0 0,0 0,-2-2,7 5,0 0,0 0,0-1,0 1,0 0,0-1,1 1,-1-1,0 1,1-1,-1 1,1-1,-1 1,1-1,0 0,0 1,0-1,0 0,0 1,0-1,0 1,0-1,1 0,-1 1,0-1,1 1,0-1,-1 1,1-1,0 1,0-1,0 1,0 0,0 0,0-1,48-40,8 10,1 3,1 2,29-8,-54 22,-33 12,-1 1,0 0,0-1,0 1,1 0,-1-1,0 1,0 0,1-1,-1 1,0 0,1 0,-1-1,0 1,1 0,-1 0,0 0,1 0,-1-1,0 1,1 0,-1 0,1 0,-1 0,0 0,1 0,-1 0,1 0,-1 0,0 0,1 0,-1 0,1 0,-1 1,0-1,1 0,-1 0,0 0,1 0,-1 1,0-1,1 0,-1 0,0 1,1-1,-1 0,0 0,0 1,1-1,-1 0,0 1,0-1,0 1,0-1,1 0,-1 1,0-1,0 0,0 1,-13 23,7-14,0 1,0 0,1 1,0 0,1 0,1 0,0 0,0 1,0 8,2-17,1 1,0-1,0 0,0 0,0 1,1-1,0 0,-1 0,1 1,1-1,-1 0,1 0,0 0,0-1,0 1,0 0,0-1,1 1,0-1,0 0,0 0,0 0,0 0,0 0,1-1,-1 0,2 1,15 4,-2-4</inkml:trace>
  <inkml:trace contextRef="#ctx0" brushRef="#br0" timeOffset="17482.439">19279 1753,'-16'-7,"-5"-4,-2-1,6 5,10 2,13 6,11 1,1 2</inkml:trace>
  <inkml:trace contextRef="#ctx0" brushRef="#br0" timeOffset="17747.73">19640 1446,'0'27,"0"23,2 19,1 11,2 7,0 2,0-4,0-5,0-9,2-10,-1-11,1-11,-1-15,-1-18,-2-18,-1-5</inkml:trace>
  <inkml:trace contextRef="#ctx0" brushRef="#br0" timeOffset="17914.284">19479 1846,'16'-9,"23"-3,31 1,27 4,23 6,14 7,2 5,-22 1</inkml:trace>
  <inkml:trace contextRef="#ctx0" brushRef="#br0" timeOffset="19330.956">20803 2007,'82'-78,"-48"48,0-2,-2-1,-2-2,-1-1,15-25,-39 52,0 0,-1 0,0 0,-1 0,0-1,0 0,-1 1,0-1,-1 0,0 0,-1 0,0-9,-1 14,1 0,-1 0,0 0,0 1,-1-1,1 0,-1 0,0 1,-1-1,1 1,-1 0,0 0,0 0,0 0,0 0,-1 1,1-1,-1 1,0 0,0 0,0 0,-1 1,1-1,-1 1,1 0,-3 0,3 1,0-1,0 1,0 1,0-1,0 0,0 1,-1 0,1 0,0 0,0 0,-1 1,1 0,0 0,0 0,0 0,0 1,0-1,0 1,1 0,-1 0,0 1,1-1,0 1,-1-1,1 1,0 0,0 0,1 1,-1-1,1 1,0-1,-2 3,-6 16,2 0,0 0,1 1,1 0,1 0,1 0,2 1,0-1,1 1,1 1,0 6,1-1,1 0,2 0,1 0,5 14,-7-30,1-1,0 0,1-1,1 1,0-1,1 0,0 0,1-1,0 0,1 0,0-1,0 0,4 2,-6-7,1 0,-1 0,1-1,0 1,1-2,-1 1,1-1,-1-1,1 1,0-2,0 1,0-1,0 0,0-1,0 0,0-1,0 0,0 0,0-1,0 0,7-3,0 0,-1-1,0 0,-1-2,1 1,-1-2,-1 0,0 0,0-2,-1 1,0-2,8-10,-15 17,-1 0,0-1,0 1,-1-1,1 0,-1 0,-1 0,1 0,-1-1,0 1,0-1,-1 1,0-1,0-1,-1 7,0-1,0 1,-1-1,1 1,0 0,-1-1,1 1,-1 0,1-1,-1 1,0 0,0 0,1 0,-1-1,0 1,0 0,0 0,0 0,0 1,-1-1,1 0,0 0,0 0,0 1,-1-1,1 1,0-1,-1 1,1-1,0 1,-1 0,1 0,-1 0,0 0,-50 2,47 0,0 0,0 0,1 0,-1 1,1-1,-1 1,1 0,0 0,0 1,0-1,1 1,-1 0,1 0,0 0,0 0,0 1,-1 2,3-5,0 1,-1-1,1 0,0 1,0-1,1 1,-1-1,1 1,-1-1,1 1,0 0,0-1,0 1,0 0,0-1,0 1,1-1,0 1,-1-1,1 1,0-1,0 1,0-1,0 0,1 1,-1-1,1 0,-1 0,1 0,0 0,0 0,0-1,0 1,0 0,0-1,2 2,0-1,0 0,0 0,1 0,-1-1,0 1,1-1,-1 0,1 0,-1-1,1 1,-1-1,1 0,-1-1,1 1,0-1,-1 1,1-1,-1-1,0 1,1-1,-1 1,0-1,0 0,0-1,0 1,0-1,-1 0,1 0,-1 0,0 0,0 0,0-1,0 1,0-1,-1 0,0 0,0 0,0 0,0 0,0-2,3-29,-9 33,-1 16,5-10,0 1,0-1,0 0,0 1,1-1,0 0,0 1,0-1,0 0,1 0,-1 0,1 0,0 0,0 0,1-1,-1 1,1 0,0-1,0 0,0 0,0 0,0 0,1 0,-1-1,1 1,0-1,0 0,0 0,1 0,13 6,1-1,0 0,0-2,0 0,18 2,162 9,-100-14</inkml:trace>
  <inkml:trace contextRef="#ctx0" brushRef="#br0" timeOffset="19713.172">22634 1794,'0'18,"0"13,0 7,0 5,2 0,1-6,2-7,1-8</inkml:trace>
  <inkml:trace contextRef="#ctx0" brushRef="#br0" timeOffset="21762.609">22473 1579,'24'3,"0"0,0 2,0 0,-1 2,0 0,-1 2,1 1,13 7,-10-4,0 0,0 2,-2 1,0 1,0 0,17 20,-32-29,0 2,-1-1,0 1,0 1,-1-1,-1 1,0 0,0 1,-1 0,0 0,-1 0,-1 0,0 0,0 1,-2-1,1 1,-1 1,1 41,0-54,0 0,1 0,-1 0,0 0,1 0,-1-1,1 1,-1-1,1 0,-1 1,1-1,0 0,-1-1,1 1,-1 0,1-1,-1 1,1-1,-1 0,0 0,1 0,-1 0,0 0,1-1,0 0,6-2,0-1,0 0,0-1,-1 0,0 0,0-1,0 0,-1 0,0-1,0 0,-1 0,0-1,-1 1,0-1,0-1,0 1,-2-1,1 1,-1-1,0 0,-1 0,1-11,-8-7,5 28,-1-1,1 1,0-1,0 1,-1 0,1-1,0 1,-1 0,1 0,0-1,-1 1,1 0,0 0,-1-1,1 1,-1 0,1 0,0 0,-1 0,1 0,-1 0,1 0,-1 0,1 0,0 0,-1 0,1 0,-1 0,1 0,-1 0,1 0,0 0,-1 0,1 1,-1-1,1 0,0 0,-1 0,1 1,0-1,-1 0,1 1,0-1,-1 0,1 1,0-1,0 0,-1 1,1-1,0 0,0 1,0-1,-1 1,1-1,0 0,0 1,0-1,0 1,0 0,-3 3,1 1,-1 0,1 0,0 0,0 0,1 0,0 0,0 0,0 1,0-1,1 1,0-1,0 0,0 1,1-1,0 0,0 1,0-1,1 0,-1 0,1 0,1 0,-1 0,1-1,-1 1,1 0,1-1,-1 0,1 0,-1 0,1 0,0-1,0 1,1-1,0 0,0-1,1 1,-1-1,1 0,-1 0,1-1,0 0,0 0,-1 0,1-1,0 1,0-1,0-1,0 1,0-1,0 0,-1 0,1-1,0 0,-1 0,1 0,-1-1,0 0,0 0,0 0,0 0,0-1,-1 0,0 0,1 0,-2 0,1-1,0 0,-1 0,0 0,0 0,0 0,0-2,8-98,-15 152,5-37,0 0,1 0,0 0,0 0,1-1,1 1,-1-1,2 0,-1 0,1 0,2 3,-5-9,1 0,-1 1,1-1,0 0,0 0,0-1,0 1,0 0,1-1,-1 0,1 0,-1 0,1 0,0-1,0 1,0-1,0 0,0 0,0-1,0 1,0-1,0 0,0 0,0 0,0 0,0-1,0 0,4-1,1-1,-1 0,0-1,0 0,-1 0,1-1,-1 0,0 0,0-1,0 0,-1 0,0-1,0 0,-1 0,0 0,2-4,56-122,-41 63,-42 136,3 0,4 1,2 1,0 36,6 88,6-229,1-1,2 1,2 0,4-10,-5 18,59-250,-44 236,-3 63,34 172,-54-130,3-60,0-1,-1 1,1-1,-1 0,1 1,-1-1,0 0,0 1,0-1,0 0,0 0,0 0,0 0,0 0,0 0,0 0,0 0,-1 0,1 0,0 0,-1-1,1 1,-1-1,1 1,0-1,-1 0,1 1,-1-1,1 0,-1 0,0 0,1 0,-1 0,1 0,-1-1,1 1,-1 0,0-1,-1-1,1 1,0-1,-1 0,1 0,0 0,0 0,0 0,0 0,1-1,-1 1,1 0,-1-1,1 0,0 1,0-1,0 0,0 1,0-1,1 0,-1 0,1 0,0 0,0 0,0 0,0 1,0-1,1 0,-1 0,1 0,0 0,0 1,0-1,0 0,0 1,1-1,-1 1,2-3,83-111,-46 68,-17 20,-2-1,-1 0,-2-1,-1-1,-1-1,-1 0,-2-2,-2 1,-1-1,-1-1,-2 1,-1-1,0-35,-19-22,12 89,0 0,0 0,0 0,-1 0,1 0,-1 1,0-1,1 0,-1 1,-1-1,1 1,0 0,0-1,-1 1,1 0,-1 1,0-1,0 0,0 1,1-1,-1 1,0 0,-1 0,1 0,0 1,-2-1,-2 2,1 0,0 0,0 1,0 0,0 0,0 0,0 1,0 0,1 0,-1 0,1 1,0 0,0 0,0 0,1 1,-1 0,1-1,0 2,1-1,-1 0,1 1,0-1,-9 15,2 0,0 1,1 0,1 0,0 1,2 0,1 0,1 0,0 1,2-1,1 1,0 0,2 0,1 0,0-1,2 1,1-1,0 0,2 0,0 0,2-1,0 0,1-1,2 0,0-1,0 0,2 0,1-2,0 0,3 2,-9-11,1 0,1-1,-1 0,1 0,0-1,1-1,-1 0,1-1,1 1,-8-4,-1 0,0 0,1 0,-1-1,1 1,-1-1,1 0,-1 0,1-1,-1 1,1-1,-1 0,0 0,1 0,-1-1,0 0,0 0,0 0,0 0,0 0,-1-1,1 0,-1 0,1 0,-1 0,2-3,5-11,0-1,-2 0,0-1,-1 0,-1 0,0-1,-2 1,1-11,-11 61,2-15,1 1,0-1,1 1,1 0,0-1,1 1,1 0,1 0,-1-13,0-1,1 1,-1-1,1 1,0-1,0 0,0 0,0 0,1 0,-1 0,1 0,0-1,0 1,0-1,0 0,0 0,0 0,0 0,1 0,-1-1,1 1,-1-1,1 0,0 0,-1-1,1 1,0-1,0 0,0 0,-1 0,1 0,0-1,0 1,-1-1,1 0,-1 0,1 0,0-1,-1 1,0-1,1 0,-1 0,0 0,0 0,0-1,0 1,0-1,6-6,0-1,0 0,-1-1,-1 0,1 0,-2-1,0 1,3-8,-18 89,9-68,0 0,0 0,0 0,1 0,-1 0,0 0,1-1,0 1,-1 0,1 0,0 0,0-1,0 1,0-1,0 1,0 0,1-1,-1 0,0 1,1-1,-1 0,1 0,0 0,-1 0,1 0,0 0,-1 0,1-1,0 1,0 0,0-1,0 0,0 1,1-1,7-2,0 0,-1 0,1-1,-1 0,0-1,0 0,0 0,0-1,-1 0,0 0,0-1,0 0,-1-1,0 0,0 0,0 0,-1-1,0 0,-1 0,0-1,2-3,-5 9,-2 3,0-1,0 1,0-1,0 1,0-1,0 1,0-1,0 1,0-1,1 1,-1-1,0 1,0-1,1 1,-1-1,0 1,1-1,-1 1,0 0,1-1,-1 1,1 0,-1-1,0 1,1 0,-1 0,1-1,-1 1,1 0,-1 0,1 0,-1-1,1 1,0 0,-1 0,1 0,-1 0,1 0,-1 0,1 0,-1 0,1 1,-1-1,1 0,-1 0,1 0,-1 0,1 1,-1-1,1 0,-1 1,1-1,-1 0,1 1,12 64,-12-55,0 0,1 0,0 0,1-1,0 1,0-1,1 1,4 6,-7-14,0 0,0 0,1 0,-1 0,1-1,-1 1,1 0,0-1,-1 0,1 1,0-1,0 0,0 0,0 0,0 0,0 0,0 0,1-1,-1 1,0-1,0 1,0-1,1 0,-1 0,0 0,0 0,1-1,-1 1,0 0,0-1,0 0,1 1,-1-1,2-1,63-48,-41 18,-2-2,0-1,-3-1,-1 0,-1-2,-2 0,-2-1,-2-1,0-6,10-30,-4 0,-3-2,-4 0,3-79,-15 154,1-3,-1-1,1 0,-1 0,-1 0,1 0,-1 1,-1-1,1 0,-1 0,0 1,-3-6,4 11,0 0,0 0,0 0,0 1,0-1,0 0,0 1,0-1,0 1,0-1,0 1,0-1,-1 1,1 0,0 0,0-1,-1 1,1 0,0 0,0 0,-1 0,1 1,0-1,0 0,0 0,-1 1,1-1,0 1,0-1,0 1,0-1,0 1,0 0,0 0,0-1,0 1,0 0,0 0,1 0,-1 0,0 0,0 1,-11 12,0 0,1 1,1 0,0 1,1 0,1 1,0 0,1 0,1 0,-1 7,-5 14,1 0,2 0,2 1,2 0,1 0,2 1,1-1,2 1,3-1,0 0,3 0,1 0,2-1,1 0,2-1,2 0,1-1,6 6,-9-23,-17-36,-7-6</inkml:trace>
  <inkml:trace contextRef="#ctx0" brushRef="#br0" timeOffset="22631.617">24880 1633,'-67'-81,"67"80,0 1,0-1,0 1,0 0,0-1,0 1,0-1,0 1,0-1,0 1,1-1,-1 1,0-1,0 1,1 0,-1-1,0 1,0 0,1-1,-1 1,0 0,1-1,-1 1,1 0,-1-1,0 1,1 0,-1 0,1 0,-1-1,0 1,1 0,-1 0,1 0,-1 0,1 0,-1 0,1 0,-1 0,1 0,-1 0,1 0,-1 0,1 0,-1 0,0 0,1 1,-1-1,1 0,-1 0,1 0,-1 1,0-1,1 0,-1 1,0-1,1 0,-1 1,0-1,1 0,-1 1,0-1,1 1,271 68,18-8,-275-63,-43-6,15 4,0 1,-1 1,1 0,-1 0,1 1,-1 1,0 0,1 1,-1 1,1 0,-1 1,1 0,0 1,0 0,-9 5,20-7,-1 0,1-1,-1 1,1 1,0-1,0 0,0 0,0 1,1-1,-1 1,0 0,1-1,0 1,0 0,0 0,0 0,0 0,0 0,1 0,-1 0,1 0,0 0,0 0,0 0,1 0,-1 0,1 0,-1 0,1 0,0 0,0-1,0 1,1 0,-1 0,1-1,-1 1,1-1,0 1,1 1,4 3,1 0,-1-1,1 0,0 0,0 0,1-1,-1-1,1 1,0-1,1-1,-1 0,1 0,-1-1,1 0,0 0,0-1,0-1,0 0,0 0,-1-1,1 0,10-2,-16 0,1 1,0-1,-1 0,1 0,-1 0,0-1,0 0,0 1,-1-2,1 1,-1 0,0 0,0-1,-1 0,1 0,-1 1,0-1,0-1,-1 1,1 0,-1 0,0-1,-1 1,1 0,-1-1,0 1,-1 0,1-2,3 51,-2-37,0 0,1 0,0 0,1 0,0-1,0 1,0-1,0 1,1-1,0 0,1-1,-1 1,1-1,0 0,1 0,-1 0,2 0,-6-4,0-1,1 1,0 0,-1-1,1 0,-1 1,1-1,0 0,-1 1,1-1,0 0,-1 0,1-1,0 1,-1 0,1 0,-1-1,1 1,0-1,-1 1,1-1,-1 0,1 0,-1 0,0 1,1-1,-1 0,0-1,0 1,1 0,-1 0,0-1,0 0,26-49,-18 16,-1-1,-3 0,0 0,-2-28,1 11,-4 49,0 2,-1 0,1 1,0-1,-1 0,1 1,0-1,0 1,0-1,0 0,1 1,-1-1,0 0,1 1,-1-1,1 1,-1-1,1 0,0 1,0 0,-1-1,1 1,0-1,0 1,1 0,-1 0,0 0,0-1,1 1,-1 0,0 1,1-1,-1 0,1 0,-1 1,1-1,-1 0,1 1,0 0,-1-1,1 1,0 0,0 0,18 6,0 0,0 1,-1 2,0 0,0 1,15 11,-29-19,-1 1,1 1,0-1,-1 1,1 0,-1 0,0 0,-1 1,1-1,-1 1,0 0,0 0,0 0,-1 0,1 0,-1 1,0-1,-1 1,0 0,0-1,0 1,0 0,-1-1,0 1,0 0,-1 0,1 0,-2 3,-5 15,6-21,-1-1,1 0,-1 0,1 1,0-1,0 0,0 1,1-1,-1 1,0-1,1 1,0-1,-1 1,1 0,0-1,1 1,-1-1,0 1,1 0,-1-1,1 1,0-1,0 0,0 1,0-1,0 1,0-1,1 0,-1 0,1 0,0 0,-1 0,1 0,0 0,0-1,0 1,0-1,1 1,-1-1,1 0,8 2,1-1,-1-1,1 1,-1-2,1 0,0 0,0-1,-1-1,1 0,-1 0,0-1,1-1,-1 0,-1 0,1-1,4-3,-7 4,-1-1,1 1,-1-1,-1 0,1-1,-1 0,0 0,0 0,0-1,-1 1,0-1,-1-1,0 1,0-1,0 1,-1-1,0 0,0 0,-1-1,0 1,-1-1,1-6,-2 10,0-1,-1 1,0 0,0-1,0 1,-1 0,0 0,1-1,-2 1,1 1,-1-1,0 0,0 1,0-1,2 3,-1 0,1 1,0-1,-1 0,1 1,-1 0,0-1,1 1,-1 0,0 0,0 0,0 0,0 0,0 0,0 0,0 1,0-1,0 1,0 0,0-1,0 1,0 0,0 0,-1 0,1 1,0-1,0 0,0 1,0 0,0-1,0 1,0 0,0 0,0 0,0 0,0 1,-1 1,0 1,0-1,0 1,1 0,-1 0,1 0,0 1,1-1,-1 0,1 1,-1-1,1 1,1-1,-1 1,1-1,-1 1,1 0,1-1,-1 1,1-1,-1 1,1-1,1 1,-1-1,1 1,-1-1,1 0,0 0,1 0,-1 0,1 0,0 0,0-1,0 1,0-1,2 1,6 7,1 0,1-1,0-1,0 0,1 0,0-1,0-1,1-1,0 0,6 2,40 12</inkml:trace>
  <inkml:trace contextRef="#ctx0" brushRef="#br0" timeOffset="22977.412">26551 1633,'-3'-3,"0"1,0-1,-1 1,1 0,0 0,-1 0,0 0,1 1,-1-1,0 1,0 0,0 0,0 1,0-1,1 1,-1 0,0 0,0 0,0 0,0 1,0-1,0 1,0 0,0 1,0-1,1 0,-1 1,1 0,-1 0,-2 2,2 1,-1 0,1 0,0 0,1 1,-1-1,1 1,0 0,1 0,-1 0,1 1,0-1,1 0,0 1,0-1,0 1,0 1,1-4,0-1,0 1,0-1,0 1,0-1,1 1,-1-1,1 0,0 1,0-1,0 0,1 1,-1-1,1 0,0 0,0 0,0 0,0 0,0-1,1 1,-1-1,1 1,-1-1,1 0,0 0,0 0,0 0,0-1,1 1,2 0,1-1,0-1,1 0,-1 0,0-1,1 0,-1 0,0 0,0-1,0-1,0 1,0-1,-1 0,1 0,-1-1,0 0,0 0,0 0,0-1,-1 0,0 0,0 0,0-1,0 0,-1 0,0 0,-1 0,4-7,13-29,0 114,-10-61,0 0,1-1,0 0,1-1,0 0,0-1,1-1,0 0,0 0,1-1,-1-1,1 0,1-1,9 1,43 12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3:23.1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181 35,'-3'-4,"-1"1,1 0,-1 0,1 1,-1-1,0 1,0 0,0 0,0 0,0 0,0 1,0-1,-1 1,1 0,-1 1,1-1,-1 1,1 0,-1 0,1 0,-1 0,1 1,0 0,-1 0,1 0,0 0,-1 1,1 0,0 0,0 0,0 0,1 1,-1-1,0 1,1 0,0 0,-1 0,0 2,1-1,0 0,1 0,0 0,0 1,0-1,0 0,0 1,1 0,0-1,0 1,0 0,0-1,1 1,0 0,0 0,0-1,1 1,-1 0,1-1,0 1,1 0,-1-1,1 1,0-1,0 0,0 1,1-1,2 5,1-1,0 0,1-1,-1 1,1-1,1-1,-1 1,1-1,0 0,1-1,-1 0,8 3,-1-2,1-1,-1 0,1-1,-1 0,1-2,0 0,1 0,-1-2,0 0,0-1,0 0,0-1,0-1,0-1,-1 0,4-2,-8 2,0 0,-1-1,1 0,-1-1,0 0,0 0,0-1,-1-1,0 1,-1-2,0 1,0-1,-1 0,0 0,0-1,-1 0,0-1,-1 1,0-1,-1 0,0 0,0-5,2-36,-6 52,0 0,0 0,0-1,0 1,0 0,0-1,0 1,0 0,0 0,0-1,0 1,0 0,0 0,-1-1,1 1,0 0,0 0,0-1,0 1,-1 0,1 0,0 0,0-1,-1 1,1 0,0 0,0 0,-1 0,1-1,0 1,0 0,-1 0,1 0,0 0,0 0,-1 0,1 0,0 0,-1 0,1 0,0 0,0 0,-1 0,1 0,0 0,0 0,-1 0,1 1,0-1,-1 0,1 0,0 0,0 0,0 0,-1 1,1-1,0 0,0 0,0 0,-1 1,1-1,0 0,0 0,0 1,0-1,0 0,0 0,-1 1,1-1,0 0,-12 20,8-14,1 0,0 1,1 0,0 0,0-1,0 1,1 0,0 1,0-1,1 0,0 0,0 0,1 0,0 0,0 0,1 0,0 0,0 0,0 0,1 0,0-1,0 0,1 1,-1-1,2 0,-1-1,0 1,1-1,0 0,1 0,-1 0,1-1,0 0,0 0,0-1,0 1,1-1,-1 0,1-1,0 0,1 1,0-3,-1 1,1-1,-1 0,1-1,-1 0,0 0,1-1,-1 0,0 0,0 0,0-1,0 0,-1 0,1-1,-1 0,0 0,0-1,0 1,0-1,2-4,1 0,0-1,0-1,-1 0,0 0,-1-1,0 1,-1-1,0-1,-1 1,3-11,-5 4,-7 43,7-12,0 1,1-1,1 0,0 0,0-1,1 0,0 0,1 0,0 0,1-1,0 0,1-1,0 0,1 0,-1-1,1 0,1-1,0 0,0-1,0 0,3 0,22 13,0-2,2-2,0-1,0-2,8 0,17 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1:55.4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17870 830,'-5'-1,"-8"-2,1 0,-1 0,0 2,0-1,0 2,0 0,0 0,0 1,0 1,0 0,1 1,-1 0,0 1,1 0,0 1,0 1,-10 6,19-9,0 0,0 0,1 1,-1-1,1 1,0 0,0-1,0 1,1 0,-1 0,1 0,0 0,0 1,0-1,1 0,0 0,0 1,0-1,0 0,0 0,1 1,0-1,0 0,0 0,0 0,0 0,1 0,0 0,0-1,0 1,0 0,1-1,0 1,-1-1,1 0,0 0,0 0,1-1,-1 1,1-1,-1 1,2-1,4 3,1-1,0 0,1 0,-1-1,0 0,1-1,0 0,0-1,-1 0,1-1,0 0,0-1,-1 0,1-1,0 0,-1 0,1-1,-1-1,0 1,0-2,0 0,-1 0,1 0,-1-1,-1-1,1 1,-1-1,0-1,-1 0,1 0,-2 0,1-1,-1 0,4-8,3-11,-2 0,-1-1,-1 0,-2 0,-1-1,-1 0,-1 0,-2-1,-1 1,-1 0,-4-22,4 12,-3 0,-1 1,-2-1,-1 1,-3 1,-1-4,11 41,0-1,0 1,0 0,0-1,-1 1,1-1,0 1,-1-1,1 1,0 0,-1-1,0 1,1 0,-1-1,0 1,0 0,0 0,0-1,0 1,0 0,0 0,0 0,0 1,0-1,0 0,-1 0,1 0,0 1,-1-1,1 1,-1-1,1 1,0 0,-1-1,1 1,-1 0,1 0,-1 0,1 0,-1 0,1 0,-1 1,1-1,0 0,-1 1,1-1,-1 1,1-1,0 1,-1 0,1 0,0 0,0-1,-1 2,-5 10,0-1,0 2,2-1,-1 1,2 0,0 0,0 0,1 0,1 1,0-1,0 5,2-13,-6 32,2-1,1 1,2 0,1-1,2 1,2 0,2-1,0 0,3 0,1-1,1 0,8 13,-17-41,1-1,0 1,0 0,1-1,0 0,0 0,0 0,1 0,-1 0,2-1,-1 0,0 0,1-1,0 1,0-1,0 0,1-1,-1 0,1 0,0 0,0-1,0 0,0 0,0 0,1-1,-1 0,0-1,0 0,6 0,1-6,1 0,-2-1,1 0,-1-1,0 0,0-1,-1-1,-1 0,1 0,-2-1,1-1,-2 0,1 0,-2-1,0 0,0 0,-1-1,-1 0,0 0,-1-1,3-12,6-43,-14 69,0 0,0 1,0-1,0 0,0 0,0 0,0 1,-1-1,1 0,0 0,0 0,-1 1,1-1,-1 0,1 1,-1-1,1 0,-1 1,1-1,-1 1,1-1,-1 1,0-1,1 1,-1-1,0 1,0 0,1-1,-1 1,0 0,0-1,1 1,-1 0,0 0,0 0,0 0,0 0,1 0,-1 0,0 0,0 0,0 0,1 1,-1-1,0 0,0 0,1 1,-1-1,0 0,0 1,1-1,-1 1,1-1,-1 1,0-1,1 1,-1 0,1-1,-1 1,1 0,-1-1,1 1,0 0,-1 0,1-1,0 1,-1 1,-4 4,0 0,1 0,-1 0,1 1,1 0,-1 0,1 0,0 0,1 0,-1 1,1-1,1 1,0 0,0 0,0-1,1 1,0 0,1 0,0-1,0 1,0 0,1-1,0 1,1-1,-1 0,2 1,-1-1,1-1,0 1,1 0,4 3,0-1,1 0,0 0,1-1,0-1,0 0,1 0,0-1,0-1,3 1,58 21</inkml:trace>
  <inkml:trace contextRef="#ctx0" brushRef="#br0" timeOffset="469.474">19741 869,'-4'-77,"2"-1,5 0,2 1,8-24,-2 3,-4 0,-4-20,-3 112,1 1,-1 0,0 1,0-1,0 1,0-1,-1 1,0-1,1 1,-2-1,1 1,0-1,-1 1,0 0,0 0,0 0,-1 0,1 0,-1 0,0 1,-2-3,2 6,0 0,0 1,0-1,0 1,0-1,0 1,0 0,0 0,1 0,-1 1,0-1,1 1,-1-1,1 1,-1 0,1 0,0 0,0 0,0 0,0 1,0-1,0 1,1-1,-1 1,1-1,0 1,0 0,0 0,-1 1,-8 20,1 0,1 1,1 0,2 0,0 1,1-1,2 1,0 0,2 0,1-1,1 1,1 0,2-1,0 1,1-1,2-1,1 1,1 6,2 0,1-2,1 1,1-2,2 0,1-1,1 0,1-2,2 0,0-2,1 0,2-2,0 0,14 7,56 11,-59-33</inkml:trace>
  <inkml:trace contextRef="#ctx0" brushRef="#br0" timeOffset="708.408">19420 362,'18'0,"27"2,34 3,33 3,23 3,14 3,-18 0</inkml:trace>
  <inkml:trace contextRef="#ctx0" brushRef="#br0" timeOffset="1135.875">20396 1057,'8'-38,"-1"0,-1 0,-3-1,-1 1,-2-1,-2-13,1 37,0 0,-1 0,-1 1,-1-1,0 1,-5-13,7 23,1 0,-1 0,0 1,0-1,0 1,-1-1,1 1,-1-1,0 1,0 0,0 0,0 1,0-1,-1 1,1-1,-1 1,0 0,0 1,0-1,0 1,0-1,0 1,0 0,0 1,0-1,-1 1,6 0,-1 0,1 1,-1-1,0 1,1-1,-1 1,0-1,1 0,-1 1,0 0,0-1,0 1,1-1,-1 1,0-1,0 1,0-1,0 1,0-1,0 1,0 0,0-1,0 1,0-1,0 1,-1-1,1 1,0-1,0 1,-1-1,1 1,0-1,0 1,-1-1,1 1,0-1,-1 1,1-1,-1 0,1 1,-1-1,1 0,-1 1,1-1,-1 0,1 0,-1 1,25 7,1-2,-1 0,1-1,1-1,19-1,74 14,-115-16,0-1,0 1,0 0,0 0,0 0,0 1,0-1,-1 1,1 0,0 0,-1 0,1 0,-1 1,0 0,0-1,0 1,0 0,-1 0,1 1,-1-1,0 0,1 1,-2 0,1-1,0 1,-1 0,0 0,0 0,0 0,0 2,-21 90,4-42,15-52,1 0,0 0,0 0,-1 0,1 0,1 0,-1 0,0 1,0-1,1 0,-1 0,1 0,0 0,-1 0,1 0,0-1,0 1,0 0,1 0,-1 0,0-1,1 1,-1-1,1 1,-1-1,1 0,0 1,-1-1,1 0,0 0,0 0,0-1,0 1,0 0,1 0,80 13,-72-13,98 5,1-6,39-6,-58-1</inkml:trace>
  <inkml:trace contextRef="#ctx0" brushRef="#br0" timeOffset="1876.889">21546 816,'-68'-22,"49"15,-1 0,0 0,-1 2,1 1,-1 0,0 2,0 0,-16 2,31 0,1 1,0 0,-1 0,1 1,0-1,0 1,0 0,0 1,0-1,0 1,1 0,-1 0,1 1,0-1,0 1,0 0,0 0,1 0,0 1,0-1,0 1,0-1,1 1,-1 0,1 0,0 1,1-1,0 0,-1 0,2 1,-1-1,0 1,1-1,0 1,1-1,-1 0,1 1,0-1,0 0,1 1,-1-1,1 0,0 0,1 0,-1 0,5 1,-1 1,1-1,1-1,-1 1,1-1,0-1,0 1,0-1,0-1,1 1,0-1,0-1,-1 0,1 0,1-1,-1 0,0 0,0-1,0-1,0 1,0-1,1-1,-1 0,-1 0,8-3,-8 3,-1 0,0-1,0 0,0-1,0 1,-1-1,1 0,-1-1,0 0,0 0,0 0,-1-1,0 1,0-1,-1 0,1-1,-1 1,0-1,-1 0,0 0,0 0,-1 0,1-1,-2 1,1-1,-1 1,0-1,0 0,-1 1,0-1,-1 0,1 1,-2-1,-1-6,-8-21,11 34,0 0,-1 1,1-1,0 0,0 1,-1-1,1 0,-1 1,1-1,0 1,-1-1,1 1,-1-1,1 1,-1-1,1 1,-1-1,0 1,1-1,-1 1,1 0,-1 0,0-1,0 1,1 0,-1 0,0 0,1-1,-1 1,0 0,1 0,-1 0,0 0,0 1,1-1,-1 0,0 0,1 0,-1 0,0 1,1-1,-1 0,0 1,1-1,-1 0,0 1,-3 4,1 0,-1 0,1 0,0 1,0-1,1 1,0 0,0 0,0 0,0-1,1 2,0-1,0 0,1 0,0 0,0 0,0 0,1 1,0-1,0 0,1 0,-1 0,2 1,0-1,0 1,1-1,-1 0,1 0,1-1,-1 1,1-1,0 0,0 0,1 0,-1-1,1 0,0 0,0 0,0-1,1 0,-1 0,1-1,0 1,0-1,0-1,0 0,0 0,6 1,-7-2,0 1,-1-1,1 0,0-1,-1 1,1-1,0 0,-1 0,1-1,-1 0,0 0,1 0,-1-1,0 1,0-1,0 0,-1-1,1 1,-1-1,0 0,0 0,0 0,0-1,-1 1,0-1,0 0,0 0,0 0,-1 0,0-1,0 1,7-97,-12 91,-1 18,-1 21,3-16,1 1,1-1,0 1,0-1,1 1,1-1,0 0,4 12,-5-19,1 0,0 0,1 0,-1 0,1-1,0 0,0 1,0-1,0 0,1 0,0-1,0 1,0-1,0 0,0 0,1 0,-1 0,1-1,0 0,0 0,0 0,2 0,-2 0,0-1,0-1,0 1,0-1,0 1,0-1,0-1,0 1,0-1,0 0,-1 0,1 0,0-1,0 1,-1-1,1 0,-1-1,1 1,-1-1,0 0,0 0,0 0,-1-1,1 1,-1-1,1 0,-1 0,-1 0,1 0,0-1,-1 1,0-1,0 0,5-13,-1-1,-1 0,0 0,-2-1,0 1,-1 0,-1-1,-1-8,-4 5,4 24,0-1,0 0,0 0,0 1,0-1,0 0,0 1,0-1,0 0,0 0,0 1,0-1,0 0,0 0,0 1,0-1,0 0,0 0,0 0,-1 1,1-1,0 0,0 0,0 0,0 1,-1-1,1 0,0 0,0 0,0 0,-1 1,1-1,0 0,0 0,-1 0,1 0,0 0,0 0,-1 0,1 0,0 0,0 0,-1 0,1 0,0 0,0 0,-1 0,1 0,0 0,0 0,-1 0,1 0,0 0,0-1,-1 1,1 0,0 0,0 0,0 0,-1 0,1-1,0 1,-3 8,0-1,0 1,1 0,0 0,1 0,-1 0,2 0,-1 0,1 1,0-1,1 0,0 0,0 0,1 0,0 0,0 0,1 0,0-1,1 1,-1-1,1 0,1 0,-1 0,1 0,0-1,1 0,-1 0,1 0,1-1,2 2,86 21,-47-22</inkml:trace>
  <inkml:trace contextRef="#ctx0" brushRef="#br0" timeOffset="2229.059">22682 615,'-31'-5,"0"1,0 2,0 1,0 1,-10 3,39-4,-1 1,0 0,1 0,-1 1,0-1,1 0,-1 1,1 0,-1-1,1 1,-1 0,1 0,-1 0,1 1,0-1,0 1,0-1,0 1,0 0,0 0,0 0,0 0,1 0,-1 0,1 0,-1 0,1 1,0-1,0 0,0 1,0-1,0 1,1 0,-1-1,1 1,0-1,0 1,0 0,0-1,0 1,0 0,1-1,-1 1,1-1,0 2,7 7,0-1,1-1,0 1,1-1,0-1,0 0,1-1,0 1,0-2,1 0,0 0,5 1,3 3,30 14,-26-13,0 0,-1 2,-1 0,0 2,0 0,8 9,-29-23,0 0,0-1,0 1,0 0,0 0,0-1,0 1,0 0,0 0,0 0,-1 0,1 0,0 0,-1 1,1-1,0 0,-1 0,1 0,-1 1,0-1,0 0,1 0,-1 1,0-1,0 0,0 1,0-1,0 0,0 0,-1 1,1-1,0 0,-1 0,1 1,-1-1,1 0,-1 0,0 0,1 0,-1 0,0 0,0 0,0 0,1 0,-1 0,0 0,0 0,-1-1,1 1,0 0,0-1,0 1,0-1,-1 1,1-1,0 1,0-1,-1 0,1 0,0 0,-1 0,-23 5,0-2,0-1,0-1,-1-1,1-1,-19-4,-8-9,52 14,0 0,-1 0,1 0,0-1,-1 1,1 0,-1 0,1 0,0 0,-1-1,1 1,0 0,0 0,-1-1,1 1,0 0,-1-1,1 1,0 0,0-1,0 1,-1 0,1-1,0 1,0 0,0-1,0 1,0-1,0 1,0 0,0-1,0 1,0-1,0 1,0 0,0-1,0 1,0-1,0 1,0 0,0-1,1 1,-1 0,0-1,0 1,0 0,1-1,-1 1,0 0,0-1,1 1,-1 0,0 0,1-1,-1 1,0 0,1 0,-1 0,0-1,1 1,-1 0,15-8</inkml:trace>
  <inkml:trace contextRef="#ctx0" brushRef="#br0" timeOffset="2610.739">22922 856,'27'-47,"1"2,3 0,8-7,-11 18,-3-2,-1 0,-1-1,-2-2,2-11,-14 28,-1 0,-2-1,0 0,-1 0,0-14,-4 29,-1-1,1 0,-2 1,1-1,-1 1,0-1,-1 1,0-1,0 1,-1 0,0 0,0 0,-1 0,0 0,0 1,-5-5,8 10,0 0,0 0,-1 0,1 0,-1 0,0 0,1 1,-1-1,0 1,0-1,0 1,0 0,0 0,0 0,0 0,0 0,-1 0,1 0,0 1,0-1,-1 1,1 0,-1-1,1 1,0 0,-1 1,1-1,0 0,-1 1,1-1,0 1,0 0,-1 0,1 0,0 0,0 0,0 0,0 0,0 1,0-1,0 1,1-1,-1 1,-2 6,0 1,0-1,1 1,0-1,0 1,1 0,0 0,1 0,0 0,0 0,1 1,1-1,-1 0,1 0,1 2,8 68,4 0,23 75,4 20,-26-99,-3 1,-4 0,-3 1,-3 0,-4 0,-3 0,-3-1,-18 71,17-113,1-15</inkml:trace>
  <inkml:trace contextRef="#ctx0" brushRef="#br0" timeOffset="3293.976">22935 1017,'306'-102,"-272"90,-1 0,-1-2,0-2,-2-1,1-1,-2-1,-1-2,7-7,-8-7,-27 34,1 0,-1 1,0-1,1 0,-1 0,0 1,0-1,1 0,-1 0,0 0,0 1,0-1,0 0,0 0,0 1,0-1,0 0,0 0,-1 0,1 1,0-1,0 0,-1 0,1 1,0-1,-1 0,1 1,-1-1,1 1,-1-1,1 0,-1 1,0-1,1 1,-1-1,0 1,1 0,-1-1,0 1,1-1,-1 1,0 0,0 0,1 0,-1-1,0 1,0 0,1 0,-1 0,0 0,-7 0,1 0,-1 0,1 1,-1 0,1 0,0 0,-1 1,1 1,0-1,0 1,0 0,1 0,-1 1,1 0,-1 0,1 1,1 0,-1 0,1 0,0 1,0-1,0 1,1 0,0 1,0-1,0 1,-1 4,3-5,0 0,0 0,1 0,0 0,0 1,0-1,1 0,0 0,0 1,0-1,1 0,0 0,0 0,1 0,-1 0,1 0,1 0,-1 0,1-1,0 1,0-1,1 0,0 0,-1 0,2 0,-1-1,0 1,1-1,4 2,5 5,-1-1,2-1,-1 0,2-2,-1 1,1-2,0 0,0-1,0 0,10 0,-20-3,0 0,0-1,0 0,0 0,0-1,0 0,0 0,0 0,0-1,0 1,0-1,0-1,0 1,0-1,-1 0,1-1,-1 1,1-1,-1 0,0-1,0 1,0-1,-1 0,1 0,-1 0,0-1,0 1,0-1,-1 0,3-5,-2-8,0 0,-1 0,-1-1,-1 0,0 1,-2-1,0 1,-1-1,0 1,-2-1,0 1,-6-15,-1-14,10 46,0 0,1 0,-1 0,1 0,-1 0,1 0,0 0,-1 0,1 0,0 0,0 0,-1 0,1 0,0 0,0 0,0 0,0 0,1 0,-1 0,0 0,0 0,1 0,-1 0,0 0,1 0,-1 0,1 0,-1 0,1 0,0 0,-1 0,1 1,0-1,0 0,-1 0,1 1,0-1,0 1,0-1,0 1,0-1,0 1,0-1,0 1,0 0,0-1,0 1,0 0,0 0,0 0,0 0,143 32,-96-19,-40-10,66 24,-72-25,0-1,0 1,0-1,0 1,0 0,0 0,0 0,-1 0,1 0,-1 0,0 0,1 0,-1 1,0-1,0 1,0-1,-1 1,1-1,-1 1,1-1,-1 1,0-1,0 1,0-1,0 1,0 0,-1-1,0 2,-16 50,-5 36,22-87,0 0,0 0,0 0,1 0,-1 0,1 0,0 0,0 0,0 0,1 0,-1-1,0 1,1 0,0-1,0 1,0-1,0 0,0 1,0-1,0 0,1 0,-1-1,1 1,0 0,-1-1,1 0,0 1,0-1,15 4,-1 0,1-1,1 0,-1-2,0 0,1-1,-1-1,6-1,-7 1,-5 0,8 1,-1-1,1 0,0-2,-1 0,1-1,-1-1,1-1,-2-1,12-4,-13-1</inkml:trace>
  <inkml:trace contextRef="#ctx0" brushRef="#br0" timeOffset="3599.711">24620 81,'18'20,"18"21,16 19,10 15,5 16,-4 12,-9 12,-14 7,-21 2,-29-1,-36-5,-40-10,-32-11,4-23</inkml:trace>
  <inkml:trace contextRef="#ctx0" brushRef="#br0" timeOffset="-3374.689">11492 227,'-19'5,"1"0,0 1,0 1,1 1,0 0,0 2,1 0,0 0,0 1,1 1,1 1,0 0,1 1,1 0,0 1,0 1,2 0,0 0,1 1,-7 17,3 3,1 1,2 0,2 1,2 0,1 0,2 1,2-1,1 1,2-1,2 0,2 0,1 0,2 0,2-1,13 32,-16-50,1 0,1-1,0 0,2 0,0-1,1 0,0-1,2-1,0 0,0-1,2-1,0-1,0 0,1-1,1 0,0-2,1 0,0-1,29 5</inkml:trace>
  <inkml:trace contextRef="#ctx0" brushRef="#br0" timeOffset="-2916.896">11893 536,'9'5,"0"0,0 0,0-1,0 0,1 0,0-1,0 0,0-1,0 0,0-1,0 0,0-1,1 1,-1-2,0 0,0 0,0-1,0 0,0-1,0 0,5-2,4 0,-1 0,0-1,0-2,0 1,-1-2,0 0,0-1,-1-1,-1-1,0 0,0-1,-1 0,-1-1,0 0,-1-2,-1 1,7-13,-16 24,1 0,-1-1,0 0,0 1,-1-1,1 0,-1 0,0 0,-1 0,1 0,-1 0,0 0,0 0,0 0,-1 0,0-1,0 2,0-1,-1 0,1 0,-1 0,-1 1,1-1,0 1,-1-1,0 1,0 0,0 0,-1 1,1-1,-1 0,0 1,0 0,0 2,0 1,0-1,0 1,0 0,0 1,0-1,0 1,0-1,0 1,1 0,-1 1,0-1,0 1,1-1,-1 1,1 0,0 0,0 1,-1-1,1 1,1-1,-1 1,0 0,1 0,-1 1,1-1,0 0,0 1,0-1,1 1,-1 0,1-1,0 1,-1 3,-10 31,2 1,1 0,2 0,2 0,2 1,1 0,3 36,16 288,-6-179,-9 111,-20-154,5-97</inkml:trace>
  <inkml:trace contextRef="#ctx0" brushRef="#br0" timeOffset="-2408.908">12000 963,'463'-118,"-449"113,-11 3,0 1,0-1,0 1,0-1,1 1,-1 0,0 0,0 0,1 1,-1-1,0 1,1 0,-1 0,1 0,-1 0,0 1,1-1,-1 1,0 0,1 0,-1 0,0 0,0 1,0-1,0 1,0 0,0 0,-1 0,1 0,1 1,18 120,-20-116,-1 0,1 0,1 0,0-1,0 1,0-1,0 0,1 1,0-2,1 1,2 3,-5-7,1 0,-1 0,0 0,1 0,-1-1,1 1,0-1,0 1,-1-1,1 0,0 0,0-1,0 1,0 0,0-1,0 0,0 0,0 0,0 0,0 0,0 0,0-1,0 0,0 1,0-1,0 0,-1-1,3 0,8-7,-2 0,1-1,-1 0,-1-1,1 0,-2-1,0 0,0 0,-1-1,-1 0,0-1,-1 1,0-1,-1 0,3-15,23-77,-32 159,-5 121,6-169,1-1,-1 1,1-1,0 1,1-1,-1 0,1 1,0-1,0 0,0 0,0 0,1 0,-1-1,1 1,0-1,1 1,-1-1,0 0,1 0,0-1,-1 1,1-1,0 0,0 1,1-2,-1 1,0-1,1 1,-1-1,28 4</inkml:trace>
  <inkml:trace contextRef="#ctx0" brushRef="#br0" timeOffset="-2034.909">13217 776,'-3'9,"0"-1,1 1,0 0,0 0,1 0,0 0,1 0,0 0,0 0,1 0,0 0,1 0,0 0,0 0,1 0,0-1,0 1,1-1,0 0,1 0,0 0,0-1,0 0,1 0,0 0,1-1,1 2,-6-6,2 0,-1 0,0 0,0-1,1 1,-1-1,0 1,1-1,0 0,-1 0,1-1,-1 1,1-1,0 0,0 0,-1 0,1 0,0-1,-1 0,1 1,0-1,-1 0,1-1,-1 1,0-1,1 1,-1-1,0 0,0 0,0-1,0 0,8-5,-1-2,0 1,-1-1,0-1,0 0,-1 0,5-11,34-91,-49 118,1 1,0 0,0-1,0 1,1 0,0 0,0 0,0-1,1 1,0 0,0 0,0-1,1 1,-1-1,2 1,-1-1,0 0,1 0,0 0,0 0,1 0,-1-1,1 1,0-1,1 1,8 3,1-1,0 0,0-1,0-1,1 0,-1 0,1-2,0 0,0 0,6-1,-19-2,63 8</inkml:trace>
  <inkml:trace contextRef="#ctx0" brushRef="#br0" timeOffset="-1383.064">14219 789,'-6'-1,"0"0,0 0,0 1,-1 0,1 0,0 0,-1 1,1 0,0 0,0 0,0 1,0 0,0 0,0 1,1-1,-1 1,1 1,-1-1,1 1,0 0,1 0,-1 0,1 1,-1-1,2 1,-1 0,0 0,1 1,0-1,-1 3,2-2,1 0,0-1,0 1,0 0,1 0,0 0,0 0,0-1,1 1,0 0,0 0,0 0,1-1,0 1,0-1,0 1,1-1,0 0,0 0,0 0,0 0,1-1,0 0,0 1,0-1,1 0,-1-1,1 1,1 0,4 3,0-1,1 0,0 0,0-1,0 0,1-1,-1-1,1 1,0-2,0 0,0 0,0-1,11-1,-8-1,0-1,0-1,0-1,0 0,-1-1,0 0,0-1,0-1,-1 0,1-1,-2 0,1-1,-1 0,-1-1,0-1,0 1,-1-2,0 0,-1 0,0 0,-1-1,-1-1,0 1,2-9,8-28,-2-2,-2 0,-3 0,-2-1,-2 0,-3-1,-2 1,-3-4,3 23,-2 1,-1-1,-1 1,-2-1,-2 1,-1 0,-1 1,-11-23,-19 2,38 52,0 0,0 0,0 0,-1 1,1-1,0 1,0-1,-1 1,1-1,0 1,-1 0,1-1,0 1,-1 0,1 0,0 0,-1 0,1 0,0 0,-1 1,1-1,-1 0,1 1,0-1,0 1,-1-1,1 1,0 0,0-1,0 1,0 0,0 0,0 0,0 0,0 0,0 0,0 0,0 0,0 0,1 0,-1 1,0-1,1 1,-6 13,1 0,0 1,2 0,0-1,0 1,2 0,0 0,1 0,0 0,1 0,1 0,1 0,0 0,2 4,23 102,36 94,-25-87,-26-87,1 10,2-1,3 0,24 46,-41-91,1-1,-1 0,1 0,0 0,1 0,-1 0,1-1,0 0,0 1,0-1,1-1,-1 1,1-1,0 0,0 0,0 0,0 0,1-1,-1 0,1 0,0-1,-1 0,1 0,0 0,-1 0,1-1,0 0,3 0,0-3,0 1,-1-1,1 0,-1-1,0 0,0-1,0 1,-1-1,1-1,-1 0,-1 0,1 0,-1 0,0-1,0 0,3-7,4-5,-2 0,0-1,-1 0,-1-1,-1 0,1-5,4-20,-20 103,3-42,2-1,0 1,0-1,2 1,0 0,0-1,2 1,-1-1,2 1,0-1,3 6,-3-15,1 0,-1 0,1-1,0 1,1-1,-1 0,1 0,0-1,0 1,0-1,0 0,1-1,-1 1,1-1,0 0,0 0,0-1,-1 0,1 0,0 0,0-1,1 0,-1 0,0 0,0-1,0 0,0 0,-1 0,2-1,28-7</inkml:trace>
  <inkml:trace contextRef="#ctx0" brushRef="#br0" timeOffset="-1140.553">15196 602,'-19'-9,"-9"-5,-4-3,-2-1,0 1,-2 1,6 3</inkml:trace>
  <inkml:trace contextRef="#ctx0" brushRef="#br0" timeOffset="-986.304">14353 321,'14'-2,"22"-1,28 0,29 1,24 3,21 3,10 6,-22 1</inkml:trace>
  <inkml:trace contextRef="#ctx0" brushRef="#br0" timeOffset="-756.062">15529 1043,'12'-8,"0"0,0-1,-1 0,0-1,-1 0,0-1,-1 0,0 0,0-1,-2 0,1-1,-1 1,-1-2,-1 1,0-1,0 1,-1-1,-1-2,-2 12,0 1,-1 0,0 0,0-1,0 1,0 0,0 0,-1-1,0 1,1 0,-1 0,0 0,0 0,-1 0,1 0,-1 0,1 0,-1 1,0-1,0 1,0-1,-1 1,1 0,0-1,-1 1,0 0,1 1,-1-1,0 0,0 1,0 0,0-1,0 1,0 0,0 1,-3-1,-2 2,0 1,1 0,-1 0,1 1,0 0,0 0,0 1,0 0,1 0,-1 0,1 1,0 0,0 0,1 1,-1 0,1 0,1 0,-1 0,1 1,0 0,1 0,-1 0,1 0,1 0,-1 1,1-1,1 1,-1 0,1 0,1-1,-1 1,1 0,2 0,0 0,1 0,0-1,0 1,0-1,1 1,0-1,1-1,0 1,0-1,0 1,1-1,-1-1,1 1,1-1,-1 0,1 0,0-1,0 0,0 0,1-1,-1 0,1 0,0-1,0 0,0 0,6 0,34 9,0-2,0-3,0-1,1-2,17-3,35-3</inkml:trace>
  <inkml:trace contextRef="#ctx0" brushRef="#br0" timeOffset="-8383.26">2549 856,'-3'4,"-32"57,35-59,-1-1,1 1,0-1,-1 1,1-1,0 1,0-1,0 1,0-1,0 1,0-1,0 1,1-1,-1 1,1-1,-1 1,1-1,-1 1,1-1,0 0,0 1,-1-1,1 0,0 0,0 1,0-1,1 0,-1 0,0 0,0 0,0-1,1 1,-1 0,1 0,-1-1,0 1,1-1,-1 1,1-1,-1 0,1 0,0 1,14 0,0-1,0 0,-1-1,1 0,0-1,-1-1,1-1,-1 0,0-1,0-1,-1 0,10-6,-2 2,0 0,-1-2,0-1,-1 0,0-1,-2-2,11-9,-23 19,1-1,-1 0,-1 0,1-1,-1 1,0-1,-1 0,0 0,0-1,-1 1,0-1,0 0,-1 0,0 0,-1 0,0 0,-1 0,1 0,-2 0,1 0,-2-4,2 9,0 0,-1 0,0 0,0 0,0 1,0-1,-1 0,1 1,-1-1,0 1,0-1,0 1,0 0,-1 0,0 0,1 0,-1 0,0 0,0 1,0 0,-1-1,1 1,-1 0,1 1,-1-1,1 1,-1-1,0 1,0 0,0 1,0-1,0 1,1-1,-1 1,0 0,0 1,0-1,0 1,0-1,0 1,0 0,-1 2,-2 2,1 1,0 0,0 0,0 1,1 0,0 0,0 0,1 1,0-1,0 1,1 0,0 0,0 0,1 1,0-1,1 1,0-1,0 1,-7 60,4 0,2 0,3 0,4 0,11 64,-5-44,8 102,-8 1,-9 0,-13 80,8-233,-1 15,-2-1,-2 0,-14 46,15-84,3-15</inkml:trace>
  <inkml:trace contextRef="#ctx0" brushRef="#br0" timeOffset="-7856.705">2589 1538,'-2'-2,"0"-1,0 1,0-1,0 1,0-1,0 0,1 1,-1-1,1 0,0 0,0 0,0-1,0 1,1 0,-1 0,1 0,0 0,0-1,0 1,0 0,1 0,-1 0,1-1,0 1,-1 0,2 0,-1 0,0 0,0 0,1 1,0-1,0 0,-1 1,2-1,0 0,9-8,2 0,-1 1,1 0,1 1,0 1,0 0,1 1,0 1,0 1,13-3,21-8,0 4,1 1,1 2,-1 3,1 2,1 3,8 2,-50-1,1 1,-1 1,0 0,1 1,-1 0,0 0,-1 1,4 2,-11-5,0 1,0 0,0 0,0 0,0 0,0 0,-1 1,1-1,-1 1,1 0,-1 0,0 0,0 0,0 0,-1 0,1 0,-1 1,1-1,-1 1,0-1,-1 1,1-1,-1 1,1-1,-1 1,0 0,0 1,-1 6,0-9,0 1,0-1,1 0,-1 0,1 0,0 0,0 0,-1 1,1-1,1 0,-1 0,0 0,0 1,1-1,-1 0,1 0,0 0,0 0,0 0,0 0,0 0,0 0,0 0,1-1,-1 1,0 0,1-1,0 1,-1-1,1 1,0-1,0 0,0 0,0 0,0 0,0 0,0 0,0-1,4 0,0-1,0-1,0 1,0-1,0 0,-1-1,1 1,-1-1,0 0,0 0,0-1,0 1,0-1,-1 0,1-1,-1 1,0-1,-1 0,1 0,-1 0,0 0,0 0,0-1,1-5,44-109,-40 106,-3 21,0 29,-4-32,1 14,-1 1,0 1,2-1,0 0,1 0,2 0,-1-1,2 0,1 0,2 5,-7-19,0 0,0-1,0 1,1 0,-1-1,1 0,0 0,-1 0,2 0,-1-1,0 1,0-1,1 0,-1 0,1-1,0 1,-1-1,1 0,0 0,0-1,0 0,0 1,-1-2,1 1,0 0,3-2,23-5</inkml:trace>
  <inkml:trace contextRef="#ctx0" brushRef="#br0" timeOffset="-7494.643">3912 1257,'-4'11,"1"0,0 1,1-1,1 1,-1-1,2 1,-1 0,2 0,0-1,0 1,1-1,0 1,1-1,0 0,1 0,1 0,-1 0,2-1,-1 1,1-1,1-1,0 1,0-1,1 0,0-1,1 0,0 0,-6-6,0 0,0 0,0 0,1-1,-1 1,1-1,-1 1,1-1,0-1,-1 1,1 0,0-1,0 0,-1 1,1-2,0 1,0 0,-1-1,1 0,0 1,-1-2,1 1,-1 0,1-1,-1 1,0-1,1 0,-1 0,0 0,0-1,-1 1,1-1,0 0,-1 1,1-1,13-16,0-1,-1 0,-1-1,-1-1,0 0,-2 0,-1-1,-1-1,1-3,-5 8,-14 26,5-2,1 1,0 0,0 0,1 1,0-1,0 0,0 1,1-1,0 1,0 0,1-1,0 1,0 0,1-1,-1 1,1-1,1 1,-1-1,1 1,0-1,1 0,-1 0,1 0,1 0,-1 0,1 0,0-1,0 0,0 0,1 0,1 0,11 5,1-1,0-1,1 0,0-1,0-2,0 0,1-1,0 0,0-2,0-1,0 0,7-2,45 2</inkml:trace>
  <inkml:trace contextRef="#ctx0" brushRef="#br0" timeOffset="-6852.55">4942 1311,'-9'-2,"0"1,0 1,0 0,0 0,0 1,1 0,-1 0,0 1,0 0,1 1,-1 0,1 0,0 1,0 0,0 0,1 1,-1 0,1 0,0 1,1 0,-1 0,1 1,0 0,1 0,-5 7,8-9,0 1,0 0,1 0,0 0,0 0,0 0,0 0,1 0,0 0,1 0,-1 0,1 0,0 0,1-1,0 1,-1 0,2 0,-1-1,1 0,0 1,0-1,0 0,0 0,1 0,0-1,0 0,1 1,-1-1,1-1,0 1,0-1,0 1,0-2,0 1,1 0,0-1,-1 0,1-1,0 1,0-1,1 0,7 2,0-1,-1-1,1 0,0-1,0-1,0 0,0 0,-1-2,1 0,-1 0,1-1,-1-1,-1 0,1-1,-1 0,8-5,-1-1,0-1,0-1,-2-1,0 0,0-1,-2 0,0-2,-1 0,10-16,-3-7,-2 0,-2-1,-2 0,-1-2,-3 0,-1 0,-2-1,-3 0,-1 0,-2-25,0 9,-2-1,-3 0,-3 1,-3-1,-2 2,-9-22,16 67,-1 0,0 0,-1 0,-1 1,0 0,-1 0,-3-3,10 15,0 0,0 1,0-1,0 0,0 1,0-1,-1 1,1-1,-1 1,1-1,-1 1,1 0,-1 0,0 0,0 0,1 0,-1 0,0 1,0-1,0 0,0 1,0 0,0-1,0 1,0 0,0 0,0 0,0 0,0 1,0-1,0 0,0 1,0-1,1 1,-1 0,0 0,0-1,0 1,1 1,-1-1,0 0,1 0,-1 0,1 1,0-1,-1 1,1-1,0 1,0 0,0-1,-6 14,0-1,1 1,1 0,0 0,1 1,1-1,1 1,0 0,1 0,0 0,2 5,-1-18,1 75,4 0,3 0,3-1,4-1,3 0,4-1,2-1,22 40,-34-80,2 0,2-1,1-1,1 0,2-1,23 27,-40-54,0 1,1-1,0-1,0 1,0 0,0-1,0 0,1 0,-1 0,1-1,0 0,0 1,0-1,0-1,0 1,0-1,1 0,-1 0,0-1,1 0,-1 0,0 0,1 0,-1-1,0 0,1 0,1-1,8-7,0-1,-1-1,0-1,0 0,-2 0,1-1,-2-1,0 0,0-1,-1 0,-1 0,-1-1,0-1,-1 1,2-10,15-28,-29 95,0-19,1 0,1 0,1 0,1 0,1 16,0-33,1 1,0 0,0-1,0 1,0-1,1 0,0 1,0-1,1 0,-1 0,1 0,0-1,1 1,-1-1,1 1,0-1,0 0,0-1,0 1,0-1,1 1,0-1,0-1,0 1,1 0,94 14,-50-19</inkml:trace>
  <inkml:trace contextRef="#ctx0" brushRef="#br0" timeOffset="-6601.221">5918 1003,'-18'-4,"-9"-2,-1-3,-1 2,4 1</inkml:trace>
  <inkml:trace contextRef="#ctx0" brushRef="#br0" timeOffset="-6350.89">5156 789,'27'-7,"30"-2,27 0,28 2,18 5,14 4,-19 3</inkml:trace>
  <inkml:trace contextRef="#ctx0" brushRef="#br0" timeOffset="-5789.295">6266 1297,'-1'25,"10"85,-8-106,0 0,0 0,1 0,0 0,0 0,0-1,0 1,0-1,1 1,-1-1,1 0,0 0,0 0,0-1,1 1,-1-1,0 1,1-1,0 0,-1-1,1 1,0-1,0 1,3 0,1-1,0 0,-1-1,1 0,-1 0,1 0,0-1,-1-1,1 1,-1-1,0 0,1 0,-1-1,0 0,-1-1,1 1,0-1,-1-1,0 1,0-1,0 0,-1 0,-1 1,0 1,-1-1,1 1,-1-1,0 0,0 0,-1 0,1-1,-1 1,0-1,0 0,0 1,-1-1,1 0,-1 0,0 0,-1 0,1 0,-1 0,0 0,0 0,-1 0,0 0,1 0,-2 0,1 1,0-1,-1 0,0 0,0 1,-3-5,-2 1,-1 0,0 0,0 1,0 0,-1 0,0 1,0 1,-1-1,0 1,0 1,0 0,0 0,-1 1,1 0,-1 1,0 0,0 1,0 0,0 1,0 0,-4 1,-25 12,45-4,68 5,399-28,-466 13,0 0,0 1,-1-1,1 2,0-1,0 0,0 1,-1 0,1 1,0-1,-1 1,1 0,-1 1,0-1,0 1,0 0,0 0,0 0,0 1,-1 0,0 0,0 0,0 0,0 1,-1 0,2 1,0 144,-4-147,-1-1,1 0,-1 0,1 0,0 0,0-1,0 1,0 0,1 0,-1 0,0-1,1 1,-1-1,1 1,-1-1,1 0,0 1,0-1,0 0,-1 0,1 0,0 0,0-1,0 1,0-1,1 1,-1-1,0 1,0-1,0 0,0 0,0 0,0 0,1-1,-1 1,1-1,73-27,-65 20,0-1,-1 0,1-1,-2 0,0-1,0 0,-1 0,0-1,-1 0,0 0,-1-1,0 0,-1 0,-1 0,0-1,-1 1,0-1,-1 0,-1 0,0 0,0 0,-2-4,-6 10,-2 26,7-11,0-1,0 1,1 0,0 0,0 0,0 0,1 0,0 0,1 0,-1 1,1-1,1-1,-1 1,1 0,1 0,-1-1,1 1,0-1,0 1,1-1,0-1,0 1,0 0,1-1,0 0,6 4,1 0,0-1,0-1,1 0,-1 0,2-2,-1 1,1-2,-1 0,1 0,7 0,159 13,-89-16,-9-3</inkml:trace>
  <inkml:trace contextRef="#ctx0" brushRef="#br0" timeOffset="-4846.687">8124 1257,'-18'-10,"-1"0,0 2,-1 0,1 1,-1 1,-1 1,1 1,-1 0,0 2,0 0,0 1,-4 2,19 0,0 0,-1 0,1 1,0 0,0 1,0-1,0 1,0 0,0 0,1 1,0 0,-1 0,1 0,1 1,-1-1,1 1,0 0,0 0,0 1,1-1,-1 1,1 0,1 0,-1 0,1 0,0 0,1 1,-1-1,1 1,0-1,1 1,0-1,0 1,0-1,1 1,0-2,1-1,0 1,0-1,0 1,1-1,-1 0,1 0,0 0,0 0,0-1,1 1,0-1,-1 0,1 0,0 0,0-1,1 1,-1-1,0 0,1 0,-1 0,1-1,0 0,0 0,2 1,3-1,1 1,-1-1,0-1,1 0,-1 0,0-1,0 0,1-1,-1 0,0-1,6-2,-11 3,0 0,0 0,0 0,0-1,-1 1,1-1,-1-1,0 1,0 0,0-1,0 0,-1 0,1 0,-1-1,0 1,0-1,-1 1,1-1,-1 0,0 0,0 0,-1 0,0-1,0 1,0 0,0-2,32 40,-15-22,1-1,0 0,0-1,1-2,0 0,0-1,1 0,0-2,0-1,0 0,0-2,0 0,12-2,-21 1,-1 0,1 0,0-2,-1 1,1-1,-1-1,1 0,-1-1,0 0,0 0,-1-1,1-1,-1 0,0 0,-1-1,0 0,0-1,0 0,-1 0,0-1,0 0,0-2,5-14,-2-1,-1 1,-1-2,-2 1,0-1,-2 0,0-1,-2 1,-1-1,-2-7,4-34,-2 0,-4 0,-3 0,-3 0,-3 1,-12-41,19 95,0-1,-2 0,1 1,-1 0,-1 0,-1 1,-2-3,9 14,0 0,-1 0,1 1,0-1,-1 0,1 1,-1 0,0-1,1 1,-1 0,0 0,0 0,0 0,0 0,0 0,0 0,0 1,0-1,0 1,0 0,0-1,-1 1,1 0,0 0,0 0,0 1,0-1,0 0,-1 1,1-1,0 1,0 0,0 0,0 0,1 0,-1 0,0 0,0 0,1 1,-1-1,0 1,1-1,-1 1,1 0,0-1,0 1,0 0,-1 0,1 1,-8 14,0 0,1 0,0 1,2 1,0-1,1 1,1 0,1 0,0 0,2 5,-5 21,2-1,3 1,1 0,2 0,2 0,2-1,2 0,2 0,2-1,1 0,3-1,1 0,2-2,2 0,7 6,-19-33,0-1,1 0,0-1,1 0,0 0,1-2,9 7,-16-13,-1 0,1 0,0 0,1-1,-1 0,0 0,1 0,-1-1,1 1,-1-1,1-1,-1 1,1-1,0 0,-1 0,1-1,0 1,-1-1,1-1,-1 1,1-1,0 0,4-5,1 0,-1 0,0-1,0-1,-1 0,-1 0,1-1,-1 0,-1 0,0-1,0 0,-1 0,-1 0,0-1,3-10,-7 20,3 77,-2-71,-1-1,1 0,0 1,0-1,0 0,0 0,0 0,1-1,-1 1,1-1,0 1,0-1,0 0,0 0,0 0,0 0,1 0,-1-1,1 0,-1 0,1 0,-1 0,1 0,0-1,-1 1,1-1,0 0,-1 0,1 0,1-1,2 0,-1 0,0 0,0 0,0-1,0 0,0 0,0-1,0 1,-1-1,1-1,-1 1,0-1,0 0,0 0,-1 0,1-1,2-3,-4 3,0-1,0 1,-1-1,1 0,-1 1,-1-1,1 0,-1 0,0-1,0 1,-1 0,1 0,-2 0,1 0,-1-1,1 1,-2 0,1 0,-1 0,0 0,0 0,0 1,-1-1,0 1,0-1,-1 1,1 0,-1 0,0 1,0-1,-1 1,1 0,-1 0,0 0,0 1,-1-1,1 1,0 1,-1-1,0 1,0 0,0 0,0 0,0 1,0 0,0 0,0 1,0 0,-1 0,1 0,0 1,0 0,0 0,-5 2,4 0,0 1,1 0,0 0,0 0,0 1,0 0,0 0,1 1,0-1,0 1,1 0,0 1,0-1,0 1,1 0,0-1,0 2,-1 5,2-8,1-1,0 1,0 0,0 0,1 0,-1 0,1 0,0 0,1 0,-1 0,1 0,0 0,0-1,1 1,-1 0,1-1,0 1,1-1,-1 1,1-1,-1 0,1 0,1 0,-1 0,0-1,1 1,0-1,3 2,26 13,0-7</inkml:trace>
  <inkml:trace contextRef="#ctx0" brushRef="#br0" timeOffset="-4672.167">9193 802,'-11'-13,"-9"-10,-3 0,1 3,1 5,4 8,5 14,5 15,4 13,4 9,2-3</inkml:trace>
  <inkml:trace contextRef="#ctx0" brushRef="#br0" timeOffset="-4503.74">9247 1257,'13'7,"14"2,14 0,11-2,10-2,7-2,2-1,-2-4,-12-1</inkml:trace>
  <inkml:trace contextRef="#ctx0" brushRef="#br0" timeOffset="-10436.961">62 937,'0'-12,"-1"36,-32 263,7-109,24-68,3-105,-1-1,1 1,0-1,0 0,1 1,-1-1,1 0,0 0,0 0,1 0,-1 0,1-1,-1 1,1-1,0 0,1 1,-1-1,1-1,-1 1,1 0,0-1,2 2,5-2,1 0,-1 0,0-1,1 0,-1-1,1-1,-1 0,0 0,1-1,-1 0,0-1,0 0,0-1,-1-1,1 1,-1-1,5-4,31-15,-8 1</inkml:trace>
  <inkml:trace contextRef="#ctx0" brushRef="#br0" timeOffset="-10121.742">22 1311,'7'-3,"9"-2,11-1,12-1,8-2,6-2,1 1,-7 2,-10 3,-10 2</inkml:trace>
  <inkml:trace contextRef="#ctx0" brushRef="#br0" timeOffset="-9889.358">143 816,'-12'-2,"4"-3,14-1,20-2,23 1,24 2,16 1,6 3,-13 3</inkml:trace>
  <inkml:trace contextRef="#ctx0" brushRef="#br0" timeOffset="-9534.307">984 1418,'-18'-10,"-1"0,-1 2,0 0,0 2,0 0,-1 1,0 1,0 1,0 1,0 0,-7 2,18 1,0 0,1 1,-1 0,1 1,0-1,0 2,0-1,0 2,0-1,1 1,0 0,0 1,0 0,0 0,-4 5,8-7,0 1,0-1,0 1,1 0,0 0,-1 0,2 1,-1-1,1 1,0-1,0 1,0 0,1 0,0-1,0 1,0 0,1 0,0 0,0 0,1 0,-1 0,1 0,1 0,-1 0,3 5,-2-6,1 1,0 0,0-1,1 0,0 0,0 0,0 0,0-1,1 0,-1 0,1 0,0 0,1-1,-1 1,1-1,-1-1,1 1,0-1,3 1,6 1,1 0,-1 0,1-2,0 0,0-1,0 0,2-2,25-3,0-2,0-2,-1-2,0-2,-1-1,-1-2,18-11,-9 5</inkml:trace>
  <inkml:trace contextRef="#ctx0" brushRef="#br0" timeOffset="-9283.975">1412 1525,'2'0,"2"0</inkml:trace>
  <inkml:trace contextRef="#ctx0" brushRef="#br0" timeOffset="18672.745">196 2046,'2'2,"-1"-1,1 0,-1 0,1 0,-1 0,1 0,0 0,0 0,-1-1,1 1,0-1,0 1,0-1,0 0,0 1,-1-1,1 0,0 0,0-1,2 1,0 0,181 17,-77-4,1-4,24-5,-61-5,58 1,96 12,-168-5,1-4,0-2,0-2,10-4,6-4,1 4,0 3,38 5,95 7,59-10,-105-1,588 1,-385 13,494-13,-306-26,-342 14,112-24,-191 19,796-64,-587 59,32 15,62 0,145-7,272 8,-408-7,-301 14,-158-1</inkml:trace>
  <inkml:trace contextRef="#ctx0" brushRef="#br0" timeOffset="59599.592">1012 3236,'105'1,"-1"4,0 5,0 5,31 11,134 37,-229-60,-21-3</inkml:trace>
  <inkml:trace contextRef="#ctx0" brushRef="#br0" timeOffset="60597.518">2508 3102,'15'7,"-1"0,0 1,-1 0,0 1,0 0,-1 1,0 1,0 0,-2 0,1 1,-1 1,-1-1,0 2,-1-1,-1 1,0 0,0 1,-2 0,0 0,0 0,-2 0,0 1,-1 0,0-1,-1 1,-1 15,4 7,6-54,-8 10,9-27,2 0,1 0,1 2,2 0,1 0,2 2,0 0,2 2,18-17,-39 42,0 0,0 1,0-1,1 0,-1 1,1-1,-1 1,1-1,0 1,-1 0,1-1,0 1,0 0,0 0,0 0,0 1,0-1,0 0,0 1,0 0,0-1,1 1,-1 0,0 0,0 0,0 0,0 0,0 1,1-1,-1 1,0-1,0 1,0 0,0 0,0 0,0 0,-1 0,1 0,0 0,0 1,-1-1,1 1,-1-1,1 1,-1 0,0-1,1 3,2 12,0 1,-1 0,-1 1,-1-1,-1 0,0 1,-1-1,-1 0,-2 6,1 12,2-20,-1-12,1 1,0 0,0 0,0 0,0-1,1 1,0 0,-1 0,2 0,-1 0,0 0,1 0,0 0,0 0,0 0,0-1,0 1,1 0,0-1,0 1,0-1,0 1,0-1,1 0,-1 0,1 0,0 0,0-1,0 1,0-1,0 0,1 0,0 1,14-1,1-1,0-1,-1 0,1-2,0 0,-1-1,0 0,1-2,-2 0,1-1,11-6,-22 10,20-8,0 0,0-2,-2-1,1-1,-2-2,18-13,-31 22,0-2,0 1,-1-1,0-1,-1 0,0 0,0-1,-1 0,-1 0,6-12,-12 21,0 0,-1 0,0 1,1-1,-1 0,0 0,0 0,0 0,0 0,0 0,0 0,-1 0,1 0,-1 1,1-1,-1 0,0 0,0 0,0 1,0-1,0 1,0-1,0 0,0 1,-1 0,1-1,0 1,-1 0,1 0,-1 0,0 0,1 0,-1 0,0 0,0 0,0 1,1-1,-2 0,-74-11,68 12,0 1,0 0,1 1,-1 0,1 0,-1 1,1 0,0 0,0 1,0 0,1 1,-1 0,1 0,-1 1,5-3,-1 0,1 0,1 0,-1 0,0 0,1 1,0-1,-1 1,2 0,-1-1,0 1,1 0,-1 0,1 0,0 0,1 1,-1-1,1 0,-1 0,1 0,0 0,1 1,-1-1,1 0,0 0,0 0,0 0,1 0,-1 0,2 2,2 4,1 0,1-1,-1 1,1-1,1-1,0 1,0-1,0-1,1 1,0-2,1 1,0-1,0-1,0 1,6 1,11 3,0 0,1-2,-1-1,2-1,19 1,111 3,-90-9</inkml:trace>
  <inkml:trace contextRef="#ctx0" brushRef="#br0" timeOffset="61539.33">4982 3223,'-5'-4,"0"0,0 0,-1 1,1 0,-1 0,0 1,1 0,-1 0,0 0,-1 0,1 1,0 0,0 1,-1-1,1 1,0 0,-1 1,1-1,0 1,0 1,0-1,0 1,0 0,0 0,0 1,0 0,-3 2,3 1,0 0,0 1,0 0,0 0,1 0,0 1,1 0,0 0,0 0,1 0,0 1,0-1,1 1,0 0,1 0,-1 0,2-5,-1 0,1 0,-1 0,1 0,0 1,1-1,-1 0,1 0,0 0,0 0,0 0,0 0,1 0,0 0,0 0,0-1,0 1,0-1,1 1,-1-1,1 0,0 0,0 0,0 0,0-1,1 1,-1-1,1 0,0 0,-1 0,1 0,0-1,0 0,3 1,-1-1,0 0,1 0,-1-1,0 0,1-1,-1 1,0-1,0 0,1-1,-1 1,0-1,0-1,-1 1,1-1,0 0,-1 0,0 0,0-1,3-2,5-4,-2-1,1 0,-1-1,-1 0,0 0,-1-1,2-4,-4 5,-1 0,0 0,-1-1,-1 1,1-1,-2 0,0-1,0-1,-5 27,-5 118,7-125,0 0,1 0,0 0,0 0,0 0,1 0,0-1,0 1,0 0,0-1,1 0,-1 1,1-1,0 0,1-1,-1 1,1 0,-1-1,1 0,0 0,0 0,1 0,-1-1,0 1,4 0,-3-2,0-1,0 1,1-1,-1 0,0 0,0-1,0 1,0-1,0-1,0 1,-1-1,1 1,0-1,0-1,-1 1,0 0,1-1,-1 0,0 0,0-1,-1 1,1-1,-1 0,1 0,-1 0,-1 0,1 0,0-1,-1 1,0-1,0 1,0-1,-1 0,0 0,0 0,0 0,0 0,-1-5,6-21,-2 0,-2 0,-1 0,-1-1,-2 1,-1-2,3 32,0 1,1-1,-1 0,0 0,1 0,-1 0,0 0,1 1,-1-1,1 0,0 0,-1 1,1-1,-1 0,1 1,0-1,0 0,-1 1,1-1,0 1,0-1,0 1,-1 0,1-1,0 1,0 0,0 0,0-1,0 1,0 0,0 0,0 0,0 0,-1 0,1 0,0 1,0-1,0 0,0 0,0 1,0-1,0 0,-1 1,1-1,0 1,0-1,0 1,-1-1,1 1,0 0,-1-1,1 1,-1 0,1 0,0 0,10 3,215 52,-157-28,-67-26,0-1,0 1,0-1,-1 1,1 0,-1-1,1 1,-1 0,1 0,-1 0,0 0,0 1,0-1,0 0,-1 0,1 0,0 1,-1-1,0 0,1 1,-1-1,0 1,0-1,0 0,-1 1,1-1,-1 0,1 1,-2 1,-71 145,73-146,0 0,1 0,-1 0,0-1,1 1,0 0,0 0,-1-1,2 1,-1 0,0-1,0 1,1-1,0 1,-1-1,1 0,0 0,0 0,0 0,0 0,1 0,-1-1,0 1,1-1,-1 1,1-1,0 0,-1 0,1 0,0 0,-1-1,1 1,0-1,0 1,0-1,0 0,0 0,-1-1,1 1,0-1,51 6,0-3,0-2,0-3,-1-2,1-2,0-4,25-3</inkml:trace>
  <inkml:trace contextRef="#ctx0" brushRef="#br0" timeOffset="62133.788">6412 3195,'-23'-2,"0"0,1 2,-1 0,0 2,0 0,0 2,-2 1,17-4,0 1,1 1,-1 0,0 0,1 0,0 1,0 0,0 1,0-1,1 1,-1 0,1 1,1 0,-1 0,1 0,0 0,0 1,1 0,0 0,0 0,-1 3,4-5,-1-1,1 0,-1 1,1-1,1 1,-1 0,1-1,-1 1,1-1,1 1,-1 0,1-1,0 1,0-1,0 1,0-1,1 0,0 1,-1-1,2 0,-1 0,0 0,1-1,0 1,0 0,0-1,0 0,1 0,-1 0,1 0,0 0,0-1,0 1,0-1,0 0,0-1,0 1,4 0,1 2,1 0,0-1,0-1,0 1,1-2,-1 1,0-1,1-1,-1 0,1 0,-1-1,0-1,1 1,-1-2,0 1,0-2,0 1,-1-1,1-1,-1 1,0-2,0 1,-1-1,1-1,-1 1,-1-1,1-1,-1 0,-1 0,1 0,-1 0,-1-1,0 0,0 0,0-2,6-21,-3 45,-8-6,2-1,-1 0,1 1,0-1,0 0,1 0,0 0,0-1,0 1,1-1,0 1,0-1,0-1,1 1,-1 0,1-1,0 0,0 0,1-1,-1 1,1-1,0 0,0-1,0 1,0-1,0 0,0-1,1 1,3-1,-3-1,1-1,-1 0,0 0,1 0,-1-1,0 0,0-1,0 1,0-1,-1-1,1 1,-1-1,0 0,0-1,0 0,0 0,-1 0,0 0,2-3,6-8,0-1,-1-1,-1 0,0-1,-2 0,2-5,13-42,-2 0,-4-2,-3 0,-2-1,-4-1,-3 1,-2-70,-4 131,1-6,-1 0,0 1,0-1,-2 0,0 1,0-1,-1 1,-1 0,-5-13,9 25,-1 0,1 0,0 0,-1 1,1-1,0 0,-1 0,1 0,-1 0,0 0,1 1,-1-1,0 0,1 0,-1 1,0-1,0 0,0 1,1-1,-1 1,0-1,0 1,0 0,0-1,0 1,0 0,0 0,0-1,0 1,0 0,0 0,0 0,0 0,0 0,0 1,0-1,0 0,0 0,0 1,0-1,0 1,0-1,0 0,0 1,1 0,-1-1,0 1,0-1,0 1,1 0,-1 0,0 0,-31 48,20-15,1 0,1 1,2-1,1 2,2-1,2 1,1-1,2 1,1 0,3 10,-1-19,2 0,1 0,1 0,1 0,1-1,2-1,1 0,0 0,2-1,1-1,1 0,0-1,2-1,1-1,0 0,2-1,10 7,64 19,-58-38</inkml:trace>
  <inkml:trace contextRef="#ctx0" brushRef="#br0" timeOffset="62375.801">6599 2794,'20'9,"28"6,28 2,26 0,17-2,7-2,0 2,-14 3,-25-2</inkml:trace>
  <inkml:trace contextRef="#ctx0" brushRef="#br0" timeOffset="62613.484">7535 3075,'-11'17,"-42"84,53-99,-1 0,1 0,-1 0,1 0,0 0,0 0,0 0,0 0,0 0,0 0,0 0,1 0,-1 0,1 0,0 0,-1 0,1 0,0 0,0-1,0 1,0 0,1 0,-1-1,0 1,1-1,-1 1,1-1,-1 0,1 0,0 0,0 1,-1-2,1 1,2 1,2 0,-1 0,1-1,0 1,0-1,0-1,0 1,0-1,0 0,0 0,0-1,4 0,-3-1,1 0,-1 0,1-1,-1 0,0-1,0 1,0-1,-1-1,1 1,-1-1,0 0,0-1,-1 1,0-1,0 0,0-1,0 1,-1-1,0 0,0-2,-1 4,-1 0,0 0,0 0,-1 0,1 0,-1 0,0-1,-1 1,1 0,-1-1,0 1,0-1,-1 1,1 0,-1-1,-1 1,1 0,-1 0,0 0,0 0,0 0,0 0,-1 0,0 1,0 0,-1-1,1 1,-1 0,-3-3,3 4,-1-1,0 1,1 0,-1 1,-1-1,1 1,0 0,0 0,-1 0,1 1,-1 0,0 0,1 0,-1 1,0 0,1 0,-1 1,0-1,1 1,-1 0,0 0,1 1,0 0,-1 0,1 0,0 1,0 0,-3 2,-1 0,1 0,0 1,0 0,0 0,1 1,0 0,0 1,1-1,0 1,0 0,1 1,0-1,0 1,1 0,0 1,0 1,3-6,0-1,0 1,0-1,1 1,-1 0,1-1,0 1,1-1,-1 1,1 0,0-1,0 0,1 1,-1-1,1 1,0-1,0 0,0 0,1 0,-1 0,1-1,0 1,0-1,0 0,0 1,1-1,0-1,-1 1,1 0,0-1,0 0,0 0,1 0,37 12,1-5</inkml:trace>
  <inkml:trace contextRef="#ctx0" brushRef="#br0" timeOffset="62809.596">7882 2594,'-15'-7,"-16"-2,-8 0,-4 7,-2 8,2 7,6 9,9 4,10 6,12 3,14 3,13 2,2-6</inkml:trace>
  <inkml:trace contextRef="#ctx0" brushRef="#br0" timeOffset="63065.761">7829 3102,'14'16,"8"8,9 1,9-3,9-5,11-6,8-9,4-7,-10-3</inkml:trace>
  <inkml:trace contextRef="#ctx0" brushRef="#br0" timeOffset="63897.545">10102 2995,'-11'-6,"1"1,-1 0,0 1,0 0,0 1,-1 0,1 0,-1 1,1 1,-1 0,0 1,0 0,1 1,-1 0,0 1,1 0,-1 0,1 2,0-1,0 1,0 1,0 0,1 1,0 0,0 0,1 1,-6 5,12-9,1 0,-1-1,1 1,0 0,0 0,0 1,1-1,-1 0,1 1,0-1,0 1,0-1,0 1,1-1,-1 1,1 0,0-1,0 1,0-1,1 1,-1 0,1-1,0 1,0-1,0 1,0-1,1 1,-1-1,1 0,0 0,0 0,0 0,0 0,1 0,-1-1,1 1,-1-1,1 1,0-1,0 0,3 1,13 7,0-2,1 0,0-1,0-1,0-1,1-1,0-1,0 0,0-2,0 0,0-2,1 0,0 0,-1 0,0-1,1-2,-1 0,-1-1,1-1,-1-1,3-2,-15 6,0-1,0 0,0-1,-1 0,0 0,0-1,0 0,0 0,-1 0,0-1,0 0,-1 0,0 0,0-1,-1 0,0 0,0 0,-1 0,0-1,1-4,0-48,-16 48,-2 32,10-7,0 0,1 0,0 0,1 0,1 1,0-1,0 1,1-1,1 0,0 1,1-1,0 0,1 0,0 0,1 0,0 0,1-1,1 0,4 9,-7-16,1 0,0 0,0 0,0-1,0 1,0-1,1 0,-1 0,1 0,0-1,0 1,0-1,0-1,0 1,0-1,1 0,-1 0,0 0,1-1,-1 1,1-1,-1-1,1 1,-1-1,4-1,1 0,0-1,-1-1,1 1,-1-2,0 1,0-1,-1 0,1-1,-1 0,0-1,-1 1,0-1,3-5,4-5,-2 0,0-1,-1-1,-1 0,-1 0,-1-1,0 0,-2-1,0 1,-1-1,-2-1,1-1,-5 12,-3 15,-5 18,4-4,0 0,1-1,1 2,0-1,2 0,0 1,2 16,-1-29,1-1,-1 1,1-1,0 1,1-1,-1 1,1-1,0 0,0 0,1 0,0 0,0 0,0 0,0-1,1 1,-1-1,1 0,1 0,-1-1,0 1,1-1,-1 0,1 0,0 0,0-1,0 1,4 0,30 3,-2-6</inkml:trace>
  <inkml:trace contextRef="#ctx0" brushRef="#br0" timeOffset="64458.722">11118 2928,'-5'5,"1"-1,-1 1,1 0,0 0,0 0,1 0,0 0,0 1,0 0,0 0,1 0,0 0,0 0,1 0,-1 0,1 1,1-1,-1 0,1 1,0-1,1 0,0 1,0-1,0 0,0 0,1 1,0-1,1 0,-1-1,1 1,2 3,4-2,-1 1,2-2,-1 1,1-1,0-1,0 0,0 0,1-1,-1 0,1-1,0 0,1-1,-1 0,0-1,0 0,1-1,-1 0,1-1,-1 0,0-1,0 0,0 0,6-3,-11 3,0 0,0 0,-1-1,1 1,-1-1,0 0,0 0,0-1,0 0,0 0,-1 0,1 0,-1-1,-1 0,1 1,0-1,-1-1,0 1,0 0,-1-1,0 0,0 1,0-1,0 0,-1 0,0 0,0 0,-1 0,0 0,0 0,0 0,-1 0,0-1,0 2,0-1,-1 0,-1-4,-13-12,3 40,12-11,0 1,0 0,0 0,1 1,1-1,-1 0,1 0,1-1,0 1,0 0,0 0,1-1,0 1,0-1,1 0,0 0,0 0,1 0,0-1,0 0,0 0,1 0,0-1,0 1,0-2,1 1,-1-1,1 0,1 0,-1 0,0-1,1 0,-1-1,1 0,0 0,0-1,0 0,0 0,0-1,0 1,4-2,-1-2,0 0,0 0,0-1,-1-1,1 0,-1 0,0-1,-1-1,1 1,-1-1,-1-1,1 0,-1 0,-1 0,0-1,0 0,0-1,-1 0,-1 0,0 0,0 0,-1-1,0 0,-1 0,0 0,1-6,-4-4,-2 16,-1 15,2-4,1 1,0-1,0 1,1-1,0 1,0-1,0 0,1 1,0-1,0 0,0 0,1 0,0 0,0 0,0-1,1 0,0 1,0-1,1-1,0 2,6 4,0 0,0 0,1-1,0-1,1 0,0-1,0 0,7 2,10 2,1-2,-1-1,2-1,-1-2,1-1,18-1,22-1</inkml:trace>
  <inkml:trace contextRef="#ctx0" brushRef="#br0" timeOffset="77561.499">13578 2835,'-23'-1,"15"0,1 0,-1 0,0 1,0 0,0 1,0-1,0 1,1 1,-1 0,0 0,1 0,-1 1,1 0,0 0,0 1,0 0,0 0,1 1,0 0,0 0,-3 3,4 0,0-1,1 1,0 0,0 1,1-1,0 1,0-1,1 1,0 0,1 0,-1 3,2-8,0-1,-1 1,1 0,0-1,1 1,-1-1,1 1,-1-1,1 1,0-1,0 0,1 1,-1-1,1 0,-1 0,1 0,0 0,0 0,0 0,1-1,-1 1,1-1,-1 1,1-1,0 0,0 0,0 0,0 0,0-1,1 1,0-1,0 0,0 0,0-1,0 1,0-1,0 0,0 0,0 0,0-1,0 1,0-1,0 0,0 0,0-1,-1 1,1-1,0 0,-1 1,1-2,-1 1,0 0,1-1,-1 0,62-71,-48 41,-2 0,-1-1,-1-1,-3 0,0-1,-2 0,-2 0,-1 0,-2-1,-2 0,-2-20,1 56,1-12,-1 0,0-1,-1 1,-1 0,0 0,-1 0,0 1,-3-7,5 17,1 1,-1 0,0 0,1 0,-1 0,0 0,0-1,0 2,0-1,0 0,0 0,0 0,0 0,0 0,0 1,0-1,-1 1,1-1,0 1,0-1,-1 1,1 0,0-1,-1 1,1 0,0 0,-1 0,1 0,0 0,-1 0,1 1,0-1,-1 0,1 1,0-1,-1 1,1-1,0 1,0 0,0-1,0 1,0 0,0 0,0 0,0 0,0 0,0 0,0 0,0 0,1 0,-1 0,0 0,1 1,-1-1,1 0,-1 0,1 1,0-1,-1 0,1 1,0-1,-7 18,1 0,0 0,1 1,1-1,1 1,1 0,1 0,1 18,-1-26,-1 26,1 1,1 0,2 0,3 0,0-1,3 1,10 30,-16-62,0 0,1 0,0-1,0 1,1-1,0 0,0 0,1 0,-1 0,1-1,0 0,1 0,-1 0,1-1,0 1,0-2,1 1,-1-1,1 1,-1-2,1 1,0-1,0 0,0 0,1-1,-1 0,0-1,0 1,3-1,3-3,1 0,-1-1,0-1,0 0,-1 0,1-1,-1-1,0 0,-1-1,0 0,0 0,-1-2,0 1,0-1,-1 0,-1-1,1 0,-2-1,0 0,0 0,-1 0,0-1,-1 1,-1-2,0 1,-1 0,0-1,-1 1,-1-2,0 14,0 0,-1 0,0-1,1 1,-1 0,0 0,0-1,0 1,0 0,0 0,0-1,0 1,0 0,0 0,0-1,-1 1,1 0,0 0,-1 0,1-1,-1 1,0 0,1 0,-1 0,0 0,0 0,0 0,1 0,-1 0,0 1,0-1,0 0,0 0,-1 1,1-1,0 1,0-1,0 1,0-1,-1 1,1 0,0 0,0-1,-1 1,0 0,-5 4,0-1,0 2,1-1,-1 1,1-1,0 2,0-1,1 1,0 0,0 0,0 0,0 1,1-1,0 1,1 0,0 1,-2 4,2-7,0 1,1-1,0 1,0 0,0 0,1 0,0-1,0 1,0 1,1-1,0 0,0 0,0 0,1 0,0 0,0 0,1 0,0-1,-1 1,2 0,-1-1,1 1,0-1,0 0,0 0,1 0,0 0,1 1,7 2,0-1,0 1,0-2,1 0,0 0,0-1,1-1,-1 0,1-1,0-1,0 0,4 0,50 6</inkml:trace>
  <inkml:trace contextRef="#ctx0" brushRef="#br0" timeOffset="78446.179">14514 2742,'-9'27,"2"2,2-1,0 1,2 0,1 0,1 0,2 0,0 0,3 0,2 11,-4-25,68 571,-68-571,-3-27,-53-288,26 161,-8-112,33 221,1 16,1 0,0 1,1-1,1 0,0 0,0 0,3-5,-4 17,1-1,0 1,0 0,0 0,0 0,1 0,-1 0,1 0,-1 0,1 0,-1 1,1-1,0 0,0 1,0 0,0-1,0 1,0 0,0 0,1 0,-1 0,0 0,0 1,1-1,-1 1,0 0,1-1,-1 1,3 0,68 12,-62-9,-1 0,1 0,-1 1,0 0,0 1,0 0,-1 1,0 0,0 0,0 1,-1 0,0 1,-1 0,1 0,-1 0,-1 1,0 0,0 1,-1-1,0 1,0 0,-1 1,-4-7,1-1,-1 1,0 0,0-1,0 1,-1-1,1 1,-1-1,0 1,0-1,0 1,-1-1,1 0,-1 1,1-1,-1 0,0 0,-1 0,1-1,0 1,-1 0,1-1,-1 0,0 1,0-1,0 0,0-1,0 1,-7 4,0-2,-1 1,1-1,-1-1,0 0,0 0,0-1,-5 0,15-1,-1 0,0 0,0-1,0 1,-1-1,1 1,0-1,0 0,0 0,0 0,0 0,0 0,0 0,0-1,-1 1,1-1,0 1,0-1,0 0,0 0,1 0,-1 0,0 0,0 0,1 0,-1-1,0 1,1 0,-1-1,1 0,0 1,-1-1,1 0,0 0,0 0,0 1,1-1,-1 0,0 0,1 0,-1-1,0-1,4-2,1-1,-1 1,1 0,0 0,1 0,-1 1,1-1,0 1,0 0,1 0,0 1,0 0,5-4,-6 5,25-18,1 2,0 1,2 1,0 1,1 3,20-6,-7 10,-46 9,0 0,0 0,0 0,0 0,0 0,0 1,0-1,0 0,0 1,0-1,0 0,0 1,0-1,0 1,-1-1,1 1,0 0,0-1,-1 1,1 0,0 0,-1 0,1-1,-1 1,1 0,-1 0,1 0,-1 0,1 0,-1 0,0 0,0 0,0 0,1 0,-1 0,0 0,0 0,0 0,0 0,-1 0,1 0,0 0,-12 63,9-58,1 0,0 1,0-1,0 1,1 0,0-1,0 1,0 0,1 0,0-1,1 1,-1 0,1 0,1-1,-1 1,1 0,0-1,0 0,1 1,0-1,0 0,1 0,0-1,0 1,3 3,57 18,-31-23</inkml:trace>
  <inkml:trace contextRef="#ctx0" brushRef="#br0" timeOffset="78911.679">14902 2554,'33'9,"0"2,-1 2,0 1,-1 1,0 1,-2 2,0 2,-1 0,-1 2,0 0,-2 2,-1 1,20 28,-35-38,-2 0,1 1,-2 0,0 0,-1 0,-1 1,-1 0,0 0,-1 0,0 10,-2-26,-1 1,1-1,0 0,0 0,0 1,0-1,0 0,0 0,1 0,-1 1,0-1,1 0,-1 0,0 0,1 0,0 1,-1-1,1 0,0 0,-1 0,1 0,0 0,0-1,0 1,0 0,0 0,0 0,0-1,0 1,0-1,0 1,0-1,0 1,0-1,1 1,-1-1,0 0,0 0,1 0,-1 0,0 0,0 0,1 0,-1 0,0 0,0 0,0-1,1 1,-1 0,0-1,1 0,12-8,-1 0,-1-1,1-1,-2 1,1-2,-2 0,0 0,0-1,-1 0,0-1,2-6,63-112,-74 132,0 0,0 0,0 0,0 0,0 0,0 1,0-1,0 0,1 0,-1 0,0 0,0 0,0 0,0 0,0 1,0-1,1 0,-1 0,0 0,0 0,0 0,0 0,1 0,-1 0,0 0,0 0,0 0,0 0,1 0,-1 0,0 0,0 0,0 0,0 0,1 0,-1 0,0 0,0 0,0 0,0-1,0 1,1 0,-1 0,0 0,0 0,0 0,0 0,0 0,0-1,1 1,-1 0,-2 20,2-16,0-3,-2 6,0 1,1-1,0 1,0-1,1 1,0-1,0 1,1 0,0-1,0 1,1-1,0 0,0 0,1 1,0-1,0-1,0 1,1 0,0-1,0 0,1 0,0 0,1 0,10 4,0-1,1-1,1-1,-1-1,1 0,0-1,0-1,1 0,-1-2,1 0,0-1,0-1,-1-1,1 0,8-3,44-5,-10-3</inkml:trace>
  <inkml:trace contextRef="#ctx0" brushRef="#br0" timeOffset="79481.231">16265 2914,'-12'-8,"0"0,-1 0,1 1,-1 1,-1 0,1 1,-1 0,0 1,0 1,-1 0,1 1,0 1,-1 0,-13 1,25 1,0-1,-1 1,1 0,0 0,0 1,0-1,0 1,0 0,0-1,1 1,-1 0,1 1,-1-1,1 0,0 1,0-1,0 1,0 0,0 0,0 0,1 0,-1 0,1 0,0 0,0 0,0 0,1 1,-1-1,1 0,0 1,-1-1,2 0,-1 1,0-1,1 0,-1 0,1 1,0-1,0 0,0 0,0 0,1 0,-1 0,1 0,0 0,0 0,0-1,0 1,1-1,-1 0,0 1,1-1,0 0,5 4,0-1,0 0,0-1,0 1,1-1,0-1,0 0,0 0,0-1,0 0,1-1,-1 0,1 0,-1-1,0 0,1 0,-1-1,1-1,-1 0,0 0,0-1,0 0,0 0,0-1,-1 0,1 0,-1-1,0-1,-1 1,1-1,-1 0,0-1,-1 0,0 0,1-1,8-16,-2-1,-1 0,-1 0,0-2,-3 1,0-1,-1 0,-2-1,-1 1,-1-1,-1 0,-1-12,6-310,-19 267,11 83,0-1,0 1,1-1,-1 1,0-1,0 1,0 0,1-1,-1 1,0 0,0 0,0 0,0-1,0 1,1 0,-1 0,0 0,0 1,0-1,0 0,0 0,0 0,1 1,-1-1,0 0,0 1,0-1,1 1,-1-1,0 1,1-1,-1 1,0-1,1 1,-1 0,0-1,1 1,-1 0,1 0,0-1,-1 1,1 0,0 0,-1 0,1-1,0 1,0 0,-1 0,1 1,-14 26,0 1,2 1,2 0,0 1,2 0,2 0,-3 29,4-27,2 0,1 0,2 0,1 0,1 0,2 0,3 6,-4-24,1 1,0-1,2 1,-1-1,2-1,0 1,1-1,0 0,1-1,0 0,1 0,1-1,0-1,1 0,9 8,-12-13,0 0,0 0,0-1,1 0,0-1,0 0,0-1,0 0,1 0,-1-1,1-1,-1 0,1 0,0-1,0 0,-1-1,1 0,-1-1,1 0,-1 0,1-1,-1-1,0 0,0 0,-1-1,0 0,1-1,-1 0,-1 0,0-1,0 0,0 0,0-1,2-5,-3 5,0-1,-1-1,0 1,-1-1,0 0,-1-1,0 1,0-1,-1 0,0 1,-1-1,-1-1,0 1,0 0,-1-1,0 10,0 0,0 0,0 0,-1 1,1-1,0 0,-1 0,0 0,1 1,-1-1,0 0,0 1,0-1,0 0,0 1,-1 0,1-1,0 1,-1 0,1-1,0 1,-1 0,0 0,1 0,-1 0,0 1,1-1,-1 0,0 1,0-1,0 1,1 0,-1-1,0 1,0 0,0 0,0 0,0 0,0 1,1-1,-1 0,0 1,0-1,0 1,1 0,-1 0,0-1,1 1,-1 0,0 1,1-1,-1 0,-2 2,0 0,0-1,0 1,0 1,0-1,1 1,-1-1,1 1,0 0,0 0,1 1,-1-1,1 0,0 1,0 0,0-1,1 1,0 0,0 0,0 0,0 0,1 0,0 0,0 0,0 0,0 0,1 0,0-1,0 1,0 0,1 0,0 0,0-1,0 1,0-1,1 0,0 2,6 2,0 0,1-1,0 0,0 0,1-1,0 0,0-1,0 0,0-1,1 0,0-1,45 13,1-3,0-3,11-1,63 5</inkml:trace>
  <inkml:trace contextRef="#ctx0" brushRef="#br0" timeOffset="79800.38">18270 2688,'0'14,"-3"10,-2 10,-1 2,1 0,1-4,2-5,0-10,1-7</inkml:trace>
  <inkml:trace contextRef="#ctx0" brushRef="#br0" timeOffset="80044.831">18257 2313,'-12'-16,"-5"-9,-5-6,-1 3,4 8,4 15,11 17,11 20,15 16,12 13,0-3</inkml:trace>
  <inkml:trace contextRef="#ctx0" brushRef="#br0" timeOffset="80276.261">18497 2848,'19'-9,"-1"-1,0-1,0 0,-1-1,0-1,-2-1,1 0,-2-1,0 0,0-2,-2 1,11-19,-22 34,0 0,-1-1,1 1,0-1,0 1,-1-1,1 1,-1-1,0 1,1-1,-1 1,0-1,0 0,0 1,0-1,0 1,0-1,-1 0,1 1,0-1,-1 1,1-1,-1 1,0-1,1 1,-1-1,0 1,0 0,0-1,0 1,0 0,0 0,-1 0,1 0,0 0,0 0,-1 0,1 0,-1 0,1 1,0-1,-1 0,0 1,1 0,-1-1,1 1,-1 0,1 0,-1-1,0 1,1 1,-1-1,0 0,1 0,-1 1,1-1,-1 0,0 1,-7 1,0 1,-1 0,1 0,0 1,1 0,-1 1,1 0,0 0,0 1,0 0,1 0,-1 1,2 0,-1 0,1 0,0 1,1 0,0 0,0 1,0-1,1 1,1 0,0 0,0 1,0-1,1 1,0 3,2-8,1 1,0-1,0 0,0 0,0 0,1 0,0 0,0 0,0 0,0-1,1 1,0-1,0 0,0 1,0-1,1-1,0 1,0 0,0-1,0 0,0 0,1 0,-1 0,1-1,1 1,11 4,0 0,0-1,0-1,1 0,-1-1,16 1,42 1,-5-5</inkml:trace>
  <inkml:trace contextRef="#ctx0" brushRef="#br0" timeOffset="80767.811">19153 2514,'-1'0,"-23"-4,-1 1,0 1,1 1,-1 1,0 2,1 0,-1 2,-4 1,27-4,-1-1,0 1,1-1,-1 1,1 0,0 0,-1 0,1 1,0-1,-1 1,1-1,0 1,0 0,0-1,1 1,-1 0,0 0,1 0,-1 1,1-1,0 0,-1 1,1-1,0 0,1 1,-1-1,0 1,1 0,-1-1,1 1,0-1,0 1,0 0,0-1,0 1,1-1,-1 1,1 1,6 7,0 0,1 0,-1-1,2 0,0-1,0 0,1 0,0-1,0-1,1 1,0-1,0-1,7 3,-15-7,72 38,-47-26,-1 1,0 1,-1 1,21 19,-45-36,0 1,-1 0,1 0,-1 0,1 0,-1 0,0 0,1 0,-1 0,0 0,0 1,0-1,0 0,0 1,0-1,0 1,-1 0,1-1,0 1,-1-1,1 1,-1 0,0-1,1 1,-1 0,0 0,0-1,0 1,0 0,-1 0,1-1,0 1,-1 0,1-1,-1 1,1 0,-1-1,0 1,0-1,0 1,0-1,0 0,0 1,0-1,0 0,0 1,-1-1,1 0,-9 2,1 1,0-1,-1-1,0 0,1-1,-1 1,0-2,0 1,0-2,0 1,1-1,-1-1,0 0,-6-1,14 2,0 1,0-1,1 0,-1 1,0-1,0 0,0 0,0 0,1 0,-1 0,0-1,1 1,-1 0,1-1,0 1,-1-1,1 0,0 1,0-1,0 0,0 0,0 1,0-1,1 0,-1 0,1 0,-1 0,1 0,0 0,-1 0,1 0,0 0,0-1,1 1,-1 0,0 0,1 0,-1 0,1 1,0-1,0 0,-1 0,1 0,1 0,-1 1,0-2,11-11,1 0,0 1,1 0,0 1,1 1,0 0,1 1,0 1,12-6,-16 9,136-73,-144 78,-3 0,1-1,-1 1,1 0,0 0,0 0,-1 0,1 0,0 1,0-1,0 0,0 1,0 0,0-1,0 1,0 0,0 0,0 0,0 0,0 0,0 1,0-1,0 1,0-1,0 1,0-1,-1 1,1 0,0 0,0 0,-1 0,1 1,0-1,0 83,-3-75,1 0,0 0,1 0,0-1,1 1,-1 0,2 0,-1-1,1 1,0-1,1 0,0 0,0 0,1 0,0-1,0 1,1-2,0 1,0 0,1-1,0 0,0-1,0 1,1-1,18 7</inkml:trace>
  <inkml:trace contextRef="#ctx0" brushRef="#br0" timeOffset="81011.16">19674 2340,'-9'-16,"-5"-9,-3-4,1 2,7 9,10 15,13 19,13 19,11 16,-1 0</inkml:trace>
  <inkml:trace contextRef="#ctx0" brushRef="#br0" timeOffset="81906.405">19901 2875,'19'-37,"-2"0,-2-1,-1-1,-2-1,-1 1,-3-2,0-4,-6 32,0 3,-1 0,0 0,0 0,-1-1,0 1,-1 0,0 0,-1 0,0 0,-1-2,-4 3,12 16,6 1,1 0,0-1,1-1,0 0,0 0,0-1,0-1,1-1,0 0,2 0,4 2,43 9,-29-7,1 1,-1 2,-1 1,25 12,-54-21,0-1,0 1,0 0,0 0,-1 0,1 1,0-1,-1 1,0 0,0 0,0 0,0 0,0 0,0 1,-1-1,0 1,0 0,0 0,0 0,0 0,-1 0,0 0,0 0,0 0,0 1,-1-1,1 0,-1 1,0-1,0 0,-1 3,-33 60,29-60,1 1,-1-1,1 1,0 0,1 0,0 1,0-1,1 0,-1 4,4-9,0 1,0-1,1 0,-1 0,1 0,-1 0,1 0,0 0,0 0,0 0,1-1,-1 1,0-1,1 0,0 0,0 0,-1 0,1 0,0 0,1-1,-1 1,0-1,0 0,1 0,-1 0,0-1,1 1,-1-1,1 0,-1 0,0 0,1 0,-1 0,1-1,13 2,0-1,0-1,0-1,0 0,0-1,0-1,-1 0,0-1,0-1,0 0,-1-2,0 0,0 0,0-1,-2-1,1 0,-1-1,-1-1,0 0,0-1,-1 0,-1 0,0-1,-1 0,0-1,-2 0,1-1,-2 1,4-14,-9 28,-1 0,1-1,0 1,-1-1,1 1,-1-1,0 1,1-1,-1 1,0-1,0 1,0-1,0 1,0-1,0 1,-1-1,1 1,0-1,-1 1,1-1,-1 1,1 0,-1-1,0 1,0 0,0-1,0 1,1 0,-2 0,1 0,0 0,0 0,0 0,0 0,-1 0,1 0,0 0,-1 1,1-1,-1 1,1-1,0 1,-1-1,1 1,-1 0,0 0,-5 1,-1 1,1 0,0 0,0 0,0 1,0 0,0 1,1 0,-1 0,1 0,0 1,0-1,1 2,0-1,-1 0,2 1,-1 0,1 0,0 1,0-1,0 1,1 0,0 0,0 1,2-4,0 1,0-1,0 0,1 0,0 0,0 1,0-1,0 0,0 1,1-1,0 0,0 0,0 0,1 0,-1 0,1 0,0 0,0 0,0-1,0 1,1-1,0 1,-1-1,1 0,0 0,1 0,0 0,7 5,-1 0,1-1,1-1,-1 0,1 0,0-1,0-1,7 2,13 2,0-1,0-1,1-2,0-1,-1-2,1-1,27-4,-52 4,0-1,0 0,-1 0,1-1,0 0,-1 0,1 0,-1-1,0-1,0 1,0-1,0 0,0 0,-1-1,0 0,0 0,0-1,-1 0,0 0,0 0,0 0,-1-1,4-6,-5 8,-1 0,1 0,-1 0,0-1,-1 1,1 0,-1-1,0 0,0 1,-1-1,0 1,0-1,0 0,0 1,-1-1,0 1,0-1,-1 1,1-1,-1 1,-1 0,1 0,-1 0,1 0,-1 0,-1 0,1 1,-1 0,-3-4,-3 4,1 1,-1 0,0 0,0 1,-1 1,1 0,0 0,0 1,-1 0,1 1,0 0,0 0,0 1,0 1,0 0,0 0,-5 3,11-5,0 1,1 0,-1-1,0 1,1 0,-1 1,1-1,0 1,0-1,0 1,0 0,0 0,0 1,1-1,0 0,-1 1,1 0,1-1,-1 1,0 0,1 0,0 0,0 0,0 0,0 0,1 0,0 0,0 0,0 1,0-1,0 0,1 0,0 0,0 0,0 0,0 0,5 4,-1 1,2-2,-1 1,1-1,0 0,0 0,1-1,0 0,0 0,1-1,0 0,-1-1,1 1,1-2,-1 1,1-1,-1-1,1 0,0 0,0-1,0 0,0-1,0 0,0-1,0 0,-1 0,5-2,-8 2,0-1,0 0,-1 0,1 0,-1-1,1 1,-1-1,0-1,0 1,0-1,-1 0,1 0,-1 0,0-1,0 1,0-1,-1 0,1-2,-3 7,0 0,-1-1,1 1,0 0,-1 0,1 0,0 1,-1-1,1 0,0 0,-1 0,1 0,0 1,-1-1,1 0,-1 1,1-1,0 0,-1 1,1-1,-1 1,1-1,-1 1,1-1,-1 1,0-1,1 1,-1-1,0 1,1-1,-1 1,0 0,0-1,1 1,-1 0,0-1,0 1,0 0,0-1,9 13,4-3,1-1,1 0,-1-1,2-1,-1 0,1-1,0 0,0-2,0 0,1 0,0-2,0 0,177 22,-100-18</inkml:trace>
  <inkml:trace contextRef="#ctx0" brushRef="#br0" timeOffset="83609.485">23042 2581,'0'18,"0"13,0 6,0 3,0-1,0-4,0-6,0-9</inkml:trace>
  <inkml:trace contextRef="#ctx0" brushRef="#br0" timeOffset="83997.489">22922 2287,'1'-4,"0"1,0 0,1 0,-1 0,1 0,-1 0,1 0,0 0,0 0,0 1,1-1,-1 1,0-1,1 1,0 0,0 0,-1 0,1 1,0-1,0 1,1-1,-1 1,0 0,0 0,236-101,-206 84,-33 17,0 1,0 0,0-1,0 1,0 0,0-1,-1 1,1 0,0 0,0-1,0 1,0 0,0-1,0 1,0 0,-1 0,1-1,0 1,0 0,0 0,-1 0,1-1,0 1,0 0,0 0,-1 0,1-1,0 1,-1 0,1 0,0 0,0 0,-1 0,1 0,0 0,-1 0,1 0,0 0,0 0,-1 0,1 0,0 0,-1 0,1 0,0 0,-1 0,1 0,0 0,0 0,-1 0,1 1,0-1,0 0,-1 0,1 0,0 1,0-1,0 0,-1 0,1 0,0 1,0-1,0 0,0 0,-1 1,1-1,0 0,0 1,0-1,-8 5,1 0,-1 1,1 0,1 1,-1-1,1 1,0 0,1 1,0-1,0 1,0 0,1 1,0-1,1 1,0-1,0 1,1 0,0 0,1 0,-1 1,2-1,0 0,0 0,0 1,1-1,1 0,0 0,2-1,-1 1,1-1,1 0,0 0,0 0,0-1,1 1,0-2,0 1,1 0,0-1,0 0,0-1,1 0,0 0,0-1,0 1,0-2,1 1,0-1,0-1,3 1,31 11</inkml:trace>
  <inkml:trace contextRef="#ctx0" brushRef="#br0" timeOffset="84513.718">23457 2607,'10'23,"0"1,-2 0,0 0,-2 0,-1 1,2 25,-7-49,0 0,0 0,-1-1,1 1,0 0,0 0,0 0,0 0,0-1,0 1,0 0,0 0,0 0,0 0,1-1,-1 1,0 0,0 0,1 0,-1-1,1 1,-1 0,1-1,-1 1,1 0,-1-1,1 1,-1 0,1-1,0 1,-1-1,1 1,0-1,0 0,-1 1,1-1,0 0,0 1,-1-1,1 0,0 0,0 0,0 0,0 0,-1 0,1 0,0 0,0 0,0 0,0 0,-1 0,1-1,1 1,81-80,-62 56,90-91,-112 115,1 1,0-1,0 0,0 0,0 0,0 1,0-1,0 0,0 0,0 1,-1-1,1 0,0 0,0 1,0-1,0 0,0 0,0 1,1-1,-1 0,0 0,0 1,0-1,0 0,0 0,0 1,0-1,0 0,1 0,-1 0,0 1,0-1,0 0,0 0,1 0,-1 0,0 1,0-1,0 0,1 0,-1 0,0 0,0 0,1 0,-1 0,0 0,0 0,1 0,-1 0,0 0,0 0,1 0,-1 0,0 0,0 0,1 0,-1 0,0 0,0 0,1 0,-1 0,0 0,0 0,0-1,1 1,-1 0,-8 25,7-22,-2 4,0 0,0 0,1 0,-1 0,2 0,-1 0,1 0,0 1,1-1,-1 0,1 1,1-1,0 1,0-1,0 0,1 0,0 0,0 0,1 0,0 0,0 0,0-1,1 1,0-1,0 0,1 0,1 1,8 2,0-1,0 0,0 0,1-1,0-1,1-1,-1 0,1-1,0-1,0 0,0-1,13-1,169 0,-109-12</inkml:trace>
  <inkml:trace contextRef="#ctx0" brushRef="#br0" timeOffset="86030.489">25276 2781,'23'-104,"-19"86,0 1,-1-1,-1-1,-1 1,-1 0,0 0,-1 0,-1 0,-1 0,-1 0,0 0,-1 1,-1-1,-1 1,0 1,-1-1,-3-3,-12 0,22 25,4 0,1-1,0 0,-1 1,1-1,1-1,-1 1,1-1,-1 0,1 0,0 0,0 0,0-1,0 0,1 0,1 1,167 55,-67-27,-103-31,0 1,0 0,0 0,0 0,0 1,0-1,0 1,0 0,-1 0,1 1,-1-1,0 1,0-1,1 1,-2 0,1 0,0 1,-1-1,1 0,-1 1,0-1,0 1,0 0,-1 0,0 0,1 0,-1 0,0 2,-17 64,14-66,-1-1,1 1,1 0,-1 0,0 1,1-1,0 0,0 0,0 1,0-1,1 0,0 1,0-1,0 1,0-1,1 0,0 1,0-1,0 0,0 0,1 1,-1-1,1 0,0 0,0-1,1 1,-1 0,1-1,0 1,2 2,7 0,1 0,0-1,-1-1,1 0,1 0,-1-2,0 1,1-2,0 1,-1-2,1 0,0-1,4-1,-7 3,0-1,-1-1,1 0,0 0,0-1,-1-1,1 1,-1-2,0 1,0-2,0 1,0-1,-1-1,0 0,0 0,0-1,-1 0,0 0,0-1,-1 0,3-4,-8 9,-1 1,0-1,0 1,0-1,0 1,0-1,-1 0,1 1,-1-1,0 0,1 1,-1-1,-1 0,1 0,0 1,-1-1,1 0,-1 1,0-1,0 0,0 1,0-1,0 1,0 0,-1-1,1 1,-1 0,0 0,0 0,0 0,0 0,0 0,0 0,-4-2,0 0,0 0,-1 1,1 0,-1 0,0 0,1 1,-1 0,0 0,0 1,-1 0,-1 0,-1 1,0 0,0 0,0 1,0 0,0 1,0 0,0 1,1 0,-3 1,9-2,-1-1,0 1,1-1,-1 1,1 0,0 0,0 1,-1-1,2 1,-1-1,0 1,0 0,1 0,-1 1,1-1,0 0,0 1,1-1,-1 1,1-1,-1 1,1 0,0 0,0 2,1-3,0-1,0 1,1 0,-1 0,1 0,0-1,0 1,0 0,0 0,0-1,0 1,1-1,-1 0,1 1,-1-1,1 0,0 0,0 0,0 0,1 0,-1 0,0-1,1 1,-1-1,1 1,-1-1,1 0,-1 0,2 0,82 19,-76-19,0 1,-1-2,1 1,0-2,0 1,0-1,0 0,0-1,0-1,-1 1,1-1,-1-1,0 0,0 0,0-1,-1 0,1 0,-1-1,0 0,5-6,-14 12,1 0,-1 0,1 0,-1 0,1 0,-1 0,1 0,0 0,-1-1,1 1,-1 0,1 0,0 0,-1-1,1 1,0 0,-1-1,1 1,0 0,-1-1,1 1,0 0,0-1,-1 1,1-1,0 1,0 0,0-1,0 1,0-1,-1 1,1-1,0 1,0-1,-2 4,0 0,-1 0,1 0,1 0,-1 1,0-1,1 0,-1 1,1 0,0-1,0 1,1-1,-1 1,1 0,0 0,0-1,0 1,0 0,1-1,-1 1,1 0,0-1,0 1,0-1,1 1,-1-1,1 1,0-1,0 0,0 0,0 0,0 0,1 0,-1-1,1 1,0-1,0 1,0-1,0 0,0 0,4 1,2 0,1 0,-1 0,1-1,0-1,0 1,0-2,0 1,0-1,-1-1,1 0,0 0,0-1,0 0,-1-1,1 0,-1 0,0-1,0 0,0-1,0 0,-1-1,0 1,0-1,0-1,-1 0,0 0,0 0,-1-1,0 0,-1 0,3-3,0-6,0 0,-1-1,-1 0,0 0,-2 0,0-1,-1 1,-1-1,0 0,-2 0,0 0,-1-1,-6-13,7 32,-1 1,1-1,0 1,0-1,0 1,-1-1,1 1,0-1,-1 1,1-1,0 1,-1 0,1-1,0 1,-1-1,1 1,-1 0,1-1,-1 1,1 0,-1 0,1-1,-1 1,1 0,-1 0,1 0,-1 0,0 0,1 0,-1 0,1 0,-1 0,1 0,-1 0,0 0,1 0,-1 0,1 0,-1 1,1-1,-1 0,1 0,-1 1,1-1,-1 0,1 1,0-1,-1 0,1 1,-1-1,1 1,0-1,-1 0,1 1,0 0,-8 9,0 1,1 0,1 0,0 1,1 0,0 0,0 0,1 1,0 4,0-4,-22 92,4 1,5 1,5 1,4 0,6 56,-2-115,0-50,-13-101,1-92,8 0,9-10,-1 194,1-16,0-1,2 0,0 0,2 1,1-1,2 0,-7 24,0-1,0 1,0 0,1-1,0 1,0 0,0 0,0 0,0 0,0 0,1 1,-1-1,1 1,0-1,0 1,0 0,0 0,0 1,0-1,0 0,1 1,-1 0,1 0,-1 0,1 0,-1 1,1-1,0 1,-1 0,1 0,-1 0,1 0,0 1,-1 0,1-1,-1 1,1 1,16 4,0 1,-1 1,0 1,0 0,0 2,-2 0,1 1,-1 1,-1 0,-1 1,8 9,24 50,-46-70,0-1,-1 0,1 1,0-1,-1 1,0-1,1 1,-1-1,0 1,-1-1,1 1,0-1,-1 1,1-1,-1 1,0-1,1 0,-1 1,-1-1,1 0,0 0,0 0,-1 1,1-1,-1-1,0 1,1 0,-1 0,0-1,0 1,0-1,0 1,-1-1,-11 5,0 0,0-2,0 1,-1-2,1 0,-1 0,0-2,0 0,0 0,-10-2,-45-9,69 9,0 1,1 0,-1 0,0 0,0-1,1 1,-1 0,0-1,1 1,-1 0,0-1,1 1,-1-1,0 1,1-1,-1 1,1-1,-1 0,1 1,0-1,-1 0,1 1,-1-1,1 0,0 1,0-1,-1 0,1 0,0 1,0-1,0 0,0 0,0 0,0 1,0-1,0 0,0 0,1 1,-1-1,0 0,0 0,1 1,-1-1,11-13</inkml:trace>
  <inkml:trace contextRef="#ctx0" brushRef="#br0" timeOffset="86345.715">26853 2607,'-19'5,"14"-5,-1 1,1-1,0 1,0 1,0-1,0 1,0 0,1 0,-1 0,0 1,1 0,0 0,-1 0,1 0,1 1,-1-1,-1 3,4-5,1 0,-1 1,1-1,0 0,0 0,-1 1,1-1,0 0,0 0,0 1,1-1,-1 0,0 0,0 1,1-1,-1 0,1 0,-1 1,1-1,-1 0,1 0,0 0,-1 0,1 0,0 0,0 0,0 0,0 0,0-1,0 1,0 0,0-1,0 1,0 0,1-1,-1 1,0-1,47 19,-31-15,-1 0,1-1,-1-1,1 0,0-1,0-1,3-1,-16 1,1-1,-1 1,0-1,1 0,-1 0,0 0,0 0,0-1,0 0,0 0,0 0,0 0,0 0,-1-1,1 0,-1 0,0 0,0 0,0 0,0-1,-1 1,1-1,-1 0,0 1,0-1,0 0,0-1,-1 1,1-3,-1 1,-1 0,0-1,0 1,0-1,-1 1,0-1,0 1,-1 0,1-1,-2 1,1 0,0 0,-1 0,0 1,-1-1,1 1,-1 0,0 0,0 0,-1 0,0 0,1 1,-2 0,1 0,0 1,-1-1,1 1,-1 0,0 1,0-1,0 1,0 0,-1 1,1-1,-5 1,7 1,0 0,1 0,-1 0,0 0,1 1,-1-1,0 1,1 0,-1 0,1 1,-1-1,1 1,-1 0,1 0,0 0,0 0,0 0,0 1,1-1,-1 1,1 0,-1-1,1 1,0 1,0-1,0 0,0 0,1 1,-1-1,1 1,0-1,0 1,0 0,1-1,-1 1,1 0,0-1,0 1,0 2,10 40,6-4</inkml:trace>
  <inkml:trace contextRef="#ctx0" brushRef="#br0" timeOffset="86938.038">27173 2701,'0'-12,"0"-62,2 0,4 1,6-19,-12 87,0 4,0-1,0 1,0 0,0-1,0 1,0 0,0-1,1 1,-1-1,0 1,1 0,-1 0,1-1,-1 1,1 0,0 0,-1-1,1 1,0 0,0 0,0 0,0 0,0 0,0 0,0 1,0-1,0 0,0 0,1 1,-1-1,0 1,0-1,1 1,-1-1,0 1,1 0,0 0,90 50,-31-17,-33-20,-1 3,0 0,-1 1,11 11,-35-26,0 0,0 0,0 0,0 0,0 0,0 1,0-1,-1 1,0-1,1 1,-1 0,0 0,0-1,0 1,0 0,-1 0,1 0,-1 0,0 0,0 0,0 0,0 0,0 0,-1 0,1 0,-1-1,0 1,0 0,0 0,0 0,0-1,-2 3,-4 11,4-13,0 0,0 1,1 0,0 0,0-1,0 1,0 0,1 1,-1-1,1 0,0 0,0 1,1-1,0 0,-1 1,1-1,0 1,1-1,-1 0,1 1,0-1,0 0,1 1,-1-1,1 0,0 0,0 0,0 0,0-1,1 1,6 1,0-1,0-1,1 1,0-1,-1-1,1 0,0 0,0-1,0 0,0-1,0 0,1-1,-1 0,0 0,-1-1,1-1,0 1,0-1,-1-1,0 0,3-2,2-1,-1-1,0-1,0 0,-1 0,0-1,-1-1,0 0,-1-1,0 0,0 0,-2-1,1 0,-2-1,1-2,12-27,-3 0,-1 0,-2-1,-1-9,8-35,-5 0,-3-1,-5-1,-3-1,-4 82,0-5,0 0,-1-1,0 1,-1-1,0 1,-1 0,-1-1,0 1,-1 1,-1-1,0 0,-1 0,4 13,1 0,0-1,0 1,-1 0,1 0,-1 0,1 0,-1 0,1 0,-1 0,0 0,1 1,-1-1,0 1,0-1,1 1,-1 0,0-1,0 1,0 0,0 0,1 0,-1 1,0-1,0 0,0 1,1-1,-1 1,0 0,1-1,-1 1,0 0,1 0,-1 0,1 0,-1 0,1 1,0-1,0 0,-1 1,1-1,0 0,0 1,0 0,0-1,1 1,-1-1,0 1,1 0,-1 0,1-1,-12 22,2 1,1 0,1 0,1 1,1 0,1 0,1 0,1 1,1-1,2 20,1 13,2 0,3 0,3 0,2-1,2-1,3 0,2 0,3-2,2-1,23 40,10-7,-55-85,-1 0,1 0,-1 0,1 0,-1 0,1-1,-1 1,1 0,0 0,-1-1,1 1,0 0,0-1,-1 1,1-1,0 1,0-1,0 1,0-1,0 0,0 1,-1-1,1 0,0 0,0 0,0 1,0-1,0 0,0-1,0 1,0 0,0 0,0 0,0 0,0-1,0 1,0 0,0-1,7-12</inkml:trace>
  <inkml:trace contextRef="#ctx0" brushRef="#br0" timeOffset="87101.594">27842 2206,'-16'-14,"-9"-6,-2-2,10 4,16 8,24 13,29 10,30 12,31 8,24 6,-12-4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3:24.4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161 512,'0'16,"0"12,0 10,0 6,0 2,0-2,-2-4,-4-7,0-9</inkml:trace>
  <inkml:trace contextRef="#ctx0" brushRef="#br0" timeOffset="715.814">0 217,'32'5,"-1"0,-1 2,1 1,-1 1,-1 2,0 1,0 1,-1 1,-1 2,0 1,-1 1,-1 1,4 6,-20-17,-1 0,-1 1,1 0,-1 0,-1 0,0 1,0 0,-1 1,0-1,-1 1,0 0,-1 0,0 0,-1 0,0 1,0-1,-1 1,-1-1,-1 10,-3 76,4-96,0-1,1 1,-1 0,0 0,0 0,1 0,-1 0,0 0,1-1,-1 1,1 0,0 0,-1 0,1-1,-1 1,1 0,0-1,-1 1,1-1,0 1,0-1,0 1,-1-1,1 1,0-1,0 0,0 0,0 1,0-1,0 0,0 0,0 0,0 0,-1 0,1 0,0 0,0 0,0 0,0-1,0 1,0 0,0 0,0-1,-1 1,1-1,0 1,0-1,40-24,-40 25,16-14,-1-2,-1 0,0 0,0-2,-2 1,7-14,4-3,-24 33,1-1,-1 1,0 0,1 0,-1 0,0 0,1-1,0 1,-1 0,1 0,0 0,-1 0,1 0,0 0,0 1,0-1,0 0,0 0,0 1,0-1,0 0,0 1,0-1,0 1,0-1,1 1,-1 0,0 0,0-1,0 1,1 0,-1 0,0 0,0 0,1 0,-1 0,0 1,0-1,0 0,1 1,-1-1,0 1,0-1,0 1,0-1,0 1,0 0,0 0,0-1,0 1,0 0,0 0,-1 0,1 0,0 0,43 75,-38-63,0 0,1-1,0 0,1-1,0 1,1-1,0-1,1 0,0 0,0-1,2 1,-9-8,-1-1,1 1,0 0,0-1,0 0,0 1,1-1,-1 0,0-1,0 1,1-1,-1 1,0-1,0 0,1 0,-1 0,0-1,1 1,-1-1,0 0,0 0,0 0,1 0,-1 0,0-1,-1 1,1-1,0 0,0 0,-1 0,1 0,-1-1,0 1,2-2,10-17,-1 0,-2-1,0 0,-1-1,-1 0,-1 0,-1-1,-2 0,3-18,-8 40,26-144,6-138,-30 250,-5 27,-3 23,-8 45,2 1,2 0,4 1,2 15,3-55,1 0,1 0,1 0,1 0,1 0,1-1,6 14,-9-27,2-1,-1 0,1 0,0-1,1 1,-1-1,2 0,-1 0,1-1,0 1,0-1,0-1,1 1,0-1,0 0,1-1,-1 0,1 0,0 0,0-1,5 1,61 3,-45-13</inkml:trace>
  <inkml:trace contextRef="#ctx0" brushRef="#br0" timeOffset="964.114">936 151,'11'4,"18"5,20 0,17-2,16 1,7 1,-11-1</inkml:trace>
  <inkml:trace contextRef="#ctx0" brushRef="#br0" timeOffset="1613.379">1471 672,'14'-36,"-1"0,-2-1,-2 0,-1-1,-1 0,0-38,-7 74,0 1,0-1,0 0,0 1,0-1,1 0,-1 1,1-1,-1 1,1-1,-1 1,1-1,0 1,0-1,0 1,0-1,0 1,0 0,0 0,0-1,0 1,1 0,-1 0,0 0,1 0,-1 1,1-1,-1 0,1 0,-1 1,1-1,-1 1,1 0,0-1,-1 1,1 0,0 0,-1 0,1 0,0 0,-1 0,1 1,0-1,0 1,23 3,1 2,-1 1,0 1,-1 1,9 5,-19-8,-8-4,0-1,0 1,-1 0,1 0,-1 1,1 0,-1 0,0 0,0 1,0-1,-1 1,1 0,-1 0,0 1,0 0,0-1,-1 1,0 0,0 1,0-1,0 1,-1-1,0 1,0 0,0 2,-16 96,0 2,14-103,1-1,-1 0,1 1,0-1,0 0,-1 1,1-1,1 0,-1 0,0 0,0 0,1 0,-1 0,1-1,0 1,0 0,-1-1,1 1,0-1,0 1,0-1,0 0,1 0,-1 0,0 0,0-1,1 1,-1-1,0 1,3-1,73-4,-59-1,1-1,-1-1,-1-1,1-1,-2 0,1-1,-1-1,0 0,4-6,-17 14,-4 2,0 1,0-1,0 1,0-1,0 0,0 1,1-1,-1 1,0-1,0 1,1-1,-1 1,0-1,1 1,-1-1,1 1,-1-1,1 1,-1 0,0-1,1 1,0 0,-1-1,1 1,-1 0,1 0,-1-1,1 1,-1 0,1 0,0 0,-1 0,1 0,-1 0,1 0,0 0,-1 0,1 0,-1 0,1 0,0 0,-1 1,1-1,-1 0,1 0,-1 1,1-1,-1 0,1 1,-1-1,1 0,-1 1,1-1,-1 1,0-1,1 1,-1-1,0 1,1-1,-1 1,0-1,0 1,0-1,1 1,-1 0,0-1,0 1,0-1,0 1,0 0,0 3,1 1,0-1,-1 0,1 1,1-1,-1 0,1 0,-1 0,1 0,0 0,1 0,-1-1,1 1,-1-1,1 0,0 1,1-1,-1 0,0-1,1 1,-1-1,1 1,0-1,0 0,0-1,0 1,0-1,0 1,1-1,-1-1,4 2,2-1,-1 0,1 0,0-1,-1 0,1-1,0 0,-1 0,1-1,-1 0,0-1,0 0,0-1,0 1,0-2,-1 1,1-1,-1-1,0 1,-1-1,0-1,0 1,0-1,0-1,-1 1,-1-1,2-1,-6 5,0-1,1 1,-2-1,1 1,0-1,-1 1,0-1,0 1,0-1,0 1,-1-1,0 1,0 0,0-1,-1 1,1 0,-1 0,0 0,0 0,0 0,-1 0,1 0,-1 1,0-1,0 1,0 0,-3-2,-2-3,0 1,-1 0,0 1,0 0,0 0,-1 1,0 0,0 1,0 0,-10-2,13 5,0 1,-1-1,1 1,0 1,0 0,0 0,0 0,0 1,1-1,-1 2,0-1,1 1,-1 0,1 0,0 1,0 0,0 0,1 0,-1 1,1 0,0 0,1 0,-1 1,1-1,0 1,0 0,1 0,0 1,0-1,0 1,1 0,0-1,0 1,1 0,-1 0,2 0,-1 0,1 0,0 0,0 0,1 0,0 0,1 2,-1-4,1 1,0-1,0 0,0 1,1-1,0 0,0-1,0 1,1 0,-1-1,1 0,0 0,0 0,1 0,-1-1,1 1,0-1,0-1,0 1,0 0,0-1,0 0,1-1,-1 1,1-1,5 1,30 5</inkml:trace>
  <inkml:trace contextRef="#ctx0" brushRef="#br0" timeOffset="2385.028">2621 44,'-8'-1,"0"0,0 1,0 0,0 0,0 1,0 0,0 1,0-1,0 2,1-1,-1 1,1 0,0 0,-1 1,2 0,-1 1,0-1,1 1,0 0,0 1,0 0,1-1,0 2,0-1,1 1,-1-1,1 1,1 1,-3 5,4-7,1 0,-1-1,1 1,0 0,1 0,0 0,0 0,0 0,0 0,1 0,0 0,0 0,1 0,0 0,0 0,0-1,1 1,0-1,0 0,72 94,-56-77,53 64,-21-24,2-2,28 21,-74-75,0 0,0 0,1-1,0 0,0 0,0-1,0 0,1 0,5 1,-10-4,-1 0,0-1,1 1,-1-1,1 0,-1 0,0 0,1 0,-1-1,0 1,1-1,-1 0,0 0,0 0,1 0,-1-1,0 1,0-1,0 0,-1 0,1 0,0 0,-1 0,1-1,-1 1,0-1,1 0,4-10,-1 0,0-1,-1 1,0-1,-1 0,-1 0,0 0,-1 0,0-1,-2 1,1-1,-2 1,0-1,-1-3,2 3,0-1,-2 1,0 0,0 0,-1 0,-1 0,-1 0,-5-12,10 26,0 1,0-1,0 1,-1-1,1 0,0 1,0-1,0 1,-1-1,1 1,0-1,0 0,-1 1,1 0,-1-1,1 1,0-1,-1 1,1-1,-1 1,1 0,-1-1,1 1,-1 0,1-1,-1 1,0 0,1 0,-1 0,1 0,-1-1,0 1,1 0,-1 0,1 0,-1 0,0 0,1 0,-1 0,1 1,-1-1,0 0,1 0,-1 0,1 1,-1-1,1 0,-1 1,1 1,0 0,1 0,-1 0,1 0,0 0,-1-1,1 1,0 0,0 0,0-1,1 1,-1 0,0-1,1 1,-1-1,1 0,-1 1,1-1,-1 0,1 0,0 0,0 0,-1 0,2 0,124 43,-109-41,0 2,-1 0,1 1,-1 0,-1 2,1 0,4 3,-16-6,1 1,-1-1,1 1,-1 0,-1 0,1 0,-1 1,-1 0,1-1,-1 1,0 1,0-1,-1 0,0 1,-1-1,1 1,-1-1,-1 1,0 0,0-1,0 2,2 12,-2-16,0 0,1 1,0-1,0 0,1 0,-1 0,1 0,0 0,0 0,1 0,-1-1,1 1,0-1,0 0,1 0,-1 0,1 0,0 0,0-1,0 0,0 0,1 0,-1 0,1-1,0 1,0-1,4 1,2-1,0 0,0 0,0-1,0 0,0-1,0-1,0 0,0 0,0-1,0 0,0-1,0 0,-1-1,1 0,-1-1,0 0,0-1,-1 1,0-2,0 0,0 0,-1 0,0-1,-1 0,1-1,-1 1,-1-2,0 1,0 0,-1-1,0 0,-1-1,0 1,-1-1,1-3,-4-20,-16 62,13-17,0 0,1 1,0-1,0 0,1 1,1-1,0 1,0-1,1 1,1-1,0 0,0 0,1 1,1-1,0-1,0 1,1-1,1 0,-1 0,2 0,3 4,-7-11,0-1,0 1,0-1,1 0,-1 0,1-1,-1 1,1-1,0 1,0-1,-1 0,1 0,0-1,0 1,0-1,0 0,0 0,0-1,0 1,0-1,0 1,3-2,21-8</inkml:trace>
  <inkml:trace contextRef="#ctx0" brushRef="#br0" timeOffset="2637.407">3824 97,'-9'5,"-1"1,2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3:31.3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 20,'-2'-3,"-5"-4,-2-2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3:28.9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1083 34,'-4'86,"-4"1,-11 45,2-24,-3 92,23-359,7 1,9-19,-8 147,-1 76,-9-39,-1 0,1 1,0-1,1 0,0 0,0 1,0-1,1-1,0 1,0 0,1-1,0 1,0-1,1 0,-1-1,1 1,0-1,1 0,0 0,4 3,-3-7,0 0,0-1,0 0,0 0,0 0,0-1,0 0,-1 0,1-1,0 0,-1 0,1-1,-1 0,1 0,-1 0,0-1,-1 0,1 0,0 0,-1-1,0 1,0-1,3-6,6-1,-2-1,0 0,0-1,-1 0,-1-1,0-1,-1 1,-1-1,-1-1,0 1,-1-1,3-12,-12 121,2-51,-1 28,2 0,3 0,11 53,-6-84</inkml:trace>
  <inkml:trace contextRef="#ctx0" brushRef="#br0" timeOffset="382.974">1685 115,'10'240,"-9"-226,-1 13,1 1,2-1,1 0,1 0,1 0,6 15,-11-39,0-1,0 1,0 0,0-1,0 1,1-1,-1 1,1-1,-1 0,1 0,0 0,0 0,0 0,0 0,0 0,0 0,1-1,-1 1,1-1,-1 0,1 0,-1 0,1 0,0 0,-1 0,1-1,0 1,0-1,0 0,-1 0,1 0,0 0,0-1,0 1,-1-1,1 1,0-1,-1 0,2-1,11-8,-1 0,-1-1,0-1,-1 0,0-1,-1 0,0-1,-1 0,-1-1,0 1,-1-2,-1 0,0 0,1-7,9-23,-3 0,-1-2,-3 1,-2-1,-2-1,-2 1,-2-22,-2 64,1 29,3 7,2 1</inkml:trace>
  <inkml:trace contextRef="#ctx0" brushRef="#br0" timeOffset="641.569">2260 87,'11'19,"11"14,11 9,10 6,11 5,6 1,5-1,-2-2,-5-4,-10-5,-11-8,-14-11,-10-10</inkml:trace>
  <inkml:trace contextRef="#ctx0" brushRef="#br0" timeOffset="796.814">2620 115,'-13'4,"-12"13,-8 15,-6 16,-4 13,-3 13,0 6,1 2,6-4,10-16</inkml:trace>
  <inkml:trace contextRef="#ctx0" brushRef="#br0" timeOffset="1116.585">3062 34,'-1'79,"-3"1,-3-1,-8 19,-7 26,21-123,1 1,0-1,-1 0,1 0,0 1,0-1,0 0,0 0,0 1,0-1,0 0,0 1,0-1,1 0,-1 0,0 1,1-1,-1 0,1 0,-1 0,1 0,0 0,0 0,-1 0,1 0,0 0,0 0,0 0,0 0,0 0,0-1,0 1,0 0,0-1,1 1,-1-1,0 1,0-1,1 0,-1 1,0-1,0 0,1 0,11 0,0-1,0 0,1-1,-1-1,0 0,-1 0,1-1,-1-1,9-4,-16 6,80-37,-50 20</inkml:trace>
  <inkml:trace contextRef="#ctx0" brushRef="#br0" timeOffset="1367.302">3395 342,'-15'9,"-11"12,-2 9,0 9,6 7,7 7,5 1,5 3,5 0,5-1,4-3,0-9</inkml:trace>
  <inkml:trace contextRef="#ctx0" brushRef="#br0" timeOffset="1619.235">3891 100,'-3'-2,"-2"4,-1 6,1 8,-2 7,2 5,0-1</inkml:trace>
  <inkml:trace contextRef="#ctx0" brushRef="#br0" timeOffset="1861.588">3917 622,'-5'7,"2"2,0 0</inkml:trace>
  <inkml:trace contextRef="#ctx0" brushRef="#br0" timeOffset="2165.805">4292 409,'28'-78,"4"1,3 2,32-50,-42 85,-24 52,-9 28,2 1,1 0,2 0,2 0,1 1,3-1,1 1,37 168,-41-208,4 55,-4-55,0-1,0 1,0-1,-1 0,1 1,-1-1,1 1,-1-1,1 0,-1 1,0-1,0 0,1 0,-1 1,0-1,0 0,0 0,0 0,-1 0,1 0,0 0,0-1,0 1,-1 0,1-1,-1 1,1-1,0 1,-1-1,1 1,-1-1,1 0,-1 0,0 0,-1 0,0 0,0 0,0 0,0 0,1 0,-1-1,0 0,0 1,1-1,-1 0,1 0,-1-1,1 1,-1 0,1-1,-1 0,1 1,0-1,0 0,0 0,0 0,0 0,0-2,3 3,-1-1,1 1,0 0,0-1,1 1,-1 0,0 0,0 0,0 0,1 0,-1 0,1 0,-1 1,0-1,1 0,-1 1,1-1,0 1,-1 0,1-1,-1 1,1 0,0 0,-1 0,1 0,-1 0,2 1,0-2,262-4,-194 0,-7 0</inkml:trace>
  <inkml:trace contextRef="#ctx0" brushRef="#br0" timeOffset="3329.275">133 208,'5'9,"6"12,7 9,11 7,7 4,3 1,1 1,-2-3,-4-5,-4-7,-9-9</inkml:trace>
  <inkml:trace contextRef="#ctx0" brushRef="#br0" timeOffset="3578.614">455 181,'-16'14,"-12"13,-6 9,1 6,1 3,6 3,6-2,3-2,3-8,3-7,4-9</inkml:trace>
  <inkml:trace contextRef="#ctx0" brushRef="#br0" timeOffset="3835.919">0 462,'16'0,"19"-2,17-4,13-2,10-5,3-2,-1-3,-6-1,-15 3</inkml:trace>
  <inkml:trace contextRef="#ctx0" brushRef="#br0" timeOffset="4079.285">562 74,'-7'-5,"-1"1,1-1,-1 1,0 1,0-1,0 1,0 1,-1-1,1 1,-1 1,1 0,-1 0,0 1,1 0,-1 0,0 1,1 0,-1 1,1-1,-1 2,1-1,0 1,0 1,0-1,0 1,-4 4,-8 4,0 1,1 1,1 1,1 1,0 0,1 2,1-1,0 2,1 0,1 1,1 0,1 1,1 0,1 0,-2 10,7-22,1 1,1 0,0 0,0 0,1 0,0 0,1 1,0-1,1 0,0 0,0 0,1 0,0 0,1 0,0 0,1-1,0 1,1-1,-1 0,2 0,-1-1,1 1,1-1,-1-1,1 1,5 3,2-1,0-1,1-1,0 0,0-1,0-1,1 0,0-1,0-1,0 0,1-1,-1-1,9 0,46 2</inkml:trace>
  <inkml:trace contextRef="#ctx0" brushRef="#br0" timeOffset="4244.842">521 7,'7'5,"12"8,13 11,11 12,6 13,1 8,-5 6,-9 4,-14 2,-19 0,-24 3,-29 2,-26 2,-23 0,5-13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4:10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1,'7'0,"13"0,15 0,18 0,13 0,8 2,4 3,-4 6,-12 2,-12 5,-16-2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4:10.4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0,'22'14,"24"4,23-1,19-3,17-4,12-2,7-1,-19-3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4:09.3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1,'0'15,"2"13,6 11,6 5,4 4,5 3,5 0,4-2,4-5,0-5,1-5,-2-8,-3-9,-9-7</inkml:trace>
  <inkml:trace contextRef="#ctx0" brushRef="#br0" timeOffset="435.059">549 147,'9'-22,"-136"111,106-72,11-11,0 1,0 1,1 0,0 0,0 1,0 0,2 0,-1 1,1 0,0 0,1 1,0 0,1 0,0 0,1 1,1 0,-1 0,2 0,-1 0,2 0,2 8,1 0,1 0,1 0,0-1,8 18,10 54,-7 44,-6 1,-6-1,-6 2,3-134,0-8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3:34.4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1016 655,'-4'18,"-5"13,0 8,2 0,-1-5,1-10,2-14,2-9</inkml:trace>
  <inkml:trace contextRef="#ctx0" brushRef="#br0" timeOffset="465.462">950 535,'-12'-144,"13"142,-1-1,1 1,-1-1,1 1,0-1,-1 1,1-1,1 1,-1 0,0-1,1 1,-1 0,1 0,-1 0,1 0,0 0,0 1,0-1,0 0,0 1,0 0,0-1,1 1,-1 0,0 0,1 0,-1 0,1 1,-1-1,1 1,-1-1,1 1,2 0,87 5,13 32,-102-35,1 0,0 0,-1 0,1 0,-1 1,0 0,0 0,0 0,0 0,-1 0,1 0,-1 1,0-1,1 1,-2 0,1-1,0 1,-1 0,0 0,0 0,0 0,0 0,-1 1,1-1,-1 1,-3 2,0 0,0 0,0 0,-1-1,0 0,0 1,-1-2,1 1,-1 0,-1-1,1 0,-1 0,0 0,0-1,0 0,-1 0,1-1,-1 0,0 0,0 0,0-1,0 0,-5 1,-28 7,131-7,-77-1,0 0,0 1,-1 1,1 0,-1 1,0 1,0 0,-1 0,0 1,11 9,-17-12,0 1,0 0,0 0,0 1,-1 0,0 0,0 0,-1 0,0 1,0 0,0 0,-1 0,0 0,0 1,-1-1,0 1,0-1,-1 1,0 0,0 2,-1-6,0 1,-1-1,0 0,0 1,0-1,0 0,0 0,-1 0,0 0,0 0,0 0,0 0,-1-1,0 1,1-1,-1 0,0 1,-1-1,1-1,0 1,-1 0,0-1,1 0,-1 0,0 0,0 0,-3 1,-9 2,1 0,-1-1,0 0,0-1,0-1,-15 0,-82-8,98-1,34 1,9 2</inkml:trace>
  <inkml:trace contextRef="#ctx0" brushRef="#br0" timeOffset="901.333">1752 642,'-27'34,"2"2,2 1,1 0,-13 34,-12 17,40-78,6-16,6-18,116-244,-14 56,-105 210,-2 1,0-1,1 0,-1 1,1-1,0 1,-1-1,1 1,0-1,0 1,0 0,0-1,0 1,0 0,1 0,-1 0,0 0,1 0,-1 0,0 0,1 0,-1 0,1 1,-1-1,1 1,0-1,-1 1,1 0,-1-1,1 1,0 0,-1 0,1 0,0 0,-1 0,1 1,0-1,2 6,0 1,-1 0,0 0,0 0,-1 0,0 0,0 0,-1 0,0 1,0-1,0 2,1 10,15 103,-10-58,3 0,2-1,3 0,22 54,-28-97</inkml:trace>
  <inkml:trace contextRef="#ctx0" brushRef="#br0" timeOffset="1149.788">1658 762,'23'0,"23"0,22 0,18-2,12-1,3 0,-15 1</inkml:trace>
  <inkml:trace contextRef="#ctx0" brushRef="#br0" timeOffset="1649.753">548 1176,'-23'7,"23"-7,0 0,0 1,1-1,-1 0,0 0,1 0,-1 0,0 0,0 0,1 0,-1 1,0-1,1 0,-1 0,0 0,0 1,0-1,1 0,-1 0,0 1,0-1,0 0,0 0,1 1,-1-1,0 0,0 1,0-1,0 0,0 0,0 1,0-1,0 0,0 1,0-1,0 0,0 1,0-1,0 0,0 1,0-1,0 0,0 0,-1 1,1-1,0 0,0 0,0 1,0-1,-1 0,1 0,0 1,0-1,-1 0,1 0,0 0,0 1,-1-1,1 0,0 0,0 0,-1 0,1 0,0 0,-1 0,1 1,0-1,-1 0,1 0,69 14,57-2,105-6,-182-6,1298 30,-1202-24,169 8,29 17,-223-8,-121-23,1 0,0 0,-1 0,1 1,0-1,-1 0,1 0,0 0,-1 0,1 1,0-1,-1 0,1 0,0 1,0-1,-1 0,1 0,0 1,0-1,0 0,-1 1,1-1,0 0,0 1,0-1,0 0,0 1,0-1,-1 1,1-1,0 0,0 1,0-1,0 0,1 1,-1-1,0 0,0 1,0-1,0 1,0-1,0 0,0 1,1-1,-1 0,0 1,-28 2</inkml:trace>
  <inkml:trace contextRef="#ctx0" brushRef="#br0" timeOffset="2305.741">909 1765,'-2'20,"0"0,2 0,0 1,1-1,1 0,1 0,3 13,-4-25,1-1,-1 1,1-1,1 0,-1 0,1 0,1-1,-1 1,1-1,0 0,0 0,1-1,-1 1,1-1,1-1,-1 1,1-1,-1 0,1 0,0-1,2 0,-1 1,1-1,0 0,0-1,0 0,1 0,-1-1,0 0,0-1,1 0,-1 0,0-1,1 0,-1-1,0 0,0 0,0-1,0 0,-1-1,1 0,-1 0,0-1,0 0,0 0,-1-1,0 0,0 0,0-1,-1 0,0 0,0-1,-1 1,0-1,0 0,-1 0,0-1,-1 0,1 1,-2-1,1 0,-1 0,-1-1,1-7,-3 5,-1 0,0 0,-1 0,-1 0,0 1,0-1,-1 1,0 0,-1 0,-1 1,1-1,-2 2,1-1,-2 1,1 0,-1 0,0 1,-1 1,0-1,0 2,0-1,-1 1,0 1,0 0,-1 0,1 2,-1-1,0 1,0 1,0 0,-5 0,11 2,0 0,0 0,1 0,-1 1,0 0,0 0,0 1,1-1,-1 1,1 1,-1-1,1 1,0 0,0 0,0 0,0 1,1-1,-1 1,1 0,0 1,0-1,1 1,-1 0,1-1,0 2,0-1,1 0,-1 0,1 1,0 0,1-1,-1 1,1 0,1 0,-1-1,1 1,0 0,0 0,0 0,1 0,0 2,2 1,0 0,0-1,1 1,0-1,1 0,0 0,0 0,1-1,-1 1,2-1,-1-1,2 2,39 33</inkml:trace>
  <inkml:trace contextRef="#ctx0" brushRef="#br0" timeOffset="2649.821">1631 1831,'-2'3,"1"0,-1 0,1 1,0-1,0 0,1 0,-1 1,0-1,1 0,0 1,0-1,0 1,0-1,1 0,-1 1,1-1,0 0,0 0,0 1,0-1,1 0,-1 0,1 0,0 0,0-1,0 1,0 0,0-1,0 1,1-1,0 0,4 4,0-1,0 0,1 0,0-1,0 0,0-1,0 0,0 0,1 0,-1-1,6 0,-3 0,-1-1,1 0,-1-1,0 0,1 0,-1-1,1-1,-1 1,0-2,0 1,0-2,0 1,-1-1,1-1,-1 0,0 0,0-1,-1 0,1 0,-1-1,-1 0,1 0,-1-1,-1 0,1 0,-2-1,1 0,-1 0,0 0,-1-1,0 1,0-1,-1 0,-1 0,2-7,-3 11,-1-1,0 1,0-1,0 1,-1 0,1-1,-2 1,1 0,-1 0,0 0,0 0,0 0,-1 0,0 0,0 1,-1-1,1 1,-1 0,0 0,-1 0,1 1,-1 0,0 0,0 0,-4-2,0 1,1 0,-1 0,-1 1,1 0,-1 1,1 0,-1 1,0 0,0 0,0 1,0 1,-1-1,1 2,0-1,0 1,0 1,-1 0,0 0,0 1,0 0,0 1,1 0,0 0,0 1,0 1,0 0,1 0,0 1,0 0,1 0,0 1,0 0,0 1,1 0,1 0,0 0,0 1,0 0,1 0,-3 10,7-16,0 0,0 0,1 0,0 0,-1 0,2 0,-1 0,0 0,1 0,-1 0,1 0,0 0,1 0,-1 0,1 0,-1-1,1 1,1 1,18 20</inkml:trace>
  <inkml:trace contextRef="#ctx0" brushRef="#br0" timeOffset="3544.349">3222 94,'-17'249,"11"0,10 0,29 180,-14-197,-5 50,-19 242,-2-407,-4 88,8 1,11 33,10-58,-4-55,-6 1,-5 0,-6 11,-15 16,-8 0,-31 96,22-107,6 1,7 2,5 14,15-9,3-90,-3 0,-2 0,-6 18,10-71,-1-1,-1 1,1-1,-1 1,0-1,-1 0,1 0,-2 0,1 0,-1 0,0-1,0 1,-1-1,1 0,-2-1,1 1,-5 3,-7-2</inkml:trace>
  <inkml:trace contextRef="#ctx0" brushRef="#br0" timeOffset="4639.378">3195 1270,'45'14,"9"-4,1-3,-1-2,51-3,-69-1,523-4,-302-6,-1 11,0 12,-1 11,42 18,-196-22,-77-19,-24-2,1 0,-1 0,1-1,-1 1,0 0,1 0,-1 0,0-1,1 1,-1 0,0 0,1-1,-1 1,0 0,0-1,1 1,-1 0,0-1,0 1,1-1,-1 1,0 0,0-1,0 1,0-1,0 1,0 0,0-1,0 1,0-1,0 1,0-1,0 1,0 0,0-1,0 1,0-1,0 1,-1 0,1-1,0 1,0-1,0 1,-1 0,1-1,0 1,0 0,-1 0,1-1,0 1,-1 0,1-1,0 1,-1 0,1 0,-1 0,1-1,-12-13</inkml:trace>
  <inkml:trace contextRef="#ctx0" brushRef="#br0" timeOffset="5071.224">3918 41,'4'15,"7"16,9 8,10 4,7 3,5-3,2-4,-1-4,-5-8,-3-8,-4-8,-6-6</inkml:trace>
  <inkml:trace contextRef="#ctx0" brushRef="#br0" timeOffset="5370.709">4519 0,'-13'2,"0"1,1 0,-1 0,1 1,0 1,0 0,1 1,-1 0,1 1,1 0,-1 0,-2 4,3-4,2-2,-1 1,0 0,1 0,1 1,-1 0,1 0,0 1,0 0,1 0,0 0,1 1,0 0,0 0,1 0,0 1,0 0,1 0,1-1,-2 8,2 42,2 0,3 0,3 0,2 0,2-1,3 0,12 28,-9-22,-7-26</inkml:trace>
  <inkml:trace contextRef="#ctx0" brushRef="#br0" timeOffset="9082.285">4104 1524,'0'5,"0"3,0 5,-2 8,-1 6,0 6,1 6,1 6,0 2,0-1,3-3,1-4,0-5,-1-5,0-3,-5-7,-3-5</inkml:trace>
  <inkml:trace contextRef="#ctx0" brushRef="#br0" timeOffset="9502.164">3984 2086,'0'2,"0"3,2 1,4-1,4-1,6-1,6-2,8 0,4-3,-1-1,-2 0,-3 1,-10 0,-6 0</inkml:trace>
  <inkml:trace contextRef="#ctx0" brushRef="#br0" timeOffset="10254.284">4024 1551,'-7'0,"0"0,4 0,7 0,6 0,8 0,2 3,0 0,-2-1,0 1,-2-2,-3 3,-5 1,-2 1</inkml:trace>
  <inkml:trace contextRef="#ctx0" brushRef="#br0" timeOffset="11102.12">4425 1966,'-2'3,"1"0,0 1,0-1,0 0,0 1,0-1,1 1,0 0,-1-1,1 1,1-1,-1 1,0-1,1 1,0-1,0 1,0-1,0 1,0-1,1 0,-1 0,1 0,0 0,0 0,0 0,1 0,-1-1,0 1,1-1,0 1,0-1,0 0,0 0,0 0,0-1,3 2,2 0,0-1,1 0,-1-1,0 0,0 0,1 0,-1-1,0-1,1 1,-1-1,0-1,0 0,1 0,-2 0,1-1,1 0,-5 1,1 0,-1 0,0-1,0 1,0-1,0 0,-1 0,1 0,-1-1,1 1,-1-1,0 0,-1 0,1 0,-1 0,1 0,-1 0,0-1,-1 1,1-1,-1 0,0 1,0-1,-1 0,1 1,-1-1,0 0,0-3,-1 3,1-1,-1 1,0-1,0 1,-1 0,1-1,-1 1,-1 0,1 0,-1 0,1 0,-1 1,-1-1,1 1,-1 0,0 0,0 0,0 0,0 1,0-1,-1 1,0 0,1 0,-1 1,0 0,-1 0,1 0,0 0,-1 1,1 0,0 0,-1 0,1 1,-1-1,0 2,1-1,-1 0,1 1,-1 0,1 0,0 1,-1 0,1 0,0 0,0 0,0 1,1 0,-4 2,-23 40,24-23</inkml:trace>
  <inkml:trace contextRef="#ctx0" brushRef="#br0" timeOffset="15369.209">1083 2781,'-9'1,"0"0,1 0,-1 0,0 1,1 1,0-1,-1 1,1 1,0 0,0 0,1 0,0 1,-1 0,1 1,1-1,-1 1,1 1,0-1,1 1,-1 0,1 0,1 1,-1-1,1 1,1 0,-1 0,1 1,1-1,0 1,0-1,0 1,1 0,0-1,1 1,0 3,0-1,-1-1,1 1,1-1,0 0,1 1,-1-1,2 0,0 0,0 0,1 0,0-1,0 1,1-1,1 0,-1 0,1-1,1 0,0 0,0 0,0-1,1 0,0 0,1-1,-1 0,1-1,0 0,0 0,4 1,-3-2,1 0,-1-1,0 0,1 0,0-1,0-1,-1 0,1 0,0-1,0-1,0 1,0-2,0 0,-1 0,1-1,-1 0,0 0,1-2,-1 1,-1-1,1 0,-1-1,0 0,0-1,-1 0,0 0,0-1,-1 0,0 0,0-1,0 1,1-6,-3 3,-1-1,0 0,-1 1,0-1,-1 0,-1-1,1 1,-2 0,0 0,0-1,-1 1,-1 0,0 0,-1 0,0 0,0 0,-2 1,1-1,-1 1,-1 0,0 1,-1-1,0 1,0 1,-1-1,0 1,-1 0,0 1,0 0,-1 1,0 0,0 0,-1 1,0 0,0 1,0 0,-1 1,0 0,1 1,-2 0,6 3,1-1,-1 1,0 0,0 1,1 0,-1 0,0 0,1 1,-1 0,1 0,0 1,0 0,0 0,0 0,0 1,0 0,1 0,0 0,0 1,0-1,0 1,1 1,0-1,0 0,0 2,-3 4,2-1,-1 1,2 0,-1 0,1 0,1 0,0 1,1 0,0-1,1 1,0 0,1 0,0 0,1 0,13 57,7-9</inkml:trace>
  <inkml:trace contextRef="#ctx0" brushRef="#br0" timeOffset="15654.676">1631 3061,'10'-59,"2"1,19-50,-3 8,-4-12,-24 101,-6 29,-6 53,2-1,4 1,3 1,5 52,12 27,-3-94</inkml:trace>
  <inkml:trace contextRef="#ctx0" brushRef="#br0" timeOffset="16336.164">4010 2700,'3'14,"0"14,0 10,-1 9,-1 4,0 6,0 2,-1-2,0-4,0-6,0-7,0-10</inkml:trace>
  <inkml:trace contextRef="#ctx0" brushRef="#br0" timeOffset="16590.487">3918 3181,'2'3,"8"0,8 0,11 0,10-2,4 0,2 0,-2-1,-6 0,-9 0</inkml:trace>
  <inkml:trace contextRef="#ctx0" brushRef="#br0" timeOffset="16832.837">3851 2634,'7'-5,"11"-3,11-1,11 1,9 3,8 1,1 2,-2 1,-12 1</inkml:trace>
  <inkml:trace contextRef="#ctx0" brushRef="#br0" timeOffset="17103.116">4425 3142,'9'-41,"2"1,2 0,2 1,1 1,2 0,3 0,-8 15,-6 19,-8 18,-48 218,43-187,3 0,1-1,3 1,2 8,4 12</inkml:trace>
  <inkml:trace contextRef="#ctx0" brushRef="#br0" timeOffset="17903.138">950 4118,'76'-226,"-32"112,-30 95,-3 35,-5 220,-4-194,2-1,1 0,2 0,7 21,5-7</inkml:trace>
  <inkml:trace contextRef="#ctx0" brushRef="#br0" timeOffset="18224.798">1631 3997,'-5'13,"0"0,2 1,-1-1,2 1,0 0,0 0,2 0,-1 0,2 3,-1-12,1 0,0 0,0 0,0 0,1 0,0-1,-1 1,2-1,-1 1,0-1,1 0,0 1,0-1,0-1,0 1,1 0,0-1,0 0,-1 0,2 0,-1 0,0-1,1 1,-1-1,1 0,-1-1,2 1,4 1,-1-1,2 0,-1-1,0 0,0-1,0 0,0 0,1-1,-1 0,0-1,0 0,0-1,-1 0,1 0,-1-1,1-1,-1 1,0-2,-1 1,1-1,-1 0,0-1,5-5,-7 6,0 0,0-1,-1 0,1 1,-1-2,-1 1,0 0,0-1,0 0,-1 0,0 0,-1-1,1 1,-2 0,1-1,-1 1,-1-1,1 0,-1 1,-1-1,0 0,0 1,-1-1,1 1,-2 0,0-1,0 1,-1-1,1 1,-1 1,0 0,-1-1,0 2,0-1,0 1,-1-1,0 2,0-1,-1 1,1-1,-1 2,0-1,-1 1,1 0,-1 1,1 0,-1 0,0 0,0 1,-1 0,1 1,0 0,-1 0,1 1,0 0,-1 0,1 1,0 0,-1 1,1 0,0 0,0 0,0 1,0 0,1 1,-1 0,-4 4,2 0,0 1,1 0,0 0,0 1,1 1,1-1,-1 1,2 0,0 1,0 0,1 0,0 0,1 0,-2 11,-7 40</inkml:trace>
  <inkml:trace contextRef="#ctx0" brushRef="#br0" timeOffset="18917.273">3864 3850,'4'3,"5"9,-1 12,0 13,-3 14,-1 10,-2 8,-1 2,-1-1,0-5,0-8,-1-13,1-13</inkml:trace>
  <inkml:trace contextRef="#ctx0" brushRef="#br0" timeOffset="19175.672">3824 4372,'0'-2,"6"-1,10 0,11-2,10-2,7-2,6-2,2 1,-7 0,-11 1</inkml:trace>
  <inkml:trace contextRef="#ctx0" brushRef="#br0" timeOffset="19365.237">3810 3771,'-4'-3,"7"-2,17-4,23-1,22 0,19 2,6 3,-12 1</inkml:trace>
  <inkml:trace contextRef="#ctx0" brushRef="#br0" timeOffset="19642.505">4305 4171,'9'-10,"0"1,1 0,0 1,1 0,-1 1,2 0,-1 1,1 0,0 1,0 0,1 0,-1 2,1-1,0 2,10-1,-20 2,0 1,0 0,-1 0,1 0,0 0,0 0,-1 1,1 0,0-1,-1 1,1 0,0 0,-1 0,1 1,-1-1,0 0,1 1,-1 0,0-1,0 1,0 0,0 0,0 0,-1 1,1-1,0 0,-1 1,0-1,0 1,1-1,-1 1,-1 0,1-1,0 1,-1 0,1-1,-1 1,0 0,0 0,0 0,0-1,-1 1,1 0,-1 0,0 0,-4 17,-1 0,-1 0,-1-1,-1 0,-1 0,0-1,-1 0,-1-1,-4 5,-1 2,-3 4,12-18,0 0,1 0,1 1,-1 0,2 1,0-1,0 1,-2 8,7-17,1 0,-1-1,1 1,0 0,0-1,0 1,0-1,0 1,0-1,1 0,-1 1,1-1,0 0,0 0,-1 0,1 0,1 0,-1 0,0-1,0 1,1-1,-1 0,0 1,1-1,0 0,-1 0,1-1,-1 1,1 0,0-1,0 0,-1 0,1 0,0 0,0 0,-1 0,1-1,0 1,0-1,39 1,0-2,0-1,0-3,0-1,13-5,-50 11,91-20</inkml:trace>
  <inkml:trace contextRef="#ctx0" brushRef="#br0" timeOffset="20370.555">922 5267,'2'-38,"1"0,2 1,1-1,2 1,2 0,1 1,2 0,1 1,18-31,-26 56,-3 3,0-1,1 1,0 0,1 0,0 0,0 1,0-1,1 1,0 1,6-6,-11 11,-1 0,1-1,0 1,-1 0,1 0,0 0,-1 0,1 0,-1 0,1 0,0 0,-1 0,1 0,0 0,-1 1,1-1,-1 0,1 0,-1 1,1-1,0 0,-1 1,1-1,-1 0,1 1,-1-1,0 1,1-1,-1 1,1-1,-1 1,0-1,1 1,-1 0,0-1,0 1,1-1,-1 1,0 0,0-1,0 1,0-1,0 1,0 0,0-1,0 1,0 0,0-1,0 1,4 32,-2 0,-1-1,-1 1,-5 29,4-43,-17 262,20-232</inkml:trace>
  <inkml:trace contextRef="#ctx0" brushRef="#br0" timeOffset="20620.188">1525 5000,'6'-22,"6"-18,4-8,2-2,0 4,-3 8,-4 15,-4 21,-3 21,-2 22,-2 18,2 13,3 10,2 3,3 2,4-5,0-17</inkml:trace>
  <inkml:trace contextRef="#ctx0" brushRef="#br0" timeOffset="21316.913">3102 5214,'-2'18,"1"15,3 16,2 15,2 11,-1 8,0 4,-1-2,-2-4,0-6,-4-9,-1-17</inkml:trace>
  <inkml:trace contextRef="#ctx0" brushRef="#br0" timeOffset="22088.858">682 6083,'-2'1,"1"-1,0 1,0-1,0 0,1 0,-1 1,0-1,0 0,1 1,-1-1,0 1,1-1,-1 1,0-1,1 1,-1-1,1 1,-1 0,1-1,-1 1,1 0,-1 0,1-1,0 1,-1 0,1 0,0-1,0 1,-1 0,1 0,0 0,0 0,0-1,0 1,0 0,0 0,0 0,1 0,-1-1,0 1,0 0,1 0,-1 0,0-1,1 1,-1 0,1 0,-1-1,1 1,-1-1,63 14,86-6,0-7,56-10,-87 3,100 1,-1 9,119 22,11 16,316 32,-200-49,0-20,312-41,-489 11,-260 21,-34 2,1 2,5 1,0-1,1 1,-1-1,0 1,0-1,0 0,0 0,0 0,0 0,0 0,0 0,1 0,-1-1,0 1,0-1,0 1,0-1,1 0,-1 1,0-1,0 0,1 0,-1-1,1 1,-1 0,1 0,0-1,-1 1,1-1,0 1,0-1,0 1,0-1,0 0,0 0,0 1,1-1,-1 0,1 0,-1 0,1 0,0 0,3-17</inkml:trace>
  <inkml:trace contextRef="#ctx0" brushRef="#br0" timeOffset="22649.97">4038 5027,'0'-3,"0"7,0 9,-3 14,-2 14,-3 10,-3 9,1 6,3 0,1-4,3-6,3-8,5-10,0-9,1-9</inkml:trace>
  <inkml:trace contextRef="#ctx0" brushRef="#br0" timeOffset="22873.436">3944 5628,'7'0,"9"0,8 0,8 0,6-2,5-1,1 0,-2 1,-4-2,-6 0,-8-2,-9 1</inkml:trace>
  <inkml:trace contextRef="#ctx0" brushRef="#br0" timeOffset="23123.769">3918 4973,'-3'-2,"2"-1,8-2,12-3,13-1,14-3,10-1,6 2,3 3,-6 7,-13 3</inkml:trace>
  <inkml:trace contextRef="#ctx0" brushRef="#br0" timeOffset="23648.544">4358 5334,'0'0,"1"0,-1 0,0 0,0-1,0 1,0 0,1 0,-1 0,0 0,0 0,0 0,0-1,1 1,-1 0,0 0,0 0,0 0,0-1,0 1,0 0,0 0,0 0,0-1,1 1,-1 0,0 0,0-1,0 1,0 0,0 0,0 0,0-1,0 1,-1 0,1 0,0 0,0-1,0 1,0 0,0 0,0 0,0-1,0 1,0 0,-1 0,1 0,0 0,0-1,0 1,0 0,-1 0,1 0,0 0,0 0,0 0,-1 0,25-3,-21 3,4 0,17-3,-1 2,1 1,0 1,-1 0,1 2,-1 1,18 6,-39-10,-1 0,1 0,0 0,-1 1,1-1,-1 1,1-1,-1 1,1 0,-1-1,1 1,-1 0,0 0,1 0,-1 0,0 0,0 1,0-1,0 0,0 0,0 1,0-1,0 1,0-1,-1 1,1-1,0 1,-1-1,1 1,-1-1,0 1,0 0,0-1,1 1,-2 0,1-1,0 1,0 0,0-1,-1 1,1-1,-1 1,1 0,-1-1,0 1,0 0,-7 7,0 0,-1 0,0-1,0 0,-1 0,0-1,0-1,-11 6,-7 5,27-17,0 0,0 0,0 1,0-1,1 0,-1 0,0 1,0-1,0 1,0-1,1 1,-1-1,0 1,0-1,1 1,-1-1,0 1,1 0,-1 0,1-1,-1 1,1 0,-1 0,1 0,0-1,-1 1,1 0,0 0,-1 0,1 0,0 0,0 0,0 0,0 0,0 0,0-1,0 1,0 0,1 0,-1 0,0 0,0 0,1 0,-1 0,1-1,-1 1,1 0,-1 0,1-1,-1 1,1 0,0-1,-1 1,1 0,0-1,-1 1,1-1,0 1,0-1,0 1,0-1,-1 0,1 1,0-1,0 0,0 0,0 0,0 0,40 17,-30-14,0 0,0 1,-1 0,1 1,-1 0,0 0,0 1,-1 0,0 1,0 0,0 0,-1 1,0 0,-1 1,1 0,-2 0,1 0,-1 1,-1 0,1 1,-6-7,1-1,-1 0,1 1,-1-1,0 1,0-1,0 1,-1-1,1 0,-1 1,0-1,0 0,0 1,0-1,-1 0,1 0,-1 0,0 0,0 0,0-1,0 1,0 0,-1-1,1 0,-1 1,0-1,0 0,-2 1,-90 37,87-38,1 0,-1-1,1 0,-1 0,0 0,0-1,1 0,-1-1,0 1,1-2,-1 1,1-1,-1 0,1 0,0-1,-5-2,11 4,0 1,0-1,0 0,0 1,0-1,1 0,-1 0,0 1,0-1,0 0,1 0,-1 0,1 0,-1 0,0 0,1 0,0 0,-1 0,1 0,0 0,-1 0,1 0,0-1,0 1,0 0,0 0,0 0,0 0,0 0,1 0,-1 0,0-1,0 1,1 0,-1 0,1 0,-1 0,1 0,0 0,-1 0,1 1,0-1,0-1,12-11</inkml:trace>
  <inkml:trace contextRef="#ctx0" brushRef="#br0" timeOffset="66853.833">1 4091,'2'0,"3"0,5 0,8 0,8 0,6 0,6 0,7 0,2 0,2-2,-3-1,-2-2,-7-3,-4 0,-8 0,-9-2,-7 1</inkml:trace>
  <inkml:trace contextRef="#ctx0" brushRef="#br0" timeOffset="67205.425">308 3891,'0'0,"0"0,0 0,0 1,0-1,0 0,0 0,0 1,0-1,0 0,0 0,0 1,0-1,0 0,0 0,0 0,0 1,0-1,0 0,-1 0,1 0,0 1,0-1,0 0,0 0,0 0,-1 0,1 1,0-1,0 0,0 0,0 0,-1 0,1 0,0 0,0 0,0 1,22 17,63 38,-54-38,-2 2,0 1,-2 1,11 11,-36-31,0 0,0 0,0 0,0 0,0 0,-1 0,1 0,-1 1,1-1,-1 0,0 1,0-1,0 1,0 0,-1-1,1 1,-1 0,0-1,1 1,-1 0,0 0,-1-1,1 1,0 0,-1-1,1 1,-1 0,0-1,0 1,0-1,0 1,-1-1,1 1,-1-1,1 0,-1 1,-147 149,120-122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4:11.8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261 0,'-5'61,"3"0,2 1,9 57,-1 8,1 621,0 403,-10-744,-26 141,14-296,-25 76,21-119,7-6,8-89,-12 72,23-56,-5-125,-3-11</inkml:trace>
  <inkml:trace contextRef="#ctx0" brushRef="#br0" timeOffset="35717.313">154 4559,'13'25,"-7"7,-2 1,-2 0,0-1,-3 13,1-22,-7 119,-7-1,-6 0,-5-2,-42 124,28-101,33-116,6-46,0 1,0 0,-1-1,1 1,0 0,0-1,0 1,0 0,0-1,0 1,0 0,0-1,0 1,0 0,1-1,-1 1,0 0,0-1,1 1,-1-1,0 1,1 0,-1-1,0 1,1-1,-1 1,1-1,-1 1,1-1,-1 1,1-1,-1 0,1 1,0-1,-1 0,1 0,-1 1,1-1,0 0,-1 0,1 0,0 0,-1 0,1 1,0-1,-1-1,1 1,0 0,-1 0,1 0,0 0,-1 0,1-1,0 1,-1 0,1 0,-1-1,1 1,0 0,-1-1,1 1,0-1,20-15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4:16.0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120 736,'-3'285,"6"-100,-5-165,2-20,0-1,0 1,0 0,0 0,0 0,-1 0,1 0,0 0,0 0,0-1,0 1,0 0,0 0,-1 0,1 0,0 0,0 0,0 0,0 0,0 0,-1 0,1 0,0 0,0 0,0 0,0 0,0 0,-1 0,1 0,0 0,0 0,0 0,0 0,0 0,-1 0,1 0,0 1,0-1,0 0,0 0,0 0,0 0,-1 0,-3-18,0-13,2 0,1-1,1 1,2-1,1 1,1 0,2 0,1 1,1-1,2 1,1 1,12-22,-22 45,1 0,0 0,1 0,-1 0,1 0,0 1,1-1,-1 1,1 0,0 0,1 0,-1 1,1 0,0-1,0 1,0 1,0-1,1 1,-1 0,1 0,0 1,0 0,4-1,-8 3,1 1,-1 0,1 0,0 0,-1 0,0 0,1 0,-1 1,0-1,1 1,-1-1,0 1,0 0,0 0,-1 0,1 0,0 0,-1 1,1-1,-1 0,0 1,0-1,0 1,1 2,14 65,-15-62,0 0,-1 0,-1 0,1 0,-1 0,0 0,-1-1,0 1,0 0,-1-1,0 1,0-1,0 0,-1 0,0 0,-1-1,0 1,0-1,0 0,0-1,-1 1,0-1,-3 2,9-7,0 0,-1 0,1 0,-1 0,1 0,0 0,-1 0,1 0,-1 0,1 0,0 0,-1 0,1 1,0-1,-1 0,1 0,0 0,-1 1,1-1,0 0,-1 0,1 1,0-1,0 0,-1 1,1-1,0 0,0 1,0-1,-1 0,1 1,0-1,0 1,0-1,0 0,0 1,0-1,0 1,0-1,0 0,0 1,0-1,0 0,0 1,0-1,0 1,0-1,1 0,-1 1,0-1,0 0,0 1,1-1,-1 0,0 1,0-1,1 0,-1 1,0-1,1 0,-1 0,28 2,-23-2,4 0,129 10,-132-9,0 0,0 1,0 0,-1 0,1 0,-1 1,1-1,-1 1,0 1,0-1,0 1,-1 0,1 0,-1 0,0 0,0 1,0 0,-1 0,0 0,0 0,2 4,-4-5,1 0,-1 1,0-1,-1 1,1 0,-1-1,0 1,0-1,0 1,0 0,-1-1,0 1,0-1,0 1,-1-1,1 0,-1 0,0 1,0-1,-1 0,1-1,-1 1,0 0,0-1,-2 2,-4 5,0-1,-1 0,-1-1,0 0,0-1,0 0,-1 0,-3 0,6-2,0-1,-1-1,0 1,1-2,-1 1,0-1,0-1,-9 1,16-2,-1-1,1 1,-1 0,1-1,0 0,-1 1,1-1,0-1,0 1,-1 0,1-1,0 0,0 0,0 1,1-2,-1 1,0 0,1-1,0 1,-1-1,1 1,0-1,0 0,1 0,-1 0,-1-4,-6-20,3 2</inkml:trace>
  <inkml:trace contextRef="#ctx0" brushRef="#br0" timeOffset="295.212">0 469,'2'0,"6"0,10 2,12 1,11 0,15-1,14 0,11-1,8-1,2 0,-15 0</inkml:trace>
  <inkml:trace contextRef="#ctx0" brushRef="#br0" timeOffset="1764.245">1043 282,'-62'0,"344"13,6-13,-281 0,-13 0</inkml:trace>
  <inkml:trace contextRef="#ctx0" brushRef="#br0" timeOffset="1110.37">1177 709,'-27'54,"2"2,3 0,-3 18,17-50,-74 213,81-224,16-43,74-172,-6-13,-17 61,-66 155,0 0,0-1,0 1,1 0,-1 0,0-1,1 1,-1 0,0 0,1-1,-1 1,1-1,-1 1,1 0,-1-1,1 1,0-1,-1 1,1-1,0 1,-1-1,1 0,0 1,-1-1,1 0,0 0,0 1,0-1,-1 0,1 0,0 0,0 0,0 0,-1 0,1 0,0 0,0 0,-1 0,1-1,0 1,0 0,-1 0,1-1,0 1,0-1,-1 1,1 0,-1-1,1 0,0 1,-1-1,1 1,-1-1,1 1,-1-1,1 0,-1 1,0-1,1 0,-1 0,0 1,0-1,1 0,-1 0,0 0,0 1,0-2,40 197,-22-133,4 0,1-1,4-2,20 33,-4 2,-43-94,0 1,1-1,-1 1,0-1,0 1,1-1,-1 1,0 0,0-1,0 1,0-1,0 1,0 0,0-1,0 1,0-1,0 1,0 0,0-1,0 1,0-1,0 1,-1 0,1-1,0 1,0-1,-1 1,1-1,0 1,-1-1,1 1,-1-1,1 1,0-1,-1 0,1 1,-1-1,1 0,-1 1,0-1,-10 0</inkml:trace>
  <inkml:trace contextRef="#ctx0" brushRef="#br0" timeOffset="1368.212">1043 990,'18'-2,"15"-3,14-1,10 1,4 1,1 1,-3 2,-8 0,-11 1</inkml:trace>
  <inkml:trace contextRef="#ctx0" brushRef="#br0" timeOffset="4081.034">1899 936,'0'12,"0"5,2 1,3-3,1-9,-1-8,-1-5,-1-5,-4-3,-3-1,-2 1,-1 3,-1 8,1 9,-1 4</inkml:trace>
  <inkml:trace contextRef="#ctx0" brushRef="#br0" timeOffset="14977.732">268 2220,'1'89,"-8"160,6-239,1-5,0 1,0-1,-1 1,0-1,0 1,-1-1,1 0,-1 0,0 1,0-1,-1-1,0 1,0 0,-1 1,4-6,-1 1,1-1,-1 1,0-1,1 0,-1 1,0-1,1 0,-1 1,0-1,0 0,1 0,-1 0,0 1,0-1,0 0,1 0,-1 0,0 0,0-1,0 1,1 0,-1 0,0 0,0-1,1 1,-1 0,0-1,1 1,-1 0,0-1,1 1,-1-1,1 1,-1-1,0 1,1-1,-1 0,1 1,0-1,-1 0,1 1,-1-1,1 0,0 0,0 1,-1-1,1 0,-12-40,6-6,3 0,2-1,3-29,-1 50,-2 11,1 0,1-1,0 1,1 0,0 0,2 0,0 1,0-1,2 1,0 0,1 0,0 1,1 0,0 0,1 1,2-2,-6 11,1 1,-1-1,1 1,0 0,0 1,0-1,0 1,0 0,0 1,1-1,-1 1,1 1,-1-1,0 1,1 0,-1 0,1 1,-1 0,1 0,-1 1,0 0,0 0,0 0,0 1,0-1,0 1,-1 1,1-1,-1 1,0 0,0 0,0 1,-1-1,1 1,-1 0,0 1,-1-1,1 0,-1 1,0 0,-1 0,1 0,-1 0,0 0,-1 0,1 1,-1-1,-1 1,1-1,-1 1,0-1,-1 1,1-1,-1 0,-1 2,-1 0,0-1,-1 0,0 0,-1 0,0-1,0 1,0-1,0 0,-1-1,0 1,-1-1,1-1,-1 1,0-1,0 0,0 0,0-1,-1 0,1 0,-9 1,69-18,-46 12,-1 1,1 0,-1 1,1-1,-1 1,1 0,-1 1,1 0,-1 0,1 0,-1 1,0 0,1 0,-1 1,0-1,-1 1,1 1,0-1,-1 1,0 0,0 0,0 0,0 1,-1 0,1 0,-1 0,0 0,2 6,-3-4,-1 0,0 0,0 0,-1 0,0 0,0 0,-1 1,0-1,0 0,0 1,-1-1,0 0,-1 0,0 0,0 0,0 0,-1 0,0 0,0-1,0 1,-1-1,0 0,-4 4,1-1,0-1,-1 0,0-1,0 0,0 0,-1-1,0 0,0 0,-1-1,1 0,-1-1,0 0,-1 0,1-1,-1-1,1 0,4-1,0 0,1-1,-1 0,0 0,0 0,1-1,-1 0,1 0,-1-1,0 1,1-1,0 0,-1-1,-3-26,10 15</inkml:trace>
  <inkml:trace contextRef="#ctx0" brushRef="#br0" timeOffset="15510.404">161 1886,'-12'-2,"-5"-1,0 2,2 4,7 4,9 0,11-1,10-1,13-2,10-1,8-3,9-2,5 0,3 0,-2 4,-2 5,-14 2</inkml:trace>
  <inkml:trace contextRef="#ctx0" brushRef="#br0" timeOffset="16088.025">1110 2194,'-18'21,"1"1,2 1,0 0,1 2,2-1,0 1,2 1,-7 23,-34 76,1-39,50-86,0 0,0 0,0 0,0-1,0 1,0 0,0 0,0 0,0 0,0-1,0 1,0 0,0 0,-1 0,1 0,0-1,0 1,0 0,0 0,0 0,-1 0,1 0,0 0,0-1,0 1,0 0,-1 0,1 0,0 0,0 0,0 0,-1 0,1 0,0 0,0 0,0 0,-1 0,1 0,0 0,0 0,8-23,137-310,-35 45,-110 287,0 0,0 0,1 0,-1-1,0 1,0 0,1 0,-1 0,1 0,-1 0,1 0,-1-1,1 1,0 0,-1 1,1-1,0 0,0 0,0 0,0 0,0 1,0-1,0 0,0 1,0-1,0 1,0-1,0 1,0-1,0 1,1 0,-1 0,0 0,0 0,0-1,0 1,1 1,-1-1,0 0,0 0,0 0,1 1,-1-1,0 0,0 1,0-1,0 1,1 0,24 81,-21-58,79 464,-53-381,-25-98</inkml:trace>
  <inkml:trace contextRef="#ctx0" brushRef="#br0" timeOffset="16299.718">976 2421,'-7'-7,"3"-2,10 0,17 2,17 2,15 2,13 1,6 2,1 0,-5 0,-14 0</inkml:trace>
  <inkml:trace contextRef="#ctx0" brushRef="#br0" timeOffset="17310.407">1966 2287,'2'-3,"3"-2,1-3,-1 0</inkml:trace>
  <inkml:trace contextRef="#ctx0" brushRef="#br0" timeOffset="22784.801">174 3677,'-54'420,"49"-398,5-22,1 0,-1-1,0 1,0 0,0 0,1 0,-1-1,0 1,0 0,0 0,0-1,0 1,0 0,0 0,1-1,-1 1,0 0,0-1,0 1,0 0,0 0,0-1,0 1,0 0,0 0,-1-1,1 1,0 0,0 0,0-1,0 1,0 0,0 0,0-1,-1 1,1 0,0 0,0-1,0 1,-1 0,1 0,0 0,0 0,0-1,-1 1,1 0,0 0,0 0,-1 0,1 0,0 0,-1 0,1 0,0 0,0 0,-1 0,1 0,0 0,0 0,-1 0,1 0,0 0,-1 0,1 0,0 0,7-175,-6 142,-2 4,2 0,0 0,2 0,2 0,0 1,2-1,1 1,1 1,12-26,-20 49,1 1,0-1,0 0,0 1,0-1,1 1,-1 0,1-1,0 1,0 1,0-1,0 0,0 1,1-1,-1 1,1 0,0 0,-1 1,1-1,0 1,0 0,0 0,0 0,0 0,0 1,1 0,-1-1,0 1,0 1,0-1,0 1,0 0,0 0,0 0,0 0,0 0,0 1,0 0,-1 0,1 0,-1 0,2 2,0 1,0 1,-1 0,0 0,0 0,0 0,-1 1,0-1,0 1,0 0,-1 0,0 0,-1 0,0 0,0 1,0-1,-1 0,0 1,0-1,-1 0,0 0,0 1,0-1,-1 0,-1 0,1 0,-1-1,0 1,0 0,-1-1,0 0,0 0,-1 0,-2 3,-4 2,0 0,-1 0,0-1,0-1,-1 0,0 0,-12 5,38-18,0 0,0 1,1 1,-1 0,1 1,0 1,-1 0,1 1,-1 0,1 1,5 2,-13-3,-1 0,1 1,0 0,-1 0,1 1,-1 0,0 0,0 0,0 0,0 1,0 0,-1 0,0 0,0 0,0 1,0 0,-1-1,1 1,-1 1,0-1,-1 0,0 1,1-1,-2 1,1 0,-1 0,0 0,0 0,-1 0,0-1,0 1,0-1,-1 1,0 0,0-1,0 1,-1-1,0 0,0 1,0-1,-1 0,0 0,0-1,0 1,0 0,-1-1,0 0,1 0,-2 0,1 0,0-1,-2 1,-9 7,0-1,0-1,-2 0,1-1,-1-1,-15 5,29-11,-4 2,0 0,0-1,0 0,-1 0,1 0,-1-1,1 0,-1-1,1 0,-1 0,1 0,-1-1,1 0,-1-1,7 2,1-1,0 0,-1 1,1-1,0 1,0-1,-1 0,1 1,0-1,0 0,0 1,0-1,0 0,0 0,0 1,0-1,0 0,0 1,0-1,0 0,0 1,1-1,-1 0,0 1,1-1,-1 1,0-1,1 0,-1 1,0-1,1 1,-1-1,1 1,-1-1,1 1,0-1,-1 1,1 0,-1-1,1 1,0 0,-1 0,1-1,0 1,-1 0,1 0,0 0,-1 0,1 0,0 0,-1 0,1 0,25-11,2 0</inkml:trace>
  <inkml:trace contextRef="#ctx0" brushRef="#br0" timeOffset="23440.608">1030 3664,'-17'74,"-3"-2,-3 0,-3-1,-6 4,22-50,-13 24,23-50,0 1,1 0,-1 0,0 0,0-1,0 1,0 0,0-1,0 1,0 0,0 0,0-1,0 1,0 0,0 0,0-1,0 1,0 0,0 0,0-1,0 1,0 0,0-1,0 1,0 0,0 0,0-1,0 1,-1 0,1 0,0 0,0-1,0 1,-1 0,1 0,0 0,0-1,0 1,-1 0,1 0,0 0,0 0,-1 0,1 0,0 0,0 0,-1-1,1 1,0 0,0 0,-1 0,1 0,0 0,-1 0,1 0,0 1,0-1,-1 0,1 0,0 0,-1 0,44-172,44-142,-45 226,-41 86,0 0,0 0,0-1,1 2,-1-1,1 0,0 0,-1 0,1 1,0-1,0 1,0-1,0 1,0 0,1 0,-1 0,0 0,0 0,1 1,-1-1,0 1,1-1,-1 1,1 0,-1 0,0 0,1 0,-1 0,1 1,-1-1,0 1,1-1,-1 1,0 0,1 0,-1 0,1 1,6 7,-1 0,0 1,-1 0,0 0,0 1,-1 0,0 0,-1 1,-1-1,0 1,0 0,-1 0,0 0,-1 1,-1-1,0 12,7 58,-4 0,-4 40,0-12,0-97,0-1,1 1,1 0,0 0,1-1,0 1,3 5,-2-10</inkml:trace>
  <inkml:trace contextRef="#ctx0" brushRef="#br0" timeOffset="23681.963">869 3918,'21'0,"17"0,15 0,9 0,3 0,-3 0,-9 0,-18-3,-16 0</inkml:trace>
  <inkml:trace contextRef="#ctx0" brushRef="#br0" timeOffset="24021.178">936 3303,'-5'0,"2"0,7 0,15 0,17 0,19 0,16 0,9 0,3 0,-4 0,-10 0,-18 2,-17 4,-19 2,-21 5,-18 2,-15 1,-1-3</inkml:trace>
  <inkml:trace contextRef="#ctx0" brushRef="#br0" timeOffset="28481.821">2086 3704,'-2'0,"-1"3,2 2,2 3,2 0,1-1</inkml:trace>
  <inkml:trace contextRef="#ctx0" brushRef="#br0" timeOffset="32496.977">281 4894,'-5'42,"-5"64,-5 0,-5-2,-6 9,17-89,10-25,-1 1,0 0,0-1,0 1,0 0,0-1,0 1,0 0,0 0,0-1,0 1,0 0,0-1,0 1,0 0,0-1,0 1,0 0,0-1,0 1,0 0,0-1,0 1,-1 0,1 0,0-1,0 1,0 0,0 0,-1-1,1 1,0 0,0 0,-1-1,1 1,0 0,-1 0,1 0,0 0,0 0,-1 0,1-1,0 1,-1 0,1 0,0 0,-1 0,1 0,0 0,-1 0,1 0,0 0,-1 0,1 0,0 1,0-1,-1 0,1 0,0 0,-1 0,1 0,0 1,0-1,-1 0,1 0,0 0,-11-180,11 163,0-29,2 1,2-1,7-23,-9 54,2 1,0 0,0 0,1 0,1 0,1 1,0 0,0 0,1 0,1 1,0 1,9-10,-13 16,-1 0,1 0,0 1,0 0,0 0,1 0,-1 0,1 1,0 0,0 0,0 1,0 0,1 0,-1 0,1 1,-1-1,1 2,0-1,-1 1,1 0,-1 0,1 1,0 0,-1 0,1 0,-1 1,0 0,1 1,-1-1,0 1,0 0,-1 0,1 1,-1 0,1 0,-1 0,0 1,-1 0,1 0,-1 0,0 0,1 3,-1-1,-2 0,1 0,-1 0,0 1,0-1,-1 1,0-1,-1 1,1-1,-1 1,-1-1,0 1,0 0,0-1,-1 0,0 1,0-1,-1 0,0 0,0 0,-1 0,0-1,0 1,0-1,-4 4,-5 5,0 0,-1-1,-1-1,0 0,-1-1,0 0,-1-2,0 0,-5 2,39-18,1 1,0 1,-1 0,2 2,-1 0,0 0,18 3,-26-1,1 1,-1 0,0 1,0 0,0 1,0 0,-1 0,1 1,-1 0,9 6,-15-8,1 1,0-1,-1 1,1 0,-1 0,0 0,0 0,0 1,-1 0,1-1,-1 1,0 0,0 0,0 0,0 0,-1 0,1 1,-1-1,-1 0,1 1,0-1,-1 1,0-1,0 1,0-1,-1 1,-3 7,0 0,-1 0,0-1,-1 0,-1 0,1 0,-2-1,1 0,-2 0,1-1,-1 0,-1 0,1-1,-2 0,1-1,-1 0,0-1,0 0,-6 1,4 1,0-1,0-1,0-1,-1 0,0 0,0-2,0 1,0-2,0 0,-9 0,22-2,0 0,1 0,-1 1,0-1,1 0,-1 0,0 0,0 0,1 0,-1-1,0 1,1 0,-1 0,0 0,1 0,-1-1,0 1,1 0,-1-1,1 1,-1-1,0 1,1-1,-1 1,1-1,-1 1,1-1,-1 1,1-1,0 1,-1-1,1 0,0 1,-1-1,1 0,0 1,0-1,0 0,0 1,0-1,-1 0,1 0,0 1,0-1,1 0,-1 1,0-1,0 0,0 0,0 1,1-1,23-32,7 9,3 2</inkml:trace>
  <inkml:trace contextRef="#ctx0" brushRef="#br0" timeOffset="32963.494">1057 5054,'-49'94,"15"-30,2 2,3 1,-1 13,48-113,167-445,-157 425,-27 53,0 0,0 0,0 0,0 1,0-1,0 0,0 1,0-1,-1 0,1 1,0-1,0 1,0-1,-1 1,1 0,0-1,0 1,-1 0,1 0,-1-1,1 1,0 0,-1 0,0 0,1 0,-1 0,1 0,-1-1,0 1,0 0,0 0,1 0,-1 0,0 0,0 0,0 0,-1 0,1 0,0 0,0 0,0 0,0 2,65 299,-38 0,-23-278,0-6</inkml:trace>
  <inkml:trace contextRef="#ctx0" brushRef="#br0" timeOffset="33148.998">896 5295,'14'-2,"20"-1,18-2,16-1,10 0,1-1,-6 2,-13-1,-17 1</inkml:trace>
  <inkml:trace contextRef="#ctx0" brushRef="#br0" timeOffset="34470.96">1873 5147,'-3'0,"0"3,2 2,7 4,5-1,7-1,-1-2</inkml:trace>
  <inkml:trace contextRef="#ctx0" brushRef="#br0" timeOffset="5897.3">2541 576,'2'-5,"1"2,0 4,-1 13,-1 12,0 10,0 12,-1 8,0 6,0 2,0-1,0-3,-2-1,-1-7,-3-8,-4-6,-2-10,-1-10</inkml:trace>
  <inkml:trace contextRef="#ctx0" brushRef="#br0" timeOffset="6146.599">2420 1245,'0'2,"2"1,4 0,6-1,7 0,5-1,4-1,2 0,-1 0,-1 3,-6-1</inkml:trace>
  <inkml:trace contextRef="#ctx0" brushRef="#br0" timeOffset="6489.695">2393 522,'2'-2,"6"-1,6 0,7-1,7-1,5-1,5 0,4 1,2 1,-4 2,-9 1</inkml:trace>
  <inkml:trace contextRef="#ctx0" brushRef="#br0" timeOffset="7007.299">2929 1084,'-1'30,"0"-19,0 0,1 0,0 0,1-1,0 1,1 0,0 0,1-1,0 1,0-1,3 5,-3-12,-1 0,0 0,1 0,0 0,0 0,0-1,0 1,0-1,0 0,1 0,-1 0,1 0,-1-1,1 1,0-1,0 0,0 0,-1 0,1-1,0 1,0-1,0 0,0 0,0 0,0-1,0 0,0 1,8-3,0 1,0-2,-1 1,0-2,1 1,-2-2,1 1,2-3,-4 2,-1 0,1-1,-2 0,1 0,-1-1,0 1,0-2,-1 1,0-1,-1 0,0 0,3-7,-6 11,0 1,0-1,-1 0,0 1,0-1,0 0,-1 0,1 1,-1-1,0 0,-1 0,1 0,-1 1,0-1,0 0,0 1,-1-1,1 0,-1 1,0 0,-1-1,1 1,-1 0,0 0,0 1,0-1,0 0,-2 0,-3-1,0 0,-1 0,1 1,-1 0,0 0,0 1,-1 0,1 1,-1 0,1 1,-1 0,0 0,1 1,-1 0,0 1,1 0,-1 0,0 1,1 0,0 1,-1 0,1 1,1 0,-1 0,0 1,1 0,0 0,0 1,0 0,1 0,0 1,-5 6,-45 75,39-44</inkml:trace>
  <inkml:trace contextRef="#ctx0" brushRef="#br0" timeOffset="20070.406">2527 1833,'0'20,"0"19,0 11,0 6,0 4,-2-1,-1 0,0-4,-1-2,-1-6,1-3,1-8,1-10</inkml:trace>
  <inkml:trace contextRef="#ctx0" brushRef="#br0" timeOffset="20315.751">2407 2541,'-2'2,"1"1,3 0,6 0,9-2,10 0,9 0,9-3,2-1,1 0,-6 0,-8 4,-9 1</inkml:trace>
  <inkml:trace contextRef="#ctx0" brushRef="#br0" timeOffset="20985.365">2554 1846,'-12'-4,"1"1,-1 0,1 1,-1 0,0 1,0 0,0 1,0 0,1 1,-6 1,17-2,0 0,0 1,0-1,1 0,-1 1,0-1,0 0,0 1,0-1,0 0,0 1,0-1,0 0,0 1,0-1,0 0,0 1,0-1,0 0,0 1,0-1,0 0,0 1,0-1,0 0,-1 1,1-1,0 0,0 1,0-1,-1 0,1 0,0 1,0-1,-1 0,1 0,0 1,0-1,-1 0,1 0,0 0,-1 0,1 0,0 1,-1-1,1 0,0 0,-1 0,1 0,0 0,-1 0,1 0,-1 0,1 0,0 0,-1 0,1 0,0-1,-1 1,1 0,0 0,-1 0,1 0,0-1,0 1,-1 0,1 0,0-1,26 13,21-4,-1-3,1-1,0-2,0-3,26-4,21 1,-121 11,9-2</inkml:trace>
  <inkml:trace contextRef="#ctx0" brushRef="#br0" timeOffset="21448.638">2875 2581,'11'-14,"-1"0,-1 0,0-1,-1 0,0-1,-1 0,-1 0,4-16,5-10,31-68,-46 109,0 1,1-1,-1 1,0-1,0 1,1-1,-1 0,0 1,1-1,-1 1,0 0,1-1,-1 1,1-1,-1 1,1 0,-1-1,1 1,-1 0,1-1,-1 1,1 0,-1 0,1-1,0 1,-1 0,1 0,-1 0,1 0,0 0,-1 0,1 0,-1 0,1 0,0 0,-1 0,1 1,-1-1,1 0,-1 0,1 0,-1 1,1-1,-1 0,1 1,-1-1,1 0,-1 1,1-1,-1 1,1-1,-1 1,0-1,1 1,-1-1,0 1,0-1,1 1,-1-1,0 1,0 0,0-1,0 1,0 0,12 40,-6 23,-2 1,-3-1,-3 0,-2 2,-2 135,8-152,0-9</inkml:trace>
  <inkml:trace contextRef="#ctx0" brushRef="#br0" timeOffset="29016.956">2620 3450,'-9'9,"-3"10,1 8,1 7,6 4,3 5,4 2,4 0,3 1,-1-2,-1-2,-2-3,-3-7,-1-8</inkml:trace>
  <inkml:trace contextRef="#ctx0" brushRef="#br0" timeOffset="29283.487">2581 3958,'0'2,"4"1,7 0,8-1,9-2,7-4,5-2,0 1,-3 1,-7 2</inkml:trace>
  <inkml:trace contextRef="#ctx0" brushRef="#br0" timeOffset="29813.661">2500 3344,'-4'0,"0"0,6 0,7-3,9 0,7 0,10 1,5 0,5 1,2 0,-1 3,-3 1,-5 1,-8-2</inkml:trace>
  <inkml:trace contextRef="#ctx0" brushRef="#br0" timeOffset="30457.927">2968 3825,'33'-8,"-18"5,1 1,-1 1,1 0,0 1,-1 1,1 1,0 0,-1 0,0 2,0 0,0 1,0 0,7 5,-19-8,-1-1,1 1,-1 0,0 0,0 0,0 1,0-1,0 0,0 1,0-1,-1 1,1-1,-1 1,0 0,0 0,0 0,0 0,-1 0,1 0,-1 0,1 0,-1 0,0 0,0 0,-1 0,1 0,0 0,-1-1,0 1,0 0,0 0,0 0,0 0,-1-1,1 1,-1-1,1 1,-3 2,-12 13,-2 0,0-1,-1-1,0-1,-1-1,-1 0,0-2,-8 4,-4 3,-23 20,56-38,-1 0,1 1,0-1,0 0,-1 1,1-1,0 0,0 1,0-1,1 0,-1 0,0 1,0-1,1 0,-1 1,1-1,-1 0,1 0,-1 0,1 0,0 1,0-1,-1 0,1 0,0 0,0-1,0 1,0 0,0 0,0 0,1-1,-1 1,0 0,0-1,0 1,1-1,-1 0,0 1,0-1,1 0,-1 0,0 0,1 0,-1 0,0 0,1 0,-1 0,0 0,2-1,199 16,-120-13,88 11,-101-6</inkml:trace>
  <inkml:trace contextRef="#ctx0" brushRef="#br0" timeOffset="34752.216">2581 4814,'2'11,"1"11,0 11,-3 8,-1 7,-4 4,1 2,-1 2,2-3,0 0,2-4,-2-4,-3-6,-2-5,-4-8,-1-9</inkml:trace>
  <inkml:trace contextRef="#ctx0" brushRef="#br0" timeOffset="35004.543">2407 5402,'16'-5,"12"-1,5 0,5 2,0 0,-2 2,-2 1,-5 1,-3 0,-4 0,-5-2,-5-1</inkml:trace>
  <inkml:trace contextRef="#ctx0" brushRef="#br0" timeOffset="35174.09">2420 4720,'16'-4,"19"-5,19 0,17-1,11 2,5 1,-10 3,-17 1</inkml:trace>
  <inkml:trace contextRef="#ctx0" brushRef="#br0" timeOffset="35657.325">2848 5134,'73'-5,"-59"2,0 1,0 1,0 1,1 0,-1 0,0 2,0 0,12 3,-24-4,1 0,-1 0,0 0,0 0,1 0,-1 1,0-1,0 1,0-1,-1 1,1 0,0 0,-1 0,1 0,-1 0,1 0,-1 0,0 0,0 1,0-1,0 0,-1 1,1-1,0 1,-1-1,0 1,0-1,0 1,0-1,0 1,0-1,0 1,-1-1,1 1,-1-1,0 1,0-1,0 0,0 0,0 1,0-1,-1 0,1 0,-1 0,0 0,1 0,-1-1,-1 2,-96 85,100-88,-1 0,1 0,0 0,-1 0,1 1,-1-1,1 0,0 0,-1 0,1 1,-1-1,1 0,0 1,-1-1,1 0,-1 1,1-1,-1 1,0-1,1 0,-1 1,1-1,-1 1,0 0,1-1,-1 1,0-1,0 1,1-1,-1 1,0 0,0-1,0 1,0 0,0-1,0 1,0 0,0-1,0 1,0-1,0 1,0 0,0-1,-1 1,1-1,0 1,0 0,-1-1,1 1,0-1,-1 1,1-1,-1 1,1-1,-1 1,1-1,-1 0,1 1,-1-1,1 1,-1-1,1 0,-1 0,1 1,-1-1,0 0,199 13,-195-13,8 1,0-1,-1 2,1-1,0 1,-1 1,1 0,-1 1,0 0,0 0,0 1,-1 0,1 1,-1 0,-1 0,1 1,2 3,-10-8,1 0,-1 1,0-1,0 0,0 1,-1-1,1 0,-1 1,1-1,-1 1,0-1,0 1,0-1,0 1,0-1,0 1,-1-1,1 1,-1-1,0 1,0-1,0 0,0 1,0-1,0 0,-1 0,1 0,-1 0,1 0,-2 1,-61 50,31-34,-1-1,0-2,-1-1,-1-2,0-2,-1-1,0-2,-5 0,0-3</inkml:trace>
  <inkml:trace contextRef="#ctx0" brushRef="#br0" timeOffset="39897.659">3676 241,'19'48,"-2"1,-3 1,-2 0,-2 1,-2 0,0 33,-2 72,-11 81,1 53,21 0,-5-128,-9 150,-27 144,39 132,-1 28,-14-513,-1 88,17 108,8-36,-10 108,-6 103,8-101,-13-323,-3-69,0 7</inkml:trace>
  <inkml:trace contextRef="#ctx0" brushRef="#br0" timeOffset="41282.911">3717 1,'2'16,"6"16,7 17,7 14,-1-5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4:59.4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1,'2'0,"1"0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4:58.5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94,'-11'20,"-5"19,2 13,2 12,4 7,7 2,7 0,6-3,8-7,10-9,9-12,9-13,6-12,2-12,-1-13,-10-4</inkml:trace>
  <inkml:trace contextRef="#ctx0" brushRef="#br0" timeOffset="251.762">1 482,'13'-2,"17"-2,13-1,12-2,8-1,4 0,0 0,-5 0,-13 1</inkml:trace>
  <inkml:trace contextRef="#ctx0" brushRef="#br0" timeOffset="502.132">121 0,'16'2,"19"4,19 0,19 1,15 0,6 1,-13-1</inkml:trace>
  <inkml:trace contextRef="#ctx0" brushRef="#br0" timeOffset="758.495">829 535,'-11'-8,"-2"1,1 1,-1 0,0 0,0 1,0 1,-1 1,0-1,1 2,-1 0,0 1,0 0,0 1,-9 2,15-2,0 1,-1 0,1 0,0 1,0 1,0-1,0 1,1 0,-1 1,1 0,-1 0,1 1,1-1,-1 1,1 1,0 0,0 0,0 0,1 0,0 1,0 0,1 0,0 0,-3 6,5-8,0 0,1-1,0 1,0 0,0 0,0 0,1 0,0 0,0 0,0 0,0 0,1 0,0-1,0 1,0 0,1 0,-1-1,1 1,0 0,1-1,-1 0,1 0,0 0,0 0,0 0,0 0,1-1,0 1,-1-1,1 0,0 0,3 1,13 5,1 0,0-1,1-1,0-1,0-1,0 0,0-2,1-1,-1-1,1-1,0-1,122-7,-87-2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02.2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57 873,'-3'650,"3"-633,0 1,-1 0,0 0,-1 0,-1-1,-1 1,0-1,-1 0,-8 17,14-35,-1 1,0 0,0-1,-1 1,1 0,0-1,0 1,0 0,0-1,0 1,0 0,0-1,0 1,-1 0,1 0,0-1,0 1,0 0,0 0,-1-1,1 1,0 0,0 0,-1 0,1-1,0 1,-1 0,1 0,0 0,0 0,-1 0,1-1,0 1,-1 0,1 0,0 0,-1 0,1 0,0 0,-1 0,1 0,0 0,-1 0,1 1,0-1,-1 0,1 0,0 0,0 0,-1 0,1 0,0 1,-1-1,1 0,0 0,0 0,0 1,-1-1,1 0,0 1,-7-162,8 106,3-382,-3 413,-1 10,0 1,1-1,1 1,0 0,1-1,0 1,1 0,0 1,4-6,-7 15,0 2,0-1,0 0,1 0,-1 0,1 1,0-1,-1 0,1 1,0 0,0-1,0 1,0 0,0 0,0 0,0 0,0 0,0 1,0-1,1 1,-1-1,0 1,1 0,-1 0,0 0,0 0,1 0,-1 1,0-1,0 1,1-1,-1 1,0 0,0 0,0 0,71 43,-61-36,0 1,0 0,-1 1,0 1,-1-1,0 1,-1 1,0 0,-1 0,0 1,-1 0,-1 1,0-1,3 10,-9-21,0 1,1-1,-1 0,0 1,-1-1,1 1,0-1,-1 0,1 1,-1-1,0 0,0 0,0 1,0-1,0 0,0 0,-1 0,1 0,0 0,-1-1,0 1,1 0,-1-1,0 1,0-1,0 1,0-1,0 0,0 0,-1 0,1 0,-2 0,-77 12,78-13,0 1,0-1,0 1,0-1,0 0,0 0,0-1,0 1,0-1,0 1,0-1,0 0,0 0,0 0,0-1,1 1,-1-1,0 1,1-1,0 0,-1 0,1 0,0 0,0 0,0-1,0 1,0-1,1 1,-1-1,1 0,0 1,-1-1,1 0,1 0,-1 0,0 0,1 0,2-5,1-1,0 1,1 0,-1 0,2 0,-1 1,1-1,0 1,1 1,-1-1,2 1,2-3,3-5,42-47,-2-2,-4-2,-2-3,-4-1,-2-2,6-22,-27 47,-1 0,-2 0,-3-2,-2 0,-1 0,1-39,-10 79,0 1,0-1,0 1,-1-1,-1 0,1 1,-1-1,-1 1,1-1,-1 1,0 0,-1-1,0 1,0 1,0-1,-1 0,-4-4,6 9,-1 1,0 1,0-1,0 0,0 1,0-1,0 1,0 0,0 0,-1 0,1 1,0-1,0 1,0-1,0 1,1 0,-1 0,0 0,0 1,0-1,1 1,-1-1,1 1,-1 0,1 0,0 0,0 0,0 1,0-1,0 0,0 1,1-1,-1 1,1 0,-1 1,-15 23,2 0,1 1,1 0,2 1,1 1,1 0,1 0,2 0,1 1,1 0,2 0,1 1,3 27,4 39,5-1,4 0,4-1,5-1,13 29,-29-99,-3-14</inkml:trace>
  <inkml:trace contextRef="#ctx0" brushRef="#br0" timeOffset="400.432">338 645,'-116'-122,"115"121,-6-6,17 11,204 87,-136-62,-1 4,-2 3,-2 3,44 33,-103-62,-1 0,0 1,0 1,-1 0,-1 1,0 0,2 4,-10-12,0 0,0 0,0 0,-1 0,1 1,-2-1,1 1,0 0,-1-1,0 1,0 0,-1 0,0 0,0 0,0-1,0 1,-1 0,0 0,0 0,-1-1,0 1,-1 1,-1 2,0 0,-1-1,-1 0,1 0,-1-1,-1 1,1-1,-1 0,0-1,-7 5,13-10,0 0,1 0,-1 0,0 0,0-1,1 1,-1 0,0 0,0-1,0 1,0 0,0-1,0 1,0-1,0 0,0 1,0-1,0 0,0 1,0-1,-1 0,1 0,0 0,0 0,0 0,0 0,0 0,0-1,0 1,-1 0,1 0,0-1,0 1,0-1,0 1,0-1,0 0,1 1,-1-1,0 0,0 1,0-1,0 0,1 0,-1 0,0 0,1 0,-1 0,1 0,-1 0,1 0,0 0,-1 0,1 0,0 0,-1-12,0 1,1-1,1 1,0-1,0 1,1 0,4-11,-2 2,-1 7,6-36,3 0,2 1,8-17,-21 61,1 1,0-1,0 0,0 1,1-1,0 1,0-1,0 1,0 0,1 1,-1-1,1 1,0-1,0 1,1 0,-1 0,0 1,1-1,0 1,-1 0,1 0,0 1,0 0,0-1,0 2,1-1,-1 1,0-1,0 1,4 1,27 3,0 1,-1 3,1 0,10 6,-2-1,47 12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00.0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0 523,'30'5,"-1"-1,1-1,0-2,0-1,0-2,-1-1,1-1,-1-1,0-2,1-1,-3 3,0-1,-1-1,1-2,-2 0,0-2,0-1,-1 0,0-2,-1-1,0-2,-19 15,0-1,0 0,-1 0,1-1,-1 1,0-1,0 0,0 1,0-1,-1 0,0-1,1 1,-2 0,1-1,0 1,-1-1,0 0,0 1,0-1,-1 0,1 0,-1 1,0-1,-1 0,1 0,-1 0,0 1,0-1,0 0,-1 1,0-1,0 1,0 0,-1-2,-1 2,-1 0,1-1,-1 2,0-1,0 1,0-1,0 2,0-1,-1 0,0 1,1 0,-1 0,0 1,0 0,0 0,0 0,0 1,0-1,0 1,0 1,0-1,0 1,0 0,0 1,0 0,1-1,-1 2,0-1,1 1,0-1,-1 2,1-1,0 0,1 1,-1 0,1 0,-2 3,-4 4,1 1,1 0,0 1,1-1,0 2,1-1,0 1,2 0,-1 0,2 0,-2 6,-15 166,21-44,5 0,16 72,-5-60,-4 148,-36-105,5-126</inkml:trace>
  <inkml:trace contextRef="#ctx0" brushRef="#br0" timeOffset="475.822">94 1071,'36'-16,"1"2,0 1,1 2,1 1,-1 3,1 1,1 1,11 2,172-5,-219 7,0 1,1 0,-1-1,0 1,0 1,0-1,1 1,-1-1,0 1,0 0,0 1,0-1,0 1,0-1,-1 1,1 0,-1 1,1-1,-1 1,0-1,1 1,-1 0,-1 0,1 1,0-1,-1 0,0 1,0 0,0-1,0 1,0 0,-1 0,0 0,0 0,0 0,0 1,-16 84,16-86,1-1,-1 0,1 1,0-1,0 0,0 0,0 0,0 0,0-1,0 1,1 0,-1-1,1 0,-1 1,1-1,-1 0,1-1,0 1,-1 0,1-1,0 1,0-1,-1 0,1 0,0 0,0 0,0 0,-1-1,1 1,0-1,2-1,8 1,-1-1,1-1,0 0,-1-1,0 0,1-1,-2 0,1-1,-1-1,0 1,0-2,-1 0,2-1,-5 3,-1 1,0-1,-1 0,1 0,-1-1,-1 0,1 0,-1 0,0 0,-1 0,1-1,-2 0,1 0,-1 1,0-2,-1 1,0 0,0 0,0 0,-1 0,-1-3,1 11,1-1,-1 1,0-1,0 0,0 1,0-1,0 0,0 1,0-1,0 0,0 1,0-1,0 1,-1-1,1 0,0 1,0-1,0 1,-1-1,1 1,0-1,-1 0,1 1,-1-1,1 1,0 0,-1-1,1 1,-1-1,1 1,-1 0,0-1,1 1,-1 0,1 0,-1-1,1 1,-1 0,0 0,1 0,-1 0,0 0,1 0,-1 0,0 0,1 0,-1 0,1 0,-1 0,0 0,1 0,-1 1,1-1,-1 0,0 1,-25 26,21-18,0-1,1 1,1 0,-1 0,1 1,1-1,0 1,0-1,1 1,0 0,1 0,0-1,0 1,1 2,0-7,0 1,0-1,1 1,0-1,-1 0,2 0,-1 0,1 0,-1 0,1 0,1-1,-1 1,1-1,-1 0,1 0,0 0,1-1,-1 1,1-1,-1 0,1-1,0 1,0-1,0 0,3 1,1 0,-1-1,1-1,0 1,-1-1,1-1,0 0,0 0,-1-1,1 0,0 0,-1-1,5-1,18-8</inkml:trace>
  <inkml:trace contextRef="#ctx0" brushRef="#br0" timeOffset="828.526">1363 991,'0'11,"-1"-6,0 0,1 1,-1-1,1 0,0 0,1 1,-1-1,1 0,0 0,0 0,1 0,0 0,0 0,0 0,0-1,1 1,-1-1,1 1,0-1,1 0,-1 0,4 2,-2-3,1-1,0 0,0 0,0-1,0 0,0 0,0 0,0-1,1 0,-1 0,0 0,0-1,0 0,0 0,0-1,0 1,0-1,0-1,0 1,-1-1,1 0,-1 0,0-1,3-2,4-3,-1 0,0-1,0 0,-1-1,0 0,-1 0,-1-1,0-1,6-12,14-59,-29 84,1-1,0 0,0 1,-1-1,1 1,0-1,-1 0,1 1,0-1,-1 1,1-1,-1 1,1-1,-1 1,1-1,-1 1,1-1,-1 1,0 0,1-1,-1 1,0 0,1 0,-1-1,0 1,1 0,-1 0,0 0,1 0,-1 0,0 0,1 0,-1 0,0 0,1 0,-1 0,0 1,1-1,-1 0,0 0,1 1,-1-1,0 0,1 1,-1-1,1 1,-1-1,1 1,-1-1,1 1,-1-1,1 1,0-1,-1 1,1-1,0 1,-1 0,1-1,0 1,0 0,-1-1,1 1,0 0,0-1,0 1,0 0,-4 4,0 0,0 0,0 0,1 0,0 1,0-1,0 1,1 0,0 0,0 0,0 0,1 0,0 0,0 1,0-1,1 0,0 0,0 1,1-1,0 0,0 0,0 1,1-1,0 0,0 0,0-1,1 1,0 1,9 3,-1-1,1 0,1 0,0-1,0-1,0 0,1-1,0 0,0-1,0-1,1 0,0-1,0-1,-1 0,12 0,47 6</inkml:trace>
  <inkml:trace contextRef="#ctx0" brushRef="#br0" timeOffset="1277.897">2286 951,'-13'-1,"1"1,0 0,-1 1,1 0,0 1,-1 0,1 1,0 0,1 1,-1 1,1 0,-1 0,1 1,1 0,-1 1,1 1,0 0,8-7,1 1,0-1,0 0,0 0,0 1,0-1,0 1,1-1,-1 1,0-1,1 1,-1-1,1 1,-1 0,1-1,0 1,0-1,0 1,0 0,0-1,0 1,0 0,1-1,-1 1,0 0,1-1,0 1,-1-1,1 1,0-1,0 1,-1-1,1 0,0 1,0-1,1 0,-1 0,56 32,-42-29,-1 0,1 0,0-2,1 0,-1 0,0-2,1 0,-1 0,0-2,1 0,-1-1,0 0,-1-1,1 0,0-2,-1 0,0 0,-1-1,0-1,0 0,0-1,-1 0,0-1,-1-1,0 1,-1-2,0 1,1-3,9-21,-2-2,-1 0,-2 0,-1-2,-2 0,-2 0,-1-1,1-28,2 1,-3-1,-3 0,-3 0,-3 0,-5-31,4 85,-1 0,-1 0,0 0,-1 0,0 1,-1-1,-1 1,-5-11,10 22,-1 0,1 0,0 0,0-1,-1 1,0 1,1-1,-1 0,0 0,0 0,0 1,0-1,0 1,0 0,0 0,0 0,-1 0,1 0,0 0,-1 0,1 1,-1-1,1 1,-1-1,1 1,-1 0,1 0,-1 1,1-1,0 0,-1 1,1-1,-1 1,1 0,0 0,-1 0,1 0,0 0,0 0,0 1,0-1,0 1,0 0,0-1,0 1,0 1,-11 13,2 1,0 1,1 0,0 0,2 1,0 0,1 0,1 1,1 0,1 0,1 0,0 0,1 12,-2 13,3 0,2 0,1 0,2-1,3 1,1-1,2 0,2-1,2 0,2-1,2-1,1-1,3 0,17 23,-16-32,-23-31,0 0,0-1,0 1,1 0,-1-1,0 1,0 0,0-1,1 1,-1 0,0 0,0-1,1 1,-1 0,0 0,1-1,-1 1,0 0,1 0,-1 0,0-1,1 1,-1 0,0 0,1 0,-1 0,0 0,1 0,-1 0,0 0,1 0,-1 0,1 0,-1 0,0 0,1 0,-1 0,0 0,1 1,-1-1,0 0,1 0,-1 0,0 1,1-1,-1 0,0 0,0 0,1 1,-1-1,0 0,0 1,1-1,-1 0,0 1,0-1,0 0,0 1,1-1,-1 0,0 1,0-1,0 0,0 1,-3-18</inkml:trace>
  <inkml:trace contextRef="#ctx0" brushRef="#br0" timeOffset="1528.223">2380 603,'-18'-16,"-13"-7,-4 0,5 2,11 6,19 9,22 9,29 9,29 7,30 7,27 8,20 6,-16-5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03.9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10 174,'-8'188,"7"-1,9 3,-7-153,-1-495,0 159,0 314,-1 12,1-1,1 0,1 0,2 0,0 0,2 0,7 21,-12-44,0-1,0 0,0 0,0 1,0-1,0 0,0 0,1 0,-1 0,1 0,0-1,-1 1,1 0,0-1,0 1,0-1,0 0,0 1,0-1,1 0,-1 0,0-1,0 1,1 0,-1-1,1 1,-1-1,0 0,1 0,-1 0,1 0,-1 0,1-1,-1 1,0-1,1 1,-1-1,0 0,1 0,-1 0,0 0,0 0,0-1,0 1,0-1,1 0,15-15,0 0,-1-1,-1-1,0 0,-2-1,0-1,-2 0,0-1,1-5,11-17,-11 25,-13 19,0 0,0 0,0 1,0-1,0 0,0 0,1 0,-1 1,0-1,0 0,0 0,0 0,0 0,1 1,-1-1,0 0,0 0,0 0,1 0,-1 0,0 0,0 0,0 0,1 0,-1 1,0-1,0 0,0 0,1 0,-1 0,0 0,0 0,1 0,-1 0,0-1,0 1,0 0,1 0,-1 0,0 0,0 0,0 0,1 0,-1 0,0 0,0-1,0 1,0 0,1 0,-1 0,0 0,0-1,0 1,0 0,0 0,0 0,1-1,-1 1,-21 111,6-35,3 1,3 0,3 27,6-91,0-1,0 1,2-1,-1 0,2 1,-1-1,2 0,0 0,0 0,4 6,9 9</inkml:trace>
  <inkml:trace contextRef="#ctx0" brushRef="#br0" timeOffset="353.561">626 201,'-11'14,"2"2,0-1,1 1,0 1,1-1,1 1,1 0,0 1,2-1,0 1,0 0,2 0,0 0,1 0,1 0,1 0,0-1,1 1,1 0,1-1,1 0,0 0,5 8,-6-16,1-1,-1 1,2-2,-1 1,1-1,0 0,1 0,0 0,5 2,-10-7,-1 0,0-1,1 1,0-1,-1 0,1 0,0 0,-1 0,1 0,0-1,0 1,0-1,0 0,0 1,0-2,0 1,-1 0,1 0,0-1,0 0,0 1,0-1,-1 0,1 0,0-1,-1 1,1 0,-1-1,1 0,-1 0,0 1,0-1,0-1,1 0,6-11,-1 1,-1-1,0-1,-1 1,0-1,-1 0,-1 0,-1-1,0 1,-1-1,0-2,12-109,-2-127,-11 204,7-14,1 54,2 9</inkml:trace>
  <inkml:trace contextRef="#ctx0" brushRef="#br0" timeOffset="587.55">1066 67,'5'16,"8"12,9 13,7 8,8 7,7 3,2-1,1-6,-3-8,-7-8,-8-11,-6-10,-5-7,-3-9,-4-10,-4-2</inkml:trace>
  <inkml:trace contextRef="#ctx0" brushRef="#br0" timeOffset="759.092">1467 121,'-18'-3,"-15"5,-9 10,-6 15,-6 16,-4 17,-3 12,3 7,3 2,7-4,12-8,12-17</inkml:trace>
  <inkml:trace contextRef="#ctx0" brushRef="#br0" timeOffset="1835.015">1949 14,'-22'58,"-19"37,25-63,2 0,1 1,1 1,2 0,2 0,-4 32,11-63,1 0,-1-1,1 1,0 0,0-1,0 1,0 0,1 0,-1-1,1 1,0 0,-1-1,1 1,0-1,1 1,-1-1,0 0,1 1,-1-1,1 0,0 0,0 0,0 0,0 0,0 0,0-1,0 1,0-1,1 1,-1-1,1 0,-1 0,1 0,18 3,-1-1,1-1,0-2,0 1,0-2,-1-1,9-2,2 0</inkml:trace>
  <inkml:trace contextRef="#ctx0" brushRef="#br0" timeOffset="2117.285">2122 308,'-6'16,"-6"14,1 11,-1 10,2 6,2 4,3 1,2-1,1-4,0-10,-1-12</inkml:trace>
  <inkml:trace contextRef="#ctx0" brushRef="#br0" timeOffset="2372.605">2470 94,'2'4,"6"5,3 4,0 0</inkml:trace>
  <inkml:trace contextRef="#ctx0" brushRef="#br0" timeOffset="2619.943">2510 602,'-9'7,"-1"2,4 0,10-2,8-5,2-2</inkml:trace>
  <inkml:trace contextRef="#ctx0" brushRef="#br0" timeOffset="3271.867">2845 295,'7'-25,"2"1,0 0,2 0,1 1,0 0,2 1,3-2,-7 19,-12 27,2-21,-16 121,5 1,5 115,6-221,1-13,0 1,-1 0,0-1,1 1,-2 0,1 0,0-1,-1 1,0 0,0-1,-1 1,1-1,-1 1,0-1,0 0,0 0,-1 1,0-2,-1 4,55-9,225 15,-245-10</inkml:trace>
  <inkml:trace contextRef="#ctx0" brushRef="#br0" timeOffset="3872.036">2430 94,'0'13,"3"6,2 0,3-2,0-6,-1-8,-2-2,-2 0</inkml:trace>
  <inkml:trace contextRef="#ctx0" brushRef="#br0" timeOffset="4187.192">2417 615,'7'0,"4"0,3-2,-1-3,-3-4,-3-1,-5 0,-5 2,-7 2,-3 5,0 5,2 3,6 4,9-1,10-2,2-2</inkml:trace>
  <inkml:trace contextRef="#ctx0" brushRef="#br0" timeOffset="4593.107">2952 214,'-9'-2,"-8"3,-5 9,-4 7,1 8,-1 6,5-2</inkml:trace>
  <inkml:trace contextRef="#ctx0" brushRef="#br0" timeOffset="5156.125">2778 829,'-2'0,"1"0,3 0,6 0,9 0,10 0,7 0,7-4,-3-3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16.9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264 660,'-15'-8,"-1"-1,1 2,-1 1,0 0,-1 0,0 2,-4-1,16 4,1 0,-1 1,1-1,-1 1,1 0,-1 0,1 1,-1-1,1 1,-1 0,1 0,0 0,-1 1,1 0,0-1,0 2,0-1,0 0,1 1,-1 0,0-1,1 1,0 1,0-1,0 0,0 1,1 0,-1 0,-1 2,2 1,-1 0,1 0,0 0,1 0,0 0,0 0,1 0,-1 0,2 1,-1-1,1 0,0 0,0 0,1 0,0 0,0 0,1 0,0 0,0-1,0 0,1 1,0-1,0-1,1 1,-1 0,1-1,1 0,-1 0,1-1,-1 0,1 0,1 0,-1 0,0-1,1 0,0 0,0-1,-1 0,1 0,1-1,-1 0,3 0,-1 0,-1 0,1-1,-1 0,1 0,-1-1,1 0,-1-1,0 0,0 0,1 0,-2-1,1-1,0 1,0-1,-1-1,0 1,0-1,0 0,-1-1,0 0,0 0,0 0,-1-1,1 0,-2 0,1 0,-1 0,0-1,0 0,0-3,6-23,-1 0,-2-1,-1 0,-2-1,-1 1,-2-1,-3-30,2 61,1-52,-3 0,-3 0,-2 0,-3 1,-8-26,-8 23,25 57,0 1,0-1,0 0,0 1,-1 0,1-1,0 1,-1 0,1 0,-1 0,0-1,1 2,-1-1,0 0,1 0,-1 0,0 1,0-1,0 1,0 0,0-1,1 1,-1 0,0 0,0 0,0 0,0 1,0-1,0 0,-1 2,-3 1,0 0,1 0,-1 1,1 0,0 0,0 1,0-1,1 1,-1 0,1 0,1 1,-1-1,1 1,-1 1,-11 22,1 1,1 0,2 1,1 0,1 1,2 0,1 0,2 1,0 21,3-31,0 0,2 0,1 0,0 0,2-1,1 1,0-1,2 1,0-2,3 3,-5-13,0 0,1 0,1 0,-1-1,2 0,-1-1,1 0,1 0,0 0,0-1,1-1,-1 1,2-2,-1 1,1-1,0-1,0 0,0-1,10 3,-14-5,0-1,-1 1,1-1,0 0,0-1,0 0,0 0,0-1,0 1,0-1,-1-1,1 0,0 1,-1-2,1 1,-1-1,0 0,0-1,0 1,0-1,0 0,-1-1,0 1,0-1,0 0,0 0,-1-1,0 1,0-1,-1 0,4-6,-2 1,0 1,0-1,-1 0,-1 0,0 0,0-1,-1 1,0-1,-1 0,-1 1,0-1,0 0,-1 1,-1-1,1 1,-4-9,5 19,-1 0,1-1,0 1,-1 0,1 0,-1 0,1 0,-1 1,0-1,1 0,-1 0,0 0,1 0,-1 1,0-1,0 0,0 1,0-1,0 0,0 1,0 0,0-1,0 1,0-1,0 1,0 0,0 0,0 0,0-1,0 1,-1 0,1 0,0 1,0-1,0 0,0 0,0 0,0 1,0-1,0 1,0-1,0 1,-32 36,29-30,1 1,0 0,1 0,0 0,0 0,1 1,0-1,1 0,0 1,0-1,0 1,1-1,0 0,1 0,0 0,0 0,1 0,0 0,1 0,-1-1,1 1,1-1,-1 0,1 0,0-1,1 0,0 0,0 0,0 0,6 3,55 31,2-8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18.4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0,'18'2,"27"4,28 0,29 1,24 2,12 2,0 1,-14 1,-24-2,-29 0,-28-2,-22-3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17.7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 54,'-4'18,"-7"18,-3 15,-2 14,2 7,4 2,5-2,8-4,11-7,12-9,10-10,11-10,11-12,6-12,3-11,-5-12,-11-3</inkml:trace>
  <inkml:trace contextRef="#ctx0" brushRef="#br0" timeOffset="242.351">48 375,'20'2,"19"1,18 0,13 0,8-2,2-2,-3-1,-10-4,-16 1</inkml:trace>
  <inkml:trace contextRef="#ctx0" brushRef="#br0" timeOffset="408.905">128 0,'20'3,"21"2,19 1,13-1,3-1,-2-1,-14-1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14.5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187 711,'-2'16,"-3"12,-1 8,0 5,5-1,3-6,3-9</inkml:trace>
  <inkml:trace contextRef="#ctx0" brushRef="#br0" timeOffset="683.571">0 390,'143'36,"-2"6,52 27,-68-7,-118-58,0 0,-1 1,1 0,-1 1,0-1,0 1,0 0,-1 0,0 1,0 0,-1 0,0 0,0 0,-1 1,1 2,-2-2,-2 0,1 0,-1-1,0 1,-1 0,0-1,0 1,0 0,-1-1,0 1,-1-1,0 0,0 0,0 0,-1 0,0-1,0 1,-1-1,0 0,-4 4,-32 56,41-64,0 0,0 0,0 0,0 1,0-1,0 0,0 0,1 0,-1 0,1 0,0 0,-1 0,1 0,0 0,0 0,0 0,1-1,-1 1,0 0,1-1,-1 1,1-1,-1 1,1-1,0 0,-1 1,1-1,0 0,0 0,0-1,0 1,0 0,0-1,0 1,0-1,0 1,0-1,1 0,-1 0,0 0,0 0,0 0,0-1,0 1,1-1,9 3,0-1,1 0,-1-1,0 0,1-1,-1 0,0-1,1 0,-1-1,0-1,-1 0,1 0,-1-2,0 1,0-1,0 0,-1-1,0-1,0 0,-1 0,0 0,-1-1,1-1,-2 1,1-1,-1-1,4-8,-10 17,-1 1,1 0,0-1,-1 1,1-1,-1 1,1-1,-1 1,0-1,1 1,-1-1,0 1,0-1,0 1,0-1,-1 1,1-1,0 1,-1-1,1 1,-1-1,1 1,-1-1,0 1,1 0,-1-1,0 1,0 0,0 0,0 0,0-1,-1 3,1 0,-1 0,1-1,-1 1,1 0,0 0,-1 0,1 1,0-1,0 0,0 0,0 1,0-1,0 0,0 1,0-1,1 1,-1-1,0 1,1 0,-1-1,1 1,0 0,-1-1,1 1,0 0,0 0,0 5,-1-1,1 0,1 0,-1 1,1-1,0 0,0 0,1 0,0 0,0 0,0 0,1 0,0-1,0 1,0-1,1 0,0 0,0 0,0 0,0-1,1 0,0 0,0 0,0 0,0-1,3 2,-1-1,0 1,1-1,-1-1,1 1,0-2,0 1,0-1,0 0,0 0,1-1,-1 0,0-1,1 0,-1 0,1-1,-1 0,0 0,0-1,7-2,-5-3,0 0,-1-1,1 0,-2-1,1 0,-1 0,-1-1,0 0,0 0,-1 0,0-1,-1 0,0-1,0 1,-2-1,1 0,-2 0,1 0,-2 0,1-3,23-130,-7-1,-1-121,-15 240,0 9,-1-1,-1 0,-1 0,0 0,-2 0,0 1,-2-7,5 24,0 0,0 0,0-1,-1 1,1 0,0 0,-1-1,1 1,0 0,-1 0,0 0,1 0,-1-1,0 1,1 0,-1 0,0 1,0-1,0 0,0 0,0 0,0 0,0 1,0-1,0 0,0 1,0-1,-1 1,1 0,0-1,0 1,0 0,-1 0,1-1,0 1,-1 0,1 0,0 1,0-1,-1 0,1 0,0 0,0 1,0-1,-1 1,1-1,0 1,0-1,0 1,0 0,0 0,0-1,0 1,0 0,0 0,0 0,1 0,-2 1,-6 10,0 0,1 0,1 1,0 0,0 1,1-1,1 1,0 0,1 0,-1 12,3-19,-10 49,2 0,3 0,2 0,3 1,3-1,1 1,4-1,1 0,3-1,13 35,21 15,-25-73</inkml:trace>
  <inkml:trace contextRef="#ctx0" brushRef="#br0" timeOffset="1776.831">1257 497,'120'101,"-56"-49,-2 2,-2 3,43 55,-94-102,0 1,-1-1,-1 1,0 1,0-1,-1 1,0 1,-2-1,1 1,0 4,-5-15,0 0,0 0,0 0,0 0,0 0,-1 0,1 0,-1 0,0-1,1 1,-1 0,0 0,0-1,0 1,0 0,0-1,0 1,-1-1,1 1,0-1,-1 0,1 0,-1 0,0 1,1-1,-1-1,0 1,0 0,1 0,-1-1,0 1,0-1,0 1,0-1,0 0,0 0,0 0,0 0,1 0,-1 0,0 0,0-1,0 1,0-1,0 0,0 1,1-1,-1 0,0 0,1 0,-1 0,0 0,1 0,-1-1,1 1,-1-1,-3-3,0 0,1 0,-1-1,1 1,0-1,0 0,1-1,0 1,0 0,1-1,-1 0,1 1,1-1,-1 0,1 0,0 0,1 0,0 0,0 0,0 0,1 0,0 0,1 0,-1 0,1 0,1 1,-1-1,1 1,0-1,0 1,1 0,0 0,0 1,1-1,2-2,2-2,1 0,1 1,-1 1,2 0,-1 0,1 1,0 0,0 1,1 0,0 1,0 1,0 0,0 1,14-2,4 1,0 1,0 1,0 2,0 2,0 0,3 2,126 30,-201-49,35 14,0-1,-1 1,1 1,0-1,-1 1,1 0,-1 0,1 1,0 0,-1 0,1 0,0 1,0 0,0 0,0 1,0 0,0 0,1 0,-1 1,1-1,0 1,0 0,0 1,1-1,0 1,-1 0,2 0,-1 1,1-1,-1 1,1 1,1-1,0-1,0 1,1-1,0 1,0 0,1 0,-1-1,1 1,1 0,-1 0,1-1,0 1,0 0,0-1,1 1,0-1,0 1,1-1,-1 0,1 0,0 0,0 0,1 0,0-1,-1 0,2 0,-1 0,0 0,1 0,-1-1,1 0,0 0,0 0,1-1,-1 0,0 1,1-2,0 1,0 1,1-1,-1 0,0 0,1-1,0 0,-1 0,1 0,0-1,-1 0,1 0,0-1,-1 0,1 0,0 0,-1-1,0 0,1-1,-1 1,0-1,0 0,0 0,-1-1,1 0,-1 0,0 0,0-1,0 0,0 0,-1 0,0 0,0 0,1-3,16-69,8 156,-28-76,0 1,0-1,1 0,0 0,0 0,0-1,0 1,0 0,0-1,0 1,1-1,0 0,-1 0,1 0,0 0,0 0,0-1,0 1,0-1,0 0,1 0,-1 0,0 0,1-1,-1 1,0-1,1 0,-1 0,1 0,-1 0,0-1,1 1,-1-1,0 0,0 0,1 0,-1-1,0 1,2-1,3-9,1-1,-2 0,1 0,-2 0,1-1,-2 1,0-2,0 1,-1 0,-1-1,0 0,-1 0,0-12,4-8,-3 18,-2 3,1 1,1-1,0 1,0 0,2 0,-1 0,2 0,-1 1,4-4,-8 13,1 0,-1 1,1-1,0 0,0 1,0-1,0 1,0 0,0-1,0 1,1 0,-1 0,0 1,0-1,1 0,-1 1,1-1,-1 1,1 0,-1 0,0 0,1 0,-1 0,1 1,-1-1,1 1,-1-1,0 1,1 0,-1 0,0 0,0 0,0 0,2 2,3 1,0 1,-1 0,1 0,-1 0,0 1,0 0,-1 0,1 1,2 5,-2-1,-2-1,0 1,0 0,-1 0,0 0,-1 1,0-1,-1 1,-1-1,1 1,-2-1,1 1,-2-1,-1 9,-2 51,5-68,0 0,1 0,-1 1,1-1,0 0,-1 0,1 0,1 0,-1 0,0 0,1 0,0 0,-1 0,1-1,0 1,1-1,-1 1,0-1,1 0,-1 0,1 0,-1 0,1 0,0-1,0 1,0-1,0 0,0 0,0 0,3 1,5 0,0 0,1 0,-1-1,1 0,0-1,-1 0,1-1,2 0,-3 0,-1 0,1-1,0 0,-1-1,1 0,-1-1,0 0,0 0,-1-1,1 0,-1-1,0 0,0 0,-1-1,0 0,0-1,-1 0,0 0,0 0,0-1,-1 0,-1 0,0-1,0 1,-1-1,0 0,1-5,-4 11,-1 0,1 0,-1 0,0 1,0-1,0 0,0 0,-1 0,0 0,0 0,0 1,0-1,0 0,-1 1,1-1,-1 1,0-1,0 1,-1 0,1 0,0 0,-1 0,0 1,0-1,0 0,0 1,0 0,0 0,-1 0,1 0,-1 1,1-1,-1 1,0 0,0 0,1 0,-1 0,0 1,0 0,0-1,0 1,-1 1,0-1,0 0,0 1,0 0,0-1,0 2,0-1,0 1,0 0,0 0,1 0,-1 0,1 1,0 0,0 0,0 0,0 0,0 1,1-1,-1 1,1 0,0 0,0 1,0-1,1 0,0 1,0 0,0-1,0 1,1 0,0 0,-1 0,2 0,-1 0,1 0,0 0,0 0,0 0,1 1,-1-1,1 0,1 0,-1-1,1 1,-1 0,2 2,8 7,1-1,0 0,1 0,0-1,1-1,1 0,-1-1,2-1,-1 0,1-1,0 0,1-2,0 0,0-1,17 3,53 17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12.9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245 162,'-5'-3,"1"0,-1 0,0 1,0 0,0 0,0 0,0 1,0-1,-1 1,1 1,0-1,-1 1,1 0,-1 0,1 0,0 1,-1 0,1 0,0 0,0 0,-1 1,1 0,0 0,1 1,-5 2,0 0,0 1,1 0,0 0,0 1,1 0,0 0,0 1,0 0,1 0,1 0,-1 1,1 0,-1 4,5-11,-1 0,1 0,0 1,0-1,1 1,-1-1,0 1,1-1,-1 1,1-1,0 1,0-1,0 1,0 0,0-1,1 1,-1-1,1 1,0-1,0 1,0-1,0 0,0 1,0-1,0 0,1 0,-1 0,1 0,0 0,-1 0,1 0,0-1,0 1,0 0,1-1,-1 0,0 1,0-1,1 0,-1 0,0-1,1 1,0 0,8 0,0-1,1 0,-1-1,0 0,0-1,0 0,0-1,0 0,0 0,-1-1,1-1,-1 0,0 0,-1-1,1 0,-1-1,-1 0,1 0,-1-1,0 0,-1 0,0-1,1-2,-2 5,-1 0,0-1,-1 0,1 0,-1 0,-1 0,1-1,-1 1,-1-1,1 0,-1 0,-1 0,0 0,0 0,0 0,-1 0,0 0,0 0,-1-1,-1 1,1 0,-2-2,3 9,0 0,-1 0,1 0,-1 1,1-1,-1 0,0 0,1 0,-1 0,0 1,1-1,-1 0,0 1,0-1,0 0,0 1,0-1,0 1,0 0,0-1,0 1,0 0,0-1,0 1,0 0,0 0,0 0,0 0,0 0,0 0,0 0,0 0,0 1,0-1,0 0,0 1,0-1,0 0,0 1,0-1,0 1,1 0,-2 0,-30 36,28-30,0-1,1 1,0 0,0 0,0 0,1 0,0 0,0 0,1 1,0-1,0 1,1-1,0 1,0-1,1 1,0-1,0 1,1-1,0 0,0 1,1-1,-1 0,2 0,-1-1,1 1,0-1,3 4,0-4,-1-1,1 0,0 0,1-1,-1 0,1 0,0-1,0 0,7 2,28 6</inkml:trace>
  <inkml:trace contextRef="#ctx0" brushRef="#br0" timeOffset="312.165">566 1,'9'40,"1"-1,2 0,1-1,2 0,2-1,2-1,11 17,-23-42,-5-6,0-1,0 1,1-1,0 0,0 1,0-1,0-1,1 1,-1 0,1-1,0 0,0 0,0 0,1 0,0-1,-3-2,0 0,0-1,0 1,0-1,0 1,0-1,0 0,0 0,0 0,0 0,0 0,-1-1,1 1,0-1,-1 1,1-1,-1 1,0-1,1 0,-1 1,0-1,0 0,0 0,0 0,0 0,-1 0,1 0,-1 0,1-2,-1 4,32-99,-26 77,0 0,1 1,1 0,1 1,1-1,1 1,-9 17,0 0,0 0,0 0,0 0,0 0,1 1,-1-1,1 1,0 0,0 0,-1-1,2 2,-1-1,0 0,0 1,0-1,1 1,-1 0,1 0,1 0,12 2</inkml:trace>
  <inkml:trace contextRef="#ctx0" brushRef="#br0" timeOffset="1112.36">1195 335,'20'-9,"1"-2,-2 0,1-2,-2 0,0-1,0-1,-1 0,-1-1,-1-1,0-1,1-4,-13 19,-1 0,0 0,0 0,0 0,0-1,-1 1,1 0,-1-1,0 1,0-1,0 0,-1 1,1-1,-1 0,0 0,0 1,0-1,0 0,-1 1,1-1,-1 0,0 1,0-1,0 1,-1-1,1 1,-1-1,0 1,0 0,0 0,0 0,-1 0,1 0,-1 1,0-1,0 1,0 0,0-1,0 1,0 1,0-1,-1 0,-2 0,1 0,-1 0,0 1,0-1,0 1,1 1,-1-1,0 1,0 0,0 0,0 1,0 0,0 0,0 0,0 0,1 1,-1 0,1 1,-1-1,1 1,0 0,0 0,0 1,0-1,1 1,-1 0,1 1,0-1,0 1,0-1,1 1,0 0,0 0,0 1,1-1,-1 1,1-1,1 1,-1 0,1 0,0 0,0-1,1 1,-1 0,1 0,1 0,-1 0,1 0,1 2,0-2,1 1,1-1,-1 0,1 0,0-1,1 1,-1-1,1 0,0 0,0 0,1 0,-1-1,1 0,0-1,0 1,0-1,1 0,-1 0,7 1,4 1,1 0,0-1,0-1,0-1,0 0,0-1,3-1,-13 0,1 1,-1-1,1 0,-1-1,1 0,-1-1,1 1,-1-1,0-1,0 0,0 0,0-1,-1 0,1 0,-1 0,0-1,0 0,-1-1,1 1,-1-1,0-1,-1 1,0-1,0 0,0 0,-1 0,0-1,3-7,-3 0,-1 1,-1-1,0 0,-1 0,-1 0,0 0,-2-9,-3 49,4-18,0 0,0 1,1-1,0 0,0 1,1-1,0 0,0 1,0-1,1 0,0 0,1 0,0 0,0-1,0 1,1-1,0 1,0-1,0 0,1-1,0 1,0-1,0 0,1 0,0-1,0 1,0-1,0-1,1 1,3 0,-2-1,0-1,0-1,0 1,0-1,1-1,-1 0,0 0,1 0,-1-1,0-1,0 1,1-1,-1-1,-1 1,1-1,0-1,-1 1,1-1,-1-1,0 1,-1-1,1 0,2-3,-1 0,1-1,-1 0,0 0,-1-1,0 0,-1 0,0-1,-1 0,0 0,0 0,-1 0,-1-1,0 0,0 0,0-9,-5 16,-3 16,-7 20,9-25,1 0,-1 0,1 0,1 1,-1-1,1 1,0 0,1-1,-1 1,1 0,1-1,-1 1,1 0,0-1,1 1,0-1,0 1,0-1,1 0,-1 0,2 0,-1 0,1-1,-1 1,1-1,1 0,-1 0,1 0,0-1,0 1,3 1,5-1,1 0,0-1,0 0,0-1,0 0,0-2,0 1,1-2,-1 0,1 0,-1-2,0 0,0 0,0-1,12-5,-19 7,0-1,-1 0,1 0,-1-1,0 1,0-1,0-1,0 1,0-1,-1 0,1-1,-1 1,0-1,-1 0,1 0,-1-1,0 1,0-1,-1 0,0 0,0 0,0 0,0-1,-1 1,0-1,-1 1,0-1,0 0,0 0,0 0,-1 1,-1-1,1 0,-1 0,0 0,0 1,-2-3,2 6,-1 1,1-1,-1 1,0 0,0-1,0 1,0 0,-1 0,1 1,0-1,-1 0,1 1,-1-1,0 1,1 0,-1 0,0 0,0 0,0 1,0-1,0 1,0-1,1 1,-1 0,0 0,0 0,0 1,0-1,0 1,0 0,0 0,0 0,1 0,-1 0,0 0,1 1,-1-1,1 1,0 0,-1 0,1 0,0 0,0 0,0 0,0 0,1 1,-1-1,0 1,1-1,0 1,0 0,0 0,0-1,0 1,0 0,1 0,-1 0,1 0,0 0,0 0,0 0,1 3,0 0,0 0,1-1,-1 1,1 0,1-1,-1 1,1-1,0 0,0 0,0 0,1 0,0-1,0 1,0-1,0 0,1 0,0 0,-1-1,1 0,1 0,-1 0,0 0,4 0,20 11,1-1,1-2,0-1,0-1,4-1,72 14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10.9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114 0,'-2'25,"-1"24,-2 23,-1 13,2 10,1 3,0 0,2-6,1-12,0-14,0-20</inkml:trace>
  <inkml:trace contextRef="#ctx0" brushRef="#br0" timeOffset="720.6">21 214,'-21'-88,"49"130,254 401,-279-438,14 21,-1 1,-2 0,0 1,-2 1,2 10,-12-37,-1 1,0 0,0 0,0 0,-1 0,1 0,-1 0,0 1,0-1,0 0,0 0,0 0,0 0,-1 0,0 0,0 0,1 0,-2 0,1 0,0 0,-1 0,1-1,-1 1,0-1,0 1,0-1,0 1,0-1,0 0,-1 0,1 0,-1 0,-11 2,0 0,1 0,-1-2,-1 0,1 0,0-1,0-1,0-1,-1 0,1 0,0-2,0 1,0-2,1 0,-1-1,0 0,-110-49,125 55,0-1,-1 0,1 0,0-1,0 1,0 0,-1 0,1 0,0 0,0-1,-1 1,1 0,0-1,-1 1,1-1,0 1,-1-1,1 1,0-1,-1 1,1-1,-1 1,1-1,-1 0,0 1,1-1,-1 0,1 0,-1 1,0-1,0 0,1 0,-1 1,0-1,0 0,0 0,0 1,0-1,0 0,0 0,0 0,0 1,-1-1,1 0,0 0,0 1,-1-1,1 0,0 0,-1 1,1-1,-1 0,1 1,-1-1,1 1,-1-1,1 1,-1-1,0 1,1-1,-1 1,0-1,293-48,-115 14,132-45,-227 47,-82 32,0 1,0-1,0 0,0 1,1-1,-1 1,0-1,0 1,0-1,-1 1,1-1,0 1,0-1,0 1,0-1,0 1,-1-1,1 1,0-1,0 1,-1-1,1 1,0-1,-1 1,1 0,-1-1,1 1,0 0,-1-1,1 1,-1 0,1-1,-1 1,1 0,-1 0,1 0,-1-1,1 1,-1 0,1 0,-1 0,1 0,-1 0,1 0,-1 0,0 0,1 0,-1 0,1 0,-1 1,1-1,-1 0,1 0,-1 0,1 1,-1-1,1 0,0 1,-1-1,-23 2,1 0,-1 2,1 0,0 2,0 0,1 2,0 0,0 2,1 0,0 1,-1 2,13-8,0 1,1-1,-1 1,1 1,0-1,1 2,0-1,0 1,1 0,-1 0,2 0,-2 3,6-9,1-1,-1 1,0-1,1 1,-1 0,1-1,0 1,-1 0,1-1,0 1,0 0,0-1,0 1,0 0,1 0,-1-1,0 1,1 0,-1-1,1 1,0-1,0 1,-1-1,1 1,0-1,0 0,0 1,0-1,1 0,-1 0,0 1,0-1,1 0,0 0,57 19,-42-17,1-2,-1 0,1-1,-1 0,1-2,-1 0,0-1,0-1,0 0,11-5,-20 6,-1 0,0 0,1-1,-1 0,-1 0,1-1,0 1,-1-1,0-1,0 1,-1-1,0 0,0-1,0 1,-1-1,1 0,-2 0,1 0,-1-1,0 1,-1-1,1 0,-2 1,1-2,-3-78,1 87,0-1,0 1,0-1,0 1,0-1,0 1,0-1,0 1,0-1,0 1,0 0,-1-1,1 1,0-1,0 1,-1-1,1 1,0 0,0-1,-1 1,1 0,0-1,-1 1,1 0,0-1,-1 1,1 0,-1 0,1-1,0 1,-1 0,1 0,-1 0,1 0,-1 0,1 0,-1-1,1 1,0 0,-1 0,1 0,-1 1,1-1,-1 0,1 0,-1 0,1 0,-1 0,1 0,0 1,-1-1,1 0,-1 0,1 1,0-1,-1 0,1 0,0 1,-1-1,1 1,0-1,-1 0,1 1,0-1,0 1,0-1,-1 0,1 1,0-1,-16 33,14-28,0-1,0 1,0 0,1 0,-1 0,1 0,0 1,1-1,-1 0,1 0,0 1,0-1,1 0,0 0,0 0,0 1,0-1,1 0,0 0,0-1,0 1,0 0,1-1,0 1,0-1,0 0,1 0,-1 0,1 0,0-1,2 2,5-1,-1 0,1-1,0 0,0-1,0 0,0-1,1 0,0-1,47 1</inkml:trace>
  <inkml:trace contextRef="#ctx0" brushRef="#br0" timeOffset="1254.108">1532 548,'-16'-3,"1"0,-1 1,0 0,1 1,-1 1,0 1,1 0,-2 1,11-1,1 0,-1 1,1-1,-1 1,1 0,0 1,0-1,0 1,0 0,1 0,-1 1,1-1,0 1,0 0,0 0,0 0,1 1,0-1,0 1,0 0,0 0,1 0,0 0,0 0,0-1,1 0,-1 0,1 0,1 0,-1 1,1-1,-1 0,1 0,0 0,1 1,-1-1,1 0,0 0,0 0,0 0,0 0,1 0,-1 0,1 0,0-1,0 1,1-1,-1 1,1-1,0 0,0 0,0 0,0 0,0 0,2 0,6 4,0 0,1 0,0-2,0 1,0-2,0 0,1 0,-1-1,6 1,4 0,1 0,-1-1,1-1,-1-2,1 0,0-1,-1-1,1-1,-1-1,0-1,0-1,0-1,-1-1,0-1,-1-1,0-1,9-6,-28 17,0-1,-1 1,1 0,-1 0,1 0,0 0,-1 0,1 0,-1 0,1 0,-1 0,1 0,0 0,-1 0,1 0,-1 1,1-1,-1 0,1 0,0 1,-1-1,1 0,-1 1,0-1,1 0,-1 1,1-1,-1 1,1-1,-1 1,0-1,0 1,1-1,-1 1,0-1,0 1,1-1,-1 1,0 0,0-1,0 1,0-1,0 1,0 0,0-1,0 1,0-1,0 1,0-1,0 1,0 0,-1-1,1 1,0-1,0 1,-1-1,1 1,0-1,-1 1,1-1,0 1,-1-1,0 1,1 9,1-6,-1 0,1 0,0 0,0 0,0-1,0 1,1 0,0 0,-1-1,1 1,1-1,-1 0,0 0,1 1,0-2,0 1,-1 0,2 0,-1-1,0 0,0 0,1 0,-1 0,1 0,0-1,0 1,-1-1,1 0,0 0,0 0,0-1,0 0,0 1,0-1,0-1,0 1,3-1,2 0,1 0,-1-1,0-1,0 1,0-1,0-1,0 1,-1-2,1 1,-1-1,0 0,-1-1,3-2,-7 6,0-1,0 1,0-1,0 0,-1 0,1 0,-1-1,1 1,-1 0,0-1,-1 0,1 1,-1-1,1 0,-1 0,0 0,-1 0,1 0,-1 0,1 0,-1 0,0 0,-1 0,1 0,-1 0,0 0,0 0,0 0,0 0,-1 0,-1-3,0 3,1-1,-2 0,1 1,-1 0,1 0,-1 0,0 0,0 1,-1-1,1 1,-1 0,0 0,0 1,0 0,0-1,0 2,0-1,-1 0,1 1,0 0,-1 1,1-1,-1 1,1 0,-1 0,-3 1,0 0,0 0,0 1,0 0,1 0,-1 1,1 0,-1 1,1-1,0 2,0-1,1 1,-1 0,1 1,0 0,1 0,-1 1,2-1,0 0,0 0,1 1,0 0,0 0,1 0,0 0,0 1,1-1,-1 2,3-7,-1 1,0 0,1-1,0 1,0 0,0 0,0 0,0-1,0 1,1 0,-1 0,1-1,0 1,0 0,0-1,0 1,0-1,1 1,-1-1,1 1,-1-1,1 0,0 0,0 0,0 0,0 0,0-1,1 1,1 1,29 11,2-5</inkml:trace>
  <inkml:trace contextRef="#ctx0" brushRef="#br0" timeOffset="1534.36">2294 147,'-11'-2,"1"1,0 0,-1 0,1 1,-1 1,1 0,0 0,-1 1,1 0,0 0,0 2,0-1,1 1,-1 0,1 1,0 0,0 1,1 0,-1 0,1 1,1 0,-1 0,1 1,0 0,1 0,0 1,0-1,1 1,0 1,1-1,0 1,0-1,0 6,1-7,1 0,1-1,0 1,0 0,0 0,1 0,0 0,1 0,-1 0,2-1,-1 1,1 0,0 0,1-1,0 0,0 1,2 3,83 111,-59-86,20 28,-37-45,1 0,1-1,1 0,0-2,1 1,1-2,1 0,0-1,0-1,10 4,32 9,0-4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19.5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0 273,'5'-7,"10"-2,16 0,20 3,13 1,11 4,5 4,-1 5,-12 0,-17-1</inkml:trace>
  <inkml:trace contextRef="#ctx0" brushRef="#br0" timeOffset="167.546">80 460,'14'5,"18"1,19 0,20-2,15-1,12-1,0-1,-16 0</inkml:trace>
  <inkml:trace contextRef="#ctx0" brushRef="#br0" timeOffset="440.872">709 6,'-47'-6,"52"15,84 30,-5-8,-9-6,-2 3,0 3,-3 3,0 3,-3 3,49 39,-107-73,0 1,-1 0,0 0,0 1,0 0,-1 0,-1 1,1 0,-1 0,-1 1,0-1,0 1,-1 0,0 1,-1-1,0 1,0 0,-1-1,-1 1,0 0,0 0,-1 0,-1 2,-2 1,-1 0,-1-1,0 1,-1-1,0-1,-1 1,0-1,-1 0,-1 0,0-1,0-1,-1 1,-3 1,-147 114,-51 8,177-112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23.1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1,'14'2,"15"4,20 0,16-1,12-1,3-1,-2-2,-13-2,-16-2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22.4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1,'-7'16,"-7"14,-2 12,0 9,4 6,3 4,4 0,6 0,11-1,10-5,10-5,8-6,10-8,4-11,3-9,1-9,-5-12,-12-3</inkml:trace>
  <inkml:trace contextRef="#ctx0" brushRef="#br0" timeOffset="251.492">26 308,'23'0,"21"2,17 2,11 1,3 0,-5 0,-12-2,-15-1</inkml:trace>
  <inkml:trace contextRef="#ctx0" brushRef="#br0" timeOffset="414.168">106 54,'18'-2,"18"-1,16 0,15 1,10 0,5 1,-1 1,-14 0,-17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20.9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0,'16'0,"14"5,9 10,7 14,5 16,2 11,2 11,-1 4,-2 0,-3-6,-2-11,-5-13,-5-16,-8-11</inkml:trace>
  <inkml:trace contextRef="#ctx0" brushRef="#br0" timeOffset="331.658">990 27,'-41'24,"5"-4,-6 3,1 1,1 2,-35 30,64-47,1 1,0 0,0 1,1 0,1 0,0 1,0 0,1 0,1 1,0 0,1 0,0 0,1 1,0-1,0 10,3 8,2 0,0-1,3 1,0 0,2-1,1 0,2-1,0 1,3-1,0-1,8 11,17 53,-13-27,-3 1,-2 0,-4 1,-2 1,-4 1,-2 0,-4 0,-4 55,-7-62,-2-13</inkml:trace>
  <inkml:trace contextRef="#ctx0" brushRef="#br0" timeOffset="1064.723">936 655,'16'0,"16"0,17 0,14 0,11 0,5 2,-4 4,-10 2,-17 0</inkml:trace>
  <inkml:trace contextRef="#ctx0" brushRef="#br0" timeOffset="1266.185">1083 976,'20'2,"19"1,18 2,18 1,14 1,8 1,-13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24.4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 1,'-16'54,"2"0,3 2,2-1,2 1,3 1,3 11,-4 305,38 303,37 598,-51-856,7 337,-27-307,14-267,-13-180,0 0,0 0,0 0,0 1,0-1,0 0,0 0,0 0,0 0,0 1,-1-1,1 0,0 0,-1 0,1 0,-1 0,1 0,-1 0,0 0,1 0,-1 0,0 0,0 0,0 0,0 0,0-1,0 1,0 0,0-1,0 1,-6-5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34.7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120 736,'-3'285,"6"-100,-5-165,2-20,0-1,0 1,0 0,0 0,0 0,-1 0,1 0,0 0,0 0,0-1,0 1,0 0,0 0,-1 0,1 0,0 0,0 0,0 0,0 0,0 0,-1 0,1 0,0 0,0 0,0 0,0 0,0 0,-1 0,1 0,0 0,0 0,0 0,0 0,0 0,-1 0,1 0,0 1,0-1,0 0,0 0,0 0,0 0,-1 0,-3-18,0-13,2 0,1-1,1 1,2-1,1 1,1 0,2 0,1 1,1-1,2 1,1 1,12-22,-22 45,1 0,0 0,1 0,-1 0,1 0,0 1,1-1,-1 1,1 0,0 0,1 0,-1 1,1 0,0-1,0 1,0 1,0-1,1 1,-1 0,1 0,0 1,0 0,4-1,-8 3,1 1,-1 0,1 0,0 0,-1 0,0 0,1 0,-1 1,0-1,1 1,-1-1,0 1,0 0,0 0,-1 0,1 0,0 0,-1 1,1-1,-1 0,0 1,0-1,0 1,1 2,14 65,-15-62,0 0,-1 0,-1 0,1 0,-1 0,0 0,-1-1,0 1,0 0,-1-1,0 1,0-1,0 0,-1 0,0 0,-1-1,0 1,0-1,0 0,0-1,-1 1,0-1,-3 2,9-7,0 0,-1 0,1 0,-1 0,1 0,0 0,-1 0,1 0,-1 0,1 0,0 0,-1 0,1 1,0-1,-1 0,1 0,0 0,-1 1,1-1,0 0,-1 0,1 1,0-1,0 0,-1 1,1-1,0 0,0 1,0-1,-1 0,1 1,0-1,0 1,0-1,0 0,0 1,0-1,0 1,0-1,0 0,0 1,0-1,0 0,0 1,0-1,0 1,0-1,1 0,-1 1,0-1,0 0,0 1,1-1,-1 0,0 1,0-1,1 0,-1 1,0-1,1 0,-1 0,28 2,-23-2,4 0,129 10,-132-9,0 0,0 1,0 0,-1 0,1 0,-1 1,1-1,-1 1,0 1,0-1,0 1,-1 0,1 0,-1 0,0 0,0 1,0 0,-1 0,0 0,0 0,2 4,-4-5,1 0,-1 1,0-1,-1 1,1 0,-1-1,0 1,0-1,0 1,0 0,-1-1,0 1,0-1,0 1,-1-1,1 0,-1 0,0 1,0-1,-1 0,1-1,-1 1,0 0,0-1,-2 2,-4 5,0-1,-1 0,-1-1,0 0,0-1,0 0,-1 0,-3 0,6-2,0-1,-1-1,0 1,1-2,-1 1,0-1,0-1,-9 1,16-2,-1-1,1 1,-1 0,1-1,0 0,-1 1,1-1,0-1,0 1,-1 0,1-1,0 0,0 0,0 1,1-2,-1 1,0 0,1-1,0 1,-1-1,1 1,0-1,0 0,1 0,-1 0,-1-4,-6-20,3 2</inkml:trace>
  <inkml:trace contextRef="#ctx0" brushRef="#br0" timeOffset="1">0 469,'2'0,"6"0,10 2,12 1,11 0,15-1,14 0,11-1,8-1,2 0,-15 0</inkml:trace>
  <inkml:trace contextRef="#ctx0" brushRef="#br0" timeOffset="2">1043 282,'-62'0,"344"13,6-13,-281 0,-13 0</inkml:trace>
  <inkml:trace contextRef="#ctx0" brushRef="#br0" timeOffset="3">1177 709,'-27'54,"2"2,3 0,-3 18,17-50,-74 213,81-224,16-43,74-172,-6-13,-17 61,-66 155,0 0,0-1,0 1,1 0,-1 0,0-1,1 1,-1 0,0 0,1-1,-1 1,1-1,-1 1,1 0,-1-1,1 1,0-1,-1 1,1-1,0 1,-1-1,1 0,0 1,-1-1,1 0,0 0,0 1,0-1,-1 0,1 0,0 0,0 0,0 0,-1 0,1 0,0 0,0 0,-1 0,1-1,0 1,0 0,-1 0,1-1,0 1,0-1,-1 1,1 0,-1-1,1 0,0 1,-1-1,1 1,-1-1,1 1,-1-1,1 0,-1 1,0-1,1 0,-1 0,0 1,0-1,1 0,-1 0,0 0,0 1,0-2,40 197,-22-133,4 0,1-1,4-2,20 33,-4 2,-43-94,0 1,1-1,-1 1,0-1,0 1,1-1,-1 1,0 0,0-1,0 1,0-1,0 1,0 0,0-1,0 1,0-1,0 1,0 0,0-1,0 1,0-1,0 1,-1 0,1-1,0 1,0-1,-1 1,1-1,0 1,-1-1,1 1,-1-1,1 1,0-1,-1 0,1 1,-1-1,1 0,-1 1,0-1,-10 0</inkml:trace>
  <inkml:trace contextRef="#ctx0" brushRef="#br0" timeOffset="4">1043 990,'18'-2,"15"-3,14-1,10 1,4 1,1 1,-3 2,-8 0,-11 1</inkml:trace>
  <inkml:trace contextRef="#ctx0" brushRef="#br0" timeOffset="5">1899 936,'0'12,"0"5,2 1,3-3,1-9,-1-8,-1-5,-1-5,-4-3,-3-1,-2 1,-1 3,-1 8,1 9,-1 4</inkml:trace>
  <inkml:trace contextRef="#ctx0" brushRef="#br0" timeOffset="6">268 2220,'1'89,"-8"160,6-239,1-5,0 1,0-1,-1 1,0-1,0 1,-1-1,1 0,-1 0,0 1,0-1,-1-1,0 1,0 0,-1 1,4-6,-1 1,1-1,-1 1,0-1,1 0,-1 1,0-1,1 0,-1 1,0-1,0 0,1 0,-1 0,0 1,0-1,0 0,1 0,-1 0,0 0,0-1,0 1,1 0,-1 0,0 0,0-1,1 1,-1 0,0-1,1 1,-1 0,0-1,1 1,-1-1,1 1,-1-1,0 1,1-1,-1 0,1 1,0-1,-1 0,1 1,-1-1,1 0,0 0,0 1,-1-1,1 0,-12-40,6-6,3 0,2-1,3-29,-1 50,-2 11,1 0,1-1,0 1,1 0,0 0,2 0,0 1,0-1,2 1,0 0,1 0,0 1,1 0,0 0,1 1,2-2,-6 11,1 1,-1-1,1 1,0 0,0 1,0-1,0 1,0 0,0 1,1-1,-1 1,1 1,-1-1,0 1,1 0,-1 0,1 1,-1 0,1 0,-1 1,0 0,0 0,0 0,0 1,0-1,0 1,-1 1,1-1,-1 1,0 0,0 0,0 1,-1-1,1 1,-1 0,0 1,-1-1,1 0,-1 1,0 0,-1 0,1 0,-1 0,0 0,-1 0,1 1,-1-1,-1 1,1-1,-1 1,0-1,-1 1,1-1,-1 0,-1 2,-1 0,0-1,-1 0,0 0,-1 0,0-1,0 1,0-1,0 0,-1-1,0 1,-1-1,1-1,-1 1,0-1,0 0,0 0,0-1,-1 0,1 0,-9 1,69-18,-46 12,-1 1,1 0,-1 1,1-1,-1 1,1 0,-1 1,1 0,-1 0,1 0,-1 1,0 0,1 0,-1 1,0-1,-1 1,1 1,0-1,-1 1,0 0,0 0,0 0,0 1,-1 0,1 0,-1 0,0 0,2 6,-3-4,-1 0,0 0,0 0,-1 0,0 0,0 0,-1 1,0-1,0 0,0 1,-1-1,0 0,-1 0,0 0,0 0,0 0,-1 0,0 0,0-1,0 1,-1-1,0 0,-4 4,1-1,0-1,-1 0,0-1,0 0,0 0,-1-1,0 0,0 0,-1-1,1 0,-1-1,0 0,-1 0,1-1,-1-1,1 0,4-1,0 0,1-1,-1 0,0 0,0 0,1-1,-1 0,1 0,-1-1,0 1,1-1,0 0,-1-1,-3-26,10 15</inkml:trace>
  <inkml:trace contextRef="#ctx0" brushRef="#br0" timeOffset="7">161 1886,'-12'-2,"-5"-1,0 2,2 4,7 4,9 0,11-1,10-1,13-2,10-1,8-3,9-2,5 0,3 0,-2 4,-2 5,-14 2</inkml:trace>
  <inkml:trace contextRef="#ctx0" brushRef="#br0" timeOffset="8">1110 2194,'-18'21,"1"1,2 1,0 0,1 2,2-1,0 1,2 1,-7 23,-34 76,1-39,50-86,0 0,0 0,0 0,0-1,0 1,0 0,0 0,0 0,0 0,0-1,0 1,0 0,0 0,-1 0,1 0,0-1,0 1,0 0,0 0,0 0,-1 0,1 0,0 0,0-1,0 1,0 0,-1 0,1 0,0 0,0 0,0 0,-1 0,1 0,0 0,0 0,0 0,-1 0,1 0,0 0,0 0,8-23,137-310,-35 45,-110 287,0 0,0 0,1 0,-1-1,0 1,0 0,1 0,-1 0,1 0,-1 0,1 0,-1-1,1 1,0 0,-1 1,1-1,0 0,0 0,0 0,0 0,0 1,0-1,0 0,0 1,0-1,0 1,0-1,0 1,0-1,0 1,1 0,-1 0,0 0,0 0,0-1,0 1,1 1,-1-1,0 0,0 0,0 0,1 1,-1-1,0 0,0 1,0-1,0 1,1 0,24 81,-21-58,79 464,-53-381,-25-98</inkml:trace>
  <inkml:trace contextRef="#ctx0" brushRef="#br0" timeOffset="9">976 2421,'-7'-7,"3"-2,10 0,17 2,17 2,15 2,13 1,6 2,1 0,-5 0,-14 0</inkml:trace>
  <inkml:trace contextRef="#ctx0" brushRef="#br0" timeOffset="10">1966 2287,'2'-3,"3"-2,1-3,-1 0</inkml:trace>
  <inkml:trace contextRef="#ctx0" brushRef="#br0" timeOffset="11">174 3677,'-54'420,"49"-398,5-22,1 0,-1-1,0 1,0 0,0 0,1 0,-1-1,0 1,0 0,0 0,0-1,0 1,0 0,0 0,1-1,-1 1,0 0,0-1,0 1,0 0,0 0,0-1,0 1,0 0,0 0,-1-1,1 1,0 0,0 0,0-1,0 1,0 0,0 0,0-1,-1 1,1 0,0 0,0-1,0 1,-1 0,1 0,0 0,0 0,0-1,-1 1,1 0,0 0,0 0,-1 0,1 0,0 0,-1 0,1 0,0 0,0 0,-1 0,1 0,0 0,0 0,-1 0,1 0,0 0,-1 0,1 0,0 0,7-175,-6 142,-2 4,2 0,0 0,2 0,2 0,0 1,2-1,1 1,1 1,12-26,-20 49,1 1,0-1,0 0,0 1,0-1,1 1,-1 0,1-1,0 1,0 1,0-1,0 0,0 1,1-1,-1 1,1 0,0 0,-1 1,1-1,0 1,0 0,0 0,0 0,0 0,0 1,1 0,-1-1,0 1,0 1,0-1,0 1,0 0,0 0,0 0,0 0,0 0,0 1,0 0,-1 0,1 0,-1 0,2 2,0 1,0 1,-1 0,0 0,0 0,0 0,-1 1,0-1,0 1,0 0,-1 0,0 0,-1 0,0 0,0 1,0-1,-1 0,0 1,0-1,-1 0,0 0,0 1,0-1,-1 0,-1 0,1 0,-1-1,0 1,0 0,-1-1,0 0,0 0,-1 0,-2 3,-4 2,0 0,-1 0,0-1,0-1,-1 0,0 0,-12 5,38-18,0 0,0 1,1 1,-1 0,1 1,0 1,-1 0,1 1,-1 0,1 1,5 2,-13-3,-1 0,1 1,0 0,-1 0,1 1,-1 0,0 0,0 0,0 0,0 1,0 0,-1 0,0 0,0 0,0 1,0 0,-1-1,1 1,-1 1,0-1,-1 0,0 1,1-1,-2 1,1 0,-1 0,0 0,0 0,-1 0,0-1,0 1,0-1,-1 1,0 0,0-1,0 1,-1-1,0 0,0 1,0-1,-1 0,0 0,0-1,0 1,0 0,-1-1,0 0,1 0,-2 0,1 0,0-1,-2 1,-9 7,0-1,0-1,-2 0,1-1,-1-1,-15 5,29-11,-4 2,0 0,0-1,0 0,-1 0,1 0,-1-1,1 0,-1-1,1 0,-1 0,1 0,-1-1,1 0,-1-1,7 2,1-1,0 0,-1 1,1-1,0 1,0-1,-1 0,1 1,0-1,0 0,0 1,0-1,0 0,0 0,0 1,0-1,0 0,0 1,0-1,0 0,0 1,1-1,-1 0,0 1,1-1,-1 1,0-1,1 0,-1 1,0-1,1 1,-1-1,1 1,-1-1,1 1,0-1,-1 1,1 0,-1-1,1 1,0 0,-1 0,1-1,0 1,-1 0,1 0,0 0,-1 0,1 0,0 0,-1 0,1 0,25-11,2 0</inkml:trace>
  <inkml:trace contextRef="#ctx0" brushRef="#br0" timeOffset="12">1030 3664,'-17'74,"-3"-2,-3 0,-3-1,-6 4,22-50,-13 24,23-50,0 1,1 0,-1 0,0 0,0-1,0 1,0 0,0-1,0 1,0 0,0 0,0-1,0 1,0 0,0 0,0-1,0 1,0 0,0 0,0-1,0 1,0 0,0-1,0 1,0 0,0 0,0-1,0 1,-1 0,1 0,0 0,0-1,0 1,-1 0,1 0,0 0,0-1,0 1,-1 0,1 0,0 0,0 0,-1 0,1 0,0 0,0 0,-1-1,1 1,0 0,0 0,-1 0,1 0,0 0,-1 0,1 0,0 1,0-1,-1 0,1 0,0 0,-1 0,44-172,44-142,-45 226,-41 86,0 0,0 0,0-1,1 2,-1-1,1 0,0 0,-1 0,1 1,0-1,0 1,0-1,0 1,0 0,1 0,-1 0,0 0,0 0,1 1,-1-1,0 1,1-1,-1 1,1 0,-1 0,0 0,1 0,-1 0,1 1,-1-1,0 1,1-1,-1 1,0 0,1 0,-1 0,1 1,6 7,-1 0,0 1,-1 0,0 0,0 1,-1 0,0 0,-1 1,-1-1,0 1,0 0,-1 0,0 0,-1 1,-1-1,0 12,7 58,-4 0,-4 40,0-12,0-97,0-1,1 1,1 0,0 0,1-1,0 1,3 5,-2-10</inkml:trace>
  <inkml:trace contextRef="#ctx0" brushRef="#br0" timeOffset="13">869 3918,'21'0,"17"0,15 0,9 0,3 0,-3 0,-9 0,-18-3,-16 0</inkml:trace>
  <inkml:trace contextRef="#ctx0" brushRef="#br0" timeOffset="14">936 3303,'-5'0,"2"0,7 0,15 0,17 0,19 0,16 0,9 0,3 0,-4 0,-10 0,-18 2,-17 4,-19 2,-21 5,-18 2,-15 1,-1-3</inkml:trace>
  <inkml:trace contextRef="#ctx0" brushRef="#br0" timeOffset="15">2086 3704,'-2'0,"-1"3,2 2,2 3,2 0,1-1</inkml:trace>
  <inkml:trace contextRef="#ctx0" brushRef="#br0" timeOffset="16">281 4894,'-5'42,"-5"64,-5 0,-5-2,-6 9,17-89,10-25,-1 1,0 0,0-1,0 1,0 0,0-1,0 1,0 0,0 0,0-1,0 1,0 0,0-1,0 1,0 0,0-1,0 1,0 0,0-1,0 1,0 0,0-1,0 1,-1 0,1 0,0-1,0 1,0 0,0 0,-1-1,1 1,0 0,0 0,-1-1,1 1,0 0,-1 0,1 0,0 0,0 0,-1 0,1-1,0 1,-1 0,1 0,0 0,-1 0,1 0,0 0,-1 0,1 0,0 0,-1 0,1 0,0 1,0-1,-1 0,1 0,0 0,-1 0,1 0,0 1,0-1,-1 0,1 0,0 0,-11-180,11 163,0-29,2 1,2-1,7-23,-9 54,2 1,0 0,0 0,1 0,1 0,1 1,0 0,0 0,1 0,1 1,0 1,9-10,-13 16,-1 0,1 0,0 1,0 0,0 0,1 0,-1 0,1 1,0 0,0 0,0 1,0 0,1 0,-1 0,1 1,-1-1,1 2,0-1,-1 1,1 0,-1 0,1 1,0 0,-1 0,1 0,-1 1,0 0,1 1,-1-1,0 1,0 0,-1 0,1 1,-1 0,1 0,-1 0,0 1,-1 0,1 0,-1 0,0 0,1 3,-1-1,-2 0,1 0,-1 0,0 1,0-1,-1 1,0-1,-1 1,1-1,-1 1,-1-1,0 1,0 0,0-1,-1 0,0 1,0-1,-1 0,0 0,0 0,-1 0,0-1,0 1,0-1,-4 4,-5 5,0 0,-1-1,-1-1,0 0,-1-1,0 0,-1-2,0 0,-5 2,39-18,1 1,0 1,-1 0,2 2,-1 0,0 0,18 3,-26-1,1 1,-1 0,0 1,0 0,0 1,0 0,-1 0,1 1,-1 0,9 6,-15-8,1 1,0-1,-1 1,1 0,-1 0,0 0,0 0,0 1,-1 0,1-1,-1 1,0 0,0 0,0 0,0 0,-1 0,1 1,-1-1,-1 0,1 1,0-1,-1 1,0-1,0 1,0-1,-1 1,-3 7,0 0,-1 0,0-1,-1 0,-1 0,1 0,-2-1,1 0,-2 0,1-1,-1 0,-1 0,1-1,-2 0,1-1,-1 0,0-1,0 0,-6 1,4 1,0-1,0-1,0-1,-1 0,0 0,0-2,0 1,0-2,0 0,-9 0,22-2,0 0,1 0,-1 1,0-1,1 0,-1 0,0 0,0 0,1 0,-1-1,0 1,1 0,-1 0,0 0,1 0,-1-1,0 1,1 0,-1-1,1 1,-1-1,0 1,1-1,-1 1,1-1,-1 1,1-1,-1 1,1-1,0 1,-1-1,1 0,0 1,-1-1,1 0,0 1,0-1,0 0,0 1,0-1,-1 0,1 0,0 1,0-1,1 0,-1 1,0-1,0 0,0 0,0 1,1-1,23-32,7 9,3 2</inkml:trace>
  <inkml:trace contextRef="#ctx0" brushRef="#br0" timeOffset="17">1057 5054,'-49'94,"15"-30,2 2,3 1,-1 13,48-113,167-445,-157 425,-27 53,0 0,0 0,0 0,0 1,0-1,0 0,0 1,0-1,-1 0,1 1,0-1,0 1,0-1,-1 1,1 0,0-1,0 1,-1 0,1 0,-1-1,1 1,0 0,-1 0,0 0,1 0,-1 0,1 0,-1-1,0 1,0 0,0 0,1 0,-1 0,0 0,0 0,0 0,-1 0,1 0,0 0,0 0,0 0,0 2,65 299,-38 0,-23-278,0-6</inkml:trace>
  <inkml:trace contextRef="#ctx0" brushRef="#br0" timeOffset="18">896 5295,'14'-2,"20"-1,18-2,16-1,10 0,1-1,-6 2,-13-1,-17 1</inkml:trace>
  <inkml:trace contextRef="#ctx0" brushRef="#br0" timeOffset="19">1873 5147,'-3'0,"0"3,2 2,7 4,5-1,7-1,-1-2</inkml:trace>
  <inkml:trace contextRef="#ctx0" brushRef="#br0" timeOffset="20">2541 576,'2'-5,"1"2,0 4,-1 13,-1 12,0 10,0 12,-1 8,0 6,0 2,0-1,0-3,-2-1,-1-7,-3-8,-4-6,-2-10,-1-10</inkml:trace>
  <inkml:trace contextRef="#ctx0" brushRef="#br0" timeOffset="21">2420 1245,'0'2,"2"1,4 0,6-1,7 0,5-1,4-1,2 0,-1 0,-1 3,-6-1</inkml:trace>
  <inkml:trace contextRef="#ctx0" brushRef="#br0" timeOffset="22">2393 522,'2'-2,"6"-1,6 0,7-1,7-1,5-1,5 0,4 1,2 1,-4 2,-9 1</inkml:trace>
  <inkml:trace contextRef="#ctx0" brushRef="#br0" timeOffset="23">2929 1084,'-1'30,"0"-19,0 0,1 0,0 0,1-1,0 1,1 0,0 0,1-1,0 1,0-1,3 5,-3-12,-1 0,0 0,1 0,0 0,0 0,0-1,0 1,0-1,0 0,1 0,-1 0,1 0,-1-1,1 1,0-1,0 0,0 0,-1 0,1-1,0 1,0-1,0 0,0 0,0 0,0-1,0 0,0 1,8-3,0 1,0-2,-1 1,0-2,1 1,-2-2,1 1,2-3,-4 2,-1 0,1-1,-2 0,1 0,-1-1,0 1,0-2,-1 1,0-1,-1 0,0 0,3-7,-6 11,0 1,0-1,-1 0,0 1,0-1,0 0,-1 0,1 1,-1-1,0 0,-1 0,1 0,-1 1,0-1,0 0,0 1,-1-1,1 0,-1 1,0 0,-1-1,1 1,-1 0,0 0,0 1,0-1,0 0,-2 0,-3-1,0 0,-1 0,1 1,-1 0,0 0,0 1,-1 0,1 1,-1 0,1 1,-1 0,0 0,1 1,-1 0,0 1,1 0,-1 0,0 1,1 0,0 1,-1 0,1 1,1 0,-1 0,0 1,1 0,0 0,0 1,0 0,1 0,0 1,-5 6,-45 75,39-44</inkml:trace>
  <inkml:trace contextRef="#ctx0" brushRef="#br0" timeOffset="24">2527 1833,'0'20,"0"19,0 11,0 6,0 4,-2-1,-1 0,0-4,-1-2,-1-6,1-3,1-8,1-10</inkml:trace>
  <inkml:trace contextRef="#ctx0" brushRef="#br0" timeOffset="25">2407 2541,'-2'2,"1"1,3 0,6 0,9-2,10 0,9 0,9-3,2-1,1 0,-6 0,-8 4,-9 1</inkml:trace>
  <inkml:trace contextRef="#ctx0" brushRef="#br0" timeOffset="26">2554 1846,'-12'-4,"1"1,-1 0,1 1,-1 0,0 1,0 0,0 1,0 0,1 1,-6 1,17-2,0 0,0 1,0-1,1 0,-1 1,0-1,0 0,0 1,0-1,0 0,0 1,0-1,0 0,0 1,0-1,0 0,0 1,0-1,0 0,0 1,0-1,0 0,0 1,0-1,0 0,-1 1,1-1,0 0,0 1,0-1,-1 0,1 0,0 1,0-1,-1 0,1 0,0 1,0-1,-1 0,1 0,0 0,-1 0,1 0,0 1,-1-1,1 0,0 0,-1 0,1 0,0 0,-1 0,1 0,-1 0,1 0,0 0,-1 0,1 0,0-1,-1 1,1 0,0 0,-1 0,1 0,0-1,0 1,-1 0,1 0,0-1,26 13,21-4,-1-3,1-1,0-2,0-3,26-4,21 1,-121 11,9-2</inkml:trace>
  <inkml:trace contextRef="#ctx0" brushRef="#br0" timeOffset="27">2875 2581,'11'-14,"-1"0,-1 0,0-1,-1 0,0-1,-1 0,-1 0,4-16,5-10,31-68,-46 109,0 1,1-1,-1 1,0-1,0 1,1-1,-1 0,0 1,1-1,-1 1,0 0,1-1,-1 1,1-1,-1 1,1 0,-1-1,1 1,-1 0,1-1,-1 1,1 0,-1 0,1-1,0 1,-1 0,1 0,-1 0,1 0,0 0,-1 0,1 0,-1 0,1 0,0 0,-1 0,1 1,-1-1,1 0,-1 0,1 0,-1 1,1-1,-1 0,1 1,-1-1,1 0,-1 1,1-1,-1 1,1-1,-1 1,0-1,1 1,-1-1,0 1,0-1,1 1,-1-1,0 1,0 0,0-1,0 1,0 0,12 40,-6 23,-2 1,-3-1,-3 0,-2 2,-2 135,8-152,0-9</inkml:trace>
  <inkml:trace contextRef="#ctx0" brushRef="#br0" timeOffset="28">2620 3450,'-9'9,"-3"10,1 8,1 7,6 4,3 5,4 2,4 0,3 1,-1-2,-1-2,-2-3,-3-7,-1-8</inkml:trace>
  <inkml:trace contextRef="#ctx0" brushRef="#br0" timeOffset="29">2581 3958,'0'2,"4"1,7 0,8-1,9-2,7-4,5-2,0 1,-3 1,-7 2</inkml:trace>
  <inkml:trace contextRef="#ctx0" brushRef="#br0" timeOffset="30">2500 3344,'-4'0,"0"0,6 0,7-3,9 0,7 0,10 1,5 0,5 1,2 0,-1 3,-3 1,-5 1,-8-2</inkml:trace>
  <inkml:trace contextRef="#ctx0" brushRef="#br0" timeOffset="31">2968 3825,'33'-8,"-18"5,1 1,-1 1,1 0,0 1,-1 1,1 1,0 0,-1 0,0 2,0 0,0 1,0 0,7 5,-19-8,-1-1,1 1,-1 0,0 0,0 0,0 1,0-1,0 0,0 1,0-1,-1 1,1-1,-1 1,0 0,0 0,0 0,0 0,-1 0,1 0,-1 0,1 0,-1 0,0 0,0 0,-1 0,1 0,0 0,-1-1,0 1,0 0,0 0,0 0,0 0,-1-1,1 1,-1-1,1 1,-3 2,-12 13,-2 0,0-1,-1-1,0-1,-1-1,-1 0,0-2,-8 4,-4 3,-23 20,56-38,-1 0,1 1,0-1,0 0,-1 1,1-1,0 0,0 1,0-1,1 0,-1 0,0 1,0-1,1 0,-1 1,1-1,-1 0,1 0,-1 0,1 0,0 1,0-1,-1 0,1 0,0 0,0-1,0 1,0 0,0 0,0 0,1-1,-1 1,0 0,0-1,0 1,1-1,-1 0,0 1,0-1,1 0,-1 0,0 0,1 0,-1 0,0 0,1 0,-1 0,0 0,2-1,199 16,-120-13,88 11,-101-6</inkml:trace>
  <inkml:trace contextRef="#ctx0" brushRef="#br0" timeOffset="32">2581 4814,'2'11,"1"11,0 11,-3 8,-1 7,-4 4,1 2,-1 2,2-3,0 0,2-4,-2-4,-3-6,-2-5,-4-8,-1-9</inkml:trace>
  <inkml:trace contextRef="#ctx0" brushRef="#br0" timeOffset="33">2407 5402,'16'-5,"12"-1,5 0,5 2,0 0,-2 2,-2 1,-5 1,-3 0,-4 0,-5-2,-5-1</inkml:trace>
  <inkml:trace contextRef="#ctx0" brushRef="#br0" timeOffset="34">2420 4720,'16'-4,"19"-5,19 0,17-1,11 2,5 1,-10 3,-17 1</inkml:trace>
  <inkml:trace contextRef="#ctx0" brushRef="#br0" timeOffset="35">2848 5134,'73'-5,"-59"2,0 1,0 1,0 1,1 0,-1 0,0 2,0 0,12 3,-24-4,1 0,-1 0,0 0,0 0,1 0,-1 1,0-1,0 1,0-1,-1 1,1 0,0 0,-1 0,1 0,-1 0,1 0,-1 0,0 0,0 1,0-1,0 0,-1 1,1-1,0 1,-1-1,0 1,0-1,0 1,0-1,0 1,0-1,0 1,-1-1,1 1,-1-1,0 1,0-1,0 0,0 0,0 1,0-1,-1 0,1 0,-1 0,0 0,1 0,-1-1,-1 2,-96 85,100-88,-1 0,1 0,0 0,-1 0,1 1,-1-1,1 0,0 0,-1 0,1 1,-1-1,1 0,0 1,-1-1,1 0,-1 1,1-1,-1 1,0-1,1 0,-1 1,1-1,-1 1,0 0,1-1,-1 1,0-1,0 1,1-1,-1 1,0 0,0-1,0 1,0 0,0-1,0 1,0 0,0-1,0 1,0-1,0 1,0 0,0-1,-1 1,1-1,0 1,0 0,-1-1,1 1,0-1,-1 1,1-1,-1 1,1-1,-1 1,1-1,-1 0,1 1,-1-1,1 1,-1-1,1 0,-1 0,1 1,-1-1,0 0,199 13,-195-13,8 1,0-1,-1 2,1-1,0 1,-1 1,1 0,-1 1,0 0,0 0,0 1,-1 0,1 1,-1 0,-1 0,1 1,2 3,-10-8,1 0,-1 1,0-1,0 0,0 1,-1-1,1 0,-1 1,1-1,-1 1,0-1,0 1,0-1,0 1,0-1,0 1,-1-1,1 1,-1-1,0 1,0-1,0 0,0 1,0-1,0 0,-1 0,1 0,-1 0,1 0,-2 1,-61 50,31-34,-1-1,0-2,-1-1,-1-2,0-2,-1-1,0-2,-5 0,0-3</inkml:trace>
  <inkml:trace contextRef="#ctx0" brushRef="#br0" timeOffset="36">3676 241,'19'48,"-2"1,-3 1,-2 0,-2 1,-2 0,0 33,-2 72,-11 81,1 53,21 0,-5-128,-9 150,-27 144,39 132,-1 28,-14-513,-1 88,17 108,8-36,-10 108,-6 103,8-101,-13-323,-3-69,0 7</inkml:trace>
  <inkml:trace contextRef="#ctx0" brushRef="#br0" timeOffset="37">3717 1,'2'16,"6"16,7 17,7 14,-1-5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5:47.3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 13,'-5'-2,"-1"3,-2 5,0 2,2 4,2 0,3 0,3-8,3-6,0-8,0-4,-1-2,-4 1,-4 7,-1 8,-3 11,1 8,1 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6:33.6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11,'0'-2,"2"-1,6 0,3 1,5 3,-1 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8:58.66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602 1,'16'157,"-6"137,-8-213,36 499,-37-449,-1-30,4 1,10 48,15 45,-9 0,-7 58,-6-7,-2 165,-18 217,-27 214,25-359,-23 489,31-462,-15-22,3-219,-57 598,-28-81,20-118,51-332,-34 482,6-144,29-380,-24 389,2-85,36-351,-4 146,38-231,-10-120,-2 1,-1-1,-3 1,-1 3,5 128,5-140,-2 26,-16-37,-2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6:56.7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472 915,'9'118,"-5"101,-4-138,0 56,-23-499,19 188,6 157,14 45,-4 21,-11-35,2 0,0-1,1 1,0-1,1 1,1-1,0-1,0 1,1-1,1 0,2 2,-8-13,-1 1,1-1,-1 1,1-1,0 0,-1 1,1-1,0 0,0 0,0 0,0 0,0-1,0 1,0-1,0 1,0-1,0 0,0 1,1-1,-1 0,0 0,0-1,0 1,0 0,0-1,0 1,0-1,0 0,0 0,0 1,0-1,0-1,0 1,0 0,-1 0,1-1,-1 1,1-1,-1 1,51-72,17-139,-69 212,0 0,1 1,-1-1,0 0,0 0,1 0,-1 0,0 1,0-1,1 0,-1 0,0 0,0 0,1 0,-1 0,0 0,0 0,1 0,-1 0,0 0,0 0,1 0,-1 0,0 0,1 0,-1 0,0 0,0 0,1 0,0 291,-1-288,1 45,1-1,3 0,1 0,11 34,-8-55,0-9</inkml:trace>
  <inkml:trace contextRef="#ctx0" brushRef="#br0" timeOffset="361.032">1060 889,'3'421,"14"-339,-17-80,1 0,1 1,-1-1,0 0,0 0,1 0,-1 0,1 0,0 0,0-1,0 1,-1-1,1 1,1-1,-1 1,0-1,0 0,0 0,1 0,-1-1,0 1,1 0,-1-1,1 1,-1-1,1 0,-1 0,0 0,1 0,-1-1,1 1,0-1,8-2,-1-2,0 1,0-1,0-1,-1 0,1 0,-1-1,-1 0,1-1,-1 0,-1 0,0-1,0 0,0 0,4-10,1 1,-2 0,0-1,-1 0,-1-1,-1 0,-1 0,0-1,-2 1,0-1,-1 0,-2 0,0-1,-1 1,-1 0,-1 0,-1 0,-1-3,-12-11,16 44,8 2</inkml:trace>
  <inkml:trace contextRef="#ctx0" brushRef="#br0" timeOffset="1832.37">3586 969,'0'5,"1"0,-1 0,1 0,0-1,1 1,-1 0,1 0,0-1,0 1,0-1,0 1,1-1,1 2,-4-6,1 1,-1-1,0 0,0 0,0 1,1-1,-1 0,0 0,0 1,1-1,-1 0,0 0,1 1,-1-1,0 0,1 0,-1 0,0 0,1 0,-1 0,0 1,1-1,-1 0,0 0,1 0,-1 0,0 0,1 0,-1-1,1 1,-1 0,0 0,1 0,-1 0,0 0,1 0,-1 0,0-1,0 1,1 0,-1 0,0-1,1 1,-1 0,0 0,0-1,0 1,1 0,-1-1,0 1,0 0,0 0,0-1,1 1,-1 0,0-1,0 1,0-1,0 1,0 0,0-1,0 1,0 0,0-1,0 1,0 0,0-1,2-27,-2 23,0 1,0-1,-1 0,1 0,-1 0,-1 0,1 0,0 1,-1-1,0 1,0-1,-1 1,1 0,-1-1,0 1,0 1,0-1,-1 0,-2-1,3 4,1 1,-1 0,0 0,0 0,1 0,-1 1,0-1,0 1,1 0,-1-1,1 1,-1 0,0 1,1-1,0 0,-1 1,1-1,0 1,0 0,0 0,0 0,0 0,0 0,0 0,1 0,-1 1,1-1,0 1,-1-1,1 1,0 1,-16 23</inkml:trace>
  <inkml:trace contextRef="#ctx0" brushRef="#br0" timeOffset="2133.14">3640 1451,'3'0,"0"1,0-1,0 1,0-1,0 0,0 0,0-1,0 1,0 0,0-1,0 0,0 0,0 0,-1 0,1 0,0 0,-1-1,1 0,0 1,-1-1,0 0,1 0,-1 0,0 0,0-1,0 1,-1-1,1 1,0-1,-1 1,0-1,0 0,1 0,-2 0,1 0,0 0,0 0,-1 0,0 0,0 0,0 0,0 0,0 0,0 0,-1 0,1 0,-1 0,0 1,0-2,-2 0,1 1,-1-1,0 1,0 0,0 0,0 0,0 0,-1 0,1 1,-1-1,0 1,1 0,-1 0,0 0,-1 1,1-1,0 1,0 0,0 1,-1-1,1 1,-1-1,1 1,0 0,-1 1,1-1,0 1,-1 0,1 0,0 0,0 1,0 0,0-1,0 1,0 1,1-1,-1 0,0 1,1 0,0 0,0 0,-1 1,2-2,1 0,0 0,0 0,0 1,0-1,0 0,0 0,0 1,1-1,-1 0,1 1,0-1,0 0,0 1,0-1,0 1,0-1,1 0,-1 1,1-1,-1 0,1 1,0-1,0 0,0 0,0 0,1 0,-1 0,0 0,1 0,0 0,-1-1,1 1,0 0,0-1,0 0,0 1,0-1,0 0,0 0,0 0,0 0,1 0,-1-1,0 1,1-1,32 13</inkml:trace>
  <inkml:trace contextRef="#ctx0" brushRef="#br0" timeOffset="2735.067">4348 1290,'18'-15,"-1"0,-1-1,-1-1,0 0,-1-2,-1 1,-1-2,-1 1,0-2,-1 1,-2-1,0-1,0-2,9-96,-19 104,-5 33,-2 24,3 0,2 1,1-1,2 21,1-41,1 63,4 0,9 38,-14-119,2 70,-3-71,1 0,0 0,-1 0,0 0,0 0,1 0,-1-1,0 1,0 0,-1 0,1-1,0 1,-1-1,1 1,-1-1,1 1,-1-1,1 0,-1 0,0 0,0 0,0 0,1 0,-1-1,0 1,0 0,0-1,0 0,0 1,0-1,0 0,0 0,-1 0,-20-5,34 0,336 11,-247 2,-90-2,-7-1</inkml:trace>
  <inkml:trace contextRef="#ctx0" brushRef="#br0" timeOffset="1246.937">2905 822,'-7'67,"-3"-1,-2-1,-17 46,-17 23,46-133,0 0,0 0,-1 0,1 0,0 0,0 0,0 0,0 0,0 0,0 0,1 0,-1 0,0 0,0 0,1 0,-1 0,0 0,1 0,-1-1,1 1,0 0,-1 0,1 0,0-1,-1 1,1 0,0 0,0-1,-1 1,1-1,0 1,0-1,0 1,0-1,0 0,0 1,0-1,0 0,0 0,0 1,0-1,0 0,49-2,-43 1,239-42,-220 37</inkml:trace>
  <inkml:trace contextRef="#ctx0" brushRef="#br0" timeOffset="1495.273">3172 1063,'-14'18,"-6"20,-3 14,4 13,3 8,6 8,4 2,3 0,2-3,-1-6,0-15</inkml:trace>
  <inkml:trace contextRef="#ctx0" brushRef="#br0" timeOffset="617.348">1635 876,'7'6,"9"12,10 12,11 10,10 9,6 6,1 4,-2 2,-5-1,-9-3,-8-7,-9-8,-9-10</inkml:trace>
  <inkml:trace contextRef="#ctx0" brushRef="#br0" timeOffset="872.019">2090 902,'-16'0,"-15"7,-8 13,-7 18,-2 15,-1 13,5 8,7 4,7-3,9-14</inkml:trace>
  <inkml:trace contextRef="#ctx0" brushRef="#br0" timeOffset="3646.144">7009 1142,'7'0,"13"0,18 0,17 0,18 3,15 0,10 2,5 1,-4 1,-5-1,-10-1,-9-2,-9-3,-11-6,-15-3</inkml:trace>
  <inkml:trace contextRef="#ctx0" brushRef="#br0" timeOffset="3985.649">7637 955,'-11'-6,"11"6,11 5,37 14,1-3,0-1,2-3,4-1,7 3,-21-6,-8-1,0 1,-1 1,0 2,13 6,-43-16,0-1,0 1,0 0,0 0,0 0,0 0,-1 0,1 0,0 0,0 0,-1 1,1-1,-1 1,1-1,-1 1,0-1,1 1,-1 0,0 0,0 0,0 0,-1 0,1 0,0 0,-1 0,1 0,-1 0,0 0,1 0,-1 0,0 0,-1 0,1 0,0 1,0-1,-1 0,1 0,-1 0,0 0,0 0,1 0,-1 0,-1-1,1 1,0 0,0 0,-1-1,1 1,0-1,-1 1,0-1,1 0,-1 0,0 1,-1-1,-24 21,0-1,-2-1,0-2,-1-1,-30 12,21-10,-224 124,211-109</inkml:trace>
  <inkml:trace contextRef="#ctx0" brushRef="#br0" timeOffset="9729.742">2611 2560,'0'16,"2"12,4 10,4 6,3 2,2 0,1-3,-1-5,0-8,0-10,-4-8</inkml:trace>
  <inkml:trace contextRef="#ctx0" brushRef="#br0" timeOffset="9895.302">2664 2279,'-7'16,"5"12,9 6,15-1,4-6</inkml:trace>
  <inkml:trace contextRef="#ctx0" brushRef="#br0" timeOffset="10530.201">3239 2479,'-9'-1,"1"0,0 0,-1 0,1 1,-1 1,1-1,-1 1,1 1,0-1,-1 2,1-1,0 1,1 0,-1 1,0-1,1 2,0-1,0 1,0 0,1 0,-1 1,1 0,0 0,1 1,0-1,0 1,0 0,1 1,-1 0,4-5,0 0,0 0,0 0,0 0,0 0,1 0,0 0,-1 0,1 0,0 0,0 0,1 0,-1 0,1 0,-1 0,1 0,0 0,0 0,0-1,1 1,-1 0,0-1,1 1,0 0,0-1,0 0,0 0,0 1,0-1,1 0,-1-1,0 1,1 0,0-1,-1 1,4 0,109 34,-109-35,52 10,-35-8,0 0,-1 2,0 1,0 0,0 2,-1 0,0 2,9 5,-28-14,1 0,-1 1,0-1,0 1,0-1,0 1,0-1,0 1,0 0,-1 0,1 0,-1 0,1 0,-1 0,0 1,0-1,0 0,0 1,0-1,0 1,-1-1,1 1,-1-1,0 1,1-1,-1 1,-1-1,1 1,0 0,0-1,-1 1,0-1,1 1,-1-1,0 0,0 1,0-1,-1 0,1 0,0 0,-1 1,0-2,1 1,-1 0,-1 1,-3 2,0 0,1 0,-2 0,1-1,0 0,-1-1,0 1,0-1,0 0,0-1,0 0,0 0,-1-1,1 1,-1-2,1 1,-5-1,10-1,-1 0,1-1,0 1,0-1,0 1,0-1,0 0,0 0,1 0,-1 0,0 0,1 0,0 0,-1 0,1-1,0 1,0 0,0-1,1 1,-1-1,1 1,-1-1,1 1,0-1,0 0,0 1,0-1,0 1,0-1,1 0,0 1,-1-1,1 1,0 0,0-1,1-1,11-36,1 1,2 0,1 1,2 1,17-23,-9 12,3-6,33-58,38-98,-71 115,-39 131,3-1,1 1,1 1,2 5,0-22,-4 65,3 1,4-1,7 33,-6-103,0 0,1-1,1 1,1-1,0 0,0 0,2-1,-1 1,4 2,-8-12,1 0,0 0,0 0,1 0,-1 0,1-1,0 0,-1 1,1-2,1 1,-1 0,0-1,1 0,-1 0,1 0,0 0,0-1,0 0,-1 0,1 0,0 0,0-1,0 0,0 0,0 0,0-1,0 0,4-1,26-11,-6-4</inkml:trace>
  <inkml:trace contextRef="#ctx0" brushRef="#br0" timeOffset="10779.545">3427 2306,'2'16,"12"5,20-1,22-4,20-6,12-8,-8-5</inkml:trace>
  <inkml:trace contextRef="#ctx0" brushRef="#br0" timeOffset="11050.804">4054 2653,'0'20,"-1"-14,0 1,0-1,1 1,-1-1,2 0,-1 1,1-1,0 1,0-1,1 0,-1 1,1-1,1 0,-1 0,1-1,0 1,1 0,-1-1,1 0,0 0,1 0,-1 0,1-1,1 2,1-3,0 0,0-1,0 1,0-1,0-1,0 1,1-1,-1 0,0-1,1 0,-1 0,1-1,-1 0,0 0,0 0,1-1,-1 0,0-1,-1 0,1 0,0 0,-1-1,1 0,1 0,0-2,0 1,0-1,0 0,-1-1,0 1,-1-1,1-1,-1 1,-1-1,1-1,-2 1,1 0,-1-1,0 0,-1 0,2-5,-4 10,-1-1,1 0,-1 0,0 1,0-1,0 0,-1 0,0 1,0-1,0 1,0-1,-1 0,1 1,-1 0,0-1,-1 1,1 0,-1 0,0 1,0-1,0 0,0 1,-1 0,1-1,-1 1,0 1,0-1,0 1,0-1,0 1,-1 0,1 1,-4-3,-1 1,0 0,1 0,-1 1,0 0,0 1,-1-1,1 2,0 0,0 0,0 0,0 1,0 1,0-1,0 2,-3 0,5 0,1 0,0 1,0 0,0 0,0 0,1 1,-1 0,1 0,0 0,1 0,-1 1,1 0,0 0,1 0,-2 4,3-7,1 0,-1 0,1 0,0 0,0 0,0 1,1-1,-1 0,1 0,0 1,0-1,0 0,0 1,0-1,1 0,0 1,-1-1,1 0,1 0,-1 0,0 0,1 0,-1 0,1 0,0 0,0-1,0 1,0-1,0 1,1-1,-1 0,1 0,0 0,0 0,67 20,-34-19</inkml:trace>
  <inkml:trace contextRef="#ctx0" brushRef="#br0" timeOffset="11212.372">4348 2198,'-13'-4,"-10"-2,-2 5,0 7,2 9,5 10,8 6,6-1</inkml:trace>
  <inkml:trace contextRef="#ctx0" brushRef="#br0" timeOffset="11376.943">4496 2788,'20'4,"19"2,18 0,17-6,15-10,8-7,-12-2</inkml:trace>
  <inkml:trace contextRef="#ctx0" brushRef="#br0" timeOffset="9014.654">1354 2840,'67'-39,"152"-100,-174 88,-44 50,0 0,-1 0,1 0,-1 0,1-1,0 1,-1 0,0 0,1 0,-1-1,0 1,0 0,1 0,-1-1,0 1,0 0,0-1,-1 1,1 0,0 0,0-1,-1 1,1 0,-1 0,1 0,-1-1,1 1,-1 0,0 0,0 0,1 0,-1 0,0 0,0 0,0 0,0 1,0-1,0 0,0 1,0-1,-1 0,1 1,0-1,0 1,-1 0,1-1,0 1,-1 0,-2-1,1 0,0 1,0-1,0 1,0 0,-1 0,1 0,0 0,0 0,0 1,0-1,0 1,0 0,-1 0,2 0,-1 1,0-1,0 1,0-1,1 1,-1 0,1 0,-1 0,1 0,0 1,0-1,0 1,0-1,0 1,0 1,-1 1,0 1,0-1,1 1,0 0,0 0,0-1,1 1,0 0,0 1,0-1,1 0,0 0,0 0,1 0,1 5,1-1,1 0,1 0,-1-1,2 1,-1-1,2 0,-1-1,1 0,0 0,1 0,0 0,0-1,0-1,1 0,0 0,0 0,1-1,0 0,0-1,0 0,0-1,0 0,1-1,-1 0,1 0,0-1,-1-1,1 0,0 0,10-2,12-3</inkml:trace>
  <inkml:trace contextRef="#ctx0" brushRef="#br0" timeOffset="9263.99">1969 2573,'0'5,"5"5,8 7,8 4,10 5,9 4,5 0,-2 0,-2-2,-7-3,-7-2,-7-3,-8-5</inkml:trace>
  <inkml:trace contextRef="#ctx0" brushRef="#br0" timeOffset="9481.407">2290 2546,'-16'7,"-10"9,-7 11,-5 10,-3 8,-1 5,2 3,6 0,8-5,9-9,12-10,6-10</inkml:trace>
  <inkml:trace contextRef="#ctx0" brushRef="#br0" timeOffset="12580.836">9857 715,'-13'490,"16"-481,1-29,3-111,-6-1,-11-71,8 177,1 7,6 43,-1-3,-1 0,1 0,1 0,0-1,2 0,0 0,1-1,1 0,2 0,-9-16,0 0,0-1,0 1,1-1,-1 1,1-1,-1 0,1 0,0 0,0-1,0 1,0-1,0 1,1-1,-1 0,0 0,0-1,1 1,-1-1,1 1,-1-1,0 0,1 0,-1-1,1 1,-1-1,0 0,0 1,1-2,-1 1,0 0,0 0,0-1,0 0,0 0,0 0,-1 0,1 0,0 0,-1-1,1 0,13-13,0-1,-2-1,0 0,0-1,-2-1,-1 0,0-1,-1 0,-1 0,-2-1,0 0,0-5,0 10,-8 37,-6 34,1-20,2 1,1 0,1 1,4 32,8-23,3-11</inkml:trace>
  <inkml:trace contextRef="#ctx0" brushRef="#br0" timeOffset="12948.902">10538 675,'-9'42,"3"2,1-1,2 1,2 0,5 36,-3-26,3-1,3-1,2 1,10 31,-20-82,1-1,0 1,0 0,0-1,0 1,0 0,1-1,-1 1,0 0,1-1,-1 1,1-1,0 1,-1-1,1 1,0-1,0 1,0-1,0 1,0-1,0 0,1 0,-1 0,0 0,0 0,1 0,-1 0,1 0,-1 0,1-1,-1 1,1 0,0-1,-1 1,1-1,0 0,-1 0,1 0,0 0,-1 0,1 0,0 0,-1 0,1 0,0-1,-1 1,1-1,-1 1,1-1,-1 0,2 0,14-15,-1 0,0-1,-2-1,0 0,0-1,-2-1,8-16,-10 19,12-19,-2-1,-1 0,-2-2,-2 0,-2 0,-1-2,-2 1,4-36,-13 61</inkml:trace>
  <inkml:trace contextRef="#ctx0" brushRef="#br0" timeOffset="13198.593">11073 702,'7'18,"9"15,8 12,10 6,8 2,6 0,1-1,2-3,-4-3,-4-4,-8-6,-8-4,-8-5,-10-7,-6-7</inkml:trace>
  <inkml:trace contextRef="#ctx0" brushRef="#br0" timeOffset="13448.989">11567 741,'-15'-6,"-13"-3,-11 9,-7 17,-5 18,-1 20,2 14,4 10,9 7,7-1,10-14</inkml:trace>
  <inkml:trace contextRef="#ctx0" brushRef="#br0" timeOffset="14036.661">12584 835,'-9'7,"5"-3,0-1,0 1,-1-1,1 0,-1 0,1 0,-1-1,0 1,0-1,0-1,0 1,0-1,0 1,-1-2,1 1,0 0,-1-1,1 0,-3-1,7 0,-1 1,0-1,1-1,-1 1,1 0,-1 0,1-1,-1 1,1-1,0 1,0-1,0 1,0-1,0 0,0 1,0-1,0 0,1 0,-1 0,1 0,-1 0,1 1,0-1,0 0,0 0,0 0,0 0,0 0,1 0,-1 0,0 0,2-1,23-60,-23 57,1 1,0-1,1 1,-1 0,1 0,0 0,0 0,1 1,-1 0,1 0,0 0,0 0,1 1,-1 0,1 0,-1 0,1 1,0 0,0 0,0 0,0 1,0 0,1 0,-1 0,0 1,0 0,1 0,-1 1,0 0,0 0,0 0,0 1,4 1,0 4,-1 0,0 0,-1 1,0 0,0 1,-1 0,0 0,0 1,-1 0,-1 0,1 0,-2 1,1-1,-1 1,-1 0,0 0,-1 1,0-1,0 3,-2-4,0-1,-1 1,0 0,-1 0,0-1,0 1,-1-1,0 0,0 0,-1 0,-1 0,1 0,-2-1,1 0,-1 0,0 0,0-1,-5 4,-11 10,-1-1,-1-1,-1 0,0-2,-10 4,4-3,-1-2,-1-1,-1-1,0-2,0-1,-25 4,94-16,1 1,-1 3,0 0,6 4,78 14,-82-12,0-1,0-2,1-2,-1-2,1-1,0-2,27-4,-18-5</inkml:trace>
  <inkml:trace contextRef="#ctx0" brushRef="#br0" timeOffset="14449.562">13413 809,'-5'16,"-1"7,0 5,1-1,4-4,5-7,3-8,3-7,0-9,-2-5,-3-5,-1-2,-2 0,-1 2,-3 3,-2 5</inkml:trace>
  <inkml:trace contextRef="#ctx0" brushRef="#br0" timeOffset="14711.449">13413 1316,'11'5,"6"-4,3-3,-3-4,-3-6,-5-3,-6-1,-6 2,-6 4,-5 3,-4 3,-4 6,0 6,4 6,6 2,13-1,13-3,4-4</inkml:trace>
  <inkml:trace contextRef="#ctx0" brushRef="#br0" timeOffset="15214.103">13907 969,'0'-38,"2"0,1 0,2 0,2 1,1 0,2 0,8-16,-11 38,1 51,-1 403,-4-316,-3-122,0 1,-1-1,1 1,0-1,-1 1,1-1,-1 0,0 1,1-1,-1 0,0 1,0-1,0 0,0 0,0 0,0 0,0 0,0 0,0 0,-1 0,1 0,0-1,-1 1,1 0,0-1,-1 1,1-1,-1 1,1-1,-1 0,1 0,-1 0,1 0,-1 0,1 0,-1 0,1 0,-1 0,1-1,-1 1,1-1,0 1,-1-1,1 1,-1-2,31 0,229-11,-195 5</inkml:trace>
  <inkml:trace contextRef="#ctx0" brushRef="#br0" timeOffset="15464.61">14856 1236,'0'-4,"0"-2</inkml:trace>
  <inkml:trace contextRef="#ctx0" brushRef="#br0" timeOffset="20127.782">12623 2213,'20'39,"-2"1,-2 1,-2 1,-1 0,-3 1,4 32,-10-55,-4-20,1 0,-1 0,1 0,-1 0,1 0,-1 0,1-1,-1 1,1 0,-1 0,1 0,-1 0,1-1,-1 1,1 0,-1 0,1-1,-1 1,0 0,1-1,-1 1,1 0,-1-1,0 1,1-1,-1 1,0 0,0-1,1 1,-1-1,0 1,0-1,0 1,0-1,0 1,1-1,-1 1,0-1,0 1,0-1,0 0,-1 1,1-1,0 1,0-1,0 1,0-1,0 1,-1-1,1 1,0 0,0-1,-1 1,1-1,1-3,76-218,-58 188,-17 34,-1 1,0-1,0 1,0 0,0-1,0 1,0 0,0 0,0 0,-1 0,1 0,0 0,0 0,-1 0,1 0,-1 0,1 0,-1 0,1 1,-1-1,0 0,1 0,-1 0,0 1,0-1,0 0,0 0,0 1,0-1,0 1,2 13,1-1,1 1,0 0,1-1,0 0,1 0,1-1,0 1,1-1,0-1,1 0,1 0,0 0,6 4,-8-12,0 0,1-1,-1 0,1 0,-1-1,1 0,0-1,0 0,0 0,0-1,0 0,0 0,0-1,0 0,0-1,-1 0,1-1,0 1,-1-2,0 1,0-1,0 0,0-1,0 0,-1 0,0-1,0 0,-1 0,1 0,-1-1,4-6,-5 6,0 0,0 0,-1-1,0 0,0 1,-1-1,0 0,-1-1,1 1,-2 0,1-1,-1 1,0-1,-1 1,0-1,-1-6,1 13,0 1,0-1,-1 0,1 1,0-1,-1 0,1 1,-1-1,0 0,1 1,-1-1,0 1,0-1,0 1,0 0,0-1,0 1,-1 0,1 0,0 0,-1 0,1 0,-1 0,1 0,-1 0,1 0,-1 1,1-1,-1 1,0-1,1 1,-1 0,0-1,0 1,1 0,-1 0,0 0,0 0,1 1,-1-1,0 0,1 1,-1-1,0 1,1 0,-1-1,1 1,-1 0,1 0,-1 0,1 0,0 0,-1 0,1 1,0-1,0 0,-1 2,-3 2,1 0,0 1,0 0,0 0,0 0,1 0,0 0,1 1,-1-1,1 1,0 0,1-1,0 1,0 0,0 0,1 0,0 0,0 0,1 0,0 0,0 0,0 0,1-1,0 1,1 0,-1-1,1 0,1 1,-1-1,1-1,0 1,0 0,1-1,-1 0,1 0,1 0,6 3,0-1,1 0,0-1,0 0,1-1,-1-1,1 0,0-1,0-1,11 1,31 4</inkml:trace>
  <inkml:trace contextRef="#ctx0" brushRef="#br0" timeOffset="20547.178">13814 2306,'-9'-2,"1"1,-1 0,0 1,0 0,1 0,-1 1,0 0,1 0,-1 1,1 1,0-1,-1 1,1 0,0 1,1 0,-1 0,1 1,-1 0,2 0,-1 1,0 0,1 0,0 1,1-1,-1 1,1 0,0 1,4-6,0 1,0 0,0-1,0 1,0 0,1 0,-1-1,1 1,0 0,0 0,0 0,0 0,0 0,1-1,-1 1,1 0,0 0,0-1,0 1,0 0,0-1,0 1,1-1,-1 1,1-1,0 0,0 0,0 1,0-1,0-1,0 1,0 0,1 0,-1-1,1 0,-1 1,1-1,2 1,8 3,1 0,0 0,0-1,0-1,0-1,0 0,3 0,8-1,1-1,0 0,-1-2,1-2,-1 0,0-1,0-1,0-2,-1 0,0-2,-1-1,0 0,0-2,-2 0,1-2,-2 0,12-13,-26 24,-1-1,-1-1,1 1,-1-1,0 1,0-1,0 0,-1-1,0 1,0-1,-1 1,2-5,-4 10,0 0,0 0,1 0,-1 0,0 0,0 0,0 0,0 0,0 0,0 0,0 0,0 0,0 0,-1 0,1 0,0 0,-1 0,1 0,-1 0,1 0,-1 0,1 1,-1-1,0 0,1 0,-1 0,0 1,0-1,1 0,-1 1,0-1,0 1,0-1,0 1,0-1,0 1,0 0,0-1,0 1,0 0,0 0,0 0,0 0,0 0,0 0,0 0,0 0,-1 0,-48 16,46-14,0 1,0-1,0 1,0 0,0 0,1 0,-1 0,1 0,0 1,0 0,0-1,0 1,1 0,0 0,0 1,0-1,0 0,0 1,1-1,0 1,0 0,0-1,1 1,-1 0,1-1,0 1,1 0,-1 0,1-1,0 1,0 0,0-1,1 1,-1-1,1 0,0 1,1-1,-1 0,3 3,6 3,0-1,1-1,0 0,0 0,1-1,0-1,0 0,1 0,-1-2,1 0,0 0,1-1,-1-1,0 0,1-2,9 1,27 2</inkml:trace>
  <inkml:trace contextRef="#ctx0" brushRef="#br0" timeOffset="20913.2">14763 2185,'-16'-5,"0"1,-1 0,1 1,-1 1,1 0,-1 2,0 0,0 0,-6 2,21-2,0 1,0-1,0 0,0 0,0 1,-1-1,1 1,0 0,0-1,0 1,0 0,1 0,-1 0,0 1,0-1,1 0,-1 1,0-1,1 1,0-1,-1 1,1 0,0 0,0-1,0 1,0 0,0 0,0 0,0 0,1 0,-1 0,1 1,0-1,-1 0,1 0,0 0,0 0,1 0,-1 1,0-1,1 0,-1 0,1 0,-1 0,1 0,0 0,0 0,0 0,7 8,1-1,0 1,0-2,1 1,0-1,0-1,1 0,0 0,3 1,43 29,4 31,-59-66,-1 0,0-1,0 1,0 0,0 0,0 0,0 0,0 0,0 1,-1-1,1 0,-1 0,0 0,1 1,-1-1,0 0,-1 0,1 1,0-1,-1 0,1 0,-1 0,1 1,-1-1,0 0,0 0,0 0,0 0,0 0,-1-1,1 1,-1 0,1 0,-1-1,1 1,-1-1,-2 2,1-1,0 0,-1 0,0 0,1-1,-1 1,0-1,0 0,0 0,0 0,0-1,0 1,0-1,0 0,0 0,0 0,0-1,0 1,0-1,1 0,-1 0,0 0,0-1,0 1,1-1,-1 0,1 0,-1 0,1-1,0 1,0-1,0 0,3 1,0 0,0 0,1 0,-1 0,1 0,-1 1,1-1,0 0,0 0,0 1,0-1,0 0,0 1,0-1,0 1,1 0,-1-1,1 1,-1 0,1 0,-1 0,1 0,0 0,-1 0,1 0,0 1,0-1,0 0,-1 1,1 0,0-1,0 1,0 0,0 0,1 0,-1 0,27-8</inkml:trace>
  <inkml:trace contextRef="#ctx0" brushRef="#br0" timeOffset="21648.743">15083 2386,'0'-4,"0"1,0-1,0 0,0 0,-1 0,0 0,0 0,0 0,0 0,0 1,-1-1,0 1,1-1,-2 1,1-1,0 1,-1 0,1 0,-1 0,0 0,0 1,0-1,0 1,0 0,-1 0,1 0,-1 0,1 0,-1 1,0 0,1 0,-1 0,0 0,0 0,0 1,0-1,0 1,0 0,0 1,0-1,0 1,0-1,1 1,-2 1,0 1,0 0,0 0,1 0,0 1,-1 0,1 0,1 0,-1 0,0 1,1 0,0-1,0 1,1 0,-1 0,1 1,0-1,0 0,1 1,-1 3,1-6,1 0,-1 0,1 0,0-1,0 1,0 0,0 0,1 0,-1 0,1 0,0-1,-1 1,1 0,0-1,1 1,-1 0,0-1,1 0,0 1,-1-1,1 0,0 0,0 0,0 0,0 0,1 0,-1 0,0-1,1 1,-1-1,1 0,0 0,-1 0,1 0,0 0,0 0,-1-1,1 1,0-1,4 0,-1 1,0-2,1 1,-1 0,1-1,-1-1,0 1,0-1,0 0,0 0,0 0,0-1,0 0,-1 0,1-1,-1 0,0 0,0 0,-1 0,1-1,-1 1,0-1,0 0,0-1,-1 1,0-1,0 1,0-1,0-3,7 68,-8-54,0 0,0 0,1 0,0-1,0 1,0-1,0 0,1 1,0-2,0 1,0 0,0-1,0 0,1 0,-1 0,1 0,0-1,0 1,-2-2,-1 0,1 0,0 0,-1 0,1-1,0 1,0-1,-1 1,1-1,0 0,0 0,-1 0,1 0,0-1,0 1,-1-1,1 0,0 0,-1 0,1 0,-1 0,1 0,-1-1,1 1,-1-1,0 0,0 0,0 1,0-1,0-1,0 1,-1 0,1 0,-1-1,1 0,3-11,0 0,-1 0,-1 0,0-1,-1 1,-1-1,0 0,-1 1,-1-1,0 0,-1 1,0-1,-1 1,-2-4,-1-17,6 33,-1 1,1 0,-1 0,1 0,-1 0,1 0,0 0,0 0,-1 0,1 0,0 0,0 0,0 0,0 0,0 0,0 0,0 0,1 0,-1 0,0 0,0 0,1 0,-1 0,1 0,-1 0,1 0,-1 0,1 0,0 0,-1 1,1-1,0 0,0 0,-1 1,1-1,0 0,0 1,0-1,0 1,0 0,0-1,0 1,1-1,94 27,-40-10,-24-8,-1 1,-1 1,0 2,16 9,-44-20,1 0,-1 1,1-1,-1 0,1 1,-1-1,0 1,0 0,0 0,0 0,0 0,0 0,0 0,-1 0,1 1,-1-1,1 1,-1-1,0 1,0-1,0 1,-1 0,1-1,-1 1,1 0,-1 0,0 0,0-1,0 1,0 0,-1 2,-44 100,45-103,-1 0,1 0,0-1,0 1,0 0,0 0,0-1,0 1,1 0,-1-1,0 1,1 0,0-1,-1 1,1 0,0-1,0 1,0-1,0 0,0 1,0-1,0 0,0 1,0-1,1 0,-1 0,1 0,-1 0,1 0,-1 0,1-1,-1 1,1 0,0-1,1 1,66 10,-65-10,422 0,-377-2</inkml:trace>
  <inkml:trace contextRef="#ctx0" brushRef="#br0" timeOffset="19112.496">10177 2546,'18'4,"-1"-1,1-1,0 0,0-1,0-1,1-1,-1-1,-1 0,1-2,0 0,-1 0,0-2,0 0,0-1,-1-1,0 0,7-6,37-43,-59 55,1 1,-1-1,0 1,0-1,-1 1,1-1,0 0,0 1,-1-1,1 0,-1 1,0-1,1 0,-1 0,0 1,0-1,0 0,0 0,0 0,-1 1,1-1,0 0,-1 0,0 1,1-1,-1 0,0 1,0-1,1 1,-1-1,-1 1,1-1,0 1,0 0,0-1,-1 1,1 0,-1 0,1 0,-1 0,1 0,-1 0,-1 0,-1 0,-1-1,0 1,1 0,-1 1,0-1,0 1,1 0,-1 0,0 0,0 1,1 0,-1 0,0 0,1 0,-1 1,1 0,-1 0,1 0,0 0,0 1,0-1,0 1,0 0,1 0,-1 1,1-1,0 1,0 0,0 0,0 0,1 0,0 0,0 0,0 1,0-1,1 1,-1-1,1 1,0 0,1-1,-1 1,1 0,0 0,0 0,0-1,1 1,0 0,0-1,0 3,2 1,-1 0,2-1,-1 1,1-1,0 0,0 0,1 0,0 0,0-1,0 0,1 0,0 0,0-1,1 0,-1 0,1-1,0 1,1-1,-1-1,1 0,5 2,-2-1,0 0,0-1,0-1,0 0,1 0,-1-1,0 0,1-1,-1-1,1 1,-1-2,0 0,1 0,-1-1,4-2,-7 1,0-1,-1 0,0-1,0 1,-1-1,1-1,-1 1,-1-1,1 0,-1 0,0-1,-1 1,0-1,0 0,-1-1,1 1,-2 0,1-1,-2 0,1 1,-1-1,0 0,-1-2,3 0,-4 7,1 1,0 0,0 0,1 0,-1-1,1 1,-1 0,1 0,0 0,0 0,1 0,-1 0,0 0,1 0,0 1,-1-1,1 1,0-1,1 1,-1 0,0-1,1 1,-1 0,1 1,0-1,-1 0,1 1,0-1,0 1,0 0,0 0,0 0,0 1,0-1,1 1,2-1,7 6,0 1,-1 1,0 0,0 0,0 1,-1 1,-1 0,1 0,-1 1,-1 1,0-1,7 12,-9-14,-1 1,0-1,-1 1,0 0,0 1,-1-1,0 1,-1 0,0 0,1 9,-3-18,-1 0,0 0,0 0,1 0,-1 0,0 0,0 0,0 0,0 0,-1 0,1 0,0 0,0 0,-1 0,1 0,0-1,-1 1,1 0,-1 0,1 0,-1 0,1 0,-1-1,0 1,1 0,-1 0,0-1,0 1,0-1,1 1,-1-1,0 1,0-1,0 1,0-1,0 0,0 1,0-1,0 0,0 0,0 0,0 0,0 0,0 0,0 0,0 0,0 0,0 0,0-1,0 1,0 0,0-1,0 1,0-1,0 1,1-1,-1 1,0-1,0 1,0-1,1 0,-1 0,0 1,1-1,-1 0,1 0,-1 0,1 0,-1 0,1 0,-2-5,1 1,0-1,0 1,1-1,-1 1,1-1,1 1,-1-1,1 1,0-1,0 1,0-1,1 1,0 0,0 0,0 0,1 0,-1 0,1 0,1 1,-1-1,0 1,3-2,-2 1,51-77,78-133,-115 176,0-1,-3 0,-1-1,-2 0,-2-1,3-35,-13 51,-5 22,-20 67,6 10,3 1,4 0,3 1,2 39,6-92,1 0,1 0,1 0,1 0,1 0,4 11,-6-24,1-1,1 0,-1 0,1 0,1 0,-1 0,1-1,0 0,1 0,0 0,0-1,0 0,1 0,0 0,0-1,1 0,4 2,-1-2,1 0,0 0,1-1,-1-1,1 0,0-1,-1 0,1-1,0 0,0-1,0-1,0 0,0 0,-1-2,1 1,-1-2,1 0,-1 0,0-1,-1 0,1-1,-1-1,0 1,0-2,-1 0,0 0,-1-1,9-8,-14 11,-1 0,0 0,0 0,0 0,0 0,-1 0,0-1,0 1,-1-1,0 0,0 1,0-1,-1-5,0 8,0 1,0 0,-1 0,1 0,-1 0,1 0,-1 0,0 0,0 0,-1 0,1 0,0 1,-1-1,0 0,0 1,0-1,0 1,0 0,0 0,0 0,-1 0,1 0,-1 0,1 0,-1 1,0 0,0-1,0 1,0 0,-2 0,2 0,0 1,0-1,0 1,-1 0,1 0,0 1,0-1,0 1,-1-1,1 1,0 0,0 0,0 0,0 1,0-1,1 1,-1-1,0 1,1 0,-1 0,1 0,0 1,-1-1,1 1,0-1,0 1,1-1,-2 4,0-1,0 0,0 0,1 0,0 0,0 1,1-1,-1 1,1-1,0 1,0-1,1 1,0 0,0-1,0 1,1 0,0 0,0-1,1 0,0 0,0 0,1-1,0 1,-1-1,1 0,0 1,1-1,-1-1,1 1,0 0,0-1,0 0,0 0,1 0,-1-1,1 1,0-1,-1 0,2 0,107 21,-65-22</inkml:trace>
  <inkml:trace contextRef="#ctx0" brushRef="#br0" timeOffset="19362.342">10966 2012,'21'4,"26"5,34 2,31-1,30-1,17-8,-18-3</inkml:trace>
  <inkml:trace contextRef="#ctx0" brushRef="#br0" timeOffset="46362.926">6969 4578,'-3'7,"3"5,0 4,0 0</inkml:trace>
  <inkml:trace contextRef="#ctx0" brushRef="#br0" timeOffset="46626.222">6996 5153,'0'3,"0"0</inkml:trace>
  <inkml:trace contextRef="#ctx0" brushRef="#br0" timeOffset="46887.524">7263 4872,'30'-69,"-2"-1,-3-1,10-59,-36 117,-12 42,-4 15,1 2,3 0,2 0,2 1,1 0,3 1,2-1,2 1,2 0,3 2,37 111,-14-95</inkml:trace>
  <inkml:trace contextRef="#ctx0" brushRef="#br0" timeOffset="45878.634">6341 4565,'-3'44,"-1"-1,-2 0,-3 0,-4 10,3-14,2 1,2 0,1 0,2 0,1 1,2-38,0 1,0-1,1 0,-1 1,1-1,-1 0,1 0,0 1,1-1,-1 0,0 0,1 0,-1 0,1 0,0-1,0 1,0-1,1 1,-1-1,1 0,-1 1,1-1,-1 0,1-1,0 1,0 0,0-1,0 0,0 0,1 0,2 1,10 0,0 0,0-1,0-1,0 0,0-1,0-1,-1 0,1-1,13-5,14-4</inkml:trace>
  <inkml:trace contextRef="#ctx0" brushRef="#br0" timeOffset="46119.57">6595 4846,'-7'14,"-5"13,1 11,-1 11,1 6,4 5,2 1,2 0,4-4,6-5,7-9,0-11</inkml:trace>
  <inkml:trace contextRef="#ctx0" brushRef="#br0" timeOffset="44810.908">4375 4672,'-6'126,"-5"-1,-19 71,26-171,39-169,38-180,-67 300,-15 75,5-36,1-6,0 1,0-1,2 1,-1-1,1 1,0-1,1 1,0 0,1-1,0 1,1 3,-2-11,1 0,0 0,0 0,0 0,0-1,0 1,0 0,0 0,1-1,-1 1,0-1,1 1,0-1,-1 1,1-1,0 0,0 0,-1 0,1 0,0 0,0 0,0-1,0 1,1-1,-1 1,0-1,0 0,0 1,0-1,0-1,0 1,0 0,1 0,-1-1,1 0,71-29,-52 15,-1 0,0-2,-1 0,0-2,-2 0,0-1,-2 0,0-2,-1 0,5-10,-47 125,16-55,1 0,3 1,1 0,1 0,3 1,1 28,2-61,-1-1,1 0,1 0,-1 0,1 0,0-1,0 1,1 0,0-1,0 1,3 3,14 12</inkml:trace>
  <inkml:trace contextRef="#ctx0" brushRef="#br0" timeOffset="45132.051">5004 4672,'-11'45,"2"1,2-1,2 1,3 0,1 1,4 27,23 16,-25-87,0 0,1-1,0 1,0 0,0-1,0 1,0-1,0 0,1 1,-1-1,1 0,-1-1,1 1,0 0,0-1,0 1,0-1,0 0,0 0,0 0,0-1,0 1,0-1,0 1,1-1,-1 0,2 0,5-3,0-1,0 0,-1 0,0-1,0 0,0 0,0-1,-1-1,0 1,0-1,-1 0,0-1,0 0,0 0,-1-1,3-5,10-17,-2 0,-1 0,-2-2,-1 0,-1 0,-2-1,-2-1,0 1,-3-1,2-35,-4 40,-1 9</inkml:trace>
  <inkml:trace contextRef="#ctx0" brushRef="#br0" timeOffset="45377.4">5578 4619,'-2'13,"-1"14,0 12,5 8,7 7,9 6,8 2,6-1,5-3,5-8,0-7,-3-11,-5-12,-9-8</inkml:trace>
  <inkml:trace contextRef="#ctx0" brushRef="#br0" timeOffset="45627.732">5792 4739,'-13'16,"-12"17,-8 15,-8 15,-1 9,-1 4,5 1,5-4,7-15</inkml:trace>
  <inkml:trace contextRef="#ctx0" brushRef="#br0" timeOffset="27754.051">3386 6437,'0'114,"6"1,6 22,5-7,-5 1,-7 0,-5 0,-13 86,-27 69,16-132,6 2,6 20,3 279,-15-212,4-61,7 57,14 865,-29-598,27-338,0 30,-12 34,10-201,-20 222,10 48,0 380,14-296,-1-362,2-18,1-11</inkml:trace>
  <inkml:trace contextRef="#ctx0" brushRef="#br0" timeOffset="31042.939">3440 6597,'0'-121,"-14"-97,-1 100,6 0,5-19,4 135,0 1,-1 0,1-1,0 1,0-1,0 1,0 0,0-1,1 1,-1-1,0 1,1 0,-1-1,1 1,-1 0,1 0,0-1,-1 1,1 0,0 0,0 0,0 0,0 0,0 0,0 0,0 0,0 0,0 0,1 1,-1-1,0 0,0 1,1-1,-1 1,0 0,1-1,-1 1,1 0,-1 0,0 0,1 0,-1 0,161-20,-79 7,0 5,0 2,1 5,35 5,-34 5,-4 2,1-5,0-3,22-4,183-19,-80 55,-99-28,100-7,-99-2,422 15,-282 4,-134-8,0-4,39-7,-23 0,214 2,-343 0,-1-1,0 1,0 0,0 0,1 0,-1 0,0 0,0 0,1 1,-1-1,0 0,0 1,0-1,0 0,0 1,1-1,-1 1,0 0,0-1,0 1,0 0,-1 0,1 0,0-1,0 1,0 0,-1 0,1 0,0 0,-1 0,1 1,-1-1,1 0,-1 0,0 0,1 0,-1 1,0-1,0 0,0 0,0 0,0 1,0-1,0 0,0 0,0 0,-1 1,1-1,-1 0,1 0,0 0,-1 0,0 0,1 0,-1 1,-7 26,1 1,1 0,2 0,0 0,3 0,0 22,46 299,-34-84,-13 22,0-79,1 485,-27-372,12-188,-5 395,-1-354,-28 105,22-145,7 2,5 0,4 36,24 264,-9 70,-31 52,14-315,-35 166,6 29,25-210,4-102,-8 158,23 270,11-453,-12-102,0 0,0-1,0 1,0 0,0 0,0-1,0 1,0 0,0-1,0 1,0 0,1 0,-1-1,0 1,0 0,0 0,0-1,0 1,1 0,-1 0,0-1,0 1,0 0,1 0,-1 0,0-1,0 1,1 0,-1 0,0 0,0 0,1 0,-1 0,0-1,0 1,1 0,-1 0,0 0,1 0,-1 0,0 0,0 0,1 0,-1 0,0 0,1 0,-1 1,0-1,0 0,1 0,-1 0,0 0,0 0,1 0,-1 1,0-1,0 0,1 0,-1 0,0 1,0-1,0 0,6-26,-2-1</inkml:trace>
  <inkml:trace contextRef="#ctx0" brushRef="#br0" timeOffset="32765.865">3118 13214,'-7'197,"1"-98,5-1,4 4,-3-92,1 0,-1 0,1 0,1-1,0 1,0 0,1-1,0 0,1 1,0-1,0-1,1 1,0-1,1 1,2 1,-2-7,0 0,0 0,0-1,0 0,1 0,-1-1,0 0,1 0,-1 0,1-1,-1 0,1 0,-1-1,1 0,2 0,3 0,46-4,18-1,0 2,1 4,3 4,445 83,120-26,-85-6,-233-32,-132 12,29-46,-109 8,-84 4,0-2,-1-1,1-1,23-6,107-28,-72 22,-59 13,-28 2,-1 0,0 0,0-1,0 1,0 0,0-1,0 1,0-1,0 1,0-1,0 1,0-1,-1 0,1 1,0-1,0 0,-1 0,1 0,0 1,-1-1,1 0,0 0,-1 0,0 0,1 0,-1 0,1 0,-1 0,0 0,0-1,0 1,0 0,0 0,0 0,0 0,0 0,0 0,0 0,0 0,-1 0,1 0,0 0,-17-50,15 46,-14-33</inkml:trace>
  <inkml:trace contextRef="#ctx0" brushRef="#br0" timeOffset="34229.596">191 7106,'0'-1,"0"1,0-1,0 1,0-1,0 1,0 0,0-1,0 1,0-1,1 1,-1-1,0 1,0 0,0-1,1 1,-1-1,0 1,0 0,1-1,-1 1,0 0,1 0,-1-1,1 1,-1 0,0 0,1-1,-1 1,1 0,-1 0,0 0,1 0,-1 0,1-1,-1 1,1 0,-1 0,1 0,-1 0,0 0,1 1,-1-1,1 0,-1 0,1 0,-1 0,0 0,1 1,-1-1,1 0,-1 0,0 0,1 1,-1-1,393 19,338-13,-365 31,-239-19,1-5,48-6,49-18,-119 3,-1 4,19 7,-25 1,-1-3,1-5,2-4,-66 4,94-2,-70 28,-74-31,-4 4</inkml:trace>
  <inkml:trace contextRef="#ctx0" brushRef="#br0" timeOffset="35182.944">84 8696,'-1'0,"0"0,1 0,-1 0,0 0,1 1,-1-1,0 0,1 0,-1 0,0 1,1-1,-1 0,0 1,1-1,-1 0,1 1,-1-1,1 1,-1-1,1 1,-1-1,1 1,-1-1,1 1,0 0,-1-1,1 1,0 0,0-1,-1 1,1 0,0-1,0 1,0 0,0-1,0 1,0 0,0-1,0 1,0 0,0-1,0 1,1 0,-1-1,0 1,0 0,1-1,-1 1,0 0,1-1,-1 1,0-1,1 1,-1-1,1 1,-1-1,1 1,0-1,-1 1,1-1,-1 0,1 1,0-1,0 0,12 2,0-1,0 0,0-1,0 0,0-1,0-1,5-1,12-1,302-23,196 14,-92 1,-167 1,169 19,57 11,-16 18,-459-36,-7-2,0 2,0-1,0 2,0 0,0 0,-1 1,1 1,2 1,-14 4,-10-5</inkml:trace>
  <inkml:trace contextRef="#ctx0" brushRef="#br0" timeOffset="36112.719">71 10020,'-70'18,"70"-17,0 0,-1 1,1-1,0 0,0 0,0 0,0 0,0 1,1-1,-1 0,0 0,0 0,1 0,-1 0,1 0,-1 0,1 0,-1 0,1 0,0 0,-1 0,1 0,0 0,0 0,0-1,0 1,0 0,0 0,-1-1,2 1,-1-1,0 1,0-1,0 0,0 1,0-1,0 0,0 0,0 1,1-1,-1 0,0 0,1-1,34 10,-1-2,2-1,-1-2,0-2,29-2,-29 1,661 18,-398 2,802 34,-1086-55,18-1,-1 0,0 3,0 1,0 1,0 1,-1 2,0 1,2 3,-17-6,0-1,0-1,0-1,0 0,0-1,1 0,-1-2,11-1,16 1,182 0,-212 1</inkml:trace>
  <inkml:trace contextRef="#ctx0" brushRef="#br0" timeOffset="37117.759">178 11557,'-139'62,"122"-51,22-4,33 2,295-4,880-33,-523 29,-442 14,-119 22,-62-22,-21-3,-40-10,-1 0,1 0,0 0,1-1,-1 0,0 0,0 0,0-1,1 0,-1 0,0-1,0 0,0 0,1 0,8-5</inkml:trace>
  <inkml:trace contextRef="#ctx0" brushRef="#br0" timeOffset="37798.696">3974 6812,'0'20,"0"16,0 11,0 7,0 2,3 0,0-1,-1-4,1-9</inkml:trace>
  <inkml:trace contextRef="#ctx0" brushRef="#br0" timeOffset="38046.551">3908 7426,'6'0,"10"0,11 0,7-2,6-1,2-2,-2 0,-2-2,-9-2,-8 1</inkml:trace>
  <inkml:trace contextRef="#ctx0" brushRef="#br0" timeOffset="38215.096">3880 6718,'9'-5,"15"-1,16-2,16 0,11 2,-5 1</inkml:trace>
  <inkml:trace contextRef="#ctx0" brushRef="#br0" timeOffset="38511.355">4348 7265,'-1'9,"1"1,0-1,0 0,1 0,0 0,1 0,0 0,0 0,1-1,0 1,0-1,1 1,0-1,1 0,0-1,0 1,0-1,1 0,0 0,1-1,-1 1,1-2,0 1,1-1,0 0,-1 0,2-1,7 3,-10-4,1-1,-1 0,1-1,0 1,0-1,-1-1,1 1,0-1,0 0,0-1,0 0,-1 0,1 0,0-1,-1 0,1 0,-1-1,0 1,0-1,0-1,0 1,0-1,-1 0,1-1,-1 1,0-1,-1 0,1 0,-1 0,0-1,0 0,-1 0,0 0,0 0,0 0,0 0,0-4,-3 6,0 0,0 0,0 0,0 0,-1 0,1 0,-1 0,0 0,0 0,0 0,-1 0,0 0,1 1,-1-1,-1 0,1 1,0 0,-1 0,0-1,1 1,-1 1,0-1,-1 0,1 1,0 0,-1 0,-3-2,-1 0,-1-1,0 2,1 0,-1 0,-1 0,1 1,0 0,-1 1,1 0,0 1,-9 0,8 1,1 1,-1 0,0 0,1 1,0 0,0 1,0 0,0 0,0 1,1 0,0 1,0 0,0 0,1 0,0 1,0 0,1 1,0 0,-3 4,-16 28</inkml:trace>
  <inkml:trace contextRef="#ctx0" brushRef="#br0" timeOffset="38879.36">3947 8201,'-4'9,"-2"12,0 14,1 10,2 7,1 3,1 2,1-3,0-3,2-3,1-11</inkml:trace>
  <inkml:trace contextRef="#ctx0" brushRef="#br0" timeOffset="39088.419">3867 8737,'9'-3,"10"0,11-2,9-1,5 2,2 0,-3 2,-5 1,-8 0,-9 1</inkml:trace>
  <inkml:trace contextRef="#ctx0" brushRef="#br0" timeOffset="39330.259">3827 8068,'-12'-7,"2"-2,8 0,15 2,18 4,17 3,12 6,8 7,0 7,-10 1</inkml:trace>
  <inkml:trace contextRef="#ctx0" brushRef="#br0" timeOffset="39583.238">4348 8549,'9'-16,"6"-14,0-9,-3-5,-3-1,-3 4,-3 14,-1 18,-5 23,-2 19,-2 16,1 13,1 12,5 7,3 6,2 2,0-1,-1-16</inkml:trace>
  <inkml:trace contextRef="#ctx0" brushRef="#br0" timeOffset="39915.352">3734 9699,'-2'11,"-1"13,0 12,0 8,2 7,2 0,4 2,0-3,3 1,-1-5,-2-10</inkml:trace>
  <inkml:trace contextRef="#ctx0" brushRef="#br0" timeOffset="40168.676">3640 10274,'16'-5,"12"-1,10 0,6 1,4 2,1 1,-1 1,-4 0,-10 1</inkml:trace>
  <inkml:trace contextRef="#ctx0" brushRef="#br0" timeOffset="40412.024">3627 9658,'13'-4,"17"0,14 4,13 3,6 7,-8 1</inkml:trace>
  <inkml:trace contextRef="#ctx0" brushRef="#br0" timeOffset="40688.286">4095 10060,'9'-7,"2"1,-1 0,1 1,0 1,0-1,0 2,11-3,-19 5,0 1,0-1,-1 1,1-1,0 1,0 0,0 0,0 0,-1 0,1 1,0-1,0 1,0 0,-1 0,1 0,0 0,-1 0,1 0,-1 1,0-1,1 1,-1 0,0 0,0 0,0 0,0 0,0 0,0 0,-1 1,1-1,-1 1,0-1,1 1,-1-1,0 1,0 10,0-1,-1 1,-1-1,0 1,0-1,-1 0,-1 1,0-1,-1 0,0-1,0 1,-1-1,-1 0,0 0,-1 0,-4 4,-114 185,125-199,-1 0,1-1,-1 1,1 0,-1 0,1 0,0 0,0 0,-1 0,1 0,0 0,0-1,0 1,0 0,0 0,0 0,0 0,0 0,0 0,0 0,1 0,-1 0,0 0,1 0,-1 0,0-1,1 1,-1 0,1 0,0 0,-1-1,1 1,0 0,-1-1,1 1,0-1,0 1,-1-1,1 1,0-1,0 1,0-1,0 0,0 1,0-1,-1 0,1 0,0 0,0 1,0-1,1 0,55-4,-54 4,306-55,-233 43</inkml:trace>
  <inkml:trace contextRef="#ctx0" brushRef="#br0" timeOffset="41182.485">3841 11477,'-7'9,"-4"10,-1 8,2 9,3 8,2 7,2 4,2 0,3-3,2-6,1-5,1-11</inkml:trace>
  <inkml:trace contextRef="#ctx0" brushRef="#br0" timeOffset="41430.863">3721 11985,'11'-3,"13"-2,12-1,8-1,4 0,2-1,-1 1,-6 2,-10 1</inkml:trace>
  <inkml:trace contextRef="#ctx0" brushRef="#br0" timeOffset="41683.791">3707 11356,'15'2,"18"2,16-1,14-1,7 2,1 2,-12 1</inkml:trace>
  <inkml:trace contextRef="#ctx0" brushRef="#br0" timeOffset="42028.866">4108 11744,'206'-11,"-204"10,1 1,-1 0,1-1,0 1,-1 0,1 0,-1 1,1-1,0 0,-1 1,1 0,-1-1,1 1,-1 0,0 0,1 1,-1-1,0 0,0 1,0-1,0 1,0 0,0 0,0 0,-1 0,1 0,0 0,-1 0,0 0,0 1,1-1,-1 0,-1 1,1-1,0 1,-1-1,1 1,-1 0,0-1,1 2,-5 7,0 0,0 0,-1 0,0 0,-1-1,0 0,-1 0,0 0,0-1,-1 0,-7 5,12-10,-80 89,82-93,1 1,0 0,-1 0,1-1,0 1,-1 0,1 0,0 0,0-1,0 1,0 0,0 0,0 0,0 0,0 0,0-1,0 1,0 0,0 0,1 0,-1 0,0-1,1 1,-1 0,0 0,1-1,-1 1,1 0,-1-1,1 1,0 0,-1-1,1 1,0-1,-1 1,1-1,0 1,0-1,-1 0,1 1,0-1,0 0,0 0,0 1,42 6,132-18,-141 6,0 1,1 2,-1 2,1 1,24 4,-56-5,1 0,-1 1,1-1,-1 0,1 1,-1 0,0 0,1 0,-1 0,0 1,0-1,0 1,0 0,0 0,0 0,0 0,0 0,-1 1,1-1,-1 1,0-1,0 1,0 0,0 0,0 0,-1 0,1 1,-1-1,0 0,0 2,-2 1,0-1,0 0,-1 1,0-1,0 0,-1 0,1 0,-1-1,0 1,0-1,-1 1,1-1,-1 0,0 0,-1 0,-13 13,-1 0,-1-1,-1-1,0-1,0-1,-2 0,1-2,-1-1,-14 4,-16 2</inkml:trace>
  <inkml:trace contextRef="#ctx0" brushRef="#br0" timeOffset="42630.471">5699 9418,'0'18,"5"13,8 10,10 6,10 0,4 0,4-3,-1-6,-3-4,-5-3,-8-7</inkml:trace>
  <inkml:trace contextRef="#ctx0" brushRef="#br0" timeOffset="43012.871">6167 9405,'4'-10,"-6"15,-7 20,-76 114,67-115,1 1,1 0,1 2,2-1,0 2,2-1,1 2,1-1,2 2,0 4,4 22,3 0,2 0,3 0,7 31,5 63,-12-52,-4-51,2 0,2-1,7 23,-12-64,1 0,1 1,-1-1,1 0,0 0,0 0,0-1,1 1,0 0,0-1,0 0,0 1,0-1,1-1,0 1,2 1,11 4</inkml:trace>
  <inkml:trace contextRef="#ctx0" brushRef="#br0" timeOffset="43596.309">6915 9832,'16'0,"19"0,21 0,25 0,25 0,26 0,26 0,22 3,18 2,13 3,4 5,-4 4,-12 2,-16 0,-24-3,-39-5</inkml:trace>
  <inkml:trace contextRef="#ctx0" brushRef="#br0" timeOffset="48794.456">4402 13188,'0'25,"1"22,-2 0,-1 0,-3 0,-2 0,-7 22,-7-17,20-52,0 0,1 0,-1 0,0 1,1-1,-1 0,0 0,0 0,1 0,-1 0,0-1,1 1,-1 0,0 0,1 0,-1-1,1 1,-1 0,0 0,1-1,-1 1,1-1,-1 1,1-1,-1 1,1-1,-1 1,1-1,-1 1,1-1,0 1,-1-1,1 1,0-1,0 0,-1 1,1-1,0 0,0 1,0-1,0 0,0 1,0-1,0 0,0 1,0-1,0 0,0 1,0-1,1 0,-1 1,0-1,0 0,1 1,-1-1,0 1,1-1,-1 0,0 1,-2-67,3 1,3 0,10-59,10 2,-22 120,1 0,1 0,-1 0,0 0,1 1,-1-1,1 1,0 0,-1 0,1 0,0 1,0-1,1 1,-1 0,0 0,0 0,0 1,1-1,-1 1,0 0,1 1,-1-1,0 1,1-1,1 2,0-2,69 15,-73-14,0 0,0 0,0 0,1 0,-1 0,0 1,0-1,-1 1,1-1,0 1,0 0,-1 0,1 0,-1 0,0 0,1 0,-1 0,0 0,0 0,0 1,-1-1,1 0,0 1,-1-1,0 0,1 1,-1-1,0 1,0 1,-4 8,0 0,-1 0,-1 0,1-1,-2 1,1-2,-2 1,1-1,-2 0,1 0,-1-1,-1 0,1-1,-1 0,-3 0,-42 37,49-35,24-15,-4 0,1-1,0 0,0 2,0 0,1 0,-1 1,1 1,0 1,-1 0,3 1,-14 1,-1 0,1-1,0 2,-1-1,1 0,-1 1,1 0,-1-1,0 1,0 1,0-1,0 0,0 1,0-1,-1 1,1 0,-1 0,0 0,0 0,0 1,0-1,0 0,-1 1,1-1,-1 1,0 0,0-1,-1 1,1 0,-1 1,2 4,-2 1,1-1,-1 1,-1-1,0 1,0-1,-1 0,0 1,-1-1,0 0,-3 6,2-6,0 0,-1-1,-1 1,1-1,-1-1,-1 1,1-1,-1 0,0 0,-1-1,0 0,0-1,0 1,-1-1,1-1,-1 0,0 0,-1-1,1 0,-1 0,1-1,-1-1,-4 1,11-2,0 0,0 0,0 0,0-1,0 1,0-1,0 0,0 0,1 0,-1 0,0 0,1-1,-1 1,1-1,-1 0,-1-1,-5-7</inkml:trace>
  <inkml:trace contextRef="#ctx0" brushRef="#br0" timeOffset="49313.586">5365 13295,'-66'199,"37"-99,23-86,4-20,4-27,19-69,4 1,5 1,11-18,-39 112,6-16,0 0,1 1,2 0,0 0,1 2,0-1,3 1,-15 18,0 0,1 1,-1-1,0 1,1-1,-1 0,1 1,-1-1,1 1,-1-1,1 1,-1 0,1-1,0 1,-1-1,1 1,0 0,-1 0,1-1,0 1,-1 0,1 0,0 0,-1 0,1 0,0 0,0 0,-1 0,1 0,0 0,-1 0,1 0,0 1,-1-1,1 0,0 0,-1 1,1-1,0 1,-1-1,1 0,-1 1,1-1,-1 1,1-1,-1 1,1-1,-1 1,0 0,1-1,-1 1,0-1,1 1,-1 0,0 0,12 42,-11-42,24 201,-22-151,2-1,2 1,3-2,1 1,3-1,2-1,8 14,14-3,-22-43</inkml:trace>
  <inkml:trace contextRef="#ctx0" brushRef="#br0" timeOffset="49565.435">5391 13388,'21'-2,"19"-3,20-6,16-4,8-3,-2 2,-13 3</inkml:trace>
  <inkml:trace contextRef="#ctx0" brushRef="#br0" timeOffset="50167.836">4189 13976,'10'292,"-20"132,-53 333,20-223,42-509,-15 69,11-87</inkml:trace>
  <inkml:trace contextRef="#ctx0" brushRef="#br0" timeOffset="50900.789">5352 14150,'18'49,"-9"16,-2 0,-4 0,-2 8,-1-38,2 463,-37 214,21-565,-8 91,10 48,17-229,-2-55</inkml:trace>
  <inkml:trace contextRef="#ctx0" brushRef="#br0" timeOffset="51766.534">4081 15942,'0'5,"0"5,0 6,0 10,0 9,0 10,0 11,0 9,-2 11,-3 7,-6 6,0 1,-1-3,2-8,4-12,6-15,3-17</inkml:trace>
  <inkml:trace contextRef="#ctx0" brushRef="#br0" timeOffset="52464.02">4189 14993,'-191'210,"148"-180,41-37,58-81,40-36,-95 123,0 0,0 0,0 0,0 0,0 0,0 0,1 1,-1-1,0 0,0 1,1-1,-1 1,0-1,1 1,-1 0,0 0,1-1,-1 1,1 0,-1 0,0 0,1 1,-1-1,0 0,1 0,-1 1,1-1,-1 1,0-1,0 1,1-1,-1 1,0 0,0 0,1 0,34 41,-28-31,37 50,-23-25,3-2,0-2,2 0,2-1,1-2,1-1,33 23,-32-33</inkml:trace>
  <inkml:trace contextRef="#ctx0" brushRef="#br0" timeOffset="53244.932">5418 15060,'-227'245,"214"-229,36-34,194-211,-168 189,-48 40,0 0,0 0,0 0,0 0,-1 1,1-1,0 0,0 0,0 0,-1 1,1-1,0 0,0 1,-1-1,1 1,0-1,0 1,-1-1,1 1,-1-1,1 1,0 0,-1-1,1 1,-1 0,0 0,1-1,-1 1,0 0,1 0,-1 0,0-1,0 1,0 0,1 0,-1 0,0 0,0-1,0 1,0 0,-1 1,1-2,9 53,-7-36,1-1,1 1,0 0,1-1,0 0,8 14,-2-15,0-1,0-1,2 0,0 0,0-2,1 1,0-2,1 0,0 0,1-2,0 0,0-1,1 0,0-1,0-1,0-1,11 1,31 10</inkml:trace>
  <inkml:trace contextRef="#ctx0" brushRef="#br0" timeOffset="54044.945">1341 11250,'-4'4,"1"-1,0 1,0 1,0-1,1 0,-1 1,1-1,0 1,0 0,1-1,-1 1,1 0,0 0,1 0,-1 0,1 0,0 0,0 0,0 0,1 0,0 0,0 0,0 0,0 0,1 0,0 0,0-1,1 1,5 3,1 1,1-2,0 1,0-2,0 1,1-1,0-1,0 0,0 0,1-1,3 0,25 11,-23-7,0-1,-1 2,0 0,-1 1,0 0,0 2,11 10,-20-16,-1 0,1 1,-1-1,0 1,-1 1,0-1,0 1,0-1,-1 1,0 0,0 0,-1 0,0 1,-1-1,0 0,0 1,-1-1,0 1,-1 2,0 1,-1-1,-1 0,0-1,0 1,-1 0,0-1,-1 0,0 0,-1 0,0-1,0 1,-1-1,-1-1,1 0,-1 0,0 0,-9 5,-5 4,-2 0,0-2,0-1,-2-1,1-1,-25 7,-1-2</inkml:trace>
  <inkml:trace contextRef="#ctx0" brushRef="#br0" timeOffset="54680.284">1287 9832,'5'3,"5"4,11 4,9 5,7 6,5 6,2 6,-4 5,-6 4,-10 3,-13 3,-17 4,-20 3,-18 0,-16-2,3-10</inkml:trace>
  <inkml:trace contextRef="#ctx0" brushRef="#br0" timeOffset="55378.615">1354 8375,'2'2,"6"6,8 5,10 6,10 4,8 2,5 2,2 1,-4 0,-7 2,-11 3,-14 2,-17 3,-22 3,-23 2,-16-2,-12-5,7-10</inkml:trace>
  <inkml:trace contextRef="#ctx0" brushRef="#br0" timeOffset="55993.977">1594 6784,'-1'2,"0"0,-1-1,1 1,0 0,0 0,0 0,0 0,0 0,0 0,1 0,-1 0,0 0,1 0,0 0,0 0,-1 0,1 1,0-1,1 0,-1 0,0 0,1 0,-1 0,1 0,0 1,-1-1,1-1,0 1,0 0,0 0,1 0,-1 0,0-1,1 1,-1-1,1 1,1 0,73 42,-65-39,3-1,-1 1,0 1,0 0,0 1,0 0,-1 1,0 0,-1 1,0 0,0 1,-1 0,0 1,-1 0,0 0,-1 1,0 0,-1 1,0 0,-1 0,-1 0,0 1,-1 0,-3-4,0 1,-1 0,0 0,-1 0,0-1,0 1,-2 0,1-1,-1 1,-1-1,0 0,0 0,-1 0,-5 8,-7 8,-1-2,0 1,-2-2,-16 15,-135 107,126-112</inkml:trace>
  <inkml:trace contextRef="#ctx0" brushRef="#br0" timeOffset="56878.598">8172 9605,'-1'0,"0"1,0-1,-1 1,1-1,0 1,0 0,0 0,0-1,0 1,0 0,1 0,-1 0,0 0,0 0,1 0,-1 0,0 0,1 0,-1 1,1-1,-1 0,1 0,0 0,0 1,-1-1,1 0,0 0,0 1,0-1,0 0,1 0,-1 1,0-1,0 0,1 0,-1 0,1 1,-1-1,1 0,-1 0,1 0,0 0,0 0,-1 0,1 0,0 0,0 0,0 0,0-1,0 1,0 0,0-1,0 1,0 0,1-1,-1 0,0 1,1-1,79 26,-63-21,0 0,-1 0,0 2,0 0,0 1,0 1,-10-4,0-1,-1 2,1-1,-1 1,0 0,0 0,-1 0,0 1,0 0,0 0,-1 0,0 1,0-1,-1 1,0 0,-1 0,1 0,-1 0,-1 1,0-1,0 1,-1-1,0 0,0 1,-1-1,0 1,0-1,-1 0,0 0,-1 1,1-1,-5 6,1-1,-1 0,-1 0,0-1,-1 0,0 0,0-1,-2 0,1-1,-1 0,-1 0,0-2,0 1,-1-1,0-1,0-1,-1 0,1 0,-1-1,-12 2,6-4</inkml:trace>
  <inkml:trace contextRef="#ctx0" brushRef="#br0" timeOffset="57576.782">9121 9899,'7'4,"11"5,14 0,15-2,16-1,13-2,5-2,0-1,-10-1,-16 2,-22 1,-17-1</inkml:trace>
  <inkml:trace contextRef="#ctx0" brushRef="#br1" timeOffset="82881.709">25631 1103,'10'-60,"-8"65,0 227,4-87,6 0,27 124,-17-131,-6 0,-6 2,-6 0,-3-77,-1 76,7-1,9 26,17 18,-14-83,-4 1,-3 14,-10 2,-6 0,-10 48,12-146,-1 18,1 0,1 0,2 0,2 0,1-1,7 27,12 44,-23-105,1-1,-1 0,1 0,-1 0,1 0,-1 0,1 1,-1-1,1 0,-1 0,1 0,-1 0,1 0,-1 0,1 0,-1-1,1 1,-1 0,1 0,-1 0,1 0,-1-1,0 1,1 0,-1 0,1-1,-1 1,0 0,1-1,-1 1,0 0,1-1,-1 1,0-1,1 1,-1 0,0-1,0 1,0-1,1 1,-1-1,0 1,0-1,0 1,0-1,0 1,0-1,0 1,0-1,0 1,0-1,0 1,0-1,-1 1,1-1,0 1,0-1,0-1,8-20</inkml:trace>
  <inkml:trace contextRef="#ctx0" brushRef="#br1" timeOffset="84981.205">25725 1036,'-9'-19,"1"6,2 0,0-1,0 0,2 0,-1 0,2-1,0 1,-1-11,4-29,2 0,2 1,2-1,3 1,7-18,-16 67,0 0,0 1,0-1,0 0,1 1,-1-1,1 0,0 1,0-1,0 1,0-1,1 1,0 0,-1-1,1 1,0 0,0 0,1 0,-1 0,1 1,-1-1,1 1,0-1,0 1,0 0,0 0,1 0,-1 1,0-1,1 1,-1 0,1 0,-1 0,1 0,0 0,0 1,176 55,-55-29,1-5,0-5,1-7,0-4,105-12,-38 5,170 9,-132 0,-231-8,1 1,0 1,-1-1,1 0,0 0,-1 1,1-1,0 0,-1 1,1 0,-1-1,1 1,-1 0,0 0,1 0,-1 0,0 0,1 0,-1 0,0 1,0-1,0 0,0 0,0 1,0-1,-1 1,1-1,0 1,-1-1,1 1,-1 0,1-1,-1 1,0 0,0-1,0 1,0 0,0-1,0 1,0 1,3 70,-3 1,-2-1,-5 0,-2 0,-1 19,3 1,5 15,26 302,-22-129,10 199,14-13,-17-196,-4-134,8 68,9 122,0-112,-10-112,-3 1,-6 24,-3-116,11 70,-11-82,0 1,0-1,1 1,-1-1,1 0,-1 1,0-1,1 1,-1-1,1 0,-1 1,1-1,-1 0,1 1,0-1,-1 0,1 0,-1 0,1 1,-1-1,1 0,0 0,-1 0,1 0,-1 0,1 0,0 0,-1 0,1 0,-1-1,1 1,-1 0,1 0,0 0,-1-1,1 1,-1 0,1-1,-1 1,1 0,-1-1,1 1,-1-1,0 1,1-1,-1 1,0-1,1 1,-1-1,0 1,0-1,1 1,-1-1,0 1,0-1,0 0,0 1,0-1,0 1,1-1,-2 0,9-18</inkml:trace>
  <inkml:trace contextRef="#ctx0" brushRef="#br1" timeOffset="86211.245">25764 4044,'1'0,"0"0,-1 0,1 0,0 1,-1-1,1 0,0 1,-1-1,1 0,-1 1,1-1,0 1,-1-1,1 1,-1-1,0 1,1-1,-1 1,1-1,-1 1,0 0,1-1,-1 1,0 0,0-1,0 1,1 0,-1-1,0 1,0 0,0-1,0 1,0 0,0-1,0 1,-1 0,1 0,0-1,0 1,0-1,-1 1,1 0,0-1,-1 1,1 0,-57 316,54-299,1-10,1-1,-1 1,1 0,0-1,1 1,0 0,0 0,1-1,0 1,0 0,1-1,0 1,0-1,1 1,0-1,0 0,2-3,0-1,0-1,0 1,1-1,-1 0,0 0,1 0,-1-1,1 0,0 0,-1 0,1-1,0 0,-1 0,1 0,0-1,0 0,-1 0,1 0,1-2,1 2,95-12,0 5,8 4,450 31,548-26,-1109-1,0 0,-1-1,1 1,0 0,0 0,0-1,0 1,0 0,0 0,0-1,0 1,0 0,0 0,0 0,0-1,0 1,0 0,0 0,0-1,1 1,-1 0,0 0,0-1,0 1,0 0,0 0,0 0,1 0,-1-1,0 1,0 0,0 0,0 0,1 0,-1-1,0 1,0 0,1 0,-1 0,0 0,0 0,0 0,1 0,-1 0,0 0,0 0,1 0,-1 0,0 0,0 0,1 0,-1 0,0 0,0 0,1 0,-1 0,-8-6</inkml:trace>
  <inkml:trace contextRef="#ctx0" brushRef="#br1" timeOffset="86852.938">26901 4565,'-12'86,"-14"429,-15 396,40-881</inkml:trace>
  <inkml:trace contextRef="#ctx0" brushRef="#br1" timeOffset="87586.979">26821 3656,'-5'-3,"-1"1,0-1,0 2,0-1,0 1,0 0,-1 0,1 0,0 1,-1 0,1 0,0 1,0 0,-1 0,1 0,0 1,0 0,0 0,0 0,1 1,-1 0,1 0,-1 0,1 1,0 0,1 0,-1 0,0 1,1-1,0 1,1-1,0 0,1 1,-1-1,1 1,0-1,0 1,1 0,-1 0,1 0,0 0,1 0,-1 0,1 0,0 0,0 0,0 0,1 0,0 0,0 0,0 0,0 0,1 0,0-1,0 1,0-1,1 1,-1-1,1 0,0 0,0 0,1 0,-1 0,1-1,3 3,179 138,-183-141,0 0,0 0,0 0,0 0,-1 0,0 0,1 1,-1-1,-1 1,1-1,0 1,-1 0,0 0,0 0,0-1,0 1,0 0,-1 0,0 1,0-1,0 0,0 0,-1 0,0 0,1 0,-1-1,-1 1,1 0,-1 0,1 0,-1-1,0 1,0-1,-1 0,1 1,-1-1,1 0,-1 0,0-1,0 1,0-1,-2 1,-5 3,-1 0,1-1,-2-1,1 1,0-2,-1 0,0 0,1-1,-1-1,0 0,0 0,0-1,-3-1,13 1,0 0,0 0,0 0,1 0,-1-1,0 1,0-1,0 1,1-1,-1 0,0 1,1-1,-1 0,1 0,-1 0,1 0,0-1,-1 1,1 0,0-1,0 1,0-1,-1 1,2-1,-2 0,2-9</inkml:trace>
  <inkml:trace contextRef="#ctx0" brushRef="#br1" timeOffset="87882.721">27008 4071,'1'5,"0"0,0 0,1 0,-1 0,1 0,0 0,0 0,1-1,-1 1,1-1,0 0,0 0,1 0,-1 0,1 0,0-1,0 0,0 1,0-1,1-1,-1 1,1-1,-1 0,1 0,0 0,0 0,0-1,0 0,0 0,0-1,0 1,1-1,3 0,-4 0,0-1,0 1,0-1,0 0,0 0,0-1,0 0,0 1,-1-2,1 1,-1 0,1-1,-1 0,0 0,0 0,0 0,-1-1,1 0,-1 0,0 0,0 0,0 0,0 0,-1-1,0 1,0-1,0 0,0 0,-1 0,0 0,0 0,0 0,-1 0,1 0,-1 0,-1 0,1 0,-1 0,0-1,1 0,-1 0,-1 0,1 0,-1 0,0 0,-1 1,1-1,-1 1,0 0,0 0,-1 0,0 0,1 0,-2 1,1 0,0 0,-1 0,0 0,0 1,0-1,0 1,-1 0,1 1,-1 0,1 0,-1 0,0 0,0 1,0 0,0 0,0 1,0-1,-4 2,-4 2,0 1,1 1,-1 0,1 1,0 1,0 0,1 1,0 0,-7 6,-24 18</inkml:trace>
  <inkml:trace contextRef="#ctx0" brushRef="#br1" timeOffset="89015.575">23907 1477,'197'10,"793"4,-562 3,-388-14,-31-1</inkml:trace>
  <inkml:trace contextRef="#ctx0" brushRef="#br1" timeOffset="90381.167">23987 3001,'162'10,"0"-7,92-13,-204 7,147-7,331-7,-397 4,129 13,-251 0</inkml:trace>
  <inkml:trace contextRef="#ctx0" brushRef="#br1" timeOffset="91332.711">26019 1277,'-9'11,"-3"11,3 13,4 9,9 7,6 3,2 0,1-3,-3-5,-3-6,-5-10,-2-10</inkml:trace>
  <inkml:trace contextRef="#ctx0" brushRef="#br1" timeOffset="91664.324">25992 1223,'12'31,"65"86,-57-91,-1 1,-2 0,0 1,-2 1,-1 1,-2 0,-1 1,2 9,-12-37,0 0,0 0,-1 0,1 0,-1 0,1 0,-1 0,0 1,0-1,-1 0,1 0,0 0,-1 0,0 0,0 0,0 0,0 0,0 0,-1-1,1 1,-1 0,0-1,0 1,0-1,0 0,0 1,0-1,-1 0,1 0,-1-1,0 2,-11 2,-1 0,0-2,0 1,0-1,0-1,0-1,-1 0,1-1,-14-2,6 1,-12 0,-64 7,87 2,9-1</inkml:trace>
  <inkml:trace contextRef="#ctx0" brushRef="#br1" timeOffset="92061.053">26433 1624,'3'148,"-3"-146,1 0,-1 0,0 0,1 0,0-1,-1 1,1 0,0 0,0-1,0 1,0 0,0-1,0 1,0-1,1 0,-1 1,0-1,1 0,0 0,-1 0,1 0,-1 0,1 0,0 0,0 0,-1-1,1 1,0-1,0 1,0-1,0 0,0 0,0 0,-1 0,1 0,0 0,0 0,0-1,0 1,0-1,0 1,-1-1,2 0,73-43,-71 41,-1 0,0-1,0 1,-1-1,1 0,-1 0,1-1,-2 1,1-1,0 1,-1-1,0 0,0 0,0 0,0 0,-1 0,0 0,0-1,-1 1,1 0,-1-1,0 1,-1 0,1-1,-1 1,0 0,0 0,-1 0,1 0,-1 0,0 0,-1 0,1 0,-1 1,0-1,0 1,0 0,-4-4,1 5,1 0,-1 0,0 0,0 1,0 0,0 0,0 0,0 1,0 0,-1 0,1 0,-1 1,1 0,0 0,-1 1,1 0,0 0,-1 0,1 1,0 0,0 0,0 1,0 0,1 0,-1 0,1 0,0 1,0 0,0 0,0 0,1 1,-1 0,1 0,-3 4,-15 22</inkml:trace>
  <inkml:trace contextRef="#ctx0" brushRef="#br1" timeOffset="92917.34">25979 2934,'0'-4,"0"0,0 6,-3 9,0 10,1 7,-1 9,2 7,0 3,0 0,3-3,1-7,0-8,0-11,0-12,2-13,-2-14,0-3</inkml:trace>
  <inkml:trace contextRef="#ctx0" brushRef="#br1" timeOffset="93298.358">26045 2881,'-1'-10,"0"0,-1 0,0 1,-1-1,0 1,0-1,-1 1,0 0,-1 1,-2-3,3 11,10 15,15 25,3-1,1-1,30 34,52 82,-104-151,0 0,-1 0,1 0,-1 0,0 1,0-1,0 1,-1-1,1 1,-1 0,0 0,0-1,0 1,0 0,-1 0,1 0,-1 0,0 0,-1 0,1 0,0 0,-1 0,0 0,0 0,0-1,-1 1,1 0,-1-1,0 1,0-1,0 1,0-1,-1 0,1 0,-1 0,-1 1,-15 4,1 0,-1-2,0 0,0-1,0 0,-1-2,1-1,-4 0,7 0,-78 7,88-8,10-1</inkml:trace>
  <inkml:trace contextRef="#ctx0" brushRef="#br1" timeOffset="93613.864">26447 3228,'126'-272,"-118"261,-6 27,-2 84,-1-45,2 0,3 0,1 0,4 2,-2-28</inkml:trace>
  <inkml:trace contextRef="#ctx0" brushRef="#br1" timeOffset="94227.741">26875 2092,'9'18,"10"13,6 6,6 1,1-4,1-5,-1-5,-3-7,-3-7,-6-4</inkml:trace>
  <inkml:trace contextRef="#ctx0" brushRef="#br1" timeOffset="94606.727">27275 2092,'11'-18,"-6"13,-7 14,-60 96,53-90,-4 4,1 0,1 1,1 1,1 0,0 0,2 0,0 1,1 0,2 1,0 18,2 0,2 0,2 0,2 0,1 0,2-1,2 0,2 0,1-1,8 15,-7-27,0-7</inkml:trace>
  <inkml:trace contextRef="#ctx0" brushRef="#br1" timeOffset="95136.553">27743 2266,'25'2,"27"1,24 0,27 2,24-1,19 2,12 0,4 1,-4 0,-12 0,-19 0,-22-2,-26-2,-27 1,-25 0,-25-1,-14 0</inkml:trace>
  <inkml:trace contextRef="#ctx0" brushRef="#br1" timeOffset="96231.656">24602 2707,'50'24,"249"93,-294-116,1 0,-1 1,-1 0,1 0,0 0,0 1,-1-1,1 1,-1 0,0 0,0 1,0-1,0 1,-1 0,1 0,-1 0,0 1,0-1,-1 1,1 0,-1-1,0 1,0 0,-1 0,1 4,-3-2,-1-1,0 0,0 1,-1-1,0 0,0 0,0-1,-1 1,0-1,0 1,0-1,-1 0,1-1,-1 1,-1-1,0 1,-26 20,-1-1,-1-1,-1-2,-1-1,-35 13,-10 1</inkml:trace>
  <inkml:trace contextRef="#ctx0" brushRef="#br1" timeOffset="96994.877">24708 1116,'7'10,"1"0,0-1,0 0,0 0,1-1,1 0,-1-1,6 3,6 6,30 22,-33-27,-2 0,0 1,0 1,-1 1,0 0,-1 1,-1 1,-1 0,11 17,-20-26,0-1,-1 1,0 1,0-1,-1 0,0 0,0 1,0-1,-1 0,0 1,-1-1,0 0,0 1,0-1,-1 0,0 0,0 0,-1 0,0 0,0 0,-1-1,0 0,0 1,-1 0,-13 16,0-1,-1-1,-2 0,0-2,-15 11,-94 70,75-59</inkml:trace>
  <inkml:trace contextRef="#ctx0" brushRef="#br1" timeOffset="97993.397">26901 5140,'-19'7,"-1"0,1 2,1 0,0 1,0 1,1 0,0 2,1 0,0 0,1 2,1 0,1 0,-5 8,8-1,10-22,0-1,0 1,0 0,1 0,-1 0,0-1,0 1,0 0,1 0,-1 0,0 0,0 0,1-1,-1 1,0 0,0 0,1 0,-1 0,0 0,0 0,1 0,-1 0,0 0,0 0,1 0,-1 0,0 0,0 0,1 0,-1 0,0 0,0 1,1-1,-1 0,0 0,0 0,1 0,-1 0,0 1,0-1,0 0,1 0,-1 0,0 1,0-1,0 0,0 0,0 0,0 1,1-1,-1 0,0 0,0 1,0-1,0 0,0 1,0-1,0 0,20-18,0-1,-1 0,-1-2,-2 0,0-1,0 0,8-21,20-23,-42 66,0-1,1 1,-1 0,0 0,0 0,1 1,-1-1,0 0,1 1,-1 0,0-1,0 1,0 0,0 0,0 0,0 0,0 1,0-1,0 1,-1-1,1 1,0-1,-1 1,1 0,6 5,41 26,1-2,51 24,-52-30,-1 2,-1 2,21 18,-39-23</inkml:trace>
  <inkml:trace contextRef="#ctx0" brushRef="#br1" timeOffset="98848.794">28612 2039,'0'1,"-1"-1,0 1,1 0,-1 0,1 0,0 0,-1 0,1-1,0 1,-1 0,1 0,0 0,0 0,0 0,0 0,0 0,0 0,0 0,0 0,0 0,1 0,-1 0,0 0,1 0,-1 0,0-1,1 1,-1 0,1 0,-1 0,1 0,0-1,-1 1,1 0,0-1,0 1,-1-1,1 1,0 0,0-1,15 16,1-2,1 0,0-1,1 0,0-2,0 0,13 4,60 37,-89-51,0 0,-1 1,1 0,0 0,-1 0,1 0,-1 0,1 0,-1 0,0 1,0 0,0-1,0 1,-1 0,1 0,-1 0,0 0,1 0,-1 0,-1 0,1 0,0 0,-1 0,1 1,-1-1,0 0,0 0,-1 1,1-1,-1 0,1 0,-1 0,0 0,0 1,0-1,-1 0,1-1,-2 3,-10 12,-1 0,0-1,-1-1,-1 0,0-1,-1-1,-16 10,19-13,-147 99,87-63</inkml:trace>
  <inkml:trace contextRef="#ctx0" brushRef="#br2" timeOffset="130178.951">725 17172,'0'0</inkml:trace>
  <inkml:trace contextRef="#ctx0" brushRef="#br2" timeOffset="140650.59">16608 5488,'-27'-57,"26"57,0 0,0 0,0 0,0 0,0 0,0 0,0 1,0-1,0 0,0 1,0-1,0 1,0-1,0 1,0 0,0-1,0 1,1 0,-1-1,0 1,0 0,1 0,-1 0,1 0,-1 0,1 0,-1 0,1 0,-1 0,1 0,0 0,-1 0,1 0,0 0,0 0,0 0,0 0,0 0,0 0,0 0,1 0,-1 0,0 0,1 1,-6 200,7-122,0 12,5 0,3 0,10 31,-2-15,-5 1,-5 0,-4 1,-10 74,0 2,11 85,-1-20,-13 43,20 255,-11-535,1 166,20 148,24 159,-16-77,24 34,-36-250,-9 0,-8 25,13 44,-5-183,-4 0,-3 0,-4 0,-10 58,4-87,-9 49,5 1,1 37,13 400,-1-496,3 1,1-1,10 40,-7-62,-1-13</inkml:trace>
  <inkml:trace contextRef="#ctx0" brushRef="#br2" timeOffset="143139.433">16661 5488,'-1'-16,"0"-1,2 1,0 0,1 0,0 0,1 0,1 0,1 0,0 1,1 0,1 0,0 1,1-1,0 2,1-1,4-3,-9 10,1 1,0 1,0-1,0 1,0-1,1 2,0-1,0 1,0-1,1 2,0-1,-1 1,1 0,0 0,0 1,1 0,-1 0,0 1,1 0,-1 0,1 1,-1-1,1 2,45 2,0 2,0 2,8 5,64 8,469 25,-308-16,57-10,227 22,-273-14,-262-25,450 23,3-26,-204-34,-5 15,-199 11,-80 9,1 0,-1 0,1 0,-1 0,1 0,-1 0,1 0,-1 0,1 1,-1-1,1 0,-1 0,1 0,-1 1,1-1,-1 0,0 1,1-1,-1 0,1 1,-1-1,0 0,1 1,-1-1,0 1,0-1,1 1,-1-1,0 0,0 1,0-1,1 1,-1-1,0 1,0-1,0 1,0 0,0-1,0 1,0-1,0 1,0-1,0 1,-1-1,1 1,0-1,0 1,0-1,-1 1,1-1,0 0,0 1,-1-1,-16 36,12-27,-2 14,0 0,2 0,1 1,1 0,0 0,2 0,1 0,1 0,1-1,1 1,5 20,-5-22,18 156,-3 131,-18-146,-1-2,8 0,12 56,18 3,-14-97,-5 1,-1 86,-2 219,4-144,-14 66,8 262,32 115,35 82,-44-477,-13 21,-6 228,-17-553,14 536,-2-103,-11-242,25 184,-28-361,2-43,-1 0,1 1,-1-1,1 1,0-1,-1 0,1 0,-1 1,1-1,-1 0,1 0,-1 1,1-1,-1 0,1 0,-1 0,1 0,-1 0,1 0,-1 0,1 0,-1 0,1 0,-1 0,1 0,-1 0,1 0,-1 0,1-1,-1 1,1 0,-1 0,1 0,-1-1,1 1,-1 0,1-1,0 1,-1-1,1 1,0 0,-1-1,1 1,0-1,-1 1,-13-13</inkml:trace>
  <inkml:trace contextRef="#ctx0" brushRef="#br2" timeOffset="144752.582">16661 12613,'9'25,"-1"0,-1 0,-1 1,-1 0,-1 0,-2 0,0 1,-2-1,-1 1,-2 14,-31 377,30-255,18 151,-1 44,-13-355,-1-2,1 1,-1-1,1 1,-1-1,1 0,0 1,-1-1,1 1,0-1,0 1,0-1,0 1,0-1,1 1,-1-1,0 0,1 1,-1-1,1 1,-1-1,1 0,0 1,0-1,-1 0,1 0,0 0,0 1,0-1,0 0,0 0,1-1,-1 1,0 0,0 0,1 0,-1-1,0 1,1-1,-1 1,0-1,1 1,-1-1,1 0,-1 0,1 0,-1 0,1 0,-1 0,1 0,0 0,189-33,11 23,51 10,-119 2,1307-1,-100 38,-569-9,-689-24,336 12,-418-18,0 0,-1 0,1 0,0 1,0-2,0 1,0 0,0 0,0 0,0 0,0 0,0-1,-1 1,1 0,0-1,0 1,0-1,-1 1,1-1,0 1,0-1,-1 0,1 1,0-1,-1 0,1 1,-1-1,1 0,-1 0,1 0,-1 1,0-1,1 0,-1 0,0 0,0 0,0 0,1 0,-1 0,0 0,0 1,0-1,-1 0,1 0,0 0,0 0,0 0,-1 0,1 0,0 0,-1 1,1-1,-1 0,1 0,-1 1,1-1,-1 0,1 0,-1 1,0-1,0 0,-8-19,-9-22,2 0,1-1,-8-45,10-14,4-1,4-95,5 186,-1-95</inkml:trace>
  <inkml:trace contextRef="#ctx0" brushRef="#br2" timeOffset="145748.949">18480 13175,'-37'399,"35"-366,-9 55,11-88,1 1,-1-1,0 0,0 1,0-1,0 1,0-1,0 1,0-1,0 0,0 1,0-1,0 1,0-1,0 1,0-1,0 0,-1 1,1-1,0 1,0-1,0 0,-1 1,1-1,0 0,0 1,-1-1,1 0,0 1,-1-1,1 0,0 0,-1 1,1-1,-1 0,1 0,0 0,-1 0,1 1,-1-1,1 0,0 0,-1 0,1 0,-1 0,1 0,-1 0,1 0,0 0,-1 0,1 0,-1 0,1-1,0 1,-1 0,1 0,-1 0,1-1,0 1,-1 0,1 0,0-1,-1 1,1 0,0-1,-1 1,-13-29,0-27,2 0,2-1,2 0,4 0,1-3,1 40,1 0,0 0,2-1,0 1,2 0,0 0,1 0,0 1,2-1,1 1,0 1,2-2,-5 14,0 1,0 0,1 0,0 0,0 0,0 1,1 0,-1 0,1 0,0 1,0 0,1 0,-1 0,0 1,1 0,0 0,-1 1,1 0,0 0,0 0,0 1,4 0,5 1,0 0,-1 1,1 0,0 2,-1 0,1 0,-1 2,0 0,2 2,-4-2,1 2,-1-1,0 2,-1 0,0 0,-1 1,1 1,-2 0,3 3,-10-10,0 0,0 0,0 0,-1 0,0 0,0 1,0-1,0 1,-1-1,1 1,-1 0,0 0,-1-1,1 1,-1 0,0 0,0 0,-1 0,1-1,-1 1,0 0,0 0,-1-1,0 1,1-1,-1 1,-1-1,1 0,-1 0,-1 2,-12 12,-1 0,-1-2,-1 0,0-1,-1-1,-1-1,0 0,-1-2,0-1,0 0,-18 4,-35 10,110-29,0 1,1 2,-1 1,1 2,-1 1,1 2,-1 1,-1 2,1 1,-1 2,0 1,1 3,-31-13,-1 0,0 0,0 1,0-1,0 0,0 1,0 0,0 0,0 0,0 0,-1 0,1 1,-1-1,0 1,0-1,0 1,0 0,0 0,-1 0,1 0,-1 0,1 0,-1 1,0-1,-1 0,1 1,-1-1,1 0,-1 1,0-1,0 1,0-1,-1 1,0 2,-3 0,-1 0,-1 1,1-2,-1 1,0-1,0 1,0-2,-1 1,1-1,-1 0,0 0,-7 2,-27 11,-1-1,-1-1,-1-3,1-2,-2-2,-17 1,-4-1</inkml:trace>
  <inkml:trace contextRef="#ctx0" brushRef="#br2" timeOffset="146714.908">18386 14191,'-9'46,"2"0,3 1,1-1,3 1,1 0,3-1,2 1,5 19,0 11,-4 1,-2 33,-11-17,-4 0,-19 76,9-66,6 0,3 12,9-70,2 0,2 0,2 0,4 14,15-112,-16 44</inkml:trace>
  <inkml:trace contextRef="#ctx0" brushRef="#br2" timeOffset="147331.4">17490 15995,'49'-10,"86"-13,2 6,1 6,92 6,-1 12,53 16,-51-4,-208-17,93-6,-115 4,1 0,-1 0,0 0,0 0,1 0,-1-1,0 1,0 0,0-1,1 1,-1-1,0 1,0-1,0 0,0 1,0-1,0 0,0 0,0 0,0 0,0 1,-1-1,1 0,0-1,-1 1,1 0,0 0,-1 0,1 0,-1 0,0-1,1 1,-1 0,0 0,0-1,0 1,0 0,0 0,0-1,0 1,0 0,-1 0,1-1,0 1,-1 0,1 0,-1 0,1-1,-1 1,0 0,1 0,-1 0,0 0,0 0,0 0,0 1,0-1,0 0,0 0,0 1,0-1,0 0,0 1,-1-1,-2 1,1-1,-1 2,1-1,0 0,-1 1,1-1,0 1,-1 0,1 0,0 0,0 0,0 1,0-1,0 1,0 0,0 0,1 0,-1 0,0 1,1-1,-26 17,4-10,2-2</inkml:trace>
  <inkml:trace contextRef="#ctx0" brushRef="#br2" timeOffset="147615.683">17731 15929,'-7'18,"-5"15,-6 14,-6 7,-2 4,-2 1,2-4,5-9,6-8,10-11,7-10</inkml:trace>
  <inkml:trace contextRef="#ctx0" brushRef="#br2" timeOffset="147864.513">18118 15916,'-2'15,"-4"13,-4 11,-4 4,-1 5,-2-1,1-4,1-5,3-7,9-13,8-14,4-8</inkml:trace>
  <inkml:trace contextRef="#ctx0" brushRef="#br2" timeOffset="148074.897">18426 15969,'-7'21,"-7"15,-5 11,-4 4,-3 0,1-1,2-5,3-6,7-9,10-12,13-14,9-14,1-5</inkml:trace>
  <inkml:trace contextRef="#ctx0" brushRef="#br2" timeOffset="148284.335">18639 15995,'0'16,"-2"15,-6 10,-7 10,-7 8,-5 3,-2-3,3-8,5-11,9-13,13-14,11-20,13-15,8-15,0-1</inkml:trace>
  <inkml:trace contextRef="#ctx0" brushRef="#br2" timeOffset="148533.23">18907 15995,'-5'16,"-3"12,-5 11,-3 7,-3 3,-1-3,2-4,0-7,2-9,-4-10,2-7</inkml:trace>
  <inkml:trace contextRef="#ctx0" brushRef="#br2" timeOffset="149198.955">17664 14686,'-8'22,"1"0,1 0,2 1,0 0,1 0,1 0,1 1,1-1,1 0,2 0,0 0,1 0,1 0,4 7,-7-20,0-1,1 1,1 0,0-1,0 0,1 0,0 0,0 0,1-1,0 0,0 0,1-1,0 1,2-1,-7-5,1-1,-1 0,1 0,0 0,-1 0,1 0,0 0,0-1,0 1,0-1,-1 0,1 0,0 0,0 0,0 0,0-1,-1 1,1-1,0 0,0 0,-1 0,1 0,0-1,-1 1,1 0,-1-1,0 0,2-1,57-59,-45 45,-2-1,0 0,-1-1,-1-1,-1 0,0-1,-2 0,0 0,-2-1,0 0,-2 0,0 0,-1-1,-2 0,0 0,-1 0,-2-14,0 31,1 0,-1 1,0-1,-1 0,0 1,0-1,0 1,0-1,-1 1,0 0,0 0,0 0,-1 0,1 1,-1 0,0-1,-1 1,1 0,-1 1,1-1,-1 1,0 0,-1 0,1 1,0 0,-1 0,1 0,-1 0,0 1,1 0,-1 0,0 0,0 1,0 0,0 0,0 1,1-1,-1 1,0 1,-3 1,0 1,1 1,-1 0,1 0,0 0,1 1,-1 0,1 1,1 0,-1 0,1 0,0 1,1 0,-1 0,2 0,-1 2,-4 8,0 1,2 0,0 0,1 0,1 1,1 0,1 3,-3 39</inkml:trace>
  <inkml:trace contextRef="#ctx0" brushRef="#br2" timeOffset="150356.533">19856 13121,'-57'109,"-34"95,40-85,42-100,6-15,6-12,111-285,20-55,-96 280,-37 67,0 0,1 1,-1-1,0 1,0 0,0-1,1 1,-1 0,0 0,1 0,-1 0,0 0,0 0,1 0,-1 0,0 0,0 1,1-1,-1 1,0-1,0 1,0-1,1 1,-1-1,0 1,0 0,0 0,0 0,0-1,-1 1,1 0,0 0,0 0,0 0,-1 1,1-1,-1 0,1 0,-1 0,1 0,-1 1,0-1,1 0,-1 0,0 1,0 0,3 2,24 47,-2 1,-2 1,-2 1,-3 1,-2 0,-3 1,-2 1,-3 0,0 25,-6-39,-2-22,0 0,2 0,1 0,0-1,2 1,0-1,2 5,-6-23,1 1,-1 0,0-1,1 1,-1 0,1-1,0 0,0 1,0-1,0 0,0 0,0 0,0 0,1 0,-1-1,1 1,0-1,-1 0,10 3</inkml:trace>
  <inkml:trace contextRef="#ctx0" brushRef="#br2" timeOffset="150547.537">19682 13375,'16'-2,"19"-3,19-4,19-1,15-2,9 1,-2 2,-16 4</inkml:trace>
  <inkml:trace contextRef="#ctx0" brushRef="#br2" timeOffset="152761.897">20043 14257,'3'3,"-1"0,1 0,-1 0,0 0,0 0,0 0,0 0,-1 1,1-1,-1 1,0-1,0 1,0 0,0-1,0 1,-1 0,0 0,0-1,0 1,0 0,-1 0,2 4,7 257,15 13,13 292,-39-324,-28 169,20-296,5 1,10 115,0-181,-3 1,-2-1,-3 0,-2 0,-3 10,0-1,3 1,2-1,6 57,-3 55,1-167,0 0,0 0,0 0,-1 0,0-1,-1 1,0 0,0 0,-1-1,0 1,0-1,0 0,-1 0,0 0,-1-1,1 1,-1-1,-1 0,1 0,-1-1,0 1,0-1,-1-1,1 1,-1-1,0 0,0-1,0 1,-6 0,-16-1,-1-1,1-2,0-1,-1-1,-5-2,-50-3,-702 10,162-36,351 33,-21 0,-112-20,142 4,-90 13,87 2,-277-26,-683 28,1040-8,93 2,-1 4,-13 5,-111 5,172-12,42 7</inkml:trace>
  <inkml:trace contextRef="#ctx0" brushRef="#br2" timeOffset="154013.797">14415 16249,'-61'23,"23"-12,-1 3,2 1,0 2,1 2,1 1,1 1,0 2,-14 15,44-36,1 1,-1-1,1 1,0 0,0 0,0 0,0 1,0-1,1 1,0-1,-1 1,1 0,1 0,-1 0,0 0,1 0,0 1,0-1,0 0,1 1,-1-1,1 0,0 1,0-1,1 0,-1 1,1-1,0 0,0 0,1 1,0 1,7 4,1-2,0 1,1-2,0 1,0-1,0-1,1 0,0-1,0 0,0 0,1-2,-1 1,1-2,3 1,1 1,10 3,-2-2,0 1,0 1,0 1,-1 1,0 1,-1 1,0 1,-1 1,0 1,-1 1,9 10,-27-23,0 0,0 0,-1 0,1 1,0-1,-1 1,0 0,0 0,0 0,0 0,0 0,-1 0,1 0,-1 1,0-1,0 1,0-1,0 1,-1-1,1 1,-1-1,0 1,0-1,0 1,-1 0,1-1,-1 1,0-1,0 1,0-1,0 0,-1 1,1-1,-1 0,0 0,0 0,0 0,-2 2,-10 2,-1-1,1 0,-1-1,0-1,0 0,0-1,-1-1,1 0,-11-1,0 1,-206 18,210-10,22-10,0 1,0-1,0 0,0 1,0-1,-1 1,1-1,0 0,0 1,0-1,0 1,0-1,0 0,0 1,0-1,0 1,1-1,-1 0,0 1,0-1,0 0,0 1,0-1,1 0,-1 1,0-1,0 0,1 1,-1-1,0 0,1 1,-1-1,0 0,1 0,-1 1,0-1,1 0,-1 0,0 0,1 0,-1 0,1 1,-1-1,0 0,1 0,-1 0,1 0,-1 0,0 0,1 0,-1 0,1 0,-1-1,0 1,49 5,-21-7</inkml:trace>
  <inkml:trace contextRef="#ctx0" brushRef="#br2" timeOffset="154381.409">14776 16958,'11'9,"1"-1,-1 1,2-2,-1 1,1-2,0 0,0 0,1-2,0 1,0-2,4 1,-11-3,-1 0,1 0,0-1,-1 1,1-2,-1 1,1-1,-1 0,1 0,-1-1,1 0,-1 0,0-1,0 1,0-1,0 0,-1-1,1 0,-1 0,0 0,0 0,0-1,-1 0,1 0,1-3,-2 2,0-1,0 0,-1 0,0 0,0 0,-1 0,0-1,0 1,0-1,-1 1,-1-1,1 0,-1 1,0-1,-1 0,0 1,0-1,-1 0,0 1,0 0,0-1,-1 1,0 0,-1 0,0 1,0-1,0 1,-1-1,0 1,0 1,0-1,-1 1,1 0,-2 0,1 1,0-1,-1 2,0-1,0 1,0 0,0 0,0 0,-2 0,1 1,-1-1,1 1,-1 0,0 1,0 0,1 1,-1 0,0 0,0 1,0 0,0 0,1 1,-1 0,0 1,1 0,0 0,0 1,0 0,0 0,1 1,-1 0,1 0,0 1,1 0,-1 0,1 1,0-1,1 1,0 1,0-1,0 1,1 0,-2 6,-18 81,19-53</inkml:trace>
  <inkml:trace contextRef="#ctx0" brushRef="#br2" timeOffset="155234.547">14615 17199,'17'18,"5"-3,0 0,2-2,0-1,0-1,15 4,-22-8,54 21,-31-14,-1 1,0 3,-2 1,0 1,-1 3,5 4,-40-26,1 0,0 0,-1 0,1 0,-1 0,0 0,1 0,-1 1,0-1,1 0,-1 1,0-1,0 1,0 0,-1-1,1 1,0 0,0-1,-1 1,1 0,-1 0,0 0,0-1,1 1,-1 0,0 0,0 0,-1 0,1-1,0 1,-1 0,1 0,-1 0,1-1,-1 1,0 0,0-1,0 1,0-1,0 1,0-1,0 1,0-1,-1 0,1 1,0-1,-1 0,1 0,-1 0,0 0,0 0,-124 59,63-34,-143 79,197-100,6-3,1 0,-1 0,1 0,-1-1,0 1,0-1,0 0,0 0,0 0,0 0,0 0,0-1,0 1,0-1,0 0,0 0,-1 0,1 0,0-1,-1 0,-6-6</inkml:trace>
  <inkml:trace contextRef="#ctx0" brushRef="#br2" timeOffset="156620.198">12584 17479,'111'-12,"276"11,-168 35,-41-27,-57 6,280-14,-313-11,-84 11,-5 1</inkml:trace>
  <inkml:trace contextRef="#ctx0" brushRef="#br2" timeOffset="159849.192">14241 6344,'36'8,"0"-1,0-1,1-2,-1-2,1-1,5-2,-4 1,540-11,-303 8,-74 2,135-20,-85 14,-156 9,133-2,-224 0,0 1,0-1,-1 1,1 0,0 0,0 0,-1 1,1-1,-1 1,1 0,-1 0,0 0,1 1,0 1,2 2</inkml:trace>
  <inkml:trace contextRef="#ctx0" brushRef="#br2" timeOffset="160297.995">17156 6009,'0'-4,"0"4,0 10,0 15,0 14,0 11,0 10,0 5,0 1,0-5,0-4,0-9,0-7,-3-9,-2-9,-1-9</inkml:trace>
  <inkml:trace contextRef="#ctx0" brushRef="#br2" timeOffset="160552.547">17062 6557,'4'5,"7"1,5 0,10-2,7 0,4-2,1-1,-1-1,-6 0,-5 0,-7 0</inkml:trace>
  <inkml:trace contextRef="#ctx0" brushRef="#br2" timeOffset="160763.502">17049 5943,'-7'-3,"0"0,6 0,10 0,12 2,12-3,12 1,7 0,1 0,-7 2</inkml:trace>
  <inkml:trace contextRef="#ctx0" brushRef="#br2" timeOffset="161230.264">17503 6450,'-3'7,"0"1,1-1,0 1,0 0,1 0,0 0,0 0,0 0,1 0,1 0,-1 0,1-1,1 1,-1 0,1 0,1 0,-1-1,1 0,1 1,-1-1,1 0,1 0,-1-1,1 0,0 1,1-1,-1-1,1 1,0-1,5 3,-6-5,1 0,0-1,-1 1,1-1,0 0,1-1,-1 0,0 1,0-2,1 1,-1-1,0 0,1 0,-1-1,0 0,1 0,-1-1,0 1,0-1,0-1,0 1,-1-1,1 0,-1 0,1 0,-1-1,0 0,0 0,-1-1,1 1,-1-1,0 0,0 0,-1 0,1 0,-1-1,0 0,-1 1,1-1,0-4,-1 2,-1 1,0-1,0 0,-1 0,0 0,0 0,-1 0,0 1,0-1,-1 0,0 1,-1-1,1 1,-1-1,-1 1,1 0,-4-4,4 7,1 0,-1 0,-1 0,1 0,0 0,-1 1,0-1,0 1,0 0,0 0,0 1,0-1,-1 1,1 0,-1 0,0 1,0-1,0 1,0 0,1 0,-1 1,0-1,0 1,-1 0,1 1,0-1,1 1,-2 0,-4 2,1 1,-1 0,1 0,-1 1,1 0,1 1,-1 0,1 0,0 1,0 0,1 0,0 1,-2 3,-24 30</inkml:trace>
  <inkml:trace contextRef="#ctx0" brushRef="#br2" timeOffset="161663.588">17196 7212,'0'4,"0"7,0 10,-2 11,-1 11,-1 7,0 5,-1 1,1-1,1-4,1-5,1-7,1-7,0-7,0-8</inkml:trace>
  <inkml:trace contextRef="#ctx0" brushRef="#br2" timeOffset="161912.737">17089 7761,'2'0,"6"0,5 0,8 0,5 0,4 0,3 0,-1 0,-1 0,-1-3,-3 0,-5-2,-5-3,-6 1</inkml:trace>
  <inkml:trace contextRef="#ctx0" brushRef="#br2" timeOffset="162135.47">17102 7158,'-16'-4,"-7"-4,2-1,11 2,18 1,17 2,19 2,18 1,12 1,4 0,-3 3,-16 0</inkml:trace>
  <inkml:trace contextRef="#ctx0" brushRef="#br2" timeOffset="162438.713">17557 7720,'18'-53,"-3"0,-2-1,-2-1,-1-20,-9 70,-2 13,-3 19,-7 69,3 1,6 1,3-1,10 63,-2-101</inkml:trace>
  <inkml:trace contextRef="#ctx0" brushRef="#br2" timeOffset="162819.688">17396 8643,'0'20,"0"19,0 13,2 10,1 7,0 7,0 3,-4 2,-1-1,-3-6,-2-8,-5-10,0-16</inkml:trace>
  <inkml:trace contextRef="#ctx0" brushRef="#br2" timeOffset="163014.166">17276 9445,'14'-5,"10"-1,10-2,7-2,3 1,1 2,-2 2,-4 2,-7 1,-8 2</inkml:trace>
  <inkml:trace contextRef="#ctx0" brushRef="#br2" timeOffset="163264.497">17209 8656,'5'-7,"12"-7,20-3,19 0,18-1,9 3,-2 7,-14 4</inkml:trace>
  <inkml:trace contextRef="#ctx0" brushRef="#br2" timeOffset="163680.799">17677 9031,'11'-3,"-1"0,1 1,-1 0,1 1,0 0,0 0,0 2,-1-1,1 1,0 1,0 0,-1 0,1 1,-1 1,0-1,6 4,-13-4,-1-1,0 0,0 1,1-1,-1 1,-1-1,1 1,0 0,-1 0,1 0,-1 0,0 0,0 0,0 0,-1 0,1 0,-1 1,0-1,1 0,-1 0,-1 1,1-1,0 0,-1 0,0 1,0-1,0 0,0 0,0 0,-1 2,-52 86,4-32,34-41,1 1,0 0,1 1,1 0,0 3,12-22,0 1,0-1,0 0,1 1,-1-1,0 1,1-1,-1 1,1-1,0 1,-1-1,1 1,0-1,0 1,0 0,0-1,0 1,0-1,0 1,1 0,-1-1,1 1,-1-1,1 1,-1-1,1 0,0 1,0-1,0 0,0 1,0-1,0 0,0 0,0 0,0 0,0 0,1 0,-1 0,0 0,1 0,-1-1,1 1,-1-1,1 1,0 0,18 3,1-1,-1-1,0-1,1-1,-1 0,0-2,0 0,16-4,-9 2,104-13,-80 10</inkml:trace>
  <inkml:trace contextRef="#ctx0" brushRef="#br2" timeOffset="164183.879">17450 10100,'-5'23,"-1"18,0 12,4 11,4 5,2 2,0 1,0-2,-2-5,0-7,-6-5,-4-11,-3-11,1-12</inkml:trace>
  <inkml:trace contextRef="#ctx0" brushRef="#br2" timeOffset="164429.227">17343 10768,'2'5,"3"1,8 0,8-2,10-3,8-4,8-4,1-3,-2 0,-7 0,-7 1,-10 2</inkml:trace>
  <inkml:trace contextRef="#ctx0" brushRef="#br2" timeOffset="164670.327">17356 10046,'20'-2,"19"-1,14 0,8 3,5 4,-6 3,-13 0</inkml:trace>
  <inkml:trace contextRef="#ctx0" brushRef="#br2" timeOffset="165196.441">17811 10501,'-32'33,"32"-33,0 1,0 0,0 0,0 0,0 0,1 0,-1 0,0 0,1 0,-1-1,1 1,-1 0,1 0,-1 0,1-1,0 1,-1 0,1-1,0 1,0-1,-1 1,1-1,0 1,0-1,0 1,0-1,-1 0,1 1,0-1,0 0,0 0,0 0,0 0,0 0,0 0,0 0,0 0,0 0,0 0,0 0,0-1,0 2,44 4,-24-4,-1 1,1 0,-1 2,0 1,0 0,-1 2,1 0,-2 1,8 4,-22-10,-1 0,1 1,-1-1,0 1,0 0,0 0,0 0,-1 0,1 0,-1 0,0 1,0-1,0 1,0 0,-1-1,1 1,-1 0,0 0,0 0,0 0,-1 0,0 0,1 0,-1 0,-1 0,1 1,-1-1,1 0,-1 0,0-1,-1 1,1 0,-1 0,1 0,-1-1,0 1,0-1,-1 1,-1 0,-2 5,-1-1,-1 0,1 0,-1-1,-1 0,1 0,-1-1,0-1,-1 1,1-1,-1-1,0 0,-1 0,-7 1,-6-6,35-13,-5 10,0 1,-1 1,1-1,0 1,1 0,-1 0,0 0,1 1,-1 0,1 1,-1-1,1 1,-1 0,1 1,-1 0,1 0,-1 0,0 1,0 0,1 0,-1 0,0 1,-1 0,1 0,0 0,-1 1,0 0,0 0,0 0,0 1,-1 0,0 0,0 0,0 0,0 0,-1 1,0 0,0 0,0 0,1 5,-3-4,0 0,0 1,0-1,-1 1,0-1,-1 0,1 1,-1-1,-1 0,1 0,-1 1,-1-1,1 0,-1-1,-1 1,1-1,-1 1,0-1,0 0,-1 0,0-1,0 1,0-1,0 0,-6 3,1 0,0 0,-1-1,0-1,0 0,-1 0,1-1,-1-1,-1 0,1-1,0 0,-1 0,1-2,-1 1,-11-2,18 0,-1 0,1-1,0-1,-1 1,1-1,0 0,0 0,0 0,0-1,1 0,-5-3,-9-8</inkml:trace>
  <inkml:trace contextRef="#ctx0" brushRef="#br2" timeOffset="166472.032">14068 7574,'1079'-29,"-139"-32,-700 56,-239 5,0 0,0 0,-1-1,1 1,0 0,0 0,0 0,-1 1,1-1,0 0,0 0,0 0,-1 1,1-1,0 0,0 1,-1-1,1 0,0 1,-1-1,1 1,0 0,-1-1,1 1,-1-1,1 1,-1 0,1-1,-1 1,0 0,1-1,-1 1,0 0,1 0,-1 0,44 15,-43-12,-5-1</inkml:trace>
  <inkml:trace contextRef="#ctx0" brushRef="#br2" timeOffset="167513.009">14201 9205,'236'9,"594"-31,-529 27,-99 0,0-8,30-12,-103-1,-82 24,138-6,-176 0,-5 0</inkml:trace>
  <inkml:trace contextRef="#ctx0" brushRef="#br2" timeOffset="168647.2">13894 10782,'67'-11,"0"3,1 3,61 3,-72 1,484 21,-360-10,-83-6,0-5,1-4,-1-4,50-13,-34-1,-18 2,1 5,56-1,115 41,-112-43,-26 12,-81 9,-36-1,2-1,-25-4,-9-1,-2-1</inkml:trace>
  <inkml:trace contextRef="#ctx0" brushRef="#br2" timeOffset="170746.403">19789 8495,'0'-7,"2"3,4 6,4 12,6 13,7 10,6 9,5 5,3 1,3-2,1-2,1-5,-3-7,-6-10,-5-10,-6-7,-5-10,-4-4</inkml:trace>
  <inkml:trace contextRef="#ctx0" brushRef="#br2" timeOffset="171129.379">20364 8509,'46'-16,"-46"23,-61 64,36-48,12-12,0 1,1 0,0 0,1 1,0 1,1 0,1 0,0 1,1 0,0 1,-3 11,10-16,1-1,0 1,1-1,0 1,1-1,0 0,0 1,1-1,0 0,1-1,0 1,1 0,0-1,1 0,5 7,15 33,-12-10,-2 1,-2 0,-1 1,-3 0,-1 1,-1-1,-3 1,-1-1,-4 18,3-4,0 13,-2-14,3 0,2-1,3 1,2-1,6 20,-3-40</inkml:trace>
  <inkml:trace contextRef="#ctx0" brushRef="#br2" timeOffset="172175.357">21206 9083,'62'8,"0"-3,0-3,3-2,21 0,1674 66,-311 41,-1444-108,-12-2</inkml:trace>
  <inkml:trace contextRef="#ctx0" brushRef="#br2" timeOffset="172613.735">23145 8737,'-2'1,"0"0,1 0,-1 1,0-1,1 1,-1-1,1 1,-1 0,1 0,0 0,-1-1,1 1,0 0,0 0,1 1,-1-1,0 0,1 0,-1 0,1 0,0 1,0-1,0 0,0 0,0 1,0-1,0 0,1 0,-1 0,1 1,0-1,-1 0,1 0,0 0,0 0,1 0,-1-1,0 1,1 0,-1 0,1-1,1 2,11 10,2-1,-1-1,2-1,-1 0,1-1,1-1,0 0,0-1,25 11,-33-13,164 89,-164-87,0 0,0 1,-1 0,0 1,-1 0,0 0,0 0,-1 1,0 0,-1 1,0 0,0 0,-2 0,5 12,-8-15,0 0,0 0,0 1,-1-1,0 0,-1 0,0 1,0-1,0 0,-1 0,-1 0,1 0,-2 0,1-1,-1 1,0-1,0 0,0 0,-1 0,-4 2,-9 12,0 0,-2-2,-1-1,0 0,-14 7,-6 4,-1-3,-2-2,0-1,-31 9,8-8</inkml:trace>
  <inkml:trace contextRef="#ctx0" brushRef="#br2" timeOffset="173869.077">17596 3977,'-26'184,"-14"166,41-288,-2-62,1 1,0-1,0 0,0 1,0-1,0 0,0 1,0-1,0 0,0 1,0-1,0 0,0 1,0-1,0 0,0 1,0-1,0 0,0 0,1 1,-1-1,0 0,0 1,0-1,0 0,1 0,-1 1,0-1,0 0,1 0,-1 0,0 1,0-1,1 0,-1 0,0 0,1 0,-1 1,0-1,1 0,-1 0,0 0,0 0,1 0,-1 0,0 0,1 0,-1 0,0 0,1 0,-1 0,0 0,1 0,-1-1,0 1,1 0,-1 0,0 0,0 0,1-1,10-17,-2-15,-2 0,-1 0,-2 0,-1-1,-2 1,-1-4,0 15,-11-277,13 314,1 0,0 0,1-1,1 1,0-1,1 0,0 0,1 0,1-1,0 0,1 0,-7-10,0 0,1 0,-1-1,1 1,-1 0,1-1,0 0,0 0,0 1,0-2,0 1,0 0,1-1,-1 1,1-1,-1 0,1 0,-1-1,1 1,0-1,-1 0,1 1,0-2,-1 1,1 0,0-1,-1 0,1 1,-1-1,1-1,-1 1,0 0,1-1,-1 0,3-2,7-7,0-2,0 0,-1 0,-1-1,0 0,-1-1,-1 0,0-1,-1 0,-1 0,-1-1,0 1,-1-2,0 1,0-9,12-29,-11 38,1 24,-6 19,-31 261,30-283,-4 34,1 1,2 0,2 0,2 14,3-23</inkml:trace>
  <inkml:trace contextRef="#ctx0" brushRef="#br2" timeOffset="174212.161">18158 4071,'-11'31,"1"1,1 0,2 1,1 0,1 0,2 0,2 0,2 31,-2-53,0-1,1 1,1 0,0 0,0-1,1 1,0 0,1-1,0 0,1 1,0-2,1 1,0 0,0-1,1 0,0 0,7 8,-10-16,0 1,-1-1,1 0,0 0,0 0,0 0,0 0,0 0,-1-1,2 0,-1 1,0-1,0 0,0 0,0-1,0 1,0-1,0 0,-1 1,1-1,0 0,0-1,0 1,-1 0,1-1,-1 0,1 1,-1-1,0 0,1 0,0-2,59-76,-40 35,-2-1,-2-2,-2 1,-3-2,-1 0,-3 0,-1-1,-1-30,-2 34,-3 38</inkml:trace>
  <inkml:trace contextRef="#ctx0" brushRef="#br2" timeOffset="174413.887">18600 4057,'2'16,"5"14,9 12,8 7,9 7,11 3,6-2,2-4,-1-4,-8-8,-7-8,-9-11,-9-8</inkml:trace>
  <inkml:trace contextRef="#ctx0" brushRef="#br2" timeOffset="174615.653">18933 4017,'-18'23,"-13"21,-10 16,-5 15,-4 7,2 5,5-5,7-9,10-16</inkml:trace>
  <inkml:trace contextRef="#ctx0" brushRef="#br2" timeOffset="174975.216">19415 3990,'-16'50,"2"1,2 0,3 1,1 0,3 5,0 63,5-118,0 0,0 0,0-1,0 1,1 0,-1 0,1 0,0-1,-1 1,1 0,0 0,0-1,0 1,0-1,0 1,0-1,0 1,1-1,-1 0,1 0,-1 1,1-1,-1 0,1 0,-1-1,1 1,0 0,0 0,-1-1,1 1,0-1,0 0,0 1,0-1,0 0,-1 0,1 0,0 0,0 0,0-1,0 1,-1-1,1 1,0-1,0 0,29-6,-1-1,0-1,-1-2,0-1,0-1,-2-1,22-15,-6 3</inkml:trace>
  <inkml:trace contextRef="#ctx0" brushRef="#br2" timeOffset="175163.708">19669 4177,'0'18,"0"18,-2 16,-1 13,-2 9,-3 3,0 2,2-2,1-9,2-15</inkml:trace>
  <inkml:trace contextRef="#ctx0" brushRef="#br2" timeOffset="175525.743">20043 4097,'0'4,"0"0,1 0,-1 0,1-1,0 1,0 0,0 0,0-1,1 1,0-1,-1 1,1-1,1 0,-1 0,0 0,1 0,-1 0,1 0,0-1,0 1,0-1,0 0,1 0,-1 0,1 0,-1-1,1 1,-1-1,1 0,0 0,0 0,-1-1,1 1,0-1,0 0,0 0,0 0,0 0,-1-1,1 0,0 0,0 0,-1 0,1 0,-1-1,1 0,-1 1,1-1,-1 0,0-1,0 1,0-1,0 1,-1-1,1 0,-1 0,1 0,-1 0,0-1,0 1,0 0,-1-1,2-2,-3 3,0 1,0-1,0 1,0-1,0 1,-1 0,1-1,-1 1,1 0,-1-1,0 1,0 0,0 0,0 0,0-1,-1 1,1 1,-1-1,1 0,-1 0,0 0,1 1,-1-1,0 1,0-1,0 1,0 0,-1 0,1 0,0 0,0 0,-1 1,1-1,0 0,-1 1,1 0,-1 0,1 0,0 0,-1 0,1 0,-1 0,1 1,0-1,-1 1,1 0,0 0,0 0,-1 0,1 0,0 0,-20 13,4 3</inkml:trace>
  <inkml:trace contextRef="#ctx0" brushRef="#br2" timeOffset="175793.619">20083 4619,'2'0,"0"0,0 0,0-1,0 1,0 0,0-1,0 1,0-1,0 0,0 1,0-1,-1 0,1 0,0 0,0-1,-1 1,1 0,-1 0,1-1,-1 1,0-1,0 0,1 1,-1-1,0-1,2-1,-1 1,1-1,-1 0,0-1,0 1,-1 0,1-1,-1 1,0 0,0-1,0 0,-1 1,1-1,-1 1,0-1,-1 0,1 1,-1-1,0 1,-1-4,0 7,0 0,0 0,0 0,0 0,-1 0,1 1,0-1,0 1,-1-1,1 1,0 0,-1 0,1 0,0 0,-1 0,1 0,0 1,0-1,-1 1,1 0,0 0,0 0,0 0,0 0,0 0,0 0,0 1,0-1,0 1,1-1,-1 1,0 0,1-1,0 1,-1 0,1 0,0 0,0 0,0 1,-1-1,0 1,1-1,-1 0,1 0,0 1,0-1,0 1,0-1,0 1,0-1,1 1,-1 0,1-1,0 1,0 0,0-1,0 1,0 0,1-1,-1 1,1 0,-1-1,1 1,9 13</inkml:trace>
  <inkml:trace contextRef="#ctx0" brushRef="#br2" timeOffset="176313.283">20498 4164,'41'-160,"-43"210,-9 25,4-1,3 1,3 0,4 0,6 30,-7-94,2 46,-4-55,-1-1,1 0,0 0,-1 0,1 0,-1 0,1 0,-1 0,1 0,-1 0,0 0,1 0,-1 0,0-1,0 1,0 0,0 0,0-1,0 1,0 0,0-1,0 1,0-1,0 0,0 1,0-1,0 0,0 0,0 1,-1-1,1 0,0 0,0 0,0 0,0-1,0 1,-1 0,1 0,0-1,0 1,0 0,0-1,0 1,0-1,-1 0,-18-7,33 6,47 7,1-3,-1-3,1-3,11-4,-22 4</inkml:trace>
  <inkml:trace contextRef="#ctx0" brushRef="#br2" timeOffset="176563.174">21152 4699,'3'-7,"0"-2</inkml:trace>
  <inkml:trace contextRef="#ctx0" brushRef="#br2" timeOffset="179851.787">24054 13870,'1'33,"-2"-37,0-9,-1 1,0 0,-1 0,-1 1,0 0,0 0,-1 0,0 0,-1 0,0 1,-1 0,0 1,0-1,-1 1,-1 1,1-1,-1 2,-1-1,1 1,-1 0,-1 1,1 1,-1-1,0 1,0 1,-10-2,13 4,1 2,-1-1,0 1,0 0,1 1,-1 0,0 0,1 1,-1 0,1 0,-1 1,1-1,0 2,0-1,0 1,1 0,-1 0,1 1,0 0,0 0,1 1,0-1,-3 4,-4 6,1 1,0 0,1 0,1 1,1 0,0 1,1 0,1 0,0 2,0 2,1 0,1 0,2 1,0 0,1-1,1 1,1 0,1-1,2 7,-2-16,1-1,0 0,1 0,0 0,1 0,1 0,0-1,0 0,1-1,0 1,1-1,0-1,1 1,0-1,0-1,1 0,4 3,3-1,0-1,1 0,1-1,0-1,0-1,0-1,0 0,1-1,0-1,0-1,0-1,0-1,0-1,0 0,-1-2,1 0,0-1,-1-1,0-1,0 0,0-2,-10 4,0 0,0-1,0 0,-1-1,1 0,-2 0,1-1,-1 0,0 0,0 0,0-1,-1 0,-1-1,1 1,-2-1,1 0,-1-1,0 1,0-5,-7-11,-12 37,14-7,-1 0,1 0,0 0,0 0,0 0,1 0,0 1,0-1,0 0,1 0,0 0,0 0,0 0,0 0,1 0,0 0,0 0,0-1,0 1,1-1,0 1,0-1,0 0,1 0,-1 0,1-1,0 1,0-1,0 0,0 0,1 0,-1-1,1 1,-1-1,1 0,0-1,0 1,0-1,2 0,0 1,1-1,0 0,-1 0,1-1,0 0,-1-1,1 1,0-1,-1-1,1 0,-1 0,1 0,-1-1,4-2,-7 3,0 0,-1 0,1 0,-1-1,0 1,0-1,0 0,0 0,0 0,0 0,-1 0,0-1,0 1,0-1,0 0,0 1,-1-1,1 0,-1 0,0 0,0 0,-1 0,1 0,-1 0,0 0,0-1,0 1,0 0,-2-2,1-1,-1 1,0 0,-1 1,1-1,-1 0,0 1,-1-1,1 1,-1 0,0 0,0 0,-1 1,1-1,-1 1,0 0,0 0,-1 1,1 0,-1 0,1 0,-1 1,0-1,0 1,0 1,-5-2,5 1,1 1,-1 0,1 0,-1 0,1 1,-1 0,1 0,-1 0,0 0,1 1,-1 0,1 0,0 1,-1-1,1 1,0 1,0-1,0 1,0-1,0 1,1 1,-1-1,1 1,0-1,0 1,0 1,1-1,-1 0,1 1,-1 1,2-1,1 0,0 1,0-1,0 0,0 0,1 0,0 0,0 1,0-1,1 0,0 0,0 0,0 1,0-1,1 0,0-1,0 1,0 0,1-1,0 1,0-1,0 1,0-1,0 0,1-1,0 1,0-1,0 1,0-1,0 0,3 1,34 23</inkml:trace>
  <inkml:trace contextRef="#ctx0" brushRef="#br2" timeOffset="181095.493">24882 14150,'-13'-4,"0"1,-1 0,0 1,1 1,-1 0,0 1,0 0,-8 2,17-1,-1 0,1 0,0 0,0 1,0-1,0 1,1 1,-1-1,1 1,-1-1,1 1,0 1,0-1,0 1,0-1,1 1,-1 0,1 0,0 1,0-1,1 0,-1 1,-1 4,3-5,0 0,0-1,0 1,1 0,-1 0,1 0,0 0,0 0,0 0,1-1,-1 1,1 0,0 0,0 0,0-1,1 1,-1-1,1 1,0-1,0 1,0-1,1 0,-1 0,1 0,-1 0,1-1,0 1,0-1,0 1,1-1,-1 0,0 0,1-1,-1 1,1-1,0 1,0-1,-1 0,1-1,0 1,0-1,3 1,3 0,-1-1,1 1,-1-1,1-1,-1 0,0 0,1-1,-1 0,0 0,0-1,0 0,0-1,-1 0,1 0,-1-1,0 0,-1-1,1 0,4-4,0-1,-1-1,0 0,-1 0,-1-1,0-1,0 1,-1-1,-1-1,0 1,-1-1,1-6,5-33,-2 1,-2-2,-2 1,-3-1,-3 1,-3-24,3 73,0-21,-1 0,-2 1,0-1,-2 1,-7-25,12 49,0 0,0 0,0 0,0 0,0-1,0 1,0 0,0 0,0 0,-1 0,1-1,-1 1,1 0,-1 0,1 0,-1 0,1 0,-1 0,0 0,0 1,0-1,1 0,-1 0,0 0,0 1,0-1,0 0,0 1,0-1,0 1,0-1,-1 1,1 0,0-1,0 1,0 0,0 0,-1 0,1 0,0 0,0 0,0 0,0 0,-1 1,1-1,0 0,0 1,0-1,0 1,0-1,0 1,0-1,0 1,0 0,0-1,0 1,0 0,0 0,1 0,-1 0,0 0,1 0,-1 0,-7 13,1-1,1 1,0 1,1-1,0 1,2 0,-1 0,2 0,0 0,1 5,0-14,-5 27,2 1,2 0,0 0,3 0,1 0,1 0,2-1,1 1,2-1,1-1,1 1,2-2,2 1,0-2,10 14,-20-38,0 1,0-1,0 1,1-1,0-1,0 1,0-1,1 0,0 0,0 0,0-1,0 0,1 0,0-1,0 0,0 0,0 0,0-1,0 0,1 0,-1-1,1 0,-1-1,1 1,0-1,-1-1,1 0,-1 0,1 0,-1-1,0 0,1 0,5-3,-1-4,0 1,0-1,-1-1,-1 0,0-1,0 0,-1-1,0 1,-1-2,-1 1,0-1,0 0,-1-1,-1 1,-1-1,1 0,-2-1,0 1,0-6,-7 39,1 0,1 1,1-1,1 1,2 17,-2-31,1 0,0 0,0 0,1-1,-1 1,1-1,0 1,1-1,0 1,-1-1,2 0,-1 0,0-1,1 1,0-1,0 0,0 0,1 0,-1 0,1-1,5 3,-6-4,1 0,-1 0,1-1,-1 0,1 0,0 0,-1-1,1 0,0 0,-1 0,1 0,0-1,-1 1,1-1,0 0,-1-1,1 1,-1-1,0 0,1 0,0-1,80-63,-65 44,0-1,-2 0,-1-2,-1 0,10-23,-24 123,-2-68,0 0,1 0,0 0,0 0,1 0,0 0,0 0,1 0,0-1,0 1,0-1,1 0,0 0,0 0,0-1,1 1,0-1,0 0,0 0,1-1,0 0,0 0,0 0,0-1,0 1,1-1,-1-1,1 0,0 1,0-2,0 1,0-1,0 0,0-1,0 0,0 0,0 0,1-1,0-1,-1-1,1 1,-1-1,0-1,0 1,-1-1,1 0,-1-1,0 0,0 0,0 0,-1-1,1 1,-1-1,-1-1,1 1,-1-1,0 1,-1-1,1-2,3-6,-1-2,0 1,-1-1,-1 0,0 0,-2 0,0 0,0-11,-1 24,-1-1,1 0,-1 0,0 0,0 0,-1 0,0 0,1 0,-2 0,1 1,0-1,-1 0,0 1,0-1,-1 1,1 0,-1-1,0 1,0 1,0-1,0 0,-1 1,-2-2,6 5,1 0,-1 1,1-1,-1 1,0-1,1 1,-1-1,0 1,1-1,-1 1,0-1,0 1,0-1,0 1,0 0,1-1,-1 1,0-1,0 1,0 0,0-1,-1 1,1-1,0 1,0-1,0 1,0 0,-1-1,1 1,0-1,0 1,-1-1,1 1,0-1,-1 0,1 1,-1-1,1 1,0-1,-1 0,1 1,-1-1,1 0,-1 1,1-1,-1 0,0 0,1 1,-1-1,1 0,-1 0,1 0,-1 0,0 0,1 0,-1 0,1 0,-1 0,1 0,-1 0,0 0,1-1,-1 1,1 0,-1 0,1-1,-1 1,1 0,5 3,1 1,0-1,0 0,1-1,-1 0,0 0,1 0,-1-1,1 1,0-2,0 1,2-1,-1 1,78 4,-59-5,-1 2,1 0,-1 2,0 1,2 1,-25-5,0 0,1 1,-1-1,0 1,0 0,0-1,0 1,0 1,-1-1,1 0,0 1,-1-1,0 1,0 0,0 0,0 0,0 0,0 0,-1 0,1 0,-1 1,0-1,0 0,0 1,-1-1,1 1,-1-1,0 1,0-1,0 1,0-1,-1 3,0-2,0 0,1 1,-1-1,1 0,0 1,0-1,0 0,1 1,0-1,-1 0,2 0,-1 1,0-1,1 0,0 0,0 0,0-1,0 1,1 0,-1-1,1 1,0-1,0 0,0 0,0 0,1-1,-1 1,1-1,0 1,10 1,1 0,-1 0,1-1,0-1,0-1,0 0,0-1,0 0,0-1,0-1,0-1,-1 0,1 0,-1-2,0 0,0 0,13-8,-19 9,0 0,0 0,0-1,-1 0,1-1,-1 0,-1 0,1 0,-1-1,0 0,-1 0,1 0,-1-1,-1 0,0 0,0 0,0 0,-1-1,0 1,-1-1,0 0,0 0,-1 0,0 0,0-8,-2 17,1 0,0 1,0-1,-1 0,1 0,0 0,0 0,-1 1,1-1,0 0,-1 0,1 0,0 0,-1 0,1 0,0 0,0 0,-1 0,1 0,0 0,-1 0,1 0,0 0,-1 0,1-1,0 1,0 0,-1 0,1 0,0 0,0-1,-1 1,1 0,0 0,0 0,-1-1,1 1,0 0,0 0,0-1,0 1,-1 0,1 0,0-1,0 1,0 0,0-1,0 1,0 0,0 0,0-1,0 1,0 0,0-1,0 1,-10 27,7-12,0 0,2 1,0-1,0 0,1 1,1-1,1 2,-1-12,-1 0,1-1,0 1,1-1,-1 1,1-1,0 1,0-1,0 0,0 0,1 0,0 0,-1 0,2-1,-1 1,0-1,1 0,-1 0,1 0,0-1,0 1,0-1,0 0,1 0,-1 0,16 3</inkml:trace>
  <inkml:trace contextRef="#ctx0" brushRef="#br2" timeOffset="181359.793">26981 13589,'5'9,"1"4</inkml:trace>
  <inkml:trace contextRef="#ctx0" brushRef="#br2" timeOffset="182280.327">27824 14164,'-3'-2,"-1"0,1 0,0-1,1 0,-1 1,0-1,1 0,-1 0,1-1,0 1,0 0,0-1,1 1,-1-1,1 0,0 1,0-1,0 0,0 0,1 0,0 0,0 0,0 1,0-1,1-4,26-96,-18 80,1 0,2 0,0 1,1 0,15-18,-28 40,1-1,0 0,0 1,0-1,0 1,0-1,1 1,-1-1,0 1,1 0,-1 0,0 0,1 0,0 0,-1 0,1 0,0 0,-1 0,1 1,0-1,0 1,-1-1,1 1,0 0,0 0,0 0,0 0,0 0,-1 0,1 0,0 1,0-1,0 1,-1-1,1 1,0 0,0 0,55 70,-45-51,-5-9,8 12,0 0,-2 0,-1 2,-1-1,0 7,-10-30,0 1,0 0,-1-1,1 1,-1-1,0 1,1 0,-1 0,0-1,0 1,0 0,0-1,0 1,-1 0,1 0,0-1,-1 1,1-1,-1 1,0 0,1-1,-1 1,0-1,0 1,0-1,0 0,0 1,-1-1,1 0,0 0,0 0,-1 0,1 0,-1 0,1 0,-1 0,1-1,-1 1,0 0,1-1,-1 0,0 1,1-1,-1 0,0 0,1 0,-1 0,0 0,0 0,1 0,-2-1,-2 1,0-1,0 0,1 0,-1-1,1 1,-1-1,1 0,0 0,-1 0,1-1,0 0,1 1,-1-2,0 1,1 0,0 0,-1-1,2 0,-1 0,0 0,1 0,-1-1,2 4,1-1,0 1,-1-1,1 1,0-1,0 1,0-1,0 1,0-1,0 1,0-1,0 1,1-1,-1 1,1 0,-1-1,1 1,-1-1,1 1,0 0,0-1,0 1,-1 0,1 0,0 0,1 0,-1 0,0 0,0 0,0 0,1 0,-1 0,0 1,1-1,-1 0,55-17,213-19,-193 11,-74 25,0 0,0 0,0 0,0 0,0-1,-1 1,1-1,0 1,-1-1,1 0,-1 0,0 0,1 1,-1-1,0 0,0-1,0 1,-1 0,1 0,0 0,-1 0,0-1,1 1,-1 0,0-1,0 1,0 0,0 0,-1-1,1 1,-1 0,1 0,-1-1,-3-3,0 0,0 0,-1 1,1 0,-1 0,0 0,-1 0,1 1,-1 0,0 0,0 0,0 1,-1 0,1 0,-1 1,0 0,1 0,-1 0,0 1,0 0,0 0,0 1,-6 0,9 0,1-1,-1 1,1 0,-1 1,1-1,-1 1,1-1,-1 1,1 0,0 0,-1 1,1-1,0 1,0-1,0 1,0 0,0 0,1 1,-1-1,1 0,-1 1,1 0,0-1,0 1,0 0,0 0,0 0,1 0,-1 1,1-1,0 0,0 0,0 1,1-1,-1 1,1-1,0 1,0-1,0 1,0-1,0 1,1-1,0 1,-1-1,1 0,1 1,-1-1,1 1,7 11,1-1,1 0,0-1,1 0,0-1,1 0,0-1,1 0,0-1,1-1,0 0,0-1,1-1,0 0,0-1,1-1,1 0,-1 1,0-1,0-1,1 0,0-2,-1 1,1-2,0-1,11 0,-22-1,0 0,1-1,-1 1,0-1,1-1,-1 1,0-1,-1 0,1-1,-1 0,1 0,-1 0,0-1,-1 0,1 0,-1 0,0-1,0 1,0-1,-1-1,3-4,6-18,-1-1,-2 0,-1-1,-1 0,-1-1,-2 0,0-24,-1 28,27-347,-31 363,-8-82,8 93,-1 0,1 0,0 0,-1 1,1-1,-1 0,0 0,1 1,-1-1,1 0,-1 1,0-1,1 1,-1-1,0 1,0-1,0 1,1-1,-1 1,0 0,0-1,0 1,0 0,0 0,0 0,1 0,-1 0,0 0,0 0,0 0,0 0,0 0,0 0,0 0,0 1,1-1,-1 0,0 1,0-1,0 1,1-1,-1 1,0-1,0 1,1-1,-1 1,0 0,1-1,-1 1,1 0,-1 0,1-1,-1 1,1 0,0 0,-62 102,46-70,2 1,1 0,2 1,1 0,2 1,1-1,2 2,1-1,2 0,2 1,1 0,2-1,1 0,5 16,-2-32,0 0,1-1,2 0,-1 0,2-1,1-1,0 0,1 0,0-2,2 1,8 6,-12-12,1-1,-1 0,1 0,1-2,-1 1,1-2,1 0,-1 0,1-1,0-1,0 0,0-1,1-1,-1 0,1 0,12-2,-16-1,-1-1,0 0,0-1,0 0,-1 0,1-1,-1-1,0 1,0-2,0 1,0-1,-1 0,0-1,-1 0,1 0,-1-1,-1 0,1 0,-1 0,-1-1,0 0,0 0,-1 0,0-1,0 1,-1-1,0 0,-1 0,0 0,-1-1,0 1,0-10,0 18,-1-1,1 1,0-1,-1 1,0-1,0 0,1 1,-2-1,1 0,0 1,0-1,-1 1,1-1,-1 1,0-1,0 1,0-1,0 1,0-1,-1 1,1 0,-1 0,1 0,-1 0,0 0,0 0,0 0,0 1,0-1,0 1,0-1,-1 1,1 0,-1 0,1 0,-1 0,0 0,-1 3,0 0,0 0,0 1,0 0,1 0,-1 0,1 0,-1 0,1 1,0-1,1 1,-1 0,0 0,1 0,0 0,0 0,0 1,1-1,0 0,-1 1,1-1,1 1,-1 0,1-1,0 1,0 0,0-1,0 1,1 0,0-1,0 1,1 3,2 0,-1 0,1 1,0-2,1 1,0 0,0-1,1 0,-1 0,2-1,-1 1,1-1,0-1,0 1,6 2,27 18</inkml:trace>
  <inkml:trace contextRef="#ctx0" brushRef="#br2" timeOffset="182917.76">29668 13923,'-7'-1,"0"1,0 0,0 0,0 1,0 0,1 0,-1 0,0 1,0 0,1 0,-1 1,1 0,0 0,-4 3,7-4,1-1,-1 2,0-1,1 0,-1 0,1 1,0-1,0 1,0 0,0 0,0 0,0 0,1 0,0 0,-1 0,1 0,0 1,1-1,-1 0,1 1,-1-1,1 0,0 1,0-1,0 1,1-1,-1 0,1 1,0-1,0 2,5 6,0-1,1 1,0-1,1-1,0 1,0-1,1 0,0-1,1 0,0-1,0 0,0 0,1-1,0 0,0-1,1-1,0 0,-1 0,1-1,0 0,4-1,-6 1,1-1,0-1,-1 0,1 0,0-1,0-1,0 1,-1-2,1 0,0 0,-1 0,1-2,-1 1,0-1,0-1,-1 0,1 0,-1-1,0 0,0-1,-1 1,0-2,0 1,-1-1,4-6,11-20,-2-1,-2 0,-1-2,-2 0,-1-1,-2 0,2-15,23-91,-7-1,-5-2,2-118,-26 123,-1 140,0 1,0-1,0 1,0-1,-1 1,1-1,0 1,-1-1,1 1,-1 0,1-1,-1 1,0 0,0-1,0 1,1 0,-1 0,0 0,-1 0,1-1,0 2,0-1,0 0,-1 0,1 0,0 0,-1 1,1-1,0 1,-1-1,1 1,-1-1,-45 23,26-2,1 0,1 2,1 1,1 0,1 1,1 0,2 2,0-1,1 2,2-1,0 3,-1 1,0 1,2 0,1 0,2 1,1 0,1 0,2 0,1 1,1-1,2 0,2 0,1 0,1 0,1 0,2-1,2-1,0 1,2-2,1 0,17 25,-22-40,1 0,0 0,1-1,1 0,0-1,1 0,0-1,1 0,0-1,0-1,1 0,0-1,1-1,0 0,0-1,1-1,-1 0,4-1,-14-4,1 0,-1 0,1-1,-1 0,1 0,-1 0,0-1,0 0,0 0,0-1,0 1,0-1,0-1,-1 1,0-1,1 0,-2 0,1 0,0-1,-1 0,0 0,4-5,-1-1,0 0,0-1,-1 0,0 0,-1 0,-1-1,0 1,0-1,-2-1,2-6,-21 58,14-25,0 0,1 0,0 1,1-1,1 0,0 1,1-1,0 1,0-10,0 0,0 1,0-1,1 0,-1 1,1-1,0 0,0 0,0 0,1 0,-1-1,1 1,0-1,0 0,0 1,1-1,-1-1,1 1,0 0,-1-1,1 0,0 0,1 0,-1 0,2 0,28 5,0-4</inkml:trace>
  <inkml:trace contextRef="#ctx0" brushRef="#br2" timeOffset="183080.322">30805 13776,'-16'0,"-7"0,-3-2,2-3,4-1</inkml:trace>
  <inkml:trace contextRef="#ctx0" brushRef="#br2" timeOffset="183271.827">30030 13295,'16'0,"16"0,21 3,23 2,20 3,17 2,5 5,-18-1</inkml:trace>
  <inkml:trace contextRef="#ctx0" brushRef="#br2" timeOffset="183564.032">30805 14017,'15'-5,"0"-1,-1-1,1 0,-2-1,1 0,-1-1,0 0,-1-1,0-1,0 0,-2-1,1 0,-1 0,-1-1,0 0,-1-1,0 0,-2 0,1-1,1-8,-7 21,0-1,0 0,0 0,0 0,-1 0,1-1,-1 1,0 0,0 0,0 0,-1 0,1 0,-1 0,1 0,-1 0,0 0,0 0,-1 0,1 0,0 1,-1-1,0 0,0 1,1-1,-2 1,1 0,0 0,0 0,-1 0,1 0,-1 0,1 0,-1 1,0-1,0 1,0 0,1 0,-3 0,-3 1,1 1,-1 0,0 1,1-1,0 1,-1 1,1 0,0 0,0 0,0 1,1 0,-1 0,1 0,0 1,0 0,1 1,-1-1,1 1,0 0,1 0,-1 0,1 1,1 0,-1 0,-1 4,2-4,0-1,0 1,0 0,1 0,0 0,1 0,-1 0,1 0,1 0,-1 0,1 1,1-1,-1 0,1 0,1 0,-1 0,1 0,0 0,0 0,1 0,0-1,1 1,-1-1,1 0,0 0,2 1,8 7,0-1,1-1,1 0,0-1,1-1,0 0,0-2,1 1,0-2,0-1,1 0,19 3,20 4</inkml:trace>
  <inkml:trace contextRef="#ctx0" brushRef="#br2" timeOffset="186295.37">26821 14886,'-15'249,"16"-246,-1 0,0 0,0 0,0 0,0-1,-1 1,1 0,-1 0,0 0,1-1,-1 1,-1 0,1-1,0 1,-1-1,1 1,-1-1,0 0,1 1,-1-1,0 0,-1 0,0 0,1-3,0 0,1 0,-1 0,0-1,0 1,1-1,-1 1,1-1,-1 0,1 1,0-1,0 0,0 0,0 0,0 0,0 0,0 0,0 0,1 0,-1-1,1 1,0 0,0 0,0 0,0-1,0 1,0 0,1-2,-1 2,-4-65,3-1,4 1,2 0,4-4,-8 62,-1 6,0 0,0 0,0 0,0 0,1 0,-1 0,1 0,0 0,0 0,0 0,0 0,1 0,-1 1,1-1,-1 0,1 1,0-1,0 1,0 0,1 0,-1 0,0 0,1 0,-1 0,3-1,10 1,-1 0,1 1,0 0,-1 2,1-1,0 2,-1 0,1 1,10 3,-18-5,-1 0,1 1,-1-1,1 1,-1 1,0-1,1 1,-1 0,-1 1,1-1,0 1,-1 1,0-1,0 0,0 1,-1 0,1 1,-5-4,1 0,-1 1,1-1,-1 0,0 1,0-1,0 0,-1 0,1 1,0-1,-1 0,0 1,1-1,-1 0,0 0,0 0,0 0,0 0,-1 0,1 0,-1 0,1 0,-1-1,1 1,-1 0,0-1,0 0,0 1,0-1,0 0,0 0,0 0,0 0,-3 0,-22 22,26-22,1 0,-1 0,1 0,-1 0,1 0,-1 1,1-1,0 0,-1 0,1 0,0 1,0-1,0 0,0 1,0-1,0 0,1 0,-1 0,0 1,1-1,-1 0,0 0,1 0,-1 1,1-1,0 0,-1 0,1 0,0 0,0 0,0-1,0 1,0 0,0 0,0 0,1 0,44 28,-38-25,3 1,-1-1,0 2,0-1,0 1,-1 1,0 0,0 0,-1 0,0 1,0 1,-1-1,0 1,0 1,-1-1,0 1,-1 0,1 2,-6-9,1 1,-1-1,1 1,-1-1,0 1,-1-1,1 1,-1-1,1 1,-1-1,0 1,0-1,-1 0,1 1,-1-1,1 0,-1 0,0 0,0 0,-1 0,1-1,0 1,-1-1,0 1,1-1,-1 0,0 0,0 0,0-1,-2 2,-7 3,-1 0,1-1,-1-1,0 0,0 0,0-1,-7 0,10-1,1-1,0 0,-1-1,1 1,0-2,-1 1,1-1,-1-1,1 0,0 0,0-1,0 0,0 0,1-1,-1 0,1-1,-1-1,8 6,1-1,-1 0,1 1,-1-1,1 0,0 1,0-1,-1 0,1 1,0-1,0 0,0 0,0 1,-1-1,1 0,0 0,1 1,-1-1,0 0,0 0,0 1,0-1,0 0,1 0,-1 1,0-1,1 0,-1 1,1-1,-1 1,0-1,1 0,-1 1,1-1,0 1,-1-1,1 1,-1-1,1 1,0 0,-1-1,1 1,0 0,-1 0,1-1,0 1,0 0,-1 0,1 0,0 0,0 0,-1 0,1 0,0 0,0 0,-1 0,1 0,0 1,0-1,24-4</inkml:trace>
  <inkml:trace contextRef="#ctx0" brushRef="#br2" timeOffset="186749.96">27503 14859,'-19'107,"17"-83,-1 0,-2 0,0-1,-2 1,0-1,-11 21,18-43,0 0,0-1,0 1,0 0,-1-1,1 1,0-1,0 1,0 0,-1-1,1 1,0-1,-1 1,1 0,0-1,-1 1,1-1,-1 1,1-1,-1 0,1 1,-1-1,1 1,-1-1,0 0,1 0,-1 1,1-1,-1 0,0 0,1 0,-1 1,0-1,1 0,-1 0,0 0,1 0,-1 0,0 0,1-1,-1 1,0 0,-6-30,8 4,3-1,0 0,1 1,2 0,0 0,2 0,11-22,-14 32,0 1,6-21,3 0,0 1,3 1,1 0,1 1,3-1,-23 35,0 0,0 0,0-1,0 1,0 0,0 0,0-1,1 1,-1 0,0 0,0-1,1 1,-1 0,0 0,1-1,-1 1,1 0,-1-1,1 1,-1-1,1 1,0-1,-1 1,1-1,0 1,-1-1,1 1,0-1,-1 0,1 1,0-1,0 0,-1 0,1 0,0 1,0-1,0 0,-1 0,1 0,0 0,0 0,-1-1,1 1,0 0,0 0,0 0,-1-1,1 1,0 0,-1-1,1 1,0-1,-1 1,1-1,0 1,-1-1,1 1,-1-1,1 1,-1-1,1 0,-1 1,0-1,1 0,-1 0,0 1,1-1,-1 0,0 0,12 193,-11-159,2 0,1-1,2 1,1-1,2 0,1 0,1-1,2-1,1 0,2 0,16 24,-23-45</inkml:trace>
  <inkml:trace contextRef="#ctx0" brushRef="#br2" timeOffset="186931.51">27476 14939,'5'-4,"10"0,14 1,16 2,18 2,15 2,10-1,-11 1</inkml:trace>
  <inkml:trace contextRef="#ctx0" brushRef="#br2" timeOffset="187117.471">28626 15060,'3'0,"-5"0,-8 0,-3 0</inkml:trace>
  <inkml:trace contextRef="#ctx0" brushRef="#br2" timeOffset="190801.132">23345 15862,'0'16,"0"12,0 10,0 6,0 2,0-2,0-3,0-4,0-8,0-8</inkml:trace>
  <inkml:trace contextRef="#ctx0" brushRef="#br2" timeOffset="191199.098">23319 15848,'0'-5,"1"-1,0 1,0 0,0 0,0 0,1 0,0 0,0 0,0 0,1 1,-1-1,1 1,0 0,1 0,-1 0,1 0,-1 0,1 1,0-1,1 1,-1 0,0 0,1 1,0-1,-1 1,1 0,0 1,0-1,0 1,1 0,-1 0,0 0,3 1,-3-1,0 1,1 0,-1 0,0 0,0 1,1-1,-1 1,0 1,0-1,0 1,0 0,0 0,0 0,-1 0,1 1,-1 0,1 0,-1 0,0 1,0 0,-1-1,1 1,-1 0,0 1,0-1,0 0,0 1,-1 0,0 0,0 0,0 0,0 0,-1 0,0 0,0 0,-1 0,1 3,-3 2,-1-2,0 1,0 0,-1-1,0 1,-1-1,1 0,-1 0,-1-1,0 0,0 0,0 0,-1 0,0-1,0-1,-1 1,1-1,-4 2,9-6,-8 18,36-10,-25-9,11 1,-1 1,1 0,-1 1,0 0,0 1,0 0,-1 1,1 0,-1 1,0 0,-1 0,1 1,-1 0,-1 1,1 0,-2 0,3 3,-9-8,1 1,-1-1,0 0,0 0,0 0,-1 1,1-1,-1 1,0-1,0 0,0 1,0-1,0 1,-1-1,1 0,-1 1,0-1,0 0,-1 0,1 0,0 0,-1 0,0 0,0 0,0 0,0-1,0 1,-2 0,-3 5,-1 0,-1 0,1-1,-1-1,0 0,-1 0,0 0,-1-1,5-2,1 0,-1 0,0 0,0-1,1 0,-1-1,-1 1,1-1,0 0,0-1,0 1,-1-1,-5-1,11 1,0-1,0 1,0-1,0 1,0-1,0 1,1-1,-1 0,0 1,0-1,1 0,-1 0,0 0,1 0,-1 1,1-1,-1 0,1 0,-1 0,1 0,0 0,-1 0,1 0,0 0,0 0,0-1,0 1,0 0,0 0,0 0,0 0,0 0,0 0,1 0,-1-1,6-21</inkml:trace>
  <inkml:trace contextRef="#ctx0" brushRef="#br2" timeOffset="191454.417">23813 15982,'21'-4,"17"-2,14 0,8 1,2 2,-2 0,-10 5,-13 0</inkml:trace>
  <inkml:trace contextRef="#ctx0" brushRef="#br2" timeOffset="191631.946">23961 16142,'18'2,"17"2,17-1,13-1,6-3,3-3,-11-1</inkml:trace>
  <inkml:trace contextRef="#ctx0" brushRef="#br2" timeOffset="191877.815">24629 16089,'0'4,"0"-1,1 0,-1 0,1 0,0 0,0 0,0 0,0 0,1 0,-1 0,1-1,-1 1,1-1,0 1,0-1,0 1,1-1,-1 0,1 0,-1 0,1 0,-1-1,1 1,0-1,0 0,0 1,0-1,2 0,91 13,-91-14,1 0,-1 0,1 0,-1-1,1 0,-1 0,1 0,-1-1,0 1,0-1,1-1,-1 1,-1-1,1 0,0 0,-1 0,1 0,-1-1,0 0,0 0,-1 0,1 0,-1-1,0 1,0-1,0 0,-1 0,1 0,-1 0,0 0,-1-1,0 1,1-1,-2 1,1-1,-1 1,1-1,-2 1,1-1,-1-4,-1 3,-1 0,0 0,0 0,0 0,-1 1,0-1,0 1,-1 0,1 0,-1 1,-1 0,1 0,-1 0,0 0,0 1,0 0,-1 0,1 0,-1 1,0 0,0 1,0-1,0 1,-1 1,1-1,0 1,-1 1,1-1,-1 1,1 1,-1-1,1 1,0 0,-1 1,1 0,0 0,0 1,0-1,0 2,0-1,1 1,0 0,0 0,0 0,0 1,0 0,1 0,-3 4,5-6,1 1,-1-1,1 1,0 0,0 0,0 0,1 0,-1 0,1 0,0 0,0 1,0-1,1 0,0 1,-1-1,2 0,-1 1,0-1,1 0,0 0,0 1,0-1,0 0,1 0,1 2,15 27</inkml:trace>
  <inkml:trace contextRef="#ctx0" brushRef="#br2" timeOffset="192180.919">25818 16062,'18'0,"18"0,18 0,14 0,9 0,5 2,-5 1,-8 3,-17-1</inkml:trace>
  <inkml:trace contextRef="#ctx0" brushRef="#br2" timeOffset="192430.593">25886 16182,'25'3,"21"0,18-1,13 1,7-4,3-5,-13-3</inkml:trace>
  <inkml:trace contextRef="#ctx0" brushRef="#br2" timeOffset="192681.62">26339 15848,'82'31,"-49"-22,-9-2,14 3,-1 1,0 2,-1 2,-1 1,0 2,-2 1,6 5,-35-22,1 1,-1 0,0 0,0 1,0-1,0 1,-1 0,0 0,1 0,-1 0,-1 1,1-1,-1 1,1 0,-1-1,-1 1,1 0,-1 0,0 0,0 0,0 1,0-1,-1 0,0 0,0 0,-1 1,0-1,0 0,0 0,0 0,-1 0,1 0,-2 1,-8 9,0 0,0-1,-2-1,1 0,-2-1,0 0,0-1,-1-1,0 0,-1-1,-16 6,-45 32,60-33,11-4</inkml:trace>
  <inkml:trace contextRef="#ctx0" brushRef="#br2" timeOffset="194145.705">27917 15795,'-10'27,"8"-15,0 0,1 1,1-1,0 1,0-1,1 0,1 1,0-1,1 0,0 0,1 0,1 0,-1-1,2 0,0 0,0 0,1-1,0 1,0-2,2 1,-1-1,1 0,0-1,1 0,0 0,0-1,0-1,1 0,0 0,1-1,-1 0,1-1,11 3,-16-6,0 0,-1 0,1 0,0-1,0 0,-1 0,1-1,0 0,-1 0,1-1,-1 0,1 0,-1 0,0-1,0 0,0 0,0 0,0-1,-1 0,0 0,1 0,-2-1,1 0,0 0,-1 0,0 0,0-1,-1 0,3-3,-2-3,0 1,0-1,-1 0,0 0,-1 0,-1 0,0 0,-1-1,0 1,0 0,-1 0,-1 0,0 0,-1 0,0 0,-1 0,-1 1,1-1,-2 1,1 0,-2 1,1 0,-1 0,-1 0,0 1,0 0,-1 0,0 1,-1 0,1 1,-1 0,-1 0,1 1,-1 1,-1 0,1 0,0 1,-1 0,-8-1,12 3,1 1,-1-1,0 1,0 0,0 1,0 0,0 0,0 1,0 0,1 0,-1 1,0 0,1 0,-1 1,1 0,0 0,0 1,0 0,0 0,0 1,1-1,0 1,0 1,0-1,1 1,0 0,0 1,1-1,-1 1,1 0,1 0,-1 0,1 0,-1 4,2 63,7-41</inkml:trace>
  <inkml:trace contextRef="#ctx0" brushRef="#br2" timeOffset="195017.403">28559 15929,'0'2,"0"-1,0-4,2 0,1-1</inkml:trace>
  <inkml:trace contextRef="#ctx0" brushRef="#br2" timeOffset="195893.655">28639 15648,'-27'154,"-55"122,75-257,22-90,80-291,-50 218,-46 143,1 1,0-1,0 1,0 0,0-1,0 1,1-1,-1 1,0-1,0 1,0-1,0 1,0 0,1-1,-1 1,0-1,0 1,1 0,-1-1,0 1,0 0,1-1,-1 1,0 0,1 0,-1-1,1 1,-1 0,0 0,1 0,-1-1,1 1,-1 0,1 0,-1 0,0 0,1 0,-1 0,1 0,-1 0,1 0,-1 0,1 0,-1 0,0 0,1 0,-1 0,1 1,-1-1,1 0,-1 0,0 0,1 1,-1-1,0 0,1 1,-1-1,0 0,1 0,-1 1,0-1,14 28,-14-27,119 305,-1-29,-110-248,-8-22</inkml:trace>
  <inkml:trace contextRef="#ctx0" brushRef="#br2" timeOffset="196298.606">28599 15916,'7'-3,"9"0,10 0,11-2,8 1,3-3,0 2,-6 0,-7 2,-13 1,-11 0,-11 2,-5 0</inkml:trace>
  <inkml:trace contextRef="#ctx0" brushRef="#br2" timeOffset="197611.9">28358 15568,'10'-9,"-3"1,-6 10,-10 12,-13 16,-17 14,-12 14,-11 11,-10 10,-5 1,1-1,7-5,14-15</inkml:trace>
  <inkml:trace contextRef="#ctx0" brushRef="#br2" timeOffset="204308.362">21607 16905,'8'-14,"-9"8,0-1,-1 1,0 0,0 0,0 0,-1 0,1 0,-2 0,1 1,0-1,-1 1,0 0,0 0,-1 1,1-1,-1 1,0 0,0 0,-1 0,1 1,-1 0,0 0,1 0,-1 1,0 0,-1 0,1 1,0-1,-1 1,-3 0,5 0,0-1,-1 1,1 0,0 0,-1 1,1-1,-1 1,1 0,-1 1,1-1,0 1,-1 0,1 1,0-1,0 1,0 0,0 0,0 1,0-1,0 1,1 0,0 1,-1-1,1 1,0 0,1 0,-1 0,1 0,0 0,-1 2,1 2,0-1,0 1,1 0,0 0,1 0,-1 0,2 0,-1 1,1-1,0 0,1 0,0 0,0 0,1 0,0 0,0 0,1 0,0-1,2 4,4 8,1-1,0-1,1 0,1 0,1-1,0-1,6 4,-11-9,1-1,0 0,0-1,1 0,0 0,1-1,0 0,0-1,0 0,1-1,-1-1,1 1,1-2,-1 0,0 0,1-1,-1-1,1 0,0 0,-1-2,1 1,12-3,-4-4,-1-1,0-1,0 0,-1-2,0 0,-1-1,0 0,-1-2,-1 0,0-1,-1-1,0 0,-1-1,-1-1,1-2,-11 15,1 1,-1-1,0 0,0 0,-1 0,0 0,0 0,0-1,0 1,-1-1,0 1,0-1,0 1,-1-1,1 0,-2 1,1-1,-1 0,0 5,0 0,0 0,0 0,0 0,0 0,0 1,-1-1,1 0,0 1,-1-1,1 1,0-1,-1 1,1 0,0 0,-1-1,1 1,-1 0,1 0,-1 0,1 1,0-1,-1 0,1 0,-1 1,1-1,0 1,-1-1,1 1,0 0,0-1,0 1,-1 0,1 0,0 0,0 0,0 0,0 0,0 0,1 0,-1 0,0 1,0-1,1 0,-1 1,0-1,-2 5,-1 0,1 0,0 0,0 0,0 0,1 1,0-1,0 1,1-1,0 1,0 0,1 0,-1 0,1-1,1 1,-1 0,1 0,1-1,-1 1,1 0,0-1,1 0,-1 1,1-1,0 0,1 0,0-1,0 1,0-1,0 0,1 0,0 0,0 0,0-1,1 0,1 1,2 1,0 0,0 0,0-1,0-1,1 0,-1 0,1 0,0-2,1 1,-1-1,0-1,1 1,-1-2,0 0,1 0,-1-1,1 0,-1 0,0-2,1 1,-1-1,-1 0,1-1,0 0,-1-1,0 0,0-1,0 1,-1-2,0 1,7-8,-5 3,0 0,-1-1,0 0,-1 0,0-1,-1 0,-1 0,0-1,-1 1,0-1,-1-1,2-11,0-12,-2 0,-1-1,-2 1,-2-13,1 32,-1 1,0-1,-1 1,-1 0,-1 0,-5-14,9 31,-1-1,1 1,0-1,-1 1,1-1,-1 1,1-1,-1 1,0-1,0 1,0 0,0 0,0-1,0 1,0 0,0 0,0 0,0 0,0 0,-1 0,1 0,0 1,-1-1,1 0,-1 1,1-1,-1 1,1 0,-1-1,1 1,-1 0,0 0,1 0,-1 0,1 0,-1 0,1 0,-1 1,1-1,-1 1,1-1,-1 1,1-1,-2 2,-3 4,0 0,0 0,1 1,0-1,0 1,1 1,0-1,0 1,0-1,1 1,0 0,1 0,0 0,0 3,-4 5,2-1,0 1,0 0,2 0,0 0,1 0,0 0,1 0,1 0,1 0,0 0,1 0,1 0,0 0,1-1,1 0,0 0,1-1,1 1,0-1,1-1,0 0,1 0,5 4,-1-5,0-2,1 1,0-2,0 0,1-1,0 0,15 4,43 11</inkml:trace>
  <inkml:trace contextRef="#ctx0" brushRef="#br2" timeOffset="205517.432">23680 16972,'9'25,"0"3,2 0,1 0,1-1,2 0,7 9,-21-33,1 0,-1 0,1 0,0-1,0 1,0 0,1-1,-1 1,0-1,1 0,0 1,0-2,-1 1,1 0,0 0,1-1,-1 0,0 1,0-1,1 0,-1-1,0 1,1-1,-1 1,1-1,-1 0,0 0,1 0,-1-1,1 1,-1-1,0 0,1 0,-1 0,0-1,0 1,3-2,3-6,0 0,0 0,-1-1,0-1,-1 1,0-1,-1 0,0-1,0 0,-1 0,-1 0,0 0,-1-1,1-8,0 9,-1-1,-1 0,0 0,-1 0,0 0,-1 0,-1 0,0-5,0 18,0 0,0 0,1 0,-1 0,0 1,0-1,1 0,-1 1,0-1,1 1,-1-1,0 1,1-1,-1 1,0-1,1 1,-1-1,1 1,-1 0,1-1,0 1,-1 0,1 0,0-1,-1 1,1 0,0 0,0-1,0 1,-1 0,1 0,0 0,0-1,0 1,0 0,1 0,-1 0,0-1,0 1,-2 13,-1-1,2 0,0 0,1 1,0-1,1 0,0 1,1-1,3 10,-4-18,0 0,1 0,0-1,0 1,0 0,0 0,1-1,0 1,0-1,0 0,0 0,1 0,0-1,-1 1,1-1,1 0,-1 0,0 0,1 0,-1-1,1 0,0 0,0 0,0 0,0-1,1 0,0 0,0-1,0 1,0-1,0-1,0 1,0-1,0 0,-1-1,1 1,0-1,-1 0,1-1,-1 1,0-1,0 0,0-1,0 1,0-1,-1 0,1 0,-1 0,0-1,0 1,-1-1,1-1,3-4,0 0,-1-1,-1 0,1 0,-2-1,0 1,0-1,-1 0,0 0,-1 0,0-10,-5-6,3 28,0 1,0-1,0 0,0 1,0-1,0 0,0 1,0-1,0 0,0 1,0-1,-1 0,1 1,0-1,0 0,0 1,0-1,-1 0,1 0,0 1,0-1,-1 0,1 0,0 0,0 1,-1-1,1 0,0 0,-1 0,1 0,0 1,-1-1,1 0,0 0,-1 0,1 0,0 0,-1 0,1 0,0 0,-1 0,1 0,0 0,-1 0,1-1,0 1,-1 0,1 0,0 0,-1 0,1 0,0-1,0 1,-1 0,1 0,0-1,0 1,-1 0,1 0,0-1,0 1,0 0,-1 0,1-1,0 1,0 0,0-1,0 1,-4 6,2 0,-1 1,0-1,1 1,0 0,1 0,0 0,0 0,0 0,1 0,0 0,0 0,1 0,0 0,0 0,0-1,1 1,0 0,1 0,-1-1,1 0,0 1,1-1,0 0,0-1,0 1,0-1,5 4,5 0,0 0,1-1,1 0,-1-2,1 0,0 0,1-2,-1 0,1 0,0-2,0 0,0-1,0-1,0 0,-1-2,1 0,0 0,0-2,-1 0,6-3,-13 5,0 0,0-1,0 0,0 0,-1-1,0 0,0-1,0 0,0 0,0 0,-1-1,0-1,-1 1,1-1,-1 0,-1 0,1-1,2-4,-7 10,0 0,0-1,-1 1,1 0,0-1,-1 1,0-1,1 1,-1-1,0 1,0-1,0 1,-1 0,1-1,-1 1,1-1,-1 1,0 0,0-1,0 1,0 0,0 0,0 0,-1 0,1 0,-1 0,1 0,-1 0,0 0,0 1,0-1,0 1,0-1,0 1,0 0,0 0,-1 0,1 0,-6-2,1 0,0 1,-1-1,0 2,1-1,-1 1,0 0,0 1,0 0,0 0,-4 1,5 0,0 1,0 0,0 1,1 0,-1 0,1 0,-1 0,1 1,0 0,0 1,1-1,0 1,-3 3,5-6,1 1,0-1,-1 1,1 0,0 0,0 0,0 0,1 0,-1 0,1 1,0-1,0 0,0 1,0-1,0 1,1-1,-1 1,1-1,0 1,0-1,1 1,-1 0,1-1,0 0,-1 1,2-1,0 3,2 0,1-1,0-1,-1 1,2-1,-1 0,0 0,1 0,0-1,0 0,0 0,0-1,0 1,1-1,-1-1,1 1,0-1,-1 0,1-1,0 1,-1-2,1 1,0 0,-1-1,1-1,-1 1,1-1,-1 0,1 0,-1-1,3-1,-1-1,1 0,-2-1,1 0,-1 0,0 0,0-1,0 0,-1 0,0-1,-1 0,0 0,0 0,0-1,-1 0,-1 1,1-1,-1-1,1-6,-4 16,0 0,0 0,0 1,0-1,0 0,1 0,-1 0,0 0,0 0,0 1,1-1,-1 0,0 0,0 0,0 0,0 0,1 0,-1 0,0 0,0 0,1 0,-1 0,0 0,0 0,0 0,1 0,-1 0,0 0,0 0,1 0,-1 0,0 0,0 0,0 0,1 0,-1 0,0 0,0-1,0 1,0 0,1 0,-1 0,0 0,0 0,0-1,0 1,0 0,0 0,1 0,-1-1,0 1,0 0,0 0,0 0,0-1,6 26,-5-21,-1 1,1 0,-1 0,1 0,0 0,1-1,-1 1,1 0,0-1,0 1,0-1,1 1,0-1,0 0,0 0,0 0,0-1,1 1,0-1,-1 0,1 0,0 0,1 0,-1-1,0 1,1-1,0 0,-1-1,1 1,0-1,0 0,0 0,0-1,0 1,0-1,1 0,8-5,-1 0,1-1,-1 0,-1-1,1 0,-1-1,-1-1,1 0,-1 0,-1-1,0-1,0 0,-1 0,0 0,-1-2,33-60,-40 169,1-91,0-1,0 1,0 0,0 0,1-1,0 0,0 1,0-1,0 0,1-1,-1 1,1 0,0-1,0 0,0 0,1 0,0 0,22 10</inkml:trace>
  <inkml:trace contextRef="#ctx0" brushRef="#br2" timeOffset="205771.347">25217 16704,'16'9,"5"3</inkml:trace>
  <inkml:trace contextRef="#ctx0" brushRef="#br2" timeOffset="206446.317">25966 16811,'2'-1,"1"0,0 0,0 0,0 0,1 0,-1 1,0-1,0 1,0 0,0 0,0 0,1 1,-1-1,0 1,0-1,0 1,0 0,0 0,0 1,0-1,-1 1,1-1,0 1,-1 0,2 1,56 59,-31-18,-24-34,1-1,0 1,1-1,0-1,0 1,1-1,0 0,0-1,4 2,-10-7,0-1,1 0,-1 0,1 0,0 0,-1-1,1 1,0-1,-1 1,1-1,0 0,-1 0,1 0,0 0,0-1,-1 1,1-1,-1 0,1 0,0 1,-1-2,1 1,-1 0,0 0,1-1,-1 1,0-1,0 0,0 0,0 0,52-67,-43 52,-1-1,-1 0,0-1,-2 0,0 0,-1-1,-1 0,0-4,-14 66,7-35,1 0,0 0,0 0,0 0,1 0,0 0,0 0,1 0,0 0,0 0,1 0,0 0,0 0,0-1,1 1,0-1,0 0,1 0,0 0,0 0,0 0,1-1,-1 0,1 0,1 0,-1-1,4 3,1-2,0 0,0-1,1 0,-1-1,1 0,0-1,0 0,0 0,0-1,0-1,0 0,0 0,0-1,0-1,0 0,0 0,-1-1,1 0,-1-1,1 0,-1-1,0 0,-1-1,1 0,-1 0,-1-1,1 0,-1 0,3-5,42-84,-52 143,-3-41,1-1,0 0,1 1,-1-1,1 1,0 0,0-1,1 1,0-1,0 0,0 1,0-1,1 0,0 1,0-1,1 0,-1 0,1-1,0 1,0-1,1 1,-1-1,1 0,0 0,0 0,0-1,1 0,-1 1,1-1,0-1,2 2,2-3,1-1,-1 0,0 0,0-1,1 0,-1-1,0 0,0 0,0-1,0 0,-1 0,1-1,-1 0,0-1,0 0,0 0,-1-1,0 0,0 0,0-1,-1 1,0-2,0 1,-1 0,0-1,0 0,-1-1,0 1,0-1,-1 1,0-1,0-2,4-26,-17 82,7-35,2 0,-1 1,1-1,1 0,0 1,0-1,1 1,1-1,0 0,0 0,1 0,0 0,0 0,1 0,1-1,0 1,0-1,1-1,4 6,10 4</inkml:trace>
  <inkml:trace contextRef="#ctx0" brushRef="#br2" timeOffset="206698.645">27195 16611,'-13'-3,"-5"5,3 6,8 3,13 5,5 0</inkml:trace>
  <inkml:trace contextRef="#ctx0" brushRef="#br2" timeOffset="206897.467">27569 16851,'-10'-5,"-1"0,0 0,-1 1,1 1,-1-1,0 2,1 0,-1 0,0 1,0 1,0 0,0 0,0 1,0 1,0 0,0 1,0 0,1 0,0 1,0 1,-11 6,20-10,-1 0,1 0,-1 0,1 1,0-1,-1 1,1 0,0 0,0 0,0 0,0 0,1 0,-1 0,0 1,1-1,0 1,-1-1,1 1,0-1,1 1,-1 0,0-1,1 1,-1 0,1 0,0-1,0 1,0 0,0 0,0 0,1-1,-1 1,1 0,0-1,0 1,0 0,0-1,0 1,1-1,-1 1,1-1,-1 0,1 0,0 0,0 0,0 0,1 1,11 5,1 0,-1-1,1-1,0 0,0-1,1-1,0 0,0-1,0-1,0 0,3-1,-14-1,48 5,1-2,0-2,0-3,0-2,22-5,-15-3</inkml:trace>
  <inkml:trace contextRef="#ctx0" brushRef="#br2" timeOffset="207646.473">28732 16784,'-6'-4,"0"1,-1 0,1 1,-1-1,1 1,-1 0,0 1,0 0,0 0,0 0,0 1,0 0,0 1,0-1,0 1,0 1,0-1,0 1,0 0,1 1,-1 0,1 0,0 0,0 1,0 0,0 0,0 0,1 1,0 0,0 0,0 0,1 0,-3 5,6-8,0 0,0 0,0 0,1 1,-1-1,0 0,1 0,0 1,0-1,0 0,0 1,0-1,0 1,0-1,1 0,-1 0,1 1,0-1,-1 0,1 0,0 1,0-1,1 0,-1 0,0 0,1-1,-1 1,1 0,0 0,-1-1,1 1,0-1,0 0,0 1,0-1,1 0,83 29,-63-25,0-2,1 0,-1-1,1-1,0-1,-1-2,1 0,-1-1,0-2,0 0,0-2,13-5,-33 11,1-1,-1 0,1 0,-1 0,0 0,1-1,-1 1,0-1,-1 0,1 0,0 0,-1 0,0 0,0-1,0 1,0-1,0 1,-1-1,1-1,-3 8,1 1,-1-1,1 0,-1 0,1 1,0-1,1 0,-1 0,1 1,-1-1,1 0,0 0,0 0,0 0,0 0,1 0,-1 0,1 0,0 0,0-1,0 1,0-1,0 1,1-1,-1 0,1 0,-1 0,1 0,0 0,2 0,1 1,-1-2,1 1,0-1,-1 1,1-2,0 1,0-1,0 1,0-2,0 1,0-1,0 0,-1 0,1 0,0-1,-1 0,1 0,-1 0,1-1,-1 0,0 0,0 0,0-1,-1 0,1 1,-1-2,0 1,0 0,-1-1,1 0,-1 0,0 0,0 0,0 0,0-3,-3 6,0 1,1-1,-1 0,0 0,0 0,0 1,-1-1,1 0,0 0,-1 1,1-1,-1 0,1 0,-1 1,0-1,0 1,0-1,0 1,0-1,0 1,0-1,0 1,-1 0,1 0,0-1,-1 1,1 0,-1 0,1 1,-1-1,0 0,1 0,-1 1,0-1,0 1,-1-1,-66-8,63 8,1 0,0 1,-1 0,1 0,0 1,0-1,0 1,-1 0,1 1,0-1,0 1,0 0,1 0,-1 1,0-1,1 1,0 0,-1 0,1 1,0-1,0 2,4-3,0 1,0-1,1 0,-1 1,1-1,-1 0,1 0,0 0,0 1,0-1,0 0,1 0,-1 0,0-1,1 1,-1 0,1 0,0-1,-1 1,1-1,0 0,0 1,0-1,0 0,0 0,1 0,-1-1,0 1,0 0,0-1,1 1,0-1,-1 1,36 14</inkml:trace>
  <inkml:trace contextRef="#ctx0" brushRef="#br2" timeOffset="208053.068">29548 16851,'-10'-9,"0"-1,-1 1,0 1,-1 0,0 0,0 1,0 1,-1 0,-4-1,13 6,0-1,-1 1,1 0,0 0,-1 0,1 0,-1 1,1 0,-1 0,1 0,0 0,-1 1,1 0,-1 0,1 0,0 0,0 1,-1 0,1 0,0 0,1 0,-1 0,0 1,1 0,-1-1,1 2,0-1,0 0,0 0,-1 2,2-2,0-1,0 1,1-1,-1 1,0-1,1 1,0 0,-1 0,1 0,0 0,1 0,-1 0,0 0,1 0,0 0,0 0,0 0,0 0,0 0,0 0,1 0,0 1,-1-1,1-1,0 1,1 0,-1 0,0 0,1 0,0-1,-1 1,1-1,0 1,0-1,0 0,1 0,-1 0,1 0,-1 0,1-1,0 1,4 0,1 0,-1 0,1-1,0 0,-1-1,1 0,0 0,0-1,-1 1,1-2,-1 1,1-1,-1 0,1-1,-1 0,0 0,0 0,0-1,-1 0,1 0,-1-1,0 0,0 0,-1 0,0-1,1 0,-2 0,1 0,-1 0,0-1,0 0,-1 0,0 0,0 0,-1 0,1-1,-2 1,1-2,4-14,-2 0,0-1,-1 0,-2 0,0 0,-2 0,-1 0,0 0,-2 0,-1 1,0-1,-2 1,-1 0,-22-24,30 46,-1 0,0 0,0 0,0 0,-1 0,1 1,0-1,0 0,0 1,0-1,-1 1,1-1,0 1,0-1,-1 1,1 0,0 0,-1 0,1 0,-1 0,1 0,0 0,-1 0,1 0,0 1,0-1,-1 0,1 1,0-1,0 1,-1 0,1-1,0 1,0 0,0 0,0 0,0 0,0 0,-5 6,1 1,0 0,0 0,1 0,0 0,0 1,1-1,0 1,1 0,0 0,0 0,1 0,0 1,0-1,1 0,1 0,-1 1,2 1,1 7,1-1,1 0,0 0,1 0,1 0,1-1,0 0,1-1,1 0,0 0,1-1,1 0,0-1,0 0,2-1,-1-1,2 0,3 2,37 23</inkml:trace>
  <inkml:trace contextRef="#ctx0" brushRef="#br2" timeOffset="208469.912">30350 16678,'-4'6,"-1"0,1 1,1 0,-1 0,1 0,0 0,1 0,-1 1,1-1,1 1,0 0,0 0,0-1,1 1,0 0,1 0,0-1,0 1,0 0,1-1,0 1,1-1,0 0,0 0,0 0,1 0,0 0,0-1,1 1,1 0,1 1,1-1,0 0,1-1,0 0,0 0,0-1,0 0,1-1,0 1,0-2,1 0,-6-1,0 0,0-1,0 0,1 0,-1 0,0-1,1 1,-1-2,0 1,1 0,-1-1,0 0,1 0,-1-1,0 1,0-1,0 0,0-1,0 1,-1-1,1 0,2-2,-2-2,0 0,-1-1,0 0,0 1,0-1,-1-1,0 1,-1 0,0-1,0 0,-1 1,0-1,0 0,-1 0,-1 1,1-1,-1 0,-1-1,1-3,-1-1,0 1,-1-1,-1 1,0 0,-1 0,0 1,-1-1,-2-2,5 10,0 0,0 1,0-1,-1 1,0-1,0 1,0 0,0 1,0-1,-1 1,0 0,0 0,0 0,0 1,0-1,0 1,-1 1,1-1,-1 1,1 0,-1 0,1 0,-3 1,1 0,1 1,-1 0,1 0,-1 0,1 1,0 0,0 0,0 0,0 1,0 0,0 0,1 1,0 0,-1 0,2 0,-1 0,0 1,1 0,0 0,0 0,0 0,0 0,1 1,0 0,0 0,1 0,0 0,0 0,0 0,1 1,-1-1,2 1,-1-1,1 0,0 1,0-1,0 1,1-1,0 1,1-1,0 0,-1 1,2-1,-1 0,1 0,3 4,30 27,5-8</inkml:trace>
  <inkml:trace contextRef="#ctx0" brushRef="#br2" timeOffset="208847.902">30979 16637,'-4'-2,"-1"-1,1 1,-1 0,1 0,-1 0,0 1,1-1,-1 1,0 0,0 1,0-1,0 1,0 0,0 0,0 1,0-1,1 1,-1 0,0 1,0-1,1 1,-1 0,1 0,-1 0,1 1,0-1,0 1,0 0,0 0,0 1,-2 2,3 0,-1 0,2 0,-1 0,0 1,1-1,1 1,-1-1,1 1,0 0,0 0,1 0,0-1,0 1,0 0,1 0,0-1,1 1,0 0,-1-1,2 1,-1-1,2 1,1 6,2 0,0-1,0 0,1 0,1 0,0-1,0-1,1 1,1-2,1 2,-6-5,0-1,0-1,0 1,0-1,1 0,0-1,0 1,0-1,0-1,0 1,1-1,-1-1,1 1,-1-1,1-1,-1 1,1-1,0 0,-1-1,1 0,-1 0,1-1,-1 0,1 0,-1 0,0-1,0-1,0 1,-1-1,1 0,-1 0,0-1,0 0,0 0,-1 0,0-1,0 0,3-3,-2-1,-1 0,0 0,-1-1,1 0,-2 1,0-1,0-1,-1 1,0 0,-1 0,0-1,-1 1,-1-1,1 1,-2-1,0 1,0 0,-1 0,0 0,-1 0,0 0,-1 1,0 0,-4-6,4 11,1 0,-1 0,0 1,-1 0,1 0,-1 0,0 0,0 1,0 0,0 1,0-1,-1 1,1 0,-1 1,0-1,1 1,-1 1,0-1,0 1,0 0,1 1,-1 0,0 0,1 0,-2 1,-11 3,-1 0,1 2,0 0,0 2,1 0,0 0,-14 11,-69 65,66-48</inkml:trace>
  <inkml:trace contextRef="#ctx0" brushRef="#br2" timeOffset="209101.224">30792 16504,'-3'-12,"-4"4,-14 12,-13 16,-18 19,-18 16,-12 13,-9 8,-3 5,6 0,14-7,18-16</inkml:trace>
  <inkml:trace contextRef="#ctx0" brushRef="#br2" timeOffset="209390.493">31139 16476,'16'-6,"5"-1,-5 8,-13 13,-17 16,-17 16,-13 16,-9 13,-2 13,4 4,6 1,10-16</inkml:trace>
  <inkml:trace contextRef="#ctx0" brushRef="#br2" timeOffset="211412.99">21568 17734,'-38'-46,"29"40,-1 0,1 1,-1 0,0 0,0 1,-1 1,1 0,-1 0,0 1,0 0,-4 1,10 0,0 1,1 0,-1 0,0 0,1 0,-1 1,0 0,1 0,-1 0,1 1,-1-1,1 1,0 0,-1 1,1-1,0 1,1-1,-1 1,0 0,1 1,-1-1,1 0,0 1,1 0,-1 0,0 0,0 2,0 2,0 0,0 0,1 1,1-1,-1 1,1-1,1 1,-1 0,1-1,1 1,0-1,0 1,1-1,0 1,0-1,1 0,2 6,3 4,0 0,2 0,0-1,1-1,0 1,2-2,2 3,-4-5,0-1,1 0,1 0,0-2,0 0,1 0,0-1,1-1,0 0,0-1,0-1,1 0,0-1,16 2,-25-6,-1-1,0-1,0 1,0-1,0 0,0-1,0 1,-1-1,1 0,0-1,-1 1,1-1,-1 0,0-1,0 1,0-1,-1 0,1 0,0-2,71-94,-70 92,77-134,-83 143,-1-1,1 1,-1-1,1 1,-1-1,0 1,1-1,-1 0,1 1,-1-1,0 0,1 0,-1 1,1-1,-1 0,0 0,1 0,-1 0,0 0,0 0,1 0,-1 0,0 0,1 0,-1 0,0 0,1-1,-1 1,1 0,-1 0,0-1,1 1,-1 0,1-1,-1 1,1-1,-1 1,1 0,-1-1,1 1,-1-1,1 0,-1 1,1-1,0 1,-1-1,1 0,0 1,0-1,0 0,-1 1,1-1,0 0,0 1,0-1,0 0,0 1,0-1,0 0,-4 5,0 0,1 0,-1 0,1 0,0 0,0 1,0-1,1 1,-1 0,1 0,0 0,1 0,-1 0,1 0,0 1,0-1,1 0,0 1,0-1,0 0,0 1,1-1,0 0,0 1,0-1,1 0,0 0,0 0,0 0,0 0,1-1,0 1,0-1,0 1,0-1,1 0,0 0,0-1,0 1,0-1,4 3,9 2,0 0,0 0,0-2,1 0,-1-1,1-1,1-1,-1 0,1-1,-1-1,1-1,-1-1,1 0,-1-2,0 0,0-1,0 0,0-2,9-3,-16 5,0 0,0 0,-1-1,1 0,-1-1,0 0,0-1,-1 0,0-1,0 1,-1-2,0 1,-1-1,1 0,-2-1,1 0,-1 0,-1 0,0-1,0 0,-1 0,-1 0,1-1,-1-15,-2 0,0 0,-2 0,-1 1,-1-1,-2 0,0 1,-2 0,0 0,-2 1,-1 0,-8-14,-20-20,36 58,1 1,-1 0,1 0,-1-1,1 1,-1 0,0 0,1 0,-1 1,1-1,-1 0,1 1,-1-1,1 1,-1-1,1 1,-1-1,1 1,0 0,-1 0,1 0,0 0,0 0,-1 0,1 0,0 0,0 1,0-1,0 0,1 1,-1-1,0 0,1 1,-1-1,1 1,-1-1,1 1,-1-1,1 1,0 0,0-1,0 1,0-1,0 1,0 0,-8 35,1 0,2 0,1 0,3 1,0 0,3 1,-2-18,1 0,2-1,0 1,1-1,1 1,0-1,2-1,1 1,-4-11,0-1,0 0,1 0,0-1,1 1,0-1,0 0,0 0,1-1,0 0,0 0,1-1,-1 0,1 0,1-1,-1 0,0 0,1-1,1 1,46 7,-3-7</inkml:trace>
  <inkml:trace contextRef="#ctx0" brushRef="#br2" timeOffset="212715.513">23465 17747,'-2'-28,"2"28,0 0,0 0,0 0,1 1,-1-1,0 0,0 0,0 0,0 0,0 0,1 0,-1 0,0 1,0-1,0 0,0 0,1 0,-1 0,0 0,0 0,0 0,0 0,1 0,-1 0,0 0,0 0,0 0,1 0,-1 0,0 0,0 0,0 0,0 0,1 0,-1-1,0 1,0 0,0 0,0 0,1 0,-1 0,0 0,0 0,0-1,0 1,0 0,0 0,1 0,-1 0,0-1,0 1,0 0,0 0,0 0,9 18,18 65,25 56,-52-138,1 1,-1-1,1 1,0-1,-1 1,1-1,0 1,0-1,0 0,0 1,0-1,0 0,0 0,1 0,-1 0,0 0,1 0,-1 0,1 0,-1 0,1-1,-1 1,1-1,-1 1,1-1,0 0,-1 1,1-1,-1 0,1 0,0 0,-1 0,1 0,0-1,-1 1,1 0,0-1,-1 1,1-1,-1 0,1 1,-1-1,0 0,2-1,7-9,0 0,-1-1,-1 0,0 0,-1-1,0 0,-1 0,0-1,-1 0,3-12,9-42,-19 74,0 0,0 0,0 0,1 0,0 0,0 0,1 0,-1 0,1 1,1-1,-1 0,1 0,0 0,1 0,-1 0,1 0,0 0,1-1,-1 1,1-1,0 1,1-1,-1 0,1 0,0-1,0 1,1-1,-1 1,2-1,2 0,-1 0,1-1,0 0,0 0,0-1,1 0,-1-1,0 0,1 0,-1 0,1-1,-1-1,1 1,-1-1,0-1,1 0,-1 0,0 0,0-1,0 0,-1-1,1 0,-1 0,0-1,0 1,0-2,0 1,-1-1,0 0,0 0,-1 0,0-1,0 0,0 0,-1 0,0-1,1-4,-4 10,0-1,0 0,-1 0,1 0,-1 0,0 0,0 1,0-1,0 0,0 0,-1 0,1 0,-1 0,0 1,0-1,0 0,0 0,-1 0,3 3,-1 0,0 1,0-1,0 0,1 0,-1 1,0-1,0 0,0 1,0-1,0 0,0 1,0-1,0 0,0 1,1-1,-1 0,-1 1,1-1,0 0,0 1,0-1,0 0,0 1,0-1,0 0,0 1,0-1,-1 0,1 1,0-1,0 0,0 1,-1-1,1 0,0 0,0 0,-1 1,1-1,0 0,-1 0,1 0,0 1,-1-1,1 0,0 0,-1 0,1 0,0 0,-1 0,1 0,0 0,-1 0,1 0,0 0,-1 0,1 0,0 0,-1 0,1 0,0 0,-1 0,1-1,4 9,1 0,-1 0,2 0,-1-1,1 0,0 0,0-1,1 0,0 0,0 0,1-1,-1 0,1 0,0-1,0 0,1-1,-1 0,3 1,7 3,-1-1,1-1,0 0,0-2,0 0,1-1,-1 0,0-2,1 0,-1-1,7-2,-23 3,1 0,0 0,-1 0,1-1,-1 1,1-1,0 1,-1-1,1 0,-1 0,0 0,1-1,-1 1,0 0,0-1,1 1,-1-1,-1 0,1 0,0 0,0 0,-1 0,1 0,-1 0,1-1,-1 1,0 0,0-1,0 1,0-1,-1 1,1-1,-1 0,1 1,-1-1,0 0,0 1,0-1,-1 0,1 1,0-1,-1 1,0-1,0 1,1-1,-1 1,-1-1,1 1,0 0,-1-1,-2-1,0 0,0 0,0 0,0 1,-1-1,0 1,0 0,1 1,-1-1,-1 1,1 0,0 0,-1 1,1 0,-1 0,1 0,-1 0,1 1,-1 0,1 0,-1 0,0 1,1 0,-1 0,1 1,0-1,-1 1,1 0,0 0,0 1,0 0,0 0,1 0,-1 0,1 1,0-1,0 1,0 0,0 2,-1-1,1 0,0 0,0 1,1 0,0 0,0 0,0 0,1 0,0 0,0 1,1-1,-1 2,2-5,0 0,-1-1,1 1,1 0,-1 0,0-1,1 1,-1 0,1-1,0 1,0-1,0 1,0-1,0 1,1-1,-1 1,1-1,-1 0,1 0,0 0,0 0,0 0,0 0,0-1,0 1,1-1,-1 1,1-1,-1 0,2 1,4 1,0-1,0 0,0 0,0-1,0 0,0 0,0-1,1 0,-1 0,0-1,0 0,0 0,0-1,0 0,0-1,0 0,0 0,-1 0,0-1,0 0,0-1,0 1,0-1,-1-1,0 1,0-1,-1 0,1-1,-1 1,-1-1,1 0,-1 0,0 0,-1-1,0 1,0-1,0-2,-1-26,-8 76,5-36,1 0,-1 1,1-1,-1 0,1 1,1-1,-1 1,1-1,-1 0,1 1,0-1,1 0,-1 0,1 0,0 0,0 0,0 0,0 0,1-1,-1 1,1-1,0 1,0-1,1 0,-1-1,0 1,1 0,0-1,-1 0,1 0,0 0,0 0,1-1,-1 1,0-1,0 0,1 0,3 0,1-4,1 0,-1 0,0-1,0 0,0 0,-1-1,0 0,1-1,-2 0,1 0,-1-1,0 0,0 0,-1 0,0-1,0 0,-1 0,0-1,0 1,-1-1,0 0,0-1,-2 6,11-5,-10 33,-2-20,-1 6,0 0,1 0,0-1,1 1,0-1,0 1,1-1,1 0,-1 0,2 0,-1 0,1-1,0 0,1 0,0 0,0-1,1 0,-1 0,7 4,10 4</inkml:trace>
  <inkml:trace contextRef="#ctx0" brushRef="#br2" timeOffset="212932.658">24843 17613,'9'5,"14"5,4 2</inkml:trace>
  <inkml:trace contextRef="#ctx0" brushRef="#br2" timeOffset="214245.242">25551 17693,'10'5,"-1"1,0-1,0 1,-1 1,0 0,0 0,0 1,-1 0,0 0,-1 0,0 1,0 0,0 0,-2 1,1-1,-1 1,0 0,-1 1,0-1,-1 0,0 1,-1 0,0 3,-1-14,-1 1,1 0,0 0,-1 0,1 0,0 0,0 0,0 0,0 0,0 1,0-1,0 0,0 0,0 0,0 0,1 0,-1 0,0 0,1 0,-1-1,1 1,-1 0,1 0,-1 0,1 0,-1 0,1-1,0 1,0 0,-1 0,1-1,0 1,0-1,0 1,0-1,0 1,0-1,0 1,0-1,0 0,0 0,0 1,0-1,0 0,0 0,0 0,0 0,0 0,0 0,0-1,0 1,0 0,0 0,0-1,0 1,0 0,0-1,0 1,-1-1,1 0,0 1,0-1,0 0,16-15,0 0,-1-1,-1-1,-1-1,0 0,-2 0,0-2,-1 1,2-8,4-20,-17 48,0 0,0 1,0-1,0 1,0-1,0 1,0-1,0 1,0-1,0 0,0 1,0-1,0 1,0-1,-1 1,1-1,0 0,0 1,0-1,-1 0,1 1,0-1,-1 1,1-1,0 0,0 0,-1 1,1-1,-1 0,1 0,0 1,-1-1,1 0,-1 0,1 0,0 0,-1 1,1-1,-1 0,1 0,-1 0,1 0,0 0,-1 0,1 0,-1 0,1 0,-1 0,1-1,0 1,-1 0,1 0,-1 0,1 0,0-1,-1 1,1 0,-1 0,1-1,0 1,-1 0,1-1,0 1,0 0,-1-1,1 1,0-1,0 1,-1-1,-2 5,-1 0,1 0,0 1,0-1,0 1,1-1,0 1,0 0,0 0,0 0,1 0,-1 0,1 0,1 1,-1-1,1 0,0 0,0 1,0-1,1 0,0 0,0 1,0-1,0 0,1 0,0 0,0-1,1 1,-1 0,1-1,0 1,0-1,0 0,1 0,0 0,0-1,0 1,0-1,5 1,0 0,0 0,0-1,1-1,-1 0,1 0,-1-1,1 0,0 0,0-1,-1-1,1 0,0 0,-1 0,1-1,-1-1,1 0,-1 0,0-1,0 0,-1 0,1-1,-1 0,0-1,0 0,-1 0,1-1,-1 0,-1 0,6-7,-8 7,0 0,-1-1,1 1,-1-1,-1 0,1 0,-1 0,-1 0,0 0,0 0,0-8,-1 16,0 0,0 0,0 0,-1 0,1 0,0 0,0 0,0 0,0 0,0 1,-1-1,1 0,0 0,0 0,0 0,0 0,-1 0,1 0,0 0,0 0,0 0,0 0,-1 0,1-1,0 1,0 0,0 0,0 0,0 0,-1 0,1 0,0 0,0 0,0 0,0 0,0-1,0 1,0 0,-1 0,1 0,0 0,0 0,0-1,0 1,0 0,0 0,0 0,0 0,-7 16,3-3,0 1,1 0,1 0,0 0,1 0,0 0,2 3,-1-12,0-1,0 1,1-1,0 0,0 1,0-1,0 0,1 0,0 0,0 0,0 0,0 0,1 0,-1 0,1-1,0 0,0 1,0-1,0 0,1-1,0 1,-1 0,1-1,3 2,13 2,0-1,0-1,0-1,0 0,1-2,-1 0,0-1,1-2,-1 0,0-1,0 0,11-5,-17 6,-1-1,1 0,-1-1,0 0,0-1,0-1,-1 0,0 0,0-1,0-1,-1 0,7-7,-17 14,1-1,-1 1,0 0,0-1,1 1,-1-1,0 0,-1 1,1-1,0 0,0 0,-1 1,1-1,-1 0,1 0,-1 0,0 0,0 0,0 1,0-1,0 0,0 0,-1 0,1 0,-1 0,1 1,-1-1,1 0,-1 0,0 1,0-1,0 0,0 1,0-1,0 1,-1 0,1-1,0 1,-1 0,1-1,-1 1,-1 0,-75-33,74 32,0 0,0 1,0 0,-1-1,1 2,0-1,-1 0,1 1,0 0,-1 0,1 0,0 1,-1 0,1-1,0 1,0 1,-1-1,1 1,0-1,0 1,1 0,-1 1,0-1,1 1,-1-1,1 1,0 0,0 1,0-1,0 0,0 1,1-1,0 1,0 0,0 0,0 0,0 0,2 0,-1-1,1 1,0-1,1 1,-1-1,0 1,1-1,0 1,0-1,0 0,0 1,0-1,1 0,0 0,-1 0,1 0,0 0,0 0,1-1,-1 1,1-1,-1 1,1-1,0 0,0 0,-1 0,2-1,-1 1,0-1,1 1,7 3,1 0,-1-1,1-1,0 0,0 0,0-1,1-1,-1 0,-7 0,0-1,0 0,0 0,0 0,-1-1,1 1,0-1,0 0,0-1,-1 1,1-1,-1 0,1 0,-1 0,0-1,1 1,-1-1,1-2,-4 4,-1 0,1 0,-1 0,1 0,0 0,0 0,-1 1,1-1,0 0,0 0,0 1,0-1,0 0,0 1,0-1,0 1,0-1,0 1,0-1,0 1,0 0,0 0,0 0,1-1,-1 1,0 0,0 0,0 0,0 1,0-1,0 0,1 0,-1 1,0-1,0 0,0 1,0-1,0 1,0 0,0-1,0 1,0 0,-1-1,1 1,0 0,0 0,0 0,-1 0,1 0,-1 1,1-1,-1 0,1 0,0 0,-1 0,1 0,0 0,0 0,0 0,0 0,0 0,0-1,0 1,0 0,0 0,0-1,0 1,1-1,-1 1,0-1,0 0,1 0,-1 1,0-1,0 0,1 0,-1 0,0 0,1 0,-1 0,0-1,0 1,1 0,-1-1,0 1,0-1,0 1,0-1,1 0,-1 1,0-1,0 0,0 0,0 0,0 1,-1-1,1 0,1-1,1-9,1-1,-2 1,1 0,-2-1,1 0,-2 1,1-1,-2 0,0-7,4-66,-2 83,0 0,0 0,0 0,1 1,-1-1,1 0,-1 1,1-1,0 1,-1 0,1 0,0-1,0 1,0 0,0 0,0 1,0-1,0 0,0 1,0-1,0 1,0 0,1 0,-1 0,0 0,0 0,0 0,0 0,1 1,-1-1,0 1,0-1,0 1,0 0,0 0,0 0,0 0,-1 0,1 1,0-1,0 0,0 2,6 0,-3-1,2 0,0 0,-1 0,0 1,1-1,-1 1,0 1,0-1,0 1,-1 0,1 0,-1 1,0 0,0 0,-1 0,1 0,-1 1,0-1,-1 1,3 6,4 39,-10-44,1 1,0-1,0 0,1 0,0 0,0 0,1 0,0 0,0-1,3 5,2-3,0-1,0 0,1 0,0-1,1 0,-1-1,1 0,0 0,0-1,1 0,-1-1,1 0,0-1,0 0,0-1,0 0,0 0,0-2,0 1,0-1,0-1,1 0,-4 1,1-1,-1 0,0-1,0 1,1-1,-2-1,1 0,0 0,-1 0,0-1,0 0,0-1,-1 0,1 0,-1 0,-1 0,1-1,-1 0,0 0,-1-1,0 1,0-1,-1 0,1 0,-2 0,1 0,-1-1,-1 1,1-1,-1 1,-1-1,0 0,0 1,0-1,-2-5,-22-38,23 51,0 0,0 0,1 0,-1 0,-1 0,1 1,0-1,0 0,0 0,0 1,0-1,-1 1,1-1,0 1,-1-1,1 1,0 0,-1 0,1 0,0 0,-1 0,1 0,0 0,-1 0,1 0,0 0,-1 1,1-1,0 1,-1-1,1 1,0-1,0 1,0 0,0-1,-1 1,1 0,0 0,0 1,-5 4,2 1,-1-1,1 1,0 0,0 1,1-1,-1 1,2-1,-1 1,1 0,1 0,-1 0,1 0,1 0,-1 1,1-1,1 0,0 0,0 0,2 8,-1-11,0 1,0 0,1-1,-1 1,1-1,1 0,-1 0,1 0,0 0,0 0,0-1,1 0,-1 0,1 0,0 0,0-1,0 0,1 0,-1 0,1-1,0 0,0 0,-1 0,1-1,0 0,0 0,1 0,-1-1,18 0</inkml:trace>
  <inkml:trace contextRef="#ctx0" brushRef="#br2" timeOffset="-211681.646">28452 17547,'-3'0,"-1"0,0 1,0-1,1 1,-1 0,0 0,1 0,-1 1,0-1,1 1,0 0,-1 0,1 0,0 1,0-1,0 1,1-1,-1 1,1 0,-1 0,1 0,0 0,0 1,0-1,1 0,-1 1,1 0,0-1,-1 4,-1 2,1 0,0 1,1-1,0 1,1-1,0 1,0 0,1-1,0 1,0-1,3 6,-1-5,0-1,1 1,1-1,0 0,0 0,1 0,0-1,0 0,1 0,0 0,0-1,1 0,0 0,0-1,0 0,1-1,0 0,0 0,1-1,-1 0,1-1,0 1,0-2,0 0,0 0,0-1,1 0,-1-1,0 0,1 0,2-2,-7 0,0 0,-1 0,0-1,1 0,-1 0,0 0,-1-1,1 1,0-1,-1-1,0 1,0 0,0-1,-1 0,0 0,0 0,0 0,0-1,-1 1,0-1,0 1,0-1,-1 0,1 0,-1-1,1-11,0 0,-1-1,0 1,-2 0,0-1,-1 1,-3-13,2 18,0 0,-1 0,-1 0,0 0,-1 1,0-1,0 1,-2 1,1 0,-4-4,7 11,1 0,0 0,-1 1,0-1,0 1,0 0,0 0,0 0,-1 1,1-1,-1 1,0 0,1 1,-1-1,0 1,0 0,0 0,0 0,0 1,0 0,-1 0,1 0,0 0,0 1,0 0,0 0,0 0,-3 2,-2 2,1 1,0-1,0 1,0 1,1 0,0 0,0 1,0-1,1 2,1-1,-1 1,1 0,1 0,0 1,0 0,1 0,0 0,1 0,0 0,0 1,1 0,1-1,0 1,0 1,1-7,0-1,0 1,0 0,1-1,0 1,0-1,0 1,0-1,1 1,-1-1,1 0,0 0,1 1,-1-2,1 1,0 0,0 0,0-1,0 0,0 1,1-1,0-1,2 3,25 13</inkml:trace>
  <inkml:trace contextRef="#ctx0" brushRef="#br2" timeOffset="-211080.427">29000 17653,'86'-252,"-86"251,0 1,0-1,-1 1,1 0,0-1,0 1,0-1,0 1,0-1,0 1,0 0,0-1,0 1,0-1,0 1,0-1,0 1,0 0,0-1,0 1,1-1,-1 1,0 0,0-1,0 1,1-1,-1 1,0 0,1-1,-1 1,0 0,0 0,1-1,-1 1,1 0,-1 0,0-1,1 1,-1 0,1 0,-1 0,0 0,1 0,-1-1,1 1,-1 0,1 0,-1 0,0 0,1 0,-1 0,1 1,-1-1,1 0,-1 0,0 0,1 0,-1 0,1 1,-1-1,0 0,1 0,-1 1,0-1,1 0,-1 0,0 1,1-1,-1 1,5 32,-3 78,-4-63,4 1,1 0,2-1,12 47,8 16,-25-111,0 1,0 0,0-1,0 1,1 0,-1 0,0-1,0 1,0 0,-1 0,1-1,0 1,0 0,0-1,0 1,-1 0,1-1,0 1,-1 0,1-1,0 1,-1 0,1-1,-1 1,1-1,-1 1,1-1,-1 1,0-1,1 1,-1-1,0 0,1 1,-1-1,0 0,1 0,-1 1,0-1,1 0,-1 0,0 0,0 0,1 0,-1 0,0 0,0 0,1 0,-1 0,0 0,1-1,-1 1,0 0,1 0,-1-1,0 1,1-1,-44-21,37 18,-36-27,57 28,248 15,-218-14</inkml:trace>
  <inkml:trace contextRef="#ctx0" brushRef="#br0" timeOffset="-193338.108">17731 5621,'-24'-24,"16"18,-1 0,0 1,0 0,-1 0,1 1,-1 0,0 1,0 0,0 1,-5-1,-8-3,-495-106,502 108,-103-31,-1 5,-1 5,-15 4,-235-23,33 25,211 16,-515-41,540 39,2-3,0 4,-1 5,1 4,-91 18,-189 76,257-64,83-26,0 2,1 1,0 2,1 2,1 2,1 1,0 2,2 1,-23 19,-20 36,4 4,-63 90,114-141,2 1,1 1,2 1,0 0,3 1,1 0,1 1,-5 30,-15 90,-7 124,39-239,2-1,1 0,3 0,1 0,1-1,3 0,1 0,1-1,3-1,0 0,15 20,8 21,4-1,4-2,23 26,-37-62,2 0,2-2,1-2,8 4,31 27,-49-38,2-2,0-1,2-1,0-2,2-1,31 13,39 4,1-5,36 4,-65-17,-41-10,249 62,92 4,-200-47,53 8,18-9,161-4,198 16,-92-40,-346-10,1-8,34-13,-92 14,-1-4,-1-5,-2-4,-1-6,-2-4,-1-4,1-7,-74 33,-1 0,-1-2,0-1,-2-1,-1-2,-1 0,-1-1,-1-2,-1 0,-2-1,6-14,1-3,-2-1,-2-1,-2-1,-2 0,-3-2,-1 0,-3 0,-2-1,-3-1,-2 1,-2-1,-2 0,-3 1,-7-44,-7 16,-4 1,-3 1,-3 1,-3 2,-4 0,-4 1,17 34,-2 2,-1 1,-2 1,-2 1,-1 2,-1 0,-2 2,-1 2,-5-2,-269-175,227 155,18 15,-2 3,-1 3,-61-19,77 31,-2-3,-1 2,-1 3,0 2,0 2,-39-2,8 11,-1 4,-75 11,109-3,28-2</inkml:trace>
  <inkml:trace contextRef="#ctx0" brushRef="#br2" timeOffset="-164464.599">14214 9177,'-4'0,"-5"0,-1 0,-1 3,3 2,-1 3,0 0,-3 2,0-2</inkml:trace>
  <inkml:trace contextRef="#ctx0" brushRef="#br2" timeOffset="-162962.755">14147 9231,'-12'17,"-5"48,3 0,3 1,3 0,0 48,-5 42,-37 321,9-84,28-154,13-155,-12 203,-14-27,7 6,4-90,7 94,9 427,-4-664,0-21</inkml:trace>
  <inkml:trace contextRef="#ctx0" brushRef="#br2" timeOffset="-162379.511">13172 13068,'119'10,"225"-31,-282 15,19-1,75-10,1 7,0 8,35 8,105 46,-242-44,-127 15,40-15</inkml:trace>
  <inkml:trace contextRef="#ctx0" brushRef="#br2" timeOffset="-162043.409">13600 12974,'-12'23,"-5"16,-3 13,0 10,2 4,0 4,2-2,4-5,3-9,4-12,2-12</inkml:trace>
  <inkml:trace contextRef="#ctx0" brushRef="#br2" timeOffset="-161799.064">14068 13068,'-3'18,"-4"15,-5 12,-6 8,-4 8,-2-1,2-1,4-6,5-9,8-13,8-14,9-18,12-19,1-6</inkml:trace>
  <inkml:trace contextRef="#ctx0" brushRef="#br2" timeOffset="-161543.249">14388 12974,'0'18,"-2"13,-4 13,-2 7,-2 5,-2 2,-1-5,1-4,4-9,4-17,8-22,10-21,10-20,0-3</inkml:trace>
  <inkml:trace contextRef="#ctx0" brushRef="#br2" timeOffset="-161379.294">14656 13001,'0'16,"0"10,0 7,-3 4,-2 4,-3 1,0 0,-2 3,0-3,-1-1,1-3,2-5,3-7,7-10,5-14,3-14,1-6</inkml:trace>
  <inkml:trace contextRef="#ctx0" brushRef="#br2" timeOffset="-160181.467">13920 10714,'-43'189,"47"-118,-3-69,0 0,-1-1,1 1,0-1,0 1,0-1,0 1,0-1,0 1,0-1,0 0,0 0,1 0,-1 0,1 0,-1 0,1 0,-1 0,1 0,-1 0,1-1,0 1,-1-1,1 1,0-1,0 0,-1 0,1 0,0 0,0 0,-1 0,1 0,0 0,-1-1,1 1,0-1,-1 1,1-1,1 0,11-6,0-1,0 0,0-1,-1 0,0-1,-1-1,0 0,-1-1,0 0,-1 0,0-1,-1-1,-1 1,5-11,-10 20,0 1,-1-1,0 1,1-1,-2 0,1 0,0 0,-1-1,0 1,0 0,0 0,0-1,-1 1,1 0,-1-1,0 1,-1-1,1 1,-1 0,0-1,0 1,0 0,0 0,-1 0,0 0,0 0,0 0,0 0,0 0,-1 1,-2-4,-5 2,1 0,-1 0,0 1,0 0,0 1,-1 0,1 1,-1 0,1 0,-1 1,0 1,0 0,1 0,-11 2,13-2,1 1,-1 0,1 0,-1 1,1 0,0 0,0 1,0-1,0 2,0-1,1 1,0 0,-1 0,1 1,1-1,-1 1,1 1,0-1,0 1,0 0,1 0,0 0,0 1,1-1,-1 1,1 0,1 0,0 0,0 1,0-1,1 0,0 1,-1 7,3-8,0 1,0-1,1 1,0-1,0 0,1 0,0 0,0 0,1 0,-1 0,1-1,1 0,-1 1,1-2,1 1,-1-1,1 1,-1-2,1 1,1-1,-1 1,1-2,-1 1,7 2,-2-1,-1-1,1 0,0 0,1-1,-1 0,1-1,-1-1,1 1,0-2,-1 0,1 0,0-1,-1 0,1-1,-1-1,1 0,-6 1,1 0,-1 0,0-1,0 0,0 0,0-1,-1 0,0 0,1 0,-1 0,-1-1,1 0,-1 0,0 0,0-1,0 1,-1-1,1 0,-1 0,-1 0,1 0,-1-1,-1 1,1-1,-1 1,0-1,0 1,-1-1,0 0,0 1,0-1,-1 0,0 1,-1-1,1 1,-1-1,0 1,-2-3,-3-3,0 0,0 0,-1 1,-1 0,0 1,0 0,-1 0,0 1,-1 1,0-1,0 2,-1-1,0 2,0-1,-1 2,-9-4,18 8,1 0,0 1,-1-1,1 1,-1 0,1 0,-1 0,1 0,-1 1,1-1,0 1,-1 0,1 0,0 0,-1 0,1 1,0-1,0 1,0 0,0 0,1 0,-1 0,0 0,1 1,-1-1,1 1,0 0,0 0,0-1,0 1,1 0,-1 1,1-1,0 0,0 0,0 1,0-1,0 0,1 4,-4 9,1 1,0 0,2 0,0 0,1 0,0-1,2 1,0 0,1 0,0-1,2 1,-1-1,2 0,4 7,-7-17,1 0,0 0,1 0,0-1,0 1,0-1,0 0,1-1,-1 1,1-1,3 1,-7-3,0-1,0 0,0 0,0 0,0 0,0 0,1-1,-1 1,0-1,0 1,1-1,-1 0,0 0,1 0,-1 0,0 0,1 0,-1-1,0 1,0-1,1 1,-1-1,0 0,0 0,0 0,0 0,0-1,0 1,0 0,0-1,-1 1,1-1,0 0,-1 0,0 1,1-2,2-3,-1 0,0 0,-1-1,1 1,-1-1,-1 1,1-1,-1 0,0 0,-1 0,1 1,-1-1,-1 0,1 0,-1 0,0 1,-1-1,-1-3,2 8,1 0,-1 1,0-1,0 0,0 1,-1-1,1 0,0 1,-1 0,1-1,-1 1,1 0,-1 0,1 0,-1 0,0 0,0 0,1 0,-1 0,0 1,0-1,0 1,0-1,0 1,0 0,0 0,0 0,0 0,0 0,0 0,0 1,1-1,-1 1,0-1,0 1,0 0,0-1,0 1,1 0,-1 0,0 0,1 1,-1-1,1 0,0 1,-1-1,1 1,0-1,0 1,0-1,0 1,0 0,0 0,0-1,0 1,1 0,-1 0,0 1,1-2,0-1,0 1,-1-1,1 0,0 1,0-1,-1 1,1-1,0 1,0-1,0 0,0 1,0-1,0 1,0-1,0 1,0-1,0 1,0-1,0 1,0-1,0 1,0-1,0 0,0 1,1-1,-1 1,0-1,0 1,1-1,-1 0,0 1,0-1,1 0,-1 1,0-1,1 0,-1 1,1-1,-1 0,0 0,1 0,-1 1,1-1,-1 0,1 0,-1 0,0 0,1 0,-1 0,1 0,-1 0,1 0,-1 0,1 0,-1 0,1 0,-1 0,1 0,-1 0,0 0,1-1,-1 1,1 0,-1 0,0 0,1-1,-1 1,1 0,6-7</inkml:trace>
  <inkml:trace contextRef="#ctx0" brushRef="#br2" timeOffset="-157449.644">14549 6424,'-52'11,"-98"-10,18-14,-17-8,-9 1,-99-3,46 13,-21-10,-112-19,62 31,-59-12,-252-6,368 18,135 2,-1 3,-13 5,-6-1,38-1,72-2,5-1</inkml:trace>
  <inkml:trace contextRef="#ctx0" brushRef="#br2" timeOffset="-156731.044">11688 4979,'0'5,"0"6,0 7,0 11,0 11,-3 11,-2 7,-3 3,-2 1,0-4,-1-5,3-6,2-10,1-13,3-17,1-15,1-13,0-2</inkml:trace>
  <inkml:trace contextRef="#ctx0" brushRef="#br2" timeOffset="-156231.253">11541 4926,'-1'-1,"1"0,-1 0,1 0,-1 0,1 0,-1-1,1 1,-1 0,1 0,0 0,0 0,0-1,0 1,0 0,0 0,0-1,0 1,0 0,0 0,1 0,-1 0,0-1,1 1,-1 0,1 0,-1 0,1 0,0 0,-1 0,1 0,0 0,0 0,0 0,0 1,0-1,0 0,0 0,0 1,0-1,0 1,0-1,0 1,0-1,1 1,-1 0,0 0,0-1,0 1,1 0,-1 0,0 0,0 0,0 1,1-1,-1 0,0 0,0 1,0-1,0 0,1 1,-1 0,13 7,0 2,-1 0,0 0,-1 1,0 0,-1 1,0 1,5 8,2 0,8 6,-2 1,-1 1,-1 1,-2 1,-1 1,-1 0,-2 2,-1 0,-2 0,-1 1,-2 1,5 31,-14-61,-1-1,1 1,-1-1,0 1,-1-1,1 1,-1-1,-1 1,1-1,-1 1,1-1,-1 0,-1 0,1 0,-1 0,0-1,0 1,0-1,-1 1,0-1,0 0,0-1,0 1,0-1,-1 1,1-1,-6 2,-23 9,0-1,-1-2,0-1,-1-2,-1-1,-25 1,-66 2,127-10,0 0,0 0,0 0,0 0,0 0,0-1,1 1,-1 0,0 0,0 0,0 0,0 0,0 0,0-1,0 1,0 0,0 0,0 0,0 0,0 0,0-1,0 1,0 0,0 0,0 0,0 0,-1 0,1 0,0-1,0 1,0 0,0 0,0 0,0 0,0 0,0 0,0 0,-1-1,1 1,0 0,0 0,17-6,-16 6,56-18,-27 9</inkml:trace>
  <inkml:trace contextRef="#ctx0" brushRef="#br2" timeOffset="-155800.407">12116 5541,'0'19,"-2"-10,1 1,0 0,1-1,0 1,1-1,-1 1,2-1,-1 1,2-1,-1 0,1 0,0 0,1 0,0 0,1-1,-1 1,2-1,-1 0,1-1,0 1,1-1,5 4,-5-6,1-2,-1 1,1-1,-1 0,1-1,0 0,0 0,1 0,-1-1,0 0,0-1,0 0,1 0,-1-1,0 0,0-1,0 1,0-2,0 1,0-1,0 0,-1-1,0 1,1-1,5-6,-5 5,0 0,0 0,-1-1,0-1,0 1,-1-1,1 0,-1-1,-1 1,0-1,0 0,0-1,-1 1,-1-1,1 0,-1 0,-1 0,1 0,-2 0,1-1,-1 1,-1-7,0 9,-1 1,0 0,0 0,0 0,-1 0,0 1,0-1,-1 0,0 1,0-1,0 1,0 0,-1 0,0 0,0 1,0-1,-1 1,1 0,-1 0,0 0,0 1,0 0,-1 0,1 0,-6-1,1 0,0 1,0 0,-1 1,1 0,-1 0,1 1,-1 1,1 0,-1 0,0 1,1 0,-1 1,1 0,-8 3,4 1,0 0,1 1,0 1,0 0,0 0,1 1,0 1,1 0,0 1,1 0,0 0,1 1,0 0,1 1,0 0,1 1,0-1,1 1,1 0,-1 5,4-13,0 0,0 0,1 0,0 0,0 0,1 1,0-1,0 0,0 0,1 1,0-1,0 0,0 0,1 0,0 0,0 0,1-1,-1 1,1-1,1 1,2 3,10 10</inkml:trace>
  <inkml:trace contextRef="#ctx0" brushRef="#br2" timeOffset="-153961.893">14308 7653,'-1'-1,"0"0,-1 0,1 0,-1-1,1 1,0 1,-1-1,0 0,1 0,-1 0,1 1,-1-1,0 1,0 0,1-1,-1 1,0 0,0 0,1 0,-1 0,0 0,-1 1,0-1,-143 11,-429-10,261 7,13 6,-80 4,226-2,-99-4,-258 29,234-29,134 1,84 2,54-14</inkml:trace>
  <inkml:trace contextRef="#ctx0" brushRef="#br2" timeOffset="-153597.874">11754 6838,'0'16,"0"14,0 9,0 9,0 6,3 2,2-1,1-3,2-4,-1-5,-2-6,-1-6,-1-7,-2-9,-1-13,0-5</inkml:trace>
  <inkml:trace contextRef="#ctx0" brushRef="#br2" timeOffset="-153162.548">11634 6731,'0'0,"0"0,1 0,-1 0,0-1,0 1,0 0,0 0,0 0,0 0,0 0,0 0,1 0,-1 0,0-1,0 1,0 0,0 0,0 0,0 0,0 0,0 0,0-1,0 1,0 0,0 0,0 0,0 0,0 0,0-1,0 1,0 0,0 0,0 0,0 0,0 0,0 0,0-1,18 4,8 6,-1 1,-1 2,0 0,0 2,-1 0,-1 2,-1 0,4 5,-8-8,0 1,-1 0,-1 1,0 1,-1 0,-1 1,0 0,-2 1,0 1,-1 0,0 0,-2 1,0 0,-2 0,2 10,-7-21,-1-1,0 1,0 0,-1-1,0 0,-1 1,0-1,0 0,-1 1,0-1,0-1,-1 1,0 0,0-1,-1 0,1 0,-2 0,1-1,-1 1,0-1,-1-1,1 1,-1-1,0 0,0-1,-1 0,1 0,-1 0,0-1,-32 14,-1-3,0-1,-1-2,0-2,-30 3,41-7,-7 11,38-16,-1 1,0-1,1 1,-1-1,1 1,-1-1,1 1,-1-1,1 1,-1-1,1 1,0 0,-1-1,1 1,0 0,0-1,-1 1,1 0,0-1,0 1,0 0,0 0,0-1,0 1,0 0,0-1,0 1,0 0,0 0,0-1,1 1,-1 0,0-1,1 1,-1 0,0-1,1 1,-1-1,1 1,-1 0,1-1,-1 1,1-1,-1 1,1-1,-1 0,1 1,0-1,-1 0,1 1,0-1,-1 0,1 1,26 7,-12-6</inkml:trace>
  <inkml:trace contextRef="#ctx0" brushRef="#br2" timeOffset="-152224.033">12196 7172,'19'-33,"-2"0,-1-2,-2 0,6-22,25-62,-44 118,-2 0,1 1,0-1,0 1,0-1,0 0,-1 1,1-1,0 1,0-1,0 1,0-1,0 1,1-1,-1 0,0 1,0-1,0 1,0-1,1 1,-1-1,0 1,0-1,1 1,-1-1,0 1,1 0,-1-1,1 1,-1-1,0 1,1 0,-1-1,1 1,-1 0,1 0,-1-1,1 1,-1 0,1 0,-1 0,1 0,0-1,-1 1,1 0,-1 0,1 0,-1 0,1 0,0 1,-1-1,1 0,-1 0,1 0,-1 0,1 1,-1-1,1 0,-1 0,1 1,-1-1,1 0,-1 1,0-1,1 1,-1-1,1 0,-1 1,10 116,0 219,-9-331,0-1,-1 0,1 0,-1 0,0 0,0 1,0-1,-1 0,1 0,-1 0,0 0,0 0,-1 0,1 0,-1 0,0 0,0 0,0-1,-1 1,1-1,-1 0,1 0,-1 0,0 0,-1 0,1 0,0-1,-1 0,1 1,-1-1,0-1,0 1,0 0,-1-1,-50 2,179-32,-73 20,1 3,-1 3,46 2,-82 4,-19 0</inkml:trace>
  <inkml:trace contextRef="#ctx0" brushRef="#br2" timeOffset="-150762.138">23907 7840,'185'221,"-82"-95,-83-110,-14-16</inkml:trace>
  <inkml:trace contextRef="#ctx0" brushRef="#br2" timeOffset="-149614.034">24602 7747,'0'0,"0"0,-1 0,1 0,0 0,0 0,-1 0,1 0,0 0,0 0,-1 0,1 0,0-1,0 1,-1 0,1 0,0 0,0 0,0-1,-1 1,1 0,0 0,0-1,0 1,0 0,-1 0,1-1,0 1,0 0,0 0,0-1,0 1,0 0,0 0,0-1,0 1,0 0,0-1,0 1,0 0,0 0,0-1,0 1,0 0,0-1,0 1,1 0,-1 0,0-1,0 1,0 0,0 0,0 0,1-1,-1 1,-28 9,5 3,1 1,0 1,1 2,0 0,1 1,1 1,1 0,1 2,-7 9,16-18,1 0,0 1,1 0,1 0,-1 1,2-1,0 1,0 0,1 0,1 0,0 1,1-1,1 0,0 1,0-1,1 1,1-1,1 0,-1 0,3 4,29 165,4-84,-28-79,-7-12,0 1,0-1,-1 0,0 1,0-1,-1 1,0 0,0 0,-1-1,0 1,0 0,-1 2,-1-8,1 1,-1-1,0 0,1 0,-1 0,0 0,0 0,0 0,0-1,-1 1,1-1,0 1,-1-1,1 0,-1 0,1 0,-1 0,0-1,1 1,-1-1,0 1,1-1,-1 0,0 0,1 0,-1 0,0-1,0 1,1-1,-1 0,1 1,-3-2,-15-9,14 2</inkml:trace>
  <inkml:trace contextRef="#ctx0" brushRef="#br2" timeOffset="-134000.181">22663 5461,'11'-21,"16"-17,14-15,16-9,15-9,12-8,11-2,3-3,-2 5,-11 11,-14 13,-18 15,-17 17,-22 17,-21 16,-8 7</inkml:trace>
  <inkml:trace contextRef="#ctx0" brushRef="#br2" timeOffset="-133750.326">22783 5528,'21'-18,"22"-20,22-17,21-15,18-9,10-5,4-2,-5 5,-13 11,-20 13,-25 17</inkml:trace>
  <inkml:trace contextRef="#ctx0" brushRef="#br2" timeOffset="-133468.166">23332 4338,'25'-7,"24"-7,24-3,23 0,15 1,9 5,1 10,-12 17,-22 21,-26 28,-32 25,-35 22,-34 20,-31 12,-22 5,5-24</inkml:trace>
  <inkml:trace contextRef="#ctx0" brushRef="#br2" timeOffset="-132867.411">22517 5301,'-53'112,"5"3,-27 103,47-95,27-120,0 0,1-1,0 1,0 0,0 0,0 0,0-1,0 1,1 0,-1 0,1-1,0 1,0 0,0-1,0 1,0-1,1 1,-1-1,1 0,0 1,-1-1,1 0,0 0,0 0,1 0,-1-1,0 1,0-1,1 1,-1-1,1 0,-1 0,1 0,0 0,-1 0,1 0,0-1,1 1,19 1,0-1,0 0,-1-2,1-1,0 0,13-5,-10 4,59-10,8-2,1 4,8 4,-60 8</inkml:trace>
  <inkml:trace contextRef="#ctx0" brushRef="#br2" timeOffset="-129234.917">28679 86,'-20'44,"1"0,3 1,2 0,1 1,3 1,-4 43,23-198,-4 67,1 1,3 0,1 0,2 1,1 1,16-30,-5 36,-23 32,0 1,1-1,-1 1,0-1,0 1,0 0,-1 0,1-1,0 1,0 0,0 0,0 0,-1 0,1 0,0 0,-1 0,1 0,-1 0,1 0,-1 0,0 0,1 0,-1 0,0 0,0 1,0-1,0 0,0 0,0 0,0 1,0-1,0 0,0 0,-1 1,1 0,1 53,-1-40,0-1,0 0,1 1,1-1,0 0,1 1,1-1,1 2,-4-14,0 0,0-1,0 1,0 0,0-1,0 1,1-1,-1 1,0-1,1 1,-1-1,1 0,0 0,-1 0,1 0,0 0,0 0,0 0,-1-1,1 1,0-1,0 1,0-1,0 0,0 0,0 1,0-1,0-1,0 1,0 0,0 0,0-1,0 1,0-1,0 0,0 0,-1 1,1-1,0 0,1-2,66-49,-56 37,-1-2,0 1,-2-1,0-1,0 0,1-8,18-32,-29 59,0-1,0 0,0 1,0-1,0 1,1-1,-1 0,0 1,0-1,0 0,1 1,-1-1,0 0,0 1,1-1,-1 0,0 1,1-1,-1 0,0 0,1 0,-1 1,0-1,1 0,-1 0,0 0,1 0,-1 0,1 0,-1 1,0-1,1 0,-1 0,1 0,-1 0,0-1,1 1,-1 0,1 0,-1 0,0 0,1 0,-1 0,1-1,-7 44,-2-1,-1 0,-10 25,-2 8,-5 63,22-107</inkml:trace>
  <inkml:trace contextRef="#ctx0" brushRef="#br2" timeOffset="-128880.979">29214 100,'-13'45,"1"0,2 1,3 0,1 1,2 25,10 1,-6-70,1-1,-1 0,1 0,0 0,0 0,0 0,0 0,0 0,1 0,-1 0,1 0,-1-1,1 1,-1-1,1 1,0-1,0 0,0 1,0-1,0 0,0 0,0 0,0-1,0 1,0 0,0-1,1 1,-1-1,0 0,0 0,1 0,6-2,0-1,1-1,-1 1,-1-1,1-1,-1 0,1 0,-1 0,-1-1,1 0,-1-1,0 0,-1 0,1 0,-1-1,-1 0,0 0,0-1,0 1,0-4,8-11,0-1,-2 0,-1-1,-1 0,-1 0,-1-1,-2 0,0 0,0-14,-4 17</inkml:trace>
  <inkml:trace contextRef="#ctx0" brushRef="#br2" timeOffset="-128630.649">29562 47,'9'18,"10"13,6 10,8 7,5 5,1 3,0-3,-1-2,-6-6,-5-8,-8-8,-7-9</inkml:trace>
  <inkml:trace contextRef="#ctx0" brushRef="#br2" timeOffset="-128382.442">29882 47,'-13'16,"-10"16,-9 12,-9 13,-7 7,-3 7,-1 2,7-4,11-14</inkml:trace>
  <inkml:trace contextRef="#ctx0" brushRef="#br2" timeOffset="-128079.696">30069 153,'15'-4,"-1"0,1 0,-1 2,1-1,0 2,0 0,0 1,0 1,0 0,0 1,0 0,0 2,-13-4,0 0,0 1,0-1,0 1,0-1,0 1,0 0,0-1,0 1,-1 0,1 0,0 1,-1-1,1 0,-1 1,1-1,-1 0,0 1,1 0,-1-1,0 1,0 0,0-1,0 1,-1 0,1 0,0 0,-1 0,1 0,-1 0,0 0,1 0,-1 0,0 0,0 0,-1 0,1 0,0 0,-1 0,1 0,-1 0,1 0,-1 0,0-1,0 1,-1 1,-8 12,-1 0,-1-1,0 0,-1-1,0-1,-7 4,-12 14,16-15,3-4,0 1,1 1,0 0,1 1,0 0,1 1,-1 3,10-16,0 0,0 0,0 0,1 0,-1 0,1 0,-1 0,1 1,0-1,0 0,0 0,0 0,0 0,0 0,1 0,-1 1,1-1,-1 0,1 0,0 0,0 0,0 0,0-1,0 1,0 0,0 0,1-1,-1 1,1-1,-1 1,1-1,-1 1,1-1,0 0,0 0,0 0,0 0,0 0,0 0,0-1,0 1,0-1,0 1,0-1,129 15,-85-14</inkml:trace>
  <inkml:trace contextRef="#ctx0" brushRef="#br2" timeOffset="-127465.31">30698 140,'-7'7,"-2"4,0 3,5-1,4-3,3-5,1-6,-1-5,0-4,-2-2,-2 3,-3 5,-2 4</inkml:trace>
  <inkml:trace contextRef="#ctx0" brushRef="#br2" timeOffset="-127179.823">30591 582,'2'0,"1"-3,0-2,-3-1,-4 1,-3 1,-3 3,1 5,1 3,5 4,5-1,2-2</inkml:trace>
  <inkml:trace contextRef="#ctx0" brushRef="#br2" timeOffset="-126825.733">30952 273,'1'-15,"2"-1,0 0,1 1,1 0,0 0,1 0,0 1,2 0,-1 0,2 0,2-2,-7 8,8-8,-12 16,0 0,0 0,0 1,0-1,0 0,0 0,0 0,0 1,0-1,0 0,0 0,0 0,0 0,1 1,-1-1,0 0,0 0,0 0,0 0,0 1,0-1,1 0,-1 0,0 0,0 0,0 0,0 0,1 0,-1 0,0 0,0 1,0-1,1 0,-1 0,0 0,0 0,0 0,1 0,-1 0,0 0,0 0,0 0,1-1,-1 1,0 0,0 0,0 0,0 0,1 0,-1 0,0 0,0 0,0 0,0-1,1 1,-30 142,-9 201,13-260,11-55</inkml:trace>
  <inkml:trace contextRef="#ctx0" brushRef="#br2" timeOffset="-126662.616">30885 675,'18'0,"15"2,12 1,8 2,6 1,-9-2</inkml:trace>
  <inkml:trace contextRef="#ctx0" brushRef="#br2" timeOffset="-126482.099">31367 755,'7'0,"1"-2,1-1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38.45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760 2929,'-12'595,"-28"247,25-359,-23 490,31-464,-15-21,3-219,-57 598,-28-81,20-117,51-334,-34 483,6-144,29-380,-24 390,2-87,36-350,-4 146,38-231,-10-120,-2 1,-1 0,-3-1,-1 4,5 128,5-140,-2 26,-16-37,-2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38.45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602 0,'16'157,"-6"137,-8-213,36 499,-37-449,-1-29,4-1,10 50,15 43,-9 2,-15-110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26:56.7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472 914,'9'118,"-5"101,-4-138,0 56,-23-499,19 188,6 157,14 45,-5 21,-9-35,1 0,0-1,1 1,0-1,1 1,0-1,1-1,1 1,0-1,1 0,2 2,-9-13,1 1,-1-1,1 1,0-1,-1 0,1 1,0-1,0 0,0 0,0 0,0 0,0-1,0 1,0-1,0 1,0-1,0 1,0-1,0 0,0 0,1 0,-1-1,0 1,0 0,0-1,0 1,0-1,0 0,0 0,0 1,0-1,0-1,0 1,-1 0,1 0,0-1,-1 1,1-1,-1 1,50-72,19-139,-70 212,0 0,0 1,1-1,-1 0,0 0,0 0,1 0,-1 1,0-1,0 0,1 0,-1 0,0 0,0 0,1 0,-1 0,0 0,0 0,1 0,-1 0,0 0,0 0,1 0,-1 0,0 0,1 0,-1 0,0 0,1 0,0 291,-1-288,0 45,3-1,1 0,3 0,9 34,-6-55,-1-9</inkml:trace>
  <inkml:trace contextRef="#ctx0" brushRef="#br0" timeOffset="361.032">1060 888,'2'421,"15"-339,-16-80,0 0,0 1,1-1,-1 0,0 0,1 0,-1 0,1 0,0 0,-1-1,1 1,0-1,0 1,0-1,0 1,1-1,-1 0,0 0,0 0,1-1,-1 1,1 0,-1-1,0 1,1-1,-1 0,1 0,-1 0,1 0,-1 0,1-1,0 0,7-2,1-2,-1 1,0-1,0-1,-1 0,0 0,0-1,0 0,-1-1,0 0,0 0,-1-1,0 0,0 0,4-10,1 1,-2 0,0-1,-1 0,-1-1,-1 0,-1 0,0-1,-2 1,0-1,-2 0,0 0,-1-1,-1 1,-1 0,-1 0,-1 0,-1-3,-13-11,18 44,7 2</inkml:trace>
  <inkml:trace contextRef="#ctx0" brushRef="#br0" timeOffset="1832.37">3586 968,'0'5,"1"0,-1 0,1 0,0-1,0 1,1 0,0 0,-1-1,1 1,1-1,-1 1,1-1,1 2,-4-6,0 1,1-1,-1 0,0 0,0 1,0-1,1 0,-1 1,0-1,1 0,-1 0,0 0,0 1,1-1,-1 0,0 0,1 0,-1 0,0 0,1 0,-1 1,0-1,1 0,-1 0,1 0,-1 0,0 0,1 0,-1 0,0-1,1 1,-1 0,0 0,1 0,-1 0,0 0,1 0,-1-1,0 1,1 0,-1 0,0-1,0 1,1 0,-1 0,0-1,0 1,0 0,1 0,-1-1,0 1,0 0,0-1,0 1,0 0,1-1,-1 1,0-1,0 1,0 0,0-1,0 1,0 0,0-1,0 1,0 0,-1-1,4-27,-3 23,0 1,0-1,-1 0,0 0,0 0,0 0,0 0,-1 1,1-1,-1 1,-1-1,1 1,-1 0,1 0,-1 0,0 0,0 0,-1 0,-2-1,3 4,1 1,-1 0,0 0,0 0,0 0,1 1,-1-1,0 1,1 0,-1-1,0 1,1 0,-1 1,1-1,-1 0,1 1,0-1,0 1,-1 0,1 0,0 0,1 0,-1 0,0 0,1 0,-1 1,1-1,-1 1,1-1,0 1,0 1,-16 23</inkml:trace>
  <inkml:trace contextRef="#ctx0" brushRef="#br0" timeOffset="2133.14">3640 1450,'3'0,"0"1,0-1,0 1,0-1,0 0,0 0,0-1,0 1,0 0,0-1,0 0,-1 0,1 0,0 0,0 0,0 0,-1-1,1 0,-1 1,1-1,-1 0,0 0,0 0,1 0,-2-1,1 1,0-1,0 1,-1-1,1 1,-1-1,0 0,0 0,0 0,0 0,0 1,-1-1,1 0,-1 0,0-1,0 1,0 0,0 0,-1 0,1 0,-1 0,1 0,-1 1,-1-2,0 0,0 1,-1-1,0 1,0 0,0 0,0 0,0 0,-1 0,1 1,-1-1,0 1,0 0,0 0,0 0,0 1,0-1,0 1,0 0,-1 1,1-1,0 1,-1-1,1 1,0 0,-1 1,1-1,0 1,-1 0,1 0,0 0,0 1,0 0,0-1,0 1,0 1,0-1,1 0,-1 1,1 0,0 0,0 0,-2 1,4-2,0 0,-1 0,1 0,0 1,0-1,1 0,-1 0,0 1,1-1,-1 0,1 1,0-1,-1 0,1 1,1-1,-1 1,0-1,0 0,1 1,0-1,-1 0,1 1,0-1,0 0,0 0,0 0,0 0,1 0,-1 0,1 0,-1 0,1-1,0 1,0 0,0-1,-1 0,1 1,1-1,-1 0,0 0,0 0,0 0,1 0,-1-1,0 1,1-1,32 13</inkml:trace>
  <inkml:trace contextRef="#ctx0" brushRef="#br0" timeOffset="2735.067">4348 1289,'17'-15,"0"0,-1-1,0-1,-1 0,-2-2,1 1,-2-1,-1-1,0 0,-2-1,0 0,-1-1,0-2,9-96,-19 104,-6 33,0 24,2 0,1 1,3-1,1 21,0-41,3 63,3 0,9 38,-14-119,2 70,-3-71,1 0,-1 0,1 0,-1 0,0 0,0 0,0-1,0 1,0 0,0 0,0-1,0 1,-1-1,1 1,-1-1,1 1,-1-1,0 0,1 0,-1 0,0 0,0 0,0 0,0-1,0 1,0 0,0-1,0 0,0 1,0-1,0 0,0 0,0 0,-21-5,34 0,336 11,-247 2,-90-2,-7-1</inkml:trace>
  <inkml:trace contextRef="#ctx0" brushRef="#br0" timeOffset="1246.937">2905 821,'-7'67,"-3"-1,-3-1,-15 46,-18 23,46-133,0 0,-1 0,1 0,0 0,0 0,0 0,0 0,0 0,0 0,0 0,0 0,1 0,-1 0,0 0,0 0,1 0,-1 0,1 0,-1 0,1-1,-1 1,1 0,0 0,-1 0,1-1,0 1,0 0,-1-1,1 1,0-1,0 1,0-1,0 1,0-1,0 0,0 1,-1-1,1 0,0 0,0 1,0-1,1 0,48-2,-44 1,241-42,-221 37</inkml:trace>
  <inkml:trace contextRef="#ctx0" brushRef="#br0" timeOffset="1495.273">3172 1062,'-14'18,"-6"20,-3 14,3 13,5 8,5 8,4 2,3 0,2-3,-1-6,0-15</inkml:trace>
  <inkml:trace contextRef="#ctx0" brushRef="#br0" timeOffset="617.348">1635 875,'7'6,"8"12,12 12,10 10,10 9,6 6,1 4,-2 2,-6-1,-7-3,-9-7,-9-8,-9-10</inkml:trace>
  <inkml:trace contextRef="#ctx0" brushRef="#br0" timeOffset="872.019">2089 901,'-16'0,"-14"7,-9 13,-7 18,-3 15,1 13,4 8,6 4,9-3,8-14</inkml:trace>
  <inkml:trace contextRef="#ctx0" brushRef="#br0" timeOffset="3646.144">7009 1141,'7'0,"13"0,17 0,19 0,17 3,15 0,10 2,5 1,-4 1,-5-1,-10-1,-10-1,-8-5,-11-5,-14-3</inkml:trace>
  <inkml:trace contextRef="#ctx0" brushRef="#br0" timeOffset="3985.649">7637 955,'-11'-7,"11"7,10 5,39 14,0-3,0-1,1-3,5-1,8 3,-22-6,-8-1,-1 1,1 1,-1 2,12 6,-42-16,1-1,-1 1,0 0,0 0,-1 0,1 0,0 0,0 0,0 0,-1 0,1 1,0-1,-1 1,0-1,1 1,-1-1,0 1,0 0,0 0,0 0,0 0,0 0,0 0,-1 0,1 0,-1 0,1 0,-1 0,0 0,0 0,0 0,0 0,0 0,0 1,-1-1,1 0,-1 0,1 0,-1 0,0 0,0 0,0 0,0-1,0 1,0 0,0 0,-1-1,1 1,-1-1,1 1,-1-1,0 0,1 1,-1-1,-1 0,-24 21,-1-1,0-1,-1-2,-1-1,-30 12,21-10,-225 124,213-109</inkml:trace>
  <inkml:trace contextRef="#ctx0" brushRef="#br0" timeOffset="9729.742">2611 2559,'0'16,"2"12,3 10,6 6,2 2,2 0,0-3,1-5,-1-8,-1-10,-2-8</inkml:trace>
  <inkml:trace contextRef="#ctx0" brushRef="#br0" timeOffset="9895.302">2663 2278,'-6'16,"3"12,11 6,14-1,4-5</inkml:trace>
  <inkml:trace contextRef="#ctx0" brushRef="#br0" timeOffset="10530.201">3238 2478,'-8'-1,"0"0,-1 0,1 0,-1 1,1 1,-1-1,1 1,0 1,-1 0,1 0,0 0,0 1,0 0,1 1,-1-1,1 2,0-1,0 1,0 0,0 0,1 1,0 0,0 0,1 1,0-1,0 1,0 0,1 1,-1 0,4-5,0 0,0 0,0 0,0 0,0 0,1 0,-1 0,1 0,0 0,0 0,0 0,0 0,1 0,-1 0,1 0,0 0,0 0,0 0,0-1,0 1,1 0,-1-1,1 1,0 0,0-1,-1 0,2 1,-1-1,0 0,0 0,1-1,-1 1,1 0,-1-1,1 1,2 0,111 34,-111-35,54 10,-36-8,-1 0,1 2,-1 1,0 0,-1 2,1 0,-2 2,11 5,-29-14,0 0,1 1,-1-1,0 1,0-1,0 1,0-1,0 1,-1 0,1 0,0 0,-1 0,0 0,1 0,-1 1,0-1,0 0,0 1,0-1,-1 1,1-1,0 1,-1-1,0 1,0-1,0 1,0 0,0-1,0 1,-1-1,1 1,-1-1,0 1,1-1,-1 0,0 1,-1-1,1 0,0 0,-1 0,1 1,-1-1,0-1,1 1,-3 1,-1 2,-1 0,0 0,0 0,0-1,-1 0,1-1,-1 1,0-1,0 0,0-1,0 0,-1 0,1-1,-1 1,1-2,-1 1,-3-1,8-1,1 0,0-1,0 1,0-1,0 1,0-1,0 0,0 0,0 0,1 0,-1 0,1 0,-1 0,1 0,0-1,0 1,0 0,0-1,0 1,1-1,-1 1,1-1,0 1,-1-1,1 0,0 1,1-1,-1 1,0-1,1 1,-1-1,1 1,0-1,0 1,0-1,1-1,10-36,3 1,0 0,3 1,1 1,16-23,-7 12,2-6,33-58,38-98,-72 115,-37 131,1-1,2 1,2 1,1 5,0-22,-4 65,3 1,4-1,7 33,-6-103,0 0,1-1,1 1,0-1,1 0,1 0,0-1,1 1,3 2,-8-12,1 0,0 0,0 0,0 0,1 0,0-1,-1 0,1 1,0-1,0-1,1 1,-1-1,1 0,-1 0,1 0,0 0,-1-1,1 0,0 0,0 0,0 0,0-1,0 0,0 0,0 0,0-1,0 0,4-1,26-11,-6-4</inkml:trace>
  <inkml:trace contextRef="#ctx0" brushRef="#br0" timeOffset="10779.545">3426 2305,'3'16,"11"5,20-1,22-4,19-6,14-8,-9-5</inkml:trace>
  <inkml:trace contextRef="#ctx0" brushRef="#br0" timeOffset="11050.804">4054 2652,'0'20,"-2"-14,1 1,1-1,-1 1,1-1,0 0,1 1,0-1,0 1,0-1,0 0,1 1,0-1,1 0,-1 0,1-1,0 1,1 0,-1-1,1 0,0 0,0 0,1 0,-1-1,3 2,0-3,-1 0,1 0,0-1,1 0,-1-1,0 1,0-1,1 0,-1-1,1 0,-1 0,0-1,1 0,-1 0,0 0,0-1,0 0,0-1,0 0,0 0,0 0,-1-1,0 0,3 0,-1-2,0 1,0-1,-1 0,1-1,-2 1,1-1,-1-1,0 1,0-1,-1-1,0 1,0 0,-1-1,0 0,-1 0,1-5,-3 10,0-1,-1 0,1 0,-1 1,0-1,-1 0,1 1,-1-1,0 0,0 1,0-1,-1 1,0-1,0 1,0-1,0 1,0 0,-1 0,0 1,0-1,0 0,0 1,-1 0,1-1,-1 2,0-1,0 0,0 1,0-1,0 1,-1 0,1 1,-5-3,1 1,-1 0,0 0,0 1,0 0,0 1,0 0,0 0,0 1,0 0,0 0,-1 1,1 1,0-1,0 2,-3 0,6 0,0 0,-1 1,1 0,0 0,1 0,-1 1,1 0,0 0,0 0,0 0,1 1,0 0,0 0,1 0,-2 4,3-7,1 0,-1 0,1 0,0 0,0 0,0 1,1-1,-1 0,1 0,0 1,0-1,0 0,0 1,0-1,1 0,-1 1,1-1,0 0,0 0,0 0,1 0,-1 0,1 0,0 0,0 0,-1-1,2 1,-1-1,0 1,0-1,1 0,0 0,-1 0,1 0,67 20,-33-19</inkml:trace>
  <inkml:trace contextRef="#ctx0" brushRef="#br0" timeOffset="11212.372">4348 2197,'-14'-4,"-8"-2,-4 5,1 7,3 9,4 10,8 6,6-1</inkml:trace>
  <inkml:trace contextRef="#ctx0" brushRef="#br0" timeOffset="11376.943">4496 2787,'20'4,"18"2,19 0,18-6,14-10,8-7,-12-2</inkml:trace>
  <inkml:trace contextRef="#ctx0" brushRef="#br0" timeOffset="9014.654">1354 2839,'67'-39,"152"-100,-174 88,-44 50,-1 0,1 0,0 0,-1 0,1 0,-1-1,1 1,-1 0,1 0,-1-1,0 1,0 0,0 0,0-1,0 1,0 0,0-1,0 1,0 0,0 0,-1-1,1 1,0 0,-1 0,1 0,-1-1,0 1,1 0,-1 0,0 0,0 0,1 0,-1 0,0 0,0 0,0 1,0-1,0 0,-1 1,1-1,0 0,0 1,0-1,0 1,-1 0,1-1,0 1,-2 0,0-1,0 0,0 1,0-1,0 1,-1 0,1 0,0 0,0 0,0 0,0 1,-1-1,1 1,0 0,0 0,0 0,0 1,1-1,-1 1,0-1,0 1,1 0,-1 0,1 0,0 0,-1 1,1-1,0 1,1-1,-1 1,-1 1,0 1,0 1,1-1,0 1,-1 0,2 0,-1-1,1 1,0 0,0 1,0-1,1 0,0 0,0 0,1 0,0 5,3-1,0 0,0 0,1-1,1 1,-1-1,1 0,1-1,0 1,0-1,0-1,1 1,1-1,-1-1,1 0,0 0,0 0,1-1,-1 0,1-1,0 0,1-1,-1 0,0-1,1 0,0 0,-1-1,1-1,0 0,0 0,10-2,12-3</inkml:trace>
  <inkml:trace contextRef="#ctx0" brushRef="#br0" timeOffset="9263.99">1969 2572,'0'5,"5"5,7 7,10 4,9 5,9 4,5 0,-2 0,-3-2,-5-3,-8-2,-8-3,-6-5</inkml:trace>
  <inkml:trace contextRef="#ctx0" brushRef="#br0" timeOffset="9481.407">2290 2545,'-16'7,"-10"9,-7 11,-5 10,-3 8,-1 5,2 3,6 0,8-5,9-8,11-12,8-9</inkml:trace>
  <inkml:trace contextRef="#ctx0" brushRef="#br0" timeOffset="12580.836">9856 714,'-13'490,"17"-481,0-29,2-111,-5-1,-10-71,7 177,0 7,8 43,-2-3,-1 0,1 0,0 0,2-1,1 0,0 0,1-1,1 0,1 0,-8-16,0 0,1-1,-1 1,0-1,1 1,0-1,-1 0,1 0,0 0,0-1,0 1,0-1,0 1,0-1,1 0,-1 0,0-1,1 1,-1-1,0 1,1-1,-1 0,1 0,-1-1,0 1,1-1,-1 0,0 1,0-1,1-1,-1 1,0 0,0-1,0 0,0 0,-1 0,1 0,0 0,-1 0,1-1,-1 0,15-13,-2-1,0-1,-1 0,-1-1,0-1,-2 0,0-1,-1 0,-2 0,0-1,-1 0,0-5,0 10,-8 37,-6 34,1-20,1 1,2 0,2 1,3 32,8-23,3-11</inkml:trace>
  <inkml:trace contextRef="#ctx0" brushRef="#br0" timeOffset="12948.902">10537 674,'-8'43,"1"0,3 0,1 1,2 0,4 37,-1-28,2 0,3-1,1 1,11 31,-19-82,0-1,0 1,0 0,0-1,0 1,0 0,0-1,1 1,-1 0,1-1,-1 1,1-1,-1 1,1 0,0-1,0 0,0 1,0-1,0 1,0-1,0 0,0 0,1 0,-1 0,0 0,1 0,-1 0,1 0,-1 0,1-1,-1 1,1 0,-1-1,1 1,0-1,-1 0,1 0,0 0,-1 0,1 0,0 0,-1 0,1 0,0 0,-1-1,1 1,0-1,-1 1,1-1,-1 0,2 0,14-15,-1 0,-1-1,0-1,-1 0,-1-1,0-1,7-16,-10 19,11-19,0-1,-3 0,-1-2,-1 0,-3 0,-1-2,-2 1,4-36,-13 61</inkml:trace>
  <inkml:trace contextRef="#ctx0" brushRef="#br0" timeOffset="13198.593">11073 701,'7'18,"9"15,8 12,10 6,8 2,5 0,3-1,1-3,-4-3,-4-4,-9-6,-6-4,-9-5,-10-7,-6-7</inkml:trace>
  <inkml:trace contextRef="#ctx0" brushRef="#br0" timeOffset="13448.989">11567 740,'-16'-6,"-11"-3,-12 9,-7 17,-5 18,-1 20,2 14,4 10,9 7,7-1,10-14</inkml:trace>
  <inkml:trace contextRef="#ctx0" brushRef="#br0" timeOffset="14036.661">12584 834,'-10'7,"7"-3,-1 0,-1-1,1 0,0 0,-1 0,1 0,-1-1,0 1,0-1,0-1,0 1,0-1,-1 1,1-2,0 1,-1 0,1-1,0 0,-3-1,6 1,1-1,-1 0,0-1,1 1,-1 0,1 0,-1-1,1 1,0 0,0-1,0 0,-1 1,1-1,1 0,-1 1,0-1,0 0,1 0,-1 0,1 0,-1 1,1-1,0 0,0 0,0 0,0 0,0 0,0 0,0 0,1 0,-1 0,1-1,24-60,-22 57,0 1,0-1,1 1,-1 0,1 0,0 0,0 0,1 1,-1 0,1 0,0 0,0 0,0 1,1 0,-1 0,1 0,0 1,0 0,0 0,0 0,0 1,0 0,0 0,1 0,-1 1,0 0,0 0,1 1,-1 0,0 0,0 0,0 1,4 1,-1 4,1 0,-2 0,1 1,-1 0,0 1,-1 0,0 0,-1 1,1 0,-2 0,0 0,0 1,-1-1,0 1,0 0,-1 0,-1 1,0-1,-1 3,0-4,-2 0,1-1,-1 1,-1 0,0-1,0 1,-1-1,0 0,-1 0,0 0,0 0,-1 0,0-1,0 0,-1 0,0 0,-1-1,-3 4,-12 10,-1-1,-1-1,-1 0,0-2,-10 4,4-3,-2-2,0-1,0-1,-1-2,-1-1,-23 4,93-16,0 1,1 3,-1 0,6 4,78 15,-82-13,0-2,0-1,0-2,1-2,0-1,-1-2,29-4,-19-5</inkml:trace>
  <inkml:trace contextRef="#ctx0" brushRef="#br0" timeOffset="14449.562">13412 808,'-4'16,"-2"7,0 5,1-1,4-4,4-7,5-8,2-7,-1-9,-1-5,-2-5,-2-2,-2 0,-1 2,-4 4,0 3</inkml:trace>
  <inkml:trace contextRef="#ctx0" brushRef="#br0" timeOffset="14711.449">13412 1315,'12'5,"5"-4,3-3,-3-4,-4-6,-4-3,-5-1,-7 2,-7 4,-3 3,-5 3,-4 6,0 6,3 6,8 2,12-1,13-3,4-4</inkml:trace>
  <inkml:trace contextRef="#ctx0" brushRef="#br0" timeOffset="15214.103">13907 968,'0'-38,"1"0,3 0,1 0,2 1,1 0,2 0,8-16,-12 38,3 51,-2 403,-4-316,-3-122,-1 1,1-1,0 1,-1-1,1 1,-1-1,1 0,-1 1,0-1,1 0,-1 1,0-1,0 0,0 0,0 0,0 0,0 0,0 0,-1 0,1 0,0 0,-1-1,1 1,0 0,-1-1,1 1,-1-1,1 1,-1-1,1 0,0 0,-1 0,1 0,-1 0,0 0,1 0,0 0,-1 0,1-1,-1 1,1-1,-1 1,1-1,0 1,-1-2,31 0,229-11,-195 5</inkml:trace>
  <inkml:trace contextRef="#ctx0" brushRef="#br0" timeOffset="15464.61">14856 1235,'0'-4,"0"-2</inkml:trace>
  <inkml:trace contextRef="#ctx0" brushRef="#br0" timeOffset="20127.782">12623 2212,'20'39,"-2"1,-2 1,-2 1,-2 0,-1 1,3 32,-11-55,-2-20,0 0,-1 0,1 0,-1 0,1 0,-1 0,1 0,-1-1,1 1,-1 0,1 0,-1 0,1 0,-1-1,1 1,-1 0,0-1,1 1,-1 0,1-1,-1 1,0 0,1-1,-1 1,0-1,1 1,-1 0,0-1,0 1,1-1,-1 1,0-1,0 1,0-1,0 1,0-1,0 1,0-1,0 1,0-1,0 0,0 1,0-1,0 1,0-1,0 1,0-1,-1 1,1-1,0 1,0 0,-1-1,1 1,0-1,1-3,75-218,-56 188,-19 34,1 1,-1-1,0 1,0 0,0 0,0-1,0 1,-1 0,1 0,0 0,0 0,0 0,-1 0,1 0,0 0,-1 0,1 0,-1 0,0 1,1-1,-1 0,0 0,0 0,1 1,-1-1,0 0,0 0,0 1,-1-1,2 1,1 13,1 0,1-1,0 1,1-1,0 0,1 0,1-1,0 1,1-1,0-1,1 0,1 0,-1 0,8 4,-9-12,0 0,0-1,1 0,-1 0,1-1,0 0,0-1,0 0,0 0,0-1,0 0,0 0,0-1,0 0,-1-1,1 0,0-1,-1 1,1-2,-1 1,0-1,0 0,0-1,-1 0,1 0,-1-1,0 0,-1 0,0 0,0-1,5-6,-6 6,0 0,0 0,-1-1,0 0,-1 1,1-1,-1 0,-1-1,0 1,0 0,0-1,-1 1,-1-1,1 1,-1-1,-1-6,1 14,0-1,-1 0,1 0,0 1,-1-1,1 0,-1 1,1-1,-1 0,0 1,1-1,-1 1,0-1,0 1,0 0,0-1,-1 1,1 0,0 0,-1 0,1 0,0 0,-1 0,1 0,-1 0,1 0,-1 1,0-1,1 1,-1-1,0 1,1 0,-1-1,0 1,0 0,1 0,-1 0,0 0,0 1,1-1,-1 0,0 1,1-1,-1 1,1 0,-1-1,0 1,1 0,0 0,-1 0,1 0,-1 0,1 1,0-1,0 0,0 0,-1 2,-3 2,1 0,-1 1,1 0,1 0,-1 0,1 0,0 0,0 1,1-1,0 1,0 0,1-1,-1 1,2 0,-1 0,1 0,0 0,0 0,1 0,-1 0,2 0,-1 0,1-1,0 1,1 0,-1-1,1 0,0 1,1-1,0-1,0 1,0 0,0-1,1 0,0 0,1 0,6 3,0-1,1 0,0-1,0 0,0-1,1-1,0 0,0-1,0-1,11 1,31 4</inkml:trace>
  <inkml:trace contextRef="#ctx0" brushRef="#br0" timeOffset="20547.178">13814 2305,'-9'-2,"0"1,1 0,-1 1,0 0,1 0,-1 1,0 0,1 0,-1 1,1 1,-1-1,1 1,0 0,0 1,0 0,1 0,-1 1,1 0,0 0,1 1,-1 0,1 0,0 1,0-1,1 1,0 0,0 1,4-6,0 1,0 0,0-1,0 1,0 0,1 0,-1 0,1-1,0 1,0 0,0 0,0 0,0 0,0-1,1 1,0 0,-1 0,1 0,0-1,0 1,1-1,-1 1,1-1,-1 1,1-1,0 0,-1 0,1 1,0-1,1-1,-1 1,0 0,0 0,1-1,-1 1,1-1,0 0,2 1,8 3,1 0,0 0,0-1,0-1,0-1,0 0,3 0,8-1,1-1,0 0,-1-2,1-2,-1 0,0-1,0-1,0-2,-1 0,0-2,-1-1,0 0,-1-2,0 0,-1-2,0 0,11-13,-27 24,0-1,0-1,0 1,-1-1,0 1,0-1,0 0,-1-1,0 1,0-1,-1 1,1-5,-2 10,-1 0,0 0,0 0,1 0,-1 0,0 0,0 0,0 0,0 0,0 0,0 0,0 0,-1 0,1 0,0 0,-1 0,1 0,0 0,-1 0,1 0,-1 0,0 1,1-1,-1 0,0 0,1 0,-1 1,0-1,0 0,1 1,-1-1,0 1,0-1,0 1,0-1,0 1,0 0,0-1,0 1,0 0,0 0,0 0,0 0,0 0,0 0,0 0,0 0,-1 0,-48 16,46-13,0-1,0 0,0 1,0 0,0 0,0 0,1 0,0 0,0 1,0 0,0-1,0 1,1 0,-1 0,1 1,0-1,1 0,-1 1,1-1,0 1,0 0,0-1,1 1,-1 0,1-1,0 1,0 0,1 0,0-1,0 1,0 0,0-1,0 1,1-1,0 0,0 1,0-1,1 0,2 3,6 3,0-1,1-1,0 0,0 0,1-1,0-1,0 0,0 0,1-2,0 0,0 0,0-1,1-1,-1 0,0-1,11-1,26 3</inkml:trace>
  <inkml:trace contextRef="#ctx0" brushRef="#br0" timeOffset="20913.2">14763 2184,'-16'-5,"-1"1,1 0,0 1,-1 1,0 1,1 0,-1 1,0 0,-6 3,21-4,0 2,0-1,0 0,-1 0,1 1,0-1,0 1,0 0,0-1,0 1,0 0,0 0,1 0,-1 1,0-1,0 0,1 1,-1-1,1 1,-1-1,1 1,0 0,0 0,-1-1,1 1,0 0,1 0,-1 0,0 0,1 0,-1 1,1-1,-1 0,1 0,0 0,0 0,0 0,0 0,1 1,-1-1,0 0,1 0,-1 0,1 0,0 0,0 0,0 0,0 0,7 8,1-1,-1 1,2-1,-1-1,1 0,1-1,-1 1,1-2,3 2,43 29,5 31,-61-66,1 0,-1-1,0 1,0 0,0 0,0 0,0 0,0 1,-1-1,1 0,-1 0,1 0,-1 0,0 1,0-1,0 0,0 0,0 1,0-1,-1 0,1 0,-1 0,0 1,1-1,-1 0,0 0,0 0,0 0,-1 0,1-1,0 1,-1 0,1 0,-1-1,0 1,1-1,-3 2,1-1,-1 0,1 0,-1 0,0-1,1 1,-1-1,0 0,0 0,0 0,0 0,0-1,0 0,0 0,0 0,0 0,0 0,0-1,0 0,0 0,0 0,1 0,-1-1,0 1,1-1,-1 0,1 0,-1 0,1-1,0 1,0-1,-1 0,4 1,1 0,-1 0,0 0,1 0,-1 0,1 1,0-1,0 0,-1 0,1 1,0-1,0 0,1 1,-1-1,0 1,0 0,1-1,-1 1,1 0,-1 0,1 0,0 0,-1 0,1 0,0 0,0 1,-1-1,1 0,0 1,0 0,0-1,0 1,0 0,0 0,1 0,-2 0,29-8</inkml:trace>
  <inkml:trace contextRef="#ctx0" brushRef="#br0" timeOffset="21648.743">15083 2385,'0'-3,"0"-1,0 0,0 0,0 0,-1 0,0 0,0 0,0 0,0 0,-1 1,1-1,-1 1,0-1,0 1,0-1,0 1,-1 0,1 0,-1 0,0 1,0-1,0 0,0 1,0 0,-1 0,1 0,-1 0,1 0,-1 1,0 0,0 0,0 0,1 0,-1 0,0 1,0 0,0-1,0 1,0 1,0-1,0 1,0-1,0 1,0 1,-1 1,0 0,0 0,1 0,-1 1,1 0,0 0,0 0,1 0,-1 1,1 0,0-1,0 1,0 0,1 0,0 1,0-1,0 0,1 1,-1 3,1-6,1 0,-1 0,1 0,0-1,0 1,0 0,0 0,1 0,-1 0,1 0,-1-1,1 1,0 0,0-1,0 1,1 0,-1-1,1 0,-1 1,1-1,0 0,0 0,0 1,0-2,0 1,0 0,1 0,-1-1,1 1,-1-1,1 0,-1 0,1 0,0 0,0 0,-1 0,1-1,0 1,0-1,3 0,1 1,-1-2,1 1,-1 0,0-1,1-1,-1 1,0-1,0 0,0 0,0 0,0-1,-1 0,1 0,-1-1,1 0,-1 0,-1 0,1 0,0-1,-1 1,0-1,0 0,-1-1,1 1,-1-1,0 1,0-1,0-3,7 68,-8-54,0 0,0 0,1 0,0-1,0 1,0-1,0 0,1 1,-1-2,1 1,0 0,1-1,-1 0,1 0,-1 0,1 0,0-1,0 1,-2-2,-1 0,1 0,-1 0,1 0,0-1,0 1,-1-1,1 1,0-1,0 0,-1 0,1 0,0 0,0-1,0 1,-1-1,1 0,0 0,-1 0,1 0,-1 0,1 0,-1-1,0 1,1-1,-1 0,0 0,0 1,0-1,0-1,0 1,-1 0,1 0,-1-1,1 0,3-11,0 0,-1 0,-1 0,-1-1,0 1,0-1,-1 0,-1 1,-1-1,0 0,-1 1,0-1,-1 1,-2-4,-1-17,5 33,1 1,-1 0,1 0,0 0,-1 0,1 0,0 0,-1 0,1 0,0 0,0 0,0 0,0 0,0 0,0 0,0 0,0 0,0 0,1 0,-1 0,0 0,1 0,-1 0,0 0,1 0,0 0,-1 0,1 0,-1 0,1 1,0-1,0 0,-1 0,1 1,0-1,0 1,0-1,0 0,0 1,0 0,0-1,0 1,1-1,94 27,-40-10,-25-8,0 1,0 1,-1 2,15 9,-42-20,0 0,-1 1,1-1,-1 0,0 1,1-1,-1 1,0 0,0 0,0 0,0 0,0 0,0 0,-1 0,1 1,-1-1,0 1,1-1,-1 1,0-1,-1 1,1 0,0-1,-1 1,1 0,-1 0,0 0,0-1,0 1,0 0,-1 2,-44 100,44-103,1 0,0 0,0-1,0 1,0 0,0 0,0-1,0 1,0 0,1-1,-1 1,1 0,-1-1,1 1,0 0,0-1,-1 1,1-1,0 0,0 1,1-1,-1 0,0 1,0-1,1 0,-1 0,0 0,1 0,-1 0,1 0,-1-1,1 1,0 0,-1-1,3 1,64 10,-63-10,420 0,-375-2</inkml:trace>
  <inkml:trace contextRef="#ctx0" brushRef="#br0" timeOffset="19112.496">10177 2545,'17'4,"1"-1,0-1,0 0,0-1,0-1,0-1,0-1,0 0,0-2,0 0,-1 0,0-2,0 0,0-1,-1-1,0 0,7-6,37-43,-59 55,0 1,0-1,0 1,0-1,0 1,0-1,0 1,-1-1,1 0,-1 0,1 1,-1-1,0 0,1 0,-1 1,0-1,0 0,0 0,-1 0,1 1,0-1,-1 0,1 0,-1 1,1-1,-1 0,0 1,0-1,0 1,0-1,0 1,0-1,0 1,0 0,-1-1,1 1,0 0,-1 0,1 0,-1 0,1 0,-1 0,-1 0,-2 0,1-1,-1 1,0 0,1 1,-1-1,0 1,0 0,1 0,-1 0,0 1,0 0,1 0,-1 0,0 0,1 1,-1 0,1 0,0 0,0 0,-1 1,2-1,-1 1,0 0,0 0,1 1,0-1,0 1,0 0,0 0,0 0,1 0,-1 0,1 0,0 1,1-1,-1 1,1-1,0 1,0 0,0-1,1 1,0 0,-1 0,2 0,-1-1,1 1,-1 0,1-1,1 3,0 1,1 0,0-1,1 1,-1-1,1 0,1 0,-1 0,1 0,1-1,-1 0,1 0,0 0,0-1,0 0,1 0,0 0,0-1,0 0,1-1,-1 0,7 2,-3-1,0 0,0-1,0-1,0 0,0 0,1-1,-1 0,1-1,-1-1,1 1,-1-2,0 0,0 0,1-1,3-2,-7 1,-1-1,1 0,-1-1,0 1,-1-1,0-1,0 1,0-1,0 0,-1 0,-1-1,1 1,-1-1,0 0,-1-1,0 1,0 0,-1-1,0 0,0 1,-1-1,0 0,-1-2,3 0,-4 7,1 1,0 0,0 0,1 0,-1-1,0 1,1 0,0 0,0 0,0 0,0 0,1 0,-1 0,1 1,-1-1,1 0,0 1,0-1,0 1,1 0,-1-1,0 1,1 0,0 1,-1-1,1 0,0 1,0-1,0 1,0 0,0 0,0 0,0 1,0-1,0 1,4-1,6 7,-1-1,1 2,-1 0,0 0,-1 1,0 1,0 0,0 0,-1 1,-1 1,0-1,7 12,-9-14,-1 1,0-1,-1 1,0 0,0 1,-1-1,0 1,-1 0,0 0,1 9,-3-18,-1 0,0 0,0 0,0 0,0 0,0 0,0 0,0 0,0 0,0 0,0 0,0 0,0 0,-1 0,1 0,-1-1,1 1,0 0,-1 0,1 0,-1 0,0 0,1-1,-1 1,0 0,1 0,-1-1,0 1,0-1,0 1,0-1,1 1,-1-1,0 1,0-1,0 0,0 1,0-1,0 0,0 0,0 0,0 0,0 0,0 0,0 0,0 0,0 0,0 0,0-1,0 1,0 0,0-1,0 1,0-1,0 1,0-1,1 1,-1-1,0 1,0-1,0 0,1 0,-1 1,1-1,-1 0,0 0,1 0,-1 0,1 0,-1 0,0-5,0 1,0-1,0 1,0-1,1 1,0-1,0 1,1-1,-1 1,1-1,1 1,-1-1,1 1,-1 0,2 0,-1 0,0 0,1 0,0 0,0 1,1-1,-1 1,3-2,-3 1,52-77,78-133,-114 176,-2 0,-1-2,-3 0,-1 0,-2-1,4-34,-14 49,-5 23,-21 67,8 10,2 1,4 0,3 1,2 39,6-92,1 0,1 0,1 0,1 0,1 0,4 11,-6-24,1-1,0 0,1 0,0 0,0 0,1 0,0-1,0 0,1 0,0 0,0-1,0 0,1 0,0 0,0-1,0 0,6 2,-2-2,1 0,0 0,1-1,-1-1,1 0,-1-1,1 0,0-1,0 0,0-1,0-1,-1 0,1 0,0-2,0 1,-1-2,0 0,1 0,-1-1,-1 0,1-1,-1-1,0 1,-1-2,1 0,-1 0,-1-1,8-8,-13 11,0 0,-1 0,0 0,0 0,0 0,-1 0,0-1,-1 1,1-1,-1 0,0 1,-1-1,1-5,-1 9,0-1,-1 1,1 0,0 0,-1 0,0 0,1 0,-1 0,-1 0,1 0,0 1,-1-1,1 0,-1 0,0 1,0 0,0-1,0 1,0 0,0 0,-1 0,1 0,-1 0,0 0,1 1,-1 0,0-1,0 1,0 0,-2 0,2 0,0 1,0-1,-1 1,1 0,0 0,0 1,0-1,-1 1,1-1,0 1,0 0,0 0,0 0,0 1,0-1,0 1,1-1,-1 1,1 0,-1 0,1 1,-1-1,1 0,0 1,0-1,0 1,1-1,-3 4,2-1,-1 0,0 0,1 0,0 0,0 1,0-1,1 1,0-1,0 1,0-1,1 1,0 0,0-1,0 1,1 0,0 0,0-1,1 0,0 0,0 0,1-1,-1 1,1-1,0 0,0 1,1-1,-1-1,1 1,0 0,0-1,0 0,0 0,0 0,1-1,0 1,-1-1,1 0,1 0,107 21,-65-22</inkml:trace>
  <inkml:trace contextRef="#ctx0" brushRef="#br0" timeOffset="19362.342">10966 2011,'20'4,"28"5,32 2,33-1,29-1,17-8,-18-3</inkml:trace>
  <inkml:trace contextRef="#ctx0" brushRef="#br0" timeOffset="46362.926">6968 4577,'-2'7,"1"5,1 4,1 0</inkml:trace>
  <inkml:trace contextRef="#ctx0" brushRef="#br0" timeOffset="46626.222">6996 5152,'0'3,"0"0</inkml:trace>
  <inkml:trace contextRef="#ctx0" brushRef="#br0" timeOffset="46887.524">7262 4871,'31'-69,"-3"-1,-4-1,12-59,-37 117,-12 42,-5 15,3 2,2 0,2 0,1 1,3 0,2 1,2-1,2 1,2 0,3 2,37 111,-14-95</inkml:trace>
  <inkml:trace contextRef="#ctx0" brushRef="#br0" timeOffset="45878.634">6341 4564,'-3'44,"-1"-1,-3 0,-1 0,-5 10,3-14,2 1,1 0,2 0,2 0,2 1,1-38,0 1,0-1,0 0,1 1,-1-1,1 0,0 1,0-1,0 0,1 0,-1 0,1 0,-1 0,1 0,0-1,0 1,0-1,0 1,1-1,-1 1,1-1,0 0,-1 0,1-1,0 1,0 0,0-1,0 0,0 0,0 0,3 1,10 0,0 0,0-1,0-1,0 0,0-1,0-1,0 0,0-1,13-5,14-4</inkml:trace>
  <inkml:trace contextRef="#ctx0" brushRef="#br0" timeOffset="46119.57">6594 4845,'-6'14,"-6"13,0 11,0 11,2 6,3 5,2 1,2 0,4-4,6-5,7-9,0-11</inkml:trace>
  <inkml:trace contextRef="#ctx0" brushRef="#br0" timeOffset="44810.908">4375 4671,'-6'126,"-6"-1,-17 71,25-171,39-169,38-180,-67 300,-16 75,7-36,-1-6,2 1,-1-1,1 1,1-1,0 1,0-1,1 1,0 0,0 0,1-1,1 4,-1-11,0 0,-1 0,1 0,0 0,0-1,0 1,1 0,-1 0,0-1,1 1,-1 0,1-1,-1 0,1 1,0-1,0 0,-1 0,1 0,0 0,0 0,0 0,0-1,0 1,0-1,0 1,0-1,1 0,-1 1,0-1,0 0,0-1,0 1,0 0,0-1,2 0,69-29,-50 15,-2 0,0-2,-1 0,-1-2,0 0,-2-1,0 0,-1-2,-1 0,4-10,-45 125,14-55,3 0,1 1,2 0,2 0,1 1,3 29,0-63,1 0,0 0,0 0,1 0,0 0,0-1,0 1,1 0,-1-1,1 1,4 4,12 10</inkml:trace>
  <inkml:trace contextRef="#ctx0" brushRef="#br0" timeOffset="45132.051">5004 4671,'-11'45,"2"1,2-1,2 1,2 0,3 1,2 27,24 16,-24-87,-1 0,1-1,0 1,-1 0,1-1,0 1,1-1,-1 0,0 1,1-1,-1 0,1-1,0 1,-1 0,1-1,0 1,0-1,0 0,0 0,1 0,-1 0,0-1,0 1,0-1,0 0,1 0,1 0,5-3,0-1,-1 0,1 0,-1-1,0 0,0 0,0-1,-1-1,0 1,0-1,-1 0,0-1,0 0,-1 0,0-1,4-5,8-17,0 0,-3 0,0-2,-2 0,-2 0,0-1,-3-1,-1 1,-1-1,0-35,-3 40,0 9</inkml:trace>
  <inkml:trace contextRef="#ctx0" brushRef="#br0" timeOffset="45377.4">5578 4618,'-2'13,"-1"14,0 12,5 8,7 7,9 6,8 2,6-1,5-3,5-8,0-7,-3-11,-5-12,-9-8</inkml:trace>
  <inkml:trace contextRef="#ctx0" brushRef="#br0" timeOffset="45627.732">5792 4738,'-14'16,"-10"17,-10 15,-7 15,-1 9,0 4,4 1,5-4,7-15</inkml:trace>
  <inkml:trace contextRef="#ctx0" brushRef="#br0" timeOffset="27754.051">3386 6436,'0'115,"5"-1,8 23,4-7,-6 1,-5 0,-6 0,-13 86,-27 69,15-132,8 2,5 20,3 279,-16-212,6-61,5 57,15 865,-28-598,26-338,0 30,-12 34,10-201,-20 222,10 48,0 380,14-296,-1-362,2-18,1-11</inkml:trace>
  <inkml:trace contextRef="#ctx0" brushRef="#br0" timeOffset="31042.939">3439 6596,'0'-121,"-13"-97,-2 100,6 0,5-19,4 135,-1 1,1 0,0-1,0 1,0-1,0 1,0 0,0-1,0 1,1-1,-1 1,1 0,-1-1,1 1,-1 0,1 0,-1-1,1 1,0 0,0 0,0 0,0 0,0 0,0 0,0 0,0 0,0 0,0 0,0 1,1-1,-1 0,0 1,0-1,1 1,-1 0,1-1,-1 1,0 0,1 0,-1 0,0 0,1 0,160-20,-79 7,0 5,0 2,1 5,35 5,-34 5,-4 2,1-5,0-3,22-4,183-19,-80 55,-99-28,100-7,-100-2,424 15,-284 4,-132-8,-1-4,38-7,-21 0,213 2,-344 0,1 0,-1-1,0 1,0 0,0 0,1 0,-1 0,0 0,0 1,1-1,-1 0,0 1,0-1,0 0,0 1,0-1,0 1,0 0,0-1,0 1,0 0,0 0,0 0,0-1,0 1,0 0,-1 0,1 0,0 0,-1 1,1-1,-1 0,1 0,-1 0,0 0,0 0,1 1,-1-1,0 0,0 0,0 0,0 1,0-1,0 0,0 0,-1 0,1 1,0-1,-1 0,1 0,-1 0,1 0,-1 0,1 0,-2 1,-6 26,1 1,2 0,0 0,2 0,1 0,2 22,45 299,-35-84,-11 22,-1-79,1 485,-28-372,13-188,-5 395,0-354,-29 105,22-145,6 2,6 0,5 36,23 264,-10 70,-29 52,12-315,-33 166,5 29,24-210,6-102,-10 158,24 270,12-453,-13-102,0 0,0-1,0 1,0 0,0 0,0-1,0 1,0 0,0-1,0 1,0 0,0 0,0-1,1 1,-1 0,0 0,0-1,0 1,0 0,1 0,-1-1,0 1,0 0,0 0,1 0,-1-1,0 1,0 0,1 0,-1 0,0 0,0 0,1 0,-1-1,0 1,0 0,1 0,-1 0,0 0,1 0,-1 0,0 0,0 0,1 0,-1 0,0 1,1-1,-1 0,0 0,0 0,1 0,-1 0,0 0,0 0,1 1,-1-1,0 0,0 0,0 0,1 1,-1-1,0 0,6-26,-2-1</inkml:trace>
  <inkml:trace contextRef="#ctx0" brushRef="#br0" timeOffset="32765.865">3118 13213,'-7'197,"1"-98,5-1,4 4,-3-92,0 0,1 0,0 0,1-1,0 1,0 0,1-1,0 0,1 1,0-1,0-1,1 1,0-1,1 1,2 1,-2-7,0 0,0 0,0-1,0 0,0 0,1-1,-1 0,1 0,-1 0,1-1,-1 0,1 0,-1-1,1 0,2 0,3 0,46-4,18-1,0 2,1 4,3 4,445 83,120-26,-85-6,-233-32,-132 12,29-46,-109 8,-84 4,-1-2,1-1,0-1,23-6,106-28,-70 22,-60 13,-29 2,0 0,0 0,0-1,1 1,-1 0,0-1,0 1,0-1,0 1,-1-1,1 1,0-1,0 0,0 1,0-1,0 0,-1 0,1 0,0 1,-1-1,1 0,-1 0,1 0,-1 0,1 0,-1 0,0 0,1 0,-1 0,0 0,0-1,0 1,0 0,0 0,0 0,0 0,0 0,0 0,-1 0,1 0,0 0,-1 0,-15-50,14 46,-14-33</inkml:trace>
  <inkml:trace contextRef="#ctx0" brushRef="#br0" timeOffset="34229.596">191 7105,'0'-1,"0"1,0-1,0 1,0-1,0 1,0 0,0-1,0 1,0-1,0 1,1-1,-1 1,0 0,0-1,0 1,1-1,-1 1,0 0,1-1,-1 1,0 0,1 0,-1-1,0 1,1 0,-1 0,1-1,-1 1,0 0,1 0,-1 0,1 0,-1 0,1-1,-1 1,0 0,1 0,-1 0,1 0,-1 0,1 1,-1-1,1 0,-1 0,0 0,1 0,-1 0,1 1,-1-1,0 0,1 0,-1 1,1-1,-1 0,392 19,340-13,-366 31,-239-19,1-5,48-6,49-18,-120 3,1 4,18 7,-25 1,-1-3,1-5,1-4,-64 4,93-2,-71 28,-72-31,-6 4</inkml:trace>
  <inkml:trace contextRef="#ctx0" brushRef="#br0" timeOffset="35182.944">84 8695,'-1'0,"0"0,0 0,1 0,-1 0,0 1,1-1,-1 0,0 0,1 0,-1 1,0-1,1 0,-1 1,1-1,-1 0,1 1,-1-1,0 1,1-1,0 1,-1-1,1 1,-1-1,1 1,0 0,-1-1,1 1,0 0,-1-1,1 1,0 0,0-1,0 1,0 0,0-1,0 1,0 0,0-1,0 1,0 0,0-1,0 1,0 0,1-1,-1 1,0 0,0-1,1 1,-1 0,0-1,1 1,-1-1,1 1,-1-1,1 1,-1-1,1 1,-1-1,1 1,-1-1,1 0,0 1,-1-1,1 0,12 2,0-1,0 0,0-1,1 0,-1-1,0-1,5-1,12-1,302-23,196 14,-92 1,-167 1,169 19,57 11,-16 18,-460-36,-5-2,-1 2,0-1,0 2,0 0,-1 0,1 1,0 1,2 1,-14 4,-10-5</inkml:trace>
  <inkml:trace contextRef="#ctx0" brushRef="#br0" timeOffset="36112.719">70 10019,'-69'18,"69"-17,-1 1,1-1,0 0,0 0,0 0,0 0,0 0,0 1,0-1,1 0,-1 0,0 0,1 0,-1 0,0 0,1 0,0 0,-1 0,1 0,-1 0,1 0,0 0,0 0,0 0,-1-1,1 1,0 0,0 0,0-1,0 1,0-1,0 1,0-1,1 0,-1 1,0-1,0 0,0 0,0 1,0-1,1 0,-1 0,1-1,33 10,1-2,0-1,1-2,-1-2,29-2,-29 1,661 18,-398 3,802 32,-1086-54,17-1,1 1,-1 1,0 2,0 1,-1 1,1 2,-1 2,2 1,-17-5,0-1,0-1,0-1,0 0,0-1,0 0,1-2,10-1,15 1,184 0,-213 1</inkml:trace>
  <inkml:trace contextRef="#ctx0" brushRef="#br0" timeOffset="37117.759">177 11556,'-139'62,"122"-51,23-4,31 2,297-4,879-33,-523 29,-442 14,-119 22,-62-22,-21-3,-41-10,1 0,0 0,0 0,0-1,0 0,1 0,-1 0,0-1,0 0,1 0,-1-1,0 0,0 0,1 0,8-5</inkml:trace>
  <inkml:trace contextRef="#ctx0" brushRef="#br0" timeOffset="37798.696">3974 6811,'0'20,"0"16,0 11,0 7,0 3,2-2,1 0,0-4,-1-9</inkml:trace>
  <inkml:trace contextRef="#ctx0" brushRef="#br0" timeOffset="38046.551">3907 7425,'7'0,"9"0,11 0,7-2,5-1,3-2,-1 0,-3-2,-9-2,-8 1</inkml:trace>
  <inkml:trace contextRef="#ctx0" brushRef="#br0" timeOffset="38215.096">3880 6717,'9'-5,"15"-1,16-2,16 0,11 2,-5 1</inkml:trace>
  <inkml:trace contextRef="#ctx0" brushRef="#br0" timeOffset="38511.355">4348 7264,'-1'9,"1"1,0-1,0 0,1 0,0 0,0 0,1 0,1 0,-1-1,1 1,1-1,0 1,0-1,0 0,1-1,0 1,1-1,0 0,0 0,0-1,1 1,0-2,0 1,1-1,-1 0,1 0,0-1,9 3,-11-4,1-1,-1 0,1-1,0 1,-1-1,1-1,0 1,0-1,0 0,0-1,-1 0,1 0,0 0,-1-1,1 0,-1 0,1 0,-1-1,0 0,0-1,0 1,0-1,-1 0,0-1,0 1,0-1,0 0,-1 0,1 0,-1-1,-1 0,1 1,-1-1,0-1,0 1,-1 0,1-4,-2 6,-1 0,0 0,0 0,0 0,-1 0,1 0,-1 0,0 0,0 0,-1 0,1 0,-1 0,0 1,0-1,0 0,0 1,0 0,-1 0,0-1,0 2,0-1,0 0,0 0,0 1,-1 0,1 0,-4-2,-2 0,1 0,-1 0,0 1,0 0,0 0,0 1,0 0,-1 1,1 0,-1 1,-7 0,7 1,0 1,1 0,-1 0,1 1,0 0,-1 1,1 0,1 0,-1 1,1 0,0 1,0 0,0 0,1 1,0-1,0 2,1-1,0 1,-3 4,-16 28</inkml:trace>
  <inkml:trace contextRef="#ctx0" brushRef="#br0" timeOffset="38879.36">3947 8200,'-5'9,"-1"12,1 14,0 11,2 5,1 4,1 2,0-3,1-3,3-3,0-10</inkml:trace>
  <inkml:trace contextRef="#ctx0" brushRef="#br0" timeOffset="39088.419">3867 8736,'9'-3,"10"0,11-2,9-1,5 2,2 0,-3 2,-6 1,-7 0,-8 1</inkml:trace>
  <inkml:trace contextRef="#ctx0" brushRef="#br0" timeOffset="39330.259">3827 8067,'-12'-7,"2"-2,8 0,15 2,17 4,19 3,11 6,8 7,0 7,-10 1</inkml:trace>
  <inkml:trace contextRef="#ctx0" brushRef="#br0" timeOffset="39583.238">4348 8548,'9'-16,"6"-14,-1-9,-1-5,-4-1,-3 4,-3 14,-2 18,-3 23,-4 19,0 16,0 13,1 12,4 8,5 4,1 3,0-1,-1-16</inkml:trace>
  <inkml:trace contextRef="#ctx0" brushRef="#br0" timeOffset="39915.352">3734 9698,'-3'11,"0"13,1 12,-1 8,2 7,2 0,4 2,0-3,2 1,0-5,-1-10</inkml:trace>
  <inkml:trace contextRef="#ctx0" brushRef="#br0" timeOffset="40168.676">3640 10273,'16'-5,"12"-1,10 0,6 1,4 2,1 1,-1 1,-4 0,-10 1</inkml:trace>
  <inkml:trace contextRef="#ctx0" brushRef="#br0" timeOffset="40412.024">3626 9657,'14'-4,"16"0,13 4,15 3,5 7,-8 1</inkml:trace>
  <inkml:trace contextRef="#ctx0" brushRef="#br0" timeOffset="40688.286">4094 10059,'10'-7,"0"1,1 0,0 1,0 1,0-1,0 2,11-3,-19 5,-1 1,1-1,0 1,0-1,0 1,0 0,-1 0,1 0,0 0,0 1,0-1,0 1,-1 0,1 0,0 0,-1 0,1 0,-1 0,1 1,-1-1,1 1,-1 0,0 0,0 0,0 0,0 0,0 0,-1 0,1 1,-1-1,1 1,-1-1,0 1,0-1,0 1,1 10,-2-1,0 1,0-1,-1 1,0-1,-1 0,-1 1,0-1,-1 0,0-1,-1 1,0-1,0 1,-1-2,-1 1,-4 4,-114 185,125-199,-1 0,1-1,-1 1,1 0,-1 0,1 0,0 0,-1 0,1 0,0 0,0 0,0-1,0 1,-1 0,1 0,1 0,-1 0,0 0,0 0,0 0,0 0,1 0,-1 0,0 0,1 0,-1-1,1 1,-1 0,1 0,-1 0,1-1,0 1,-1 0,1-1,0 1,0-1,-1 1,1 0,0-1,0 0,0 1,0-1,-1 0,1 1,0-1,0 0,0 0,0 0,0 1,0-1,0 0,56-4,-53 4,305-55,-233 43</inkml:trace>
  <inkml:trace contextRef="#ctx0" brushRef="#br0" timeOffset="41182.485">3841 11476,'-7'9,"-5"10,1 8,1 9,3 8,2 7,2 4,2 0,3-3,1-6,3-5,0-11</inkml:trace>
  <inkml:trace contextRef="#ctx0" brushRef="#br0" timeOffset="41430.863">3720 11984,'12'-3,"12"-2,12-1,8-1,4 0,2-1,-2 1,-5 2,-9 1</inkml:trace>
  <inkml:trace contextRef="#ctx0" brushRef="#br0" timeOffset="41683.791">3706 11355,'16'2,"17"2,16-1,13-1,8 2,1 2,-11 1</inkml:trace>
  <inkml:trace contextRef="#ctx0" brushRef="#br0" timeOffset="42028.866">4107 11743,'206'-11,"-203"10,0 1,-1 0,1-1,-1 1,1 0,0 0,-1 1,1-1,-1 0,1 1,-1 0,1 0,-1-1,1 1,-1 1,0-1,1 0,-1 0,0 1,0 0,0-1,0 1,0 0,0 0,-1 0,1 0,-1 0,1 0,-1 0,0 1,0-1,0 0,0 1,0-1,0 1,-1-1,1 1,-1 0,0-1,0 2,-3 7,-1 0,0 0,-1 0,0 0,-1-1,0 0,-1 0,0 0,-1-1,0 0,-6 5,10-10,-78 89,81-93,1 1,-1 0,1 0,0-1,-1 1,1 0,0 0,0 0,0-1,-1 1,1 0,0 0,0 0,0 0,0 0,1-1,-1 1,0 0,0 0,0 0,1 0,-1-1,0 1,1 0,-1 0,1-1,-1 1,1 0,-1-1,1 1,-1 0,1-1,0 1,-1-1,1 1,0-1,0 1,-1-1,1 0,0 1,0-1,0 0,-1 0,2 1,40 6,133-18,-140 6,-1 1,0 2,1 2,0 1,23 4,-54-5,-1 0,1 1,-1-1,1 0,-1 1,1 0,-1 0,0 0,1 0,-1 1,0-1,0 1,0 0,0 0,0 0,0 0,-1 0,1 1,-1-1,1 1,-1-1,0 1,0 0,0 0,-1 0,1 0,-1 1,1-1,-1 0,0 2,-2 1,0-1,-1 0,1 1,-1-1,-1 0,1 0,-1 0,1-1,-1 1,-1-1,1 1,-1-1,1 0,-1 0,-1 0,-14 14,0-2,0 0,-2-1,0-1,-1-1,0 0,-1-2,0-1,-13 4,-18 2</inkml:trace>
  <inkml:trace contextRef="#ctx0" brushRef="#br0" timeOffset="42630.471">5699 9417,'0'18,"5"13,7 10,12 6,8 0,6 0,3-3,-1-6,-3-3,-5-5,-8-6</inkml:trace>
  <inkml:trace contextRef="#ctx0" brushRef="#br0" timeOffset="43012.871">6167 9404,'3'-10,"-4"15,-9 20,-75 114,67-115,1 1,2 0,0 2,1-1,2 2,1 0,1 0,1 1,2 0,-1 5,6 22,2 0,2 0,2 0,9 31,4 63,-12-52,-4-51,2 0,2-1,6 23,-10-64,0 0,0 1,1-1,0 0,0 0,0 0,0-1,1 1,-1 0,1-1,0 0,1 1,-1-1,1-1,0 1,2 1,10 4</inkml:trace>
  <inkml:trace contextRef="#ctx0" brushRef="#br0" timeOffset="43596.309">6915 9831,'16'0,"19"0,21 0,25 0,25 0,26 0,26 0,21 3,20 2,12 3,4 5,-5 4,-10 2,-18 0,-22-3,-40-5</inkml:trace>
  <inkml:trace contextRef="#ctx0" brushRef="#br0" timeOffset="48794.456">4402 13187,'0'25,"1"22,-2 0,-2 0,-1 0,-3 0,-7 22,-8-17,22-52,-1 0,0 0,1 0,-1 1,0-1,1 0,-1 0,0 0,1 0,-1 0,0-1,1 1,-1 0,0 0,1 0,-1-1,0 1,1 0,-1 0,1-1,-1 1,0-1,1 1,-1-1,1 1,-1 0,1-1,0 0,-1 1,1-1,0 1,-1-1,1 1,0-1,-1 0,1 1,0-1,0 0,0 1,0-1,0 0,0 1,0-1,0 0,0 1,0-1,0 0,0 1,0-1,0 0,1 1,-1-1,0 0,0 1,1-1,-1 1,0-1,1 0,-1 1,-2-67,3 1,2 0,12-59,8 2,-20 120,0 0,0 0,0 0,1 0,-1 1,1-1,0 1,-1 0,1 0,0 0,0 1,0-1,0 1,0 0,1 0,-1 0,0 1,1-1,-1 1,0 0,0 1,1-1,-1 1,0-1,2 2,1-2,67 15,-71-14,-1 0,0 0,0 0,0 0,0 0,0 1,0-1,0 1,0-1,0 1,-1 0,1 0,0 0,-1 0,0 0,0 0,1 0,-1 0,0 0,-1 1,1-1,0 0,-1 1,1-1,-1 0,0 1,1-1,-1 1,-1 1,-2 8,-2 0,1 0,-2 0,0-1,0 1,-1-1,0-1,-1 0,0 0,0 0,-1-1,-1 0,0-1,0 0,-2 1,-43 35,49-34,24-15,-4 0,1-1,-1 0,2 2,-1 0,0 0,1 1,0 1,-1 1,1 0,2 1,-15 1,1 0,0-1,-1 2,1-1,0 0,-1 1,0 0,1-1,-1 1,0 1,0-1,0 0,0 1,0-1,-1 1,1 0,-1 0,0 0,0 0,0 1,0-1,0 0,-1 1,0-1,1 1,-1 0,-1-1,1 1,0 0,-1 1,1 4,0 1,-1-1,0 1,0-1,-1 1,0-1,-1 0,0 1,-1-1,0 0,-3 6,2-6,-1 0,1-1,-2 1,1-1,-1-1,-1 1,1-1,-1 0,-1 0,1-1,-1 0,0-1,0 1,-1-1,0-1,0 0,0 0,0-1,0 0,-1 0,1-1,-1-1,-5 1,12-2,1 0,-1 0,0 0,0-1,0 1,0-1,0 0,0 0,0 0,1 0,-1 0,0-1,1 1,-1-1,1 0,-2-1,-5-7</inkml:trace>
  <inkml:trace contextRef="#ctx0" brushRef="#br0" timeOffset="49313.586">5365 13294,'-66'199,"37"-99,23-86,4-20,4-27,19-69,4 1,5 1,11-18,-39 112,6-16,0 0,1 1,1 0,1 0,1 2,1-1,1 1,-13 18,-1 0,0 1,1-1,-1 1,1-1,-1 0,0 1,1-1,0 1,-1-1,1 1,-1 0,1-1,-1 1,1 0,0-1,-1 1,1 0,0-1,-1 1,1 0,0 0,-1 0,1 0,0 0,0 0,-1 0,1 0,0 0,-1 0,1 0,0 0,-1 1,1-1,0 0,-1 0,1 1,0-1,-1 1,1-1,-1 0,1 1,0-1,-1 1,1-1,-1 1,0-1,1 1,-1 0,1-1,-1 1,0-1,0 1,1 0,-1 0,12 42,-11-42,24 201,-22-151,2-1,2 1,3-2,1 1,3-1,2-1,8 15,14-5,-22-42</inkml:trace>
  <inkml:trace contextRef="#ctx0" brushRef="#br0" timeOffset="49565.435">5391 13387,'20'-2,"21"-3,19-6,16-4,7-3,0 2,-15 3</inkml:trace>
  <inkml:trace contextRef="#ctx0" brushRef="#br0" timeOffset="50167.836">4188 13975,'11'292,"-21"132,-53 333,20-223,42-509,-15 69,10-87</inkml:trace>
  <inkml:trace contextRef="#ctx0" brushRef="#br0" timeOffset="50900.789">5351 14149,'19'49,"-10"16,-3 0,-2 0,-3 8,-1-38,2 463,-37 214,21-565,-8 91,10 48,17-229,-2-55</inkml:trace>
  <inkml:trace contextRef="#ctx0" brushRef="#br0" timeOffset="51766.534">4081 15941,'0'5,"0"5,0 7,0 8,0 10,0 10,0 11,0 9,-2 11,-3 7,-6 6,0 1,-1-3,2-8,4-12,6-15,3-17</inkml:trace>
  <inkml:trace contextRef="#ctx0" brushRef="#br0" timeOffset="52464.02">4188 14992,'-191'210,"149"-180,40-37,58-81,40-36,-95 123,0 0,0 0,0 0,0 0,0 0,0 0,0 1,1-1,-1 0,0 1,0-1,1 1,-1-1,0 1,1 0,-1 0,1-1,-1 1,0 0,1 0,-1 0,0 1,1-1,-1 0,1 0,-1 1,0-1,1 1,-1-1,0 1,0-1,1 1,-1 0,0 0,1 0,34 41,-28-31,36 51,-21-27,1-1,2-2,1 0,2-1,0-2,3-1,32 23,-32-33</inkml:trace>
  <inkml:trace contextRef="#ctx0" brushRef="#br0" timeOffset="53244.932">5418 15059,'-227'245,"214"-229,36-34,194-211,-168 189,-48 40,0 0,0 0,-1 0,1 0,0 1,0-1,0 0,0 0,-1 0,1 1,0-1,0 0,0 1,-1-1,1 1,0-1,-1 1,1-1,0 1,-1 0,1-1,-1 1,1-1,-1 1,1 0,-1 0,1-1,-1 1,0 0,0 0,1 0,-1-1,0 1,0 0,0 0,0 0,0 0,0-1,0 1,0 0,0 1,0-2,9 53,-7-36,1 0,0-1,2 1,0-1,0 0,8 14,-3-15,2-1,-1-1,2 0,-1 0,2-2,0 1,0-2,1 0,0 0,1-2,0 0,0-1,1 0,-1-1,2-1,-1-1,11 1,31 10</inkml:trace>
  <inkml:trace contextRef="#ctx0" brushRef="#br0" timeOffset="54044.945">1341 11249,'-4'4,"1"-1,0 1,0 1,0-1,0 0,1 1,0-1,0 1,0 0,1-1,-1 1,1 0,0 0,0 0,1 0,0 0,0 0,0 0,0 0,1 0,-1 0,2 0,-1 0,0 0,1 0,0 0,0-1,0 1,7 3,0 1,1-2,0 1,0-2,0 1,1-1,0-1,0 0,0 0,1-1,3 0,25 12,-23-9,-1 0,1 2,-1 0,-1 1,0 0,0 2,10 10,-19-16,0 0,-1 1,1-1,-2 1,1 1,-1-1,0 1,0-1,-1 1,0 0,-1 0,0 0,0 1,0-1,-1 1,0-1,-1 0,0 1,-1 3,-1-1,0 0,0 0,-1 0,0-1,-1 1,-1-1,1 0,-2 0,1 0,-1-1,-1 1,0-1,0-1,0 0,-1 0,-1 0,-7 5,-7 4,0 0,-1-2,-1-1,0-1,-1-1,-23 7,-2-2</inkml:trace>
  <inkml:trace contextRef="#ctx0" brushRef="#br0" timeOffset="54680.284">1287 9831,'5'3,"5"4,11 4,8 5,9 6,4 7,2 4,-4 6,-7 4,-8 3,-14 3,-18 4,-18 3,-19 0,-16-2,2-10</inkml:trace>
  <inkml:trace contextRef="#ctx0" brushRef="#br0" timeOffset="55378.615">1354 8374,'2'2,"6"6,7 5,11 6,11 4,7 2,5 2,2 1,-4 0,-7 2,-11 3,-14 2,-18 3,-20 3,-24 2,-16-2,-12-5,7-10</inkml:trace>
  <inkml:trace contextRef="#ctx0" brushRef="#br0" timeOffset="55993.977">1594 6783,'-1'2,"-1"0,1-1,0 1,0 0,0 0,-1 0,2 0,-1 0,0 0,0 0,1 0,-1 0,1 0,0 0,-1 0,1 0,0 1,0-1,0 0,1 0,-1 0,0 0,1 0,0 1,-1-1,1 0,0 0,0-1,0 1,0 0,0 0,1 0,-1-1,1 1,-1 0,1-1,0 1,75 42,-66-39,2-1,1 1,-1 1,0 0,0 1,-1 0,1 1,-2 0,1 1,-1 0,0 1,-1 0,-1 1,1 0,-2 0,1 1,-2 0,1 1,-2 0,0 0,0 0,-1 1,-1 0,-3-4,0 1,-1 0,0 0,-1 0,0-1,-1 1,0 0,0-1,-1 1,-1-1,0 0,0 0,-1 0,-6 8,-5 8,-2-2,-1 1,0-2,-17 15,-136 107,127-112</inkml:trace>
  <inkml:trace contextRef="#ctx0" brushRef="#br0" timeOffset="56878.598">8172 9604,'-1'0,"-1"1,1-1,0 1,0-1,0 1,0 0,0 0,0-1,0 1,0 0,0 0,1 0,-1 0,0 0,0 0,1 0,-1 0,1 0,-1 1,1-1,-1 0,1 0,0 0,-1 1,1-1,0 0,0 0,0 1,0-1,0 0,0 0,1 1,-1-1,0 0,1 0,-1 0,0 1,1-1,0 0,-1 0,1 0,0 0,-1 0,1 0,0 0,0 0,0 0,0 0,0-1,0 1,0 0,0-1,0 1,0 0,0-1,0 0,1 1,0-1,79 26,-63-21,0 0,-1 0,0 2,0 0,0 1,-1 1,-9-4,0-1,0 2,0-1,-1 1,0 0,0 0,-1 0,0 1,0 0,0 0,-1 0,0 1,-1-1,1 1,-1 0,-1 0,0 0,0 1,0-1,-1 0,0 1,-1-1,0 1,0-1,-1 0,0 1,0-1,-1 0,0 1,-1-1,0 0,-3 6,0-1,-1 0,-1 0,0-1,-1 0,0 0,-1-1,0 0,-1-1,0 0,0 0,-1-2,0 1,-1-1,0-1,0-1,-1 0,0 0,0-1,-11 2,5-4</inkml:trace>
  <inkml:trace contextRef="#ctx0" brushRef="#br0" timeOffset="57576.782">9121 9898,'7'5,"11"3,14 1,15-2,16-1,13-2,4-2,1-1,-9-1,-17 2,-23 1,-16-1</inkml:trace>
  <inkml:trace contextRef="#ctx0" brushRef="#br1" timeOffset="82881.709">25631 1102,'10'-60,"-8"65,0 227,4-87,6 0,27 124,-17-131,-6 0,-6 2,-6 0,-4-77,1 76,6-1,9 26,17 18,-14-83,-4 1,-3 14,-11 2,-4 0,-11 48,12-146,-2 18,2 0,2 0,1 0,2 0,1-1,7 27,12 44,-23-105,1-1,-1 0,1 0,-1 0,0 0,1 1,-1-1,1 0,-1 0,1 0,-1 0,1 0,-1 0,1 0,-1 0,1-1,-1 1,1 0,-1 0,1 0,-1 0,1-1,-1 1,1 0,-1 0,0-1,1 1,-1 0,1-1,-1 1,0 0,0-1,1 1,-1-1,0 1,1 0,-1-1,0 1,0-1,0 1,0-1,1 1,-1-1,0 1,0-1,0 1,0-1,0 1,0-1,0 1,0-1,0 1,-1-1,1 1,0-1,0 1,0-1,0-1,7-20</inkml:trace>
  <inkml:trace contextRef="#ctx0" brushRef="#br1" timeOffset="84981.205">25725 1035,'-10'-19,"3"6,1 0,0-1,0 0,1 0,1 0,1-1,0 1,-1-11,4-29,1 0,4 1,1-1,3 1,6-18,-14 67,-1 0,0 1,0-1,0 0,1 1,-1-1,1 0,0 1,0-1,0 1,0-1,1 1,-1 0,1-1,0 1,0 0,0 0,1 0,-1 0,1 1,-1-1,1 1,0-1,0 1,0 0,0 0,0 0,1 1,-1-1,0 1,1 0,-1 0,1 0,0 0,-1 0,2 1,175 55,-55-29,0-5,2-5,0-7,0-4,105-12,-38 5,170 9,-132 0,-231-8,1 1,0 1,-1-1,1 0,-1 0,1 1,0-1,-1 1,1-1,-1 1,1-1,-1 1,1 0,-1 0,1 0,-1 0,0 0,0 0,1 0,-1 1,0-1,0 0,0 1,0-1,-1 0,1 1,0-1,0 1,-1-1,1 1,-1 0,0-1,1 1,-1 0,0-1,0 1,0 0,0-1,0 1,-1 1,5 70,-4 1,-3-1,-3 0,-3 0,-2 19,5 1,4 15,26 302,-22-129,9 199,16-13,-18-196,-4-134,8 68,9 122,0-112,-10-112,-4 1,-4 24,-4-116,10 70,-9-82,-1 1,0-1,1 1,-1-1,0 0,1 1,-1-1,1 1,-1-1,1 0,-1 1,1-1,-1 0,1 1,-1-1,1 0,-1 0,1 0,0 1,-1-1,1 0,-1 0,1 0,0 0,-1 0,1 0,-1 0,1 0,0 0,-1-1,1 1,-1 0,1 0,-1 0,1-1,-1 1,1 0,-1-1,1 1,-1 0,1-1,-1 1,1-1,-1 1,0-1,1 1,-1-1,0 1,1-1,-1 1,0-1,0 1,1-1,-1 1,0-1,0 0,0 1,0-1,0 1,0-1,0 0,8-18</inkml:trace>
  <inkml:trace contextRef="#ctx0" brushRef="#br1" timeOffset="86211.245">25764 4043,'1'0,"0"0,-1 0,1 0,0 1,-1-1,1 0,-1 1,1-1,0 0,-1 1,1-1,-1 1,1-1,-1 1,1-1,-1 1,1-1,-1 1,0-1,1 1,-1 0,0-1,1 1,-1 0,0-1,0 1,0 0,0-1,0 1,1 0,-1-1,0 1,0 0,-1-1,1 1,0 0,0 0,0-1,0 1,-1 0,1-1,0 1,-1-1,1 1,-1 0,-55 316,53-299,1-10,0-1,1 1,0 0,0-1,1 1,0 0,0 0,1-1,0 1,0 0,1-1,0 1,0-1,1 1,0-1,0 0,2-3,0-1,0-1,0 1,0-1,1 0,-1 0,1 0,-1-1,1 0,-1 0,1 0,0-1,0 0,-1 0,1 0,0-1,-1 0,1 0,-1 0,3-2,0 2,95-12,-1 5,10 4,449 31,548-26,-1110-1,1 0,0-1,0 1,0 0,0 0,0-1,0 1,0 0,0 0,0 0,0-1,0 1,0 0,0 0,0-1,0 1,0 0,0 0,0-1,0 1,0 0,0 0,1 0,-1-1,0 1,0 0,0 0,0 0,1-1,-1 1,0 0,0 0,0 0,0 0,1 0,-1-1,0 1,0 0,1 0,-1 0,0 0,0 0,0 0,1 0,-1 0,0 0,0 0,1 0,-1 0,0 0,0 0,1 0,-1 0,0 0,0 0,1 0,-9-6</inkml:trace>
  <inkml:trace contextRef="#ctx0" brushRef="#br1" timeOffset="86852.938">26901 4564,'-12'86,"-14"429,-15 396,40-881</inkml:trace>
  <inkml:trace contextRef="#ctx0" brushRef="#br1" timeOffset="87586.979">26821 3655,'-5'-3,"-1"1,0 0,0 0,0 0,0 1,-1 0,1 0,0 0,0 1,-1 0,1 0,0 1,-1 0,1 0,0 0,0 1,0 0,0 0,0 0,1 1,-1 0,1 0,-1 0,1 1,0 0,0 0,1 0,-1 1,1-1,0 1,1-1,0 1,1-1,-1 0,1 1,0 0,0-1,1 1,-1 0,1 0,0 0,0 0,1 0,0 0,0 0,0 0,0 0,1 0,-1 0,1 0,1 0,-1 0,1 0,0-1,0 1,0-1,1 1,-1-1,1 0,0 0,0 0,1 0,-1 0,1-1,3 3,179 138,-183-141,0 0,0 0,0 0,-1 0,1 0,-1 0,0 1,0-1,0 1,0-1,0 1,-1 0,0 0,0 0,0 0,0-1,-1 2,1-1,-1 0,0 0,0 0,-1 0,1 0,-1 0,0 0,0 0,0-1,0 1,-1 0,1 0,-1-1,0 1,0-1,-1 0,1 1,-1-1,0 0,1 0,-1-1,0 1,-1-1,0 1,-6 3,-1 0,0-1,0-1,0 1,0-2,-1 0,0 0,0-1,0-1,1 1,-1-2,0 0,-4-1,15 1,-1 0,0 0,0 0,0 0,0-1,1 1,-1-1,0 1,1-1,-1 0,0 1,1-1,-1 0,1 0,-1 0,1 0,-1-1,1 1,0 0,0-1,-1 1,1-1,0 1,0-1,0 0,0-9</inkml:trace>
  <inkml:trace contextRef="#ctx0" brushRef="#br1" timeOffset="87882.721">27008 4070,'1'5,"0"0,0 0,0 0,1 0,0 0,0 0,0 0,0-1,1 1,0-1,0 0,0 0,0 0,1 0,0 0,-1-1,1 0,1 1,-1-1,0-1,1 1,-1-1,1 0,0 0,0 0,0 0,0-1,0 0,0 0,0-1,0 1,0-1,5 0,-5 0,0-1,0 1,0-1,0 0,0 0,0-1,0 0,-1 1,1-2,0 1,-1 0,0-1,1 0,-1 0,0 0,-1 0,1-1,-1 0,1 0,-1 0,0 0,0 0,-1 0,1-1,-1 1,0-1,0 0,-1 0,1 0,-1 1,0-1,0-1,-1 1,0 0,0 0,0 0,0 0,-1 0,0-1,0 0,0 0,0 0,-1 0,1 0,-2 0,1 1,0-1,-1 1,0 0,-1 0,1 0,-1 0,0 0,0 1,0 0,-1 0,1 0,-1 0,0 1,0-1,0 1,-1 1,1-1,-1 1,0 0,1 0,-1 0,0 1,0 0,0 0,0 1,0-1,-4 2,-4 2,0 1,0 1,1 1,0-1,0 2,0 0,0 1,1 0,-6 6,-26 18</inkml:trace>
  <inkml:trace contextRef="#ctx0" brushRef="#br1" timeOffset="89015.575">23907 1476,'197'10,"792"4,-560 3,-389-14,-31-1</inkml:trace>
  <inkml:trace contextRef="#ctx0" brushRef="#br1" timeOffset="90381.167">23987 3000,'161'10,"1"-7,93-13,-205 7,147-7,330-7,-395 4,128 13,-252 0</inkml:trace>
  <inkml:trace contextRef="#ctx0" brushRef="#br1" timeOffset="91332.711">26019 1276,'-9'11,"-3"11,2 13,6 9,8 7,5 3,4 0,0-3,-3-5,-3-6,-5-10,-3-10</inkml:trace>
  <inkml:trace contextRef="#ctx0" brushRef="#br1" timeOffset="91664.324">25992 1222,'12'31,"65"86,-57-91,-2 1,0 0,-2 1,-1 1,-1 1,-1 0,-2 1,2 9,-12-37,0 0,0 0,-1 0,1 0,-1 0,0 0,1 0,-1 1,0-1,-1 0,1 0,-1 0,1 0,-1 0,0 0,0 0,0 0,-1 0,1-1,-1 1,1 0,-1-1,0 1,0-1,0 0,0 1,0-1,-1 0,1 0,-1-1,0 2,-12 2,1 0,-1-1,0-1,0 0,0-1,-1-1,1 0,0-1,-14-2,5 1,-10 0,-65 7,87 2,8-1</inkml:trace>
  <inkml:trace contextRef="#ctx0" brushRef="#br1" timeOffset="92061.053">26433 1623,'3'148,"-3"-146,0 0,1 0,-1 0,1 0,-1-1,1 1,0 0,0 0,0-1,0 1,0 0,0-1,0 1,0-1,0 0,1 1,-1-1,1 0,-1 0,1 0,-1 0,1 0,0 0,0 0,-1 0,1-1,0 1,0-1,0 1,0-1,0 0,-1 0,1 0,0 0,0 0,0 0,0 0,0-1,0 1,-1-1,1 1,0-1,1 0,73-43,-72 41,1 0,-1-1,0 1,-1-1,1 0,-1 0,0-1,0 1,0-1,0 1,-1-1,0 0,0 0,0 0,-1 0,1 0,-1 0,0-1,-1 1,1 0,-1-1,0 1,-1 0,1-1,-1 1,0 0,0 0,-1 0,0 0,1 0,-2 0,1 0,0 0,-1 1,0-1,0 1,-1 0,-2-4,0 5,1 0,-1 0,0 0,0 1,0 0,0 0,0 0,0 1,-1 0,1 0,0 0,-1 1,1 0,-1 0,1 1,0 0,-1 0,1 1,0-1,0 1,0 0,0 1,0 0,1 0,-1 0,1 0,-1 1,1 0,0 0,1 0,-1 1,1 0,0 0,-3 4,-15 22</inkml:trace>
  <inkml:trace contextRef="#ctx0" brushRef="#br1" timeOffset="92917.34">25978 2933,'0'-4,"0"0,0 6,-2 9,-1 10,0 7,1 9,1 7,-1 3,2 0,2-3,1-7,0-8,-1-11,2-12,0-13,0-14,-2-3</inkml:trace>
  <inkml:trace contextRef="#ctx0" brushRef="#br1" timeOffset="93298.358">26045 2880,'-1'-10,"0"0,-1 0,0 1,-1-1,0 1,0-1,-1 1,-1 0,1 1,-3-3,2 11,11 15,16 25,2-1,1-1,30 34,52 82,-104-151,0 0,-1 0,0 0,1 0,-1 1,0-1,0 1,-1-1,1 1,-1 0,0 0,0-1,0 1,0 0,-1 0,0 0,0 0,0 0,0 0,0 0,-1 0,1 0,-1 0,0 0,-1-1,1 1,-1 0,1-1,-1 1,0-1,0 1,-1-1,1 0,-1 0,1 0,-3 1,-13 4,0 0,-1-2,0 0,0-1,0 0,-1-2,0-1,-2 0,6 0,-78 7,88-8,10-1</inkml:trace>
  <inkml:trace contextRef="#ctx0" brushRef="#br1" timeOffset="93613.864">26446 3227,'127'-272,"-119"261,-6 27,-2 84,-1-45,2 0,2 0,3 0,3 2,-2-28</inkml:trace>
  <inkml:trace contextRef="#ctx0" brushRef="#br1" timeOffset="94227.741">26875 2091,'9'18,"9"13,8 6,4 1,3-4,0-5,-1-5,-4-7,-2-7,-5-4</inkml:trace>
  <inkml:trace contextRef="#ctx0" brushRef="#br1" timeOffset="94606.727">27275 2091,'11'-18,"-7"13,-5 14,-61 96,53-90,-4 4,1 0,1 1,1 1,0 0,2 0,0 0,2 1,0 0,2 1,0 18,2 0,2 0,2 0,2 0,1 0,2-1,2 1,2-2,1 0,8 15,-7-27,-1-7</inkml:trace>
  <inkml:trace contextRef="#ctx0" brushRef="#br1" timeOffset="95136.553">27743 2265,'25'2,"26"1,26 0,26 2,23-1,20 2,12 0,5 1,-6 0,-10 0,-20 0,-22-2,-26-2,-27 1,-25 0,-25-1,-14 0</inkml:trace>
  <inkml:trace contextRef="#ctx0" brushRef="#br1" timeOffset="96231.656">24602 2706,'50'24,"249"93,-294-116,0 0,0 1,0 0,0 0,0 0,0 1,-1-1,0 1,1 0,-1 1,0-1,0 1,0-1,-1 1,0 0,1 0,-1 1,-1-1,1 1,-1 0,1-1,-1 1,-1 0,1 0,0 4,-3-2,-1-1,0 0,-1 1,1-1,-1 0,0 0,0-1,-1 1,0 0,0-1,0 0,-1 0,0-1,0 1,0-1,-1 1,-26 20,-1-1,-1-1,-1-2,-1-1,-36 13,-8 1</inkml:trace>
  <inkml:trace contextRef="#ctx0" brushRef="#br1" timeOffset="96994.877">24708 1115,'7'10,"1"0,-1-1,2 0,-1 0,1-1,1 0,-1-1,6 3,5 6,32 22,-35-27,0 0,-1 1,0 1,-1 1,0 0,-2 1,1 1,-2 0,11 17,-20-26,-1 0,1 0,-1 0,0 0,-1 0,0 0,0 1,-1-1,1 0,-2 1,1-1,-1 1,0-1,0 0,-1 0,0 0,-1 0,1 0,-1 0,0 0,-1-1,0 0,0 1,-2 0,-11 16,-1-1,-2-1,0 0,-1-2,-15 11,-94 70,75-59</inkml:trace>
  <inkml:trace contextRef="#ctx0" brushRef="#br1" timeOffset="97993.397">26901 5139,'-20'7,"1"0,0 2,1 0,-1 1,2 1,0 0,0 2,1 0,0 0,1 2,1 0,0 0,-3 8,7-1,10-22,0-1,0 1,0 0,0 0,1 0,-1-1,0 1,0 0,0 0,1 0,-1 0,0 0,0 0,1-1,-1 1,0 0,0 0,1 0,-1 0,0 0,0 0,1 0,-1 0,0 0,0 0,1 0,-1 0,0 0,0 0,1 0,-1 0,0 1,0-1,1 0,-1 0,0 0,0 0,1 0,-1 1,0-1,0 0,0 0,0 0,1 1,-1-1,0 0,0 0,0 0,0 1,0-1,0 0,1 0,-1 1,0-1,0 0,0 1,0-1,0 0,20-18,0-1,-2 0,0-2,-1 0,-1-1,-1 0,10-21,19-23,-42 66,0-1,0 1,1 0,-1 0,0 0,1 1,-1-1,0 0,0 1,0 0,1-1,-1 1,0 0,0 0,0 0,0 0,0 1,0-1,-1 1,1-1,0 1,-1-1,1 1,0 0,6 5,40 26,2-2,52 24,-53-30,-1 2,-1 2,21 18,-40-23</inkml:trace>
  <inkml:trace contextRef="#ctx0" brushRef="#br1" timeOffset="98848.794">28612 2038,'-1'1,"1"-1,-1 1,1 0,-1 0,1 0,-1 0,1 0,0-1,-1 1,1 0,0 0,0 0,0 0,0 0,0 0,0 0,0 0,0 0,0 0,0 0,0 0,1 0,-1 0,0 0,1 0,-1 0,1-1,-1 1,1 0,-1 0,1 0,0-1,-1 1,1 0,0-1,-1 1,1 0,0-1,0 1,0-1,15 16,1-2,1 0,0-1,0 0,2-2,-1 0,12 4,61 37,-89-51,0 0,0 1,0 0,0 0,-1 0,1 0,-1 0,0 0,1 1,-1-1,0 1,0-1,-1 1,1 0,0 0,-1 0,0 0,0 0,0 0,0 0,0 0,0 0,-1 0,0 1,0-1,0 0,0 0,0 1,0-1,-1 0,0 0,1 0,-1 1,0-1,-1 0,1 0,0-1,-2 3,-10 12,-1 0,0-1,-1-1,-1 0,0-1,-1-1,-17 10,21-13,-148 99,87-63</inkml:trace>
  <inkml:trace contextRef="#ctx0" brushRef="#br2" timeOffset="130178.951">725 17171,'0'0</inkml:trace>
  <inkml:trace contextRef="#ctx0" brushRef="#br2" timeOffset="140650.59">16608 5487,'-27'-57,"26"57,0 0,0 0,0 0,0 0,0 0,0 0,-1 1,1-1,0 0,0 1,0-1,1 1,-1-1,0 1,0 0,0-1,0 1,0 0,1-1,-1 1,0 0,1 0,-1 0,0 0,1 0,-1 0,1 0,-1 0,1 0,0 0,-1 0,1 0,0 0,0 0,0 0,0 0,0 0,0 0,0 0,0 0,0 0,1 0,-1 1,0-1,-4 201,6-122,0 12,4 0,5 0,9 31,-2-15,-5 1,-5 0,-5 1,-8 74,-1 2,10 85,1-20,-14 43,20 255,-11-535,0 166,22 148,22 160,-14-79,23 35,-36-250,-9 0,-8 25,13 44,-5-183,-4 0,-3 0,-4 0,-10 58,4-87,-9 49,4 1,3 37,12 400,-1-496,3 1,1-1,10 40,-7-62,-2-13</inkml:trace>
  <inkml:trace contextRef="#ctx0" brushRef="#br2" timeOffset="143139.433">16660 5487,'-1'-16,"1"-1,0 1,1 0,1 0,1 0,0 0,1 0,1 1,0-1,1 1,0 0,2 1,-1-1,2 2,0-1,4-3,-9 10,1 1,-1 1,2-1,-1 1,0-1,1 2,0-1,0 1,0-1,1 2,-1-1,1 1,0 0,0 0,0 1,0 0,1 0,-1 1,1 0,-1 0,1 1,-1-1,1 2,45 2,0 2,-1 2,10 5,63 8,469 25,-309-16,59-10,225 22,-272-14,-262-25,450 23,3-26,-204-34,-4 15,-201 11,-78 9,-1 0,1 0,0 0,-1 0,1 0,-1 0,1 0,-1 0,1 1,-1-1,1 0,-1 0,0 0,1 1,-1-1,1 0,-1 1,1-1,-1 0,0 1,1-1,-1 0,0 1,1-1,-1 1,0-1,0 1,1-1,-1 1,0-1,0 0,0 1,0-1,0 1,1 0,-1-1,0 1,0-1,0 1,0-1,-1 1,1-1,0 1,0-1,0 1,0-1,0 1,-1-1,1 1,0-1,0 0,-1 1,1-1,-17 36,12-27,-3 14,2 0,1 0,1 1,0 0,2 0,1 0,1 0,1 0,1-1,1 1,5 20,-5-22,18 156,-3 131,-18-146,-1-2,7 0,14 56,17 3,-14-97,-5 1,-1 86,-2 219,3-144,-12 66,6 262,34 115,34 82,-44-477,-13 21,-6 228,-17-553,14 536,-2-103,-11-242,25 184,-28-361,1-43,1 0,0 1,-1-1,1 1,-1-1,1 0,0 1,-1-1,1 0,-1 0,1 1,-1-1,1 0,-1 0,1 0,-1 0,1 0,-1 0,1 0,-1 0,0 0,1 0,-1 0,1 0,-1 0,1 0,-1 0,1 0,-1 0,1-1,-1 1,1 0,-1 0,1-1,0 1,-1 0,1-1,-1 1,1-1,0 1,-1 0,1-1,0 1,-1-1,1 1,-14-13</inkml:trace>
  <inkml:trace contextRef="#ctx0" brushRef="#br2" timeOffset="144752.582">16660 12612,'10'25,"-2"0,-1 0,-1 1,-1 0,-1 0,-2 0,0 1,-2-1,-1 1,-3 14,-29 377,29-255,17 151,1 44,-14-355,-1-2,0 1,1-1,-1 1,1-1,0 0,-1 1,1-1,0 1,0-1,0 1,0-1,0 1,0-1,0 1,1-1,-1 1,1-1,-1 0,1 1,-1-1,1 0,0 1,-1-1,1 0,0 0,0 0,0 1,0-1,0 0,0 0,0-1,1 1,-1 0,0 0,0 0,1-1,-1 1,0-1,1 1,-1-1,1 1,-1-1,1 0,-1 0,0 0,1 0,-1 0,1 0,-1 0,1 0,190-33,10 23,51 10,-119 2,1307-1,-101 38,-568-9,-688-24,335 12,-419-18,1 0,0 0,0 1,0-1,0 0,0-1,0 1,0 0,0 0,0 0,-1 0,1-1,0 1,0 0,0-1,0 1,-1-1,1 1,0-1,0 1,-1-1,1 0,0 1,-1-1,1 0,-1 1,1-1,-1 0,1 0,-1 0,1 1,-1-1,0 0,1 0,-1 0,0 0,0 0,0 0,0 0,0 0,0 1,0-1,0 0,0 0,0 0,0 0,-1 0,1 0,0 0,-1 1,1-1,0 0,-1 0,1 0,-1 1,1-1,-1 0,0 0,1 1,-1-1,0 0,-8-19,-9-22,2 0,1-1,-8-45,10-14,3-1,5-95,5 187,0-97</inkml:trace>
  <inkml:trace contextRef="#ctx0" brushRef="#br2" timeOffset="145748.949">18479 13174,'-36'399,"34"-366,-9 55,11-88,0 1,0-1,1 0,-1 1,0-1,0 1,0-1,0 1,0-1,0 0,0 1,0-1,0 1,0-1,0 1,-1-1,1 0,0 1,0-1,0 1,0-1,-1 0,1 1,0-1,0 0,-1 1,1-1,0 0,-1 1,1-1,0 0,-1 0,1 1,0-1,-1 0,1 0,-1 0,1 1,0-1,-1 0,1 0,-1 0,1 0,0 0,-1 0,1 0,-1 0,1 0,-1 0,1 0,0 0,-1 0,1-1,-1 1,1 0,0 0,-1 0,1-1,-1 1,1 0,0 0,-1-1,1 1,0 0,-1 0,1-1,-14-28,0-27,1 0,4-1,1 0,3 0,3-3,0 40,1 0,0 0,2-1,0 1,1 0,1 0,1 0,1 1,1 0,0-1,2 2,1-2,-5 14,0 1,0 0,1 0,0 0,0 0,0 1,1 0,-1 0,1 0,0 1,0 0,0 0,1 0,-1 1,1 0,-1 0,1 1,0 0,0 0,0 0,-1 1,5 0,5 1,0 0,0 1,0 1,0 0,-1 1,0 0,1 2,-2 0,4 2,-5-2,1 2,-1-1,-1 2,1 0,-1 0,-1 1,0 1,0 0,2 3,-10-10,0 0,0 0,-1 0,1 0,-1 0,0 1,0-1,0 1,-1-1,0 1,0 0,0 0,0-1,-1 1,1 0,-1 0,-1 0,1 0,-1-1,1 1,-1 0,-1 0,1-1,-1 1,0-1,0 1,0-1,0 0,-1 0,-1 2,-12 12,-1 0,-1-2,-1 0,-1-1,0-1,0-1,-1 0,-1-2,0-1,-1 0,-16 4,-36 10,110-29,0 1,1 2,-1 1,1 2,-1 1,0 2,0 1,0 2,0 1,-1 2,-1 1,3 3,-33-13,1 0,-1 0,0 1,0-1,0 0,0 1,0 0,0 0,0 0,-1 0,1 0,-1 1,1-1,-1 1,0 0,0-1,0 1,0 0,-1 0,1 0,-1 0,0 0,0 1,0-1,0 0,0 1,-1-1,1 0,-1 1,0-1,0 1,-1-1,1 1,-1 2,-4 0,0 0,0 1,0-2,-1 1,0-1,0 1,0-2,-1 1,0-1,0 0,0 0,-6 2,-28 12,-2-3,1 0,-2-3,0-2,0-1,-18-1,-4 0</inkml:trace>
  <inkml:trace contextRef="#ctx0" brushRef="#br2" timeOffset="146714.908">18385 14190,'-8'46,"1"0,3 1,1-1,3 1,1 0,3-1,1 1,7 19,-1 11,-4 1,-2 33,-11-17,-4 0,-20 76,11-66,5 0,3 12,9-70,2 0,2 0,2 0,4 14,15-112,-16 44</inkml:trace>
  <inkml:trace contextRef="#ctx0" brushRef="#br2" timeOffset="150356.533">19856 13120,'-57'109,"-34"95,40-85,42-100,6-15,6-12,111-285,20-55,-96 280,-37 67,0 0,0 1,0-1,1 1,-1 0,0-1,0 1,1 0,-1 0,0 0,1 0,-1 0,0 0,0 0,1 0,-1 0,0 1,0-1,1 1,-1-1,0 1,0-1,0 1,0-1,0 1,0 0,0 0,0 0,0-1,0 1,0 0,0 0,0 0,-1 1,1-1,0 0,-1 0,1 0,-1 0,1 0,-1 1,0-1,0 0,1 1,-1-1,0 1,2 2,26 47,-3 1,-2 1,-3 1,-1 1,-4 0,-1 1,-3 1,-3 0,0 25,-6-39,-3-22,2 0,1 0,0 0,2-1,0 1,2-1,1 5,-6-23,0 1,1 0,-1 0,0-1,1 1,0-1,-1 0,1 1,0-1,0 0,1 0,-1 0,0 0,1 0,-1-1,1 1,-1-1,1 0,9 3</inkml:trace>
  <inkml:trace contextRef="#ctx0" brushRef="#br2" timeOffset="150547.537">19682 13374,'16'-2,"19"-3,19-3,19-3,15-1,8 1,0 2,-17 4</inkml:trace>
  <inkml:trace contextRef="#ctx0" brushRef="#br2" timeOffset="160297.995">17155 6008,'0'-4,"0"4,0 10,0 15,0 14,0 11,0 10,0 5,0 1,0-4,0-6,0-8,0-7,-2-8,-3-11,-1-8</inkml:trace>
  <inkml:trace contextRef="#ctx0" brushRef="#br2" timeOffset="160552.547">17061 6556,'5'5,"6"1,5 0,10-2,7 0,4-2,1-1,-2-1,-4 0,-6 0,-7 0</inkml:trace>
  <inkml:trace contextRef="#ctx0" brushRef="#br2" timeOffset="160763.502">17048 5942,'-7'-3,"1"0,5 0,10 0,12 2,12-3,12 1,7 0,1 0,-8 2</inkml:trace>
  <inkml:trace contextRef="#ctx0" brushRef="#br2" timeOffset="161230.264">17503 6449,'-3'7,"0"1,1-1,0 1,0 0,0 0,1 0,1 0,-1 0,1 0,0 0,1 0,0-1,0 1,1 0,0 0,1 0,-1-1,1 0,1 1,-1-1,1 0,0 0,1-1,0 1,0-1,0 0,1-1,0 1,0-1,4 3,-4-5,-1 0,1-1,0 1,0-1,0 0,0-1,1 1,-1-1,0-1,0 1,1-1,-1 0,0 0,1-1,-1 0,0 0,0-1,1 1,-1-1,0 0,-1-1,1 0,0 0,-1 0,0 0,1-1,-1 0,-1 0,1-1,0 1,-1-1,0 0,0 0,-1 0,1 0,-1-1,-1 0,1 1,-1-1,2-4,-3 2,1 1,-1-1,-1 0,1 0,-1 0,-1 0,1 0,-1 1,-1-1,1 0,-2 1,1-1,-1 1,0-1,0 1,-1 0,-2-4,3 7,0 0,0 0,0 0,0 0,0 0,-1 1,0-1,0 1,0 0,0 0,0 1,-1-1,1 1,-1 0,1 0,-1 1,0-1,0 1,0 0,0 0,0 1,0-1,0 1,0 0,0 1,0-1,0 1,0 0,-5 2,0 1,1 0,-1 0,1 1,0 0,0 1,1 0,0 0,0 1,0 0,1 0,0 1,-2 3,-25 30</inkml:trace>
  <inkml:trace contextRef="#ctx0" brushRef="#br2" timeOffset="161663.588">17196 7211,'0'4,"0"7,0 10,-3 11,0 11,0 7,-1 5,-1 1,1-1,1-4,1-5,1-7,1-7,0-7,0-7</inkml:trace>
  <inkml:trace contextRef="#ctx0" brushRef="#br2" timeOffset="161912.737">17089 7760,'2'0,"5"0,7 0,7 0,5 0,4 0,2 0,1 0,-2 0,-1-3,-4 0,-3-2,-6-3,-6 1</inkml:trace>
  <inkml:trace contextRef="#ctx0" brushRef="#br2" timeOffset="162135.47">17102 7157,'-16'-4,"-8"-4,3-1,12 2,16 1,19 2,18 2,18 1,11 1,6 0,-5 3,-14 0</inkml:trace>
  <inkml:trace contextRef="#ctx0" brushRef="#br2" timeOffset="162438.713">17557 7719,'17'-53,"-1"0,-3-1,-3-1,1-20,-10 70,-3 13,-1 19,-9 69,5 1,4 1,5-1,9 63,-3-101</inkml:trace>
  <inkml:trace contextRef="#ctx0" brushRef="#br2" timeOffset="162819.688">17396 8642,'0'20,"0"19,0 13,2 10,1 7,0 7,-1 3,-2 2,-2-1,-3-6,-2-8,-5-10,-1-16</inkml:trace>
  <inkml:trace contextRef="#ctx0" brushRef="#br2" timeOffset="163014.166">17276 9444,'13'-5,"12"-1,8-2,8-2,4 1,0 2,-2 2,-4 2,-7 1,-8 2</inkml:trace>
  <inkml:trace contextRef="#ctx0" brushRef="#br2" timeOffset="163264.497">17209 8655,'4'-7,"14"-7,19-2,19-2,18 0,8 3,0 7,-15 4</inkml:trace>
  <inkml:trace contextRef="#ctx0" brushRef="#br2" timeOffset="163680.799">17677 9030,'10'-3,"1"0,-1 1,1 0,0 1,0 0,0 0,-1 2,1-1,0 1,0 1,-1 0,1 0,-1 1,1 1,-1-1,6 5,-14-6,1 0,-1 0,0 1,0-1,0 1,0-1,0 1,-1 0,1 0,-1 0,0 0,1 0,-1 0,-1 0,1 0,0 1,-1-1,0 0,0 0,0 0,0 1,0-1,-1 0,1 0,-1 1,0-1,0 0,0 0,0 0,-2 2,-51 86,5-32,33-41,0 1,2 0,0 1,1 0,0 3,12-21,0-1,0 0,0 0,0 1,1-1,-1 1,1-1,-1 1,1-1,-1 1,1-1,0 1,0 0,0-1,0 1,0-1,0 1,0-1,0 1,0 0,1-1,-1 1,1-1,-1 1,1-1,0 0,0 1,-1-1,1 0,0 1,0-1,0 0,0 0,1 0,-1 0,0 0,0 0,1 0,-1 0,0 0,1-1,-1 1,1-1,-1 1,2 0,17 3,0-1,1-1,-1-1,0-1,1 0,-1-2,0 0,16-4,-10 2,106-13,-81 10</inkml:trace>
  <inkml:trace contextRef="#ctx0" brushRef="#br2" timeOffset="164183.879">17450 10099,'-5'23,"-1"18,0 12,4 11,4 5,2 2,0 2,-1-4,0-4,-1-7,-6-5,-4-11,-3-11,1-12</inkml:trace>
  <inkml:trace contextRef="#ctx0" brushRef="#br2" timeOffset="164429.227">17342 10767,'3'5,"2"1,8 0,8-2,10-2,8-6,8-3,1-3,-2 0,-7 0,-8 1,-8 3</inkml:trace>
  <inkml:trace contextRef="#ctx0" brushRef="#br2" timeOffset="164670.327">17356 10045,'20'-2,"19"-1,13 0,10 3,3 4,-4 3,-14 0</inkml:trace>
  <inkml:trace contextRef="#ctx0" brushRef="#br2" timeOffset="165196.441">17810 10500,'-32'33,"32"-33,0 1,1 0,-1 0,0 0,0 0,1 0,-1 0,0 0,1 0,-1-1,1 1,-1 0,1 0,-1 0,1-1,-1 1,1 0,0-1,0 1,-1-1,1 1,0 0,0-1,0 0,-1 1,1-1,0 0,0 1,0-1,0 0,0 0,0 0,0 0,0 1,0-1,0-1,0 1,0 0,-1 0,1 0,1 0,-1 0,44 5,-24-4,-1 1,0 1,1 0,-1 2,-1 0,1 2,-1 0,0 1,7 4,-22-10,-1 0,0 1,1-1,-1 1,0 0,0 0,-1 0,1 0,-1 0,1 0,-1 1,0-1,0 1,0 0,-1-1,0 1,1 0,-1 0,0 0,-1 0,1 0,-1 0,0 0,0 0,0 0,0 1,-1-1,0 0,1 0,-2 0,1-1,0 1,-1 0,1 0,-1-1,0 1,-1-1,1 1,-2 0,-2 5,-1-1,-1 0,0 0,0-1,0 0,-1 0,1-1,-2-1,1 1,-1-1,0-1,0 0,0 0,-8 1,-6-6,35-13,-5 10,-1 1,1 1,0-1,0 1,0 0,1 0,-1 0,0 1,1 0,-1 1,1-1,-1 1,1 0,-1 1,1 0,-1 0,1 0,-1 1,0 0,0 0,0 0,0 1,0 0,0 0,-1 0,1 1,-1 0,0 0,0 0,-1 1,1 0,-1 0,0 0,0 0,0 1,-1-1,0 1,0 0,-1 0,2 5,-2-4,-1 0,0 1,-1-1,1 1,-1-1,-1 0,0 1,0-1,0 0,-1 1,0-1,0 0,-1 0,0-1,0 1,0 0,-1-1,0 0,0 0,-1 0,0-1,0 1,0-1,-1 0,-4 3,0 0,-1 0,1-1,-1-1,-1 0,1 0,-1-1,0-1,0 0,0-1,0 0,-1 0,0-2,1 1,-12-1,17-2,1 1,0-1,-1 0,1-1,0 0,0 0,0 0,0 0,0-1,0 0,-3-3,-10-8</inkml:trace>
  <inkml:trace contextRef="#ctx0" brushRef="#br2" timeOffset="170746.403">19789 8494,'0'-6,"2"1,4 7,4 12,6 13,6 10,7 9,5 5,4 1,2-2,1-2,0-5,-2-7,-5-10,-6-10,-7-7,-3-10,-5-4</inkml:trace>
  <inkml:trace contextRef="#ctx0" brushRef="#br2" timeOffset="171129.379">20364 8508,'45'-16,"-44"23,-63 64,38-48,11-12,0 1,1 0,0 0,1 1,0 1,1 0,1 0,0 1,1 0,0 1,-3 11,10-16,1-1,0 1,1-1,0 1,0-1,1 0,1 1,0-1,0 0,1 0,0-1,1 1,0-1,0 0,6 7,16 33,-14-10,0 1,-3 0,-2 1,-1 0,-2 1,-2-1,-1 1,-3-1,-2 18,2-4,0 13,-2-14,3 0,2-1,3 1,2-1,6 20,-3-40</inkml:trace>
  <inkml:trace contextRef="#ctx0" brushRef="#br2" timeOffset="172175.357">21206 9082,'61'8,"2"-3,-1-3,2-2,23 0,1673 66,-312 42,-1442-110,-13-1</inkml:trace>
  <inkml:trace contextRef="#ctx0" brushRef="#br2" timeOffset="172613.735">23145 8736,'-2'1,"0"0,0 0,1 1,-1-1,0 1,1 0,-1-1,1 1,0 0,-1 0,1 0,0-1,0 1,0 1,0-1,1 0,-1 0,1 0,-1 0,1 0,0 1,-1-1,1 0,0 0,1 1,-1-1,0 0,1 0,-1 0,1 1,-1-1,1 0,0 0,0 0,0 0,0 0,1 0,-1-1,0 1,1 0,-1-1,2 2,12 10,0-1,1-1,0-1,1 0,0-1,1-1,-1 0,2-1,23 11,-31-13,163 89,-164-87,0 0,-1 1,1 0,-2 1,1 0,-1 0,0 0,-1 1,0 1,-1-1,0 1,-1 0,0 0,3 12,-6-15,-1 0,0 0,0 1,-1-1,0 0,-1 0,0 1,0-1,-1 0,0 0,0 0,-1 0,0 0,0-1,-1 1,0-1,0 0,-1 0,0 0,-3 3,-10 10,-1 1,0-2,-2-1,0 0,-14 7,-6 4,-2-3,0-2,-1-1,-32 10,10-10</inkml:trace>
  <inkml:trace contextRef="#ctx0" brushRef="#br2" timeOffset="173869.077">17596 3976,'-26'184,"-15"166,42-288,-1-62,0 1,0-1,0 0,0 1,0-1,0 0,0 1,0-1,0 0,0 1,0-1,0 0,0 1,0-1,0 0,0 1,0-1,0 0,0 0,0 1,0-1,1 0,-1 1,0-1,0 0,0 0,1 1,-1-1,0 0,0 0,1 1,-1-1,0 0,0 0,1 0,-1 0,0 0,1 1,-1-1,0 0,1 0,-1 0,0 0,1 0,-1 0,0 0,1 0,-1 0,0 0,1 0,-1 0,0 0,0 0,1 0,-1-1,0 1,1 0,-1 0,0 0,1-1,10-17,-3-15,0 0,-3 0,0 0,-3-1,0 1,-2-4,0 15,-11-277,13 314,1 0,0 0,1 0,0-1,2 0,-1 1,2-2,0 1,1-1,0 0,1 0,-7-10,0 0,0 0,1 0,-1-1,1 1,0-1,0 0,0 1,0-1,0-1,0 1,0 0,1-1,-1 1,0-1,1 0,0 0,-1-1,1 1,-1-1,1 0,0 1,-1-2,1 1,0 0,-1-1,1 1,-1-1,1 0,-1-1,1 1,-1 0,0-1,1 0,2-2,7-7,0-2,0 1,-2-2,1 0,-2 0,0-1,0 0,-2-1,0 0,0 0,-2-1,0 1,-1-2,0 1,0-9,11-29,-9 38,0 24,-6 19,-31 261,30-283,-5 34,3 1,1 0,2 0,2 14,3-23</inkml:trace>
  <inkml:trace contextRef="#ctx0" brushRef="#br2" timeOffset="174212.161">18158 4070,'-12'31,"2"1,2 0,0 1,2 0,2 0,1 0,1 0,3 31,-1-53,-1-1,1 1,0 0,1 0,1-1,0 1,0 0,1-1,0 0,1 1,0-1,0-1,1 1,1-1,0 0,0 0,7 8,-10-16,-1 1,1-1,0 0,0 1,-1-2,1 1,0 0,0 0,0-1,0 0,0 1,0-1,0 0,0 0,0-1,0 1,0-1,0 0,0 1,0-1,0 0,0-1,-1 1,1 0,0-1,-1 0,1 1,-1-1,0 0,0 0,2-2,58-76,-40 35,-2-1,-2-2,-3 1,-1-2,-2 0,-3 0,-2-1,0-30,-1 34,-4 38</inkml:trace>
  <inkml:trace contextRef="#ctx0" brushRef="#br2" timeOffset="174413.887">18600 4056,'2'16,"5"14,9 12,8 7,9 7,10 3,8-2,1-4,-2-4,-6-8,-9-8,-7-11,-10-8</inkml:trace>
  <inkml:trace contextRef="#ctx0" brushRef="#br2" timeOffset="174615.653">18933 4016,'-18'23,"-13"21,-10 16,-5 15,-4 7,2 5,5-5,7-9,10-16</inkml:trace>
  <inkml:trace contextRef="#ctx0" brushRef="#br2" timeOffset="174975.216">19415 3989,'-16'50,"2"1,2 0,3 1,1 0,3 6,-1 61,6-117,0 0,1 0,-1-1,0 1,1 0,-1 0,1 0,-1-1,1 1,0 0,0 0,0-1,0 1,0-1,0 1,0-1,0 1,1-1,-1 0,0 0,1 1,-1-1,1 0,0 0,-1 0,1-1,0 1,-1 0,1-1,0 1,0-1,0 0,0 1,-1-1,1 0,0 0,0 0,0 0,0 0,0-1,-1 1,1-1,0 1,0-1,0 0,29-5,-1-3,0 0,-1-2,0 0,-1-3,0 0,21-15,-7 3</inkml:trace>
  <inkml:trace contextRef="#ctx0" brushRef="#br2" timeOffset="175163.708">19669 4176,'0'18,"0"18,-3 16,0 13,-2 9,-2 3,-1 2,2-2,1-9,2-15</inkml:trace>
  <inkml:trace contextRef="#ctx0" brushRef="#br2" timeOffset="175525.743">20043 4096,'0'4,"0"0,0 0,1 0,0-1,-1 1,2 0,-1 0,0-1,1 1,-1-1,1 1,0-1,0 0,1 0,-1 0,1 0,-1 0,1 0,0-1,0 1,0-1,0 0,1 0,-1 0,0 0,1-1,-1 1,1-1,0 0,0 0,-1 0,1 0,0-1,0 0,0 0,0 0,-1 0,1 0,0-1,0 0,0 0,-1 0,1 0,0 0,-1-1,1 0,-1 1,0-1,1 0,-1-1,0 1,0-1,0 1,-1-1,1 0,-1 0,1 0,-1 0,0-1,0 1,-1 0,1-1,0-2,-1 3,-1 1,0-1,0 1,0 0,-1-1,1 1,0-1,-1 1,0 0,1-1,-1 1,0 0,0 0,0 0,-1 0,1 0,0 0,-1 0,1 0,-1 0,0 0,0 1,0-1,1 1,-1-1,-1 1,1 0,0 0,0 0,0 0,-1 0,1 1,0-1,-1 0,1 1,0 0,-1 0,1 0,-1 0,1 0,0 0,-1 0,1 1,0-1,-1 1,1 0,0 0,-1 0,1 0,0 0,0 0,-20 13,4 3</inkml:trace>
  <inkml:trace contextRef="#ctx0" brushRef="#br2" timeOffset="175793.619">20083 4618,'2'0,"0"0,0 0,0-1,0 1,0 0,0-1,0 1,0-1,0 0,0 1,-1-1,1 0,0 0,0 0,-1 0,1-1,-1 1,1 0,-1-1,1 1,-1-1,0 0,0 1,0-1,1-1,1-1,-1 1,1-1,-1 0,0-1,0 1,-1 0,1-1,-1 1,0 0,0-1,0 0,-1 1,0-1,0 1,0-1,0 0,-1 1,1-1,-1 1,-1-4,0 7,0 0,0 0,0 0,-1 0,1 0,0 1,0-1,-1 1,1-1,0 1,-1 0,1 0,0 0,0 0,-1 0,1 0,0 1,-1-1,1 1,0 0,0 0,0 0,-1 0,1 0,0 0,1 0,-1 1,0-1,0 1,0-1,1 1,-1 0,1-1,-1 1,1 0,0 0,0 0,0 0,-1 1,1-1,-1 1,1-1,-1 0,1 0,0 1,-1-1,1 1,1-1,-1 1,0 0,1-1,-1 1,1-1,0 1,0 0,0-1,0 1,0 0,0 0,1-1,-1 1,1-1,0 1,8 13</inkml:trace>
  <inkml:trace contextRef="#ctx0" brushRef="#br2" timeOffset="176313.283">20497 4163,'42'-160,"-44"211,-9 23,4 0,3 1,3 0,4 0,6 30,-7-94,2 46,-5-55,1-1,0 0,0 0,-1 0,1 0,-1 0,1 0,-1 0,0 0,1 0,-1 0,0 0,1 0,-1 0,0-1,0 1,0 0,0-1,0 1,0 0,0-1,0 1,0-1,0 0,0 1,0-1,0 0,0 1,-1-1,1 0,0 0,0 0,0 0,0 0,-1 0,1-1,0 1,0 0,0-1,0 1,0 0,0-1,0 1,0-1,-1 0,-18-7,32 6,49 7,-1-3,1-3,-1-3,13-4,-23 4</inkml:trace>
  <inkml:trace contextRef="#ctx0" brushRef="#br2" timeOffset="176563.174">21152 4698,'3'-7,"0"-2</inkml:trace>
  <inkml:trace contextRef="#ctx0" brushRef="#br2" timeOffset="-150762.138">23907 7839,'185'221,"-82"-95,-84-110,-12-16</inkml:trace>
  <inkml:trace contextRef="#ctx0" brushRef="#br2" timeOffset="-149614.034">24602 7746,'0'0,"0"0,-1 0,1 0,0 0,-1 0,1 0,0 0,0 0,-1 0,1 0,0 0,0-1,-1 1,1 0,0 0,0 0,0 0,-1-1,1 1,0 0,0 0,0-1,-1 1,1 0,0 0,0-1,0 1,0 0,0 0,0-1,0 1,0 0,0 0,0-1,0 1,0 0,0-1,0 1,0 0,0 0,0-1,0 1,0 0,0 0,0-1,0 1,0 0,1 0,-1-1,0 1,0 0,0 0,0-1,1 1,-29 9,5 3,1 1,0 2,1 0,0 1,1 1,1 1,1 0,0 2,-5 9,15-18,1 1,0-1,1 1,0 0,1 1,1-1,0 1,0 0,1 0,1 0,0 1,1-1,0 0,1 1,1-1,0 1,1-1,0 0,1 0,2 4,29 165,4-84,-29-79,-5-12,-1 1,-1-1,1 0,-1 1,-1-1,1 1,-1 0,-1 0,1-1,-1 1,-1 0,0 2,0-8,-1 1,1-1,-1 0,0 0,1 0,-1 0,0 0,0 0,-1-1,1 1,0-1,-1 1,1-1,0 0,-1 0,0 0,1 0,-1-1,1 1,-1-1,0 1,1-1,-1 0,0 0,0 0,1 0,-1-1,0 1,1-1,-1 0,0 1,-1-2,-16-9,14 2</inkml:trace>
  <inkml:trace contextRef="#ctx0" brushRef="#br2" timeOffset="-134000.181">22663 5460,'11'-21,"16"-17,14-15,16-9,14-9,14-8,10-2,3-3,-2 5,-11 11,-14 13,-18 15,-17 17,-22 17,-21 16,-8 7</inkml:trace>
  <inkml:trace contextRef="#ctx0" brushRef="#br2" timeOffset="-133750.326">22783 5527,'21'-18,"22"-20,22-17,21-15,18-9,10-5,3-2,-4 5,-12 11,-22 13,-23 17</inkml:trace>
  <inkml:trace contextRef="#ctx0" brushRef="#br2" timeOffset="-133468.166">23332 4337,'25'-7,"24"-7,24-3,23 0,15 1,9 5,0 10,-11 17,-21 21,-27 28,-32 25,-35 22,-34 20,-31 12,-22 5,5-24</inkml:trace>
  <inkml:trace contextRef="#ctx0" brushRef="#br2" timeOffset="-132867.411">22516 5300,'-52'112,"4"3,-27 103,46-95,29-120,-1 0,1-1,0 1,-1 0,1 0,1 0,-1-1,0 1,1 0,-1 0,1-1,0 1,0 0,0-1,0 1,0-1,1 1,-1-1,1 0,-1 1,1-1,0 0,0 0,0 0,0 0,1-1,-1 1,0-1,1 1,-1-1,1 0,-1 0,1 0,0 0,-1 0,1 0,0-1,1 1,19 1,-1-1,1 0,0-2,0-1,0 0,13-5,-11 4,61-10,7-2,1 4,8 4,-60 8</inkml:trace>
  <inkml:trace contextRef="#ctx0" brushRef="#br2" timeOffset="-129234.917">28679 85,'-21'44,"3"0,2 1,1 0,3 1,2 1,-4 43,23-198,-4 67,1 1,3 0,1 0,1 1,3 1,14-30,-3 36,-24 32,0 1,0-1,0 1,0 0,0-1,0 1,0 0,0-1,0 1,0 0,0 0,-1 0,1 0,0 0,-1 0,1 0,-1 0,1 0,-1 0,1 0,-1 0,0 0,1 0,-1 1,0-1,0 0,0 0,0 0,0 0,0 1,0-1,0 0,-1 0,1 1,0 0,1 53,-2-40,1-1,1 0,0 1,1-1,0 0,1 1,1-1,1 2,-4-14,0 0,0-1,0 1,0 0,0-1,0 1,0-1,1 1,-1-1,1 1,-1-1,1 0,-1 0,1 0,0 0,0 0,-1 0,1 0,0-1,0 1,0-1,0 1,0-1,0 0,0 1,0-1,0 0,0-1,0 1,0 0,0 0,0-1,0 1,0-1,0 0,-1 0,1 1,0-1,0 0,1-2,66-49,-56 37,-1-2,0 1,-2-1,0-1,-1 0,3-8,17-32,-29 59,0-1,0 1,0-1,0 0,0 1,0-1,1 0,-1 1,0-1,0 0,0 1,1-1,-1 0,0 1,0-1,1 0,-1 1,0-1,1 0,-1 0,0 0,1 1,-1-1,0 0,1 0,-1 0,1 0,-1 0,0 1,1-1,-1 0,1 0,-1 0,0 0,1 0,-1 0,1-1,-1 1,0 0,1 0,-1 0,1 0,-1 0,0-1,-5 44,-3-1,-1 0,-10 25,-2 8,-5 63,22-107</inkml:trace>
  <inkml:trace contextRef="#ctx0" brushRef="#br2" timeOffset="-128880.979">29214 99,'-13'45,"1"0,2 1,3 0,1 1,1 25,11 2,-5-72,0 0,-1 0,1 0,0 0,0 0,0 0,0 0,0 0,1 0,-1 0,0 0,1-1,0 1,-1-1,1 1,0-1,0 0,-1 1,1-1,0 0,0 0,1 0,-1-1,0 1,0 0,0-1,0 1,1-1,-1 0,0 0,1 0,6-2,0-1,0 0,0-1,0 0,0-1,-1 0,0 0,0 0,0-1,-1 0,1-1,-1 0,-1 0,0 0,0-1,0 0,-1 0,0-1,0 1,0-4,8-11,-1-1,0 0,-2-1,-1 0,-1 0,-2-1,0 0,-1 0,-1-14,-2 18</inkml:trace>
  <inkml:trace contextRef="#ctx0" brushRef="#br2" timeOffset="-128630.649">29562 46,'9'18,"9"13,8 10,7 7,5 5,1 3,0-3,-1-2,-6-6,-5-8,-8-8,-7-9</inkml:trace>
  <inkml:trace contextRef="#ctx0" brushRef="#br2" timeOffset="-128382.442">29882 46,'-13'16,"-10"16,-10 12,-8 13,-6 7,-4 7,-1 2,7-4,11-13</inkml:trace>
  <inkml:trace contextRef="#ctx0" brushRef="#br2" timeOffset="-128079.696">30069 152,'14'-4,"1"0,-1 0,1 2,0 0,0 0,0 1,0 1,0 1,0 0,0 1,0 0,0 2,-13-4,0 0,0 1,0-1,0 1,0-1,0 1,0 0,0-1,-1 1,1 0,0 0,-1 1,1-1,0 0,-1 1,1-1,-1 0,0 1,0 0,1-1,-1 1,0 0,0 0,-1-1,1 1,0 0,0 0,-1 0,1 0,-1 0,0 0,0 0,0 0,0 0,0 0,0 0,0 0,0 0,-1 0,1 0,-1 0,0 0,1 0,-1 0,0-1,-1 2,-8 12,-1 0,-1-1,0 0,-1-1,0-1,-7 4,-12 14,16-15,3-4,0 1,0 1,2 0,-1 1,2 0,0 1,-1 3,10-16,0 0,0 0,0 0,1 0,-1 0,1 0,-1 1,1-1,0 0,0 0,-1 0,2 0,-1 0,0 0,0 1,1-1,-1 0,1 0,0 0,-1 0,1 0,0 0,0-1,1 1,-1 0,0 0,0-1,1 1,-1-1,1 1,0-1,-1 1,1-1,0 0,0 0,-1 0,1 0,0 0,0 0,0-1,0 1,1-1,-1 1,0-1,129 15,-85-14</inkml:trace>
  <inkml:trace contextRef="#ctx0" brushRef="#br2" timeOffset="-127465.31">30698 139,'-7'7,"-2"4,0 3,4-1,6-3,2-5,0-6,1-5,-2-4,0-2,-3 3,-4 5,0 4</inkml:trace>
  <inkml:trace contextRef="#ctx0" brushRef="#br2" timeOffset="-127179.823">30591 581,'2'0,"1"-3,0-2,-3-1,-4 1,-3 1,-3 3,1 5,1 3,5 4,4-1,3-2</inkml:trace>
  <inkml:trace contextRef="#ctx0" brushRef="#br2" timeOffset="-126825.733">30951 272,'2'-15,"1"-1,0 0,1 1,1 0,0 0,1 0,0 1,1 0,1 0,0 0,3-2,-6 8,7-8,-12 16,0 0,0 0,0 1,0-1,0 0,0 0,0 0,0 1,0-1,0 0,0 0,0 0,0 0,0 1,0-1,1 0,-1 0,0 0,0 0,0 1,0-1,0 0,1 0,-1 0,0 0,0 0,0 0,0 0,1 0,-1 0,0 1,0-1,0 0,1 0,-1 0,0 0,0 0,0 0,1 0,-1 0,0 0,0 0,0 0,0-1,1 1,-1 0,0 0,0 0,0 0,1 0,-1 0,0 0,0 0,0-1,0 1,-28 142,-10 201,13-260,11-55</inkml:trace>
  <inkml:trace contextRef="#ctx0" brushRef="#br2" timeOffset="-126662.616">30885 674,'18'0,"15"2,11 1,10 2,4 1,-7-2</inkml:trace>
  <inkml:trace contextRef="#ctx0" brushRef="#br2" timeOffset="-126482.099">31367 754,'6'0,"3"-2,0-1</inkml:trace>
  <inkml:trace contextRef="#ctx0" brushRef="#br0" timeOffset="-193338.108">16634 8282</inkml:trace>
  <inkml:trace contextRef="#ctx0" brushRef="#br0" timeOffset="-193338.108">17098 5441,'-49'4,"-2"5,27-2</inkml:trace>
  <inkml:trace contextRef="#ctx0" brushRef="#br0" timeOffset="-193338.108">17098 5441,'-41'-9,"25"5,-103-31,-1 5,-2 5,120 25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07.6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799 0,'0'596,"35"-292,-30-11,-5-293,0 1,-1 0,1 0,0 0,0 0,0 0,-1 0,1 0,0 0,1 0,-1 0,0 0,0 0,0 0,0 0,1 0,-1 0,1 0,-1 0,0-1,1 1,-1 0,1 0,0 0,-1-1,1 1,0 0,-1 0,1-1,0 1,0-1,0 1,0-1,-1 1,1-1,0 1,0-1,0 0,0 0,0 1,0-1,4-5</inkml:trace>
  <inkml:trace contextRef="#ctx0" brushRef="#br0" timeOffset="524.419">305 1271,'154'-18,"3"4,1 8,0 6,0 8,-1 6,14 9,11 11,-176-32,-4-2,0 1,0 0,0-1,0 1,0-1,0 1,0-1,0 0,0 0,0 0,1 0,-1 0,0-1,0 1,0 0,0-1,0 0,0 0,0 1,0-1,0 0,0-1,-2 1,0 0,-1 0,1 0,-1 0,1 0,-1 0,1 0,-1 0,0 0,1 0,-1 1,0-1,0 0,0 0,0 1,1-1,-1 0,0 1,0-1,0 1,0 0,-1-1,1 1,0 0,0-1,0 1,0 0,0 0,0 0,0 0,-1 0,-21-2,0 3</inkml:trace>
  <inkml:trace contextRef="#ctx0" brushRef="#br0" timeOffset="815.646">505 1230,'-14'16,"-8"12,-6 9,-3 6,0 3,1 0,2-2,7-7,7-8,7-8,6-8</inkml:trace>
  <inkml:trace contextRef="#ctx0" brushRef="#br0" timeOffset="1068.76">745 1284,'-13'18,"-10"13,-5 8,0 4,3 0,2-4,7-5,4-7,8-8,8-7,9-5,8-9,1-4</inkml:trace>
  <inkml:trace contextRef="#ctx0" brushRef="#br0" timeOffset="1237.36">1026 1298,'-13'18,"-12"13,-6 8,0 4,3-1,4-2,6-5,6-4,10-9,10-10,12-12,10-10,-1-3</inkml:trace>
  <inkml:trace contextRef="#ctx0" brushRef="#br0" timeOffset="1429.796">1333 1298,'-13'16,"-10"12,-7 8,-5 4,-2 3,4-3,4-8,8-5,12-9,16-8,15-12,11-11,1-5</inkml:trace>
  <inkml:trace contextRef="#ctx0" brushRef="#br0" timeOffset="1680.127">1548 1284,'-16'11,"-12"11,-6 9,-2 3,2 0,3-3,5-4,4-8,7-6</inkml:trace>
  <inkml:trace contextRef="#ctx0" brushRef="#br0" timeOffset="2210.75">131 455,'-7'2,"-1"1,1 0,0 0,0 0,1 1,-1 0,1 0,-1 0,2 1,-1 0,0 0,1 1,0 0,0 0,1 0,-1 0,1 1,1-1,-1 1,1 0,0 0,1 1,0-1,0 0,0 1,1-1,0 1,1 0,0-1,0 1,0 0,1-1,0 1,1-1,-1 1,2-1,-1 0,1 0,0 0,0 0,1 0,0 0,1 0,1 0,1 0,0-1,0 0,1 0,-1 0,1-1,1 0,-1-1,1 0,-1 0,1-1,0 0,1 0,-1-1,0 0,1-1,-1 0,1-1,-1 0,1 0,-1-1,1 0,-1-1,0 0,1 0,-1-1,0 0,-1-1,1 1,0-2,-1 0,0 0,0 0,-1-1,1 0,-1 0,0-1,-1 0,0 0,0-1,0 1,-1-1,1-4,-1-4,-1-1,-1 1,-1-1,0 0,-1 0,-1 0,0 0,-1 0,-1 1,-1-1,-1 0,0 1,-1 0,0 0,-1 0,-1 0,-1 1,0 0,-1 1,-1 0,-2-2,-58-51,67 65,0 1,0-1,-1 0,1 1,-1 0,1 0,-1 0,1 0,-1 0,0 1,1-1,-1 1,0 0,1 0,-1 1,0-1,1 1,-1 0,1 0,-1 0,1 0,-1 0,1 1,-3 1,-3 5,1-1,1 1,-1 0,1 1,1 0,-1 0,2 0,-1 1,1 0,1 0,0 0,0 1,1-1,0 1,1 0,0 2,-5 21,2 0,1 1,2-1,1 1,2-1,4 23,5 21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51.1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1 769,'35'-60,"-3"-1,-3-2,-2-1,-3-1,-3-1,-3-1,-3 0,6-69,-20 39,-1 96,0 0,0 0,0 1,0-1,0 0,-1 0,1 0,0 0,0 0,-1 1,1-1,0 0,-1 0,1 0,0 1,-1-1,1 0,-1 1,0-1,1 0,-1 1,1-1,-1 1,0-1,0 1,1-1,-1 1,0-1,0 1,1 0,-1-1,0 1,0 0,0 0,0 0,0 0,1 0,-1 0,0 0,0 0,0 0,-29 25,14 1,2 0,0 1,2 1,1 1,1-1,1 2,2-1,1 1,1 0,0 30,3-38,2 1,1-1,1 0,0 0,2 0,0 0,2 0,1-1,0 0,1 0,3 2,-6-12,1 1,1-1,0-1,1 1,0-1,0 0,1-1,0 0,1 0,0-1,0 0,1-1,0 0,0-1,1 0,0-1,0 0,0-1,9 2,-15-5,-1 0,1 0,0 0,0-1,0 0,0 0,0-1,-1 1,1-1,0 0,0-1,-1 0,1 0,-1 0,1 0,-1-1,0 0,0 0,0 0,0-1,-1 0,1 0,-1 0,0 0,0-1,-1 1,3-5,3-4,-2-1,1 0,-2 0,1-1,-2 0,0 0,-1 0,-1-1,0 1,-1-1,-1 0,0 0,-1 0,-1-8,1 23,0-1,0 0,0 0,0 1,0-1,0 0,0 0,0 1,-1-1,1 0,-1 1,1-1,-1 0,0 1,1-1,-1 1,0-1,0 1,0-1,0 1,-1 0,1 0,0-1,-1 1,1 0,0 0,-1 0,1 0,-1 1,1-1,-1 0,0 1,1-1,-1 1,0-1,0 1,1 0,-3-1,0 4,-1 0,1 0,-1 0,1 0,0 1,0 0,1 0,-1 0,1 0,0 0,0 1,0-1,0 1,1 0,0 0,0 0,0 0,1 0,-1 2,0 0,0 0,0 0,0 1,1-1,0 1,1-1,-1 1,2-1,-1 1,1-1,0 0,0 1,1-1,0 0,0 1,1-1,0-1,0 1,1 0,0-1,0 1,0-1,1 0,0-1,0 1,0-1,1 0,0 0,4 2,9 4,0 0,0-2,1 0,0-1,1-1,-1-1,12 1,65 13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51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244 592,'-7'-3,"-1"1,0 0,0 1,0 0,0 0,0 1,0 0,0 0,0 1,0 0,0 0,0 1,0 0,0 0,1 1,-1 0,1 0,-1 1,1 0,1 0,-1 1,1 0,-1 0,1 0,1 1,-1 0,1 0,0 1,0-1,1 1,0 0,-3 7,5-12,1 0,-1 0,1 0,0 0,-1 1,1-1,0 0,0 1,1-1,-1 1,0-1,1 1,0-1,-1 1,1 0,0-1,1 1,-1-1,0 1,1-1,-1 1,1-1,0 1,-1-1,1 1,1-1,-1 0,0 0,0 1,1-1,0 0,-1 0,1-1,0 1,0 0,0 0,0-1,0 1,0-1,0 0,0 0,1 1,-1-1,1-1,1 2,9-2,0 0,0 0,-1-2,1 1,-1-2,1 0,-1 0,0-1,0 0,0-1,0-1,-1 0,0 0,0-1,-1 0,0-1,0-1,-1 1,0-1,0-1,0-1,7-9,-2 0,0 0,-1-2,-1 1,-1-2,-1 1,-1-2,-1 1,-1-1,1-7,4-32,-2 0,-4-1,-1-23,-9-26,5 112,-1-1,0 1,0 0,0 0,0-1,0 1,0 0,0 0,-1 0,1-1,0 1,-1 0,1 0,-1 0,1 0,-1 0,1-1,-1 1,0 0,0 0,1 1,-1-1,0 0,0 0,0 0,0 0,0 1,0-1,0 1,0-1,-1 1,1-1,0 1,0-1,0 1,-1 0,1 0,0-1,0 1,0 0,-1 0,1 0,0 1,0-1,-1 0,1 0,0 1,0-1,0 1,0-1,-1 1,1-1,0 1,0 0,0-1,0 1,0 0,1 0,-1 0,0 0,0 0,-11 14,2 1,0 0,0 1,2 0,0 0,1 1,1 0,0 0,2 0,0 1,0 8,0-9,1 2,0-1,2 0,0 1,1-1,1 0,1 1,0-1,2 0,0 0,1 0,1-1,1 0,0 0,1 0,2-1,-1 0,2-1,0 0,1-1,0 0,2 0,2 1,-12-13,-1 1,1-1,0 0,0 0,0 0,0 0,0-1,1 0,-1 0,1 0,-1 0,1-1,0 1,0-1,0-1,0 1,0-1,0 0,-1 0,1 0,0 0,0-1,0 0,0 0,0 0,-1-1,1 0,0 0,-1 0,0 0,1-1,-1 1,0-1,0 0,-1-1,1 1,0-1,4-6,-1-1,0 1,-1-1,-1 0,1-1,-2 1,0-1,0 0,-1 0,0 0,-1 0,-1-1,0 1,0-1,-1 1,-1-1,-1-4,2 16,1 1,-1-1,0 0,0 1,0-1,0 1,0-1,0 1,0-1,0 1,0-1,0 0,0 1,0-1,0 1,0-1,0 1,-1-1,1 1,0-1,0 1,-1-1,1 1,0-1,-1 1,1-1,0 1,-1 0,1-1,-1 1,1-1,-1 1,1 0,-1 0,1-1,-1 1,1 0,-1 0,1 0,-1-1,1 1,-1 0,1 0,-1 0,0 0,1 0,-1 0,1 0,-1 0,1 0,-1 1,1-1,-1 0,1 0,-1 0,0 1,-18 28,17-24,1 0,-1 1,1-1,0 1,1-1,-1 1,1-1,0 1,1-1,-1 1,1-1,0 1,0-1,1 0,-1 1,1-1,1 0,-1 0,1 0,0 0,0-1,0 1,0-1,1 0,3 4,6 4,0-1,1 0,0 0,1-2,0 0,0-1,10 4,38 15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54.3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0,'2'0,"1"0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52.8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 1213,'-2'-7,"0"-1,1 0,0 0,1 0,-1 0,2 1,-1-1,1 0,0 0,1 0,-1 0,2 1,0-3,-2 5,4-15,0 0,1 0,1 1,1 0,1 0,8-13,-17 31,1 0,-1 0,1 0,-1 0,1 1,-1-1,1 0,-1 0,1 0,0 0,-1 0,1 1,0-1,0 0,0 1,0-1,0 0,0 1,0-1,0 1,0 0,0-1,0 1,0 0,0 0,0-1,0 1,0 0,0 0,0 0,0 0,0 0,0 1,0-1,0 0,0 0,0 1,0-1,0 0,0 1,0-1,0 1,0 0,0-1,0 1,0 0,-1-1,1 1,0 0,0 0,7 12,-1 0,-1 0,0 0,-1 0,0 1,-1 0,0 4,5 12,2 0,-7-21,-1 0,0 1,0 0,0-1,-1 1,-1 0,0 0,0 0,-1 1,0-10,0 0,0 0,0-1,0 1,0 0,-1 0,1-1,0 1,0 0,-1-1,1 1,-1 0,1-1,0 1,-1 0,1-1,-1 1,1-1,-1 1,0-1,1 1,-1-1,1 1,-1-1,0 0,1 1,-1-1,0 0,0 0,1 1,-1-1,0 0,0 0,1 0,-1 0,0 0,0 0,1 0,-1 0,0 0,0 0,1-1,-1 1,0 0,1 0,-1-1,0 1,1 0,-1-1,0 1,1-1,-1 1,1-1,-1 1,1-1,-1 1,1-1,-35-30,33 30,1 0,-1 0,0-1,1 1,-1 0,1-1,0 1,-1-1,1 1,0-1,0 1,0-1,0 0,0 0,0 0,1 1,-1-1,0 0,1 0,0 0,-1 0,1 0,0 0,0 0,0 0,0 0,0 0,1 0,-1 0,1 0,-1 0,1 0,0 1,-1-1,1 0,0 0,0 1,0-1,1 0,-1 1,0-1,1 1,-1-1,1 1,-1 0,1 0,0-1,87-6,-82 9,0 0,-1 0,1 0,0-1,0 0,-1 0,1-1,0 0,-1 0,1-1,-1 0,1 0,-1 0,0-1,0 0,0 0,0 0,0-1,-1 0,1 0,-1-1,0 1,-1-1,1 0,-1 0,0-1,0 1,0-1,-3 4,0 0,0 0,0 0,0 0,0 0,0 0,-1 0,1 0,-1-1,1 1,-1 0,0 0,0 0,0-1,0 1,0 0,0 0,-1-1,1 1,-1 0,0 0,1 0,-1 0,0 0,0 0,-1 0,1 0,0 0,0 0,-1 1,1-1,-1 1,0-1,1 1,-1-1,0 1,0 0,0 0,0 0,-2-1,0 4,0-1,0 1,0 1,0-1,0 0,0 1,1 0,-1 0,1 0,0 0,0 1,0-1,0 1,1 0,-1 0,1-1,0 2,0-1,0 0,1 0,0 1,0-1,0 0,0 1,0-1,1 1,0-1,0 3,0-1,0 0,0-1,0 1,0-1,1 1,0 0,0-1,1 0,0 1,0-1,0 0,0 0,1 0,0 0,0 0,0 0,0-1,1 0,0 1,0-2,0 1,1 0,-1-1,1 0,-1 0,1 0,0 0,1-1,-1 0,0 0,0 0,1-1,-1 1,1-2,0 1,-1 0,1-1,-1 0,3-1,0 0,0 0,0-1,-1 0,1 0,-1-1,1 0,-1 0,0-1,0 0,0 0,-1 0,1-1,-1 0,0-1,0 1,-1-1,0 0,0-1,2-2,5-10,-1 1,-1-2,0 1,-2-2,0 1,2-14,9-43,-4-1,-4-1,-3 0,-2-57,-13-5,8 139,-1 0,0 0,0-1,-1 1,1 0,0 0,-1-1,1 1,-1 0,0 0,0 0,0 0,0 0,0 0,0 0,0 0,-1 0,1 0,-1 1,1-1,-1 0,0 1,0 0,1-1,-1 1,0 0,0 0,0 0,0 0,-1 0,1 1,0-1,0 0,0 1,-1 0,1 0,0-1,-1 1,1 1,0-1,0 0,-1 0,1 1,0 0,0-1,-1 1,-8 8,0 0,0 1,1 0,0 1,0 0,1 0,1 1,0 0,1 1,0 0,1 0,0 0,1 1,0 0,2 0,-1 1,-2 12,0 0,2 0,1 1,2 0,0 0,2 0,1 0,1-1,1 1,2-1,1 0,1 0,1-1,1 0,1-1,2 0,0 0,2-1,0-1,2-1,7 7,61 45,-81-71,0-1,0 0,0 0,0-1,0 1,1-1,-1 0,1 0,-1 0,1-1,-1 1,1-1,-1 0,1 0,-1-1,1 0,-1 1,0-1,1-1,-1 1,0-1,0 0,3-1,4-7,0 0,-1 0,0-1,-1-1,0 0,-1 0,-1-1,1 0,-2 0,0 0,-1-1,0 0,-1 0,0-1,-1 1,-1-1,0-8,-2 22,4-52,-4 51,1 1,-1 0,0 0,0 0,0 0,-1 0,1 0,0 0,0-1,0 1,-1 0,1 0,-1 0,1 0,-1 0,1 0,-1 0,1 0,-1 1,0-1,0 0,1 0,-1 0,0 1,0-1,0 0,0 1,0-1,0 1,0-1,0 1,0-1,0 1,0 0,0 0,0-1,0 1,-1 0,1 0,0 0,0 0,0 0,0 1,-7 2,1 1,0 0,0 1,0 0,1 0,-1 0,1 1,1 0,-1 0,1 0,0 1,0 0,1 0,0 0,0 1,1-1,-2 7,1-7,0 0,1 0,1 0,-1 1,1-1,0 1,1 0,-1-1,2 1,-1 0,1 0,0 0,1 0,0-1,0 1,1 0,-1-1,2 1,-1-1,1 1,0-1,3 5,26 18,4-8</inkml:trace>
  <inkml:trace contextRef="#ctx0" brushRef="#br0" timeOffset="629.384">1224 960,'-13'7,"0"0,1 1,0 0,0 1,1 0,0 1,0 0,1 1,-2 4,9-12,0 1,1 0,-1 0,1 0,0 0,0 0,0 0,0 1,1-1,0 0,0 1,0 0,0-1,1 1,-1-1,1 1,1 0,-1-1,0 1,1-1,0 1,0-1,1 1,-1-1,1 1,0-1,0 0,0 0,1 0,1 2,4 1,-1 0,1-1,1 0,-1 0,1-1,0 0,0 0,0-1,1-1,-1 1,1-2,0 1,0-1,0-1,0 0,0 0,0-1,0 0,1-1,-1 0,0 0,0-1,-1-1,1 0,0 0,-1-1,1 0,-1 0,0-1,-1 0,1-1,2-3,4-3,0 0,-1-1,0-1,-1-1,-1 0,0 0,-1-1,-1 0,-1-1,0-1,-1 1,-1-1,2-5,7-32,-1 0,-3-1,4-51,-4 8,-3-1,-5 0,-5 0,-13-98,14 197,0-8,-1 0,0 1,-1-1,0 0,0 1,-1 0,0-1,-1 1,0 0,0 0,-2-2,5 9,0 0,0 0,0 0,0 0,-1 0,1 1,0-1,0 0,-1 1,1-1,0 1,-1-1,1 1,0 0,-1-1,1 1,-1 0,1 0,0 0,-1 0,1 0,-1 0,1 1,-1-1,1 0,0 1,-1-1,1 1,0 0,0-1,-1 1,1 0,0 0,0-1,0 1,0 0,-1 1,-35 42,21-13,2 0,1 1,2 0,1 1,1 1,2-1,1 1,2 0,2 1,0-1,3 1,1-1,3 19,9 57,4-1,29 95,-43-184,2 0,1 0,0 0,1-1,1 0,3 3,-11-20,0 0,1 0,-1 0,0 0,1 0,-1 0,1-1,0 1,0-1,0 1,-1-1,1 1,0-1,1 0,-1 0,0 0,0 0,0-1,1 1,-1 0,0-1,1 0,-1 1,0-1,1 0,-1 0,1 0,-1-1,0 1,1-1,-1 1,0-1,1 0,-1 0,0 0,0 0,0 0,0 0,0 0,0-1,0 0,11-8,-1-1,0 0,-1 0,0-1,-1-1,0 0,8-14,18-24,-23 37,-13 15,1-1,-1 0,1 1,-1-1,1 1,-1-1,1 1,-1-1,0 1,1-1,-1 1,0 0,0-1,1 1,-1-1,0 1,0 0,0-1,0 1,1 0,-1-1,0 1,0 0,0-1,-1 1,1 0,0-1,0 1,0-1,0 1,-1 0,1-1,0 1,0-1,-1 1,1 0,-1-1,1 1,0-1,-1 1,1-1,-1 0,1 1,-1 0,-9 23,4-10,-1 1,2 0,0 0,1 1,0 0,1-1,1 1,1 0,0 0,1 12,1-25,-1 0,1-1,-1 1,1-1,0 1,0-1,0 1,0-1,1 1,-1-1,1 0,-1 0,1 0,0 0,0 0,0 0,0 0,0 0,0-1,1 1,-1-1,0 0,1 0,-1 0,1 0,-1 0,1 0,0-1,-1 1,1-1,0 0,-1 1,1-1,0 0,-1-1,1 1,0-1,23-4</inkml:trace>
  <inkml:trace contextRef="#ctx0" brushRef="#br0" timeOffset="886.81">1851 732,'-13'-6,"-8"-6,-1-2,0-1,4 2</inkml:trace>
  <inkml:trace contextRef="#ctx0" brushRef="#br0" timeOffset="1129.658">1303 412,'21'-2,"22"-2,25 1,18 6,11 6,-11 1</inkml:trace>
  <inkml:trace contextRef="#ctx0" brushRef="#br0" timeOffset="1285.243">1838 1054,'14'1,"0"0,-1-1,1 0,0-1,0-1,-1 0,1-1,-1-1,13-4,-22 7,1-1,-1 0,1 0,-1 0,1-1,-1 0,0 1,0-1,-1-1,1 1,0-1,-1 1,0-1,0 0,0 0,-1 0,1 0,-1-1,0 1,0-1,0 0,-1 1,0-1,0 0,0 0,0 0,-1 0,0-4,0 6,-1-1,0 1,0-1,0 1,-1 0,1-1,-1 1,0 0,0 0,0 0,0 1,0-1,-1 0,1 1,-1-1,0 1,0 0,1 0,-2 0,1 0,0 1,0-1,0 1,-1 0,1 0,-1 0,1 0,-1 0,1 1,-1 0,1 0,-1 0,1 0,-1 0,0 1,1-1,-1 1,1 0,0 0,-1 0,1 1,0-1,0 1,0 0,0 0,0 0,0 0,0 0,0 1,0 1,-2-1,1 1,0 0,0 0,1 1,-1-1,1 1,0-1,0 1,0 0,1 0,0 0,0 1,0-1,1 1,-1-1,1 1,1-1,-1 1,1-1,0 1,0 0,0-1,1 1,0 0,0-1,1 0,-1 1,1-1,0 0,1 1,-1-1,1-1,0 1,0 0,1-1,-1 1,1-1,0 0,2 1,84 44,-41-33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48.2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284 313,'5'-25,"12"37,-12 14,-5-23,0 5,-1-32,0 10,-1 1,0-1,-1 1,0-1,-1 1,-1 0,0 0,-1 1,0-1,-6-7,9 15,-1 0,1 0,-1 0,0 0,0 1,-1-1,1 1,-1 0,0 1,0-1,0 1,-1 0,1 0,-1 1,1-1,-1 1,0 0,0 1,0 0,0 0,0 0,0 0,0 1,-1 0,1 1,1-1,0 1,0 1,0-1,1 1,-1 0,1 0,-1 0,1 0,0 1,-1 0,1 0,1 0,-1 0,0 1,1-1,0 1,-1 0,2 0,-1 0,0 0,1 1,-2 3,-2 7,0-1,2 1,-1 0,2 0,0 0,-1 13,2-7,0 0,0 1,2-1,1 1,1-1,1 0,0 0,2 0,0 0,1 0,2-1,0 0,1-1,0 0,2 0,1-1,0 0,1-1,0-1,2 0,0 0,10 7,-20-20,-1 0,1 0,0 0,0 0,0-1,1 0,-1 0,0 0,1 0,-1-1,1 0,0 0,-1-1,1 0,0 0,-1 0,1 0,0-1,-1 0,1 0,0-1,-1 1,0-1,1-1,-1 1,0-1,0 1,0-2,-1 1,1 0,-1-1,0 0,3-3,96-137,-103 144,0 0,1 0,-1 1,0-1,0 0,0 0,0 1,0-1,1 0,-1 0,0 0,0 1,1-1,-1 0,0 0,0 0,0 0,1 0,-1 1,0-1,1 0,-1 0,0 0,0 0,1 0,-1 0,0 0,0 0,1 0,-1 0,0 0,1 0,-1 0,0 0,0 0,1 0,-1 0,0-1,0 1,1 0,-1 0,0 0,0 0,1 0,-1-1,0 1,0 0,0 0,1 0,-1-1,0 1,0 0,0 0,0-1,0 1,1 0,-1 0,0-1,0 1,0 0,0-1,-2 29,1-23,-1 13,1-14,-1-1,1 1,0-1,0 1,1 0,-1 0,1-1,0 1,0 0,0 0,0-1,0 1,1 0,0 0,0-1,0 1,0-1,1 1,-1-1,1 1,0-1,0 0,0 0,0 0,1 0,-1 0,1 0,0-1,-1 1,1-1,1 0,-1 0,3 2,4-1,0-1,1 1,-1-2,1 0,-1 0,1 0,0-2,-1 1,1-1,-1-1,1 0,-1 0,0-1,0-1,2 0,-9 2,0 0,0 0,0 0,0-1,0 1,-1-1,1 0,-1 0,1 0,-1 0,0 0,0 0,0-1,-1 1,1-1,-1 1,0-1,0 0,0 1,-1-1,1 0,-1 0,0 0,0 1,0-1,0 0,-1 0,1 1,-1-1,-1-3,0-1,0 1,0 0,-1 0,0 1,0-1,-1 1,0-1,0 1,0 0,-1 0,1 1,-1-1,-1 1,1 0,-5-3,6 6,0-1,0 1,-1 1,1-1,0 0,-1 1,1 0,-1 0,1 0,-1 1,1-1,-1 1,0 0,1 0,-1 1,1 0,-1-1,1 1,-1 1,1-1,-1 1,1 0,0 0,0 0,0 0,0 1,0-1,1 1,-1 0,1 0,0 1,0-1,-1 1,0 1,0 0,0 0,0 1,1-1,0 1,0 0,0 0,1 0,0 0,0 0,0 1,1-1,0 0,0 1,1-1,-1 1,1-1,1 1,-1-1,1 1,1-1,-1 1,2 2,-1-4,1 1,1 0,-1 0,1-1,0 0,0 0,0 0,1 0,0-1,0 0,2 2,25 16</inkml:trace>
  <inkml:trace contextRef="#ctx0" brushRef="#br0" timeOffset="2325.033">1153 500,'-66'-23,"60"21,0 0,0 1,0 0,0 0,0 1,-1-1,1 1,0 0,0 1,0 0,-1 0,1 0,0 1,0 0,0 0,1 0,-1 1,0 0,1 0,0 0,0 0,0 1,0 0,0 0,1 1,0-1,0 1,0 0,0 0,1 0,0 1,0-1,0 1,1 0,-1 0,2 0,-1 1,1-3,1-1,0 1,1 0,-1-1,1 1,-1 0,1-1,0 1,1-1,-1 1,0-1,1 1,0-1,0 0,0 0,0 0,1 0,-1 0,1-1,-1 1,1-1,0 1,0-1,0 0,0 0,1-1,-1 1,0 0,2-1,5 3,1 0,0 0,0-2,1 1,-1-1,0-1,1 0,10-1,-14 0,-1-1,1 0,-1 0,0-1,1 0,-1 0,0-1,0 0,-1 0,1-1,0 0,-1 0,0 0,0-1,0 0,-1 0,0 0,1-1,-2 0,1 0,-1 0,0 0,0-1,-1 1,0-1,0 0,0 0,-1-1,0 1,0-4,6-34,-3-1,-1 1,-3-1,-1 0,-2 1,-3-1,-2-5,-19-95,16 123,10 23,0 0,0-1,-1 1,1 0,0 0,0-1,-1 1,1 0,0 0,0 0,-1 0,1-1,0 1,-1 0,1 0,0 0,-1 0,1 0,0 0,-1 0,1 0,0 0,-1 0,1 0,0 0,-1 0,1 0,0 0,-1 0,1 1,0-1,-1 0,1 0,0 0,0 0,-1 1,1-1,0 0,0 0,-1 1,1-1,0 0,0 0,-1 1,1-1,0 0,0 1,0-1,0 0,0 0,0 1,0-1,-1 0,1 1,0-1,0 0,0 1,0-1,0 0,0 1,1-1,-1 0,0 1,0-1,0 0,0 1,0-1,-5 25,2-1,0 1,1 0,2 0,1 8,-1 8,0-39,-2 45,3 0,1 1,2-1,3 0,12 46,-18-88,0 0,0 0,0 1,1-1,0 0,0-1,1 1,-1 0,1-1,0 1,0-1,0 0,1 0,-1 0,1 0,0-1,0 1,1-1,-1 0,1-1,-1 1,1-1,0 0,0 0,0 0,0 0,0-1,0 0,1 0,-1-1,0 1,4-1,1-4,1 0,-1 0,0-1,0 0,0-1,-1 0,1 0,-2-1,1 0,-1-1,0 0,0 0,-1-1,0 0,-1 0,0-1,-1 0,1 1,-2-2,0 1,0-1,0 1,-2-1,2-10,-2 11,-10 39,7-21,-3 4,1 0,1 0,0 0,0 0,1 0,1 1,0-1,1 0,0 0,1 1,0-1,4 8,-5-16,1-1,0 0,0-1,0 1,0 0,0 0,1-1,-1 0,1 1,0-1,-1 0,1 0,0 0,1-1,-1 1,0-1,0 0,0 0,1 0,-1 0,1 0,-1-1,1 1,-1-1,1 0,-1 0,1 0,-1-1,0 1,1-1,0 0,5-1,0-1,-1 0,1 0,-1 0,1-1,-1 0,-1-1,1 0,0 0,-1-1,3-3,0-3,-1 1,0-2,-1 1,0-1,-1 0,-1-1,0 0,-1 0,0 0,-1 0,0-7,-1 12,2 64,-5-45,1 0,0 0,0 0,1 0,0-1,1 1,0-1,1 1,0-1,0 0,1 0,0-1,1 0,0 0,0 0,6 6,-10-13,-1 0,1 0,0 0,0 0,0-1,-1 1,1 0,0-1,0 1,0-1,0 0,0 1,0-1,0 0,0 0,0-1,0 1,0 0,0 0,0-1,0 0,0 1,0-1,-1 0,1 0,0 0,0 0,-1 0,1 0,-1 0,1-1,-1 1,1-1,-1 1,1-2,36-62,-30 44,0 0,-2 0,-1-1,0 0,-2 0,-1-1,0 1,-2 0,0-1,-2 1,0-1,-12-17,14 39,0 1,0-1,-1 1,1-1,0 0,0 1,-1-1,1 1,0-1,-1 1,1-1,-1 1,1-1,-1 1,1-1,-1 1,1-1,-1 1,1 0,-1-1,1 1,-1 0,0 0,1-1,-1 1,1 0,-1 0,0 0,1 0,-1 0,0 0,1 0,-1 0,0 0,1 0,-1 0,0 0,1 0,-1 0,1 1,-1-1,0 0,1 1,-1-1,1 0,-1 1,1-1,-1 0,1 1,-1-1,1 1,-1-1,1 1,0-1,-1 1,1 0,0 0,-2 2,0 1,1 0,-1 0,1 0,0 0,0 0,1 0,-1 1,1-1,0 0,0 0,0 0,1 0,-1 1,1-1,0 0,1 0,-1 0,0 0,1-1,0 1,0 0,0-1,1 1,-1-1,1 1,0-1,-1 0,1 0,1-1,-1 1,0-1,1 1,-1-1,1 0,0 0,0-1,0 1,0-1,0 0,3 1,15 3,1-2,0 0,0-1,0-1,0-2,0 0,0-1,22-5,16-1,-59 7,0 1,0-1,0 0,1 1,-1 0,0-1,0 1,1 0,-1 0,0 0,0 1,1-1,-1 0,0 1,0 0,0-1,1 1,-1 0,0 0,0 0,0 0,0 1,-1-1,1 0,0 1,0 0,-1-1,1 1,-1 0,0 0,1-1,-1 1,0 0,0 0,0 1,0-1,-1 0,1 1,-1 73,-1-67,0 1,0-1,1 1,0-1,1 1,0-1,1 1,0-1,3 9,-4-15,1 1,0-1,0 0,0-1,1 1,-1 0,1 0,-1-1,1 0,0 0,0 1,0-1,0-1,1 1,-1 0,0-1,1 0,-1 0,1 0,-1 0,1 0,-1-1,1 0,0 0,-1 0,3 0,5 0,0-1,0 0,0-1,0 0,-1-1,1 0,-1-1,3-1,-2-1,-1 0,0 0,0-1,0 0,-1-1,0 0,0 0,-1-1,0 0,-1-1,0 1,0-2,-1 1,-1 0,0-1,0 0,-1-1,0 1,-1-1,1-3,-5-27,-22 63,18-13,0 2,1-1,0 1,1-1,0 1,0 0,1 0,0 0,1 0,0 1,1-1,0 3,0-9,0-1,1 1,-1 0,1-1,0 1,0-1,0 1,0-1,0 1,1-1,0 0,0 0,-1 1,2-1,-1 0,0-1,1 1,-1 0,1-1,0 0,0 1,0-1,0 0,0 0,0-1,1 1,-1-1,0 1,1-1,-1 0,1-1,0 1,-1 0,4-1,24 0</inkml:trace>
  <inkml:trace contextRef="#ctx0" brushRef="#br0" timeOffset="2568.385">2784 19,'-9'16,"4"14,3 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4:26.3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4:41.0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94,'0'4,"0"7,3 8,0 7,2 7,0 6,-1 3,0 5,-2 0,-1-1,-3-1,-3-5,-3-5,0-8,1-7</inkml:trace>
  <inkml:trace contextRef="#ctx0" brushRef="#br0" timeOffset="246.342">56 576,'-4'0,"0"0,3 0,9 0,8 0,8 0,4 0,-1 0,-1 0,-7-3,-5 0</inkml:trace>
  <inkml:trace contextRef="#ctx0" brushRef="#br0" timeOffset="599.396">3 1,'-2'0,"1"0,4 0,2 0,6 0,8 0,7 0,4 0,4 0,0 0,-1 0,-1 0,-2 0,-6 0</inkml:trace>
  <inkml:trace contextRef="#ctx0" brushRef="#br0" timeOffset="1231.706">457 495,'-2'3,"-1"1,1-1,0 1,0 0,0-1,1 1,0 0,-1 0,1 0,0 0,1 1,-1-1,1 0,0 0,0 0,0 0,0 1,1-1,0 0,0 0,0 0,0 0,1 0,-1 0,1-1,0 1,0 0,1-1,-1 1,1-1,-1 0,1 0,3 3,6 0,0 0,1-1,-1 0,1-1,0-1,0 0,1 0,-1-1,0-1,5 0,-14-1,0 0,-1 0,1 0,0 0,-1 0,1-1,0 0,-1 1,1-1,-1-1,1 1,-1 0,1-1,-1 0,0 0,0 0,0 0,0 0,0-1,0 1,-1-1,1 0,-1 1,0-1,0-1,0 1,0 0,0 0,-1-1,0 1,1-1,-1 1,0-1,-1 0,2-1,0 0,-1 0,0 0,0-1,0 1,-1 0,0 0,0 0,0-1,-1 1,0 0,0 0,0 0,0 0,-1 0,0 0,0 0,0 0,0 1,-1-1,0 1,0-1,0 1,-1 0,1 0,-1 1,0-1,0 1,0 0,-1 0,1 0,-1 0,-4 1,0 0,-1 1,1 0,0 1,-1 0,1 0,0 1,0 0,-1 0,1 1,0 0,0 1,1 0,-1 1,0 0,1 0,0 0,0 1,0 0,1 1,0 0,0 0,0 1,1-1,-4 7,8-10,0 0,0 0,0 0,1 1,0-1,-1 1,1-1,0 1,1-1,-1 1,1 0,0-1,0 1,0 0,0-1,0 1,2 3,3 11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5:28.1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108 71,'0'12,"0"9,0 10,0 7,0 5,0 1,0 1,0-1,0-1,0-2,0-2,0-3,0-7,-2-4,-1-8</inkml:trace>
  <inkml:trace contextRef="#ctx0" brushRef="#br0" timeOffset="184.033">1 552,'13'0,"10"0,5 0,4 0,2 3,-3 0,-2 2,-3 0,-5-1,-3 0,-4-2</inkml:trace>
  <inkml:trace contextRef="#ctx0" brushRef="#br0" timeOffset="403.377">1 4,'4'-3,"11"3,17 2,14 4,12 1,4 1,-9 0</inkml:trace>
  <inkml:trace contextRef="#ctx0" brushRef="#br0" timeOffset="867.182">455 419,'-11'-9,"15"5,6 7,1 1,-2 0,1 0,0 1,-1 0,0 1,0 0,-1 1,0 0,0 0,0 0,-1 1,0 0,0 1,2 5,-7-11,-1 0,0-1,0 1,-1 0,1 0,0 0,-1 0,0 0,0 0,0 0,0 0,0 0,0 0,-1 0,0 0,1 0,-1 0,0-1,-1 1,1 0,0-1,-1 1,1 0,-1-1,0 0,0 1,0-1,0 0,0 0,-73 54,74-55,-81 51,81-52,0 1,1-1,-1 1,0-1,1 1,-1-1,0 1,1-1,-1 1,1 0,-1-1,1 1,-1 0,1-1,0 1,-1 0,1 0,0-1,-1 1,1 0,0 0,0 0,0 0,0-1,0 1,0 0,0 0,0 0,0 0,0-1,0 1,1 0,-1 0,0 0,1-1,-1 1,0 0,1-1,-1 1,1 0,-1 0,1-1,-1 1,1-1,0 1,-1-1,1 1,0-1,-1 1,1-1,0 1,0-1,47 18,-47-17,386 68,-370-64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57.1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2945 10,'-16'6,"-16"10,-17 11,-11 15,-5 13,4 14,11 10,14 11,19 6,24-1,25-4,22-9,19-13,9-15,4-16,-14-14</inkml:trace>
  <inkml:trace contextRef="#ctx0" brushRef="#br0" timeOffset="531.324">3427 264,'-6'5,"-42"50,48-55,0 1,1-1,-1 1,1-1,-1 1,1-1,-1 1,1-1,0 1,-1-1,1 1,-1-1,1 0,0 0,-1 1,1-1,0 0,0 0,-1 0,1 0,0 0,-1 0,1 0,0 0,0 0,-1 0,1 0,0 0,-1 0,1 0,0-1,-1 1,1 0,0-1,-1 1,1 0,-1-1,1 1,0-1,-1 1,1-1,-1 1,0-1,1 1,-1-1,1 0,-1 1,0-1,1 1,-1-1,30-15,-1-2,-1-2,-1 0,-1-1,0-2,-2-1,-1-1,-1 0,13-20,-13-4,-22 48,1 0,-1 0,1 0,-1 0,0 0,1 0,-1 0,0 0,0 0,0 0,0 0,0 0,0 0,0 0,0 0,0 0,-1 0,1 1,0-1,0 0,-1 0,1 0,-1 0,1 0,-1 0,1 1,-1-1,0 0,1 0,-1 1,0-1,1 0,-1 1,0-1,0 1,0-1,0 1,1-1,-1 1,0 0,0-1,0 1,0 0,0 0,0 0,0 0,0 0,0 0,-1 0,-4 2,-1 0,1 1,0-1,0 2,0-1,0 1,0-1,1 2,0-1,0 1,0-1,0 1,1 1,0-1,0 1,0-1,1 1,-1 0,1 0,1 1,-1-1,1 1,1-1,-1 1,1 0,-1 5,-1 23,2-1,1 1,2 0,1-1,2 0,1 0,2 0,1 0,10 24,20 63,32 132,-68-244,-1-1,0 1,-1 0,0-1,0 1,-1 0,0 0,-1-1,1 1,-2 0,1-1,-1 1,-1-1,0 1,0-1,0 0,-1 0,0 0,-3 3,-14 9</inkml:trace>
  <inkml:trace contextRef="#ctx0" brushRef="#br0" timeOffset="861.723">3586 545,'237'-106,"-66"43,-170 63,1-1,-1 1,1 0,0-1,-1 1,1 0,-1 0,1 0,0 0,-1 0,1 1,0-1,-1 0,1 1,-1-1,1 1,-1 0,1-1,-1 1,1 0,-1 0,0 0,1 0,-1 0,0 0,0 0,0 1,0-1,0 0,0 1,0-1,0 1,0-1,-1 1,1-1,-1 1,1-1,-1 1,1-1,-1 1,0 1,14 42,-11-33,0 1,1-1,0 1,1-1,1 0,0-1,0 0,1 0,0 0,3 1,-2-5</inkml:trace>
  <inkml:trace contextRef="#ctx0" brushRef="#br0" timeOffset="1097.089">4041 104,'5'9,"10"7,12 6,2 0</inkml:trace>
  <inkml:trace contextRef="#ctx0" brushRef="#br0" timeOffset="1246.926">4363 331,'9'14,"7"8,9 6,8 5,8 1,8-1,6 1,-1-1,-5-1,-5-1,-12-5,-14-6,-13-8,-8-7</inkml:trace>
  <inkml:trace contextRef="#ctx0" brushRef="#br0" timeOffset="1418.009">4670 318,'-14'11,"-9"11,-7 8,-5 8,-4 10,0 4,2 4,4-1,6-6,9-6,6-11</inkml:trace>
  <inkml:trace contextRef="#ctx0" brushRef="#br0" timeOffset="1731.86">4910 77,'12'3,"7"6,9 12,5 11,4 14,3 10,-1 8,-5 5,-8 4,-11-1,-14 1,-15-5,-14-6,-9-7,-4-11,1-8,6-10,9-10</inkml:trace>
  <inkml:trace contextRef="#ctx0" brushRef="#br0" timeOffset="-1126.613">846 451,'21'0,"17"0,15 0,9 0,3 0,-5 0,-10 0,-14 2,-13 1</inkml:trace>
  <inkml:trace contextRef="#ctx0" brushRef="#br0" timeOffset="-901.219">860 679,'23'4,"18"2,19 0,12-2,8-1,4-3,-12-2</inkml:trace>
  <inkml:trace contextRef="#ctx0" brushRef="#br0" timeOffset="-615.681">1555 505,'4'30,"-3"-14,1 0,0 1,1-1,0 0,2 0,0-1,0 1,2-1,0 0,0-1,2 1,0-1,-6-10,0-1,0 0,0 0,0 0,1-1,-1 1,1-1,-1 0,1 0,0 0,0 0,0-1,0 1,0-1,0 0,1 0,-1-1,0 1,0-1,1 0,-1 0,0-1,0 1,1-1,-1 0,0 0,0 0,0 0,0-1,0 0,0 0,2-2,4-1,-1-2,0 1,0-1,-1-1,0 1,-1-1,1-1,-1 0,-1 0,0 0,0 0,0-4,-1 3,-1 0,0 0,0-1,-2 0,1 1,-1-1,-1 0,0 0,0 0,-1-1,-1 1,0 0,-1-6,1 11,-1-1,1 1,-1 0,-1-1,1 1,-1 0,0 1,0-1,-1 0,0 1,0 0,0 0,-1 0,1 0,-1 1,0 0,0 0,-1 0,1 0,-1 1,0 0,0 0,-3 0,-1 1,-1 0,0 1,0 0,0 1,0 0,0 1,0 0,0 1,0 0,0 1,1 0,0 1,-1 0,1 0,0 1,1 1,-1-1,1 1,0 1,1 0,0 0,0 1,0 0,1 0,0 1,1 0,-1 0,2 0,0 1,-2 3,4-6,0 0,1 0,-1 0,2 1,-1-1,1 1,0-1,0 1,1 0,0-1,0 1,2 7,8 28</inkml:trace>
  <inkml:trace contextRef="#ctx0" brushRef="#br0" timeOffset="-1583.798">138 344,'-130'374,"123"-346,27-66,125-374,-144 409,-1 2,0 0,0-1,0 1,0 0,0 0,1 0,-1 0,0 0,1-1,-1 1,1 0,-1 0,1 0,-1 0,1 0,0 0,-1 0,1 1,0-1,0 0,0 0,0 0,0 1,0-1,0 1,0-1,0 0,0 1,0 0,0-1,0 1,0 0,0-1,0 1,1 0,-1 0,0 0,0 0,0 0,0 0,1 0,8 9,0 0,0 1,-1 0,-1 0,0 1,0 0,-1 0,4 9,-8-15,14 28,-2 0,-1 2,-2-1,-1 1,-1 1,-3 0,0 0,-3 1,0 12,15 71,-9-113,-7-14</inkml:trace>
  <inkml:trace contextRef="#ctx0" brushRef="#br0" timeOffset="-1362.903">84 598,'11'0,"11"0,13-2,10-1,6-3,1 1,1 1,1-2,-3 1,0-1,-9 0</inkml:trace>
  <inkml:trace contextRef="#ctx0" brushRef="#br0" timeOffset="7079.888">311 1975,'1'352,"4"-292,0-53,-3-23,0-422,-2 435,-1 0,0 0,1 0,-1 0,1 1,0-1,-1 0,1 0,1 0,-1 0,0 1,1-1,-1 0,1 0,0 0,0 1,0-1,0 1,0-1,1 1,-1-1,1 1,0 0,0-1,-1 1,1 0,1 0,-1 0,0 1,0-1,1 0,-1 1,1 0,-1-1,1 1,0 0,1 0,8 5,1 0,0 1,-1 0,0 1,0 0,0 1,-1 0,0 1,-1 0,5 5,-14-12,8 6,0 0,-1 1,0 0,0 0,-1 1,0 0,0 0,-1 1,-4-7,-1 0,1 0,-1 0,0 0,1 0,-2 1,1-1,0 0,-1 1,1-1,-1 1,0-1,0 1,0-1,-1 0,1 1,-1-1,0 0,0 1,0-1,0 0,-1 0,1 0,-1 0,0 0,1 0,-2 0,1 0,-4 3,-1 0,1 0,-1-1,0 0,0 0,0-1,-1 0,0 0,1-1,-1 0,-1 0,1-1,-8 1,30-7,-1 1,1 0,0 1,0 0,-1 1,1 1,0 0,0 1,0 0,0 1,-1 1,1 0,-1 1,0 1,0-1,0 2,0 0,3 3,-13-6,1 0,-2 0,1 0,0 0,-1 0,1 1,-1 0,0-1,0 1,0 0,-1 0,1 0,-1 0,0 0,0 0,-1 0,1 0,-1 0,0 0,0 0,0 1,-1-1,1 0,-1 0,0 0,0 0,0 0,-1 0,1 0,-1 0,0-1,0 1,-1-1,1 1,-1-1,1 0,-1 0,-1 1,-6 5,-1-1,0 0,0 0,-1-1,0-1,0 0,-1 0,0-1,0-1,0 0,0-1,0 0,-1-1,0-1,1 0,-1-1,-8-1,-18-9,39 10,1 0,-1-1,0 1,1 0,-1-1,0 1,0-1,1 1,-1-1,1 0,-1 1,1-1,-1 1,1-1,-1 0,1 0,-1 1,1-1,0 0,-1 0,1 1,0-1,0 0,0 0,-1 0,1 1,0-1,0 0,0 0,0 0,1 0,-1 1,0-1,0 0,0 0,1 0,-1 1,0-1,1 0,-1 0,1 1,-1-1,1 0,-1 1,1-1,52-36,-16 18</inkml:trace>
  <inkml:trace contextRef="#ctx0" brushRef="#br0" timeOffset="7650.351">1007 2069,'-45'100,"-14"57,50-137,4-17,6-15,75-218,16-45,-90 270,-3 4,1 0,0 0,0 1,-1-1,1 0,0 0,0 0,0 1,0-1,0 0,0 0,0 0,0 1,1-1,-1 0,0 0,0 0,1 1,-1-1,1 0,-1 0,0 1,1-1,-1 0,1 1,-1-1,1 1,0-1,-1 1,1-1,0 1,-1-1,1 1,0-1,0 1,-1 0,1 0,0-1,0 1,-1 0,1 0,0 0,0 0,0 0,0 0,-1 0,1 0,0 0,0 0,0 0,-1 0,1 1,0-1,0 0,-1 1,1-1,0 0,0 1,9 17,-2 0,0 1,-1 0,-1 0,4 19,-6-23,100 322,-73-229,-23-96,-5-16</inkml:trace>
  <inkml:trace contextRef="#ctx0" brushRef="#br0" timeOffset="7899.684">993 2216,'14'0,"16"0,16 0,14 0,13-3,5-2,-1-3,-15 0</inkml:trace>
  <inkml:trace contextRef="#ctx0" brushRef="#br0" timeOffset="35862.676">1729 2002,'-2'0,"1"0,8 0,9 0,9 0,10 0,5 0,2 3,0 0,-4 2,-5 0,-7 2,-5-1,-4-1,-2-4,-5-4,-3-2</inkml:trace>
  <inkml:trace contextRef="#ctx0" brushRef="#br0" timeOffset="36165.865">1755 2229,'5'2,"8"1,9 0,7 0,8-1,7-1,2-1,1 1,-1-1,-4-1,-9 1</inkml:trace>
  <inkml:trace contextRef="#ctx0" brushRef="#br0" timeOffset="42883.696">4951 1922,'13'0,"12"0,8 0,6 0,2 0,2 0,-3 0,-5 0,-6 4,-9 5,-7 2,-6-1</inkml:trace>
  <inkml:trace contextRef="#ctx0" brushRef="#br0" timeOffset="43140.012">4964 2082,'13'5,"12"1,11-1,8 0,5-2,4-1,0-3,-5-4,-10-1</inkml:trace>
  <inkml:trace contextRef="#ctx0" brushRef="#br0" timeOffset="43439.214">5325 1761,'-1'0,"0"1,1 0,-1-1,1 1,-1 0,1 0,0-1,-1 1,1 0,0 0,-1-1,1 1,0 0,0 0,0 0,0 0,0-1,0 1,0 0,0 0,0 0,0 0,0-1,1 1,-1 0,0 0,0 0,1-1,-1 1,1 0,-1-1,1 1,-1 0,1-1,-1 1,1 0,-1-1,1 1,0-1,-1 1,1-1,0 1,0-1,-1 0,1 1,0-1,0 0,0 0,-1 1,1-1,0 0,0 0,0 0,0 0,-1 0,1 0,0 0,0-1,26 10,1-1,-1-1,1-2,0-1,19 0,-16-1,0 0,-1 3,1 0,17 7,-45-12,0-1,0 1,0 0,0 0,0 0,0 0,0 1,-1-1,1 1,0-1,-1 1,1 0,-1 0,0 0,1 1,-1-1,0 0,-1 1,1-1,0 1,-1 0,1 0,-1 0,0-1,0 1,0 0,0 0,0 0,-1 1,0-1,1 0,-1 0,0 0,0 0,-1 0,1 0,-1 0,0 2,-6 9,-1-1,0 0,-1 0,0-1,-1-1,-1 1,0-2,0 1,-1-1,-1 0,-25 23,-17 37,51-57</inkml:trace>
  <inkml:trace contextRef="#ctx0" brushRef="#br0" timeOffset="48381.46">1729 3245,'14'3,"15"0,15-1,8-2,7-1,1-1,-6 1,-12-1</inkml:trace>
  <inkml:trace contextRef="#ctx0" brushRef="#br0" timeOffset="48548.016">1742 3432,'14'3,"13"0,11-1,9 1,7-2,4 0,1-2,-1-2,-9 0</inkml:trace>
  <inkml:trace contextRef="#ctx0" brushRef="#br0" timeOffset="46784.752">446 3072,'0'461,"-3"-430,-3-44,4-8,0-2</inkml:trace>
  <inkml:trace contextRef="#ctx0" brushRef="#br0" timeOffset="47332.289">432 3151,'-1'-2,"-1"0,1 0,-1 0,1-1,0 1,0 0,0-1,0 1,0-1,1 1,-1-1,1 1,-1-1,1 1,0-1,0 0,0 1,0-1,1 1,-1-1,1 0,0 1,-1-1,1 1,0 0,0-1,1 1,-1 0,0 0,1-1,0 1,-1 0,1 1,0-1,0 0,0 0,0 1,0-1,0 1,2-1,5-2,1 1,-1 1,0-1,1 2,-1-1,1 1,0 1,-1 0,1 0,0 1,-1 0,1 0,-1 1,1 1,-1-1,0 2,0-1,0 1,1 2,-6-3,-1 0,0 1,0-1,0 1,-1 0,1 0,-1 0,0 0,0 0,0 1,-1-1,1 1,-1-1,0 1,0-1,-1 1,0 0,1-1,-2 1,1 0,0-1,-1 1,0 0,0-1,0 1,-1-1,1 1,-1-1,0 0,-1 0,1 0,-1 0,1 0,-1 0,0-1,0 0,-1 1,1-1,-1 0,-7 6,1 0,-2-1,1-1,-1 0,0 0,0-1,-1-1,-9 3,33-11,1 0,-1 1,1 0,0 1,0 0,-1 1,1 0,0 1,0 0,0 1,-1 1,1-1,-1 2,0 0,1 0,-2 1,1 0,-1 1,1 0,-2 1,1 0,-1 0,0 1,0 0,0 2,-7-5,1-1,-2 0,1 0,0 1,-1-1,0 1,0 0,0-1,-1 1,0 0,0-1,0 1,0 0,-1-1,1 1,-1 0,0-1,-1 1,1-1,-1 0,0 1,0-1,0 0,-1 0,1 0,-1 0,0-1,0 1,0-1,-1 1,1-1,-1 0,0-1,0 1,0-1,0 1,0-1,0-1,-4 2,-7 4,0-1,0-1,-1-1,0 0,0-1,0 0,0-1,0-1,0-1,-5-1,7 1</inkml:trace>
  <inkml:trace contextRef="#ctx0" brushRef="#br0" timeOffset="47879.946">1087 3165,'-24'116,"-58"149,103-327,64-286,-58 289,-27 58,1 1,-1-1,0 0,1 1,-1-1,1 1,-1-1,1 1,-1-1,1 1,-1-1,1 1,-1 0,1-1,0 1,-1 0,1-1,-1 1,1 0,0 0,-1-1,1 1,0 0,-1 0,1 0,0 0,0 0,-1 0,1 0,0 0,-1 0,1 1,0-1,-1 0,1 0,0 0,-1 1,1-1,-1 0,1 1,-1-1,1 1,0-1,-1 1,1-1,-1 1,0-1,1 1,-1-1,1 1,-1-1,0 1,0 0,1-1,-1 1,16 40,9 81,17 52,34-1,-74-157,-4-5</inkml:trace>
  <inkml:trace contextRef="#ctx0" brushRef="#br0" timeOffset="48131.278">993 3392,'16'0,"15"0,12 0,10 0,5-2,3-1,1-2,-12-1</inkml:trace>
  <inkml:trace contextRef="#ctx0" brushRef="#br0" timeOffset="40635.441">2665 1935,'-11'172,"11"-167,0 0,0 0,0-1,0 1,1 0,0 0,0-1,0 1,1 0,-1-1,1 1,0-1,0 0,1 1,0-1,-1 0,1-1,0 1,1 0,-1-1,1 0,-1 0,1 0,0 0,0 0,0-1,1 0,-1 0,1 0,-1 0,1-1,-1 0,1 0,0 0,2 0,5 1,0-1,1 0,-1-1,0 0,1-1,-1 0,0-1,1 0,-1-1,5-2,-12 3,1 0,-1-1,0 1,0-1,0 0,0 0,-1-1,1 0,-1 1,0-1,0 0,0-1,-1 1,1-1,-1 0,0 0,0 0,-1 0,0 0,0-1,0 1,0-1,0-2,-1 1,1-1,-1 1,0 0,-1-1,0 1,0-1,-1 1,1 0,-2-1,1 1,-1 0,0 0,-1 0,1 0,-1 0,-1 0,1 1,-1 0,0-1,-1 1,1 1,-1-1,-1 1,1 0,-1 0,1 0,-1 1,-1 0,1 0,-3-1,-10-3,1 1,-1 0,0 1,-1 1,1 1,-3 1,18 4,-1 0,1 0,-1 0,1 1,-1 0,1 0,0 0,0 1,0-1,0 1,0 0,1 0,-1 0,1 1,0-1,0 1,0 0,0 0,1 0,-1 0,1 0,0 0,1 1,-1-1,1 1,-1-1,1 4,-2-1,-6 13,2 0,0 1,2-1,0 1,1 0,1 0,0 10,14 12,1-29</inkml:trace>
  <inkml:trace contextRef="#ctx0" brushRef="#br0" timeOffset="41549.001">3333 1988,'0'1,"0"-1,0 1,0-1,0 1,0 0,-1-1,1 1,0-1,0 1,0-1,-1 1,1-1,0 1,0-1,-1 0,1 1,-1-1,1 1,0-1,-1 0,1 1,-1-1,1 0,-1 1,1-1,0 0,-1 0,0 1,1-1,-1 0,1 0,-1 0,1 0,-1 0,1 0,-1 0,1 0,-1 0,1 0,-1 0,0 0,1 0,-1 0,1-1,-1 1,1 0,-1 0,1 0,-1-1,1 1,0 0,-1-1,1 1,-1 0,1-1,0 1,-1-1,1 1,0-1,-1 1,1-1,0 1,0-1,-1 1,1-1,0 1,-2 7,0 0,1 1,-1 0,2-1,-1 1,1-1,0 1,1 0,-1-1,1 1,1-1,0 1,0-1,0 0,1 1,0-1,1-1,-1 1,1 0,0-1,1 0,0 0,0 0,0 0,1-1,-1 0,1 0,0-1,7 4,4-2,0-1,1-1,-1 0,1-2,0 0,0-1,0 0,0-2,9-1,-22 2,0 0,0 0,1-1,-1 0,0 0,0 0,0 0,0-1,-1 0,1 0,0 0,-1-1,1 0,-1 0,0 0,0 0,0 0,0-1,-1 0,1 0,-1 0,0 0,0 0,-1-1,1 1,-1-1,0 0,0 1,0-1,-1 0,0 0,0 0,0 0,0-1,-6-101,2 101,0 0,0 0,0 1,-1-1,0 1,0-1,0 1,-1 0,1 1,-1-1,-1 1,1 0,0 0,-1 1,0-1,0 1,0 1,0-1,-1 1,1 0,0 0,-1 1,0 0,-4 0,-21-5,27 5,1-1,-1 0,1 1,-1 0,1 0,-1 1,0-1,1 1,-1 0,0 0,1 1,-1-1,1 1,-1 0,0 0,1 1,0-1,-1 1,1 0,0 0,0 1,0-1,0 1,0 0,1 0,-1 0,-1 2,-53 124,52-110</inkml:trace>
  <inkml:trace contextRef="#ctx0" brushRef="#br0" timeOffset="49434.351">2852 3218,'23'-28,"-2"-2,-1 0,-1-2,-1 0,-2-1,-1-2,-12 87,-5 282,3-332,-1 0,1 0,-1 1,0-1,0 0,0 0,0 0,0 0,0 0,0 1,-1-1,1 0,-1 0,1 0,-1 0,0 0,0 0,0 0,0 0,0-1,-1 1,1 0,-1-1,1 1,-1 0,1-1,-1 0,0 1,1-1,-1 0,0 0,0 0,0 0,0 0,-1 0,-37 0,35-2,26 0,269-25,-269 25</inkml:trace>
  <inkml:trace contextRef="#ctx0" brushRef="#br0" timeOffset="49980.437">3520 3192,'-3'0,"0"0,0 0,1 0,-1 0,0 1,0-1,1 1,-1 0,0 0,1 0,-1 0,1 0,-1 1,1-1,0 1,-1 0,1-1,0 1,0 0,0 0,0 0,1 1,-1-1,1 0,-1 1,1-1,0 1,0-1,0 1,0 0,0-1,1 1,-1 0,1 0,-1-1,1 1,0 0,1 2,-2 1,1 0,0 0,1 1,0-1,0 0,0 0,1 0,-1 0,2 0,-1-1,0 1,1-1,0 1,1-1,-1 0,1 0,0 0,0-1,0 1,1-1,0 0,0 0,0-1,0 1,0-1,1 0,4 1,3 2,0-1,0 0,1-1,-1 0,1-1,0-1,0 0,0-1,1-1,-1 0,11-2,-19 2,0 0,-1-1,1 0,0 0,-1-1,1 1,-1-1,1 0,-1-1,0 1,0-1,0 0,-1-1,1 1,-1-1,1 0,-1 0,0 0,-1 0,1-1,-1 1,0-1,0 0,0 0,-1 0,1-1,-1 1,-1-1,1 1,0-4,-1-2,-1-1,1 1,-2-1,0 1,0-1,-1 1,0 0,-1 0,-1 0,1 0,-2 0,0 1,0 0,0 0,-1 0,-5-5,7 9,-1 0,0 0,0 1,0 0,-1 0,0 0,0 1,0-1,0 1,0 1,-1-1,0 1,0 0,0 1,0 0,0 0,0 0,-1 1,1 0,-1 1,1-1,-1 1,1 1,0 0,-7 1,4 1,1 2,0-1,0 1,0 1,1-1,0 1,0 1,0 0,1 0,0 0,0 1,1 0,0 0,0 1,1 0,0 0,1 0,0 0,0 1,1-1,0 1,1 0,0 0,0 0,1 8,-4 19</inkml:trace>
  <inkml:trace contextRef="#ctx0" brushRef="#br1" timeOffset="63078.157">3292 1587,'-3'0,"0"0,0 1,0-1,0 1,-1 0,1 0,0 0,0 0,1 0,-1 1,0-1,0 1,1 0,-1 0,1 0,-1 0,1 0,0 1,0-1,0 1,0-1,0 1,1 0,-1 0,1-1,-1 1,1 0,0 0,1 0,-1 1,0 1,-8 103,9-105,1 748,40-419,-42 104,30-265,-25-149,-1 0,0 0,-2 0,-1 0,-1 8,2 50,21 36,-15-96,0-1,1 0,1-1,1 0,0 0,1-1,1 0,1-1,0 0,1-2,1 1,0-2,1 0,3 1,-11-9,0-1,0 0,0 0,0-1,1 0,-1 0,1-1,0 0,0-1,0 0,0-1,0 1,0-1,0-1,0 0,7-2,28 1,-19-1,-1-1,1-1,-1-2,0 0,-1-1,0-1,0-2,-1 0,9-7,10-2,-32 14,0 1,-1-1,1 0,-1 0,0-1,0-1,-1 1,0-1,-1 0,1-1,-1 1,-1-1,0 0,0-1,-1 1,1-3,6-24,0 0,-2 0,3-37,10-40,-16 83,-1-1,-1 1,-2-1,-2 0,-1-7,6-89,64-143,-53-4,-13 234,-2 1,-1-1,-2 1,-2-1,-5-22,1 22,-33-110,-55 9,-2 24,-85-84,97 110,-10 20,89 66,-1 0,0 1,0 0,0 0,-1 1,1 0,-1 0,1 1,-1 0,0 0,0 1,0 1,0-1,0 1,-2 1,-52 0,66-1</inkml:trace>
  <inkml:trace contextRef="#ctx0" brushRef="#br1" timeOffset="64945.51">512 1026,'190'54,"-139"-42,166 42,189 40,364 23,-489-68,-248-44,-1 1,1 2,-2 2,28 11,80 13,-39-14,-8 8,-79-28,-14-4</inkml:trace>
  <inkml:trace contextRef="#ctx0" brushRef="#br1" timeOffset="65319.054">2785 1280,'24'32,"176"122,-198-154,-1 1,0-1,0 1,0 0,0-1,1 1,-1 0,0 0,0 0,0 0,0 0,-1 0,1 0,0 0,0 1,-1-1,1 0,-1 0,1 1,-1-1,1 0,-1 0,0 1,1-1,-1 1,0-1,0 0,0 1,0-1,-1 0,1 1,0-1,0 0,-1 1,1-1,-1 0,1 1,-1-1,1 0,-1 0,0 0,0 0,0 0,0 1,0-2,0 1,0 1,-10 2,-1-1,1 0,-1 0,1-1,-1-1,0 0,1 0,-1-1,-8-2,-6 2,-259-1,276 0,0 1,0 1,0-1,1 2,-1-1,0 1,1 1,0-1,-1 1,-5 4,-3 4</inkml:trace>
  <inkml:trace contextRef="#ctx0" brushRef="#br1" timeOffset="66348.921">2611 1574,'204'-235,"-128"150,-154 153,-4-3,-18 7,146-111,81-67,-128 106,1 0,0 0,0 0,0 0,0 0,-1 0,1 0,0-1,0 1,0 0,0 0,0 0,-1 0,1 0,0 0,0 0,0 0,0-1,0 1,0 0,-1 0,1 0,0 0,0-1,0 1,0 0,0 0,0 0,0 0,0-1,0 1,0 0,0 0,0 0,0 0,0-1,0 1,0 0,0 0,0 0,0 0,0-1,0 1,0 0,0 0,0 0,0 0,1-1,-1 1,0 0,0 0,0 0,-18 7,16-6,-109 63,112-64,-1 0,1 0,-1 0,1 0,-1 0,1 0,-1-1,1 1,-1 1,1-1,-1 0,1 0,-1 0,1 0,-1 0,1 0,-1 0,0 1,1-1,-1 0,1 0,-1 1,1-1,-1 0,0 0,1 1,-1-1,0 1,1-1,-1 0,0 1,0-1,1 1,-1-1,0 0,0 1,0-1,1 1,-1-1,0 1,0-1,0 1,0-1,0 1,0-1,0 1,0-1,0 1,0-1,0 1,-1-1,1 1,0-1,0 1,0-1,-1 0,1 1,0-1,0 1,-1-1,1 0,0 1,-1-1,1 0,-1 1,1-1,0 0,-1 1,0-1,41 0,90-10,-127 11,0 0,0 1,1-1,-1 0,0 1,0 0,0 0,-1 0,1 0,0 0,-1 0,1 1,-1-1,0 1,0 0,0-1,0 1,0 0,0 0,-1 0,0 1,1-1,-1 0,-1 0,1 1,0-1,-1 1,7 14,-7-18,0 1,1-1,-1 0,0 0,0 0,1 0,-1 1,0-1,0 0,0 0,1 1,-1-1,0 0,0 0,0 1,1-1,-1 0,0 0,0 1,0-1,0 0,0 1,0-1,0 0,0 0,0 1,0-1,0 0,0 1,0-1,0 0,0 1,0-1,0 0,0 0,0 1,-1-1,1 0,0 0,0 1,0-1,0 0,-1 0,1 1,0-1,0 0,0 0,-1 0,1 1,0-1,0 0,-1 0,1 0,0 0,-1 0,1 1,0-1,0 0,-1 0,1 0,0 0,-1 0,1 0,0 0,-1 0,1 0,0 0,0 0,-1-1,-22-12,14 8,-3-2,0 1,0 0,0 1,0 1,-1 0,0 1,0 0,0 0,0 2,-1 0,-7 0,14 7,27 1,113 4,-84-9</inkml:trace>
  <inkml:trace contextRef="#ctx0" brushRef="#br1" timeOffset="70329.015">2718 2456,'16'0,"12"0,6 0,1 0,-2 0,-5 0,-5 3,-7 0</inkml:trace>
  <inkml:trace contextRef="#ctx0" brushRef="#br1" timeOffset="70586.332">2691 2523,'18'0,"11"0,5 0,-2 0,-3 2,-7 4,-7 0</inkml:trace>
  <inkml:trace contextRef="#ctx0" brushRef="#br1" timeOffset="71479.011">2825 3647,'2'0,"3"0,6 0,5 0,2 0,2 0,1 2,-1 3,-5 3,-4 0</inkml:trace>
  <inkml:trace contextRef="#ctx0" brushRef="#br1" timeOffset="71652.55">2785 3726,'14'5,"11"3,8 1,5-1,-1-2,-8-3</inkml:trace>
  <inkml:trace contextRef="#ctx0" brushRef="#br0" timeOffset="90181.499">4830 3098,'3'0,"2"0,8 0,10 0,9 0,7 0,4 0,2 0,0 0,-6 2,-9 1</inkml:trace>
  <inkml:trace contextRef="#ctx0" brushRef="#br0" timeOffset="90437.814">4803 3205,'23'5,"16"1,12 0,7-2,3 0,-1-2,-5-1,-7-1,-9 0,-11 0</inkml:trace>
  <inkml:trace contextRef="#ctx0" brushRef="#br0" timeOffset="90684.156">5217 2817,'28'19,"24"6,1-2,53 15,-55-21,-1 2,0 2,26 18,-73-38,0 0,0 0,0 0,0 0,0 1,0 0,0 0,0-1,-1 1,1 1,-1-1,0 0,0 1,1-1,-1 1,-1 0,1-1,0 1,-1 0,0 0,1 0,-1 0,0 1,0-1,-1 0,1 0,-1 0,0 1,0-1,0 0,0 1,0 1,-4 1,0-1,0 1,-1-1,1 0,-1 0,0-1,-1 0,1 0,-1 0,1 0,-1-1,-3 1,-164 78,124-61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5:31.9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1,'33'12,"490"-5,-88 14,57-13,14 6,27 4,400 23,-295-42,-493 15,-51-7,-2-2,-92-5,0 0,1 0,-1 0,0-1,1 1,-1 0,0 0,0 0,1-1,-1 1,0 0,0 0,1-1,-1 1,0 0,0 0,0-1,0 1,1 0,-1-1,0 1,0 0,0-1,0 1,0 0,0-1,0 1,0 0,0-1,0 1,0 0,0-1,0 1,0 0,0-1,0 1,-1 0,1-1,0 1,0 0,0 0,0-1,-1 1,1 0,0-1,0 1,-1 0,1 0,0 0,0-1,-1 1,1 0,0 0,-1 0,1 0,0-1,-1 1,-10-11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5:32.7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156 134,'0'4,"0"9,0 9,0 7,0 6,0 5,0 4,0 3,-3 2,-2 1,-1-5,-2-5,1-7,0-9,0-11,2-8</inkml:trace>
  <inkml:trace contextRef="#ctx0" brushRef="#br0" timeOffset="396.51">75 0,'-1'0,"1"0,-1 0,1 0,-1 1,1-1,-1 0,1 0,-1 0,0 1,1-1,0 0,-1 1,1-1,-1 0,1 1,-1-1,1 1,0-1,-1 0,1 1,0-1,-1 1,1-1,0 1,0-1,-1 1,1-1,0 1,0 0,0-1,0 1,0-1,0 1,0-1,0 1,0-1,0 1,0 0,0-1,0 1,0-1,1 1,-1-1,0 1,0-1,1 1,-1-1,0 1,0-1,1 1,-1-1,1 0,-1 1,0-1,1 1,-1-1,1 0,-1 0,1 1,0-1,15 26,0 0,2-2,1 0,1-1,14 12,7 9,-9-9,-12-16,-1 0,-2 2,0 0,-1 1,0 1,-2 0,-1 1,-1 1,8 24,-19-45,0 0,0 0,0 0,-1 0,1 1,-1-1,0 0,0 0,-1 0,1 0,-1 0,0 0,0 0,0 0,-1 0,1 0,-1 0,0 0,0-1,0 1,-1-1,1 0,-1 0,0 1,0-2,0 1,0 0,0-1,-1 1,1-1,-3 1,-16 6,0-2,-1-1,1 0,-1-2,0-1,0 0,-1-2,1-1,0 0,-1-2,1-1,-2-1,-58-2,83 6,0 1,0 0,0-1,0 1,0 0,1-1,-1 1,0-1,1 1,-1-1,0 1,1 0,-1-1,1 1,-1-1,0 0,1 1,-1-1,1 1,0-1,-1 0,1 1,-1-1,1 0,0 1,-1-1,1 0,-1 0,1 0,0 0,-1 0,1 0,0 0,-1 0,1 0,0 0,-1 0,1 0,0 0,-1 0,1-1,23 5</inkml:trace>
  <inkml:trace contextRef="#ctx0" brushRef="#br0" timeOffset="763.084">609 535,'-3'3,"0"1,1 0,-1 0,0 0,1 0,0 0,0 1,0-1,1 1,-1-1,1 1,0 0,1-1,-1 1,1 0,0-1,0 1,0 0,1 0,-1-1,1 1,0 0,1-1,-1 1,1-1,0 1,0-1,0 0,1 0,-1 0,1 0,0 0,0-1,1 1,-1-1,1 0,7 4,0 0,1-2,0 1,0-1,1-1,-1 0,1-1,0-1,0 0,0 0,0-1,0-1,0 0,0-1,7-1,-15 1,-1 1,0-1,1 0,-1 0,0-1,0 1,0-1,0 0,0 0,0 0,-1 0,1-1,-1 0,0 1,1-1,-1-1,0 1,-1 0,1-1,-1 1,1-1,-1 0,0 0,0 0,-1 0,1 0,-1 0,0 0,0 0,0-1,-1 1,1 0,-1-1,0 1,-1-1,1 1,-1 0,0-4,-1-1,0 0,-1 0,0 1,0-1,-1 1,0 0,-1 0,0 0,0 1,0-1,-1 1,0 0,0 1,-1 0,0 0,0 0,0 1,-1 0,0 0,0 1,0 0,0 0,-1 1,0 0,1 1,-1 0,0 0,0 1,0 0,0 0,0 1,0 1,0-1,-1 1,-7 3,6 1,0 0,1 1,0 1,0 0,1 0,0 1,0 0,1 1,0 0,0 0,1 0,0 1,1 0,0 1,0-1,1 1,1 0,0 1,0-1,1 1,1-1,-1 9,-5 31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5:35.7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40,'279'-13,"451"8,146-4,-607 10,254 13,740-15,-1070-12,74 13,-240-8,-28 2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5:40.9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1630 442,'-178'14,"-258"1,208-11,-75 16,213-2,89-18,1-1,-1 1,0 0,1 0,-1 0,1 0,-1 1,1-1,-1 0,0 0,1 0,-1 0,1 0,-1 1,1-1,-1 0,1 1,-1-1,1 0,-1 1,1-1,0 0,-1 1,1-1,0 1,-1-1,1 1,0-1,-1 1,1-1,0 1,0-1,-1 1,1-1,0 1,0 0,0-1,0 1,0-1,0 1,0-1,0 1,0 0,0-1,0 1,0-1,1 1,-1-1,0 1,0-1,1 1,-1-1,0 1,28 11,-28-12,5 2,-1-1,0 0,0 0,0-1,1 1,-1-1,0 0,0 0,1-1,-1 1,0-1,0 0,0 0,0 0,3-2,-1-3</inkml:trace>
  <inkml:trace contextRef="#ctx0" brushRef="#br0" timeOffset="298.2">413 0,'27'641,"0"-87,-26-495,-2-49</inkml:trace>
  <inkml:trace contextRef="#ctx0" brushRef="#br0" timeOffset="573.464">452 134,'-16'6,"-14"15,-13 16,-11 14,-8 12,-2 4,5 0,8-5,13-10,15-12,12-13</inkml:trace>
  <inkml:trace contextRef="#ctx0" brushRef="#br0" timeOffset="817.334">493 442,'-21'18,"-13"15,-10 9,-4 6,-2 2,5-1,4-4,7-5,10-7,11-9,7-9</inkml:trace>
  <inkml:trace contextRef="#ctx0" brushRef="#br0" timeOffset="986.893">372 856,'-16'11,"-12"11,-10 9,-6 5,1 1,2-3,9-5,9-5,11-7,13-7,5-4</inkml:trace>
  <inkml:trace contextRef="#ctx0" brushRef="#br0" timeOffset="1159.638">439 1070,'-13'16,"-12"12,-9 8,-4 5,-1-1,-1-1,5-6,5-6,11-8,12-11,9-8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5:38.4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1589 629,'-195'-32,"180"29,-236-43,-177-7,324 42,102 9</inkml:trace>
  <inkml:trace contextRef="#ctx0" brushRef="#br0" timeOffset="599.858">587 0,'-7'7,"2"1,-1-1,1 1,0 0,0 1,1-1,0 1,1-1,0 1,0 0,1 1,0-1,1 0,-1 8,5 134,-2-145,-1 0,19 352,-20-311,-2-1,-2 1,-2-1,-2 0,-2-1,-11 28,20-69,3-10</inkml:trace>
  <inkml:trace contextRef="#ctx0" brushRef="#br0" timeOffset="868.141">600 28,'-18'18,"-18"17,-16 17,-15 13,-10 6,-5 1,-1-3,10-8,15-14,18-13</inkml:trace>
  <inkml:trace contextRef="#ctx0" brushRef="#br0" timeOffset="1111.491">507 294,'-18'23,"-16"17,-8 10,-6 6,-5 2,1-1,2-4,5-7,7-8,11-9,12-9,9-7</inkml:trace>
  <inkml:trace contextRef="#ctx0" brushRef="#br0" timeOffset="1297.139">439 656,'-16'18,"-12"13,-8 8,-7 6,-5 3,-6 0,0-5,3-3,10-10,13-10,16-10,10-7</inkml:trace>
  <inkml:trace contextRef="#ctx0" brushRef="#br0" timeOffset="1499.458">466 829,'-13'16,"-12"14,-11 12,-10 7,-8 5,-8 1,-1 0,5-4,10-8,14-9,14-10,13-12,8-8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5:36.4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71,'0'14,"0"9,2 9,1 7,3 5,1 3,1 1,-2 0,1-1,-1-2,1-2,-1-3,-2-7,-1-6,-3-11,-2-7</inkml:trace>
  <inkml:trace contextRef="#ctx0" brushRef="#br0" timeOffset="397.313">52 18,'-6'-16,"13"15,21 21,12 15,-3 1,0 2,-3 2,-1 1,-2 2,4 9,-24-36,-1 0,0 0,-1 1,-1 1,0-1,-1 1,-1 0,-1 1,-1 0,0-1,0 12,-6-24,-1 1,1-1,-1 0,0-1,-1 1,1-1,-1 1,0-1,-1 0,1 0,-1-1,0 0,0 1,0-2,-1 1,0 0,1-1,-1 0,0-1,0 1,-1-1,1 0,0-1,-1 0,1 0,-2 0,-182 34,114-25,60-6,25-3,9-2</inkml:trace>
  <inkml:trace contextRef="#ctx0" brushRef="#br0" timeOffset="936.159">547 646,'123'-195,"-57"98,-65 96,14-20,-15 21,0 1,0-1,0 0,0 0,0 1,0-1,0 0,0 0,0 0,0 1,0-1,0 0,1 0,-1 1,0-1,0 0,0 0,0 0,1 0,-1 0,0 1,0-1,0 0,1 0,-1 0,0 0,0 0,0 0,1 0,-1 0,0 0,0 1,1-1,-1 0,0 0,0 0,1 0,-1-1,0 1,0 0,1 0,-1 0,0 0,0 0,0 0,1 0,-1 0,0 0,0-1,0 1,1 0,-1 0,0 0,0 0,0-1,0 1,1 0,-1 0,0 0,0-1,0 1,0 0,-13 199,12-119,2-45,-1-1,-2 0,-2 0,0 0,-9 28,12-60,1 1,-1-1,1 0,-1 0,0 1,0-1,0 0,0 0,0 0,0 0,-1 0,1-1,-1 1,1 0,-1 0,1-1,-1 1,0-1,0 0,0 0,0 1,0-1,0 0,0-1,0 1,-1 0,1-1,0 1,0-1,-1 1,1-1,0 0,-1 0,1 0,0 0,-1-1,1 1,0-1,-1 0,3 2,1-1,0 0,-1 0,1 0,-1 0,1 0,0 0,-1 1,1-2,0 1,-1 0,1 0,0 0,-1 0,1 0,0 0,-1-1,1 1,-1 0,1 0,0-1,-1 1,1-1,-1 1,1 0,-1-1,1 1,-1-1,1 1,-1-1,0 1,1-1,-1 0,0 1,1-1,-1 1,0-1,0 0,0 1,0-1,1 0,-1 1,0-1,0 0,0 1,0-1,0 0,-1 1,1-1,0 0,0 1,0-1,0 1,-1-1,1 0,0 1,-1-1,1 1,0-1,-1 1,1-1,-1 1,1-1,-1 1,1-1,-1 1,1 0,-1-1,0 1,128 6,102-1,-176-5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04.2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5484 364,'-509'0,"323"-25,-8 15,-114-9,48-14,27 2,-402-19,324 21,-50 13,-1 7,-270 2,387 9,-134 6,-65 29,232-15,43-8,125-9,49 0,5-3</inkml:trace>
  <inkml:trace contextRef="#ctx0" brushRef="#br0" timeOffset="164639.452">2263 57,'-129'-32,"129"32,0 0,0 0,1 0,-1 0,0 0,0 0,0 0,0 0,1 0,-1 0,0-1,0 1,0 0,0 0,1 0,-1 0,0-1,0 1,0 0,0 0,0 0,0 0,0-1,0 1,0 0,1 0,-1 0,0-1,0 1,0 0,0 0,0-1,0 1,0 0,0 0,-1 0,1-1,0 1,0 0,0 0,26 2,-23-1,43 5,0 2,-1 2,0 3,-1 1,0 2,17 10,-54-23,-1 0,1 1,-1 0,0 0,0 0,-1 1,1-1,-1 1,0 1,0-1,-1 1,1 0,2 5,-8-9,0-1,0 1,0 0,0-1,0 1,0 0,-1-1,1 1,0-1,-1 0,1 0,-1 1,1-1,-1 0,0 0,0 0,1 0,-1-1,0 1,0 0,0-1,0 0,0 1,0-1,0 0,1 0,-1 0,-2 0,-6 3,-316 101,325-104,0 1,0-1,0 1,0-1,0 0,-1 0,1 1,0-1,0 0,0 0,-1 0,1 0,0 0,0 0,0-1,-1 1,1 0,0-1,0 1,0 0,0-1,0 0,0 1,-1-1,1 0,1 1,-1-1,0 0,0 0,0 0,0 0,1 0,-1 0,0 0,1 0,-1 0,1 0,-1 0,1 0,-1 0,1 0,0-1,0 1,-1 0,1 0,0-1,0 1,2-177,-2 93,-4 76,-1-3,11 12,259 149,-257-143,0 0,0 0,0 0,-1 1,0 0,0 1,-1-1,0 2,0-1,-1 0,0 1,0 0,0 1,-6-9,1 0,0 0,-1 0,1 0,-1 0,1 0,-1 0,1 0,-1-1,0 1,0 0,1-1,-1 1,0 0,0-1,0 1,1-1,-1 1,0-1,0 1,0-1,0 0,0 1,0-1,0 0,0 0,0 0,0 0,0 0,0 0,0 0,0 0,0 0,0 0,0 0,0-1,0 1,0-1,0 1,0 0,0-1,0 1,0-1,0 0,1 1,-1-1,0 0,0 0,1 1,-1-2,0 2,-33-14,21 7,0 1,0 1,-1 0,0 1,1 0,-2 1,1 1,0 0,0 1,-10 1,22 0,0-1,1 1,-1 0,0 0,1 1,-1-1,0 0,1 1,-1-1,0 1,1-1,-1 1,1 0,-1-1,1 1,-1 0,1 0,0 0,0 0,-1 1,1-1,0 0,0 0,0 1,0-1,0 1,0-1,1 1,-1-1,0 1,1-1,-1 1,1 0,0-1,-1 1,1 0,0-1,0 1,0 0,0-1,0 1,1 1,2-1,0 1,1-2,-1 1,0 0,1 0,0-1,-1 0,1 0,0 0,0 0,0-1,-1 1,1-1,0 0,0 0,0 0,0-1,0 0,-1 1,1-1,0 0,0-1,106-36,-110 38,0 0,-1 0,1 0,0 0,0-1,0 1,0 0,0 0,0-1,-1 1,1 0,0 0,0-1,0 1,0 0,0 0,0-1,0 1,0 0,0 0,0-1,0 1,0 0,0 0,0-1,0 1,0 0,1 0,-1-1,0 1,0 0,0 0,0 0,0-1,0 1,1 0,-1 0,0 0,0-1,0 1,1 0,-29 1,-107 8,135-8,0-1,-1 0,1 0,0 0,-1 0,1 0,0 0,-1 0,1 0,0-1,0 1,-1 0,1 0,0 0,-1 0,1 0,0 0,0-1,-1 1,1 0,0 0,0 0,-1-1,1 1,0 0,0 0,0-1,-1 1,1 0,0 0,0-1,0 1,0 0,0-1,0 1,-1 0,1 0,0-1,0 1,0 0,0-1,0 1,0 0,0-1,0 1,1 0,-1-1,0 1,0 0,0 0,0-1,0 1,0 0,1-1,-1 1,0 0,0 0,0-1,1 1,-1 0,0 0,0 0,1-1,-1 1,0 0,0 0,1 0,-1 0,0 0,20-14,-18 14,20-13,-21 12,-1 1,0 0,0-1,0 1,0 0,0-1,0 1,0-1,0 1,0 0,0-1,0 1,0 0,0-1,0 1,0 0,0-1,0 1,0 0,0-1,0 1,0 0,-1-1,1 1,0 0,0-1,0 1,-1 0,1-1,0 1,-1 0,1 0,0 0,0-1,-1 1,1 0,0 0,-1 0,1 0,0-1,-1 1,1 0,0 0,-1 0,1 0,-1 0,1 0,0 0,-1 0,1 0,0 0,-1 0,1 0,0 0,-1 1,1-1,0 0,-1 0,1 0,0 0,-1 1,1-1,0 0,0 0,-1 0,1 1,-21-1,-30-4,49 3,1 1,0-1,0 1,0-1,0 1,0-1,0 1,0-1,0 0,0 0,0 1,0-1,0 0,0 0,1 0,-1 0,0 0,1 0,-1 0,1 0,-1 0,1-1,-1 1,1 0,0 0,0 0,-1 0,1-1,0 1,0 0,0 0,0-1,0 1,1 0,-1 0,0 0,1-1,10-37,2-37,-13 74,-1 0,1 0,-1 1,0-1,0 0,0 1,0-1,0 0,0 1,0 0,-1-1,1 1,0 0,-1-1,1 1,-1 0,1 0,-1 0,0 0,1 0,-1 1,0-1,0 0,0 1,0 0,1-1,-1 1,0 0,0 0,0 0,0 0,0 0,0 0,1 1,-1-1,0 0,0 1,0 0,1-1,-1 1,0 0,0 1,1-1,0 0,1 1,0-1,-1 1,1-1,0 1,0-1,0 1,0-1,0 1,0-1,0 1,1-1,-1 1,0-1,1 0,-1 1,1-1,0 0,-1 1,1-1,0 0,0 1,0-1,0 0,0 0,0 0,0 0,0 0,0 0,1 0,-1-1,0 1,1 0,-1-1,0 1,1-1,-1 1,18 7,1 0,-1-1,1-1,0 0,1-2,-1-1,19 1,20 5,-53-8,11 1,-1 1,1 1,-1 0,0 2,-1-1,10 6,-26-11,0 0,1 0,-1 0,0 0,0 0,1 0,-1 0,0 1,1-1,-1 0,0 0,1 1,-1-1,0 0,1 1,-1-1,1 1,-1-1,1 1,-1-1,1 1,-1-1,1 1,-1 0,1-1,-1 1,1-1,0 1,0 0,-1-1,1 1,0 0,0 0,0-1,0 1,-1 0,1-1,0 1,0 0,1 0,-1-1,0 1,0 0,0 0,0-1,1 1,-1 0,0-1,1 1,-1 0,0-1,1 1,-1-1,1 1,-1-1,1 1,-1-1,1 1,-1-1,1 1,0-1,-1 0,1 1,0-1,-159 17,93-9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3:06.0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273 8,'-156'3,"154"-3,-1 0,1 0,-1 1,1-1,-1 0,1 1,-1 0,1-1,-1 1,1 0,0 0,0 1,-1-1,1 0,0 1,0-1,0 1,0 0,1 0,-1-1,0 1,1 0,-1 1,1-1,0 0,0 0,0 0,0 1,0-1,0 1,1-1,-1 1,1-1,-1 1,1-1,0 1,0-1,0 1,0-1,1 1,-1-1,1 1,0 1,5 6,1 1,1-1,-1 0,1-1,1 0,0 0,0-1,1 0,0 0,0-1,1-1,6 4,-7-4,28 18,-4-4,-2 1,0 2,-2 1,0 1,13 17,0 33,-42-72,0 0,0-1,-1 1,1 0,-1 0,0 0,0 0,0 0,0 0,0-1,-1 1,1 0,-1 0,0 0,0 0,0-1,0 1,0-1,0 1,-1 0,0-1,1 0,-1 1,0-1,0 0,0 0,-2 2,-8 2,0-1,1 0,-1-1,-1 0,1 0,-1-1,1-1,-1 0,0-1,0-1,0 0,0 0,1-1,-8-2,-59-7,111 3,-1 4</inkml:trace>
  <inkml:trace contextRef="#ctx0" brushRef="#br0" timeOffset="310.719">714 557,'-1'5,"-1"0,1 0,0 0,0 0,1 1,-1-1,1 0,1 0,-1 0,1 1,-1-1,1 0,1 0,-1 0,1 0,0 0,0-1,0 1,1 0,0-1,0 0,0 0,0 1,0-2,1 1,0 0,1 0,5 2,0-1,0-1,1 1,-1-2,1 1,0-1,0-1,0 0,0-1,0 0,1 0,-1-2,0 1,0-1,1-1,-1 0,0 0,0-1,-1-1,1 0,-1 0,0-1,0 0,0-1,-1 0,1-1,-1 0,-1 0,0-1,0 0,0 0,-1-1,0 0,-1 0,0-1,3-6,-7 9,0 0,0-1,-1 1,0 0,-1 0,1 0,-1-1,-1 1,1 0,-1 0,-1-1,1 1,-1 0,-1 0,1 1,-1-1,0 0,-1 1,1 0,-1-1,0 2,-1-1,0 0,0 1,0 0,0 0,-1 0,0 1,0 0,0 0,0 0,-1 1,1 0,-1 0,0 1,0 0,0 0,-5-1,-1 1,-1 1,1 0,0 1,0 0,0 1,0 0,0 1,0 0,0 1,0 1,1 0,0 1,0 0,0 1,0 0,1 1,0 0,-10 9,12-9,0 0,1 1,-1-1,2 2,-1-1,1 1,0 1,1-1,0 1,1 0,0 0,0 1,1-1,1 1,0 0,0 0,1 0,0 1,1-1,0 0,1 10,9 27</inkml:trace>
  <inkml:trace contextRef="#ctx0" brushRef="#br0" timeOffset="165865.158">433 62,'0'-2,"0"-4,0-2,-2-2,-3-2,-8 1,-10 2,-18 6,-20 11,1 6</inkml:trace>
  <inkml:trace contextRef="#ctx0" brushRef="#br0" timeOffset="167577.917">45 596,'-45'-17,"46"17,-1-1,1 0,-1 0,1 1,-1-1,1 0,0 1,-1-1,1 1,0-1,-1 1,1-1,0 1,0-1,-1 1,1 0,0-1,0 1,0 0,0 0,0 0,-1-1,1 1,0 0,0 0,0 0,0 0,0 1,0-1,-1 0,1 0,0 0,0 1,10-1,0 1,-1 0,1 1,0 0,-1 0,1 1,-1 1,0 0,0 0,0 1,-1 0,0 1,0 0,0 0,-1 1,1 1,4 7,-4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7:20.4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357 574,'-2'0,"-29"-8,0 0,0 3,-1 0,-28 1,53 4,0 0,-1 0,1 0,0 1,0 1,-1-1,1 1,0 0,1 1,-1 0,0 0,1 0,-1 1,1-1,0 2,0-1,1 1,-1 0,1 0,0 0,1 1,-1 0,-3 6,6-10,0 1,1 0,-1 0,0 0,1 0,0 1,0-1,0 0,0 0,1 1,-1-1,1 0,0 1,0-1,0 1,0-1,0 0,1 1,0-1,0 0,0 1,0-1,0 0,0 0,1 0,0 0,-1 0,1 0,0-1,1 1,-1 0,0-1,1 0,-1 0,1 1,0-1,0-1,1 2,8 0,-1 0,1-1,0 0,0 0,0-2,0 1,0-2,0 0,0 0,-1-1,1 0,0-1,-1 0,1-1,-1 0,0-1,-1-1,1 1,-1-2,0 1,0-1,2-3,2-2,1 0,-2-2,0 1,0-2,-1 1,-1-2,0 1,-2-2,1 1,-2-1,0-1,-2 1,4-14,2-12,-2-1,-3 1,-1-2,-2 1,-2-12,-11-74,9 128,1 0,-1 0,-1 0,1 0,0 0,0 0,-1 0,1 0,-1 0,0 0,0 0,0 0,0 0,0 0,0 0,0 1,0-1,-1 0,1 1,-1-1,1 1,-1 0,1-1,-1 1,0 0,0 0,0 0,1 0,-1 0,0 1,0-1,0 0,-1 1,1 0,0-1,0 1,0 0,0 0,0 0,0 0,0 1,0-1,0 1,0-1,0 1,0-1,0 1,-7 6,0 1,0 0,1 0,1 0,0 1,0 0,0 1,1-1,1 1,-1 1,2-1,0 1,0-1,0 3,-6 15,0 0,2 0,2 1,0 0,2 0,1 0,2 1,0-1,2 1,2-1,0 1,2-1,1 0,2-1,4 12,-9-31,1-1,-1-1,1 1,1 0,-1-1,1 0,1 0,-1 0,1-1,0 0,1 0,-1-1,1 1,0-1,1-1,-1 1,1-1,0-1,0 1,0-1,0-1,1 0,-1 0,1 0,-1-1,1 0,0-1,-1 0,1-1,-1 1,1-1,0-1,-1 0,4-1,-1-2,0-1,-1 0,0 0,0-1,-1 0,0-1,0 0,-1 0,0-1,0 0,-1-1,0 1,0-2,-2 1,1 0,-1-1,0 0,-1 0,-1-1,0 1,0-1,0-6,-4-38,1 55,-1 0,1 1,-1-1,0 0,1 1,-1-1,0 0,1 1,-1-1,0 1,0-1,1 1,-1-1,0 1,0 0,0-1,0 1,0 0,1 0,-1 0,0-1,0 1,0 0,0 0,0 0,0 1,0-1,0 0,0 0,0 0,1 1,-1-1,0 0,0 1,0-1,0 1,1-1,-1 1,0-1,1 1,-1 0,0-1,1 1,-1 0,1 0,-1-1,1 1,-1 0,1 0,-1 0,1-1,0 1,-1 0,1 0,-4 5,0 0,1 0,-1 0,1 0,0 0,1 1,-1-1,1 1,1 0,-1 0,1 0,1 0,-1-1,1 1,0 0,0 0,1 0,0 0,1 0,-1 0,1 0,0-1,1 1,0-1,0 0,0 0,1 0,-1 0,2 0,-1-1,1 1,3 3,51 36,5-7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7:20.6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82 616,'-2'16,"-1"13,0 10,3 3,2 0,2-3,3-9,1-8</inkml:trace>
  <inkml:trace contextRef="#ctx0" brushRef="#br0" timeOffset="714.092">1 247,'77'43,"-14"-8,-1 2,35 29,-80-53,0 1,-1 1,-1 0,0 2,-1-1,-1 2,0 0,-1 0,-1 1,6 15,-12-20,-1-1,0 1,-1-1,-1 1,0 0,0 0,-2 0,0 0,0 0,-1 0,-1 0,-1 0,-2 9,4-20,0-1,0 1,0-1,0 1,1-1,-1 1,1 0,0-1,0 1,0 0,0-1,0 1,0 0,1-1,-1 1,1-1,0 1,0 0,0-1,0 0,0 1,0-1,1 0,-1 1,1-1,-1 0,1 0,0 0,0-1,0 1,1 0,5 1,-1-1,1-1,0 1,0-1,0 0,0-1,0 0,1 0,-1-1,0 0,0-1,0 1,-1-1,1-1,0 0,-1 0,0 0,1-1,-1 0,-1 0,4-3,3-3,-1 0,0-1,0 0,-2-1,1 0,-1 0,-1-1,0-1,-1 1,-1-1,0-1,-1 1,1-5,-10 26,0 0,0 0,1 0,-1 1,2-1,-1 0,1 1,0 0,1-1,0 1,0-1,0 1,1-1,0 1,1-1,-1 1,2-1,-1 0,1 0,0 0,0 0,1 0,0-1,0 1,1-1,-1 0,1-1,1 1,3 3,-4-6,0-1,0 1,0-1,0 0,0 0,0-1,0 0,1 0,-1 0,1 0,-1-1,1 0,-1 0,0 0,1-1,-1 0,1 0,-1 0,0-1,0 1,0-1,0-1,0 1,1-1,3-3,0 0,-1 0,1-1,-1 0,-1 0,1-1,-2 0,1 0,-1-1,0 1,0-2,0-1,15-39,-3 0,-1-2,-3 0,-3 0,-1-1,-2-10,-7 61,9-56,-2-1,-3 1,-2-1,-3 0,-4-15,4 72,-11-47,11 48,0 0,0 0,0 1,0-1,0 0,-1 0,1 0,0 1,-1-1,1 0,0 0,-1 1,1-1,-1 0,1 1,-1-1,0 1,1-1,-1 0,0 1,1-1,-1 1,0 0,1-1,-1 1,0 0,0-1,0 1,1 0,-1 0,0 0,0-1,0 1,0 0,1 0,-1 0,0 1,0-1,0 0,1 0,-1 0,0 0,0 1,0-1,1 0,-1 1,0-1,0 1,1-1,-1 1,0-1,-6 9,-1-1,1 1,1 1,0-1,0 1,1 0,0 0,0 0,1 1,1 0,-1 3,2-9,-11 34,2 0,1 0,2 1,2 0,2 1,1-1,2 1,2 0,2-1,1 1,3-1,1 0,1-1,3 0,4 9,-9-30,1 0,1-1,0 0,1-1,1 0,0-1,2 0,-1 0,2-2,0 1,10 6,3-6,-6-9</inkml:trace>
  <inkml:trace contextRef="#ctx0" brushRef="#br0" timeOffset="962.939">957 247,'21'0,"23"3,22 7,17 7,6 7,-13 0</inkml:trace>
  <inkml:trace contextRef="#ctx0" brushRef="#br0" timeOffset="1645.687">1407 985,'15'-17,"-1"0,-1-1,0 0,-2-1,0-1,-1 0,-1 0,0-1,-2 0,-1 0,0-1,-2 0,0 0,-1 0,-2 0,0 0,-1-1,-4-20,-22-44,60 107,148 52,-10-6,-167-64,0 0,-1 0,1 0,0 1,-1 0,0-1,0 2,0-1,0 0,0 1,-1-1,1 1,-1 0,0 1,0-1,-1 0,1 1,-1-1,0 1,0 0,0 0,-1 0,0 0,0 0,0 0,0 4,-48 110,49-116,-1 0,1 1,0-1,0 0,0 0,0 0,0-1,0 1,1 0,-1-1,1 0,0 1,0-1,0 0,0 0,0-1,0 1,1-1,-1 1,0-1,1 0,-1-1,1 1,-1 0,1-1,0 0,-1 0,2 0,8 2,1 0,0-2,0 1,0-2,0 0,-1 0,1-2,0 1,-1-2,0 0,1 0,-2-1,1-1,0 0,-1-1,-1 0,1-1,8-8,-9 4,-13 15,-1 1,1-1,0 0,0 1,0-1,1 1,-1 0,1-1,0 1,0 0,0 0,1 0,-1 0,1 0,0 0,0 0,0 0,0 0,1 0,0 0,0 0,0-1,0 1,1 0,-1 0,1-1,0 1,1 0,1 0,0-1,1 0,0 0,0 0,0 0,0-1,0 0,0 0,1 0,-1-1,1 0,-1 0,1 0,0-1,-1 1,1-1,0-1,-1 1,1-1,-1 0,1 0,-1-1,1 0,-1 0,0 0,0 0,0-1,0 0,0 0,0 0,-1 0,0-1,0 0,0 0,0 0,2-4,-1 0,0 0,-1 0,0-1,-1 1,0-1,0 0,-1 0,0 0,-1 0,0 0,0 0,-1 0,0-1,-1 1,0 0,0 0,-1 0,0 0,-1-1,2 7,0 0,0 0,-1 0,0 0,1 0,-1 0,0 0,0 1,-1-1,1 1,-1-1,1 1,-1 0,0 0,1 0,-1 0,0 1,0-1,0 1,-1 0,1 0,0 0,0 0,-1 0,1 1,-1-1,1 1,0 0,-3 1,-2-1,0 1,0 1,0-1,0 1,0 1,1 0,-1 0,1 0,0 1,0 0,0 0,0 1,-1 1,1 0,1 0,-1 1,1 0,0 0,0 1,1-1,0 1,1 0,-1 0,2 1,-1 0,1-1,0 1,1 1,0-5,2 0,-1 0,0 0,1 0,0 0,0-1,0 1,1 0,-1 0,1 0,1 0,-1 0,1-1,-1 1,1-1,0 1,1-1,-1 0,1 1,0-1,0-1,0 1,1 0,-1-1,1 0,0 0,0 0,4 2,30 13,0-7</inkml:trace>
  <inkml:trace contextRef="#ctx0" brushRef="#br0" timeOffset="1896.53">2691 370,'-21'-9,"-16"-4,-7 1,0 3,8 7,9 11,12 13,15 15,8 1</inkml:trace>
  <inkml:trace contextRef="#ctx0" brushRef="#br0" timeOffset="2462.625">2691 985,'15'-11,"-1"-1,0 0,0-1,-1-1,-1 0,0 0,-1-1,-1-1,0 0,-1 0,-1-1,-1 0,0-1,-1 1,-1-1,-1-1,0 1,-1 0,-1-1,-1 0,-1 1,0-1,-2 0,-3-17,5 31,0 0,0 0,-1 0,1 0,-1 0,0 0,-1 0,0 1,1-1,-1 1,-1-1,1 1,-1-1,1 1,-1 0,0 0,-1 1,1-1,-1 1,1-1,-1 1,0 0,0 1,-1-1,1 1,-1 0,1 0,-1 0,-1 0,4 2,0 0,0 1,0-1,0 1,0-1,0 1,0 0,0 0,0 0,1 0,-1 0,0 0,1 1,-1-1,1 1,-1-1,1 1,0-1,-1 1,1 0,0-1,0 1,0 0,0 0,1 0,-1 0,1 0,-1 0,1 0,-1 0,1 0,0 0,0 0,0 0,0 0,1 0,-1 0,0 0,1 0,-1 0,1 0,0 0,0 0,0 0,0 0,0-1,0 1,0 0,0-1,1 1,-1-1,1 1,10 12,1 0,1-1,0 0,0-1,1-1,1 0,0-1,0-1,1 0,0-2,1 0,0 0,0-2,0 0,16 1,1 5,-33-11,0 0,-1 0,1 0,0 0,0 1,0-1,0 1,0 0,-1-1,1 1,0 0,-1 0,1 0,0 0,-1 1,1-1,-1 0,0 0,1 1,-1-1,0 1,0 0,0-1,0 1,0 0,0-1,-1 1,1 0,0 0,-1 0,0-1,1 1,-1 0,0 0,0 0,0 0,0 0,0 2,-3 2,1 1,0 0,1 0,-1 0,1 0,1 1,-1-1,1 0,1 0,-1 0,1 0,0 0,1 0,0 0,0 0,0 0,1 0,0-1,0 1,1-1,0 0,0 0,4 5,1-4,1 0,-1 0,1-1,0 0,0-1,1 0,0 0,0-1,0-1,0 0,1 0,-1-1,1 0,-1-1,1-1,0 0,0 0,-1-1,1-1,-1 0,1 0,1-2,-7 2,1 0,-1-1,0 0,1 0,-2 0,1 0,0-1,-1 0,1-1,-1 1,0-1,-1 0,1 0,-1 0,0-1,0 1,-1-1,3-5,-7 11,1 0,-1-1,1 1,-1 0,1-1,-1 1,1 0,-1 0,1 0,-1-1,0 1,1 0,-1 0,1 0,-1 0,1 0,-1 0,0 0,1 0,-1 0,1 1,-1-1,1 0,-1 0,0 0,1 1,-1-1,1 0,-1 1,1-1,0 0,-1 1,1-1,-1 0,1 1,0-1,-1 1,1-1,0 1,-1-1,1 1,0-1,0 1,-1-1,1 1,0 0,0-1,0 1,0-1,0 1,-6 6,1 1,0-1,0 1,1 0,0 0,1 0,0 1,0-1,0 1,1 0,1 0,-1 0,1 0,1 0,0 0,0 0,1 0,0 4,1-10,-1-1,0 1,1 0,0-1,-1 1,1-1,0 1,0-1,0 0,1 0,-1 0,0 0,1 0,0-1,-1 1,1-1,0 1,0-1,-1 0,1 0,0 0,0-1,2 1,21 3</inkml:trace>
  <inkml:trace contextRef="#ctx0" brushRef="#br0" timeOffset="2713.955">3702 425,'-10'2,"0"-6,1-2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7:16.6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1 632,'16'19,"0"0,-1 0,-1 2,0 0,-2 0,0 1,-2 1,-1 0,0 0,-2 1,0 0,-2 0,-1 1,0 3,6 22,-9-50,0 0,0 1,0-1,0 0,0 0,0 1,0-1,0 0,0 0,0 0,0 0,0 0,0-1,0 1,0 0,0 0,0-1,0 1,0-1,0 1,0-1,0 1,0-1,0 0,0 1,-1-1,1 0,0 1,0-1,-1 0,1 0,0 0,-1 0,1 0,-1 0,0 0,1 0,-1 0,0 0,1 0,-1-1,2 0,135-235,-136 236,14-22,-15 24,0-1,0 0,0 0,0 1,0-1,0 0,0 1,0-1,0 0,1 0,-1 1,0-1,0 0,0 1,0-1,0 0,0 0,1 1,-1-1,0 0,0 0,0 0,1 1,-1-1,0 0,0 0,0 0,1 0,-1 1,0-1,1 0,-1 0,0 0,0 0,1 0,-1 0,0 0,0 0,1 0,-1 0,0 0,1 0,-1 0,0 0,0 0,1 0,-1 0,0 0,1 0,-1-1,0 1,0 0,1 0,-1 0,0 0,0 0,0-1,1 1,-1 0,0 0,0-1,0 1,1 0,-1 0,0-1,0 1,-2 66,1-59,-1-1,1 1,0 0,0 0,1 0,0-1,1 1,-1 0,1 0,0 0,1-1,0 1,0-1,0 1,1-1,0 0,0 0,0 0,1 0,0 0,0-1,1 0,4 5,0-5,1-1,0-1,0 0,0 0,0-1,0 0,1 0,-1-1,0-1,1 0,-1 0,1-1,-1-1,0 1,0-2,0 1,0-1,0-1,0 0,-1 0,0-1,1 0,-2-1,1 0,-1 0,0-1,0 0,4-5,-6 5,-1 1,0-1,0 0,0-1,-1 1,0-1,-1 0,0 0,0 0,0 0,-1-1,0 1,-1-1,0 1,-1-1,1 0,-1 1,-1-6,1 14,0-1,0 0,0 1,0-1,0 1,0-1,0 1,0-1,0 1,0-1,0 1,0-1,0 0,0 1,-1-1,1 1,0-1,0 1,-1-1,1 1,0 0,0-1,-1 1,1-1,-1 1,1-1,0 1,-1 0,1-1,-1 1,1 0,-1 0,1-1,-1 1,1 0,-1 0,1 0,-1 0,1-1,-1 1,1 0,-1 0,0 0,1 0,-1 0,1 0,-1 1,1-1,-1 0,-17 25,15-18,1-1,-1 1,1 0,0 0,0 0,1 0,0 0,0 0,1 0,0 0,0 1,1-1,0 0,0 0,0 0,1 0,0 0,1 0,-1-1,1 1,1-1,-1 1,1-1,0 0,1-1,-1 1,1-1,0 0,3 2,1 0,1-1,0 0,0 0,0-1,1-1,-1 0,1 0,0-1,0-1,1 1,-1-2,1 0,-1 0,1-1,-1 0,0-1,1 0,-1-1,0-1,1 1,-1-2,-1 0,1 0,0-1,-1 0,4-3,-6-1,-1 1,0-1,-1-1,0 1,0-1,-1 0,0 0,-1-1,0 0,-1 1,0-1,0 0,-2-1,1 1,-1 0,-1 0,0-1,-1 1,0 0,-1-3,-6-31,-5 60,10-3,0-1,1 1,0-1,1 1,0 0,0-1,2 1,-1 0,2 0,-1-1,2 1,-1-1,2 1,-1-1,2 0,-1 0,2-1,-1 0,1 1,1-2,0 1,0-1,1 0,0-1,0 1,1-2,3 3,25 9,-2-6</inkml:trace>
  <inkml:trace contextRef="#ctx0" brushRef="#br0" timeOffset="914.358">1530 659,'-4'8,"-1"-1,2 1,-1 0,1 1,0-1,0 1,1-1,0 1,1 0,0-1,0 1,1 0,0 0,1 0,0 0,0-1,1 1,0 0,0-1,1 1,0-1,1 0,0 0,0 0,1-1,0 1,0-1,0 0,1 0,1 0,3 1,0-1,0 0,1-1,0 0,0-1,0 0,1 0,0-2,0 1,0-1,6 0,-11-2,-1 0,1 0,-1-1,1 0,0 0,-1 0,1-1,0 0,-1 0,0-1,1 0,-1 0,0 0,0-1,0 0,0 0,0-1,-1 1,1-1,-1 0,0-1,0 0,1-4,-1 0,-1 0,1-1,-1 1,-1-1,0 0,0 0,-1-1,0 1,-1 0,0-1,-1 1,0-1,-1-8,-1-2,2 21,0 1,0-1,0 0,-1 0,1 0,0 0,0 1,0-1,0 0,0 0,-1 0,1 0,0 0,0 0,0 0,-1 1,1-1,0 0,0 0,0 0,-1 0,1 0,0 0,0 0,0 0,-1 0,1 0,0 0,0 0,-1 0,1 0,0 0,0-1,0 1,-1 0,1 0,0 0,0 0,0 0,0 0,-1 0,1-1,0 1,0 0,0 0,0 0,0 0,-1-1,1 1,0 0,0 0,0 0,0-1,0 1,0 0,0 0,0 0,0-1,0 1,0 0,0 0,-4 9,1 0,0 0,0 1,1-1,1 1,0 0,0 0,0 0,1-1,1 7,-1-11,0 0,0 0,1 0,-1 0,1 0,0 0,1 0,-1 0,1-1,0 1,0 0,0-1,0 0,1 1,0-1,0 0,0 0,1-1,-1 1,1-1,0 1,0-1,0 0,0-1,0 1,1-1,-1 1,1-2,0 1,0 0,8-1,-1 0,1-1,0 0,-1-1,1-1,0 0,-1 0,0-1,0-1,0 0,0-1,0 0,-1-1,0 0,0-1,-1 0,0 0,0-1,0-1,-1 1,0-2,-1 1,0-1,-1-1,4-6,-7 11,-1 1,0 0,0-1,-1 1,1-1,-1 0,-1 0,1 0,-1 0,0 0,0 0,0-4,-2 8,1 1,-1 0,1 0,-1 1,1-1,-1 0,1 0,-1 0,0 0,1 0,-1 0,0 1,0-1,0 0,1 1,-1-1,0 1,0-1,0 1,0-1,0 1,0-1,0 1,0 0,0 0,-1 0,1-1,0 1,0 0,0 0,0 1,0-1,0 0,0 0,0 0,0 1,0-1,0 0,0 1,0-1,0 1,0 0,0-1,0 1,0-1,1 1,-1 0,0 0,0 0,1-1,-1 1,0 0,1 0,-1 0,1 0,-1 1,-2 1,0 1,0 0,0 0,0 0,1 0,-1 1,1-1,0 1,1-1,-1 1,1 0,0-1,0 1,0 0,1 0,0 0,0 0,0 0,0 0,1 0,0-1,0 1,0 0,0 0,1-1,0 1,0-1,0 1,1-1,-1 0,1 0,0 0,0 0,1 0,1 1,9 3,0-1,0 0,1-1,0 0,0-1,0-1,1-1,-1 0,1-1,0 0,0-2,7 0,8 3,1-1,0-2,-1-1,1-1,-1-2,0-1,0-2,21-7,-6-16,-45 29,0 1,0-1,-1 0,1 0,0 1,0-1,-1 0,1 0,0 0,-1 0,1 0,-1 0,1 0,-1 0,0 0,1 0,-1 0,0 0,0 0,0 0,1-1,-1 1,0 0,-1 0,1 0,0 0,0 0,0 0,-1 0,1 0,0 0,-1 0,1 0,-1 0,0 0,1 0,-1 0,0 0,1 0,-1 0,0 1,0-1,0 0,0 0,0 0,1 1,-1-1,0 0,0 1,1-1,-1 0,0 1,0-1,0 1,1 0,-1-1,0 1,0 0,0-1,0 1,0 0,0 0,0 0,0 0,0 0,0 0,0 0,0 0,1 0,-1 0,0 0,0 1,0-1,0 0,0 1,0-1,0 1,1-1,-1 1,0-1,0 1,1-1,-1 1,0 0,1-1,-1 1,0 0,1 0,-1 0,1-1,0 1,-1 0,-1 47,5-41,1 1,0-1,1 0,-1 0,1-1,1 0,-1 0,1 0,0 0,0-1,1 0,-1 0,1-1,0 1,1-2,-1 1,1-1,0 0,-1-1,1 1,0-2,0 1,8 0,-9-1,0 0,-1-1,1 1,0-1,0 0,-1-1,1 0,0 0,0-1,-1 1,1-1,-1-1,0 1,0-1,0 0,0-1,0 1,0-1,-1 0,0 0,0-1,0 0,0 0,-1 0,0 0,0-1,0 0,-1 0,0 0,0 1,-1-1,0 0,-1 0,1 0,-1 0,-1 0,1-1,-1 1,0 0,0 0,-1 0,0 0,0 0,0-1,-1 2,0-1,0 0,0 0,-1 0,0 1,0 0,0-1,-1 1,1 1,-1-1,-1 0,1 1,-1 0,1 0,-1 0,0 0,-1 1,1 0,-1 0,1 1,-1-1,0 1,0 0,0 1,0 0,0-1,0 2,0-1,0 1,-6 0,4 3,-1 0,1 0,0 1,0 0,0 0,0 1,1 0,0 0,0 1,0 0,0 0,1 0,0 1,1 0,0 0,0 1,0 0,1-1,0 2,0-1,1 0,0 1,1-1,0 1,0 0,0 6,2-10,-1-1,2 0,-1 0,0 0,1 0,0 0,0 0,0 0,0 0,1 0,-1 0,1 0,0-1,1 1,0 1,17 18</inkml:trace>
  <inkml:trace contextRef="#ctx0" brushRef="#br0" timeOffset="1167.678">3142 304,'-14'-5,"-12"-1,-8 0,-3 6,3 8,6 9,9 8,12 8,7-2</inkml:trace>
  <inkml:trace contextRef="#ctx0" brushRef="#br0" timeOffset="1329.254">3196 891,'21'5,"16"1,9-3,3-3,-1-3,-10 0</inkml:trace>
  <inkml:trace contextRef="#ctx0" brushRef="#br0" timeOffset="2865.824">3442 795,'-5'-13,"0"0,1-1,0 0,1 0,1 0,0 0,1-1,0 1,1 0,1 0,2-12,-2 23,-1 1,0 0,0 0,0 0,0 0,0 0,0 0,1 0,-1 0,1 0,0 1,-1-1,1 0,0 0,0 1,0-1,0 1,1-1,-1 1,0-1,1 1,-1 0,1-1,-1 1,1 0,-1 0,1 0,0 0,-1 0,1 1,0-1,0 0,0 1,0 0,0-1,0 1,-1 0,1 0,0 0,0 0,0 0,0 1,134 50,-87-31,0 2,-1 3,39 27,-83-50,-1 0,1 0,-1 1,1-1,-1 1,0 0,0 0,0 0,0 0,-1 1,1-1,-1 1,0 0,0 0,0-1,0 1,-1 0,0 0,0 1,0-1,0 0,0 0,-1 0,0 1,0-1,0 0,-1 1,1-1,-1 0,-1 4,-12 28,10-29,1 0,0 1,0-1,1 1,0-1,0 1,1 0,0 0,1 0,-1 7,2-13,-1 0,1 0,-1-1,1 1,0 0,-1 0,1-1,0 1,0-1,0 1,1-1,-1 1,0-1,0 0,1 1,-1-1,1 0,-1 0,1 0,0 0,-1 0,1 0,0-1,-1 1,1-1,0 1,0-1,0 0,0 1,0-1,-1 0,1 0,0 0,1-1,65-13,-56 7,-1-1,0 0,0 0,-1-1,0-1,-1 0,0 0,0 0,-1-1,-1-1,0 1,0-1,-1 0,0-1,-1 0,-1 0,0 0,2-12,-3 6,-4 19,1 0,-1 0,0 0,0 0,1 0,-1 0,0 0,0 0,0 0,1 0,-1 0,0 1,0-1,1 0,-1 0,0 1,1-1,-1 1,0-1,1 1,-1-1,1 1,-1-1,1 1,-1-1,1 1,-1 0,1-1,-1 1,1 0,0-1,-1 1,1 0,0 0,0-1,-1 1,1 0,0 0,0-1,0 2,-4 4,0 0,1 1,0 0,0 0,0 0,1 0,0 0,1 0,-1 0,1 1,1-1,-1 0,1 1,1-1,-1 1,1-1,1 0,-1 0,1 1,0-1,1 0,0 0,0-1,0 1,1-1,0 0,0 1,1-2,0 1,0 0,0-1,0 0,4 2,5 0,0-1,0 0,0-1,1 0,0-1,0-1,0 0,0-1,1-1,-1 0,0-1,1-1,-1-1,0 0,0 0,0-2,0 0,0-1,-1 0,0-1,0 0,0-2,5-3,-8 3,0-1,0 0,-1-1,0 0,-1 0,0-1,-1-1,0 1,-1-1,0-1,0 1,-2-1,0 0,0 0,-1-1,-1 0,0 1,-1-1,1-8,-8-32,5 53,0 0,0 0,0 0,0 1,0-1,0 0,-1 0,1 0,0 0,-1 0,1 1,-1-1,1 0,-1 0,1 1,-1-1,1 0,-1 1,0-1,1 0,-1 1,0-1,1 1,-1-1,0 1,0-1,0 1,0 0,1 0,-1-1,0 1,0 0,0 0,0 0,0 0,0 0,0 0,0 0,1 0,-1 0,0 0,0 0,0 1,0-1,0 0,0 1,1-1,-1 1,0-1,0 1,1-1,-1 1,0 0,-5 5,1 0,0 1,0 0,0 0,1 0,0 0,0 1,1 0,0 0,0 0,1 0,0 0,0 0,1 1,0-1,1 1,0 6,0-4,1 0,0 0,1 0,0 0,1-1,0 1,1-1,0 1,0-1,1-1,0 1,1-1,0 1,1-2,0 1,0-1,1 0,0 0,0-1,3 1,1 2,1-1,1-1,-1 0,1-1,1 0,-1-1,1-1,0 0,0-1,1-1,-1 0,1-1,14 0,-21-3,0 1,0-1,0-1,0 0,0 0,-1-1,1 0,-1 0,1-1,-1 0,0 0,0-1,-1 0,1-1,-1 0,-1 0,1 0,-1-1,0 0,0 0,-1 0,2-3,8-15,-1-1,-1-1,-1 0,-1-1,-1 0,0-9,14-57,-4-1,-4-1,-5-1,-1-88,-9 168,0-1,-1 1,-1 0,0-1,-2 1,0 0,-1 0,0 0,-1 1,-6-13,9 26,0 0,0 0,0 0,0 1,-1-1,1 0,-1 1,1-1,-1 1,0 0,0 0,0 0,0 0,0 1,-1-1,1 1,0 0,-1 0,1 0,-1 0,1 1,-1-1,1 1,-1 0,1 0,-1 0,0 1,1-1,-1 1,1 0,0 0,-1 0,1 0,0 1,-1-1,1 1,0 0,0 0,0 0,0 0,1 0,-1 1,-11 12,1 0,0 1,1 1,1 0,0 0,2 1,0 1,1-1,0 2,2-1,0 1,1-1,2 1,0 1,1-1,0 20,-1-5,2 1,1-1,2 1,1 0,2-1,1 0,2 0,2-1,0 0,3 0,1-1,1-1,1-1,10 12,-22-35,0-1,1 0,0 1,1-2,-1 1,1 0,0-1,1 0,0-1,0 0,0 0,0 0,1-1,0 0,0 0,0-1,0 0,0 0,1-1,-1 0,1-1,0 0,-1 0,1-1,0 0,0 0,-1-1,1 0,0-1,-1 0,1 0,-1-1,0 0,1-3,0-1,-1 0,0-1,-1 1,1-2,-1 1,-1-1,0 0,0 0,-1 0,0-1,0 0,-1 0,-1 0,0-1,0 1,-1-1,0-2,-5-22,-19 63,18-18,0 0,1-1,0 1,1 1,0-1,1 0,0 1,0-1,1 0,0 1,2 9,-1-16,0 1,0 0,0 0,1 0,0-1,0 1,0-1,0 1,0-1,1 0,0 0,0 0,0 0,1 0,-1-1,1 0,0 1,0-1,0-1,0 1,0-1,1 1,-1-1,1 0,3 1,3-2,-1 0,0-1,1 0,-1 0,1-1,-1 0,0-1,0 0,0-1,0 0,0 0,0-1,-1 0,0-1,0 0,0-1,0 0,-1 0,0-1,0 1,-1-2,0 1,0-1,-1 0,0-1,0 0,-1 0,0 0,-1 0,2-6,-2-4,-4 19,0 0,-1 0,1 1,0-1,0 0,0 0,0 0,0 0,0 0,-1 1,1-1,0 0,0 0,0 0,0 0,-1 0,1 0,0 0,0 0,0 0,-1 1,1-1,0 0,0 0,0 0,-1 0,1 0,0 0,0 0,0 0,-1-1,1 1,0 0,0 0,0 0,-1 0,1 0,0 0,0 0,0 0,0 0,-1-1,1 1,0 0,0 0,0 0,0 0,0 0,0-1,-1 1,1 0,0 0,0 0,0-1,0 1,0 0,0 0,0 0,0-1,0 1,-3 5,0-1,0 1,0-1,1 1,0 0,0 0,0 0,1 1,0-1,0 0,0 0,0 1,1-1,0 1,0-1,0 0,1 1,0-1,0 0,0 0,1 1,0-1,0 0,0 0,0-1,2 3,3-1,-1-1,1-1,0 1,0-1,1-1,0 1,-1-1,1-1,0 1,0-1,0-1,0 1,1-1,-1-1,0 1,1-2,-1 1,0-1,7-2,1 0,0 0,0-2,-1 0,0 0,0-2,-1 0,1-1,-2 0,1-1,-1 0,0-1,-1-1,0 0,1-2,-2 8,-15 22,0-6,1 2,0-1,0 1,2 0,-1 0,2 1,-1-1,2 6,0-15,-1 1,1-1,0 0,1 0,-1 1,1-1,0 0,0 0,0 0,0-1,1 1,-1 0,1-1,0 0,0 1,0-1,1 0,-1-1,1 1,-1-1,1 1,0-1,0 0,0 0,4 0,0 1,1-1,-1 0,0 0,1-1,-1 0,1-1,-1 0,1 0,-1-1,1 0,-1 0,6-2,26-8</inkml:trace>
  <inkml:trace contextRef="#ctx0" brushRef="#br0" timeOffset="3117.145">6200 632,'19'14,"6"4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7:13.8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70 253,'-6'95,"-3"0,-4 0,-12 32,22-110,-4 12,7-29,0 0,0 0,0 0,-1 0,1 0,0 0,0 0,-1 0,1 0,0 0,0 0,-1 0,1 0,0 0,0 0,-1 0,1 0,0 0,0 0,-1 0,1 0,0 0,0 0,0 1,-1-1,1 0,7-222,0-219,-12 393,2 51,0 18,1 1,1 0,1 0,0 0,3 9,16 79,-18-106,0 1,1-1,0 0,-1 0,2 0,-1 0,0 0,1 0,0-1,0 1,0-1,0 0,0 0,1 0,-1 0,1 0,0-1,0 0,0 1,0-1,0-1,0 1,1-1,2-1,0-1,0 0,-1 0,1-1,0 0,-1 0,1-1,-1 0,0 0,1 0,-1-1,-1 0,1 0,-1 0,1-1,-1 0,-1 0,1 0,-1 0,0-1,0 0,0 0,-1 0,1-2,12-19,-1 0,-1 0,-2-2,-1 0,-1 0,0-3,-8 15,-10 33,-4 21,1-1,2 2,2-1,1 1,2 0,2 0,1 1,4 27,-2-48,1 1,1-1,0 1,2-1,0 0,1-1,1 1,3 4,-6-14,1 0,-1 0,2-1,-1 0,1 0,0-1,0 1,1-1,0-1,0 1,0-1,1 0,-1-1,1 0,0 0,1 0,-1-1,2 0,-1-1,0 0,0 0,1 0,-1-1,0-1,0 0,1 0,-1-1,0 0,0 0,0-1,1 0,-2-1,1 0,0-1,-1 1,1-2,-1 1,0-1,-1 0,1-1,-1 0,0 0,0 0,-1-1,0 0,5-7,-23 76,12-58,0 0,0-1,0 1,1-1,0 1,-1-1,1 1,1-1,-1 0,0 1,1-1,0 0,0 0,0 0,0 0,0 0,0-1,1 1,0-1,-1 1,1-1,0 0,0 0,0 0,0-1,0 1,1-1,-1 1,0-1,1 0,-1 0,3 0,3 1,0 0,0-1,1 0,-1 0,0-1,1 0,-1 0,0-1,1-1,-1 1,0-1,2-2,-6 3,-1-1,0 0,0 0,0-1,0 1,0-1,0 0,-1 0,1 0,-1 0,0 0,0-1,0 0,-1 0,1 1,-1-2,0 1,0 0,0 0,0-1,-1 1,0 0,0-1,0 0,0 1,-1-1,0 1,0-1,0 0,-1 1,1-3,-1 0,-1 0,1 0,-1 0,0 0,-1 0,0 0,0 1,0-1,-1 1,0 0,0 0,0 0,-1 1,0 0,0-1,-1 2,1-1,-1 0,-5-2,6 4,-1 0,0 0,1 1,-1-1,0 2,0-1,0 0,0 1,0 0,0 1,-1-1,1 1,0 0,0 1,0 0,0 0,-1 0,1 0,0 1,1 0,-1 1,0-1,1 1,-1 0,1 0,0 1,0-1,0 1,0 1,1-1,0 0,0 1,0 0,0 0,1 0,0 1,0-1,0 1,0-1,1 1,0 0,1 0,-1 0,1 0,0 0,1 0,-1 2,2-3,0 0,0 0,0 0,1 0,0 0,0-1,0 1,0 0,1-1,0 1,0-1,0 0,0 0,1 0,-1-1,1 1,0-1,0 0,0 0,1 0,-1 0,1-1,0 0,-1 0,1 0,0 0,5 0,30 10</inkml:trace>
  <inkml:trace contextRef="#ctx0" brushRef="#br0" timeOffset="248.373">1094 130,'-17'-5,"-11"-1,-11 0,-6 6,0 7,6 10,9 7,10 8,13 8,14 6,13 3,4-7</inkml:trace>
  <inkml:trace contextRef="#ctx0" brushRef="#br0" timeOffset="794.914">1107 690,'6'17,"28"61,-33-77,1 1,-1 0,1 0,-1-1,1 1,0-1,0 1,0-1,0 0,0 0,0 1,0-2,1 1,-1 0,0 0,0-1,1 1,-1-1,0 0,1 1,-1-1,1 0,-1-1,0 1,1 0,-1-1,0 1,0-1,1 0,-1 0,0 0,0 0,1 0,4-3,0 0,0-1,-1 0,1 1,-1-2,-1 1,1-1,-1 0,0 0,0-1,-1 1,0-1,0 0,0 0,-1 0,1-5,27-127,-28 126,-2-1,0 1,0-1,-1 0,-1 1,0-1,-1 0,0 1,-1 0,-1-1,-1-2,5 15,-1 0,1 0,-1 0,1 0,-1 0,1 0,-1 1,1-1,-1 0,0 0,0 0,1 0,-1 1,0-1,0 0,0 1,0-1,0 1,0-1,0 1,0-1,0 1,0 0,0-1,0 1,0 0,0 0,0 0,-1 0,1 0,0 0,0 0,0 0,0 0,0 1,0-1,0 0,0 1,0-1,0 1,0-1,0 1,0-1,0 1,0 0,0-1,1 1,-2 0,-31 45,32-43,-1 0,0 0,1 0,-1 0,1 0,0 1,0-1,0 1,0-1,1 1,0-1,-1 1,1-1,0 1,1-1,-1 1,1-1,-1 1,1-1,0 0,0 1,1-1,-1 0,1 0,-1 0,1 0,0 0,0 0,1 0,-1 0,0-1,1 1,10 3,-1-1,2 0,-1-1,0 0,1-1,0 0,-1-1,1-1,0 0,0-1,0 0,10-2,-17 2,204-7,-208 7,1 0,-1 1,0-1,0 0,0 1,0 0,0-1,0 1,0 1,0-1,0 0,-1 1,1-1,0 1,-1 0,1 0,-1 0,0 0,0 0,1 1,-1-1,-1 1,1-1,0 1,-1 0,1-1,-1 1,0 0,0 0,0 0,0 0,-1 0,1 1,4 50,11 49,-14-98,0-1,0 0,0 1,0-1,1 0,-1 0,1-1,0 1,0-1,1 1,-1-1,1 0,-1 0,1 0,0-1,0 1,0-1,1 0,-1 0,5 1,-2-1,0-1,0 0,0 0,0 0,0-1,0 0,0 0,0-1,0 0,0 0,0-1,0 0,0 0,-1 0,1-1,-1 0,0 0,0-1,0 0,0 0,0 0,1-2,5-5,0 0,0-1,-1 0,-1-1,0 0,-1-1,0 0,-2-1,2-2,27-96,-35 96,-14 29,7-1,2 0,-1 0,1 1,1-1,0 1,1 0,0 0,1 0,0 0,1 0,0 0,1 0,0 0,1 0,1 0,0 0,0 0,1-1,3 7,-4-14,0-1,0 1,0-1,0 1,0-1,1 0,-1 0,1 0,0-1,0 1,0-1,0 0,1 0,-1 0,1-1,-1 0,1 1,-1-2,2 1,21 2</inkml:trace>
  <inkml:trace contextRef="#ctx0" brushRef="#br0" timeOffset="1046.241">2214 171,'0'21,"9"16,3 2</inkml:trace>
  <inkml:trace contextRef="#ctx0" brushRef="#br0" timeOffset="1881.081">2527 854,'13'-27,"-2"-1,-2 0,0-1,-2 0,-1 0,-1 0,-2-1,-1 0,-1 1,-1-1,-3-10,2 34,1 1,-1 0,-1 0,1-1,-1 1,0 0,0 1,0-1,-1 0,0 0,0 1,0 0,0 0,-3-3,33 29,-2-10,1-2,1-1,-1-2,1 0,9 0,52 14,-78-20,-1 1,1 0,-1 0,0 1,0 0,0 1,0 0,-1 1,1-1,-1 2,0-1,-1 1,1 0,-1 1,0-1,-1 1,0 1,0-1,0 1,-1 0,0 1,-1-1,0 1,0 0,2 8,-2 108,-2-122,-1 0,0 0,1 0,0 0,-1 0,1 0,0 0,1 0,-1-1,0 1,1-1,0 0,-1 0,1 0,0 0,0 0,0-1,0 1,0-1,0 0,1 1,-1-2,0 1,3 0,85 4,-70-7,0 0,-1-2,1 0,-1-2,0 0,0-1,15-8,-25 10,-1 1,0-2,0 1,0-1,-1 0,0-1,0 0,0-1,-1 1,-1-1,1 0,-1-1,0 0,-1 0,0 0,2-7,-6 13,1 0,-1 0,0-1,0 1,0-1,0 1,-1 0,1-1,-1 0,0 1,0-1,0 1,-1-1,1 1,-1-1,0 1,0 0,0-1,0 1,0 0,-1 0,0-1,1 1,-1 0,-1 1,1-1,0 0,0 1,-1-1,0 1,1 0,-1-1,0 2,0-1,0 0,0 0,-1 1,1 0,0 0,-1 0,1 0,-1 0,1 0,-1 1,1 0,-1 0,1 0,-4 0,2 1,0 0,0 1,0-1,0 1,0 0,1 0,-1 1,1 0,0-1,-1 1,1 0,0 1,1-1,-1 1,0 0,1 0,0 0,0 0,0 1,1-1,0 1,-1-1,2 1,-1 0,0 0,1 0,0 0,0 0,0 0,1 0,0 1,0-1,0 0,1 0,-1 0,1 0,1 0,-1 0,0 0,1 0,0 0,1-1,-1 1,1-1,2 4,10 4,1 0,0-2,0 0,1-1,1 0,-1-1,1-1,1-1,-1-1,1 0,0-2,0 0,10 0,27 6,1-3,0-2,0-2,0-3,0-3,-1-2,32-8,-80 14,0-1,0-1,-1 1,1-1,0-1,-1 1,0-1,1-1,-1 1,-1-1,1-1,0 1,-1-1,0 0,0 0,0-1,-1 0,0 0,0 0,0-1,-1 1,0-1,0 0,-1 0,0-1,0 1,-1-2,-1 2,-2-1,1 0,-1 0,0 1,-1-1,0 1,0-1,-1 1,0 0,0 0,0 0,-1 0,0 1,-1-1,1 1,-1 0,0 0,-1 1,1 0,-5-4,6 6,-1-1,1 1,-1-1,0 1,0 1,0-1,0 1,0-1,-1 2,1-1,-1 0,1 1,-1 0,0 1,1-1,-1 1,0 0,1 0,-1 1,0 0,1 0,-1 0,1 1,-1-1,1 1,0 1,0-1,-1 1,-3 3,1 1,0 0,0 0,1 0,0 1,0 1,1-1,0 1,0 0,1 0,0 0,1 1,0 0,1 0,-1 0,2 0,0 0,0 1,1-1,0 1,1-1,0 1,0 0,2 7,-1-14,0 0,0 0,0 0,1-1,0 1,-1 0,1-1,0 1,0-1,1 0,-1 0,1 0,0 0,0 0,0 0,0-1,0 1,0-1,1 0,-1 0,1 0,0-1,-1 1,1-1,0 0,0 0,0 0,0 0,0-1,0 0,0 1,0-1,0-1,0 1,0-1,0 0,0 1,0-2,-1 1,3-1,7-4,0 0,-1-1,0-1,0 0,-1 0,0-1,0-1,-1 0,-1 0,1-1,-2 0,0 0,0-1,-1 0,0-1,-1 0,0 0,0-2,3-34,-10 48,1 1,-1 0,1-1,-1 1,1 0,-1 0,0 0,1-1,-1 1,1 0,-1 0,1 0,-1 0,1 0,-1 0,0 0,1 0,-1 0,1 0,-1 0,1 0,-1 1,0-1,1 0,-1 0,1 1,-1-1,1 0,0 1,-1-1,1 0,-1 1,1-1,-1 1,1-1,0 0,-1 1,1-1,0 1,0-1,-1 1,1-1,0 1,0 0,0-1,-4 4,1-1,0 1,1 0,-1-1,1 1,-1 0,1 0,1 1,-1-1,0 0,1 1,0-1,0 1,0-1,1 1,0 0,-1-1,1 1,1-1,-1 1,1 0,0-1,0 1,0-1,1 0,-1 1,1-1,0 0,2 2,3 2,1 0,0 0,0-1,1 0,0-1,0 0,1 0,-1-1,1 0,8 2,51 21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7:10.7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493 1</inkml:trace>
  <inkml:trace contextRef="#ctx0" brushRef="#br0" timeOffset="523.224">453 396,'0'-2,"2"-1,9 0,8 1,10 0,10 1,8 0,2 1,1 0,-2 0,-5 3,-4 0,-7 0,-6 2,-9 0</inkml:trace>
  <inkml:trace contextRef="#ctx0" brushRef="#br0" timeOffset="773.111">562 506,'-3'2,"3"1,4 0,10 2,9 0,10-1,8-1,7-1,5-1,2-1,1 1,-4-2,-6-1,-11-2</inkml:trace>
  <inkml:trace contextRef="#ctx0" brushRef="#br0" timeOffset="1091.87">1041 110,'-1'1,"1"-1,-1 0,1 0,0 1,-1-1,1 0,0 1,-1-1,1 1,0-1,0 0,-1 1,1-1,0 1,0-1,0 1,-1-1,1 1,0-1,0 0,0 1,0-1,0 1,0-1,0 1,0-1,0 1,0-1,0 1,1-1,-1 1,0-1,0 1,0-1,1 0,-1 1,0-1,0 1,1-1,-1 0,0 1,1-1,-1 0,0 1,1-1,-1 0,1 0,9 15,1-1,1 0,0-1,1 0,0-1,1 0,11 6,-6-3,34 26,83 76,-132-114,-1 1,0-1,0 1,0-1,0 1,-1 0,1 0,-1 0,0 1,0-1,0 1,-1-1,0 1,0-1,0 1,0 0,-1-1,0 1,0 0,0-1,0 1,-1 0,0-1,0 1,0 0,-1 1,-3 3,-1 1,0-1,-1-1,0 1,0-1,0-1,-1 1,-1-1,1 0,-6 2,-151 85,77-54</inkml:trace>
  <inkml:trace contextRef="#ctx0" brushRef="#br0" timeOffset="1608.866">330 205,'-48'47,"-3"-3,-2-3,-2-1,-31 16,77-51,8-5,0 0,-1 0,1 0,0 0,0 1,0-1,0 0,-1 1,1-1,0 1,0-1,0 1,0 0,0-1,0 1,0 0,1 0,-1 0,0-1,0 1,1 0,-1 0,0 0,1 0,-1 0,1 1,-1-1,1 0,0 0,-1 0,1 0,0 0,0 1,0-1,0 0,0 0,0 0,0 1,0-1,0 0,1 0,-1 0,0 0,1 1,-1-1,1 0,-1 0,1 0,0 0,0 0,145 148,-119-118,3 0,0-3,2 0,15 8,-35-27,0-1,0-1,1 0,0-1,1-1,-1 0,1 0,0-2,0 0,0 0,1-1,-1-1,0 0,10-1,0-3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9:28.4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206 11,'-5'17,"-2"16,-1 12,0 11,2 6,-1 5,1 5,0 0,-5-2,0-11</inkml:trace>
  <inkml:trace contextRef="#ctx0" brushRef="#br0" timeOffset="250.327">0 735,'2'-5,"8"-1,10 1,7 0,9 2,6 1,2 0,-4 2,-7 0,-8 0</inkml:trace>
  <inkml:trace contextRef="#ctx0" brushRef="#br0" timeOffset="502.166">96 11,'19'-2,"17"-1,15 0,9 1,5 2,-9 2</inkml:trace>
  <inkml:trace contextRef="#ctx0" brushRef="#br0" timeOffset="1018.797">465 653,'-2'6,"1"-1,0 1,1-1,-1 1,1-1,0 1,0-1,1 1,0-1,0 1,0-1,1 0,-1 1,1-1,0 0,1 0,-1 0,1 0,0-1,1 1,-1-1,1 0,-1 0,1 0,0 0,1-1,-1 1,1-1,-1 0,1-1,0 1,0-1,0 0,1 0,-1 0,0-1,2 0,1 0,1-1,0-1,-1 1,1-1,0-1,-1 0,1 0,-1 0,0-1,0-1,0 1,0-1,-1-1,1 1,-1-1,0 0,-1-1,1 0,-1 0,0 0,0-1,-1 0,0 0,0 0,-1-1,0 1,0-1,-1 0,0 0,0-1,-1 1,0-1,0-4,-1 10,-1 0,0 0,0 0,0-1,0 1,-1 0,1 0,-1 0,0 0,0 0,0 0,0 0,0 0,-1 1,1-1,-1 0,0 1,0-1,0 1,0-1,0 1,-1 0,1 0,-1 0,1 0,-1 1,0-1,1 1,-1-1,0 1,0 0,0 0,0 1,0-1,0 0,-1 1,1 0,0 0,0 0,0 0,0 0,-1 1,-8 1,1 1,0 0,-1 1,1 0,0 1,1 0,0 0,-1 1,2 1,-1 0,1 0,0 1,-4 5,-30 29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9:33.3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C114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3495,'524'-23,"265"39,-319 1,466-26,356-6,-910 30,-342-13,0 2,-1 2,0 2,21 7,-39-8,-20-6</inkml:trace>
  <inkml:trace contextRef="#ctx0" brushRef="#br0" timeOffset="-1463.577">301 1569,'24'-43,"-2"0,-1-2,-3 0,-2-1,10-43,-9 32,33-135,-37 129,2 1,4 1,2 0,3 2,15-26,-34 75,0 0,1 1,0-1,0 1,1 0,0 1,1 0,0 0,0 1,0 0,1 0,3-1,-10 7,-1 1,1-1,0 0,0 1,-1-1,1 1,0 0,0-1,0 1,0 0,0 0,0 0,-1 0,1 1,0-1,0 1,0-1,0 1,-1-1,1 1,0 0,0 0,-1 0,1 0,-1 0,1 0,-1 0,1 1,-1-1,0 0,0 1,0-1,0 1,0 0,0-1,1 3,24 68,-5 34,-11-48,2-1,4 0,7 16,-16-56,1 1,0-1,1 0,1-1,1 0,0-1,1 0,0-1,1 0,1-1,0 0,6 3,-4-5,1-1,0-1,0 0,1-1,0-1,0 0,0-2,1 0,0-1,0-1,1 0,-1-2,0 0,1-2,-1 0,0-1,1 0,-1-2,0 0,12-6,-26 8,1 0,-1 0,0-1,0 0,0 0,-1 0,1-1,-1 1,1-1,-1 0,-1-1,1 1,0-1,-1 1,0-1,0 0,-1 0,1 0,-1-1,0 1,0-1,-1 0,19 72,-3-30,2-1,1-1,1-1,23 26,48 78,-22 16,-58-119,2-2,1 0,2 0,0-1,2-2,2 0,17 20,-35-45,0 0,-1-1,1 1,0-1,1 0,-1 0,0 0,1 0,0-1,0 1,0-1,0 0,0 0,0 0,0-1,0 1,1-1,-1 0,1 0,-1-1,1 1,-1-1,1 0,-1-1,1 1,-1-1,1 1,-1-1,1-1,-1 1,0-1,0 1,1-1,-1 0,-1-1,1 1,0-1,0 1,-1-1,2-2,5-12,-1 0,-1 0,-1-1,-1 0,0 0,-1-1,-1 0,-1 0,0 0,-1-12,1 10,4-40,12-84,26-93,179-540,-213 733,0-6,3 0,2 2,1-1,3 2,2 0,19-27,-36 66,1 1,0 0,0 0,1 0,0 1,0 0,0 0,1 1,0 0,1 1,2-2,-10 7,1 0,0 0,0 0,0 0,0 1,0-1,0 0,0 1,-1-1,1 1,0 0,0 0,-1 0,1 0,0 0,-1 0,1 0,-1 0,1 0,-1 1,0-1,0 1,1-1,-1 1,0-1,0 1,0 0,-1 0,1-1,0 1,-1 0,1 0,-1 0,0 0,1-1,-1 1,0 0,0 0,0 0,0 0,-1 0,1 0,0 0,-1-1,0 1,0 2,-18 208,12-161,5-32,-16 111,6 0,4 47,8-160,0 0,1 0,1 0,0 0,1 0,1 0,1-1,0 0,1 0,1 0,1 1,-7-15,0-1,0 1,0 0,0-1,0 1,0-1,1 1,-1-1,1 0,-1 1,1-1,-1 0,1 0,0 0,-1 0,1 0,0-1,0 1,0 0,0-1,0 1,-1-1,1 0,0 0,0 0,0 0,0 0,0 0,0 0,0-1,0 1,0-1,0 1,0-1,-1 0,1 1,0-1,0 0,-1 0,1-1,-1 1,1 0,-1 0,1-1,-1 1,0-1,0 1,0-1,1 0,11-15,0-1,-1 0,-1-1,-1 0,0-1,-1 0,2-13,-3 13,17-46,-16 39,1-1,1 2,2-1,1 2,6-9,-16 30,0 1,0-1,0 1,1 0,-1 0,1 0,0 1,0 0,0 0,0 0,0 0,1 1,-1 0,0 0,1 0,-1 1,1 0,-1 0,0 0,1 1,-1-1,1 1,-1 1,1-1,31 2,-14-3,1-1,-1-1,0-1,-1-1,1-1,2-2,-24 6,0 0,0 1,0-1,0 1,0-1,1 1,-1 0,0-1,0 1,1 0,-1 0,0 0,0-1,1 2,-1-1,0 0,1 0,-1 0,0 0,0 1,0-1,1 1,-1-1,0 1,0-1,0 1,0 0,0-1,0 1,0 0,0 0,0 0,0 0,0 0,0 0,-1 0,1 0,0 0,-1 0,1 0,-1 1,0-1,1 0,-1 0,0 1,1-1,-1 0,0 0,0 1,0-1,0 0,0 0,-1 1,1 0,0 0,-1 1,1 0,0-1,0 1,1 0,-1-1,0 1,1-1,-1 1,1 0,0-1,0 1,0-1,0 0,1 1,-1-1,1 0,-1 0,1 0,0 0,0 0,0 0,0 0,0 0,0-1,0 1,0-1,1 0,-1 0,1 0,-1 0,3 1,7-1,1-1,-1-1,0 0,1 0,-1-1,0 0,0-1,0-1,-1 0,1-1,-1 0,0 0,0-1,7-6,21-13,0-3,-2-1,28-29,81-61,-145 118,1-1,-1 1,0 0,1-1,-1 1,1 0,-1 0,1 0,0 0,0 0,-1 0,1 0,0 0,0 1,0-1,0 1,0-1,0 1,0 0,0 0,0 0,0 0,0 0,0 0,-1 1,1-1,0 1,0-1,0 1,0-1,0 1,-1 0,1 0,1 1,0 5,0 0,0 0,0 0,-1 0,0 0,-1 1,1-1,-1 0,-1 1,0-1,0 4,2 11,18 194,14 178,-16 6,-16-92,0-287,1-1,0 1,2-1,0 0,6 14,-1-10</inkml:trace>
  <inkml:trace contextRef="#ctx0" brushRef="#br1" timeOffset="16149.143">697 600,'-1'1,"0"1,0-1,0 1,0-1,0 1,0 0,1 0,-1-1,1 1,-1 0,1 0,-1 0,1 0,0-1,0 1,0 0,0 0,0 0,1 0,-1 0,0-1,1 1,-1 0,1 0,0-1,0 1,0 0,0-1,0 1,0-1,0 1,0-1,0 1,1-1,-1 0,1 0,-1 1,1-1,-1 0,1 0,0 0,1-1,0 1,0-1,0 0,0 0,0 0,0-1,0 1,0-1,0 1,0-1,0 0,0 0,-1 0,1-1,0 1,-1-1,1 1,-1-1,1 0,-1 0,0 0,0 0,0 0,0-1,0 1,-1-1,1 1,-1-1,1 1,-1-1,0 0,0 0,0 0,0 0,-1 0,1 1,-1-1,0-1,-2 0,0 1,0 0,-1-1,1 1,-1 0,0 1,0-1,0 0,0 1,0 0,-1-1,1 1,-1 1,1-1,-1 0,0 1,0 0,1 0,-1 0,0 0,0 1,0-1,0 1,0 0,0 0,0 1,0-1,-4 2,6-3,-1 1,0 0,0 0,0 1,1-1,-1 0,0 1,0 0,1 0,-1-1,0 1,1 1,-1-1,1 0,0 1,-1-1,1 1,0 0,0 0,0 0,0 0,0 0,0 0,1 0,-1 1,1-1,-1 1,1-1,0 1,0-1,0 1,1 0,-1-1,0 1,1 0,0 0,0 0,0-1,0 1,0 0,0 0,1-1,-1 1,2 2,1-1,1 1,0-1,0 1,1-1,-1 0,1-1,0 1,0-1,0 0,0 0,0-1,1 1,0-1,-1-1,1 1,0-1,0 0,0 0,-1 0,1-1,0 0,0 0,1-1,-5 0,0 0,1 0,-1-1,0 1,0-1,-1 0,1 1,0-1,0 0,-1 0,1 0,-1 0,0 0,1 0,-1-1,0 1,-1 0,1-1,0 1,0-1,-1 1,0-1,1 1,-1-1,0 1,0-1,0 1,-1-1,1 1,-1 0,1-1,-1 1,0-1,0 1,0 0,0 0,0-1,0 1,-1 0,1 0,-1 0,0 0,1 1,-1-1,0 0,0 1,-2-2,3 1,0 1,-1-1,1 1,0-1,-1 1,1 0,-1-1,1 1,-1 0,0 0,0 0,1 0,-1 1,0-1,0 0,0 1,0-1,0 1,0 0,0 0,0-1,1 1,-1 0,0 1,0-1,0 0,0 1,0-1,0 1,0-1,0 1,0 0,1 0,-1 0,0 0,1 0,-1 0,1 0,-1 1,1-1,-1 1,1-1,0 1,0-1,0 1,0 0,0-1,0 1,0 0,-1 3,1-1,0 0,0 1,0-1,0 0,1 1,-1-1,1 1,0-1,1 1,-1-1,1 1,0-1,0 1,0-1,1 0,1 3,-3-6,1-1,-1 1,1-1,-1 1,1-1,0 0,-1 1,1-1,0 0,-1 1,1-1,0 0,-1 0,1 0,0 1,0-1,-1 0,1 0,0 0,-1 0,1-1,0 1,0 0,-1 0,1 0,0 0,-1-1,1 1,0 0,-1-1,1 1,-1 0,1-1,0 1,-1-1,1 1,-1-1,1 1,-1-1,0 1,1-1,-1 0,1 1,-1-1,0 0,0 1,1-1,15-33,-13 25,-1 6,-1 0,1 0,-1 0,0 0,0 0,0 0,-1 0,1 0,-1 0,1 0,-1 0,0 0,-1 0,1 0,0 0,-1-2,0 5,-1 0,1 1,0-1,-1 1,1-1,0 1,0 0,0-1,0 1,0 0,0 0,0 0,0 0,0 0,0 0,0 0,0 0,0 0,1 0,-1 0,1 0,-1 1,1-1,-1 0,1 0,-1 1,1-1,0 1,-4 11,1 0,1-1,0 1,1 0,0 0,1 0,0 0,1 1,-4 76,-21 101,-2-24,25-154,-1-1,0 1,-1-1,-1 0,1 0,-2 0,-3 6,-19 82,17-2,5-77,0 0,2 1,0-1,2 1,0-1,2 17,-1 37,-14 111,6 53,-5 158,6-74,9-201,-2 164,7-330,-1-1,-1-5</inkml:trace>
  <inkml:trace contextRef="#ctx0" brushRef="#br1" timeOffset="20988.591">697 681,'-11'21,"5"342,-32 155,31-384,-6-1,-7 0,-10 22,17-95,2 0,3 1,3 0,3 0,2 0,5 31,4 222,-9-306,-1-1,1 1,-1 0,-1 0,1-1,-1 1,0 0,-1-1,0 0,-4 7,2-38,18-235,-29-461,8 612,5-1,4 0,5 0,10-36,-6 66,-4 0,-3-1,-4-8,3 48,2 0,2 0,9-33,-5 28,3-8,6-51,-20 58,5 75,16 138,-2 101,-17-252,3-17,5-53,-2 0,-3-1,-2 0,-3-14,2 25,-2-180,-10 288,8 269,3 624,-6-818,-7-1,-22 95,23-97,11-98,-2-1,-2 0,-1 0,-4 10,5-27,0 1,1 1,2-1,0 0,1 18,-12 185,35-351,-10 14,-1-94,-2 5,-8 380,-1 204,-26-817,25 311,18 300,-6 106,-12-19,9-352,-16-399,8 476,0-7,0 31,11 430,-7-297,6-176,20-270,-54 370,9 34,15-103,1 1,-1-1,1 1,-1 0,1-1,-1 1,1-1,-1 0,1 1,0-1,-1 0,1 1,0-1,-1 0,1 1,0-1,0 0,-1 0,1 0,0 0,0 0,-1 0,1 0,0 0,0 0,-1 0,1 0,0-1,-1 1,1 0,0 0,-1-1,1 1,0 0,-1-1,1 1,0-1,-1 1,1-1,-1 1,1-1,-1 1,1-1,-1 0,0 1,1-1,-1 1,0-1,1 0,-1 0,0 1,0-1,0 0,1 1,-1-1,0 0,0 0,0 1,0-1,0 0,7-10,-1-1,0 0,0 0,-2-1,1 0,-1 1,-1-1,-1-1,1 1,-2 0,-5-14,-15 35,14-2,1 0,0 0,0 0,0 1,1-1,0 1,0 0,1 0,0 0,0 0,0 0,1 1,0 3,1-10,0-1,0 1,0-1,0 1,0-1,0 1,0-1,0 1,0-1,0 1,0-1,1 1,-1-1,0 1,0-1,0 1,1-1,-1 0,0 1,1-1,-1 1,0-1,1 0,-1 1,0-1,1 0,-1 1,1-1,-1 0,1 0,-1 1,1-1,-1 0,1 0,-1 0,1 0,-1 0,1 0,-1 0,1 0,-1 0,1 0,-1 0,1 0,-1 0,1 0,-1 0,1 0,-1-1,1 1,-1 0,1 0,-1 0,0-1,1 1,-1 0,1-1,-1 1,0 0,1-1,-1 1,0-1,1 1,-1-1,0 1,26-27,-23 22,1 0,-1 0,0 0,0 0,-1-1,1 1,-1-1,0 1,-1-1,0 0,0 0,0 0,0 0,-1 0,0-3,0 8,0 1,0-1,0 1,0 0,0-1,0 1,0-1,-1 1,1 0,0-1,0 1,0 0,0-1,-1 1,1 0,0-1,0 1,-1 0,1-1,0 1,-1 0,1 0,0-1,-1 1,1 0,0 0,-1 0,1-1,0 1,-1 0,1 0,-1 0,1 0,0 0,-1 0,1 0,-1 0,1 0,0 0,-1 0,1 0,0 0,-1 0,1 0,-1 1,1-1,0 0,-1 0,1 0,0 0,-1 1,1-1,0 0,-1 0,1 1,0-1,0 0,-1 1,1-1,0 0,0 1,-1-1,-13 22,14-23,0 1,1 0,-1-1,1 1,-1-1,1 1,0 0,-1 0,1-1,-1 1,1 0,-1 0,1-1,0 1,-1 0,1 0,-1 0,1 0,0 0,-1 0,1 0,0 0,-1 0,1 1,-1-1,1 0,0 0,-1 0,1 1,-1-1,1 0,-1 1,1-1,-1 0,1 1,-1-1,1 1,-1-1,0 1,1-1,-1 1,0-1,1 1,-1-1,0 1,1-1,-1 1,0 0,0-1,0 1,0 0,6-20,-6 20,0-1,0 0,0 0,0 0,-1 1,1-1,0 0,0 0,0 0,0 0,-1 1,1-1,0 0,0 0,0 0,-1 0,1 0,0 0,0 0,-1 0,1 0,0 1,0-1,-1 0,1 0,0 0,0 0,0 0,-1-1,1 1,0 0,0 0,-1 0,1 0,0 0,0 0,0 0,-1 0,1 0,0-1,0 1,0 0,-1 0,1 0,0 0,0-1,0 1,0 0,0 0,-1 0,1-1,0 1,0 0,0 0,0 0,0-1,0 1,0 0,0 0,0-1,0 1,0 0,-1 1,-1 0,1-1,0 1,0 1,0-1,0 0,0 0,0 0,0 0,0 1,0-1,1 0,-1 1,0-1,1 1,-1-1,1 1,0-1,-1 1,1-1,0 1,0-1,0 2,1-3,-1 1,1-1,0 0,-1 0,1 0,0 0,-1 0,1 0,0 0,-1 0,1 0,0 0,-1-1,1 1,0 0,-1 0,1-1,-1 1,1 0,0-1,-1 1,1 0,-1-1,1 1,-1-1,1 1,-1-1,1 1,-1-1,0 1,1-1,-1 0,0 1,1-1,-1 1,0-1,0 0,0 1,0-1,1 0,-9 4,1 1</inkml:trace>
  <inkml:trace contextRef="#ctx0" brushRef="#br2" timeOffset="34024.24">1980 2020,'-18'-43,"18"41,0 1,-1 0,0 0,1 0,-1 0,0 0,1 0,-1 0,0 1,0-1,0 0,0 0,0 1,0-1,0 0,0 1,0-1,0 1,0-1,0 1,0 0,-1-1,1 1,0 0,0 0,0 0,-1 0,1 0,0 0,0 0,0 0,-1 0,1 1,0-1,0 0,-1 1,3-1,-1 0,1 0,0 0,0 0,-1 0,1 0,0 0,0 0,-1 0,1 0,0 0,0 0,-1 1,1-1,0 0,0 0,-1 1,1-1,0 1,-1-1,1 0,-1 1,1-1,0 1,-1 0,1-1,-1 1,0-1,1 1,-1 0,1-1,-1 1,0 0,0 0,1-1,-1 1,0 0,0-1,0 1,0 0,0 0,0 0,0-1,0 1,0 0,0 0,0-1,0 1,0 0,-1 0,1-1,0 1,-1 0,1-1,-1 1,1 0,0-1,-1 1,0 0,3-5,0 0,0 0,0 0,-1 0,0 0,0 0,0-1,0 1,0 0,-1-1,0 1,0 0,0-1,-1 1,1 0,-1 0,0-1,0 5,1-1,-1 1,1 0,0 0,-1-1,1 1,-1 0,1 0,-1 0,1 0,0-1,-1 1,1 0,-1 0,1 0,-1 0,1 0,-1 0,1 0,-1 1,1-1,-1 0,1 0,-1 0,1 0,0 0,-1 1,1-1,-1 0,1 1,0-1,-1 0,1 0,0 1,-1-1,1 1,0-1,-1 0,1 1,0-1,0 1,0-1,-1 0,1 1,0-1,0 1,0-1,0 1,0-1,0 1,0-1,0 1,0-1,0 1,0-1,0 0,0 1,0-1,0 1,-8 14,1 0,0 1,1 0,1 1,1-1,0 1,1 0,1 0,0 0,1 0,2 9,-1-24,0-1,0 1,0 0,0-1,1 1,-1-1,0 1,1 0,0-1,-1 1,1-1,0 0,0 1,0-1,0 1,0-1,0 0,0 0,0 0,0 0,1 0,-1 0,0 0,1 0,-1 0,1 0,-1-1,1 1,-1-1,1 1,-1-1,1 1,0-1,-1 0,1 0,0 0,-1 0,1 0,0 0,-1 0,1-1,-1 1,2-1,63-33,-58 27,-1 0,0 0,-1-1,0 0,0 0,0-1,-1 0,-1 0,1 0,-1 0,1-5,-4 10,1-1,-1 1,0-1,0 1,-1-1,1 1,-1-1,0 1,0-1,-1 0,1 1,-1-1,0 1,0 0,0-1,-1 1,0 0,0-1,0 1,0 0,0 1,-1-1,0 0,0 1,0-1,0 0,0 2,0-1,0 1,-1 0,1 0,0 0,-1 0,1 0,-1 1,0 0,1 0,-1 0,0 0,0 0,0 1,0-1,0 1,1 0,-1 0,0 1,0-1,0 1,0 0,0 0,1 0,-1 1,1-1,-1 1,1 0,-1 0,1 0,0 0,-2 2,0 0,0 0,1 0,0 0,0 1,0-1,0 1,1 0,0 0,0 0,0 1,1-1,-1 1,1-1,1 1,-1 0,1 0,0 0,0 0,1 0,-1 0,2 0,-1-1,1 0,0 0,1 0,-1 0,1 0,0 0,0-1,1 1,-1-1,1 0,0 1,0-1,1-1,-1 1,1 0,-1-1,1 0,1 1,-1-2,0 1,1 0,-1-1,1 0,-1 0,1 0,0-1,0 0,0 1,6 0,1 1,-1-2,0 1,1-1,-1-1,0 0,1-1,-1 0,0-1,0 0,1 0,2-2,-10 2,0 1,0 0,0-1,0 0,0 0,0 0,0 0,0-1,-1 1,1-1,-1 0,0 0,0 0,0-1,0 1,-1-1,1 1,-1-1,0 0,0 0,0 0,-1 0,1 0,-1-1,0 1,0 0,-1-1,1 1,-1-1,0 1,0 0,0-1,-1 1,0-1,1 1,-3-4,-1-3,0 0,-1 1,-1 0,1 0,-2 0,1 1,-1 0,-1 0,0 1,0 0,-1 0,1 1,-2 0,1 0,-1 1,0 1,0-1,-1 2,1-1,-9-1,16 5,-1 1,1-1,-1 1,0 0,1 0,-1 0,1 1,-1-1,0 1,1-1,-1 1,1 1,0-1,-1 0,1 1,0 0,0-1,0 1,0 1,0-1,0 0,0 1,1-1,-1 1,1 0,0 0,0 0,0 0,0 0,1 0,-1 0,1 1,-1 0,-2 7,0 0,1 0,0 0,1 1,0 0,1-1,0 1,1 0,0 9,0-15,1 0,-1 1,1-1,0 0,0 0,1 0,0 0,0 0,0-1,1 1,0-1,0 1,0-1,1 0,-1 0,1 0,1-1,-1 1,1-1,-1 0,1 0,0-1,0 0,1 1,-1-2,1 1,0-1,-1 0,1 0,0 0,0-1,0 0,1 0,-1 0,0-1,0 0,6-1,-7 0,-1 0,1 0,-1-1,1 0,-1 0,0 0,0 0,0 0,0-1,0 0,-1 0,1 0,-1 0,1-1,-1 1,-1-1,1 0,0 0,-1 0,0 0,0 0,0-1,0 1,-1 0,1-1,-1-1,1-3,-1 1,0-1,-1 1,1 0,-2-1,1 1,-1-1,0 1,-1 0,0-1,-1 1,1 0,-1 0,-2-2,2 3,0 1,0 0,0 0,-1 0,0 0,0 0,-1 1,1-1,-1 1,0 0,-1 1,1 0,-1-1,0 2,0-1,0 1,0 0,-1 0,1 0,-1 1,-4-1,7 4,0 1,-1-1,1 1,0 0,0 1,0-1,0 0,0 1,1 0,-1 0,1 0,0 0,-1 1,2-1,-1 1,0 0,1 0,0 0,-1 0,2 0,-1 1,0-1,1 0,0 1,0-1,0 1,1-1,-1 1,1 2,-2 2,0 0,0 0,1 0,0 0,0 0,1 0,0 0,1 0,0 0,1 0,0 0,0 0,0 0,1-1,1 1,0-1,0 0,0 0,1 0,0-1,1 1,-1-1,1 0,2 0,-6-5,0-1,1 0,-1 0,0-1,0 1,1 0,-1-1,0 0,1 1,-1-1,0 0,1 0,-1 0,0 0,1-1,-1 1,0-1,1 1,-1-1,0 0,0 0,0 0,0 0,0 0,0-1,0 1,0 0,0-1,0 0,-1 1,1-1,-1 0,1 0,-1 0,0 0,36-78,-34 66,0 0,-1-1,0 1,-1-1,-1 1,0-1,-1 1,-3-14,4 27,0 1,0-1,0 1,0 0,0-1,0 1,0-1,0 1,-1-1,1 1,0-1,0 1,0 0,-1-1,1 1,0-1,0 1,-1 0,1-1,0 1,-1 0,1-1,-1 1,1 0,0 0,-1-1,1 1,-1 0,1 0,0 0,-1 0,1 0,-1-1,1 1,-1 0,1 0,-1 0,1 0,-1 0,1 0,0 0,-1 1,1-1,-1 0,1 0,-1 0,1 0,-1 1,1-1,0 0,-1 0,1 1,0-1,-1 0,1 0,0 1,-1-1,1 1,0-1,-1 0,1 1,0-1,0 1,0-1,-1 0,1 1,0-1,0 1,-18 31,1 18,3 1,1 0,3 1,-3 51,7-61,-59 472,51-420,5 1,3 84,16-233,7-94,7 0,14-30,-10 75,1 1,-5-1,10-100,-33 188,3-16,-1-1,-2 1,-1-1,-2 0,0 1,-3-5,4 37,1-1,0 0,-1 0,1 1,0-1,-1 0,1 1,0-1,-1 0,1 0,-1 0,1 1,0-1,-1 0,1 0,-1 0,1 0,0 0,-1 0,1 0,-1 0,1 0,-1 0,1 0,-1 0,1 0,0 0,-1 0,1-1,-1 1,1 0,0 0,-1 0,1-1,-1 1,1 0,0 0,-1-1,1 1,0 0,0-1,-1 1,1 0,0-1,0 1,-19 200,-21 675,23-620,32-335,21-212,-13-1,-14-198,-9 401,-1 81,-1 23,-12 170,8 0,8 0,13 48,-13-196,8 63,-5 1,-5 1,-8 57,6-150,3-19,44-372,-12-496,-33 856,1 2,-1 43,-1 1235,-23-1798,2 283,-17-37,20 209,19 87,-1-1,1 0,0 1,0-1,-1 0,1 1,0-1,0 0,-1 1,1-1,0 0,-1 0,1 1,0-1,-1 0,1 0,0 0,-1 1,1-1,0 0,-1 0,1 0,-1 0,1 0,-1 0,1 0,0 0,-1 0,1 0,-1 0,1 0,0 0,-1 0,1 0,-1 0,1-1,0 1,-1 0,1 0,0 0,-1-1,1 1,0 0,-1 0,1-1,0 1,-1 0,1-1,0 1,0 0,0-1,-1 1,1 0,0-1,0 1,0-1,0 1,0 0,-1-1,1 1,0-1,0 1,0 0,0-1,-3 15,-1-1,2 1,0 0,0 0,2 0,0 1,0 0,0 15,0 905,0-848,37-393,-7-366,-30 667,0-173,-3 154,-6 44,-7 105,0 108,11-141,-15 558,13-549,2-71</inkml:trace>
  <inkml:trace contextRef="#ctx0" brushRef="#br3" timeOffset="59574.458">3429 532,'-3'0,"1"0,0 0,-1 1,1-1,0 1,0-1,0 1,-1 0,1 0,0 0,0 0,0 0,0 1,1-1,-1 1,0-1,0 1,1-1,-1 1,1 0,0 0,-1 0,1 0,0 0,0 0,0 0,0 0,1 1,-1-1,1 0,-1 0,1 1,0-1,0 0,0 0,0 1,0-1,0 0,1 1,-1-1,1 0,-1 0,1 1,0-1,0 0,0 0,0 0,0 0,1 0,-1 0,1-1,-1 1,1 0,-1-1,1 1,0-1,0 0,0 1,0-1,1 0,2 2,1-1,-1-1,1 1,0-1,-1 0,1-1,0 1,0-1,-1 0,1 0,0-1,0 0,-1 0,1 0,-1-1,1 0,-1 0,1 0,-1 0,0-1,0 0,0 0,0-1,-1 1,0-1,1 0,-1 0,0 0,-1-1,1 1,-1-1,0 0,0 0,-1 0,1-1,-1 1,0 0,-1-1,1 0,-1 1,0-1,0 0,-1 1,0-1,0 0,0 0,-1 0,1 1,-2-2,1 4,0 0,0 0,0 1,-1-1,1 1,-1-1,0 1,0 0,0-1,0 1,0 0,0 0,0 1,-1-1,1 0,-1 1,1-1,-1 1,1 0,-1 0,0 0,0 0,0 0,0 1,1-1,-1 1,0 0,0 0,0 0,0 0,0 0,-2 1,-2 0,1 0,-1 1,0 0,1 0,-1 0,1 1,0 0,0 0,0 1,0 0,0 0,1 0,-3 3,3-1,0 0,1 1,0-1,0 1,1 1,-1-1,1 0,1 1,0-1,0 1,0 0,1 0,0-1,1 1,-1 0,2 0,-1 0,1 0,0 0,1 0,0-1,0 1,0-1,1 1,0-1,1 0,0 0,0 0,0 0,1-1,0 0,0 0,0 0,1-1,0 1,0-2,1 1,-1 0,1-1,1 0,-5-1,0 0,0 0,1-1,-1 1,1-1,-1 0,1 0,0 0,0 0,0-1,0 0,0 0,0 0,0 0,0 0,1-1,-1 0,0 0,0 0,1 0,-1-1,0 1,0-1,0 0,0-1,0 1,0-1,0 0,0 0,0 0,-1 0,1 0,-1-1,0 0,3-2,-1-7,-1 0,-1 0,0-1,0 1,-1-1,-1 0,0 0,0 1,-2-1,0 0,0 0,-2-4,3 9,0-1,-1 1,0 0,-1 0,0 0,0 0,-1 0,0 1,0-1,-1 1,0 0,0 0,-1 0,1 0,-1 1,-1 0,0 0,1 0,-5-2,9 7,-1 1,1-1,-1 1,0-1,1 1,-1-1,0 1,1 0,-1 0,0 0,1 0,-1 0,0 0,0 0,1 1,-1-1,0 0,1 1,-1 0,1-1,-1 1,1 0,-1 0,1 0,-1 0,1 0,0 0,-1 0,1 0,0 1,0-1,0 0,0 1,-1 1,-25 54,24-45,0 0,1 0,0 1,1-1,0 0,1 1,0-1,1 0,1 0,2 11,-3-19,0 1,1 0,-1 0,1-1,0 1,0-1,1 1,-1-1,1 0,0 0,0 0,0-1,1 1,0-1,-1 1,1-1,0 0,0-1,1 1,-1-1,0 0,1 0,0 0,-1 0,1-1,0 0,0 0,1 0,-4-1,0 0,1 1,-1-1,0-1,0 1,1 0,-1 0,0-1,0 0,1 1,-1-1,0 0,0 0,0 0,0 0,0 0,0-1,0 1,-1-1,1 1,0-1,-1 1,1-1,-1 0,1 0,-1 0,0 0,0 0,0 0,0 0,0 0,-1 0,1-1,11-78,-11 65,1 4,-1 0,0 0,-1 1,-1-1,1 0,-2 1,0-1,0 0,-1 1,0 0,-1 0,-4-8,7 18,0 0,0 0,0-1,0 1,0 0,0 1,0-1,0 0,0 0,0 0,-1 1,1-1,0 0,-1 1,1 0,0-1,-1 1,1 0,-1-1,1 1,0 0,-1 0,1 0,-1 0,1 1,-1-1,1 0,0 0,-1 1,1-1,0 1,-1-1,1 1,0 0,0 0,-1-1,1 1,0 0,0 0,0 0,0 0,0 0,0 0,0 1,-40 53,29-25,1 1,2 0,1 1,1 0,2 1,1-1,2 1,1 0,1-1,5 31,-3-3,4 74,-2-86,-1-1,-3 1,-2-1,-1 0,-3 1,-2-2,-4 11,-6-1,3-12,2 1,2 1,3-1,-2 25,7 33,-11 83,-12 2,1-18,23-80,2-52,-2-1,-1 1,-2-1,-3 6,-9 22,8-36,2 1,1-1,1 1,1 0,1 17,4-6,-2 1,-2-1,-2 0,-3 8,-1 1,14-46,2-19,15-63,-5-2,-2 0,2-81,-16 157,19-181,9 0,14-28,-17 108,-4-1,-5-1,1-73,-15-246,48 89,-49 273,-2 1,-4-1,-4-21,-14-39,12 106,3 22,-4 33,-2 88,4 1,8 98,1-153,15 612,-15-570,-2-2,5 1,10 44,28 186,-40-275,3-1,3 1,3-1,13 41,-18-91,-1-4,-1-1,0 0,0 1,-1-1,-1 1,0 0,0 0,-1 0,-1 5,-6-12,3-23,2-271,15-304,17-526,-23 919,-2-189,-8 365,3 24,0 0,0 0,0 1,-1-1,1 0,0 0,0 0,0 0,-1 0,1 0,0 0,0 0,0 0,-1 0,1 0,0 0,0 0,0 0,-1 0,1 0,0 0,0 0,0 0,-1 0,1 0,0-1,0 1,0 0,-1 0,1 0,0 0,0 0,0-1,0 1,0 0,-1 0,1 0,0 0,0-1,0 1,0 0,0 0,0 0,0-1,0 1,0 0,0 0,0 0,0-1,0 1,0 0,0 0,-22 125,19-96,-14 251,20 264,4-277,-11 1,-18 62,-2-107,4 134,22-134,-14-336,1-146,21-236,1 2,-15 278,-2-48,21-154,-3 237,-48 353,18-27,5 2,7-1,7 1,7 15,-2 57,-11 69,-23 8,9-110,4 130,29-134,-12-273,20-615,-2-13,-19 642,5-1,2 2,4-1,3 2,4 0,8-16,-15 51,-1 0,-2-1,-1 0,-2-3,2-38,-9 81,1-1,0 1,-1 0,1-1,-1 1,1 0,-1 0,1 0,-1 0,1-1,-1 1,1 0,-1 0,1 0,-1 0,1 0,-1 0,1 0,-1 0,1 0,-1 1,1-1,-1 0,1 0,-1 0,1 1,-1-1,1 0,-1 0,1 1,-1-1,1 0,0 1,-1-1,1 1,0-1,-1 0,1 1,0-1,0 1,-1-1,1 1,0-1,0 1,0-1,0 1,-1-1,1 1,0-1,0 1,0-1,-6 12,0-1,1 1,1 1,-1-1,2 1,0-1,0 1,2 0,-1 0,1 0,2 10,-4 12,-28 462,24 231,1-59,-6-381,20-255,-8-33,1 1,-1-1,1 0,-1 1,1-1,-1 0,0 0,1 1,-1-1,1 0,-1 0,1 0,-1 0,1 0,-1 0,1 0,0 0,-1 0,1 0,-1 0,1 0,-1 0,1 0,-1 0,1 0,-1 0,1-1,-1 1,1 0,-1 0,0-1,1 1,-1 0,1-1,-1 1,0 0,1-1,-1 1,0-1,1 1,-1-1,0 1,0 0,1-1,-1 1,0-1,0 1,0-1,0 1,0-1,0 0,1 1,-1-1,0 1,-1-1,1 1,0-1,14-68,-13 50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38:28.0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C114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0 2903,'55'-10,"0"2,1 2,-1 3,21 3,1756 0,-1395 14,-277-12,123 19,-54 4,222-4,-77-12,330 0,-33-1,-249-7,482 26,-98-13,-146-23,482-2,-244-5,360 37,-427 26,-46-25,-657-15,163 9,146-16,551-12,-203-39,369 51,-522-9,53 2,-420 8,-118-1,777 15,-179-1,-241-1,-116-24,-354 9,22-2,0 2,0 2,0 3,0 2,-1 2,0 3,6 4,-38 0,-17-7</inkml:trace>
  <inkml:trace contextRef="#ctx0" brushRef="#br0" timeOffset="5466.91">1762 1060,'0'0,"0"0,0 0,0 0,0 1,0-1,0 0,-1 0,1 0,0 1,0-1,0 0,0 0,-1 0,1 0,0 1,0-1,0 0,-1 0,1 0,0 0,0 0,-1 0,1 0,0 0,0 0,-1 0,1 0,0 0,0 0,-1 0,1 0,0 0,0 0,-1 0,1 0,0 0,0 0,0 0,-1 0,1 0,0-1,0 1,-1 0,1 0,0 0,0 0,0-1,0 1,-1 0,1 0,0 0,0-1,0 1,0 0,0 0,-3 27,3-25,14 300,24 271,-35-88,-32-70,22-202,-9 65,-1-137,-11 128,28-261,0-1,-1-1,1 1,0-1,1 1,0-1,0 1,0-1,0 0,1 0,0 0,1 0,-1 0,1 0,0 0,3 3,-2-7,0 0,0-1,0 0,0 1,0-1,0-1,0 1,0-1,1 1,-1-1,0-1,0 1,0 0,0-1,0 0,1 0,-1 0,-1-1,1 1,0-1,0 0,0 0,-1 0,2-1,16-6,7 1,1 1,-1 2,1 0,0 2,1 2,16 1,44-4,323-4,-406 8,1 0,-1 0,0 0,1 0,-1-1,0-1,1 1,-1-1,0 0,0-1,0 0,5-3,-5-1</inkml:trace>
  <inkml:trace contextRef="#ctx0" brushRef="#br0" timeOffset="8265.617">1817 937,'0'0,"0"0,0 0,1 1,-1-1,0 0,0 0,0 1,0-1,0 0,0 0,0 0,0 1,0-1,0 0,0 0,0 1,0-1,-1 0,1 0,0 1,0-1,0 0,0 0,0 0,0 1,0-1,-1 0,1 0,0 0,0 0,0 1,0-1,-1 0,1 0,0 0,0 0,0 0,-1 0,1 0,0 0,0 1,-1-1,1 0,0 0,0 0,-1 0,24 10,95 11,38 9,-51-16,18-1,-101-13,-2-1,-1 1,1 1,0 0,0 2,0 0,-1 1,7 3,-11-3,0-1,0-1,0 0,0-1,0-1,0 0,11-2,17 1,89 1,-51 14,-79-14,0 0,0 1,0-1,0 0,0 0,0 1,0 0,0-1,0 1,0 0,0 0,-1 0,1 0,0 0,-1 0,1 0,0 1,-1-1,0 1,1-1,-1 1,0 0,0-1,0 1,0 0,0 0,0 0,0-1,-1 1,1 0,-1 0,1 0,-1 0,0 0,0 0,0 2,19 176,-19 174,-13-88,-1-10,1-69,-15 192,-12-29,36-290,-2-1,-15 56,12-70,3 0,1 1,2 0,2 17,1 217,-27-319,24 36,1 0,-1 0,0 1,0-1,0 1,0 0,-1 0,1 0,0 1,-1-1,0 1,1 0,-1-1,0 2,1-1,-1 0,0 1,0 0,0 0,0 0,1 0,-1 0,0 1,0 0,1 0,-1 0,0 0,1 1,-1-1,1 1,-1 0,1 0,-2 2,-56 21,44-21</inkml:trace>
  <inkml:trace contextRef="#ctx0" brushRef="#br0" timeOffset="9614.848">2240 186,'0'3,"0"4,0 7,0 7,0 8,0 7,-2 5,-1 3,0 0,1-2,0-4,1-3,1-6,-1-6,1-3,0-6</inkml:trace>
  <inkml:trace contextRef="#ctx0" brushRef="#br0" timeOffset="9867.177">2090 623,'-7'4,"0"3,6-2,8 0,7-2,6-1,4-1,3 0,1-1,-2 0,-2-1,-4 1,-5 0</inkml:trace>
  <inkml:trace contextRef="#ctx0" brushRef="#br0" timeOffset="10184.889">2008 22,'2'0,"6"0,6 0,10 0,10 0,8 0,10 0,4-2,0-1,-10 0</inkml:trace>
  <inkml:trace contextRef="#ctx0" brushRef="#br0" timeOffset="10548.464">2500 664,'2'2,"1"0,-1 0,1 0,0 0,0 0,0-1,0 0,0 1,0-1,0 0,1-1,-1 1,0-1,0 1,1-1,-1 0,0 0,1 0,-1-1,0 1,1-1,-1 0,0 0,0 0,0 0,0 0,0-1,0 1,0-1,0 0,-1 0,1 0,0 0,-1 0,0-1,0 1,0-1,1-1,2-2,-1-1,0 1,0-1,-1 0,0 0,0-1,-1 1,0-1,0 1,-1-1,0 0,0 1,-1-1,0-2,1 7,-1 0,0 0,-1 0,1 0,0 0,-1 0,0 0,0 0,0 0,0 0,0 0,0 1,-1-1,0 0,1 1,-1-1,0 1,0-1,0 1,0 0,-1 0,1 0,-1 0,1 1,-1-1,0 1,1-1,-1 1,0 0,0 0,0 0,0 0,0 1,0-1,0 1,-1 0,-3 1,0 0,0 0,0 1,0 0,1 0,-1 1,1 0,-1 0,1 0,0 1,0 0,0 0,1 1,0-1,0 1,0 0,0 1,1-1,0 1,0 0,0 0,1 0,0 1,0-1,0 1,1-1,0 1,1 0,-1 3,-6 22</inkml:trace>
  <inkml:trace contextRef="#ctx0" brushRef="#br0" timeOffset="13034.528">3032 1046,'232'-8,"57"3,-101 43,108-29,-294-10,0 1,0 0,0 0,0 0,0 0,-1 0,1 1,0-1,0 0,0 1,0 0,0-1,-1 1,1 0,0 0,0 0,-1 0,1 0,-1 0,1 1,-1-1,0 0,1 1,-1-1,0 1,0-1,0 1,0 0,0 0,0-1,0 1,-1 0,1 0,-1 0,1 0,-1 0,0-1,0 1,0 0,0 2,-18 180,-12 126,4 33,26-257,-12 245,2-211,5 93,-8 15,-1 67,14 69,0-361,1 0,-1-1,0 1,-1 0,1-1,0 1,-1 0,0-1,0 1,1-1,-1 1,-1-1,1 1,0-1,0 0,-1 0,0 1,1-1,-1 0,0 0,0-1,0 1,0 0,0-1,-1 1,1-1,0 0,-1 1,1-1,-1 0,1-1,-1 1,1 0,-1-1,0 1,1-1,-1 0,0 0,1 0,-1 0,-278-16,-82-6,298 17,20 2,1-2,-1-2,-30-10,57 14,0 0,0 0,0 2,-1 0,1 2,-3 0,-12-1,3 6,32-3,2-5</inkml:trace>
  <inkml:trace contextRef="#ctx0" brushRef="#br0" timeOffset="13935.143">3510 227,'0'2,"0"4,-2 7,-1 8,-2 8,-1 6,2 4,0 2,2-1,1-3,0-2,1-4,0-4,1-4,-4-4,1-6</inkml:trace>
  <inkml:trace contextRef="#ctx0" brushRef="#br0" timeOffset="14183.502">3401 664,'2'0,"6"0,3 0,5 0,5 0,2 0,3 0,-1 0,0 0,-2 0,-3 0,-4 0</inkml:trace>
  <inkml:trace contextRef="#ctx0" brushRef="#br0" timeOffset="14454.864">3306 117,'0'-2,"2"-1,6 0,6 1,7 0,10 1,9-2,6-5,3-3,-7-1</inkml:trace>
  <inkml:trace contextRef="#ctx0" brushRef="#br0" timeOffset="15382.389">3770 568,'19'-35,"1"0,2 2,2 0,7-6,-21 34,-17 26,4-11,-2 9,0 0,2 1,0 0,1-1,1 1,0 0,2 0,1 0,0 0,2 4,0-7,-2-12,0-1,0 1,0 0,-1 0,0 1,0-1,0 0,-1 0,0 0,0 1,0-1,0 0,-1 0,0 0,0 0,-1 1,1-1,-1-1,0 1,0 0,-1 0,1-1,-1 1,-1 0,-6 1</inkml:trace>
  <inkml:trace contextRef="#ctx0" brushRef="#br0" timeOffset="15552.654">3810 787,'-6'-2,"-3"1,0 3,4 2,8-1,10 0,12-3,13-6,10-5,-3 0</inkml:trace>
  <inkml:trace contextRef="#ctx0" brushRef="#br0" timeOffset="18112.558">4166 978,'46'31,"74"-12,-97-18,272 19,79-8,-364-13,-1 1,1 1,0-1,-1 1,1 1,-1 0,1 0,-1 1,0 0,0 1,0 0,-1 0,1 1,-1 0,0 1,2 1,-7-2,-1 1,0 0,0 0,0 0,0 0,-1 0,0 0,0 0,-1 0,0 0,0 1,0-1,-1 0,1 0,-2 0,0 4,1 1,-11 147,9 158,4-185,-1-14,-4 0,7 0,4-1,5 1,23 93,-27-178,11 40,-3 0,-3 2,0 37,-11 12,-12 97,9-209,-1 34,1 1,3-1,2 0,5 24,-3-37,-2-1,-1 1,-2 0,-2 29,-1-50,-1 0,0-1,-1 0,0 0,0 0,-1 0,0 0,-1-1,0 0,0-1,-3 4,6-9,0 0,-1-1,1 1,0-1,-1 1,1-1,-1 0,0 0,0-1,1 1,-1-1,0 0,0 0,-1 0,1 0,0-1,0 0,0 1,0-2,-1 1,1 0,0-1,0 0,0 0,0 0,0 0,0-1,0 0,1 1,-1-2,-269-61,174 44,20 5,-1 3,1 3,-47 3,-261-6,379 13,-30-9,36 2</inkml:trace>
  <inkml:trace contextRef="#ctx0" brushRef="#br0" timeOffset="18747.765">4617 227,'0'-3,"0"2,-3 9,-2 9,-4 11,1 12,-1 10,0 4,3 1,2-3,2-5,3-5,4-9,1-9</inkml:trace>
  <inkml:trace contextRef="#ctx0" brushRef="#br0" timeOffset="18997.895">4494 636,'0'7,"2"3,6-1,8-2,8-2,8-4,2-5,3-4,-1-3,-6 1</inkml:trace>
  <inkml:trace contextRef="#ctx0" brushRef="#br0" timeOffset="19250.855">4426 77,'14'-7,"16"-5,14 0,12 2,10 3,3 6,0 12,-13 3</inkml:trace>
  <inkml:trace contextRef="#ctx0" brushRef="#br0" timeOffset="19529.108">4876 487,'2'-4,"0"0,1 0,-1 0,1 0,0 1,0-1,0 1,0 0,1 0,0 0,-1 1,1-1,0 1,0 0,0 0,0 0,1 0,-1 1,0 0,1 0,-1 0,1 0,0 1,-1-1,1 1,-1 1,1-1,-1 0,1 1,4 1,-6 2,0 0,0-1,0 1,-1 1,1-1,-1 0,0 1,0-1,0 1,-1-1,0 1,0 0,0 0,0-1,-1 1,1 0,-2 0,1 0,0 0,-1-1,0 1,0 0,0 0,0-1,-1 1,0-1,0 1,-1 1,-6 14,-1 0,-1 0,0-1,-1-1,-1 0,-8 8,-26 37,47-63,-1 0,0 1,1-1,-1 1,1-1,-1 1,1-1,-1 1,1 0,-1-1,1 1,0-1,-1 1,1 0,0-1,-1 1,1 0,0-1,0 1,0 0,0 0,0-1,0 1,0 0,0 0,0-1,0 1,0 0,0-1,0 1,1 0,-1-1,0 1,0 0,1-1,-1 1,0 0,1-1,-1 1,1-1,-1 1,1-1,-1 1,1-1,0 1,-1-1,1 1,-1-1,1 0,0 1,-1-1,1 0,0 0,-1 1,1-1,0 0,0 0,-1 0,1 0,0 0,0 0,50-4,173-45,-141 32</inkml:trace>
  <inkml:trace contextRef="#ctx0" brushRef="#br0" timeOffset="19881.168">5860 1647,'13'0,"13"-2,1-1</inkml:trace>
  <inkml:trace contextRef="#ctx0" brushRef="#br0" timeOffset="20134.015">6665 1715,'9'-2,"13"-4,2 1</inkml:trace>
  <inkml:trace contextRef="#ctx0" brushRef="#br0" timeOffset="20377.367">7388 1730,'0'-1</inkml:trace>
  <inkml:trace contextRef="#ctx0" brushRef="#br0" timeOffset="20378.367">7976 1743</inkml:trace>
  <inkml:trace contextRef="#ctx0" brushRef="#br0" timeOffset="20650.158">8427 1756,'9'-4,"3"-2</inkml:trace>
  <inkml:trace contextRef="#ctx0" brushRef="#br0" timeOffset="22228.538">9847 1074,'-11'129,"39"198,-17 195,-11-282,2-179,3-1,2 0,3 0,3-1,10 26,-5-23,-4 1,-2 0,-3 0,-2 1,-3 36,-4-41,-1-22,1 1,2-1,2 1,7 32,-1-14,-2 1,-3-1,-2 1,-5 55,1-28,15 148,-14 68,-1-299,1 0,0 1,0-1,0 1,0-1,0 1,0-1,0 1,0-1,1 0,-1 1,0-1,1 1,-1-1,1 0,0 1,-1-1,1 0,0 0,0 0,0 0,0 1,0-1,0 0,0 0,0-1,0 1,1 0,-1 0,0-1,1 1,-1 0,0-1,1 1,-1-1,0 0,1 0,-1 1,1-1,-1 0,1 0,-1 0,1 0,-1-1,1 1,-1 0,1-1,111-32,133 16,160-12,-399 28,-6 2,1 0,-1-1,0 1,1-1,-1 0,1 1,-1-1,1 0,-1 0,0 0,1 0,-1 0,1 0,-1 0,1-1,-1 1,0 0,1-1,-1 1,1-1,-1 0,0 1,0-1,1 0,-1 0,0 0,0 0,0 0,0 0,0 0,0 0,0 0,0 0,-1 0,1-1,0 1,-1 0,1-1,-1 1,1 0,-1-1,0 1,1-1,-1 1,0-1,0 1,0-1,0 1,-1-2,-8-13</inkml:trace>
  <inkml:trace contextRef="#ctx0" brushRef="#br0" timeOffset="24201.847">9902 1142,'-3'-17,"0"8,1 0,1 0,-1 0,2 0,-1 0,1-1,1 1,-1 0,1 0,1 0,0-1,0 8,1-1,-1 0,1 1,-1 0,1-1,0 1,0 0,0 1,0-1,0 0,1 1,-1 0,0-1,1 1,-1 1,1-1,-1 0,1 1,-1 0,1 0,-1 0,1 0,-1 0,1 1,-1 0,3 0,8 0,62 5,0 3,57 15,-125-22,52 10,1-3,0-3,43-1,110-6,-211 2,1-1,-1 1,0 0,0 0,0 1,0-1,0 1,-1-1,1 1,0 0,-1 0,1 0,-1 1,0-1,1 0,-1 1,0-1,-1 1,1 0,0 0,-1 0,1 0,-1 0,0 2,18 79,-17-41,-3 1,-2 0,-1-1,-8 30,-6 78,15 437,-3-488,2-63,2 0,1-1,3 1,0 0,7 27,20 123,-22 133,12 1,-19 54,1-349,2 0,1-1,1 1,1-1,3 4,15 78,-13-21,-5-16,-2-77,-1-4</inkml:trace>
  <inkml:trace contextRef="#ctx0" brushRef="#br0" timeOffset="25664.474">10216 90,'0'5,"0"10,-3 10,0 10,0 9,1 5,0 2,1 0,1-6,0-4,0-8,0-7,0-7</inkml:trace>
  <inkml:trace contextRef="#ctx0" brushRef="#br0" timeOffset="25917.308">10106 623,'3'0,"4"0,5-2,4-1,4 0,1 0,2 2,-1 0,-2 0,-2 1,-2 0,-3 0</inkml:trace>
  <inkml:trace contextRef="#ctx0" brushRef="#br0" timeOffset="26164.677">10093 77,'2'-2,"6"-1,5 0,9-2,6 0,9 1,4 1,0 1,-6 1</inkml:trace>
  <inkml:trace contextRef="#ctx0" brushRef="#br0" timeOffset="26882.762">10516 432,'2'2,"1"6,0 6,-3 7,-1 5,-3 5,-1 2,-2 0,1-1,-2-4,1-4,2-3,1-7</inkml:trace>
  <inkml:trace contextRef="#ctx0" brushRef="#br0" timeOffset="27203.444">10666 459,'58'61,"-27"-21,-11-15,0 1,-2 1,-1 0,-1 1,3 10,-18-37,0 0,-1 0,1 0,-1-1,1 1,-1 0,1 0,-1 0,1 0,-1 1,0-1,0 0,1 0,-1 0,0 0,0 0,0 0,0 0,0 0,-1 0,1 0,0 0,0 0,-1 1,1-1,0 0,-1 0,1-1,-1 1,0 0,1 0,-1 0,0 0,1 0,-1-1,0 1,0 0,0-1,0 1,0 0,0-1,1 1,-1-1,0 0,-1 1,1-1,0 0,0 1,-1-1,-45-7,22-2</inkml:trace>
  <inkml:trace contextRef="#ctx0" brushRef="#br0" timeOffset="27458.769">10762 419,'16'-10,"13"-7,10-3,8-4,5 1,3 2,0 4,-3 5,-6 5,-11 4</inkml:trace>
  <inkml:trace contextRef="#ctx0" brushRef="#br0" timeOffset="31448.229">11076 1074,'1'-2,"0"1,1-1,-1 1,1 0,-1-1,1 1,0 0,0 0,-1 0,1 0,0 0,0 1,0-1,0 0,0 1,0 0,0-1,0 1,0 0,0 0,0 0,0 0,1 0,-1 1,0-1,0 1,1 0,5-1,333 9,17-2,-358-8,1 1,0 0,0-1,0 1,0 0,0 0,0 0,-1 0,1 0,0 0,0 0,0 0,0 0,0 0,0 0,0 1,-1-1,1 0,0 1,0-1,0 0,-1 1,1-1,0 1,0-1,-1 1,1 0,0-1,-1 1,1 0,-1-1,1 1,-1 0,1 0,-1 0,0-1,1 1,-1 0,0 0,0 0,1 0,-1 0,0-1,0 1,0 0,0 0,0 0,0 0,0 0,-1 0,1 0,0-1,0 1,-1 0,1 1,-13 37,3 1,1 0,2 1,-1 23,6 1,3 1,3-1,3 1,6 17,4 54,-7 1,-8 132,-1-70,52 243,-67 29,15 113,4-526,-3-51,-1 0,0-1,0 1,0 0,-1 0,0-1,-1 1,0 0,0 0,-1-1,0 1,0-1,0 1,-1-1,-3 6,0-4,4-4,0-2,0 1,-1 0,1 0,-1-1,0 1,0-1,0 0,0 0,-1 0,1-1,-1 1,0-1,0 0,0 1,-1-1,-4 0,0 0,-1-1,1 0,0 0,-1-1,1 0,-1-1,1 0,0 0,-9-3,-27-2,-43-5,0-3,-71-21,149 32,-1 2,1-1,-1 1,0 1,0 0,1 0,-1 1,0 1,-5 1,-91 5,106-8,0 0,1 0,-1-1,1 1,-1 0,0 0,1-1,-1 1,1 0,-1-1,1 1,-1-1,1 1,-1-1,1 1,-1-1,1 1,-1-1,1 1,0-1,0 1,-1-1,1 0,0 1,0-1,-1 0,1 1,0-1,0 0,0 1,0-1,0 1,0-1,0 0,0 1,0-1,1 0,-1 1,0-1,0 0,0 1,1-1,-1 1,0-1,1 0,-1 1,1-1,-1 0,5-17</inkml:trace>
  <inkml:trace contextRef="#ctx0" brushRef="#br0" timeOffset="32714.498">11007 1060,'-13'36,"-2"16,4 1,1 1,3 0,2 0,2 19,0 62,5 0,8 13,0 6,-6 0,-7 1,-20 133,8 23,2-165,8-107,1 0,2 0,2 0,1 0,5 28,7 5,-3 1,-4 0,-3 15,4 251,0-177,-7-162,-1 1,1-1,0 1,0 0,0 0,-1-1,1 1,0 0,0 0,0-1,0 1,0 0,0 0,1-1,-1 1,0 0,0-1,0 1,1 0,-1-1,0 1,1 0,-1-1,1 1,-1 0,1-1,-1 1,1-1,-1 1,1-1,-1 1,1-1,0 1,-1-1,1 0,0 1,0-1,4-6</inkml:trace>
  <inkml:trace contextRef="#ctx0" brushRef="#br0" timeOffset="33668.174">11691 117,'0'5,"0"8,-3 12,0 10,-2 11,-3 10,-2 4,0 1,1-2,0-5,3-7,1-9,3-8,1-10</inkml:trace>
  <inkml:trace contextRef="#ctx0" brushRef="#br0" timeOffset="33912.52">11554 650,'-5'2,"1"4,4 0,6-1,9-3,7-2,4-4,2-1,-1 1,-3 0,-3-1,-5 1</inkml:trace>
  <inkml:trace contextRef="#ctx0" brushRef="#br0" timeOffset="34160.893">11608 63,'5'0,"11"-2,11-1,14-3,8-2,6 1,2 0,-3 3,-12 1</inkml:trace>
  <inkml:trace contextRef="#ctx0" brushRef="#br0" timeOffset="34499.986">12031 582,'-1'3,"0"1,0 0,0-1,0 1,0 0,1 0,0 0,-1 0,1 0,1-1,-1 1,1 0,-1 0,1 0,0-1,1 1,-1 0,0-1,1 1,0-1,0 1,0-1,0 0,1 0,-1 0,1 0,0 0,0-1,0 1,0-1,0 0,0 0,1 0,2 1,1-1,0 0,0-1,0 0,0-1,0 1,0-2,0 1,0 0,0-1,0-1,-1 1,1-1,0 0,-1 0,1-1,4-2,-7 3,0 0,0-1,-1 1,1-1,0 1,-1-1,0 0,0 0,0-1,0 1,0-1,-1 1,1-1,-1 0,0 0,0 0,0 0,-1 0,0 0,1-1,-1 1,-1 0,1-1,-1 1,0-1,0-3,0 3,-1 0,0 1,0-1,-1 0,0 1,1-1,-2 1,1 0,0-1,-1 1,0 0,0 0,0 1,0-1,0 1,-1-1,0 1,0 0,0 1,0-1,0 0,0 1,-1 0,1 0,-1 1,-1-1,-1-1,-1 1,1 1,-1-1,0 1,1 0,-1 1,0 0,0 0,0 1,1 0,-1 0,0 0,1 1,-1 1,1-1,-1 1,0 2,0 0,0 0,1 0,-1 1,1 0,1 0,-1 1,1 0,0 0,1 1,0-1,0 1,0 0,1 1,1-1,-1 1,1-1,1 1,-1 0,0 9,-2 29</inkml:trace>
  <inkml:trace contextRef="#ctx0" brushRef="#br0" timeOffset="36435.058">12073 1060,'22'11,"241"-7,-196-5,15 0,0 3,-1 3,18 7,-97-12,1 0,-1 0,1 0,-1 0,1 1,-1-1,1 0,-1 1,0 0,1-1,-1 1,0 0,1 0,-1 1,0-1,0 0,0 1,0-1,0 1,0 0,-1-1,1 1,-1 0,1 0,-1 0,1 0,-1 1,0-1,0 0,0 2,-6 134,8-19,6 0,16 70,5 47,-6 208,-21 61,-3-405,-21 178,8-169,-2 243,10 63,5-411,1 0,-1 1,0-1,0 0,-1 0,1 0,-1 0,1 0,-1 0,-1 0,1 0,0 0,-1-1,0 1,0 0,0-1,0 0,-1 1,1-1,-1 0,0 0,0 0,0-1,0 1,-1-1,1 1,0-1,-1 0,0 0,0-1,1 1,-1-1,-2 1,-222-3,180 0,1-3,-1-1,-40-11,60 10,0 1,0 2,0 0,-1 3,-25 1,17 5,46-22,2 2,0-1</inkml:trace>
  <inkml:trace contextRef="#ctx0" brushRef="#br0" timeOffset="37066.899">11977 1046,'-3'0,"0"2,1 6,-1 6,2 5,0 7,2 7,2-1</inkml:trace>
  <inkml:trace contextRef="#ctx0" brushRef="#br0" timeOffset="39345.066">11622 773,'-12'16,"-8"10,-3 8,-5 7,-2 6,0 9,-1 7,-1 4,0 2,3-1,4-6,4-5,6-9,5-10,5-9,5-11,2-10</inkml:trace>
  <inkml:trace contextRef="#ctx0" brushRef="#br0" timeOffset="39832.762">11267 1333,'11'65,"3"0,3-1,8 15,-18-63,-6-45,-15-19,-2 1,-2 0,-2 2,-5-6,24 49,1 2,-1 0,1-1,-1 1,1 0,-1-1,1 1,-1-1,1 1,-1-1,1 1,0-1,-1 1,1-1,0 1,-1-1,1 1,0-1,0 0,-1 1,1-1,0 0,0 1,0-1,0 0,0 1,0-1,0 0,0 1,0-1,0 1,1-1,-1 0,0 1,0-1,0 0,1 1,-1-1,0 1,1-1,-1 1,1-1,-1 1,0-1,1 1,-1-1,1 1,0 0,-1-1,1 1,-1 0,1-1,-1 1,1 0,0 0,-1-1,1 1,0 0,0 0,11 2,0 1,0 0,0 0,0 1,0 1,-1 0,0 1,0 0,7 5,-15-8,-1 0,1 0,-1 0,0 0,0 0,0 1,0-1,-1 1,1-1,-1 1,0 0,0-1,0 1,-1 0,1 0,-1 0,0-1,0 1,0 0,-1 0,1 0,-1 0,0-1,0 1,0 0,-1-1,1 1,-1-1,0 1,0-1,0 0,0 0,-2 2,-9 24,7-13</inkml:trace>
  <inkml:trace contextRef="#ctx0" brushRef="#br0" timeOffset="40379.342">12209 1456,'-5'-7,"-1"0,1 3,0 8,2 9,1 11,0 6,2 5,0 2,0-1,0-3,1-5,-1-6,0-6</inkml:trace>
  <inkml:trace contextRef="#ctx0" brushRef="#br0" timeOffset="40582.794">12127 1688,'-4'0,"-3"2,4 2,4-2,6 3,7 0,8-1,5-1,2-2,1-2,-2-1,-3-4,-5-1,-4-1</inkml:trace>
  <inkml:trace contextRef="#ctx0" brushRef="#br0" timeOffset="40778.274">12005 1320,'18'0,"16"0,14 0,7 0,5 0,-2 0,-6 0,-12 0</inkml:trace>
  <inkml:trace contextRef="#ctx0" brushRef="#br0" timeOffset="41036.585">12441 1620,'-4'21,"-2"14,-2 7,0 5,-1 0,2-3,1-6,6-8,9-9,2-7</inkml:trace>
  <inkml:trace contextRef="#ctx0" brushRef="#br0" timeOffset="42651.516">12851 1019,'461'55,"-350"-42,-1-3,37-6,-137-4,-7-1,1 0,-1 0,1 1,0-1,-1 1,1 0,0 0,-1 0,1 0,0 1,-1-1,1 1,0 0,-1 0,0 0,1 1,-1-1,1 1,-1 0,0 0,0 0,0 0,0 1,-1-1,1 1,-1-1,1 1,-1 0,0 0,0 0,0 0,0 1,0 1,-12 142,4 308,7-291,-1 792,5-791,-1-87,-3 0,-3 0,-5 8,-1-12,3 1,3 0,4 0,4 16,22 107,-23-50,-5-145,0 1,-1-1,1 1,-1 0,0-1,0 1,0-1,0 0,-1 1,1-1,-1 0,0 0,0 0,0 0,0 0,-1 0,1 0,-1-1,0 0,1 1,-1-1,0 0,0 0,-1 0,1-1,0 1,-1-1,1 0,0 0,-1 0,-2 0,-47 2,-1-3,1-2,-44-7,14-2,-275-25,283 29,52 2</inkml:trace>
  <inkml:trace contextRef="#ctx0" brushRef="#br0" timeOffset="43245.452">13220 1483,'-5'-7,"-3"-2,-1 5,-1 8,1 7,2 10,2 10,3 6,0 5,2 2,0 0,0-3,1-3,-1-4,1-8</inkml:trace>
  <inkml:trace contextRef="#ctx0" brushRef="#br0" timeOffset="43499.344">13097 1852,'2'7,"6"2,8 0,9-4,4-6,2-4,1-4,-6 0</inkml:trace>
  <inkml:trace contextRef="#ctx0" brushRef="#br0" timeOffset="43752.689">13125 1347,'4'-5,"9"-1,9 0,10 1,9 2,7 1,2 3,-8 2</inkml:trace>
  <inkml:trace contextRef="#ctx0" brushRef="#br0" timeOffset="44017.492">13384 1730,'33'-13,"-24"9,0 0,1 0,0 1,0 0,0 1,0 0,0 1,6 0,-15 1,1 0,-1 0,0 0,0 1,0-1,0 0,0 1,0-1,0 0,0 1,0-1,0 1,0 0,0-1,-1 1,1 0,0-1,0 1,-1 0,1 0,0 0,-1 0,1 0,-1 0,1 0,-1 0,1 0,-1 0,0 0,0 0,1 0,-1 0,0 0,0 0,0 0,0 0,0 1,0-1,0 0,-1 0,1 0,-1 0,-13 48,-132 202,144-250,1 1,0-1,0 1,0 0,0-1,0 1,0 0,0-1,0 1,1 0,-1 0,1 0,-1 0,1 0,0 0,0-1,0 1,0 0,0 0,0 0,0 0,1 0,-1 0,1 0,-1 0,1-1,0 1,0 0,-1 0,1-1,1 1,-1-1,0 1,0-1,0 1,1-1,-1 0,1 1,-1-1,1 0,0 0,0 0,15 3,0 0,1-1,-1-1,1-1,-1-1,1 0,0-1,-1-1,1 0,-1-2,15-4,-27 7,50-11</inkml:trace>
  <inkml:trace contextRef="#ctx0" brushRef="#br0" timeOffset="44301.732">14353 1811</inkml:trace>
  <inkml:trace contextRef="#ctx0" brushRef="#br0" timeOffset="44478.291">14831 1838,'23'-9,"8"-4</inkml:trace>
  <inkml:trace contextRef="#ctx0" brushRef="#br0" timeOffset="44731.585">15377 1866,'21'-7,"7"-3</inkml:trace>
  <inkml:trace contextRef="#ctx0" brushRef="#br0" timeOffset="44984.422">15910 1824,'16'-4,"13"-5,8 0,-3 2</inkml:trace>
  <inkml:trace contextRef="#ctx0" brushRef="#br0" timeOffset="45916.159">16620 869,'38'597,"-31"158,-1-662,4 0,4-1,4 0,11 24,-12-58,0-9,-2 0,-3 1,-1 0,-3 1,-2 0,-2 0,-2 0,-3 0,-6 46,-8-29,10-49,-1-1,2 2,1-1,0 0,2 1,0-1,1 1,1 0,1-1,0 0,6 20,12 19,-11-36,0 1,-2 0,-1 1,-1 0,0-1,-2 2,-1-1,-1 1,-17 86,-9 27,25-135,1-1,-1 0,1 0,0 0,0 1,0-1,0 0,0-1,1 1,-1 0,1 0,-1 0,1-1,0 1,-1-1,1 1,0-1,0 0,0 0,0 0,0 0,0 0,0 0,1 0,-1-1,0 1,0-1,1 0,-1 1,0-1,1 0,-1 0,0-1,0 1,1 0,-1-1,0 1,0-1,0 0,3-1,9 1,728 12,-660-11,-82 0,0-1,0 1,0 0,0 0,0-1,-1 1,1 0,0 0,0-1,1 1,-1 0,0-1,0 1,0 0,0 0,0-1,0 1,0 0,0 0,0-1,1 1,-1 0,0 0,0 0,0-1,0 1,1 0,-1 0,0 0,0 0,0-1,1 1,-1 0,0 0,0 0,1 0,-1 0,0 0,0 0,1 0,-1 0,0 0,0 0,1 0,-1 0,0 0,1 0,-1 0,0 0,0 0,1 0,-1 0,0 0,0 0,1 0,-1 0,0 1,0-1,-19-9,-5 0</inkml:trace>
  <inkml:trace contextRef="#ctx0" brushRef="#br0" timeOffset="47730.21">16580 896,'536'-14,"-398"15,133 19,-73-13,-197-7,1-1,0 1,-1 0,1 0,-1 0,1 0,0 0,-1 0,1 0,-1 1,1-1,-1 0,1 1,-1-1,1 1,-1 0,1 0,-1-1,1 1,-1 0,0 0,0 0,0 0,1 0,-1 1,0-1,0 0,-1 1,1-1,0 0,0 1,-1-1,1 1,0-1,-1 1,0-1,1 1,-1-1,0 1,0 0,0-1,0 234,-1 1521,22-1510,-1-62,-7-4,1-38,-13-123,1 1,1-1,1 0,0-1,1 1,2-1,-1 0,2 0,52 151,-42-94,-8-84,-6-3</inkml:trace>
  <inkml:trace contextRef="#ctx0" brushRef="#br0" timeOffset="48436.359">17043 1265,'0'-5,"0"1,-2 6,-1 7,-2 9,-3 8,-2 7,1 5,1 5,3 3,2-3,1-3,2-9</inkml:trace>
  <inkml:trace contextRef="#ctx0" brushRef="#br0" timeOffset="48682.602">16935 1647,'7'0,"4"0,6 0,3 0,2 0,1-2,-3-4,-5 0</inkml:trace>
  <inkml:trace contextRef="#ctx0" brushRef="#br0" timeOffset="48936.015">16935 1114,'9'0,"10"0,9 0,7 0,1 0,-4 0</inkml:trace>
  <inkml:trace contextRef="#ctx0" brushRef="#br0" timeOffset="49184.985">17126 1401,'0'19,"0"10,0 8,-3 4,0 2,0-1,1-4,0-5,1-7,1-4,0-7</inkml:trace>
  <inkml:trace contextRef="#ctx0" brushRef="#br0" timeOffset="49381.462">17249 1456,'7'23,"1"-1,2 0,0-1,1 0,2 0,1 1,36 66,-46-81,-1-1,0 0,0 0,0 0,-1 1,0-1,0 0,-1 1,0 0,0-1,0 1,-1 4,-1-10,0 1,0-1,0 0,0 0,0 1,-1-1,1 0,0 0,-1 0,1 0,0 0,-1-1,0 1,1 0,-1-1,1 1,-1-1,0 1,1-1,-1 0,0 0,1 0,-1 0,0 0,1 0,-1 0,0 0,1-1,-1 1,0-1,1 1,-1-1,1 0,-1 1,0-1,-21-10,0-2</inkml:trace>
  <inkml:trace contextRef="#ctx0" brushRef="#br0" timeOffset="49597.883">17317 1456,'16'-9,"13"-6,10-2,10-3,9-3,6-2,-8 3</inkml:trace>
  <inkml:trace contextRef="#ctx0" brushRef="#br0" timeOffset="50979.274">17904 896,'178'12,"120"-9,-193-4,17 1,-119 1,-1-1,1 1,-1-1,1 1,-1 0,0 0,0 0,1 0,-1 1,0-1,0 0,0 1,0 0,0-1,-1 1,1 0,0 0,-1 0,1 0,-1 0,0 0,0 1,0-1,0 0,0 1,0-1,-1 1,1-1,9 73,-11-44,-1-1,-2 0,-1 0,-1 0,-2 0,-1 2,-20 87,23-55,3 0,2 1,4-1,2 0,3 0,3-1,2 0,23 60,-19-56,-3-1,-3 1,-3 1,-3 0,-2 0,-6 40,3-106,-8 102,4 1,4 0,14 93,25 131,-5-61,-29-216,-2-1,-2 1,-4 27,1-73,1-1,-1 0,0 1,-1-1,1 0,-1-1,0 1,0 0,-1-1,1 1,-1-1,0 0,0-1,-1 1,1-1,-1 1,1-1,-1 0,0-1,0 0,-1 1,1-1,0-1,-1 1,1-1,-1 0,1 0,-1-1,0 0,-3 1,0-1,1 0,-1-1,0 0,0 0,1-1,-1 0,1-1,-2 0,-28-7,-87-9,-1 4,0 7,-27 4,29-1,122 5,-1 0,1 0,0 0,0-1,-1 1,1-1,0 1,0-1,0 1,0-1,-1 0,1 0,0 0,1-1,-1 1,0 0,0-1,0 1,1-1,-1 1,1-1,-1 0,1 0,-1-1,0-16</inkml:trace>
  <inkml:trace contextRef="#ctx0" brushRef="#br0" timeOffset="51946.206">18095 254,'0'3,"0"4,0 7,-2 10,-1 7,0 7,0 4,2 2,0-4,0-3,1-3,0-8</inkml:trace>
  <inkml:trace contextRef="#ctx0" brushRef="#br0" timeOffset="52199.532">18027 609,'7'0,"9"0,9 0,7 0,3 0,0 0,-3 0,-6-2,-6-1</inkml:trace>
  <inkml:trace contextRef="#ctx0" brushRef="#br0" timeOffset="52453.365">17986 22,'20'0,"18"2,14 4,12 0,3-1,-9-1</inkml:trace>
  <inkml:trace contextRef="#ctx0" brushRef="#br0" timeOffset="52664.801">18382 487,'-2'5,"1"0,0 1,0-1,1 1,-1-1,1 1,0-1,1 0,-1 1,1-1,0 1,1-1,-1 0,1 1,0-1,0 0,1 0,-1-1,1 1,0 0,1-1,-1 0,1 0,-1 0,1 0,1 0,-1-1,0 0,1 0,0 0,-1 0,1-1,0 1,0-1,1-1,-1 1,0-1,1 0,-1 0,1 0,2-1,-4-1,0 0,-1 0,1-1,0 1,-1-1,0 0,1 0,-1 0,0 0,0-1,0 1,-1-1,1 0,0 0,-1 0,0 0,0 0,0 0,0 0,0-1,-1 1,1-1,-1 0,0 1,0-1,0 0,-1 0,1 1,-1-1,0 0,0 0,0 0,-1 0,1 1,-1-1,0 0,0 1,0-1,-1 0,1 1,-1-1,0 1,0 0,0 0,0-1,-1 2,1-1,-1 0,0 0,0 1,0-1,0 1,0 0,-2-2,0 0,0 1,0 0,0 0,0 0,0 1,-1-1,1 1,-1 0,0 1,1 0,-1 0,0 0,0 0,0 1,0 0,0 1,0-1,1 1,-1 0,0 0,0 1,1 0,-1 0,1 0,-1 0,1 1,0 0,0 0,0 1,0-1,1 1,0 0,-1 0,1 1,1-1,-1 1,1 0,-3 4,-3 26,7-1</inkml:trace>
  <inkml:trace contextRef="#ctx0" brushRef="#br0" timeOffset="54016.219">18750 855,'-10'0,"26"0,2 0,779 27,-786-27,-9-1,0 1,0-1,0 1,0-1,0 1,1 0,-1 0,0 0,0 0,0 0,0 1,0-1,0 1,0-1,0 1,0 0,0 0,0-1,0 1,0 1,-1-1,1 0,0 0,-1 1,1-1,-1 1,1-1,-1 1,0 0,1-1,-1 3,-26 80,13-53,0 6,1 1,3 1,0 0,3 0,2 0,1 0,2 22,8 63,18 90,5 48,-24 69,-5-152,12 61,9 130,-29-236,2-88,2 1,3-1,1 1,5 25,5 2,-3 1,-3 1,-4 24,-4 66,1-163,1 0,-1-1,1 1,-1 0,0-1,0 1,0-1,0 1,0-1,0 1,-1-1,1 0,-1 0,0 0,0 0,0 0,0 0,0 0,0 0,0-1,0 1,-1-1,1 0,-1 0,1 1,-1-2,1 1,-1 0,0 0,1-1,-1 0,0 1,1-1,-1 0,0 0,0-1,-2 1,-284-32,-105 4,299 19</inkml:trace>
  <inkml:trace contextRef="#ctx0" brushRef="#br0" timeOffset="54831.643">19187 104,'0'-5,"0"4,0 6,0 9,0 7,-2 7,-1 6,-2 3,-1 4,-1-2,1-2,1-3,1-5,2-5,1-7</inkml:trace>
  <inkml:trace contextRef="#ctx0" brushRef="#br0" timeOffset="55081.978">19037 472,'5'0,"6"3,5 0,6 0,5 0,3-2,1 0,-5 0</inkml:trace>
  <inkml:trace contextRef="#ctx0" brushRef="#br0" timeOffset="55333.867">19079 22,'11'-5,"12"-1,7 0,7 1,1 7,0 4,-8 2</inkml:trace>
  <inkml:trace contextRef="#ctx0" brushRef="#br0" timeOffset="55552.286">19297 419,'9'-15,"3"-5,0-4,-2 2,-4 5,-2 12,-4 12,-2 16,-1 12,1 7,2 6,4 2,3-3,1-10</inkml:trace>
  <inkml:trace contextRef="#ctx0" brushRef="#br1" timeOffset="88964.771">2336 1347,'4'81,"4"1,9 35,-4-26,25 326,-19 2,-22 140,10-668,-7-171,-20-101,4 143,11 0,12-55,1 225,-47 371,26 395,14-525,0 405,-6-510,5-68,0-1,-1 1,1 0,0-1,0 1,0 0,0 0,0-1,0 1,-1 0,1 0,0-1,0 1,0 0,-1 0,1 0,0-1,0 1,-1 0,1 0,0 0,0 0,-1 0,1 0,0-1,0 1,-1 0,1 0,0 0,-1 0,1 0,0 0,0 0,-1 0,1 0,0 0,-1 0,1 1,0-1,0 0,-1 0,1 0,0 0,-1 0,1 0,0 1,0-1,0 0,-1 0,1 0,0 1,0-1,0 0,-1 0,1 1,0-1,0 0,-7-23,1 0,1-1,1 1,1-1,1 0,1-1,-1-8,-69-1208,48 839,20 366,-1 58,14 407,-1-196,-1 959,-9-1176,2-31,41-1402,-38 1183,24-152,-25 368,1 25,-8 206,3 857,6-528,-5-329,9-464,-3-833,-6 1063,1-90,4 1,9-38,-7 119,-1 33,0 97,-24 381,9-339,4-42,-19 566,25-638</inkml:trace>
  <inkml:trace contextRef="#ctx0" brushRef="#br2" timeOffset="104245.805">11336 2098,'-23'-108,"27"102,2 25,1 35,-2 1,-3 0,-2 16,0 8,19 323,23 49,-35-390,-30-163,5-2,4 0,1-81,-15-484,26 648,1 15,1-1,-1 0,1 1,1-1,-1 0,1 1,0-1,0 1,1-1,2-4,-4 11,0-1,1 1,-1 0,0 0,1 0,-1-1,0 1,1 0,-1 0,0 0,1 0,-1 0,0 0,1 0,-1 0,1 0,-1 0,0 0,1 0,-1 0,0 0,1 0,-1 0,0 0,1 0,-1 1,0-1,1 0,-1 0,0 0,1 1,-1-1,0 0,1 0,-1 1,0-1,0 0,1 0,-1 1,0-1,0 0,0 1,0-1,1 0,-1 1,0-1,0 0,0 1,0-1,0 1,0-1,0 0,0 1,0-1,0 0,0 1,0-1,5 18,-1-1,0 0,-1 1,-1 0,0 0,-2 12,2 9,18 640,-15-350,-10-292,-6-50,7-17,0 0,2 0,2 0,0-1,4-19,45-305,-13 116,-18 93,-6-2,-7-61,-7 534,-30 775,22-1014,5-79,1-22,-45-471,13-329,45 606,-3 176,-6 33,0 1,0-1,0 0,0 1,1-1,-1 0,0 1,0-1,0 0,0 1,1-1,-1 0,0 1,0-1,1 0,-1 0,0 0,1 1,-1-1,0 0,0 0,1 0,-1 1,1-1,-1 0,0 0,1 0,-1 0,0 0,1 0,-1 0,0 0,1 0,-1 0,0 0,1 0,-1 0,1 0,-1 0,0-1,1 1,-1 0,0 0,0 0,1 0,-1-1,1 1,7 46,-1 0,-3 0,0 33,-2-17,26 915,-41-789,5-177,1-31,-1-49,3 0,3-49,0 20,-9-178,-3-402,23 611,-9 67,1 0,-1-1,1 1,-1 0,1 0,-1 0,1 0,-1 0,1 0,-1 0,1 0,0 0,-1 0,1 0,-1 0,1 0,-1 0,1 0,-1 0,1 1,0-1,-1 0,1 0,-1 1,0-1,1 0,-1 1,1-1,-1 1,1-1,-1 0,0 1,1-1,-1 1,0-1,0 1,1-1,-1 1,0-1,0 1,0-1,1 1,-1-1,0 1,0 0,0-1,0 1,0-1,0 1,0-1,0 1,9 32,0-1,-2 1,-2 1,2 24,-3-22,31 351,-16 1,-17 7,-3-375,-3-17,0-14,-10-44,3-1,2 0,2-1,2-29,3 59,-12-696,31 426,-12 269,-1 23,-2 20,23 568,-7 55,-18-616,0-14,1 1,-2-1,1 0,-1 0,0 0,0 0,-1 0,-1 0,-1 4,4-12,-1 0,1 1,0-1,-1 0,1 0,-1 0,1 0,-1 1,1-1,-1 0,0 0,1 0,-1 0,1 0,-1 0,1 0,-1-1,1 1,-1 0,1 0,-1 0,1 0,-1-1,1 1,0 0,-1 0,1-1,-1 1,1 0,-1-1,1 1,0 0,-1-1,1 1,0-1,0 1,-1-1,1 1,0-1,0 1,-1 0,1-1,0 1,0-1,0 0,0 1,0-1,0 1,0-1,0 1,0-1,0 1,0-1,-16-45,3-1,1 0,-4-42,13 73,-37-242,12 0,6-254,25 497,3 44,26 192,-9 1,-10 0,-10 89,-16-157,8-146,2-22,-1-329,-2 111,5-238,11 372,-10 98,1 0,-1 1,0-1,0 0,1 1,-1-1,0 0,1 0,-1 0,0 1,0-1,1 0,-1 0,0 0,1 0,-1 1,1-1,-1 0,0 0,1 0,-1 0,0 0,1 0,-1 0,1 0,-1 0,0 0,1 0,-1 0,0-1,1 1,-1 0,0 0,1 0,-1 0,0-1,1 1,-1 0,0 0,1-1,8 54,-3 1,-1 0,-3 46,-1-48,3 183,-9-1,-28 161,20-332,10-71,13-159,5-729,-15 885,2 29,17 287,-15 166,-30-183,20-260,2-26,2-18,16-277,2-392,-8 577,-3 93,2 24,15 129,-19-102,9 103,-7 1,-5-1,-12 70,7-174,2-24,3-25,36-321,-25 155,-22 158,-9 45,6 6,0 0,2 1,1 0,1 1,-3 24,12-51,0 0,0 1,0 0,0-1,1 1,0-1,0 1,0-1,1 1,0 0,-1-1,1 1,1 0,9 3,2-10</inkml:trace>
  <inkml:trace contextRef="#ctx0" brushRef="#br3" timeOffset="128112.411">18204 1537,'3'246,"23"139,-22-348,17 114,-6 1,-8 0,-6 0,-6 0,-18 90,11-202,7-47,-1-111,-5-768,23 196,3 484,-14 274,-3 1012,0-950,-6 0,-5-1,-6 0,-27 87,-2-54,48-162,0 0,0-1,-1 1,1 0,0-1,0 1,0 0,-1-1,1 1,0 0,0 0,-1-1,1 1,0 0,0 0,-1 0,1-1,0 1,-1 0,1 0,0 0,-1 0,1 0,0 0,-1-1,1 1,0 0,-1 0,1 0,0 0,-1 0,1 0,-1 1,1-1,0 0,-1 0,1 0,0 0,-1 0,1 0,0 1,0-1,-1 0,1 0,0 0,-1 1,8-177,-1 101,1-90,-7-1,-7 1,-10-20,15 165,-45-505,44 427,5-1,3 1,5 1,9-33,-10 93,-9 37,0 0,1 0,-1 0,0 1,1-1,-1 0,0 0,0 0,1 0,-1 0,0 0,1 0,-1 0,0 0,1 0,-1 0,0 0,1 0,-1 0,0 0,1 0,-1 0,0 0,1 0,-1 0,0 0,0 0,1-1,-1 1,0 0,1 0,-6 176,2 96,14 39,8 37,-15 0,-31 224,16-487,5-75,3-25,-3-257,6 97,28-919,9 671,-24 374,-4 56,14 79,14 175,-11 0,-11 2,-13-229,15 657,-29-582,12-108,0-1,0 0,0 1,0-1,0 0,0 1,-1-1,1 1,0-1,0 0,0 1,0-1,-1 0,1 1,0-1,0 0,-1 0,1 1,0-1,0 0,-1 0,1 1,0-1,-1 0,1 0,0 0,-1 0,1 1,0-1,-1 0,1 0,-1 0,1 0,0 0,-1 0,1 0,0 0,-1 0,1 0,-1 0,1 0,0 0,-1 0,1-1,0 1,-1 0,1 0,0 0,-1-1,1 1,0 0,-1 0,1 0,0-1,0 1,-1 0,1-1,0 1,0 0,0-1,-1 1,1 0,0-1,0 1,0 0,-13-27,3-18,1 0,2-1,2 0,2-1,3 0,-2 21,-5-347,16 1,38-216,-29 479,-11 106,8 97,20 327,-17 266,-22-538,-6 0,-7 0,-34 134,44-258,3-27,4-84,36-448,-31-321,13 1345,-3-211,-5 204,-10-467,-1-33,11-1032,-5 963,-1 52,-1 57,-5 84,-4-1,-15 64,-2-6</inkml:trace>
  <inkml:trace contextRef="#ctx0" brushRef="#br4" timeOffset="-211048.986">3497 2138,'-8'36,"-74"474,-2-30,79-431,6-227,11-9,9 2,16-48,17-136,-40 212,-16 635,5-390,-5-1,-3 1,-4-1,-3 0,-23 75,11-109,17-59,1-67,9-720,5 626,3 152,-1 44,7 84,-6 2,-3 91,-8-188,3 120,-7 1,-16 90,17-216,2-23,14-236,-10 204,16-213,41-193,-34 353,-26 96,0-1,0 0,0 0,0 0,0 1,0-1,1 0,-1 0,0 0,0 0,0 1,0-1,1 0,-1 0,0 0,0 0,0 0,1 0,-1 1,0-1,0 0,0 0,1 0,-1 0,0 0,0 0,1 0,-1 0,0 0,0 0,0 0,1 0,-1 0,0 0,0 0,1-1,-1 1,0 0,0 0,0 0,1 0,-1 0,0 0,0-1,0 1,0 0,1 0,-1 0,0 0,0-1,0 1,0 0,0 0,0 0,1-1,-1 1,0 0,0 0,0 0,0-1,0 1,0 0,0 0,0-1,0 1,0 0,0 0,4 20,1 254,-6-205,0 77,-6 0,-7-1,-6-1,-10 20,19-125,11-40,-1 1,1 0,0 0,0-1,-1 1,1 0,0 0,0-1,-1 1,1 0,0 0,-1 0,1 0,0-1,-1 1,1 0,-1 0,1 0,0 0,-1 0,1 0,0 0,-1 0,1 0,-1 0,1 0,0 0,-1 0,1 1,0-1,-1 0,1 0,0 0,-1 0,1 1,0-1,-1 0,1 0,0 0,6-192,49-440,-51 618,-4 43,-26 406,64-895,-33 303,-34 924,28-753,1-25,26-332,-24 333,-2 19,-2 27,-1-1,-3 1,-1-1,-1 0,-2 0,5-23,6-12,-1 0,0 0,1 0,-1 0,0 0,0 1,1-1,-1 0,0 0,1 0,-1 0,0 0,0 0,0 1,1-1,-1 0,0 0,0 0,0 1,1-1,-1 0,0 0,0 1,0-1,0 0,0 0,1 1,5-8</inkml:trace>
  <inkml:trace contextRef="#ctx0" brushRef="#br4" timeOffset="-209228.256">12469 2261,'-6'13,"18"203,-5 161,-19 51,11-471,-13-608,16 334,1 290,3 27,9 83,8 210,-16 290,-8-485,2-73,3-45,5-411,-22-118,12 539,0 30,2 295,-14 329,11-691,2 3,-2-264,-19-70,5 235,14 167,27 314,-12-53,-15 102,-1-323</inkml:trace>
  <inkml:trace contextRef="#ctx0" brushRef="#br4" timeOffset="-207345.749">19202 2125,'0'163,"0"194,-27 146,13-369,12-126,2-20,-4-790,-2 384,9 388,0 28,-1 19,15 864,-17-819,1-24,-10 103,2-163,-17-377,6 170,-9-204,28 427,1 14,2 18,12 106,-6 0,-5 1,-7 0,-5 0,-13 57,-39 122,56-303,4-22,29-382,-18-288,-11 657,3 45,10 193,-8 0,-9 1,-13 29,13-166,14-95,9-78,-4 0,-4-2,-3-22,3-240,-14 338,-3 56,-9 166,9 0,16 133,-6-257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28.654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474 320,'-2'3,"-6"12,3-21,3-12,3 8,-2-1,1 1,-2 0,1-1,-1 1,-1 0,0 0,0 0,-1 1,0-1,-1 1,0 0,-1-2,-2 2,0 0,0 1,-1 0,0 0,0 0,-1 2,0-1,0 1,-1 0,1 1,-1 0,0 1,-1 1,1-1,-12-1,14 4,1-1,-1 2,1-1,-1 1,1 0,-1 1,0-1,1 2,0-1,-1 1,1 1,0 0,0 0,0 0,0 1,1 0,-1 0,1 1,0 0,1 1,-1-1,-2 4,2 0,0 0,1 0,-1 1,2 0,0 0,0 1,0 0,2-1,-1 1,1 1,1-1,0 0,1 1,0-1,0 1,1-1,1 1,0-1,1 1,0-1,0 0,1 0,1 0,0 0,0 0,1-1,1 0,0 0,0 0,0-1,2 0,-1 0,1-1,0 1,1-2,4 4,11 1,0-2,1 0,0-1,0-2,1 0,0-2,0-1,0-1,1-1,0-2,-1 0,12-3,-13 2,1-2,0-1,-1-1,1-1,-1-1,-1-1,0-1,0-2,12-6,-32 15,1-1,-1 1,0-1,0 0,0 1,-1-2,1 1,-1 0,0-1,0 0,0 1,0-1,0 0,-1-1,0 1,0 0,0-1,0 1,0-5,-3 7,0-1,0 1,0 0,-1 0,1 0,0 0,-1 0,0 0,1 0,-1 1,0-1,0 1,0-1,0 1,0 0,0 0,0-1,-1 1,1 1,0-1,-1 0,1 1,-1-1,1 1,0 0,-1-1,1 1,-1 1,1-1,-1 0,1 0,-1 1,1 0,0-1,-2 2,-4 0,1 0,0 1,0 0,0 0,0 1,0 0,1 0,-1 1,1 0,0 0,1 0,-1 1,1-1,0 1,1 1,-1-1,1 1,0-1,1 1,0 0,0 1,0-1,1 0,0 1,1 0,-1-1,1 1,1 0,0-1,0 9,0-14,1-1,-1 1,1 0,-1 0,1 0,0 0,0-1,0 1,0 0,0-1,0 1,0-1,0 1,1-1,-1 0,0 1,1-1,-1 0,1 0,0 0,-1 0,1 0,0 0,0-1,0 1,-1 0,1-1,0 0,0 1,0-1,0 0,0 0,0 0,1 0,65-16,-48 6,0-2,0 0,-1-1,-1-1,0-1,-1-1,-1 0,0-1,-1-1,-1-1,-14 44,-2-12,-2 6,1 0,1 0,0 0,2 0,0 0,1 0,1 0,1 3,-3-21,0 0,0 0,0 0,0 0,0 0,0 0,0 0,1 0,-1 0,0 0,0 0,1 0,-1 0,1 0,-1-1,1 1,-1 0,1 0,-1-1,1 1,0 0,0 0,-1-1,1 1,0-1,0 1,0-1,-1 1,1-1,0 0,0 1,0-1,0 0,0 1,0-1,0 0,0 0,0 0,0 0,0 0,0 0,0 0,0 0,0-1,-1 1,1 0,0-1,0 1,0 0,0-1,0 1,0-1,-1 1,1-1,0 0,0 1,-1-1,1 0,0 1,-1-1,1 0,-1 0,1 0,-1 1,1-1,-1 0,0 0,0 0,1 0,9-19,-1 0,-1-1,-1 1,0-2,-2 1,3-21,-5 21,2 0,0 0,1 1,1 0,1 0,1 0,7-12,-14 28,1 0,-1 1,1-1,0 0,0 1,0 0,0 0,1 0,-1 0,1 0,0 1,-1-1,1 1,1 0,-1 0,0 0,0 1,1 0,-1 0,0 0,1 0,-1 1,1-1,0 1,-1 0,1 0,-1 1,1 0,-1 0,1 0,-1 0,0 0,0 1,1 0,-1 0,0 0,0 0,2 2,2 3,0 1,0-1,0 1,-1 1,0-1,0 1,-1 1,0-1,-1 1,0 0,-1 0,0 0,0 1,-1-1,1 9,2 9,-2 0,-1 1,-1 0,-2-1,-1 17,-73 439,73-471,0 0,1 1,0-1,1 0,1 0,0 1,2 5,-3-16,0 0,0 0,0 0,0 0,1 0,-1 0,1 0,0 0,0-1,0 1,0 0,0-1,0 0,1 0,-1 0,1 0,0 0,0 0,-1 0,1-1,0 1,0-1,1 0,-1 0,0 0,0-1,0 1,1-1,-1 0,0 1,1-1,0-1,1 1,0-1,0 0,0 0,0 0,0-1,0 1,0-1,0-1,-1 1,1-1,-1 1,1-1,-1 0,0-1,-1 1,1-1,0 0,-1 0,0 0,0 0,0 0,0-1,-1 0,0 1,0-1,0 0,3-7,-2 0,1 0,-1 0,-1 0,0-1,-1 1,0-1,-1 1,-1-1,-1-6,-3-11,-3-1,0 1,-2 0,-1 1,-1 0,-2 1,-1 1,-1 0,-1 1,-1 1,-2 0,0 1,-1 2,-2 0,-1 0,-64-36,133 48,256-49,-181 32,95-8,-211 34,-1 0,0 0,0 0,1 0,-1 1,0-1,1 1,-1 0,1 0,-1 0,0 1,1-1,-1 1,0 0,1-1,-1 2,0-1,0 0,0 1,0-1,0 1,0 0,0 0,-1 0,1 0,-1 1,1-1,-1 1,0-1,0 1,0 0,0 0,0 0,-2 7,1-1,-1 1,-1-1,0 1,0-1,-1 1,0-1,0 1,-1-1,0 0,-2 2,-3 12,-3 9,3-8,0 1,1 0,2 0,-3 24,8-47,-1 0,1 0,0 0,0 0,0-1,1 1,-1 0,0 0,1 0,-1 0,1-1,-1 1,1 0,0 0,0-1,0 1,0-1,0 1,0-1,0 1,1-1,-1 1,0-1,1 0,-1 0,1 0,0 0,-1 0,1 0,0 0,-1-1,1 1,0-1,0 1,0-1,-1 1,1-1,0 0,0 0,0 0,0 0,0 0,0-1,-1 1,1 0,0-1,0 1,0-1,-1 0,1 0,14-6,-1 0,0-1,-1-1,0 0,0-1,-1 0,0-1,-1-1,-1 0,1-1,-2 0,0 0,0-1,-2-1,0 1,2-6,35-81,-44 101,-1 0,0 0,0 0,0 1,0-1,0 0,0 0,1 0,-1 0,0 0,0 0,0 0,1 1,-1-1,0 0,0 0,0 0,0 0,1 0,-1 0,0 0,0 0,0 0,1 0,-1 0,0 0,0 0,0 0,1 0,-1 0,0 0,0 0,0 0,1-1,-1 1,0 0,0 0,0 0,0 0,1 0,-1 0,0 0,0-1,0 1,0 0,0 0,0 0,1 0,-1-1,0 1,0 0,0 0,0 0,0-1,0 1,0 0,0 0,5 25,-3-11,-1-6,0-1,1 0,0 0,1 0,0 0,0 0,0 0,1-1,0 0,0 1,0-1,1-1,0 1,0-1,1 0,-1 0,1 0,0-1,0 0,1 0,-1-1,1 1,0-1,0-1,0 1,0-1,0-1,1 1,-1-1,0 0,1-1,1 0,-1-1,0 0,1-1,-1 0,0-1,-1 1,1-1,0-1,-1 0,0 0,0 0,0-1,0 0,-1 0,0 0,0-1,0 0,3-6,4-4,-2 0,0-1,-1 0,-1-1,0 0,5-17,-1-8,-1-1,-3 0,-1-1,-2 0,-2 0,-3 0,-1 0,-3-17,2 54,1 1,0 1,0-1,-1 1,0-1,0 1,0-1,-1 1,0 0,0 0,-1 0,0 0,0 0,0 0,-1 0,3 5,0 1,0-1,0 1,0 0,0-1,0 1,0 0,0 0,0 0,-1 0,1 0,0 0,0 0,0 0,0 0,0 0,0 1,0-1,0 0,0 1,0-1,0 0,0 1,0 0,1-1,-1 1,0-1,0 1,0 0,1 0,-1-1,0 1,1 0,-1 0,1 0,-1 0,1 0,-1 0,1 0,-14 20,2 1,1 0,0 1,2 0,0 0,2 1,0 0,2 0,-1 14,0-6,1 0,2 0,1 0,1 0,2 1,4 27,-3-48,0-1,1 0,0 1,0-1,1-1,1 1,0-1,0 1,1-2,1 1,-1 0,1-1,1-1,0 1,0-1,1 0,0-1,0 0,0-1,10 6,62 20,1-13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32.023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53 25,'-6'8,"0"0,1 0,-1 0,2 1,-1 0,1 0,0 1,1-1,0 1,1-1,0 1,0 1,2-10,0-1,0 1,-1 0,1 0,0-1,0 1,0 0,0 0,0-1,0 1,0 0,0 0,1-1,-1 1,0 0,0-1,1 1,-1 0,0-1,1 1,-1 0,0-1,1 1,-1-1,1 1,-1-1,1 1,0-1,-1 1,1-1,-1 1,1-1,0 0,-1 1,1-1,0 0,0 1,-1-1,1 0,0 0,-1 0,1 0,0 0,0 0,-1 0,1 0,0 0,0 0,-1 0,1-1,0 1,0 0,32-23,-27 18,-2-1,1 0,-1 0,0 0,0-1,0 0,-1 1,0-1,-1 0,1-1,-1 1,-1 0,1-1,-1 1,0-8,-1 14,0 0,0 0,0 0,0 0,0 0,0 0,0 0,-1 0,1 0,0 0,0 0,-1 0,1 1,-1-1,1 0,-1 0,1 0,-1 0,1 1,-1-1,0 0,0 0,1 1,-1-1,0 0,0 1,0-1,1 1,-1-1,0 1,0 0,0-1,0 1,0 0,0 0,0 0,0-1,0 1,0 0,0 0,0 0,0 1,0-1,0 0,0 0,0 0,0 1,0-1,0 1,0-1,1 0,-1 1,0 0,-1 0,-13 10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32.30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15 114,'2'2,"0"0,-1 0,1 0,0 0,0 0,0 0,0-1,1 1,-1-1,0 1,1-1,-1 0,1 0,-1 0,1 0,-1 0,1-1,0 1,0-1,-1 0,1 0,0 0,-1 0,1 0,0 0,0-1,-1 0,1 1,-1-1,1 0,0 0,-1 0,0 0,2-2,-1 1,0-1,-1 1,1-1,-1 0,1 0,-1 0,0-1,0 1,-1 0,1-1,-1 1,1-1,-1 0,0 1,-1-1,1 0,0 0,-1 1,0-1,0 0,0 0,-1 1,1-1,-1 0,0 0,0 1,0-1,0 1,-1-1,1 1,-1-1,0 1,0 0,-1 0,1 0,0 0,-3-2,1 5,0 0,0 0,-1 0,1 0,0 1,0-1,0 1,0 0,0 1,0-1,0 1,1-1,-1 1,0 0,1 1,-1-1,1 0,0 1,0 0,0 0,0 0,0 0,1 0,-1 1,1-1,0 1,0 0,0-1,1 1,-1 0,1 0,0 0,0 0,0 0,1 4,-1-5,1 0,0-1,0 1,0 0,1-1,-1 1,1 0,-1-1,1 1,0-1,0 1,0-1,0 1,1-1,-1 0,1 0,-1 1,3 1,14 12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32.637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0 395,'115'-382,"-109"369,-4 29,6 266,-3-233,-1-29,-1 1,-1 0,-1 0,-1 0,-1 0,-1 0,-1-1,0 1,-4 8,-4-4</inkml:trace>
  <inkml:trace contextRef="#ctx0" brushRef="#br0" timeOffset="252.831">27 582,'12'2,"9"1,10 2,9 1,10 1,11-1,7-1,2-1,-11-2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31.288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14 328,'13'-320,"-15"312,-1 20,-8 75,5 0,3 64,3-144,-1 43,2 0,3 0,1 0,12 42,-4-47</inkml:trace>
  <inkml:trace contextRef="#ctx0" brushRef="#br0" timeOffset="433.843">509 113,'-92'-36,"88"35,1 0,-1 1,1 0,-1 0,1 0,-1 1,0-1,1 1,-1-1,1 1,-1 0,1 1,0-1,-1 1,1-1,0 1,0 0,0 0,0 0,1 1,-1-1,0 1,1-1,0 1,0 0,-1 0,-5 14,0-1,1 1,1 1,0-1,1 1,1 0,1 0,1 1,0-1,2 0,0 1,-3 5,1 1,2-1,0 0,2 1,0-1,2 0,1 0,0 0,2-1,1 0,1 0,1-1,0 0,12 16,-20-34,1 1,0-1,1 0,-1 0,1-1,0 1,0-1,0 1,0-1,0 0,1-1,-1 1,1-1,0 0,0 0,0-1,0 1,0-1,0 0,0 0,0-1,1 1,-1-1,0 0,0-1,0 1,1-1,-1 0,0-1,0 1,0-1,-1 0,1 0,0 0,-1-1,1 0,3-3,0-1,-1 0,0-1,-1 1,0-1,0 0,-1-1,1 1,-2-1,1 0,-2-1,1 1,-1-1,1-7,-2 11,-1 0,1 0,-2 0,1 0,-1 0,0 0,0 0,0 0,-1 0,0 0,0 0,-1 1,1-1,-1 0,0 0,-1 1,0 0,0-1,0 1,0 0,-1 0,0 1,0-1,0 1,-1-1,1 3,0 0,0 0,0 0,0 1,-1-1,1 1,-1 0,1 0,-1 1,1-1,-1 1,1 0,-1 0,1 1,-1-1,1 1,-1 0,1 0,-1 1,1-1,0 1,0 0,0 0,0 0,0 1,0-1,1 1,-1 0,1 0,0 0,-1 1,2-1,-1 1,0 0,1-1,-1 1,1 0,0 1,1-1,-1 0,1 0,0 1,0-1,0 1,0-1,1 1,0-1,0 1,0 3,0-4,1 0,0-1,-1 1,1 0,0 0,1-1,-1 1,1 0,0-1,0 0,0 1,0-1,0 0,1 0,-1 0,1 0,0-1,1 1,26 20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29.554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82 94,'-16'39,"2"0,1 0,2 1,2 1,2 0,1 0,1 28,6-331,-1 88,1 186,-1 0,1 0,1-1,0 1,1-1,0 1,1-1,4 9,-7-16,1-1,-1 0,1-1,-1 1,1 0,0 0,0-1,0 1,1-1,-1 1,1-1,-1 0,1 0,0 0,-1-1,1 1,0 0,0-1,0 0,0 0,1 0,-1 0,0 0,0-1,1 0,-1 1,0-1,1 0,-1 0,0-1,0 1,1-1,-1 0,1 0,9-4,-1-1,1 0,-1-1,-1-1,1 0,-1 0,0-1,-1-1,0 0,-1 0,0-1,0 0,-1 0,0-2,-6 10,-3 3,1-1,1 0,-1 0,0 0,0 0,0 1,0-1,1 0,-1 0,0 1,0-1,1 0,-1 0,1 1,-1-1,1 0,-1 1,1-1,-1 1,1-1,0 0,-1 1,1-1,0 1,-1 0,1-1,0 1,0 0,-1-1,1 1,0 0,0 0,0 0,0-1,-1 1,1 0,0 0,0 0,0 0,-1 1,1-1,0 0,0 0,0 0,-1 1,1-1,0 1,-9 115,0-57,0-9,3 1,2 1,3 45,19-24,-6-52</inkml:trace>
  <inkml:trace contextRef="#ctx0" brushRef="#br0" timeOffset="332.112">618 94,'-21'259,"20"-245,-1 7,0-1,2 1,0-1,1 1,1-1,1 1,1-1,0 0,4 7,-6-24,-1 1,1 0,0-1,0 1,0-1,0 1,1-1,-1 0,1 0,0 0,0 0,0-1,0 1,0-1,1 0,-1 0,1 0,0 0,-1-1,1 1,0-1,0 0,0 0,0 0,0-1,0 1,0-1,0 0,0 0,0-1,0 1,0-1,0 0,0 0,8-6,0-1,-1 0,0 0,0-2,-1 1,0-1,-1 0,0-1,0 0,-1-1,-1 0,0 0,-1-1,0 1,-1-1,3-9,42-162,-22 114,-16 57</inkml:trace>
  <inkml:trace contextRef="#ctx0" brushRef="#br0" timeOffset="547.536">1125 94,'5'16,"5"14,9 9,10 7,9 2,9 1,6-3,5-1,3-4,-6-7,-7-6,-9-9,-10-7,-9-9,-8-3</inkml:trace>
  <inkml:trace contextRef="#ctx0" brushRef="#br0" timeOffset="729.05">1567 0,'-14'7,"-11"11,-11 15,-7 16,-7 17,-3 15,-2 14,-1 7,10-14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40.850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110 145,'-109'360,"109"-360,0 0,1 0,-1 0,0 0,0 0,1 0,-1 0,0 0,0 0,0 0,1 0,-1 0,0 1,0-1,1 0,-1 0,0 0,0 0,0 0,0 0,1 1,-1-1,0 0,0 0,0 0,16-33,-2 0,-2-1,-1-1,-1 0,-3-1,0 0,0-22,-7 52,3-11,0 0,-2 0,0 0,-1 0,-1 0,0 0,-1 0,-3-6,5 22,0 0,0 1,0-1,0 0,0 1,0-1,0 1,0-1,0 0,0 1,0-1,-1 1,1-1,0 0,0 1,-1-1,1 1,0-1,-1 1,1-1,-1 1,1-1,0 1,-1 0,1-1,-1 1,0-1,1 1,-1 0,1 0,-1-1,1 1,-1 0,0 0,1 0,-1 0,1-1,-1 1,0 0,1 0,-1 0,0 0,1 1,-1-1,1 0,-1 0,0 0,1 0,-1 1,1-1,-1 0,0 1,1-1,-1 0,1 1,-1-1,1 0,0 1,-1-1,1 1,-1-1,1 1,-21 36,20-34,0 0,0-1,0 1,0 0,0 0,0 0,1 0,-1 0,1 0,0 0,0 0,0 0,0 0,1 0,-1 0,1 0,0 0,-1 0,1 0,1 0,-1 0,0-1,1 1,-1 0,1-1,0 0,0 1,0-1,0 0,1 0,-1 0,0 0,1 0,-1-1,1 1,0-1,-1 1,1-1,0 0,0 0,0 0,0-1,1 1,1 0,1-1,0 0,-1 0,1-1,0 1,-1-1,1 0,0-1,-1 1,0-1,1 0,-1-1,0 1,0-1,0 0,0 0,-1 0,1-1,-1 0,0 0,0 0,1-1,4-7,1 1,-2-2,0 1,0-1,-1 0,-1 0,5-15,-4 19,-8 27,-12 64,2-12,2 0,2 50,9-80,4-10</inkml:trace>
  <inkml:trace contextRef="#ctx0" brushRef="#br0" timeOffset="351.06">578 106,'-12'34,"2"0,2 1,1 0,1 1,2-1,1 25,3-55,-3 16,2 1,0 0,1-1,2 1,0 0,1-1,1 0,3 8,-7-27,1 0,0 1,-1-1,1 0,0 0,0 1,1-1,-1 0,0 0,1 0,-1 0,1-1,-1 1,1 0,0-1,0 1,0-1,0 1,0-1,0 0,0 0,0 0,0 0,1 0,-1-1,0 1,1-1,-1 1,1-1,-1 0,0 0,1 0,-1 0,1 0,-1-1,0 1,1-1,-1 1,0-1,1 0,-1 0,0 0,0 0,0 0,12-10,0 0,-1-1,-1 0,0-1,0 0,-2-1,1 0,-2-1,0 0,-1-1,0 0,-1 0,-1 0,0-4,60-215,-56 189,-10 44,0 0,1-1,-1 1,0 0,1-1,-1 1,1 0,-1 0,1-1,0 1,0 0,0 0,1 0,-1 0,0 0,1 0,-1 1,1-1,-1 0,1 1,0-1,0 1,0-1,0 1,0 0,0 0,0 0,0 0,0 0,1 1,0-1,13 1</inkml:trace>
  <inkml:trace contextRef="#ctx0" brushRef="#br0" timeOffset="600.903">1140 52,'4'18,"4"16,8 10,10 7,9 6,11 3,6-2,3-4,0-7,-3-9,-6-9,-8-9,-9-13,-7-13,-7-7</inkml:trace>
  <inkml:trace contextRef="#ctx0" brushRef="#br0" timeOffset="767.503">1608 106,'-19'6,"-16"12,-15 14,-9 16,-7 10,-3 12,-2 7,1 2,12-12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40.003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 10,'0'-9,"0"19,-1 108,6-1,5 0,17 75,-24-173,1 0,0-1,1 1,1-1,1 0,1 0,0-1,1 0,11 15,-17-29,0 0,0-1,0 1,0-1,0 0,1 1,-1-2,1 1,-1 0,1-1,0 1,0-1,0 0,-1-1,1 1,0-1,0 1,0-1,0 0,0-1,0 1,0-1,0 1,0-1,0 0,1-1,93-49,-85 42,-1 0,0 0,-1-2,0 1,0-1,-2-1,1 0,-1 0,-1-1,0 0,-1 0,0-1,3-11,-9 24,0 0,0 0,0-1,-1 1,1 0,-1 0,1 0,-1 0,1 0,-1-1,1 1,-1 0,0-1,0 1,0 0,0 0,0-1,0 1,0 0,0-1,0 1,-1 0,1 0,0-1,-1 1,1 0,-1 0,1 0,-1 0,0 0,0 0,1 0,-1 0,0 0,0 0,0 0,0 0,0 0,0 0,0 1,0-1,-1 1,1-1,0 1,0-1,0 1,-1-1,1 1,0 0,0 0,-1 0,1 0,0 0,-1 0,1 0,0 0,0 0,-1 1,1-1,0 0,-7 4,1 1,-1-1,1 1,0 0,1 1,0-1,-1 1,2 1,-1-1,1 1,0 0,0 0,1 0,0 1,0 0,1-1,0 1,0 1,1-1,0 0,1 1,-1-1,2 0,-1 1,1 0,0-1,1 1,1 2,2-1,1 1,0-1,1 0,0-1,0 1,1-1,1 0,-1-1,1 0,1 0,-1-1,1 0,1 0,-1-1,1 0,0-1,1 0,-1-1,1 0,0 0,0-1,0-1,0 0,0 0,4-1,43 8</inkml:trace>
  <inkml:trace contextRef="#ctx0" brushRef="#br0" timeOffset="248.338">14 210,'25'3,"31"2,33 3,33 0,29-1,-13-2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37.954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257 375,'-6'-4,"-1"0,0 1,1-1,-2 1,1 1,0-1,0 2,-1-1,1 1,-1 0,1 0,-1 1,1-1,-1 2,0-1,1 1,-1 1,1-1,0 1,-1 1,1-1,0 1,0 0,0 1,1 0,-1 0,1 0,0 1,0 0,1 0,-1 0,1 1,-2 3,4-4,0 0,0 0,1 0,0 0,0 1,0-1,1 1,0-1,0 1,0-1,1 1,0 0,0 0,0-1,1 1,-1-1,2 1,-1 0,0-1,1 0,0 1,0-1,1 0,0 0,0 0,0 0,0-1,1 1,-1-1,1 0,0 0,0 0,1 0,-1-1,1 0,0 0,0 0,0-1,1 1,9 4,1 0,0-1,1-1,-1-1,1 0,0-1,0-1,0-1,1 0,-1-1,0-1,0 0,0-2,0 0,0 0,0-2,-1 0,0-1,0-1,1-1,-8 3,-1-1,0 1,0-2,0 1,-1-1,0 0,0 0,-1-1,0 0,-1 0,1-1,-1 1,-1-1,0 0,0-1,-1 1,0-1,-1 1,0-1,0 0,-1 0,0 0,-1 0,0 0,-1 0,-4 49,4-29,6 118,-4-123,0 1,1-1,-1 1,1-1,0 0,1 0,-1 0,1 0,0 0,0-1,1 1,0-1,-1 0,1 0,1 0,-1 0,0-1,1 0,0 0,0 0,1 1,24 7</inkml:trace>
  <inkml:trace contextRef="#ctx0" brushRef="#br0" timeOffset="254.327">618 0,'-5'18,"6"13,11 11,14 4,1-5</inkml:trace>
  <inkml:trace contextRef="#ctx0" brushRef="#br0" timeOffset="599.924">925 695,'14'-38,"-2"-1,-1 0,-2-1,-2 0,-2 0,-1-1,-2-1,-20-33,17 73,0 0,0 1,0-1,0 0,-1 0,1 1,-1-1,1 0,-1 1,0 0,1-1,-1 1,0 0,0 0,0 0,0 0,0 0,0 0,0 1,0-1,0 1,0-1,-1 1,1 0,0 0,0 0,0 0,0 0,-1 0,1 1,0-1,0 1,-1 0,1-1,1 1,-1-1,1 1,-1-1,1 1,0 0,-1 0,1-1,0 1,-1 0,1 0,0 0,0 1,0-1,0 0,0 0,0 1,0-1,1 0,-1 1,0-1,1 1,-1-1,1 1,-1-1,1 1,0-1,0 1,-1-1,1 1,0 0,1-1,-1 1,0-1,0 1,1-1,-1 1,1-1,-1 1,1-1,-1 1,1-1,0 0,0 1,0-1,0 0,0 1,0-1,0 0,0 0,0 0,1 0,-1 0,0-1,1 1,0 0,11 5,1 0,-1-1,1-1,0-1,0 0,0 0,1-2,-1 1,0-2,4 0,-8 0,166 1,-174-1,-1-1,1 1,0 0,-1 0,1-1,0 1,-1 0,1 0,0 1,-1-1,1 0,0 1,-1-1,1 0,-1 1,1 0,-1-1,1 1,-1 0,1 0,-1 0,1 0,-1 0,0 0,0 0,0 1,0-1,0 0,0 1,0-1,0 0,0 1,0-1,-1 1,1 0,0 0,-10 58,1 20,11-75,0-1,0 1,0-1,0 0,1 0,0 0,0 0,0 0,0-1,0 0,1 0,-1 0,1-1,0 1,0-1,0 0,0-1,0 1,0-1,1 0,-1 0,0 0,1-1,-1 0,3 0,-4 0,47 7</inkml:trace>
  <inkml:trace contextRef="#ctx0" brushRef="#br0" timeOffset="1397.455">1928 401,'-7'-1,"3"-1,0 1,0-1,0 1,0 0,-1 0,1 0,0 0,-1 1,1 0,0 0,-1 0,1 0,0 1,-1 0,1 0,0 0,0 0,-1 1,1-1,0 1,1 0,-1 0,0 1,1-1,-1 1,1 0,-1 0,1 0,0 0,1 0,-1 1,0-1,-1 4,2 1,1-1,0 0,0 1,1-1,0 1,0 0,1-1,-1 1,2-1,-1 0,1 1,0-1,1 0,-1 0,2 0,-1 0,1-1,0 1,0-1,0 0,1 0,0-1,0 1,1-1,0 0,0 0,0-1,0 0,0 0,1 0,0-1,0 0,0 0,0-1,0 0,4 0,1 2,0 0,0-1,0-1,1 0,-1-1,1 0,0-1,-1 0,1-1,-1-1,1 0,-1 0,0-1,0-1,0 0,0-1,-1 0,0 0,0-1,0-1,-1 0,0-1,0 0,0 0,-1-1,2-3,-2-1,0-1,0 0,-1 0,-1-1,-1 0,0-1,3-14,-8 17,-9 27,3-1,1 0,0 0,1 1,0-1,1 1,1 0,0 10,1-20,0 0,0 0,1 0,0-1,-1 1,1 0,1 0,-1-1,0 1,1 0,0-1,0 0,0 1,0-1,1 0,-1 0,1 0,-1 0,1-1,0 1,0-1,1 1,-1-1,0 0,1 0,-1-1,1 1,0-1,2 1,9 0,-1 0,1 0,0-2,0 0,0 0,0-2,0 0,-1 0,1-1,-1-1,1-1,-1 0,0-1,-1 0,0-1,5-3,61-60,-70 61,-9 9,1 0,-1 0,1 0,0 0,-1 0,1 0,-1 0,1 0,-1 0,1 0,-1 0,1 0,-1 1,1-1,-1 0,1 0,-1 1,1-1,-1 0,0 1,1-1,-1 1,1-1,-1 0,0 1,0-1,1 1,-1-1,0 1,0-1,1 1,-1-1,0 1,0-1,0 1,0-1,0 1,0-1,0 1,0-1,0 1,0-1,0 1,0 0,0-1,0 1,0-1,-1 1,1-1,0 1,0-1,0 1,-1-1,1 0,0 1,-1-1,1 1,-1-1,1 9,1-4,0 0,0-1,1 1,-1-1,1 0,0 1,0-1,1 0,-1 0,1 0,0 0,0-1,0 1,0-1,1 0,-1 0,1 0,0 0,0-1,0 1,0-1,0 0,1 0,-1-1,1 1,1-1,9 3,0 0,0-2,1 0,-1 0,1-2,-1 0,8-1,-14 1,0 0,0 0,0-1,0 0,0-1,0 0,0 0,-1-1,1 0,-1 0,0-1,0 0,0-1,-1 0,1 0,-1 0,0-1,-1 0,1-1,-1 1,-1-1,1 0,-1-1,0 1,-1-1,1 0,1-6,2-50,-8 64,-1 0,0 0,0 0,1 0,-1 0,0 1,0-1,1 0,-1 0,0 1,1-1,-1 1,0-1,1 0,-1 1,1 0,-1-1,0 1,1-1,0 1,-1-1,1 1,-1 0,1-1,0 1,-1 0,1 0,0-1,0 1,-1 0,1 0,0-1,0 1,0 0,0 0,0 0,-5 13,0 0,1 1,0 0,1 0,1 0,0 0,1 0,1 6,14 16,-3-27</inkml:trace>
  <inkml:trace contextRef="#ctx0" brushRef="#br0" timeOffset="1649.779">3051 107,'9'9,"3"3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33.95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1 435,'1'4,"0"0,1 0,0 0,0-1,0 1,0 0,1-1,-1 1,1-1,0 0,0 0,0 0,1 0,-1-1,0 1,1-1,0 0,0 0,0 0,-1 0,2-1,-1 1,0-1,0 0,0-1,0 1,1-1,-1 0,0 0,1 0,0 0,12-1,0-1,1 0,-1-2,0 0,0-1,0 0,1-2,3-1,-1-2,0 0,-1-1,0 0,0-2,-2 0,15-14,-24 19,0 0,0 0,-1-1,0 0,-1 0,0-1,0 1,-1-1,-1-1,1 1,-1-1,-1 0,0 1,-1-2,0 1,0-4,-2 10,0 0,0 0,-1 0,1-1,-1 1,0 0,-1 0,1 0,-1 1,0-1,0 0,-1 1,-1-3,3 5,0 1,0-1,0 1,-1 0,1-1,-1 1,1 0,-1 0,1 0,-1 0,1 0,-1 0,0 0,0 0,0 1,1-1,-1 1,0-1,0 1,0 0,0 0,0 0,0 0,1 0,-1 0,0 0,0 1,0-1,0 1,0-1,1 1,-1 0,0 0,1 0,-1 0,0 0,0 0,-8 9,0 1,1 0,0 0,1 1,0 0,0 0,2 1,-1 0,2 0,0 1,0-1,1 1,1 0,0 0,1 1,1 0,-17 114,6 0,5 1,6 0,12 77,-10-179,5 118,-4-97</inkml:trace>
  <inkml:trace contextRef="#ctx0" brushRef="#br0" timeOffset="469.78">134 623,'304'-26,"-66"3,-236 22,1 0,0 1,-1-1,1 1,0-1,0 1,-1 0,1 0,0 0,0 1,-1-1,1 1,0-1,-1 1,1 0,0 0,-1 0,1 0,-1 1,0-1,1 1,-1-1,0 1,0 0,0 0,0 0,0 0,0 0,-1 0,1 1,-1-1,1 0,-1 1,0 0,0-1,0 1,0-1,-1 1,1 0,-1 0,1 1,-7 44,0 27,7-72,-1 0,1-1,0 1,0-1,0 0,0 1,0-1,0 0,1 1,-1-1,1 0,-1 0,1 0,0 0,0-1,0 1,0 0,0-1,0 1,0-1,1 0,-1 0,0 0,1 0,-1 0,1 0,-1-1,6 2,-1 0,0-1,1 0,-1 0,0-1,1 0,-1 0,1-1,-1 0,0 0,1-1,-1 0,0 0,0-1,0 0,-1 0,1 0,-1-1,1 0,-1 0,0-1,-1 0,1 0,-1 0,0-1,0 1,-1-1,1 0,-1-1,-1 1,1-2,-1 3,-1-1,0 0,-1 0,1 0,-1 0,0 0,-1 0,1 0,-1 0,0 0,-1-1,0 1,0 0,0 0,0 0,-1 0,0 1,0-1,-1 0,0 1,0 0,0-1,0 1,-1 0,0 1,0-1,0 1,-1-1,1 1,-1 1,0-1,0 1,-3-2,-1 1,0 1,-1-1,0 2,0-1,0 1,0 1,0 0,0 0,-1 1,1 0,0 1,0 0,0 0,0 1,0 1,0 0,0 0,1 1,0 0,-2 1,10-5,1 1,-1-1,0 0,1 1,-1-1,0 0,1 1,-1-1,0 1,1-1,-1 1,1-1,-1 1,1-1,-1 1,1 0,-1-1,1 1,0 0,-1-1,1 1,0 0,0 0,-1-1,1 1,0 0,0 0,0-1,0 1,0 0,0 0,0-1,0 1,0 0,0 0,1 0,-1-1,0 1,0 0,1-1,-1 1,1 0,-1-1,0 1,1 0,-1-1,1 1,0-1,-1 1,1-1,0 1,12 6</inkml:trace>
  <inkml:trace contextRef="#ctx0" brushRef="#br0" timeOffset="1784.066">1217 555,'53'-33,"-1"-3,-2-1,0-4,-34 27,-2-1,1 0,-2-1,0 0,-1-1,0-1,-2 0,0 0,-1-1,6-19,-11 29,0 0,-1 0,0 0,-1-1,0 1,0-1,-1 1,0-1,-1 0,0 1,-1-1,0 0,0 1,-1-1,0 1,-1-1,-3-6,5 14,-1-1,1 2,-1-1,0 0,0 0,0 0,1 1,-2-1,1 1,0 0,0 0,0-1,-1 1,1 1,-1-1,1 0,0 1,-1-1,1 1,-1-1,1 1,-1 0,0 0,1 1,-1-1,1 0,-1 1,1-1,0 1,-3 1,-67 43,56-27,0 1,1 0,1 1,1 0,1 2,0-1,2 1,0 1,2 0,1 0,0 1,2 0,1 0,0 0,1 16,2-26,1 0,0 0,0-1,2 1,-1 0,2-1,0 1,1-1,0 0,1 0,0 0,1-1,0 0,1 0,1 0,0-1,0 0,1-1,0 0,1 0,0-1,1 0,0 0,0-2,1 1,0-1,0-1,0 0,1-1,0-1,0 0,1 0,-8-3,0 1,0-2,0 1,0-1,0 1,0-2,0 1,0-1,0 0,0 0,0 0,0-1,0 0,-1 0,1-1,-1 0,0 0,1 0,-1 0,0-1,-1 0,1 0,-1 0,0 0,0-1,0 0,0 0,1-3,-1 0,0-1,0-1,-1 1,0 0,-1-1,0 1,0-1,-1 0,0 0,-1 1,0-3,-2 49,1-32,1 0,-1-1,1 1,0 0,0 0,0-1,0 1,1 0,0 0,0-1,0 1,1-1,0 1,-1-1,2 0,0 3,3-2,-1 0,1 0,0-1,0 0,0 0,1 0,-1-1,1 0,0-1,0 1,0-1,0 0,0-1,1 0,-1 0,0-1,1 0,-1 0,0 0,1-1,-1 0,0-1,0 1,3-2,-4 0,-1 0,1 0,-1-1,0 1,0-1,0 0,-1-1,1 1,-1-1,0 0,0 0,-1 0,0 0,0-1,0 1,0-1,-1 0,0 0,0 0,0 0,-1 0,0 0,0 0,-1-1,0 1,0 0,0-1,-1 1,0 0,0 0,0 0,-1 0,0 0,0 0,-1 0,1 0,-3-3,2 6,0-1,1 1,-1 0,0 0,-1 0,1 1,-1-1,1 1,-1 0,0 0,1 0,-1 0,0 0,0 1,0 0,-1 0,1 0,0 0,0 1,-1 0,1-1,0 2,0-1,-1 0,1 1,-1 0,-7 1,1 1,-1 0,1 0,0 2,-1-1,2 1,-1 1,-8 5,-42 45,59-54,0 1,0-1,0 1,0 0,1-1,-1 1,1 0,0 0,0 0,0 0,0 0,0 0,1 0,-1 0,1 0,0 0,0 0,0 1,0-1,1 0,-1 0,1 0,0 0,1 2,21 23,10-7</inkml:trace>
  <inkml:trace contextRef="#ctx0" brushRef="#br0" timeOffset="2332.904">2527 422,'-33'-8,"-1"3,1 1,-1 1,-33 2,58 1,0 1,0 1,0-1,1 1,-1 1,0 0,1 0,0 1,-1 0,-2 2,8-5,1 1,-1 0,0 0,1 0,-1 0,1 1,0-1,0 1,-1-1,2 1,-1 0,0 0,1 0,-1 0,1 0,0 0,0 0,0 0,0 0,1 1,-1-1,1 0,0 1,0-1,0 0,0 0,1 1,-1-1,1 2,4 4,-1 0,2-1,-1 0,1 0,0-1,0 0,1 0,0 0,1-1,-1 0,1 0,0-1,0 0,1 0,0-1,0 0,0-1,0 0,249 102,-219-80,-39-25,0 1,0 0,-1 0,1 0,0-1,-1 1,1 0,0-1,-1 1,1 0,-1-1,1 1,-1 0,0-1,1 1,-1-1,1 1,-1-1,0 1,1-1,-1 0,0 1,0-1,1 0,-1 1,0-1,0 0,0 0,1 0,-1 0,0 0,0 0,0 0,0 0,1 0,-15 3,0-1,0-1,-1 0,1-1,0 0,0-1,0-1,0-1,0 0,-14-5,28 8,0 0,-1-1,1 1,0 0,-1-1,1 1,0-1,0 1,-1-1,1 1,0-1,0 0,0 0,0 0,0 0,0 1,0-1,0-1,0 1,1 0,-1 0,0 0,1 0,-1 0,0-1,1 1,0 0,-1-1,1 1,0 0,-1-1,1 1,0 0,0-1,0 1,0 0,1-1,-1 1,0 0,1-1,-1 1,0 0,1 0,-1-1,1 1,0 0,-1 0,1 0,0 0,0 0,0-1,8-6,1 0,-1 1,1 0,1 0,0 1,-1 0,2 1,-1 0,12-3,-11 3,35-12,0 1,1 2,0 2,20 0,-66 11,0 0,0 1,0-1,1 1,-1 0,0 0,0 0,0 0,1 0,-1 0,0 0,0 1,0-1,1 1,-1-1,0 1,0 0,0 0,0 0,0 0,-1 0,1 1,0-1,0 0,-1 1,1 0,-1-1,1 1,-1 0,0 0,1-1,-1 1,0 0,0 2,27 131,-20-71,-4-45</inkml:trace>
  <inkml:trace contextRef="#ctx0" brushRef="#br0" timeOffset="3231.502">2834 328,'49'0,"-28"2,0 1,0 0,-1 2,0 0,0 2,0 0,-1 1,0 1,0 1,-1 0,0 1,-1 1,-1 1,0 1,0 0,8 11,-18-14,0 1,-1 0,0 0,-1 1,-1-1,0 1,-1 0,0-1,-1 1,0 0,-1 0,0 0,-1 0,-2 9,1 6,2-27,0 0,0 0,-1 0,1 0,0 0,0 0,0 0,0 1,1-1,-1 0,0 0,0 0,1 0,-1 0,0 0,1 0,-1 0,1 0,0 0,-1 0,1 0,0 0,-1-1,1 1,0 0,0 0,0-1,0 1,0-1,0 1,0 0,0-1,0 0,0 1,0-1,0 0,0 1,0-1,1 0,44-12,-20-2,0-2,0-1,-2 0,0-2,-1-1,-1-1,-1-1,-1-1,10-16,-29 63,-2-20,1 1,0-1,0 1,0-1,0 0,0 1,1-1,0 0,0 1,0-1,0 0,1 0,0 0,0 0,0 0,0 0,0-1,1 1,0-1,0 1,0-1,0 0,0 0,1-1,1 3,13 3,0 0,1-2,-1 0,1-1,0 0,0-2,1 0,-1-2,1 0,-1-1,1-1,11-2,-18 3,1-1,-1-1,0 0,1-1,-1-1,-1 0,13-5,-21 7,0 0,-1 0,1-1,-1 1,1-1,-1 0,0 1,0-2,0 1,0 0,0 0,-1-1,1 0,-1 1,0-1,0 0,-1 0,1 0,-1 0,0 0,0-1,0 1,-1 0,1 0,-1-1,0 0,0-3,-1 0,0 0,0 0,-1 0,0 0,0 1,-1-1,0 0,0 1,-1 0,0 0,-4-6,7 12,0 0,0-1,0 1,0 0,0 0,-1 0,1 0,0 0,-1 0,1 1,0-1,-1 0,1 1,-1-1,0 1,1-1,-1 1,1 0,-1-1,0 1,1 0,-1 0,1 0,-1 1,0-1,1 0,-1 1,1-1,-1 1,1-1,-1 1,1-1,-1 1,1 0,0 0,-1 0,-45 42,39-33,0 0,1 1,0 0,1 0,0 0,0 1,1 0,1 0,0 0,1 1,0-1,1 1,0-1,1 6,1-16,0 0,0 0,0 0,1 0,-1 0,1 0,-1 0,1 0,0 0,-1 0,1 0,0 0,0-1,0 1,1 0,-1-1,0 1,1-1,-1 1,1-1,-1 0,1 0,0 1,-1-1,1 0,0-1,0 1,0 0,0 0,0-1,0 1,0-1,0 0,0 1,0-1,0 0,0 0,75-20,-65 13,-1-1,-1 0,1-1,-1 0,-1-1,0 0,0 0,-1-1,0 0,-1 0,0-1,-1 0,0 0,-1-1,4-11,2-13,-2-1,-1 0,-1 0,0-38,-4 15,-2 0,-3 0,-3-6,-8 13,12 54,0 0,1 0,-1-1,0 1,0 0,1 0,-1 0,0 0,0 0,1 0,-1 0,0 0,0 0,1 1,-1-1,0 0,1 0,-1 1,0-1,1 0,-1 1,0-1,1 0,-1 1,1-1,-1 1,1 0,-1-1,1 1,-1-1,1 1,-1 0,1-1,0 1,-1 0,1-1,0 1,0 0,-1-1,1 1,0 0,0 0,-14 26,2 1,0 1,2-1,2 2,0-1,1 6,5-23,-9 24,3 0,1 1,2 0,1 0,2 0,1 0,2 1,2-1,3 7,-4-34,1-1,0 1,0-1,1 1,0-1,1 0,0-1,0 1,1-1,0 0,1-1,0 1,0-1,0 0,1-1,0 0,5 3,37 17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43.153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 1,'2'0,"3"0,3 0,1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43.402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15 1,'-6'7,"-1"2,6-1,3-1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42.470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104 1,'-45'243,"-8"-80,53-162,-1 0,0 0,1 0,-1 0,1-1,0 1,-1 0,1 0,0 0,-1 0,1 0,0 0,0 0,0 0,0 0,0 0,0 0,0 0,0 0,0 0,0 0,1 0,-1 0,0 0,1 0,-1-1,1 1,-1 0,1 0,-1 0,1 0,0-1,-1 1,1 0,0-1,-1 1,1 0,0-1,0 1,0-1,0 1,0-1,-1 0,1 1,0-1,0 0,0 0,0 0,1 1,106-30,96-47,-166 61</inkml:trace>
  <inkml:trace contextRef="#ctx0" brushRef="#br0" timeOffset="428.852">317 121,'-6'23,"-8"21,-3 14,1 11,2 8,2 2,4-2,3-4,2-5,3-13,0-15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43.927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26 127,'72'-127,"-72"127,0 1,0-1,0 0,0 0,0 1,0-1,0 0,0 0,0 0,0 1,0-1,0 0,1 0,-1 0,0 1,0-1,0 0,0 0,0 0,1 0,-1 1,0-1,0 0,0 0,1 0,-1 0,0 0,0 0,0 1,1-1,-1 0,0 0,0 0,0 0,1 0,-1 0,0 0,0 0,1 0,-1 0,0 0,0 0,1 0,-1 0,0 0,0-1,0 1,1 0,-1 0,0 0,-6 29,6-26,-15 84,4 1,4 1,3 0,7 42,-9-92,6-39,-1 1,1 0,-1-1,1 1,-1 0,0-1,1 1,-1-1,0 1,1-1,-1 1,0-1,0 1,1-1,-1 0,0 1,0-1,0 0,1 0,-1 0,0 0,0 0,0 1,0-1,0-1,1 1,-1 0,0 0,0 0,0 0,0-1,1 1,-1 0,0-1,0 1,1 0,-1-1,0 1,0-1,1 0,-1 1,1-1,-1 1,-26-24,27 23,1 0,0 0,0 0,0 0,0 0,0 0,0 1,1-1,-1 0,0 1,0-1,0 1,1-1,-1 1,0-1,1 1,-1 0,0 0,1 0,-1 0,0 0,1 0,-1 0,0 0,1 0,0 1,0-1,214-6,-156 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44.149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3 33,'2'-5,"-3"-8,-3-1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53.5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15,'0'-3,"2"-2,1-1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56.5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305 28,'-16'0,"-12"7,-11 11,-5 14,-2 16,3 17,5 16,10 12,10 7,14-1,19-3,19-11,15-13,-1-20</inkml:trace>
  <inkml:trace contextRef="#ctx0" brushRef="#br0" timeOffset="501.542">438 349,'1'-2,"-1"1,1 0,-1-1,1 1,0 0,0 0,-1 0,1-1,0 1,0 0,0 0,0 0,0 0,0 1,1-1,-1 0,0 0,0 1,1-1,-1 1,0-1,1 1,-1-1,0 1,1 0,-1 0,0 0,1 0,-1 0,1 0,-1 0,1 0,-1 0,0 1,1-1,-1 0,0 1,1-1,0 2,50 28,-40-17,0 0,-1 1,-1 0,0 1,-1 0,0 0,-1 1,-1 0,0 0,-2 1,1 0,-2 0,-1 0,0 1,0 7,-3-22,0-3,0 1,-1-1,1 1,0-1,-1 1,1-1,0 1,0-1,0 1,-1-1,1 1,0 0,0-1,0 1,0-1,0 1,0-1,0 1,0 0,1-1,-1 1,0-1,0 1,0-1,1 1,-1-1,0 1,0-1,1 1,-1-1,0 1,1-1,-1 1,1-1,-1 0,1 1,-1-1,0 0,1 1,0-1,-1 0,1 1,-1-1,1 0,-1 0,1 0,-1 0,1 0,-1 0,1 0,0 0,-1 0,1 0,-1 0,1 0,0 0,-1 0,1 0,-1 0,1-1,66-136,20-19,-87 156,0-1,0 0,0 1,0-1,0 1,0-1,0 0,0 1,0-1,0 1,1-1,-1 0,0 1,0-1,1 1,-1-1,0 1,1-1,-1 1,1-1,-1 1,1 0,-1-1,1 1,-1-1,1 1,-1 0,1 0,-1-1,1 1,-1 0,1 0,0 0,-1-1,1 1,-1 0,1 0,0 0,-1 0,1 0,0 0,-1 0,1 1,-1-1,1 0,0 0,-1 0,1 1,-1-1,1 0,-1 0,1 1,-1-1,1 1,-1-1,1 0,-1 1,1-1,-1 1,0-1,1 1,-1-1,0 1,1-1,-1 1,0 0,-7 136,6-131,0 0,0-1,1 1,0 0,0-1,1 1,0 0,-1-1,2 1,-1 0,1-1,0 0,0 1,0-1,1 0,0 0,0 0,0 0,1-1,-1 1,1-1,0 0,1 0,-1 0,3-1,1 1,-1-1,1-1,-1 1,1-2,0 1,0-1,0 0,-1 0,1-1,0 0,0 0,0-1,0 0,0-1,0 1,4-3,11-3,0-1,-1-2,0 0,0-1,2-3,16-11</inkml:trace>
  <inkml:trace contextRef="#ctx0" brushRef="#br0" timeOffset="1170.752">1267 522,'24'-8,"0"-2,-1 0,0-2,-1 0,0-2,-1 0,-1-1,15-15,-32 29,-1-1,0 1,0-1,0 1,0-1,0 0,0 1,0-1,0 0,-1 0,1-1,-1 1,0 0,0 0,1-1,-1 1,-1-1,1 1,0-1,-1 1,1-1,-1 1,0-1,0 1,0-1,0 0,0 1,0-1,-1 1,1-1,-1 1,0-1,0 1,0-1,0 1,0 0,0-1,-1 1,1 0,-1 0,1 0,-1 0,0 0,-2-1,-1 0,-1 1,-1-1,1 1,0 1,-1-1,1 1,0 0,-1 0,1 1,-1 0,0 0,1 0,-1 1,1 0,0 1,-1-1,1 1,0 0,0 1,0-1,0 1,0 0,1 1,-1 0,1-1,-1 3,-2 0,0 1,0 0,1 0,0 1,1 0,0 0,0 0,1 1,0 0,0 0,1 0,0 1,1-1,0 1,0 0,0 5,2-10,1 1,0-1,0 0,0 1,1-1,-1 0,1 0,1 0,-1 1,1-1,-1 0,2-1,-1 1,0 0,1 0,0-1,0 0,0 0,1 1,-1-2,1 1,0 0,0-1,0 0,1 0,-1 0,1 0,-1-1,1 0,0 0,5 1,7 2,0-1,0-1,0 0,1-2,-1 0,1 0,-1-2,1 0,15-4,31-7</inkml:trace>
  <inkml:trace contextRef="#ctx0" brushRef="#br0" timeOffset="1619.559">2016 335,'-7'-1,"1"-1,0 1,-1-1,1 2,-1-1,1 1,-1 0,1 0,-1 1,1 0,-1 0,1 1,0-1,-1 1,1 1,0-1,0 1,0 0,1 0,-1 1,1 0,0 0,0 0,0 1,1-1,-1 1,1 0,0 0,0 1,1-1,0 1,0 0,-2 4,4-5,-1 0,1 0,0 0,0 0,0 0,0 0,1 1,0-1,0 0,1 0,-1 0,1 1,0-1,1 0,-1 0,1 0,0 0,0-1,1 1,-1-1,1 1,0-1,0 0,1 0,-1 0,1 0,0 0,0-1,0 0,0 0,0 0,1 0,0-1,-1 0,4 1,10 2,1-1,0-1,0-1,0 0,0-2,0 0,0-1,0-1,0 0,-1-2,1 0,-1-1,0-1,0-1,0 0,-1-2,0 0,7-5,-13 9,0-1,0 0,0 0,-1-1,0-1,0 0,-1 0,0-1,0 0,-1 0,0-1,-1 0,0-1,-1 0,0 0,0 0,-1 0,-1-1,0 0,1-8,-4 19,-1-1,0 0,0 0,-1 1,1-1,0 0,-1 0,1 1,-1-1,1 0,-1 1,0-1,1 1,-1-1,0 1,0-1,0 1,0 0,0-1,-1 1,1 0,0 0,-1 0,1 0,-1 0,1 0,-1 0,1 0,-1 1,0-1,1 0,-1 1,0 0,1-1,-1 1,0 0,0 0,1 0,-1 0,0 0,0 0,1 1,-1-1,0 0,1 1,-1 0,0-1,1 1,-1 0,1 0,-1 0,1 0,-1 0,1 0,0 0,0 0,-1 1,-4 2,0 1,0 1,1-1,-1 1,1 0,0 0,1 0,0 1,0 0,0 0,1 0,0 0,0 0,1 1,-1-1,2 1,-1 0,1-1,1 1,-1 0,1 0,0 0,1 0,0-1,0 1,3 7,2-9,0 0,0 0,1-1,0 0,0 0,1 0,-1-1,1 0,0-1,0 0,0 0,0 0,1-1,-1-1,1 1,-1-1,1-1,-1 1,1-2,0 1,-1-1,2-1,68-2,-4-4</inkml:trace>
  <inkml:trace contextRef="#ctx0" brushRef="#br0" timeOffset="2015.525">3112 202,'-33'8,"0"1,0 1,1 2,1 1,-24 14,54-27,-1 1,1-1,-1 1,1-1,-1 1,1 0,-1-1,1 1,0 0,-1 0,1 0,0 0,0 0,0 0,0 1,0-1,0 0,0 0,0 1,0-1,0 1,1-1,-1 1,1-1,-1 1,1-1,-1 1,1-1,0 1,0 0,0-1,0 1,0-1,0 1,0 0,1-1,-1 1,0-1,1 1,-1-1,1 1,0-1,0 1,-1-1,1 0,0 1,1 0,9 6,1 0,0 0,0-1,0 0,1-1,0-1,13 4,5 3,-13-5,-4-2,-1 0,0 1,0 0,0 1,-1 0,0 1,-1 1,4 3,-13-11,-1 0,0 0,0 0,0 1,0-1,0 1,0-1,0 0,0 1,-1-1,1 1,0 0,-1-1,1 1,-1 0,0-1,0 1,1 0,-1-1,0 1,0 0,-1-1,1 1,0 0,0-1,-1 1,1 0,-1-1,0 1,1-1,-1 1,0-1,0 1,0-1,0 0,0 1,0-1,0 0,-1 0,1 0,0 0,-1 0,1 0,0 0,-1 0,1-1,-1 1,-77 32,60-27,0-2,0 0,-1 0,0-2,1-1,-1 0,-19-2,28-2</inkml:trace>
  <inkml:trace contextRef="#ctx0" brushRef="#br0" timeOffset="2752.026">3553 402,'-91'-60,"88"58,0 1,0 0,-1 0,1 0,0 0,0 1,-1-1,1 1,0 0,-1 0,1 0,0 1,-1-1,1 1,0-1,-1 1,1 0,0 0,0 1,0-1,0 1,0-1,0 1,0 0,1 0,-1 0,1 1,-1-1,1 1,-1 1,-2 2,0 0,0 1,1 0,0 0,0 0,0 1,1-1,0 1,1 0,0-1,0 1,1 0,0 1,0-1,0 0,1 0,1 0,1 8,-1-12,1-1,-1 1,1-1,0 0,1 0,-1 0,1 0,-1 0,1-1,0 1,0-1,0 1,0-1,0 0,0 0,1-1,-1 1,1-1,-1 0,1 1,0-2,-1 1,4 0,88-1,-85-1,0-1,-1 0,0-1,1 0,-1 0,0-1,-1 0,1-1,-1 0,1 0,-2 0,1-1,0-1,-1 1,-1-1,1 0,-1-1,0 0,0 0,-1 0,2-6,-7-7,-12 27,10-2,0-1,0 1,1 0,0 0,-1 0,1-1,1 1,-1 0,0 0,1 0,0 1,0-1,0 0,1 0,-1 0,1 0,0 0,0-1,0 1,1 0,-1 0,1-1,0 1,0-1,0 1,1-1,-1 0,1 0,0 0,0 0,0 0,0-1,0 1,0-1,1 0,-1 0,1 0,0 0,1 0,2-1,-1 1,0-1,0-1,0 1,1-1,-1 0,0 0,1-1,-1 0,0 0,0-1,0 1,0-1,0-1,0 1,0-1,-1 0,1 0,-1-1,0 1,0-1,0 0,-1-1,1 1,-1-1,0 0,0 0,-1 0,0-1,0 1,0-1,0 0,-1 1,0-1,0 0,-1-1,1 0,16-143,-17 147,0 1,0 0,0-1,0 1,1 0,-1 0,1 0,-1 0,1 0,0 0,0 0,0 0,0 1,0-1,0 1,0-1,1 1,-1 0,0 0,1 0,-1 0,1 1,-1-1,1 1,-1-1,1 1,0 0,77 3,-65-2,-2 0,2 0,1 0,-1 1,1 1,-1 0,0 1,0 1,0 0,0 1,12 7,-23-10,0 1,-1-1,0 1,0 0,0 0,0 0,0 0,-1 0,0 0,0 1,0-1,0 1,-1 0,0-1,0 1,0 0,0 0,-1 0,0 0,0 0,0-1,-1 1,1 0,-1 0,0 0,-1-1,1 2,-1 68,3-71,0 0,0 0,0 0,0 1,1-1,0-1,-1 1,1 0,0 0,1-1,-1 1,0-1,1 0,-1 1,1-1,0 0,0-1,-1 1,1 0,1-1,-1 0,0 1,0-1,2 0,83 10,-53-13,-1-1,1-1,-1-2,0-1,0-2,-1-2,1-1,29-12</inkml:trace>
  <inkml:trace contextRef="#ctx0" brushRef="#br0" timeOffset="3003.417">4836 1,'11'14,"9"15,5 13,5 10,7 10,4 5,-1 6,-4 4,-12 2,-22 1,-30-1,-11-14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54.5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276 621,'-10'-2,"-1"1,1 0,-1 1,0 0,1 0,-1 1,0 1,1 0,0 0,-1 1,1 0,0 1,0 0,1 1,-1 0,1 1,0-1,0 2,1-1,0 1,0 1,1-1,0 1,0 0,1 1,-1 0,2 0,-3 6,6-13,1 1,-1 0,1-1,0 1,0 0,0 0,0 0,0-1,1 1,-1 0,1 0,0 0,0 0,0 0,0 0,1 0,-1 0,1 0,0 0,0 0,0 0,0 0,0-1,0 1,1 0,-1-1,1 1,0-1,0 0,0 1,2 0,2 0,1-1,-1 0,1-1,0 1,-1-2,1 1,0-1,0 1,-1-2,1 1,0-1,0 0,-1-1,1 1,-1-1,1-1,-1 1,0-1,0 0,2-1,11-6,0 0,0-1,-1 0,-1-2,0 0,0-1,-1-1,-1 0,-1-1,0-1,-1 0,-1-1,0 0,-2-1,0 0,-1-1,-1 0,0-1,-2 1,-1-1,0 0,-2-1,0 1,-1 0,-2-1,0 0,-2-17,1 30,1 0,-1 0,-1 0,0 0,0 0,0 1,-1-1,-1 1,1-1,-1 1,-1 0,-3-5,7 12,0 0,1 0,-1 0,0 1,1-1,-1 0,0 0,0 1,0-1,0 0,0 1,0-1,0 1,0-1,0 1,0-1,0 1,0 0,0 0,0 0,0-1,-1 1,1 0,0 0,0 0,0 1,0-1,0 0,0 0,0 1,0-1,-1 0,1 1,0-1,0 1,1-1,-1 1,0 0,0-1,0 1,0 0,0 0,1 0,-1 0,-26 46,17-11,0 1,3 0,1 0,1 1,2 0,2-1,3 17,-2-26,2-1,1 0,2 0,6 22,-9-41,0 0,1 0,0 0,0 0,1 0,0-1,1 1,0-1,0-1,0 1,1-1,0 1,0-2,0 1,1-1,0 0,3 2,-4-4,0-1,1 1,-1-1,1 0,0-1,-1 0,1 0,0 0,0-1,0 1,0-2,0 1,-1-1,1 0,0-1,0 1,-1-1,1-1,-1 1,2-2,13-6,-2-1,1-1,-2-1,1-1,6-7,-22 19,-3 1,0 0,1 1,-1-1,0 1,1-1,-1 1,1-1,-1 0,0 1,1 0,-1-1,1 1,-1-1,1 1,-1 0,1-1,0 1,-1 0,1-1,-1 1,1 0,0 0,-1 0,1 0,0-1,-1 1,1 0,0 0,-1 0,1 0,0 1,-1-1,1 0,0 0,-1 0,1 0,-1 1,1-1,0 0,-1 1,1-1,-1 0,1 1,-1-1,1 1,-1-1,1 1,-1-1,1 1,7 23,-7-17,1 0,1-1,-1 1,1-1,0 0,0 0,0 0,1 0,0-1,0 1,1-1,4 4,-5-6,0 0,0 0,0-1,1 1,-1-1,1 0,0 0,0-1,-1 1,1-1,0 0,0 0,0-1,0 1,0-1,0 0,1-1,-1 1,0-1,-1 0,1 0,0-1,0 1,0-1,-1 0,1-1,-1 1,2-1,1-2,0 0,0 0,0 0,0-1,-1 0,0 0,0-1,-1 0,1 0,-1 0,-1 0,0-1,0 0,0 0,-1 0,0-1,-1 3,-1 0,0 0,0 0,-1 0,0 0,0 0,0 0,0 0,-1 0,0 0,-1 0,1 0,-1 0,0 1,0-1,-1 1,0-1,0 1,0 0,-1 0,1 0,-1 1,0-1,-1 1,1 0,-1 0,0 0,0 1,0-1,0 1,0 1,-1-1,1 1,-1 0,0 0,0 0,0 1,0 0,0 0,0 1,0 0,0 0,-2 0,2 1,1-1,0 1,-1 1,1-1,0 1,0 0,0 0,0 0,0 1,0 0,1 0,-1 0,1 0,0 1,0 0,0 0,0 0,1 0,0 0,0 1,0-1,0 1,1 0,-1 0,1 0,0 0,1 1,0-1,-1 0,2 1,-1-1,0 0,1 1,0-1,1 1,-1-1,1 1,0-1,0 0,1 2,13 22</inkml:trace>
  <inkml:trace contextRef="#ctx0" brushRef="#br0" timeOffset="574.829">1199 835,'10'-19,"0"-1,-2 1,0-2,-2 1,0-1,-1 0,-1 0,-1 0,-1-1,0-16,-1 34,-1 1,0-1,0 0,0 0,0 1,0-1,-1 0,1 1,-1-1,0 0,0 1,0-1,-1 1,1-1,-1 1,0 0,0 0,0 0,0 0,-1 0,1 0,-1 0,0 1,0-1,0 1,0 0,0 0,0 0,-1 0,3 2,0 1,-1-1,1 1,0-1,-1 1,1-1,0 1,0-1,0 1,-1 0,1 0,0 0,0 0,0 0,0 0,1 0,-1 0,0 0,0 0,0 0,1 0,-1 1,1-1,-1 0,1 1,0-1,-1 0,1 1,0-1,0 0,0 1,0-1,0 0,0 1,0-1,0 1,1-1,-1 0,0 0,1 1,-1-1,1 0,0 0,-1 1,1-1,0 0,0 0,-1 0,1 0,0 0,0 0,0 0,1 0,8 5,0-1,0 0,0-1,0 0,1 0,0-1,0-1,0 0,0 0,0-1,4 0,4 1,8 1,-16-3,0 0,0 1,0 1,0 0,0 0,-1 1,1 0,-1 1,1 0,-1 1,0 0,-1 1,1 0,7 6,-14-6,1 0,-1 0,0 0,0 1,0-1,-1 1,0 0,-1-1,1 1,-1 0,-1 0,1 0,-1 6,-1-9,0 1,1-1,0 1,0 0,0-1,1 1,0-1,-1 1,2-1,-1 1,0-1,1 0,0 0,0 0,0 0,0 0,1 0,0 0,-1-1,1 1,1-1,-1 0,0 0,1 0,0 0,-1-1,1 1,0-1,0 0,0 0,2 0,5-2,0 1,1-2,-1 1,1-2,-1 1,0-2,0 1,0-1,0-1,0 0,-1-1,0 0,0-1,0 1,0-2,-1 0,0 0,-1 0,1-1,1-3,-4 5,0 1,0-1,0 0,-1-1,0 1,0-1,-1 0,0-1,0 1,-1 0,0-1,0 0,-1 0,1-5,-9-1,-6 32,10-12,1 1,-1-1,1 1,0-1,1 1,0-1,0 1,0-1,1 1,0-1,0 1,0-1,1 0,0 1,0-1,1 0,0 0,0-1,0 1,1 0,0-1,0 0,0 0,0 0,1-1,0 1,0-1,0 0,1 0,-1-1,1 0,0 0,0 0,0-1,0 1,0-2,0 1,1-1,-1 1,2-2,18 1</inkml:trace>
  <inkml:trace contextRef="#ctx0" brushRef="#br0" timeOffset="819.179">2055 327,'-14'-3,"-8"0,-4 5,3 6,8 9,11 9,10 8,5-1</inkml:trace>
  <inkml:trace contextRef="#ctx0" brushRef="#br0" timeOffset="1123.36">2349 781,'80'-705,"-70"629,-22 174,5 0,3 1,5-1,10 63,-8-134,1 0,1 0,1 0,2 0,0-1,11 19,-16-37,1-1,0 0,0 0,1 0,0 0,0-1,0 0,1 0,0 0,1-1,-1 0,1 0,0 0,0-1,0 0,0-1,1 1,0-2,0 1,0-1,0 0,0 0,0-1,3 0,-4-1,0 0,-1 0,1-1,0 1,-1-2,1 1,-1-1,1 0,-1 0,0-1,0 1,0-1,0-1,0 1,4-4,13-14</inkml:trace>
  <inkml:trace contextRef="#ctx0" brushRef="#br0" timeOffset="1375.687">2309 380,'6'-4,"17"-2,22-2,22-2,19-2,14 2,4 2,-17 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3:52.0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89 308,'-14'16,"-6"5,0 2,1-4,3-4</inkml:trace>
  <inkml:trace contextRef="#ctx0" brushRef="#br0" timeOffset="655.248">290 242,'-5'-16,"0"0,-1 1,-1 0,0 0,-1 1,-5-7,11 18,0 0,-1 0,1 0,-1 0,0 1,0-1,0 1,0 0,0 0,0 0,-1 0,1 0,-1 1,1-1,-1 1,0 0,1 0,-1 0,0 1,0-1,0 1,1 0,-1 0,0 0,0 1,0 0,1-1,-1 1,0 0,1 1,-1-1,1 1,-1-1,1 1,-1 0,-6 9,0 0,1 1,0 0,1 0,0 0,1 1,1 1,0-1,1 1,0 0,1 0,0 0,1 1,1-1,0 1,1 3,-1 3,0 0,1-1,1 1,1 0,0 0,4 13,-4-28,1 1,-1 0,1-1,1 1,-1-1,1 0,0 0,1 0,-1 0,1-1,0 1,1-1,-1 0,1 0,0 0,0-1,1 0,-1 0,1 0,0-1,0 0,0 0,12 1,-1-1,0 0,1-2,0 0,-1-1,1-1,-1 0,1-1,-1-1,0-1,0-1,0 0,0-1,-1-1,0 0,0-1,1-2,18-7,0-3,-2 0,0-2,-1-2,-2-1,0-1,15-19,-44 45,-1 0,1 0,-1 0,1 0,-1 0,0 0,1 0,-1 0,1 0,-1 0,0 0,1 1,-1-1,1 0,-1 0,0 0,1 1,-1-1,0 0,1 0,-1 1,0-1,1 0,-1 1,0-1,0 0,1 1,-1-1,0 0,0 1,0-1,0 0,1 1,-1-1,0 1,0-1,0 1,0-1,0 0,0 1,0-1,0 1,0-1,0 0,0 1,0-1,-1 1,1-1,0 0,0 1,0-1,0 1,-1-1,1 0,0 1,0-1,-1 0,1 1,0-1,-1 0,1 0,0 1,-1-1,1 4,-2 5,1-1,0 1,0 0,1 0,1 0,-1 0,1-1,1 1,-1 0,2 0,-1-1,1 0,0 1,1-1,0 0,0-1,1 1,0-1,0 1,1-2,0 1,5 5,30-7,-24-12</inkml:trace>
  <inkml:trace contextRef="#ctx0" brushRef="#br0" timeOffset="912.082">717 0,'-9'18,"4"11,12 7,13 2,4-5</inkml:trace>
  <inkml:trace contextRef="#ctx0" brushRef="#br0" timeOffset="1253.876">1025 562,'9'-22,"0"-1,-1 0,-2 0,0-1,-2 0,0 0,-1 0,-2 0,-1-19,0 32,0 1,-1-1,0 1,-1-1,0 1,-1-1,0 1,-1 0,-1-3,5 12,-1 0,1 0,0 0,0 0,-1 1,1-1,0 0,-1 0,1 1,-1-1,1 0,-1 1,0-1,1 0,-1 1,0-1,1 1,-1-1,0 1,0-1,1 1,-1-1,0 1,0 0,0 0,1-1,-1 1,0 0,0 0,0 0,0 0,0 0,0 0,1 0,-1 0,0 0,0 0,0 1,0-1,0 0,1 1,-1-1,0 0,0 1,1-1,-2 1,-17 37,19-35,0 0,0 0,0-1,0 1,1 0,-1-1,1 1,-1 0,1-1,0 1,0-1,0 1,0-1,1 1,-1-1,1 0,0 0,-1 1,1-1,0-1,0 1,0 0,0 0,1-1,-1 1,0-1,1 0,-1 1,1-1,-1 0,1-1,1 2,90 11,70-20,-162 7,0 0,0 0,-1 1,1-1,0 1,0-1,0 1,0-1,-1 1,1 0,0 0,0 0,-1 0,1 0,-1 0,1 0,-1 1,1-1,-1 0,0 1,0-1,0 1,0 0,0-1,0 1,0 0,0 0,-1-1,1 1,-1 0,1 0,-1 0,0 0,1 0,-1 0,0-1,-1 1,1 0,0 0,0 0,-1 2,-13 64,11-58,0 0,1 0,0 1,0-1,1 1,1-1,0 1,0 0,1 2,0-10,0 1,0-1,0 0,1 1,-1-1,1 0,0 0,0 0,0 0,0 0,1-1,-1 1,1-1,0 1,-1-1,1 0,0 0,0 0,1-1,-1 1,0-1,0 0,1 1,-1-1,1-1,1 1,94 2,-52-10,-5-2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4:05.4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65 129,'-13'207,"13"-151,-1 343,1-369,1 0,2 0,1 0,1 0,9 25,-14-51,1 0,0 0,1-1,-1 1,0-1,1 1,0-1,0 0,0 1,0-1,1 0,-1-1,1 1,0 0,-1-1,1 1,0-1,1 0,-1 0,0 0,1 0,-1-1,1 1,-1-1,1 0,0 0,-1 0,1-1,0 1,0-1,0 0,-1 0,1 0,0-1,0 1,1-1,8-5,-2-1,1 1,-1-2,0 0,0 0,-1-1,0 0,0-1,-1 0,-1 0,0-1,0 0,-1 0,0-1,-1 0,-1-1,0 1,0-1,0-3,16-71,-37 124,14-33,0 1,1-1,-1 1,1 0,0 0,0-1,1 1,0 0,-1 0,2 0,-1-1,0 1,1 0,0 0,0 0,0-1,1 1,0-1,0 1,0-1,0 0,1 0,-1 1,1-2,0 1,0 0,1-1,-1 1,1-1,0 0,-1 0,2 0,-1-1,0 0,3 2,4-2,0-1,0 1,0-2,0 0,0 0,0-1,0 0,0-1,0 0,-1-1,1 0,-1 0,1-1,-1-1,0 0,-1 0,1-1,-1 0,0-1,-1 0,1 0,-1-1,-1 0,0 0,0-1,0 0,-1 0,0-1,-1 1,4-11,19-45,-25 89,-4-16,0 0,0 0,1 1,0-1,0 0,1 1,0-1,1 0,0 0,0 0,0 0,1 0,1-1,-1 1,1-1,0 0,1 0,0 0,0 0,0-1,1 0,0 0,0-1,0 1,1-1,0-1,0 1,0-1,4-2,0-1,-1 0,1 0,0-1,0-1,0 0,-1 0,1-1,0 0,-1-1,0 0,1-1,-1 0,0-1,-1 0,1 0,-1-1,0 0,-1 0,0-1,0-1,0 1,0-1,-2-1,7-7,6-16,-1-2,-2 0,-1 0,-1-2,-2 0,-2 0,-1-1,-2 0,1-30,4-10,-4-1,-3 0,-5-52,-15 44,14 84,0 0,1 0,-1 0,0 0,0 0,0 0,0 0,-1 0,1 1,0-1,-1 0,1 1,-1-1,0 1,1 0,-1-1,0 1,0 0,0 0,0 0,0 1,0-1,0 0,0 1,0-1,0 1,0-1,-1 1,1 0,0 0,0 0,0 1,0-1,0 0,-1 1,-1 0,-6 5,1 0,-1 0,1 1,0 0,0 1,1 0,0 1,0-1,1 1,1 1,-1-1,1 1,1 1,0-1,0 1,1-1,1 1,-3 9,-3 18,0 0,3 1,1 0,2 0,1 1,3-1,1 0,1 0,3 0,1 0,2-1,1 0,2 0,2-2,8 16,-3-11</inkml:trace>
  <inkml:trace contextRef="#ctx0" brushRef="#br0" timeOffset="253.322">118 263,'-13'-5,"-15"-1,-8-2,6 0,19 2,31 4,33 2,36 4,32 0,25 1,-12-1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4:02.7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301 215,'-3'12,"-3"6,7-29,-1 5,-1-1,0 1,0-1,0 1,0-1,-1 1,0-1,-1 1,1 0,-1 0,0 0,-1 1,1-1,-1 1,0 0,-1 0,1 0,-1 0,0 1,0 0,0 0,-1 0,0 0,1 1,-1 0,0 1,-1-1,1 1,0 0,-1 0,1 1,-1 0,1 0,-1 1,1 0,-1 0,0 0,1 1,-1 0,1 0,-1 1,1-1,0 2,-2 0,3 0,0 0,1 0,-1 1,1-1,0 1,0 0,0 1,1-1,-1 1,1-1,0 1,0 0,1 0,0 1,0-1,0 0,0 1,0 1,-12 103,12-99,1 0,0 0,0 0,1 0,1 0,0 0,0 0,1 0,1 0,0 0,0-1,1 1,0-1,1 0,0 0,1-1,0 1,0-1,1 0,0-1,1 0,0 0,0 0,0-1,1-1,0 1,5 2,1-5,0 1,0-1,0-1,0-1,0 0,0-1,1-1,-1 0,0-1,0-1,1 0,-1-1,0-1,-1 0,1-1,-1 0,0-1,0-1,-1 0,1-1,-2-1,1 0,-1 0,-1-1,0-1,0 0,-1 0,0-1,-1-1,0 1,-1-1,-1-1,4-9,8-22,-9 80,-8-15,0-1,1-1,0 1,1-1,1 0,0-1,7 13,-12-28,1 0,0-1,0 1,-1 0,1 0,0-1,1 1,-1-1,0 1,0-1,1 1,-1-1,0 0,1 0,0 0,-1 0,1 0,0 0,-1 0,1 0,0 0,0-1,0 1,-1-1,1 0,0 1,0-1,0 0,0 0,0 0,0 0,0-1,0 1,-1 0,3-1,10-8</inkml:trace>
  <inkml:trace contextRef="#ctx0" brushRef="#br0" timeOffset="249.467">662 28,'-9'5,"3"3,11 3,10 2,3-2</inkml:trace>
  <inkml:trace contextRef="#ctx0" brushRef="#br0" timeOffset="633.473">862 589,'10'-13,"0"-1,-1 0,0 0,-1-1,-1-1,0 1,-1-1,4-15,-8 25,29-144,-32 148,1 1,0-1,0 1,0-1,0 0,0 1,0-1,1 1,-1-1,0 0,1 1,-1-1,1 1,-1-1,1 1,0 0,0-1,0 1,0 0,0-1,0 1,0 0,0 0,0 0,0 0,1 0,-1 0,1 0,-1 0,0 1,1-1,-1 1,1-1,-1 1,1-1,0 1,-1 0,1-1,-1 1,1 0,0 0,-1 1,1-1,0 0,7 0,-1 0,1 1,0 0,-1 0,0 1,1 0,-1 0,0 1,0 0,0 1,0 0,-1 0,1 0,-1 1,0 0,-1 1,1-1,-1 1,0 1,0-1,-1 1,0 0,0 0,-1 0,0 1,0 0,0-1,-1 2,0 1,-11 136,8-144,0 0,0 0,0 0,1 0,-1 0,0-1,1 1,-1 0,1 0,0 0,0-1,-1 1,1 0,0-1,1 1,-1-1,0 1,0-1,1 0,-1 1,0-1,1 0,0 0,-1 0,1 0,-1 0,1 0,0-1,0 1,-1-1,1 1,0-1,1 1,66 2,-21-7,-2-2</inkml:trace>
  <inkml:trace contextRef="#ctx0" brushRef="#br0" timeOffset="1246.423">1692 376,'-19'-1,"0"1,0 1,1 1,-1 1,1 0,0 1,0 1,0 1,0 1,-8 4,24-10,0 0,0 0,0 0,0 0,0 1,0-1,0 1,0-1,1 1,-1-1,1 1,-1 0,1 0,0 0,-1 0,1 0,0 0,0 0,0 0,1 1,-1-1,1 0,-1 0,1 1,0-1,-1 0,1 1,0-1,1 0,-1 1,0-1,1 0,-1 1,1-1,0 0,0 0,0 0,0 1,0-1,0 0,0-1,1 1,-1 0,1 0,0 0,-1-1,13 11,1-2,-1 0,1 0,1-2,0 0,0-1,0 0,1-1,0-1,0-1,1 0,-1-1,1-1,0-1,0 0,-1-2,3 0,-7 1,0 0,0-2,0 1,0-2,0 1,0-2,-1 0,1 0,-1-1,0-1,0 0,-1 0,0-2,0 1,-1-1,1-1,-2 1,1-2,-1 1,-1-2,0 1,0-1,-1 0,4-9,13-66,-24 86,0 0,0 1,0-1,0 0,0 0,-1 0,1 1,0-1,0 0,0 0,-1 0,1 1,0-1,0 0,0 0,-1 0,1 0,0 0,0 1,-1-1,1 0,0 0,0 0,-1 0,1 0,0 0,-1 0,1 0,0 0,0 0,-1 0,1 0,0 0,0 0,-1 0,1-1,0 1,0 0,-1 0,1 0,0 0,0 0,0-1,-1 1,1 0,0 0,0 0,0-1,-1 1,1 0,0 0,0 0,0-1,0 1,0 0,0 0,0-1,-1 1,1 0,0 0,0-1,0 1,0 0,0-1,0 1,0 0,0 0,0-1,1 1,-16 18,11-14,0 1,1 0,0 0,0 1,0-1,1 0,-1 1,1 0,0-1,1 1,0 0,0 0,0 0,0 0,1 0,0 0,1 0,-1 0,1 0,0 0,0 0,1 0,0 0,0-1,0 1,1-1,0 1,0-1,0 0,1 0,-1 0,1-1,0 1,1-1,-1 0,1 0,3 2,2-1,1-1,-1-1,0 0,1 0,0-1,0 0,0-1,-1 0,1 0,0-2,0 1,0-1,0-1,0 0,-1 0,1-1,-1-1,1 0,-1 0,0-1,-1 0,1-1,-1 0,0 0,-1-1,1 0,-1 0,-1-1,1 0,-1-1,-1 0,0 0,0 0,-1-1,2-4,9-95,-20 190,20 33,-14-110,0 0,-1 0,1 0,1 0,-1 0,0 0,1 0,0-1,0 1,0-1,0 0,1 0,-1 0,1-1,0 1,0-1,0 0,0 0,0 0,0 0,0-1,1 0,-1 0,2 1,32 0,-22-2</inkml:trace>
  <inkml:trace contextRef="#ctx0" brushRef="#br0" timeOffset="1682.263">2681 309,'-7'16,"-2"12,0 8,2 5,2 0,2-3,1-3,4-7,3-11,1-9</inkml:trace>
  <inkml:trace contextRef="#ctx0" brushRef="#br0" timeOffset="1850.807">2694 28,'-16'-4,"-7"-5,-3 0,8 4,14 5,17 2,6 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4:07.0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354 590,'-8'-6,"-1"0,0 1,0 1,0-1,0 1,-1 1,1 0,-1 0,0 1,0 0,0 1,0 0,0 1,0-1,0 2,0 0,0 0,0 1,0 0,0 1,0 0,1 0,-1 1,1 0,0 1,0 0,1 0,0 1,0 0,0 1,0-1,1 2,0-1,1 1,0 0,0 0,0 1,-1 2,6-8,0 0,-1-1,1 1,0 0,0-1,0 1,0 0,1 0,-1 0,1 0,0 0,0 0,0 0,0 0,0 0,1 0,-1 0,1-1,0 1,0 0,0 0,0 0,0-1,1 1,-1-1,1 1,0-1,0 1,0-1,0 0,0 0,0 0,0 0,1 0,-1-1,1 1,9 2,0-1,1 0,-1-1,1-1,-1 0,1 0,0-1,-1-1,1 0,-1 0,1-2,-1 0,0 0,0-1,0 0,0-1,-1 0,10-7,-2 3,-2-1,1 0,-1-2,-1 0,0-1,-1 0,0-1,-1-1,-1 0,0-1,-1-1,-1 0,0 0,-2-1,0 0,-1-1,0 0,-2 0,0-1,-1 0,0-5,0-11,-1 0,-1 0,-2 0,-2 0,-1 0,-2 1,-1-1,-5-14,9 46,0 1,1 1,-1-1,1 0,-1 0,0 0,0 1,0-1,-1 1,1-1,0 1,-1-1,0 1,0 0,1-1,-1 1,-1 0,-1-1,3 3,-1 1,0-1,1 1,-1 0,0 0,1 0,-1 0,1 0,0 0,-1 0,1 0,0 0,0 1,0-1,-1 1,1-1,1 1,-1-1,0 1,0-1,1 1,-1 0,0-1,1 1,0 0,-1 0,0 1,-12 34,2 1,1 0,2 0,2 1,1 0,2 6,1-18,1 0,2 0,0 0,2 0,1 0,6 18,-8-35,1 0,1 0,0-1,0 1,0-1,1 0,1 0,0 0,0-1,0 0,1 0,0 0,1-1,0 0,0-1,0 1,1-2,6 4,-6-5,-1-1,1 0,0-1,0 0,0 0,0-1,0 0,1 0,-1-1,0-1,0 1,0-2,0 1,0-1,0 0,0-1,0 0,-1-1,1 1,-1-2,0 1,5-4,2-2,0-1,-1 0,0-1,-1-1,0 0,-1 0,-1-1,0-1,-1 0,0 0,0-3,-6 9,1 1,-1 0,-1-1,1 1,-1-1,-1 0,0 0,0 0,-1-1,0 1,0 0,-2-6,1 14,0 0,0 0,0 0,0 0,0-1,-1 1,1 0,-1 0,1 0,-1 0,1 0,-1 0,1 0,-1 0,0 0,0 0,0 0,1 1,-1-1,0 0,0 0,0 1,0-1,0 1,0-1,0 1,0-1,-1 1,1 0,0-1,0 1,0 0,0 0,0 0,-1 0,1 0,0 0,0 0,0 0,0 0,-1 1,1-1,0 0,0 1,0-1,0 1,0-1,0 1,0 0,0-1,-50 38,44-31,1 1,0-1,1 1,-1 0,1 0,1 0,0 1,0 0,0 0,1 0,1 0,0 0,0 1,0-1,1 1,1-1,0 1,0-1,1 1,0-1,0 1,1-1,0 0,1 0,0 0,1 0,0 0,1 2,4-1,-1 0,2-1,-1 0,2 0,-1-1,1 0,0-1,0 0,1-1,0-1,0 0,1 0,-1-1,1 0,1-1,55 13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4:09.8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335 1099,'-18'2,"-15"8,-9 15,-4 21,3 19,7 17,12 13,17 7,18-2,24-5,21-10,18-15,-4-20</inkml:trace>
  <inkml:trace contextRef="#ctx0" brushRef="#br0" timeOffset="-1612.689">1 671,'120'-143,"-88"111,-1-2,-2-2,-2 0,-1-2,-1 0,-3-2,-1-1,-2-1,9-29,-17 0,-10 69,-1 0,0 0,0 0,0 1,0-1,0 0,-1 0,1 0,-1 1,1-1,-1 0,1 0,-1 1,0-1,0 1,0-1,0 1,0-1,0 1,0-1,-1 1,1 0,0 0,-1 0,1 0,-1 0,1 0,-1 0,0 0,1 0,-1 1,0-1,1 1,-1-1,0 1,0 0,-6 1,1 0,-1 1,1 0,-1 1,1-1,0 1,0 1,0 0,0 0,1 0,-1 0,1 1,0 0,1 1,-1-1,1 1,0 0,0 0,1 1,0 0,-2 2,-3 10,0 1,0 0,2 0,0 0,2 1,0 0,2 0,0 0,1 1,1-1,1 1,1-1,1 0,1 1,0-1,2 0,0-1,2 1,0-1,3 3,-5-12,1 1,1-1,0-1,0 1,1-1,0 0,1-1,0 0,1 0,5 3,-10-8,0-1,-1 0,1 0,0 0,0-1,0 0,1 0,-1 0,1-1,-1 0,1 0,-1 0,1 0,-1-1,1 0,0 0,-1-1,1 0,-1 0,1 0,-1 0,1-1,-1 0,0 0,0 0,7-7,0-1,-2 0,1-1,-1 0,0 0,-1-1,-1 0,0-1,0 1,-2-2,1 1,-2-1,0 0,0 0,-1 0,-1-1,-1 0,1-6,1-1,-13 50,6-22,1 1,1 0,-1-1,1 1,0 0,1-1,0 1,0 0,0 0,1-1,0 1,0 0,0-1,1 1,0-1,1 1,-1-1,1 0,1 0,-1 0,1-1,0 1,0-1,0 0,1 0,0 0,3 3,-2-6,0 1,0-1,0 0,1 0,-1 0,1-1,-1 0,1-1,-1 1,1-1,-1-1,1 1,-1-1,1 0,-1 0,0-1,0 0,1 0,-1 0,0-1,-1 0,1 0,0-1,4-3,0 0,0-1,0-1,0 0,-1 0,-1-1,1 0,-2-1,1 1,-2-1,1-1,-1 0,-1-1,-1 5,0-1,-1 0,0 0,0-1,-1 1,-1 0,1-1,-1 1,-1-1,0-8,-1 17,0 1,0 0,0-1,1 1,-1 0,0-1,0 1,0 0,0 0,0 0,1 0,-1 0,0 0,0 0,0 0,0 0,0 0,1 1,-1-1,0 0,0 1,0-1,0 0,1 1,-1-1,0 1,1-1,-1 1,0 0,1-1,-1 1,0-1,1 1,-1 0,1 0,0-1,-1 1,1 0,-1 0,1 0,0-1,0 1,-1 0,1 0,0 1,-4 2,0 1,0 1,1-1,0 0,0 1,0-1,0 1,1 0,0 0,1 0,-1 0,1 0,0 1,0-1,1 0,0 1,0-1,1 0,-1 0,1 1,1-1,-1 0,1 0,0 0,0 0,1-1,0 1,0 0,0-1,1 0,-1 0,1 0,1 0,2 2,8 1,1-2,0 0,0 0,0-2,1 0,0-1,-1 0,1-1,17-1,-28-1,64 4</inkml:trace>
  <inkml:trace contextRef="#ctx0" brushRef="#br0" timeOffset="-697.135">1671 404,'-22'-4,"-1"2,0 1,0 0,1 2,-19 3,35-4,1 1,0 0,-1 1,1 0,0-1,0 2,0-1,0 0,0 1,1 0,-1 0,1 1,0-1,0 1,0 0,0 0,1 0,-1 0,1 1,0-1,0 1,1 0,0 0,-1 0,2 0,-2 3,2-4,0 0,0 0,1 0,-1 0,1 1,0-1,0 0,0 0,1 0,-1 0,1 0,0 0,0 0,0 0,1 0,0 0,-1-1,1 1,1-1,-1 1,0-1,1 0,0 0,-1 0,1 0,4 2,0 1,1-1,0 0,1 0,-1-1,1 0,0 0,0-1,0-1,0 1,0-1,3 0,2 0,0 0,-1-1,1 0,0-1,-1-1,1 0,0 0,-1-2,1 0,-1 0,0-1,0-1,0 0,-1-1,0 0,0-1,0 0,-1-1,0 0,0-1,-1 0,0-1,-1 0,0 0,1-4,0-4,-1 0,-1-1,0 0,-2 0,0-1,-1 0,-1 0,-1 0,-1-1,-1-4,0 24,0-1,-1 0,1 1,-1-1,0 0,1 0,-1 1,0-1,0 0,0 0,0 0,0 1,-1-1,1 0,0 1,-1-1,1 0,-1 1,0-1,0 0,1 1,-1-1,0 1,0-1,-1 1,1 0,0-1,0 1,-1 0,1 0,0 0,-1 0,1 0,-1 0,0 0,1 1,-1-1,0 0,1 1,-1 0,0-1,1 1,-2 0,1 0,0 0,1 0,-1 0,0 0,0 0,0 1,0-1,1 1,-1-1,0 1,0 0,1-1,-1 1,1 0,-1 0,1 0,-1 0,1 1,-1-1,1 0,0 1,0-1,0 1,0-1,0 1,0-1,0 1,0 0,0-1,1 1,-1 0,1 0,-1 0,1-1,0 1,0 0,0 0,0 0,0 0,0 0,0-1,1 1,-1 0,1 0,-1 0,1-1,0 1,0 0,-1-1,1 1,0-1,1 1,-1-1,0 1,0-1,1 0,-1 1,0-1,1 0,-1 0,2 1,16 3,-1 0,1-2,0 0,-1-1,1-1,0 0,9-2,-2 1,12 0,-18-1,-1 0,0 2,1 1,-1 0,0 1,0 1,7 3,-22-5,0 0,-1 0,1 1,-1-1,1 1,-1 0,0 0,0 0,-1 1,1-1,-1 0,1 1,-1 0,0 0,0-1,-1 1,1 0,-1 0,0 1,0-1,0 0,-1 0,1 0,-1 1,0-1,0 0,-1 1,1-1,-1 0,0 0,0 0,0 0,-3 4,5 77,3-80,-1-1,1 0,0 0,0 0,0-1,0 1,1-1,-1 0,1 0,0-1,0 1,0-1,0 0,0-1,0 1,1-1,-1 0,0 0,1-1,-1 1,1-1,-1 0,1-1,-1 1,1-1,-1 0,3-1,8-1,-1 0,1-1,-1 0,0-1,0-1,0-1,-1 0,0 0,0-2,-1 0,0 0,0-1,-1-1,-1 0,0 0,0-1,-1-1,-1 0,0 0,0-1,-2 0,0 0,0-1,0-4,-3-3,-5 22,1 0,0 0,0 0,0 0,0 0,-1 0,1 0,0 0,0 0,0 0,0 0,0 0,-1 0,1 0,0 0,0 0,0 0,0 0,0 0,-1 0,1 0,0 0,0 0,0-1,0 1,0 0,0 0,-1 0,1 0,0 0,0 0,0-1,0 1,-4 10,1-1,0 1,1 0,0 0,0 0,1 1,0-1,1 0,0 0,1 0,0 1,0-1,3 6,-2-11,0 1,1-2,-1 1,1 0,1 0,-1-1,0 0,1 1,0-1,0-1,0 1,0-1,1 1,0-1,-1 0,1-1,0 1,0-1,0 0,1 0,-1-1,0 0,1 0,4 1,1-1,1 1,-1-2,0 0,1 0,-1-1,0 0,1-1,-1 0,0-1,0 0,9-5,-11 3,0-1,0-1,-1 0,1 0,-2-1,1 0,-1 0,0 0,0-1,-1 0,-1-1,0 1,0-1,0 0,-1 0,-1-1,0 1,0-1,-1 0,-1 0,1 1,-2-1,0 0,0-2,-3-1,-3 20,-3 22,7-21,0 0,1 0,0 0,0 0,0 0,1 0,0 0,0 0,1 1,0-1,0 0,0 0,1 0,0 0,1-1,0 1,0 0,0-1,1 0,-1 0,1 0,1 0,-1-1,1 1,0-1,1 0,-1-1,1 1,0-1,0 0,18 5,0-1,0 0,1-2,-1-1,2-1,-1-1,0-1,0-1,1-2,0 0,53-4,-9-4</inkml:trace>
  <inkml:trace contextRef="#ctx0" brushRef="#br0" timeOffset="6749.55">615 1647,'25'-17,"10"-15,-2-3,-2 0,-1-2,-2-1,9-17,-5-9,-33 65,1 0,0-1,0 0,-1 1,1-1,-1 1,1-1,0 1,-1-1,1 0,-1 1,1-1,-1 0,1 1,-1-1,1 0,-1 0,1 1,-1-1,1 0,-1 0,1 0,-1 0,1 0,-1 0,0 0,1 0,-1 0,1 0,-1 0,1 0,-1 0,1 0,-1-1,1 1,-1 0,1 0,-1-1,1 1,-1 0,1-1,-1 1,1 0,-1-1,1 1,0-1,-1 1,1-1,0 1,-1-1,1 1,0-1,0 1,-1-1,1 1,0-1,0 1,0-1,0 1,0-1,0 0,-6 8,0 0,0 0,1 0,0 1,0 0,1 0,0 0,0 1,1-1,0 1,0 0,1 0,0-1,1 2,0-1,1 0,-1-3,1 0,0 0,1 0,-1 0,1 0,1 0,-1-1,1 1,0 0,0-1,0 1,1-1,0 0,0 0,0 0,1 0,0 0,0-1,0 0,0 1,0-2,1 1,0 0,0-1,0 0,5 1,-1-1,1 1,0-2,0 1,0-2,0 1,0-1,1-1,-1 0,0 0,0-1,1-1,-1 1,0-2,0 1,0-1,-1-1,1 0,-1 0,0-1,0 0,0 0,-1-1,0 0,0-1,0 0,-1 0,0-1,0 0,-1 0,0 0,1-3,15-21,-17 23,0 0,0 1,1-1,0 1,1 0,0 1,0-1,0 2,1-1,0 1,1 0,-1 0,1 1,0 0,0 1,1 0,4-1,-10 5,0-1,0 1,-1 1,1-1,0 0,0 1,-1 0,1 0,-1 0,1 0,-1 1,1-1,-1 1,0 0,1 0,-1 0,0 0,0 1,-1-1,1 1,-1 0,1-1,-1 1,0 0,0 1,0-1,0 0,0 2,2 1,-1 1,0 0,0 0,-1 0,0 0,0 0,-1 1,0-1,0 0,0 1,-1-1,0 1,-1-1,0 1,0-4,-1 1,1-1,-1 0,0 0,-1 0,1 0,-1 0,1-1,-1 1,0-1,-1 0,1 1,0-1,-1-1,0 1,0-1,0 1,0-1,0 0,0 0,0-1,0 1,-1-1,1 0,-1 0,1-1,-1 1,1-1,-1 0,1 0,-1-1,0 1,-2-2,5 2,1-1,0 1,-1-1,1 0,0 0,0 0,-1 0,1 0,0 0,0 0,0 0,0 0,0 0,1 0,-1-1,0 1,0 0,1-1,-1 1,1 0,-1-1,1 1,0-1,0 1,-1-1,1 1,0-1,0 1,0-1,1 1,-1-1,0 1,0 0,1-1,-1 1,1-1,0 1,-1 0,1-1,0 1,0 0,-1 0,1 0,1-1,47-48,30-7,-59 46,0-2,-1 0,0-1,-1-1,-1-1,0 0,-1-2,-1 1,-1-2,0 0,-1-1,-2 0,9-18,-15 24,-1 0,0 0,-1-1,0 1,-1-1,-1 1,0-1,-1 0,-1 1,0-1,-1 0,-4-12,6 26,1 0,-1 0,-1 0,1 0,0 0,0 0,0 0,-1 0,1 0,0 0,-1 0,1 0,-1 0,1 0,-1 0,1 0,-1 0,0 1,1-1,-1 0,0 0,0 1,0-1,0 1,1-1,-1 0,0 1,0 0,0-1,0 1,0-1,0 1,0 0,0 0,0 0,0 0,-1 0,1 0,0 0,0 0,0 0,0 0,0 0,-1 1,-2 5,-1 0,1 0,0 0,1 1,-1-1,1 1,1 0,-1 0,1 0,0 1,1-1,0 0,0 2,0-5,-9 53,4-1,2 1,2 0,3 0,3 17,18 59,-20-126,0 1,0-1,1 1,0-1,1 0,0 0,0-1,0 1,1-1,0 0,0 0,0 0,1-1,0 0,6 5,-8-8,0 0,1 0,-1-1,0 1,1-1,-1 0,0-1,1 1,-1-1,1 1,-1-1,1-1,0 1,-1-1,0 1,1-1,-1-1,1 1,-1 0,0-1,0 0,0 0,0 0,2-3,3 0,0-2,0 1,-1-1,0-1,-1 0,1 0,-2 0,1-1,4-8,-5 8,-2 0,1 0,-1 0,0-1,-1 0,0 1,-1-1,0 0,-1 0,0-1,0 1,-1-9,0 20,0-1,0 0,0 1,0-1,0 0,0 1,0-1,0 0,0 1,0-1,0 0,0 1,0-1,0 0,0 0,0 1,0-1,0 0,-1 1,1-1,0 0,0 0,0 1,-1-1,1 0,0 0,0 1,0-1,-1 0,1 0,0 0,-1 1,1-1,0 0,0 0,-1 0,1 0,0 0,-1 0,1 0,0 0,-1 0,1 0,0 0,-1 0,1 0,0 0,-1 0,1 0,0 0,-1 0,1 0,0 0,0 0,-1-1,1 1,0 0,-1 0,1 0,0 0,0-1,0 1,-1 0,1 0,0-1,0 1,0 0,-1-1,1 1,-3 6,0 1,0-1,0 1,1 0,0-1,1 1,-1 0,1 0,1 0,-1 1,1-1,0 0,1 0,0 0,0 0,1 0,-1 0,1 0,1-1,-1 1,1-1,1 1,-1-1,1 0,0 0,0 0,1-1,-1 0,1 0,0 0,1 0,-1-1,1 0,0 0,0 0,1-1,2 2,0-2,1 0,-1-1,1 0,0 0,-1-1,1 0,0 0,0-1,0-1,0 0,0 0,-1-1,1 0,27-10</inkml:trace>
  <inkml:trace contextRef="#ctx0" brushRef="#br0" timeOffset="7006.862">1377 1086,'16'-3,"26"0,30-2,29-1,24 0,18-1,-16 2</inkml:trace>
  <inkml:trace contextRef="#ctx0" brushRef="#br0" timeOffset="7649.898">2955 1326,'-3'-4,"-1"-1,1 1,-1-1,0 1,0 1,0-1,-1 0,1 1,-1 0,0 0,1 0,-1 1,-1-1,1 1,0 1,-1-1,1 1,-1 0,1 0,-1 0,1 1,-1 0,1 0,-1 0,0 1,1 0,-1 0,1 0,-1 1,1-1,0 1,0 1,0-1,0 1,0 0,0 0,-1 2,0 0,0 1,1 1,-1-1,2 1,-1 0,1 0,-1 0,2 1,-1-1,1 1,0 1,2-6,0-1,1 1,-1-1,0 1,1 0,0-1,-1 1,1 0,0-1,0 1,1 0,-1-1,0 1,1 0,0-1,0 1,-1-1,2 1,-1-1,0 1,0-1,1 0,-1 1,1-1,0 0,0 0,-1 0,1-1,1 1,-1 0,0-1,0 1,0-1,1 0,1 1,5 0,0-1,-1-1,1 1,0-1,0-1,0 0,0 0,-1-1,1 0,0 0,-1-1,0 0,0 0,0-1,0-1,0 1,-1-1,1 0,-2-1,1 1,0-1,-1-1,0 1,-1-1,2-2,5-9,0-1,-1-1,-1 0,-1-1,0 1,-2-2,0 1,-2-1,0 0,-2 0,0 0,-2 0,0-1,-1 1,-1-1,-2-3,3 13,-1 1,0 0,-1-1,0 1,-1 0,0 0,-1 1,0-1,-1 1,-4-7,9 16,-1 1,0 0,1 0,-1 0,0 0,1 0,-1 0,0 0,0 1,0-1,0 0,0 0,0 1,0-1,0 0,0 1,0-1,0 1,-1-1,1 1,0 0,0 0,0-1,-1 1,1 0,0 0,0 0,-1 0,1 0,0 1,0-1,0 0,-1 1,1-1,0 0,0 1,0-1,0 1,0 0,0-1,0 1,0 0,0 0,0-1,0 1,0 1,-33 49,25-24,1 0,1 1,2 0,0 0,2 0,2 0,0 1,2-1,1 0,1 1,6 22,-8-37,0 0,2-1,-1 1,2-1,0 0,0 0,2 0,-1 0,1-1,1 0,0 0,1-1,0 0,1 0,0-1,2 1,-7-9,0 0,0 0,0 0,0-1,1 0,-1 1,1-1,-1-1,1 1,-1-1,1 1,-1-1,1-1,0 1,-1-1,1 0,-1 0,1 0,-1 0,0-1,0 1,3-3,82-59,-80 55,0 0,-1-1,0 0,-1-1,0 0,0 0,-1 0,0-1,-1 0,0 0,-1 0,0-1,-1 0,2-7,-20 45,-3 79,17-101,2-1,-1 1,0-1,1 1,-1-1,1 1,0-1,0 0,0 0,1 1,-1-1,1 0,0 0,0 0,0 0,0-1,0 1,1-1,-1 1,1-1,0 0,0 0,-1 0,1 0,0 0,1-1,-1 1,0-1,1 0,20 5</inkml:trace>
  <inkml:trace contextRef="#ctx0" brushRef="#br0" timeOffset="7906.215">3409 992,'-13'-2,"-10"-1,0 2,3 6,10 5,14 2,5 0</inkml:trace>
  <inkml:trace contextRef="#ctx0" brushRef="#br0" timeOffset="8154.549">3877 1099,'-2'0,"-15"-4,1 2,-1 0,-1 1,1 1,0 0,0 2,0 0,0 0,1 2,-14 4,27-7,0 0,0 1,0-1,0 1,0 0,0 0,0 0,1 1,-1-1,1 0,-1 1,1 0,0 0,0-1,0 1,0 0,1 1,-1-1,1 0,0 0,0 1,0-1,0 0,1 1,0-1,-1 1,1-1,0 1,0-1,1 1,-1-1,1 1,0-1,0 0,0 1,0-1,0 0,1 0,1 3,6 5,0-1,0 1,1-2,1 1,-1-1,2-1,-1 0,12 5,61 53,-83-66,0 1,0 0,0 0,0 0,0 0,0 0,0 0,0 0,-1 1,1-1,-1 0,1 0,-1 1,1-1,-1 0,0 1,1-1,-1 0,0 1,0-1,0 0,0 1,0-1,0 0,-1 1,1-1,0 0,-1 1,1-1,-1 0,1 0,-1 1,0-1,1 0,-1 0,0 0,0 0,0 0,0 0,0 0,0 0,0 0,0-1,0 1,0 0,0-1,-1 1,1 0,0-1,0 0,-2 1,-19 7,0-1,0-1,0-1,-1-1,0-1,0 0,-14-2,35-1,1 1,0-1,-1 1,1-1,-1 0,1 1,-1-1,1 0,-1 0,1 0,-1 0,1 0,-1-1,1 1,0 0,-1-1,1 1,-1-1,1 1,0-1,-1 0,1 1,0-1,0 0,-1 0,1 0,0 0,0 0,0 0,0 0,0-1,1 1,-1 0,0 0,0-2,9-9</inkml:trace>
  <inkml:trace contextRef="#ctx0" brushRef="#br0" timeOffset="8655.214">4078 1179,'-15'162,"6"92,-3 42,10-266,-1 0,-1 0,-2-1,-1 0,-6 15,0-18,13-25,-1-1,1 0,-1 0,1 1,-1-1,1 0,-1 0,1 0,-1 0,1 0,-1 0,0 0,1 0,-1 0,1 0,-1 0,1 0,-1 0,1 0,-1 0,1-1,-1 1,1 0,-1 0,1-1,-1 1,1 0,-1 0,1-1,-1 1,1-1,0 1,-1 0,1-1,0 1,-1-1,1 1,0-1,0 1,0-1,-1 1,1-1,0 1,0-1,0 1,0-1,0 0,0 1,0-1,0 1,0-1,0 1,0-1,0 1,0-1,1 1,-1-1,0 1,0-1,-4-35,1 1,2-1,2 0,4-34,-3 40,35-599,-34 540,-3 88,-1 0,1 0,0 0,0 0,0 0,0 0,0 0,0 0,1 0,-1 0,0 0,0 0,1 0,-1 0,0 0,1 0,-1 0,1 0,0 1,-1-1,1 0,0 0,-1 1,1-1,0 0,0 1,-1-1,1 0,0 1,0-1,0 1,0 0,0-1,0 1,0 0,0-1,0 1,0 0,0 0,0 0,0 0,0 0,0 0,0 0,0 0,0 0,0 1,0-1,0 0,0 1,0-1,21 11,-1 0,-1 1,0 1,0 0,-2 2,1 0,6 10,-23-24,2 3,3 1,-1 0,0 1,0 0,0 0,-1 1,0 0,0-1,0 2,-1-1,2 6,-6-11,0 0,0 1,-1-1,1 0,-1 0,0 1,1-1,-1 0,0 0,-1 0,1 0,0 0,0 0,-1 0,1 0,-1-1,0 1,1-1,-1 1,0-1,0 1,0-1,0 0,0 0,0 0,0 0,0 0,-1-1,1 1,0-1,0 1,-1-1,1 0,0 0,-1 0,1 0,0 0,-3-1,-10 4,0-1,0-1,-1-1,1 0,-1 0,1-2,-1 0,16 2,0 0,0-1,0 1,1 0,-1 0,0 0,0 0,0-1,1 1,-1 0,0 0,0-1,0 1,0 0,0 0,0-1,1 1,-1 0,0 0,0-1,0 1,0 0,0 0,0-1,0 1,0 0,0-1,0 1,0 0,0 0,-1-1,1 1,0 0,0 0,0-1,0 1,0 0,0 0,-1 0,1-1,0 1,0 0,0 0,-1 0,1-1,0 1,0 0,0 0,-1 0,1 0,0 0,0 0,-1-1,1 1,0 0,0 0,-1 0,1 0,0 0,-1 0,1 0,0 0,0 0,-1 0,22-8,4 0</inkml:trace>
  <inkml:trace contextRef="#ctx0" brushRef="#br0" timeOffset="8970.392">4452 1273,'-3'1,"0"0,1 0,-1 1,0 0,0-1,1 1,-1 0,1 0,0 1,-1-1,1 0,0 1,0-1,1 1,-1 0,0-1,1 1,0 0,0 0,0 0,0 0,0 0,0 0,1 1,-1-1,1 0,0 0,0 0,0 0,1 1,-1-1,1 0,0 0,-1 0,1 0,1 0,-1 0,0 0,1-1,-1 1,1 0,0 0,5 2,1 1,-1-1,1 0,0-1,1 0,-1 0,1 0,-1-1,1-1,0 0,0 0,0 0,0-1,1-1,-1 1,0-1,0-1,1 0,-6 1,-1-1,0 0,1 1,-1-1,0 0,0-1,0 1,0-1,0 1,0-1,0 0,-1 0,1 0,0 0,-1 0,0-1,0 1,1-1,-1 0,-1 1,1-1,0 0,-1 0,1 0,-1 0,0-1,0 1,0 0,-1 0,1-1,-1 1,0 0,0-1,0 1,0 0,0-1,-1 1,1 0,-1-1,0 1,-1-3,-1-2,0 0,-1-1,0 2,0-1,-1 0,0 1,0 0,0 0,-1 0,0 1,-1 0,1 0,-1 1,0-1,-1 2,1-1,-1 1,0 0,0 0,-8-1,14 4,0 0,0 0,0 0,-1 1,1-1,0 1,0 0,0-1,0 1,-1 0,1 0,0 1,0-1,0 0,-1 1,1-1,0 1,0 0,0 0,0 0,0 0,0 0,0 0,1 0,-1 0,0 1,1-1,-1 1,1 0,-1-1,1 1,0 0,-1 0,1 0,0-1,0 1,0 1,1-1,-1 0,0 0,1 0,0 0,-1 1,22 48,-1-28</inkml:trace>
  <inkml:trace contextRef="#ctx0" brushRef="#br0" timeOffset="9570.301">4733 1166,'2'-2,"-1"1,1-1,0 1,0 0,0 0,0 0,-1 0,1 0,1 0,-1 0,0 1,0-1,0 1,0 0,0-1,0 1,1 0,-1 0,0 0,0 1,0-1,0 0,1 1,-1 0,0-1,0 1,0 0,0 0,0 0,-1 0,1 0,0 1,0-1,-1 1,1-1,0 1,41 70,11 153,-54-222,1 0,-1 0,1 0,0 0,0-1,0 1,0 0,0-1,1 1,-1-1,1 1,-1-1,1 0,0 0,0 0,0 0,0 0,1 0,-1 0,0 0,1-1,-1 0,1 1,0-1,-1 0,1 0,0 0,0-1,0 1,-1-1,1 1,0-1,0 0,0 0,0 0,0-1,0 1,-1-1,4 0,8-7,-1-1,0-1,-1 0,0 0,0-1,-1-1,0 1,-1-2,0 0,-2 0,1-1,-1 0,-1 0,-1 0,0-1,1-6,10-31,-12 120,-5-62,1 0,-1 0,1 1,0-1,1 0,0 0,-1 0,2 0,-1-1,1 1,0-1,0 1,0-1,1 0,0 0,0 0,0-1,1 1,0-1,-1 0,1 0,1-1,-1 0,0 0,1 0,0 0,-1-1,1 0,0 0,0 0,1-1,-1 0,0 0,0-1,0 0,1 0,-1 0,0-1,5-1,6-7,0-1,-1 0,0-2,-1 0,0-1,-1 0,-1-1,0 0,0-2,-2 1,0-1,0-1,-2 0,0 0,-1-1,1-7,-17 42,0 0,0 0,2 1,0 0,1 0,1 1,0-1,2 1,0 0,1 0,2 14,-1-31,0 0,1 1,0-1,-1 0,1 1,0-1,0 0,1 0,-1 0,0 0,1 0,-1 0,1 0,0 0,-1-1,1 1,0-1,0 1,0-1,0 0,0 1,1-1,-1 0,0 0,0-1,1 1,-1 0,1-1,20 2</inkml:trace>
  <inkml:trace contextRef="#ctx0" brushRef="#br0" timeOffset="9768.771">5709 871,'-16'-4,"-9"-2,-4 3,4 3,6 7,8 7,11 3,5-1</inkml:trace>
  <inkml:trace contextRef="#ctx0" brushRef="#br0" timeOffset="10372.778">5923 604,'-15'20,"2"2,0 0,2 0,0 1,2 0,1 1,0 0,2 0,1 1,-3 22,-1 13,2 1,2 0,4 0,1 0,4 0,2 0,3-1,3 0,5 13,3-27,-15-53,10-94,-11 82,1 1,0 0,2 0,0 0,1 0,0 1,3-3,-8 15,0 0,1 0,-1 1,1-1,0 1,0-1,0 1,1 0,-1 1,1-1,0 1,0 0,0 0,1 0,-1 1,1 0,-1 0,1 1,0-1,-1 1,1 0,0 1,0-1,0 1,1 0,-1 1,0 1,0 0,0 0,0 0,0 0,0 1,-1 0,1 0,-1 0,0 1,0 0,0 0,-1 0,1 1,-1 0,0-1,0 1,-1 1,1-1,-1 0,0 1,-1 0,1 0,-1 0,1 5,-1-6,-1 0,1 0,-1 0,-1 0,1 0,-1 0,1 0,-1 0,-1 1,1-1,-1 0,0 0,0 0,0 0,-1 0,0-1,0 1,0 0,0-1,-1 1,0-1,0 0,0 0,0 0,-1 0,1 0,-1-1,0 0,0 0,-1 0,-2 2,-59 11,64-16,0 0,0 0,1 0,-1-1,0 1,1 0,-1-1,0 1,1-1,-1 1,0-1,1 0,-1 0,1 0,0 0,-1 0,1 0,0 0,-1 0,1 0,0-1,0 1,0-1,0 1,0-1,0 1,1-1,-1 1,0-1,1 1,-1-1,1 0,0 0,-1 1,1-1,0 0,0 1,0-1,2-7,0 1,0-1,1 1,0 0,1 0,0 0,0 0,0 1,1 0,0 0,1 0,-1 0,1 1,1 0,-1 0,8-4,4-8,2 1,0 1,1 1,0 1,1 1,1 1,0 1,16-5,-38 15,0 0,0 1,1 0,-1-1,1 1,-1 0,0-1,1 1,-1 0,1 0,-1 0,1 0,-1 1,0-1,1 0,-1 1,0-1,1 0,-1 1,0 0,1-1,-1 1,0 0,0 0,0-1,1 1,-1 0,0 0,0 0,-1 0,1 1,0-1,0 0,0 0,-1 0,1 1,-1-1,1 0,-1 1,1-1,-1 1,0-1,0 0,1 1,-1-1,0 1,0-1,-1 0,1 1,0-1,0 1,-1-1,1 0,-1 1,0 0,-9 54,7-48,1 1,0 0,0 0,1 0,0 1,0-1,1 0,1 0,-1 0,2 1,-1-1,3 8,-3-14,0-1,0 0,0-1,1 1,-1 0,0 0,1 0,-1-1,1 1,0-1,0 1,-1-1,1 0,0 1,0-1,0 0,0 0,0-1,1 1,-1 0,0-1,0 1,1-1,-1 0,0 0,0 1,1-2,-1 1,22-2</inkml:trace>
  <inkml:trace contextRef="#ctx0" brushRef="#br0" timeOffset="10623.139">6458 805,'-4'4,"4"7,10 7,12 6,2-1</inkml:trace>
  <inkml:trace contextRef="#ctx0" brushRef="#br0" timeOffset="10873.469">6752 1018,'13'-18,"-1"-1,-1-1,-1 0,-1 0,-1-1,-1 0,0 0,-2-1,0 0,-1 0,0-15,-4 36,0-1,1 1,-1 0,0 0,1-1,-1 1,0 0,0 0,0 0,0-1,0 1,-1 0,1 0,0-1,0 1,-1 0,1 0,-1 0,1 0,-1-1,0 1,1 0,-1 0,0 0,0 0,1 1,-1-1,0 0,0 0,0 0,0 1,0-1,0 0,0 1,-1-1,1 1,0-1,0 1,0 0,-1-1,1 1,0 0,0 0,-1 0,1 0,0 0,0 0,0 0,-1 1,1-1,0 0,0 1,0-1,-1 1,1-1,0 1,0-1,0 1,0 0,0 0,-13 8,0 1,1 1,1 0,0 1,0 0,1 1,1 0,0 1,1 0,0 1,1 0,1 0,-3 10,3-11,1 0,0 0,1 1,0 0,2 0,0 0,0 0,1 1,1-1,1 1,0-1,1 1,1-1,0 0,1 0,0 1,2-2,0 1,0 0,1-1,1 0,1-1,-1 1,2-1,0-1,1 0,0 0,1-1,4 4,-10-11,-1 0,1 0,0-1,0 0,0 0,0 0,1-1,-1 1,1-1,-1 0,1-1,0 0,0 0,-1 0,1 0,0-1,0 0,0 0,0-1,0 0,0 0,-1 0,1 0,0-1,-1 0,1-1,-1 1,0-1,1 0,-1-1,81-87,-60 58</inkml:trace>
  <inkml:trace contextRef="#ctx0" brushRef="#br0" timeOffset="11100.863">7100 550,'-46'-173,"43"159,6 22,27 118,-6 1,-6 1,-5 0,-4 67,-7-154,-2 0,-2-1,-2 1,-1 0,-3-1,0 0,-3-1,-1 0,-3 0,0-1,-3-1,-4 5,-53 60,-2-19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19.6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137 0,'-14'343,"14"-288,-1 101,-15 78,-49 275,41-91,13-267,6 0,6 12,1-24,0-54,4 0,4-1,4 0,7 16,17 95,10 185,29 165,-67-406,-6 1,-6 3,6 186,1-245,-3 1,-4-1,-5 17,-7 99,10 193,6-208,-2 40,0-239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23.0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4 214,'-1'1,"1"1,-1 0,1-1,-1 1,1-1,0 1,0-1,0 1,0 0,0-1,0 1,0 0,0-1,1 1,-1-1,1 1,-1-1,1 1,0-1,-1 1,1-1,0 1,0-1,0 0,0 0,0 1,0-1,0 0,1 0,-1 0,0 0,1 0,-1 0,1-1,-1 1,1 0,0-1,61 14,253-9,-221-8,-1 4,0 5,28 6,-99-6,-18-4,-14-3,-35-6,30 5</inkml:trace>
  <inkml:trace contextRef="#ctx0" brushRef="#br0" timeOffset="331.114">618 1,'0'0,"-1"0,0 0,0 0,1 1,-1-1,0 0,1 1,-1-1,0 0,1 1,-1-1,1 1,-1-1,1 1,-1-1,1 1,-1 0,1-1,-1 1,1-1,0 1,-1 0,1 0,0-1,-1 1,1 0,0-1,0 1,0 0,0 0,0-1,0 1,0 0,0 0,0-1,0 1,0 0,0 0,1-1,-1 1,0 0,1-1,-1 1,0 0,1-1,-1 1,1-1,-1 1,1 0,-1-1,1 1,-1-1,1 1,-1-1,1 0,0 1,-1-1,1 0,0 1,0-1,-1 0,1 0,0 1,-1-1,1 0,1 0,18 13,2-1,-1-1,2 0,-1-2,18 4,11 6,-32-12,0 0,0 0,-1 2,0 0,-1 1,0 1,-1 1,0 0,-1 1,0 1,5 6,-17-16,-1 0,0-1,0 1,0 0,0 0,0 0,-1 0,0 0,0 0,0 1,0-1,-1 0,1 0,-1 1,0-1,-1 0,1 1,-1-1,1 0,-1 0,-1 1,1-1,-1 0,1 0,-1 0,0-1,0 1,-3 3,-5 6,0-1,-1 0,0 0,-1-1,0-1,-1 0,-2 1,-185 107,183-108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24.3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1 566,'52'-250,"-33"172,-2-1,1-41,-16 81,-44 367,34-237,4 1,5 18,16-21,-3-63</inkml:trace>
  <inkml:trace contextRef="#ctx0" brushRef="#br0" timeOffset="832.797">736 152,'-8'-5,"0"1,0 0,-1 0,1 1,-1 0,1 1,-1 0,0 0,0 1,0 0,0 0,0 1,0 1,0-1,0 1,0 1,0 0,1 0,-1 1,0 0,1 0,-6 3,2 1,0-1,1 2,0-1,0 2,0-1,1 2,1-1,-1 1,1 1,1-1,0 1,1 1,0 0,-4 9,6-11,0 0,1 1,0 0,0-1,1 1,0 1,1-1,1 0,0 0,0 1,1-1,0 1,1-1,1 0,0 1,0-1,1 0,0 0,1-1,0 1,1-1,0 1,1-2,0 1,0 0,1-1,0-1,1 1,2 1,0-3,1-1,0 0,0 0,0-1,1-1,0 0,0 0,0-1,0 0,0-1,1-1,-1 0,1-1,-1 0,1-1,-1 0,1-1,-1 0,0-1,1-1,-10 3,1 0,-1 0,0 0,0 0,0 0,0-1,0 0,0 1,0-1,0 0,0 0,-1-1,1 1,-1-1,0 1,0-1,0 0,0 0,0 1,0-1,-1-1,0 1,1 0,-1 0,0 0,-1-1,1 1,0 0,-1-1,0 1,0-1,0 1,0-1,0 1,-1 0,0-1,0 1,0 0,0 0,0-1,0 1,-1 0,0 0,0 0,-2-3,-1 0,-1 0,1 0,-1 1,0 0,0 0,0 1,-1-1,0 1,1 1,-1 0,-1-1,1 2,0-1,-1 1,0 1,1-1,-1 1,0 0,0 1,1 0,-1 0,0 1,0 0,1 0,-1 1,1 0,-1 0,-1 2,6-3,0 1,1-1,-1 1,1 0,-1 0,1 0,0 1,0-1,0 0,0 1,1-1,-1 1,0 0,1 0,0-1,0 1,0 0,0 0,0 0,0 0,1 0,0 0,-1 1,1-1,0 0,1 0,-1 0,0 0,1 0,0 0,0 0,0 1,14 30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25.4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201 673,'-2'16,"-4"12,1 8,-3 5,1 2,1 0,2-2,2-6,0-6,2-9</inkml:trace>
  <inkml:trace contextRef="#ctx0" brushRef="#br0" timeOffset="715.175">1 432,'64'11,"-4"-1,-1 1,0 4,-1 1,3 5,-49-16,0 0,-1 0,0 1,0 0,0 1,0 0,-1 1,-1 0,1 1,-1 0,-1 0,1 1,-2 0,1 1,-2-1,1 2,-1-1,-1 0,0 1,-1 0,0 0,2 12,0 140,-6-163,0 1,0 0,0-1,0 1,0 0,1-1,-1 1,1-1,-1 1,1 0,0-1,-1 1,1-1,0 1,0-1,0 0,0 1,0-1,1 0,-1 0,0 0,0 0,1 0,-1 0,1 0,-1 0,1-1,-1 1,1 0,-1-1,1 0,0 1,-1-1,1 0,0 1,-1-1,1 0,0-1,-1 1,1 0,0 0,-1-1,1 1,0 0,-1-1,1 0,-1 1,1-1,-1 0,1 0,0-1,14-6,0-1,0 0,-1-1,-1-1,0 0,0-1,-1-1,0 0,-1-1,-1 0,0 0,-1-2,-1 1,0-1,-1 0,3-10,-2 3,-3 56,-7-17,2 0,0 0,1 0,0-1,1 1,1-1,0 1,6 10,-9-21,2 0,-1 0,1 0,0 0,0 0,0-1,0 1,1-1,0 0,0 0,0 0,0-1,1 1,-1-1,1 0,0-1,0 1,0-1,0 0,0 0,1 0,-1-1,1 1,-1-1,1-1,2 1,-2-1,0-1,0 0,0 0,-1 0,1-1,0 1,0-1,-1-1,0 1,1-1,-1 0,0 0,0 0,-1-1,1 0,-1 0,1 0,-1 0,-1-1,1 0,0 1,-1-1,0-1,7-11,0-1,-2-1,0 1,-1-1,-1 0,1-6,18-101,-5-1,-5-1,-4-57,-9 143,1-67,-13 81,-12 44,8 13,1-1,2 2,1 0,1 0,2 1,1 0,-1 17,0 1,1 2,3-1,2 0,2 1,6 36,-5-65,2 0,1 0,1 0,0-1,2 0,1 0,0-1,1 0,1-1,1 0,1-1,1 0,0-1,3 2,-12-14,0 0,0 0,0-1,1 1,0-1,-1 0,1-1,1 0,-1 0,0 0,1-1,0 0,-1 0,1 0,3-1,16-1</inkml:trace>
  <inkml:trace contextRef="#ctx0" brushRef="#br0" timeOffset="967.5">950 231,'-16'0,"-8"3,5 2,16 3,20 1,27-3,26-1,23-1,19-3,-9 0</inkml:trace>
  <inkml:trace contextRef="#ctx0" brushRef="#br0" timeOffset="1696.555">1565 926,'12'-31,"0"0,-3-1,0-1,-2 0,-2 0,1-26,-4 47,-1 5,1 1,-1-1,-1 0,1 1,-1-1,0 1,-1-1,1 0,-1 1,-1-1,1 1,-1 0,0-1,-1 1,0-1,3 6,-1 0,0 0,1 0,-1 0,0 1,0-1,0 0,1 1,-1-1,0 0,0 1,0-1,0 1,0-1,0 1,0 0,0-1,0 1,0 0,0 0,0 0,-1 0,1 0,0 0,0 0,0 0,0 0,0 0,0 1,0-1,0 0,0 1,0-1,0 1,0-1,0 1,0 0,0-1,1 1,-1 0,0-1,0 1,1 0,-1 0,0 0,1 0,-1 0,1 0,-1 0,1 0,-1 0,1 0,2 2,0 0,0 0,0-1,0 1,1-1,-1 1,1-1,0 0,-1 0,1 0,0 0,0-1,1 1,-1-1,0 1,0-1,1 0,-1-1,0 1,1-1,-1 1,1-1,-1 0,1 0,2-1,-3 2,84 5,-55-5,0 1,-1 2,1 1,10 4,-37-8,-1 0,1 1,-1 0,1-1,-1 2,1-1,-1 0,0 1,0 0,0 0,0 0,-1 0,1 1,-1-1,0 1,0 0,0 0,-1 0,1 0,-1 1,0-1,0 1,-1-1,1 1,-1 0,0 0,3 119,-4-121,0-1,0 1,1-1,-1 1,1-1,0 1,-1-1,1 1,0-1,1 0,-1 1,0-1,1 0,-1 0,1 0,-1 0,1 0,0 0,0-1,0 1,0 0,0-1,1 0,-1 1,0-1,1 0,-1 0,0 0,1-1,-1 1,1-1,0 1,-1-1,1 0,0 0,16 0,0-2,1 0,-1-2,0 0,-1 0,1-2,-1-1,0 0,0-1,-1-1,0 0,-1-2,0 0,0 0,0-2,-13 10,22-12,-24 15,0 0,-1 0,1 0,-1 0,1 0,-1 1,1-1,0 0,-1 0,1 0,-1 1,1-1,-1 0,1 1,-1-1,1 0,-1 1,1-1,-1 1,0-1,1 0,-1 1,0-1,1 1,-1-1,0 1,1 0,-1-1,0 1,0-1,0 1,0-1,1 1,-1 0,0-1,0 1,0-1,0 1,0 0,-1-1,1 1,0 0,0 4,0 0,0-1,0 1,1 0,0 0,0 0,0-1,0 1,1 0,0-1,0 1,0-1,0 0,1 0,0 0,0 0,0 0,0 0,1-1,-1 0,1 1,0-1,0-1,0 1,0 0,0-1,1 0,-1 0,5 1,0-1,0 0,0 0,0-1,0 0,0 0,0-1,0 0,1-1,-1 0,0 0,0-1,0-1,0 1,-1-1,1-1,-1 1,0-2,0 1,0-1,0 0,-1-1,0 1,0-2,0 1,-1-1,5-6,-9 10,0-1,-1 0,1 0,-1 0,0 0,0 0,0 0,-1-1,1 1,-1 0,0 0,0 0,0-1,-1 1,0 0,1 0,-2 0,1 0,0 0,-1 0,0 0,1 0,-2 1,1-1,0 1,-1-1,1 1,-1 0,0 0,0 0,-3-1,-2-4,0 2,-1-1,0 1,-1 1,1 0,-1 0,0 1,0 0,0 0,-1 2,-9-3,13 4,0 0,0 0,0 1,0-1,0 2,0-1,0 1,0 0,0 0,0 1,1 0,-1 0,0 1,1 0,0 0,0 0,0 1,0 0,0 0,1 0,-1 1,1 0,0 0,1 0,-1 1,1-1,0 1,1 0,-1 0,1 1,1-1,-1 1,1-1,-2 8,3-9,0 1,0-1,0 1,0 0,1-1,0 1,0-1,1 1,0-1,0 1,0-1,0 1,1-1,0 0,0 1,1-1,-1 0,1-1,0 1,0 0,1-1,-1 0,1 1,0-1,0-1,0 1,1-1,-1 1,1-1,0-1,0 1,0-1,0 0,1 1,36 7,-2-4</inkml:trace>
  <inkml:trace contextRef="#ctx0" brushRef="#br0" timeOffset="1883.051">2795 192,'-16'-3,"-12"0,-8 5,-5 6,0 9,2 8,9 10,8 7,11 6,14 3,6-6</inkml:trace>
  <inkml:trace contextRef="#ctx0" brushRef="#br0" timeOffset="2498.445">2808 926,'3'3,"1"0,0-1,-1 0,1 1,0-2,0 1,0 0,1-1,-1 0,0 0,0 0,1 0,-1-1,1 1,-1-1,0 0,1-1,-1 1,1-1,-1 0,0 0,0 0,1-1,-1 1,0-1,0 0,-1 0,1-1,0 1,-1-1,1 1,-1-1,0 0,0-1,0 1,0 0,0-1,1-3,4-11,-1 1,-1-1,0 0,-1-1,-1 1,-1-1,-1 1,-1-1,0 0,-1 0,-1 0,-2-6,4 23,-1-1,0 0,0 1,0-1,0 0,0 0,-1 1,1-1,-1 0,0 1,0-1,0 1,0-1,0 1,0-1,-1 1,1 0,-1-1,1 1,-1 0,0 0,0 0,0 0,0 1,-2-2,3 3,1 0,-1 1,0-1,1 0,-1 1,0-1,1 0,-1 1,1-1,-1 1,1-1,-1 1,1-1,-1 1,1-1,-1 1,1 0,0-1,-1 1,1-1,0 1,0 0,-1-1,1 1,0 0,0 0,0-1,0 1,0 0,0-1,0 1,0 0,0 0,0-1,0 1,1 0,-1-1,0 1,0 0,1-1,-1 1,0-1,1 1,-1 0,1-1,-1 1,1-1,-1 1,1-1,-1 1,1-1,-1 0,1 1,0-1,-1 0,1 1,0-1,5 3,1 1,0-2,0 1,1-1,-1 0,0 0,1-1,-1 0,1-1,6 1,-1 0,66 2,-52-3,1 1,-1 1,1 2,-1 0,24 8,-46-10,0 0,0 1,0-1,-1 1,1 0,-1 0,0 0,0 0,0 1,0 0,0 0,-1 0,0 0,0 0,0 1,0 0,-1-1,1 1,-1 0,0 0,-1 0,1 0,-1 1,0-1,-1 0,1 1,-1-1,0 0,-1 5,-2 99,3-108,1 1,-1 0,1 0,0 0,0 0,0 0,0-1,0 1,0 0,0-1,1 1,-1-1,0 0,1 1,0-1,-1 0,1 0,0 0,-1 0,1 0,0 0,0 0,0-1,0 1,0-1,0 1,0-1,0 0,0 0,0 1,1-2,64-4,-49 1,-1-1,0 0,0-2,-1 0,0 0,0-2,-1 0,0-1,0 0,-1-1,-1-1,1 0,-2-1,0 0,-1-1,0 0,-1-1,7-13,-13 21,7-10,-10 33,-6 124,6-132,0-1,1 1,0-1,0 0,1 0,0 0,0 0,0 0,1-1,0 1,0-1,1 0,0 0,0-1,0 1,1-1,4 3,56 24,-36-24</inkml:trace>
  <inkml:trace contextRef="#ctx0" brushRef="#br0" timeOffset="2747.778">4104 192,'-18'0,"-10"4,-6 7,1 5,0 5,4-1</inkml:trace>
  <inkml:trace contextRef="#ctx0" brushRef="#br0" timeOffset="5936.687">134 2277,'30'-128,"6"2,17-32,-18 96,-34 60,0 1,0 0,1 0,-1-1,1 1,-1 0,1 0,-1 1,1-1,0 0,-1 0,1 1,0-1,-1 1,1 0,0-1,0 1,0 0,-1 0,1 0,0 0,0 0,0 1,-1-1,1 1,0-1,0 1,-1-1,1 1,-1 0,1 0,0 0,-1 0,0 0,1 0,-1 0,1 1,14 14,-1 0,-1 1,-1 0,0 1,-1 0,-1 1,-1 1,0-1,3 14,-11-29,2 5,1-1,-2 1,1 0,-1 0,0 1,-1-1,0 1,-1-1,0 1,0-1,-1 1,-1 6,1-14,-1 0,1 0,-1-1,0 1,1 0,-1-1,0 1,0-1,0 1,-1-1,1 1,0-1,0 0,-1 0,1 0,-1 0,1 0,-1 0,1 0,-1 0,0 0,1-1,-1 1,0 0,0-1,1 0,-1 1,0-1,0 0,0 0,1 0,-1 0,0 0,0-1,0 1,1-1,-1 1,0-1,-3 0,-1-1,1 0,0 0,0 0,0-1,1 1,-1-1,1 0,-1-1,1 1,0-1,-1-1,3 4,0-1,0 1,1-1,-1 0,0 0,1 0,-1 0,1 0,-1 0,1 0,0 0,0-1,0 1,0 0,1-1,-1 1,1-1,-1 1,1 0,0-1,0 1,0-1,0 1,0-1,1 1,-1-1,1 1,-1-1,1 1,0 0,0-1,0 1,0 0,1 0,-1 0,0 0,1 0,0 0,-1 0,1 0,0 1,0-1,0 1,0-1,0 1,2-1,15-3,-1 0,1 2,0 0,0 1,1 2,-1-1,19 4,12-2,-45-1,8 1,0-1,0 0,0 0,0-2,1 1,-2-2,1 1,0-2,0 0,-1 0,0-1,0-1,8-5,-17 8,0 0,0-1,-1 1,0-1,1 0,-1 0,0 1,-1-1,1-1,-1 1,0 0,0 0,0 0,-1-1,1 1,-1 0,0-1,0 1,0 0,-1-1,0 1,0 0,0 0,0-1,0 1,-1 0,0 0,0 0,0 1,0-1,-1 0,1 1,-1 0,0-1,0 1,0 0,-1 1,1-1,-4-2,5 5,0-1,0 1,-1 0,1 0,0 0,0 0,-1 0,1 0,0 0,0 1,-1-1,1 1,0 0,0 0,0 0,0 0,0 0,0 0,0 0,0 0,1 1,-1-1,0 1,1-1,-1 1,1 0,-1 0,1 0,0 0,0 0,0 0,0 0,0 1,-24 74,23-72,0 1,0 0,1 0,0 1,0-1,0 0,1 0,0 1,0-1,1 0,0 0,0 0,0 0,1 0,0 0,0 0,0 0,1 0,0-1,0 1,0-1,1 0,0 0,0 0,0-1,0 1,5 3,3-5,0 0,0-1,0 0,0-1,0 0,0-1,0-1,0 0,0 0,0-1,-1 0,1-1,0-1,-1 0,0 0,0-1,0-1,-1 0,1 0,-1-1,0-1,18-11,-1-1,-2-2,0 0,-1-2,-2 0,0-2,-1-1,-2 0,-1-1,-1-1,-2-1,0 0,-2-1,-2 0,-1-1,-1-1,-2 1,-1-1,-1 0,-1-16,-3 42,0 0,0 0,-1 0,0 0,0 0,-1 0,1 0,-1 0,-1 1,0-1,0 0,0 0,-1 1,1 0,-2-1,1 1,-1 0,0 0,-1-1,1 6,1 0,-1 0,0 0,1 0,-1 1,0 0,0-1,0 1,1 1,-1-1,0 0,0 1,0 0,1 0,-1 0,1 0,-1 1,1-1,-1 1,1 0,0 0,0 0,-1 1,2-1,-1 1,0-1,0 1,1 0,0 0,-1 0,1 2,-16 18,2 1,1 1,0 0,2 1,1 1,2 0,0 0,2 1,1 0,1 0,1 1,0 25,2-30,2-1,0 1,2 0,0 0,2-1,1 1,5 16,-6-28,0-1,1 0,1-1,0 1,0-1,1 0,0 0,1 0,0-1,1 0,0-1,0 1,1-2,0 1,0-1,7 4,-3-4,0 0,1-1,0-1,0 0,0-1,1 0,0-1,0-1,-1 0,1-1,0-1,0 0,0-1,0-1,0 0,0-1,0 0,-1-2,0 1,0-2,8-4,-13 5,-2-1,1 0,-1 0,1-1,-2 0,1 0,-1 0,0-1,-1 0,0 0,0-1,0 1,-1-1,-1 0,0 0,0 0,0-1,-1 1,-1-1,1 1,-2-1,1 0,-1 1,-2-9,2 16,0 0,0 0,0 0,0 0,-1 0,1 0,-1 0,0 0,1 0,-1 0,0 1,0-1,0 0,0 1,0-1,-1 0,1 1,0-1,-1 1,1 0,-1 0,1-1,-1 1,0 0,0 0,1 0,-1 1,0-1,0 0,0 1,0-1,0 1,0 0,0-1,0 1,0 0,0 0,0 0,0 1,0-1,0 0,1 1,-1-1,0 1,0 0,-1 0,-4 4,1 1,-1-1,1 1,1 0,-1 1,1-1,0 1,0 0,1 1,0-1,1 1,-1-1,1 1,1 0,-1 0,2 1,-1-1,1 0,0 1,1-1,0 7,0-10,0-1,0 1,1 0,0-1,0 1,0-1,1 1,-1-1,1 1,0-1,0 0,1 0,-1 0,1 0,0-1,0 1,0-1,1 1,-1-1,1 0,0 0,-1-1,1 1,0-1,1 0,9 5,-1-2,1 0,1-1,-1 0,1-1,-1 0,4-1,43 4</inkml:trace>
  <inkml:trace contextRef="#ctx0" brushRef="#br0" timeOffset="6566.003">2059 1862,'-4'1,"-1"0,1 0,-1 0,1 1,0 0,0-1,0 2,0-1,0 0,0 1,1-1,-1 1,1 0,0 1,-1-1,1 0,1 1,-1 0,1-1,-1 1,1 0,0 0,0 1,1-1,-1 0,1 0,0 1,0-1,1 1,-1-1,1 1,0 2,0-1,0 1,0-1,1 0,0 1,1-1,-1 0,1 0,0 0,1 0,0 0,-1 0,2-1,-1 1,1-1,0 0,0 0,0 0,1-1,-1 1,6 3,-1-3,1 0,0 0,0-1,0 0,1-1,-1 0,1-1,0 0,0-1,0 0,-1 0,1-1,0-1,0 0,0 0,0-1,-1 0,1-1,-1 0,1-1,-1 0,0-1,-1 0,1-1,-1 1,0-2,0 1,-1-1,0-1,0 1,-1-2,0 1,1-3,11-19,-2-1,-1 0,-1-2,-2 1,-1-2,-2 0,-1 0,-2-1,-2 0,1-22,12-75,-5-1,-6-54,-9 145,2 42,0 0,-1 1,1-1,0 0,-1 1,1-1,-1 0,1 0,0 1,-1-1,1 0,-1 0,1 0,-1 0,1 1,-1-1,1 0,-1 0,1 0,-1 0,1 0,-1 0,1 0,-1-1,1 1,-1 0,1 0,0 0,-1 0,1-1,-1 1,1 0,-1 0,1-1,0 1,-1 0,1-1,0 1,-1 0,1-1,0 1,-1 0,1-1,0 1,0-1,-1 1,1-1,0 1,0-1,0 1,0-1,0 1,0-1,0 1,0-1,0 1,0 0,0-1,0 1,0-1,0 1,0-1,-9 16,0 1,1-1,0 2,1-1,1 1,1 0,-2 12,3-14,-14 51,4 0,2 0,3 1,3 1,2 31,5-75,0 0,1 0,2 0,0 0,2-1,0 0,2 0,-6-15,1 0,1 0,0-1,0 1,0-1,1 0,0-1,0 1,1-1,0 0,0 0,0-1,1 1,0-2,0 1,0-1,0 0,1 0,0-1,0 0,4 1,2-2,0 0,1-1,-1-1,0 0,1-1,-1 0,0-1,1-1,-1 0,-1-1,1-1,0 0,-1-1,0 0,-1-1,1-1,-1 1,-1-2,1 0,-1 0,-1-1,0-1,0 1,-1-2,-1 1,0-1,0 0,-1-1,4-9,-3 5,-5 44,-5-13,-4 91,6-101,0 0,1 0,0 0,0 0,0 0,0 0,1 0,-1-1,1 1,0 0,0-1,1 0,-1 1,1-1,-1 0,1 0,0 0,0-1,0 1,1-1,-1 1,1-1,3 1,64 8,-35-14</inkml:trace>
  <inkml:trace contextRef="#ctx0" brushRef="#br0" timeOffset="6817.671">2969 1555,'-19'0,"-9"0,-6 0,1 0,4 0,5 0,6 0</inkml:trace>
  <inkml:trace contextRef="#ctx0" brushRef="#br0" timeOffset="7068.003">2286 1394,'16'3,"24"0,27 0,27-1,24 0,11 2,2 4,-21 1</inkml:trace>
  <inkml:trace contextRef="#ctx0" brushRef="#br0" timeOffset="7069.003">3356 1903,'0'16,"0"7,2 3,5-2,7-4,7-6,5-6,0-5,-4-4</inkml:trace>
  <inkml:trace contextRef="#ctx0" brushRef="#br0" timeOffset="7321.421">3436 1488,'-9'-4,"-1"0,9 6,3 2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29.8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162 0,'-12'68,"-2"0,-3-1,-3-1,-3-1,-27 55,24-56,26-63,1 1,-1-1,1 0,-1 0,1 1,-1-1,1 0,0 0,0 0,-1 0,1 0,0 0,0 0,0 0,0 0,0-1,0 1,1 0,-1 0,0-1,0 1,0-1,1 1,-1-1,0 0,1 1,-1-1,0 0,1 0,-1 0,0 0,1 0,-1 0,0 0,1-1,-1 1,0 0,0-1,1 1,-1-1,0 1,0-1,0 0,0 1,1-1,-1 0,0 0,299-102,-225 78,-49 15</inkml:trace>
  <inkml:trace contextRef="#ctx0" brushRef="#br0" timeOffset="254.32">363 200,'-14'16,"-4"15,0 14,4 15,4 10,4 7,5 6,5 3,2-2,2-7,0-15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29.0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1 309,'18'2,"20"1,19 0,18-1,15 0,9-1,8-1,-3 0,-6 0,-13 2,-15 1,-17 0,-17-1</inkml:trace>
  <inkml:trace contextRef="#ctx0" brushRef="#br0" timeOffset="282.253">655 0,'7'12,"16"8,18 2,17 1,13-2,6 0,-4 4,-10 2,-15 5,-15 4,-22 5,-20 5,-21 4,-14 2,-9-3,0-6,8-7,10-10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36.9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374 282,'-13'-9,"-20"-13,-2 0,-1 2,-1 2,0 1,-1 2,-35-8,71 22,1 0,-1 0,0 0,0 1,0-1,-1 1,1-1,0 1,0 0,0 0,0 0,0 0,0 0,0 0,-1 0,1 1,0-1,0 1,0 0,0 0,0-1,0 1,1 0,-1 1,0-1,0 0,1 0,-1 1,1-1,-1 1,1 0,-1-1,1 1,0 0,0 0,0 0,-1 11,1 0,0 0,1 0,0-1,1 1,1 0,0 0,1-1,0 1,0-1,2 0,0 0,0 0,1-1,0 0,1 0,0 0,1-1,0 0,1-1,0 1,4 2,315 269,-274-215,-53-65,0 0,-1 0,1 0,-1 0,1 1,-1-1,1 0,-1 0,0 1,1-1,-1 0,0 0,0 1,0-1,0 0,0 1,0-1,-1 0,1 0,0 1,-1-1,1 0,-1 0,1 0,-1 1,1-1,-1 0,0 0,0 0,1 0,-1 0,0 0,0 0,0-1,0 1,0 0,0 0,0-1,-1 1,1-1,0 1,0-1,-1 1,-59 8,22-11,0-2,0-1,1-2,0-1,0-3,-31-12,13-6,56 28,0 0,0 1,0-1,0 0,0 1,0-1,0 0,0 1,1-1,-1 0,0 1,0-1,1 1,-1-1,0 0,1 1,-1-1,1 1,-1-1,1 1,-1-1,1 1,-1-1,1 1,-1 0,1-1,0 1,-1 0,1-1,0 1,-1 0,1 0,0 0,-1 0,1 0,0-1,-1 1,1 0,0 0,-1 1,1-1,0 0,-1 0,1 0,0 0,-1 1,1-1,0 0,-1 0,51-3,0 3,0 1,0 3,12 4,-49-7,31 4,199 33,-241-38,-1 0,1 1,-1-1,0 0,1 1,-1-1,1 1,-1 0,0 0,0 0,1 0,-1 0,0 0,0 0,0 1,0-1,-1 1,1 0,0 0,0-1,-1 1,1 0,-1 0,0 0,0 0,0 1,0-1,0 0,0 0,0 1,-1-1,1 1,-1 1,0-2,0 0,0 0,1 0,-1 1,0-1,1 0,-1 0,1 0,0 0,0 0,-1 0,1-1,1 1,-1 0,0 0,0 0,1-1,-1 1,1-1,-1 1,1-1,-1 0,1 0,0 1,0-1,0 0,0-1,0 1,0 0,0 0,2 0,69 12,-68-12,83 0,-84-1,0-1,-1 1,1-1,0 0,-1 0,1 0,-1 0,1-1,-1 1,0-1,0 0,0 0,1 0,-2-1,1 1,0-1,0 1,-1-1,0 0,1 0,-1 0,0-1,-1-1,-1 0,1 0,-1 0,0 0,0 0,-1 0,0 0,0 0,0 0,0 0,-1 0,0 1,0-1,0 1,0-1,-1 1,0 0,0-1,0 1,0 1,0-1,-1 0,0 1,0 0,0 0,0 0,0 0,-8-6,-1 0,1 1,-1 1,-1 0,1 0,-1 1,0 1,-11-3,17 6,1 0,0 1,0 0,-1 0,1 0,-1 1,1 0,-1 1,1-1,-1 1,1 1,0 0,0 0,-1 0,1 1,1 0,-1 0,-2 2,4-2,1 1,1 0,-1-1,0 1,1 1,0-1,0 0,0 1,1 0,-1 0,1-1,0 1,1 0,-1 1,1-1,0 0,0 0,0 1,1-1,0 0,0 1,1-1,-1 0,1 1,0-1,0 0,1 0,0 0,0 0,0 0,0 0,1-1,-1 1,1-1,1 1,-1-1,1 0,0 1,32 28,2-7</inkml:trace>
  <inkml:trace contextRef="#ctx0" brushRef="#br0" timeOffset="262.815">1190 1,'4'13,"7"19,10 22,11 20,11 15,5 13,4 8,-3 3,-10-2,-15-6,-22-10,-29-11,-34-14,-8-18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35.9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347 56,'-11'-7,"0"0,0 1,-1 0,0 0,0 2,-1-1,0 1,1 1,-1 0,0 1,0 1,0 0,-1 0,6 1,1 1,-1-1,1 1,0 0,-1 1,1 0,0 0,0 0,0 1,0 0,0 1,1-1,-1 1,1 0,0 1,0 0,1 0,-1 0,1 0,0 1,1 0,-1 0,0 2,2-2,0-1,0 1,1 0,0 0,0 0,1 0,-1 0,1 0,1 1,-1-1,1 0,0 0,0 1,1-1,0 0,0 0,0 0,1 0,0 0,0 0,1 0,0 0,-1-1,2 1,2 3,8 10,0-1,2 0,0-1,1-1,0 0,7 3,51 40,-39-34,-2 3,0 0,-3 2,0 2,13 18,-41-48,-1 0,0 0,0 0,0 0,0 0,0 1,0-1,-1 1,1-1,-1 1,1-1,-1 1,0 0,0 0,0-1,0 1,-1 0,1 0,-1 0,0 0,0 0,0 0,0 0,0 0,-1 0,1 0,-1 0,0 0,0-1,0 1,0 0,-1 0,1-1,-1 1,1-1,-1 1,-2 1,-8 1,0-1,-1 0,0 0,0-2,0 1,-1-2,1 0,0 0,-1-1,1-1,-7-1,13 2,-133-16,139 16,1 1,0-1,-1 0,1 0,0 1,0-1,-1 0,1 0,-1 0,1 0,0 1,-1-1,1 0,0 0,-1 0,1 0,-1 0,1 0,0 0,-1 0,1 0,-1 0,1 0,0 0,-1 0,1 0,0 0,-1-1,1 1,0 0,-1 0,1 0,0-1,-1 1,1 0,0 0,-1-1,1 1,0 0,0-1,-1 1,1 0,0-1,0 1,0 0,-1-1,1 1,0 0,0-1,0 1,0 0,0-1,0 1,0-1,0 1,0 0,0-1,0 1,0-1,0 1,0 0,0-1,0 1,1 0,-1-1,0 1,0 0,0-1,1 1,-1 0,0-1,15-5</inkml:trace>
  <inkml:trace contextRef="#ctx0" brushRef="#br0" timeOffset="283.575">695 739,'-1'-27,"2"-1,1 1,0 1,3-1,0 0,4-10,-5 31,-8 26,-1-6,1 1,0-1,1 1,1 0,0 0,1 1,1-1,0 0,1 0,1 0,0 0,1 0,1 0,0 0,1-1,0 0,1 0,1 0,8 12,48 32,-31-41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35.1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323 22,'-16'-6,"1"2,-1 0,-1 1,1 1,0 0,-1 1,1 1,0 1,-1 0,-2 1,12-1,0 0,1 1,-1 0,0 0,1 0,-1 1,1 0,0 0,0 1,0 0,0 0,1 0,0 1,-1-1,2 1,-1 0,1 1,-1-1,1 1,1 0,-1 0,1 0,0 1,-1 5,1-4,1 0,0 0,1 0,0 0,0 0,1 1,0-1,1 0,-1 0,2 1,-1-1,1 0,0 0,1 0,0 0,0-1,0 1,1-1,1 0,-1 0,1 0,3 3,14 15,1-1,1-2,1 0,1-2,3 2,-3-3,-23-16,9 4,-1 0,0 2,-1-1,1 1,-2 1,1 0,-2 0,1 1,-1 0,-1 0,0 1,-1 0,0 0,2 5,-8-14,0 0,0-1,0 1,0 0,0-1,0 1,-1 0,1-1,-1 1,0-1,1 1,-1-1,0 1,-1-1,1 1,0-1,-1 0,1 0,-1 0,0 0,0 0,0 0,0 0,0-1,0 1,0-1,0 1,-1-1,1 0,-2 1,-79 21,62-20,0 0,0-2,-1 0,1-1,0-2,-1 0,-7-2,28 4,-1 0,1 0,0 0,0 0,0 0,0 0,0 0,0 0,0 0,0-1,0 1,0 0,0-1,0 1,0-1,0 1,0-1,1 1,-1-1,0 0,0 1,0-1,1 0,-1 0,0 0,1 1,-1-1,1 0,-1 0,1 0,-1 0,1 0,0 0,-1 0,1 0,0 0,0 0,0 0,0 0,0 0,0 0,0 0,0 0,0 0,0 0,1 0,-1 0,0 0,1 0,-1 0,1 0,-1 0,1 0,-1 0,15-14</inkml:trace>
  <inkml:trace contextRef="#ctx0" brushRef="#br0" timeOffset="301.2">484 543,'9'-3,"1"0,0 0,0 1,0 0,0 1,1 0,-1 1,0 0,0 0,0 1,1 1,-1 0,0 0,-1 1,1 0,0 0,-1 1,1 1,-1 0,-1 0,1 0,-1 1,4 3,-10-6,1 0,-1 1,0-1,0 1,0-1,-1 1,1-1,-1 1,1 0,-1 0,-1 0,1 0,0 0,-1 0,0 0,0 0,0 0,0 0,-1 0,0 0,0-1,0 1,0 0,0 0,-1 0,1-1,-1 1,0-1,-2 2,-76 89,2-20,78-73,0 1,0-1,0 1,0-1,0 1,0-1,1 1,-1-1,0 0,1 1,-1-1,1 1,-1-1,1 0,0 0,0 1,-1-1,1 0,0 0,0 0,0 0,0 0,0 0,1 0,-1 0,0 0,0 0,1-1,-1 1,0-1,1 1,-1-1,1 1,-1-1,0 0,1 1,-1-1,1 0,-1 0,1 0,-1 0,1-1,-1 1,1 0,-1 0,0-1,1 1,53 3,1-2,-1-2,1-3,15-4,-69 7,77-8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33.7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434 1,'-18'6,"-18"10,-13 11,-9 15,-2 13,2 16,5 12,11 12,12 8,11 2,8 0,14-7,13-9,12-10,13-14,12-14,4-15,-6-14</inkml:trace>
  <inkml:trace contextRef="#ctx0" brushRef="#br0" timeOffset="419.097">848 281,'-19'0,"-1"0,0 2,1 0,-1 1,1 0,0 2,0 1,0 0,1 1,0 1,-2 2,17-9,0 0,0 1,0-1,0 1,1 0,-1 0,0 0,1 0,0 0,-1 1,1-1,0 1,0-1,1 1,-1 0,0 0,1 0,0 0,-1 0,1 0,0 0,1 0,-1 0,1 0,-1 1,1-1,0 0,0 0,0 1,1-1,-1 0,1 0,0 1,0-1,0 0,0 0,0 0,1 0,0 1,10 9,0 0,0-1,2-1,-1 0,1-1,1 0,0-1,5 2,39 26,-44-27,0 1,-1 1,-1 0,0 1,-1 1,2 2,-10-11,0 0,-1 1,0-1,1 1,-2 0,1 0,-1 0,0 0,0 0,-1 1,1-1,-1 0,-1 1,1-1,-1 1,-1-1,1 1,-2 5,1-9,0 1,0 0,-1 0,0-1,0 1,0-1,0 0,0 1,-1-1,1 0,-1 0,0-1,0 1,0 0,0-1,0 0,-1 0,1 0,-1 0,0 0,1-1,-1 0,0 1,0-2,0 1,-2 0,-105 4,110-5,0 0,0 0,-1 0,1 0,-1 0,1 0,-1 0,1 0,0 0,-1-1,1 1,-1 0,1-1,0 1,-1-1,1 0,0 1,0-1,0 0,-1 0,1 0,0 0,0 0,0 0,0-1,5-4</inkml:trace>
  <inkml:trace contextRef="#ctx0" brushRef="#br0" timeOffset="870.406">1116 696,'19'2,"1"1,-1 2,0 0,-1 0,1 2,-1 0,0 1,-1 1,0 1,12 9,-26-17,0-1,0 1,0 0,-1 0,1 0,-1 1,1-1,-1 0,0 1,0 0,0 0,0-1,0 1,-1 0,1 0,-1 0,0 1,0-1,0 0,-1 0,1 1,-1-1,1 0,-1 1,0-1,0 1,-1-1,1 0,-1 0,0 1,1-1,-1 0,-1 0,1 0,-1 1,-3 2,0 0,0 0,-1 0,0-1,-1 0,1 0,-1 0,0-1,0 0,0-1,0 1,-2-1,-27 16,69-7,-17-11,1 0,0 1,-1 0,1 2,-1 0,0 1,0 0,0 2,-1 0,0 0,-1 1,1 1,-1 1,-1 0,0 0,4 6,-15-13,0 0,0 1,0-1,-1 0,1 1,-1 0,0-1,0 1,-1-1,1 1,-1 0,0 0,0-1,0 1,0 0,0-1,-1 1,0 0,0-1,0 1,0-1,0 1,-1-1,1 1,-1-1,0 0,0 0,-1 0,1 0,0 0,-1 0,0-1,0 1,1-1,-1 0,-1 0,1 0,0 0,0-1,-4 2,-12 7,0-1,0-1,-1-1,-1 0,1-2,-1 0,0-1,-9 0,-6-7,29-3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44.8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692 46,'-28'-10,"-1"1,0 2,0 0,-1 2,0 1,0 2,0 0,0 3,0 0,0 2,0 1,0 1,-13 5,28-6,1 1,-1 0,1 1,0 1,1 0,0 1,0 0,1 1,0 0,0 1,1 1,0-1,1 2,0 0,1 0,0 0,1 1,1 0,0 1,0 0,2 0,0 0,0 1,1 0,1 0,1 0,0 0,0 7,3-4,0-1,1 0,0 0,2 0,0-1,1 1,1-1,0 0,1 0,1-1,0 0,1 0,0-1,2 0,0-1,0 0,1 0,0-1,1-1,1 0,0-1,0-1,1 0,0-1,1 0,-1-1,1-1,1-1,-1 0,1-1,7 0,-15-2,0-2,1 1,-1-1,0-1,1 0,-1 0,0-1,0 0,3-1,22-11</inkml:trace>
  <inkml:trace contextRef="#ctx0" brushRef="#br0" timeOffset="282.239">278 448,'-76'-19,"76"19,0-1,0 1,0-1,0 1,0-1,0 1,0 0,0-1,0 1,0-1,0 1,1-1,-1 1,0 0,0-1,0 1,0-1,1 1,-1 0,0-1,0 1,1 0,-1-1,0 1,1 0,-1-1,0 1,1 0,-1 0,0-1,1 1,-1 0,1 0,-1 0,1 0,-1 0,0-1,1 1,-1 0,1 0,-1 0,1 0,-1 0,0 0,1 0,-1 1,1-1,-1 0,1 0,-1 0,182-16,-63 12,-117 5,-1-1,0 0,0 0,0 0,0 1,1-1,-1 0,0 1,0-1,0 1,0 0,0-1,0 1,0 0,0 0,0-1,-1 1,1 0,0 0,0 0,-1 0,1 0,-1 0,1 0,-1 0,1 0,-1 0,1 1,-1-1,0 0,0 0,0 0,0 0,0 1,0-1,0 0,0 0,0 0,0 2,-18 50,10-36,4-8,0-1,1 1,-1 0,2 0,-1 0,1 0,1 0,0 0,0 0,1 1,0-1,0 0,1 1,1-1,-1 0,1 0,1 0,0 0,0 0,1-1,2 5,45 35,-27-34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44.0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14,'14'16,"11"14,8 12,6 4,4 2,3 0,-1-7,-2-7,-7-10,-9-8</inkml:trace>
  <inkml:trace contextRef="#ctx0" brushRef="#br0" timeOffset="352.885">655 0,'-27'19,"2"2,0 0,2 1,0 2,2 0,0 2,2 0,1 1,1 1,1 0,0 5,3-8,1 2,1 0,1 0,2 1,1 0,1 0,1 0,1 8,3-21,0-1,1 0,1 1,0-1,1 0,1 0,0 0,1 0,0-1,1 1,1-1,0 0,1 0,0-1,1 0,0 0,6 5,3 0,-2-5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43.4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314 620,'-10'-4,"0"1,0 0,0 1,0 0,-1 1,1 0,0 0,-1 1,1 0,-1 1,1 1,0-1,0 1,-1 1,1 0,1 1,-1-1,0 2,1-1,0 2,0-1,1 1,-1 0,1 1,0 0,-2 4,5-6,0 0,0 0,1 1,0 0,0 0,0 0,1 0,0 1,0-1,1 1,0 0,0 0,0 0,1 0,0 0,1 0,-1 0,1 0,1 0,-1 0,1 0,0 0,1 0,0 0,0 0,0 0,1-1,0 1,0-1,1 0,0 0,0 0,0 0,3 2,0-2,1-1,-1-1,1 1,0-1,0-1,0 1,1-1,-1-1,1 0,0 0,0 0,-1-1,1-1,0 0,0 0,0 0,0-1,0 0,-1-1,1 0,0-1,-1 1,2-2,1 0,1-1,-1-1,0 0,-1 0,1-1,-1 0,-1-1,1 0,-1-1,-1 0,1 0,-2-1,1 0,-1 0,-1-1,3-5,-1-5,-1 1,0-1,-2-1,-1 1,0-1,-2 0,0 1,-1-1,-2-13,-27-196,27 226,-28-153,24 151,3 22,3 325,-1-296,2-1,2 0,2 0,3 1,-7-32,1 0,1-1,0 1,0-1,1 0,1-1,-1 1,2-1,0 0,0 0,1-1,0 0,0-1,1 1,0-2,0 1,1-1,5 0,0 0,0-1,0-1,1 0,0-1,0-1,0 0,0-1,1-1,-1 0,0-1,1-1,-1-1,0 0,0-1,0-1,0-1,-1 0,0 0,0-2,0 0,5-4,-12 6,0 0,0-1,0 0,-1 0,0 0,0-1,-1 0,0-1,0 1,-1-1,0 0,4-9,-7 13,-1 0,1 0,0 0,-1-1,0 1,0-1,-1 1,1-1,-1 1,0-1,0 0,-1 1,1-1,-1 1,0-1,0 1,0 0,-1-1,0 1,1 0,-2 0,1 0,0 0,-1 0,0 1,1-1,-3-1,1 1,0-1,0 1,0 0,-1 1,1-1,-1 1,0 0,0 0,0 0,-1 1,1-1,-1 2,1-1,-1 0,1 1,-1 0,0 0,0 1,0 0,1 0,-1 0,0 1,0-1,0 1,1 1,-1-1,1 1,-1 0,1 0,0 1,-1 0,1-1,0 2,1-1,-1 1,1-1,-1 1,-2 4,3-1,0-1,0 1,0 0,1 0,0 1,1-1,0 0,0 1,0 0,1-1,0 1,1 0,0 0,0 0,0-1,1 1,0 0,2 6,-1-9,-1 0,1 0,-1-1,1 1,0 0,1-1,-1 0,1 1,0-1,0 0,1-1,-1 1,1 0,-1-1,1 0,0 0,1 0,-1 0,0-1,1 1,-1-1,1 0,0-1,0 1,0-1,0 0,0 0,0-1,2 1,5-2,0-1,0 0,-1-1,1 0,-1-1,1-1,-1 1,0-2,-1 1,1-2,-1 1,0-1,-1-1,0 0,0 0,0-1,-1 0,-1 0,1-1,-2 0,1 0,-1-1,0-1,5-7,-10 19,0 0,-1 1,1-1,0 0,-1 0,1 0,0 1,-1-1,1 0,-1 0,1 1,0-1,-1 1,1-1,-1 1,1-1,-1 1,1-1,-1 1,0-1,1 1,-1-1,0 1,1 0,-1-1,0 1,0-1,1 1,-1 0,0-1,0 1,0 0,0 0,0-1,0 1,0 0,0-1,0 1,0 0,0-1,-1 1,1 0,0-1,0 1,-1-1,1 1,-1 0,2 4,0 6,1-1,0 0,1 1,0-1,1 0,0 0,0 0,1-1,6 9,-9-15,1 1,-1-1,1 0,0 0,0 0,0-1,0 1,0-1,1 1,-1-1,1 0,-1 0,1-1,0 1,0-1,0 0,0 0,0 0,0 0,0-1,0 0,0 0,0 0,0 0,0 0,0-1,2 0,4-2,0 0,0-1,-1 0,0-1,0 0,0 0,0-1,-1 0,0 0,0-1,-1 0,1 0,-2-1,1 0,-1 0,1-3,7-10,-2-1,0 0,-2-1,0 0,-2 0,2-7,8-50,-4-1,-3 0,-4-1,-3 0,-5-49,-11 25,12 105,0 0,0 1,0-1,0 0,0 0,0 0,-1 1,1-1,0 0,0 1,-1-1,1 0,-1 1,1-1,-1 0,1 1,-1-1,1 1,-1-1,1 0,-1 1,0 0,1-1,-1 1,0-1,1 1,-1 0,0-1,0 1,1 0,-1 0,0 0,0 0,1 0,-1-1,0 1,0 1,0-1,1 0,-1 0,0 0,0 0,1 0,-1 1,0-1,0 0,1 1,-1-1,0 0,1 1,-1-1,1 1,-1-1,0 1,1 0,-1-1,1 1,-1-1,1 1,-7 8,1 1,0-1,1 1,0 0,0 1,1-1,0 1,0 4,-8 24,2 0,1 1,2 0,2 1,2-1,1 1,2 0,3 4,-1-20,1 1,1 0,2-1,0 0,2 0,1-1,0 0,2 0,1-1,1-1,1 0,0-1,8 7,-18-21,1-1,0-1,0 1,0-1,0 0,1 0,0 0,0-1,1 0,-1 0,1 0,0-1,0 0,0 0,0-1,0 0,0 0,1-1,-1 0,1 0,-1-1,1 0,-1 0,1-1,-1 0,1 0,3-2,2-3,-1-1,0-1,0-1,-1 1,0-2,-1 1,0-1,0-1,-1 0,-1 0,0-1,0 0,-1-1,-1 1,0-1,-1-1,1-3,2-26,-15 42,2 7,1 0,0 0,0 0,1 1,0-1,0 1,0 0,1 0,0 0,1 0,-1 1,0-2,-2 10,0 0,1 0,1 1,0-1,1 1,1-1,1 2,-1-12,1-1,0 1,0-1,0 1,1-1,0 0,0 1,0-1,1 0,0 0,0-1,0 1,0-1,1 1,-1-1,1 0,0 0,1-1,-1 1,1-1,-1 0,4 2,1-1,1 0,-1-1,1 0,0 0,0-1,0 0,0-1,1 0,-1 0,0-1,0-1,10-1,21-5</inkml:trace>
  <inkml:trace contextRef="#ctx0" brushRef="#br0" timeOffset="255.342">1183 300,'32'0,"37"0,42 0,40 0,35 0,-13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40.3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27 215,'0'23,"0"16,0 11,-3 6,0 0,1-2,-3-7,1-8,0-11</inkml:trace>
  <inkml:trace contextRef="#ctx0" brushRef="#br0" timeOffset="244.356">0 1,'5'13,"10"12,12 11,1-2</inkml:trace>
  <inkml:trace contextRef="#ctx0" brushRef="#br0" timeOffset="479.724">335 563,'32'-19,"-1"-1,-1-1,-1-1,4-7,-23 20,0 0,-1-1,0-1,0 1,-1-2,-1 1,0-1,-1 0,0 0,0-1,-2 0,3-9,-6 20,0 1,0-1,-1 0,1 0,-1 0,1 0,-1 0,0 1,0-1,0 0,0 0,0 0,0 0,0 0,-1 0,1 0,-1 0,1 1,-1-1,0 0,0 0,0 1,0-1,0 0,0 1,0-1,0 1,-1-1,1 1,0 0,-1-1,1 1,-1 0,0 0,1 0,-1 0,0 1,0-1,0 0,1 1,-1-1,0 1,0 0,0-1,0 1,0 0,0 0,-1 1,-6 2,0 0,0 1,0 0,1 1,0 0,0 0,0 0,0 1,1 1,0-1,0 1,1 0,0 1,0 0,0 0,1 0,1 0,-1 1,1 0,-2 9,4-14,0 0,1 0,-1 0,1 1,0-1,1 0,-1 1,1-1,0 1,0-1,0 1,0-1,1 1,0-1,0 0,0 1,0-1,1 0,0 0,0 0,0 0,0 0,0 0,1 0,0-1,0 0,0 1,0-1,0 0,1 0,-1-1,1 1,0-1,0 1,0-1,7 2,1 1,0-2,0 0,1 0,-1-1,0 0,9-1,37 1</inkml:trace>
  <inkml:trace contextRef="#ctx0" brushRef="#br0" timeOffset="917.593">1123 282,'-31'-5,"0"2,0 1,0 1,-1 2,1 1,-1 1,29-3,0 0,0 0,0 0,-1 0,1 1,0-1,0 1,0 0,0 0,0 0,0 0,0 0,0 1,1-1,-1 1,0 0,1 0,-1 0,1 0,0 0,0 1,0-1,0 1,0-1,0 1,1 0,-1 0,1 0,0 0,0 0,0 0,0 0,0 0,1 0,-1 0,1 0,0 0,0 1,0-1,0 0,1 0,-1 0,1 0,0 0,0 1,8 9,1 0,1 0,0-1,1-1,0 0,0-1,1 0,1 0,0-1,17 13,-24-17,8 5,0 1,-1 0,0 1,-1 0,-1 1,0 1,0 0,-2 0,2 3,-11-15,0-1,0 1,0-1,0 1,0 0,-1-1,1 1,0 0,-1-1,1 1,-1 0,0 0,1 0,-1-1,0 1,0 0,0 0,-1 0,1-1,0 1,-1 0,1 0,-1 0,1-1,-1 1,0 0,0-1,0 1,0-1,0 1,0-1,0 1,0-1,-1 0,1 0,0 0,-1 1,1-1,-1 0,1-1,-1 1,0 0,1 0,-1-1,0 1,-1-1,1 1,-1-1,1 1,-1-1,0 0,1 0,-1 0,0 0,1-1,-1 1,1-1,-1 0,1 1,-1-1,1 0,-1 0,1-1,0 1,0 0,-1-1,1 0,0 1,1-1,-1 0,0 0,0 0,1 0,-1 0,1 0,0-1,-1 1,1 0,0-1,0 1,1-1,-1 1,0-1,1 0,0 1,-1-1,1 1,0-1,1 0,-1 1,0-1,1-2,4-10,0 0,0 0,1 1,1 0,1 0,0 0,1 1,0 0,1 1,0 0,1 1,0 0,1 0,1 1,5-3,-6 4,0 0,1 1,0 0,0 1,0 1,1 0,0 1,0 0,1 1,2 0,-15 4,0-1,0 1,0 0,0 0,0 0,0 0,0 0,0 1,0-1,0 1,0-1,0 1,0 0,0-1,-1 1,1 0,0 0,0 1,-1-1,1 0,-1 0,1 1,-1-1,1 1,-1 0,0-1,0 1,0 0,0-1,0 1,0 0,0 0,0 1,10 72,-10-62,-1-3,0 7,1-1,0 0,2 0,-1 0,2-1,0 1,1-1,0 0,2 0,0 0,-6-13,0 0,0 0,0 0,0 0,1 0,-1 0,1 0,0-1,-1 1,1-1,0 1,0-1,0 0,0 0,0 0,0 0,0 0,0 0,1 0,-1-1,0 1,0-1,1 0,-1 1,0-1,1 0,-1 0,0-1,1 1,-1 0,0-1,0 0,1 1,-1-1,0 0,1 0,15-10</inkml:trace>
  <inkml:trace contextRef="#ctx0" brushRef="#br0" timeOffset="1082.149">1458 54,'-16'-13,"-6"-1,2 10,8 14,14 17,15 17,11 13,8 8,-2-8</inkml:trace>
  <inkml:trace contextRef="#ctx0" brushRef="#br0" timeOffset="1630.21">1698 602,'1'1,"-1"1,1-1,0 0,0 1,0-1,0 0,0 0,0 0,0 0,0 0,1 0,-1 0,0 0,0-1,1 1,-1 0,1-1,-1 1,0-1,1 1,-1-1,1 0,-1 0,1 1,-1-1,1 0,-1 0,1-1,-1 1,1 0,-1 0,1-1,-1 1,1-1,-1 1,1-1,-1 0,0 0,0 1,1-1,-1 0,0 0,0 0,1-1,4-10,-1 0,0-1,0 0,-2 1,1-1,-2-1,0 1,0 0,-1-1,-1-11,1 11,3-125,-5 138,1 1,0-1,0 0,-1 0,1 0,0 1,0-1,0 0,0 0,0 0,0 0,0 1,1-1,-1 0,0 0,0 0,1 1,-1-1,0 0,1 0,-1 1,1-1,-1 0,1 1,-1-1,1 1,-1-1,1 0,0 1,-1 0,1-1,0 1,-1-1,1 1,0 0,0-1,0 1,-1 0,1 0,0-1,0 1,0 0,-1 0,1 0,0 0,0 0,0 0,-1 1,1-1,0 0,0 0,0 0,-1 1,1-1,0 0,0 1,-1-1,1 1,0-1,209 76,-201-74,1 0,-1 1,0 0,0 0,0 1,0 0,-1 1,1 0,-1 0,-1 1,1 0,-1 0,0 0,0 1,-1 0,0 1,0 0,0 0,-1 0,-1 0,1 1,-1-1,-1 1,2 6,-2 124,-2-136,0-1,1 0,-1 0,1 0,0 0,-1 0,1 0,0 0,0 0,0-1,1 1,-1-1,0 1,0-1,1 0,-1 0,1 0,-1-1,1 1,-1 0,1-1,0 0,-1 1,1-1,-1 0,1 0,0-1,-1 1,1 0,-1-1,1 0,0 0,-1 1,0-1,1-1,-1 1,3-2,18-4,0-2,0-1,-1-1,0-1,-1 0,-1-2,0-1,0 0,-2-1,0-1,4-6,-16 17,-1 0,1 0,-1-1,0 0,-1 0,0 0,0 0,-1-1,0 0,0 0,0 0,-1-2,-1 9,-1 0,0 0,0 0,0-1,0 1,0 0,0 0,0 0,0 0,-1 0,1 0,0 0,-1 0,1 0,-1 0,1 0,-1 0,1 1,-1-1,1 0,-1 0,0 0,0 1,1-1,-1 0,0 1,0-1,0 0,0 1,0-1,0 1,0 0,0-1,0 1,0 0,0-1,0 1,0 0,0 0,0 0,-1 0,-44 9,41-7,0 1,1-1,-1 1,1 0,-1 0,1 0,0 0,0 1,0 0,1 0,-1 0,1 0,0 0,0 1,1-1,-1 1,1 0,0 0,0 0,1 0,-1 0,1 0,0 1,1-1,-1 0,1 0,0 1,0-1,1 0,0 1,-1-1,2 0,-1 0,1 0,-1 0,2 0,-1 0,0-1,1 1,0 0,0-1,0 0,3 3,5 0,1 0,0 0,0-1,1-1,0 0,0-1,0 0,0-1,0-1,4 1,240 18,-119-20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39.9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1 364,'27'-66,"4"2,2 1,3 2,6-5,-7 22,-35 45,1-1,0 0,0 0,-1 1,1-1,0 0,-1 1,1-1,0 0,-1 1,1-1,0 1,-1 0,1-1,-1 1,1-1,-1 1,1 0,-1-1,0 1,1 0,-1-1,0 1,0 0,1 0,-1-1,0 1,0 0,0 0,0 0,0-1,0 1,0 0,0 0,0-1,0 1,0 0,-1 0,1 0,0-1,-11 205,3-121,-5 243,11-300,0-7</inkml:trace>
  <inkml:trace contextRef="#ctx0" brushRef="#br0" timeOffset="171.548">67 631,'23'0,"19"0,15-2,15-1,11 0,7 1,-12 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38.8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0 281,'18'11,"20"5,19-2,18-2,17-4,11-2,4-4,-3 2,-10 1,-13 3,-18 1,-18 0</inkml:trace>
  <inkml:trace contextRef="#ctx0" brushRef="#br0" timeOffset="285.244">776 1,'-3'4,"2"0,-1 1,0-1,1 0,0 1,0-1,0 1,0 0,1-1,0 1,0 0,0-1,1 1,-1-1,1 1,0 0,1-1,-1 0,1 1,-1-1,1 0,1 0,-1 0,1 0,-1 0,1 0,2 2,7 7,0 0,1-1,0 0,1-1,0 0,11 5,89 45,-81-45,0 2,-1 0,29 24,-57-40,-1 0,1 1,-1-1,0 1,0 0,0 0,0 0,0 0,-1 0,0 1,1-1,-1 1,0-1,-1 1,1 0,-1 0,1 0,-1 0,0 0,-1 0,1 0,-1 1,0-1,0 0,0 0,0 0,-1 0,0 0,1 0,-2 1,1-2,0 1,-1 0,0 0,0 0,-1 1,-11 13,-1-1,0 0,-2-2,0 0,0 0,-1-2,-1 0,-1-1,1-1,-11 3,-14 10,-2-3,0-1,-1-3,-3-1,3-4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48.9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1 288,'8'-31,"1"0,2 0,0 1,3 1,0 0,8-9,6-17,-14 41,-9 41,-8 352,3-363,0 1,-1-1,-1 1,-1 0,0-1,-1 0,-1 0,-2 5,6-19,-1 1,1-1,-1 0,1 0,-1-1,0 1,0 0,0-1,0 1,0-1,0 1,0-1,-1 0,1 0,0 0,-1 0,1 0,0-1,-1 1,1-1,-1 1,0-1,1 0,-1 0,1 0,-1-1,1 1,-1 0,1-1,-1 0,1 1,0-1,-1 0,1 0,-1-1,2-5,17 5,254 0,-166 7,-86-2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51.9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281 460,'-25'-4,"-108"-6,128 10,-1 1,0 0,1 0,-1 1,0-1,1 1,0 0,-1 1,1-1,0 1,0 0,1 0,-1 1,0 0,1-1,0 1,0 1,0-1,1 1,-1-1,0 4,2-6,0 1,0 0,0 0,1 1,-1-1,1 0,0 0,0 1,0-1,1 1,-1-1,1 1,-1-1,1 1,1-1,-1 1,0-1,1 1,-1-1,1 1,0-1,1 0,-1 1,0-1,1 0,0 0,-1 0,1 0,1 0,-1-1,0 1,1 0,-1-1,1 0,0 1,0-1,6 1,1 1,0-1,0-1,0 0,1-1,-1 0,0 0,1-1,-1 0,0-1,0 0,1-1,-1 0,0 0,0-1,0-1,-1 1,1-2,-1 1,0-1,0-1,-1 0,1 0,-1 0,0-1,-1 0,5-7,-2 2,-1 0,-1-1,0-1,0 1,-2-1,0 0,0-1,-1 1,-1-1,0 0,-2 0,1-6,1-18,-1 0,-3 0,-1 0,-3-11,-16-75,6 91,14 34,-1-1,1 1,-1-1,1 1,-1-1,1 1,-1-1,1 1,-1-1,1 1,-1 0,0-1,1 1,-1 0,0 0,1-1,-1 1,0 0,1 0,-1 0,0 0,0 0,1 0,-1 0,0 0,1 0,-1 0,0 1,1-1,-1 0,0 0,1 1,-1-1,0 0,1 1,-1-1,1 1,-1-1,1 0,-1 1,1-1,-1 1,1 0,-1-1,1 1,0-1,-1 1,1 0,0-1,0 1,-1 0,1-1,0 1,0 0,0-1,0 1,0 0,0-1,0 1,0 0,-9 22,2 0,0 0,2 1,0 0,2 0,0 1,2-12,-4 20,2 0,2 0,1 1,1-1,2 0,1 3,-2-26,0 0,0 1,1-1,0 0,1-1,0 1,1 0,0-1,0 0,1-1,0 1,1-1,-1 0,2 0,-1-1,1 0,0 0,0-1,1 0,0-1,3 2,-1-4,1 1,-1-1,1-1,0 0,0-1,0 0,0-1,1 0,-1-1,0 0,0-1,0 0,-1-1,1 0,-1-1,1-1,-1 0,0 0,-1-1,1 0,-1-1,-1 0,1-1,-1 0,0 0,-1-1,0 0,0 0,-1-1,0 0,-1 0,0-1,-1 0,0 0,-1 0,0-1,0-1,-3 10,0 0,0 0,-1 0,1 0,-1 0,0 0,0 0,0 0,0 0,0 0,-1 0,1 0,-1 0,0 0,0 0,0 0,0 1,-1-1,1 0,-1 1,1-1,-1 1,0-1,0 1,0 0,0 0,-1 0,1 0,0 0,-1 0,0 1,1-1,-1 1,0 0,0 0,1 0,-1 0,0 0,0 1,-3-1,-1 2,1 1,-1 0,1 0,0 1,0 0,0 0,0 0,0 1,0 0,1 0,0 0,0 0,0 1,1 0,-1 0,1 1,0-1,0 1,1 0,0-1,0 2,0-1,1 0,0 1,0-1,1 1,-1-1,2 1,-1 6,0-8,2 1,-1 0,1-1,0 1,0-1,0 1,1-1,0 0,0 0,0 1,1-1,-1-1,1 1,0 0,1-1,-1 1,1-1,0 0,0 0,4 2,4 4,1-1,1-1,0 0,0-1,0-1,11 4,50 15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57.1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1,'5'0,"14"0,28 2,35 3,39 4,37 1,22 2,-19-1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55.6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201 132,'-11'18,"-9"18,-5 16,0 10,1 6,5 1,8-4,10-7,15-9,13-8,12-8,13-10,9-10,7-6,2-9,-4-9,-14-2</inkml:trace>
  <inkml:trace contextRef="#ctx0" brushRef="#br0" timeOffset="252.325">1 386,'16'0,"16"0,17 0,14 0,6 0,5-2,-5-4,-9-4,-15-1</inkml:trace>
  <inkml:trace contextRef="#ctx0" brushRef="#br0" timeOffset="469.743">81 25,'22'-5,"25"-1,23 0,21 2,13 0,7 4,-1 3,-20-1</inkml:trace>
  <inkml:trace contextRef="#ctx0" brushRef="#br0" timeOffset="787.891">1471 373,'-11'-14,"-1"1,0 1,-1 0,0 1,-1 0,0 1,-1 1,0 0,0 1,-1 0,0 1,-1 1,1 1,-1 0,0 2,0-1,-1 2,1 1,-1 0,1 1,-1 0,1 2,-16 3,24-3,-1 0,1 1,1 0,-1 0,0 1,1 0,0 1,0 0,0 0,0 0,1 1,0 1,0-1,1 1,0 0,0 0,0 1,1 0,0 0,1 0,0 1,0-1,0 1,1 0,1 0,0 0,0 0,1 1,0-1,0 1,1-1,0 6,2-1,1 1,0-1,1 0,1 1,0-2,1 1,0-1,1 0,1 0,0-1,0 0,1 0,1-1,0 0,1-1,2 2,4 3,1-1,1-1,-1 0,2-2,0 0,0-1,1-1,1-1,-1-1,6 1,-12-5,1 1,-1-2,1 0,-1-1,1 0,0-2,-1 0,1 0,5-2,14-7</inkml:trace>
  <inkml:trace contextRef="#ctx0" brushRef="#br0" timeOffset="1066.148">1257 546,'-80'-10,"105"10,264 23,-287-23,0 0,1 0,-1 0,0 0,1 0,-1 0,0 0,0 1,1-1,-1 1,0-1,0 1,0 0,0 0,0 0,0 0,0 0,0 1,0-1,-1 1,1-1,0 1,-1-1,1 1,-1 0,0 0,1 0,-1 0,0 0,0 0,0 0,-1 0,1 0,0 1,-1-1,0 0,1 0,-1 0,0 1,0-1,0 0,0 1,-1 0,-10 27,-13 50,24-78,0 1,0 0,0-1,0 1,0-1,0 1,1 0,-1-1,1 1,0-1,0 1,0-1,0 0,0 1,0-1,1 0,-1 0,1 0,-1 0,1 0,0 0,0 0,0-1,0 1,0-1,0 1,0-1,2 1,15 6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52.6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1 481,'6'35,"3"-1,1 0,1 0,2-1,1-1,2 0,8 12,-24-44,0 2,1 0,-1 0,1 0,0-1,0 1,0 0,0 0,0-1,0 1,0 0,0-1,1 1,-1-1,0 0,1 1,-1-1,1 0,0 0,-1 0,1 0,0 0,0 0,0-1,0 1,-1-1,1 1,0-1,0 1,0-1,0 0,0 0,0 0,0 0,0-1,1 1,2-8,-1 0,0 0,0 0,-1-1,0 1,0-1,-1 0,0 0,-1 0,0 0,0-1,0 3,4-38,-5 34,1-1,0 1,0 0,1-1,1 1,0 0,0 0,1 0,1 1,0-1,0 1,3-3,-4 10,1-1,0 2,0-1,-1 0,2 1,-1 0,0 0,0 1,0 0,1 0,-1 0,1 0,-1 1,1 0,-1 0,1 0,-1 1,1-1,-1 2,0-1,1 0,-1 1,0 0,0 0,1 1,36 12</inkml:trace>
  <inkml:trace contextRef="#ctx0" brushRef="#br0" timeOffset="749.55">696 614,'-15'-10,"0"1,-1 1,0 0,0 2,-1-1,0 2,0 0,0 1,0 1,-1 0,0 1,11 4,0-1,1 0,-1 1,1 1,-1-1,1 1,0 0,0 0,0 1,0-1,1 1,0 1,0-1,0 1,0 0,0 0,1 0,0 1,0-1,1 1,-1 0,1 0,1 0,-1 1,1-1,0 1,0-1,1 1,0 0,0 0,1-1,0 1,0 0,0 0,2 4,-2-8,1 0,-1 0,1 0,0 0,0 0,1 0,-1 0,1-1,-1 1,1 0,0-1,0 0,0 1,0-1,0 0,1 0,-1 0,1 0,-1 0,1-1,0 1,-1-1,1 1,0-1,0 0,0 0,0-1,0 1,0-1,0 1,0-1,3 0,3 0,0-1,0 0,-1 0,1-1,0 0,-1 0,1-1,-1 0,0-1,0 0,0 0,1-1,-1 0,0-1,0 0,-1 0,0-1,0 1,0-2,-1 1,0-1,0 0,-1 0,4-8,8 65,-15-45,-1-1,1 1,0-1,0 0,0 0,1 1,-1-1,1-1,-1 1,1 0,0-1,0 1,0-1,1 0,-1 0,0 0,1-1,-1 1,1-1,0 0,-1 0,1 0,0 0,0 0,-1-1,1 0,0 0,0 0,0 0,0-1,2 0,4-1,0-1,0 0,0 0,-1-1,1 0,-1-1,0 0,-1 0,1-1,-1 0,5-5,6-11,-1 1,-1-2,-1-1,-1 0,-1 0,-1-2,-1 1,-1-2,-2 0,0 0,-2 0,-1-1,-1 0,-2 0,-1-1,-1-23,-8-34,6 83,1-1,-1 1,0 0,0-1,-1 1,1 0,-1 0,1 0,-1 0,0 0,0 0,0 0,-1 1,1-1,-1 1,1 0,-1-1,0 1,0 0,0 1,0-1,-2 0,3 1,-1 0,0 1,1 0,-1 0,0 0,1 0,-1 0,0 0,1 0,-1 1,0 0,1-1,-1 1,1 0,-1 0,1 0,0 1,-1-1,1 1,0-1,0 1,0 0,0-1,0 1,0 0,-1 3,-35 62,30-40,2 0,1 0,1 0,1 1,1 0,2-1,1 1,1 0,1-1,1 1,2-1,1 0,1-1,1 1,-4-13,1 0,1 0,0 0,1-1,0 0,1-1,0 0,1 0,0-1,1-1,5 4,-10-9,0 0,0-1,1 0,0 0,0 0,0-1,0 0,0 0,1-1,0 0,-1-1,1 1,0-1,-1-1,1 1,0-2,0 1,0-1,-1 0,1 0,0-1,5-2,-1-1,0-1,0-1,-1 1,0-2,0 0,-1 0,0-1,-1 0,0 0,0-1,-1 0,0-1,-1 0,0 0,0-1,-2 0,1 0,2-10,-3 5,-25 37,14-10,1 0,1 0,-1 0,1 1,1 0,0 0,1 0,0 0,0 0,1 0,1 1,0 9,1-19,0 1,-1-1,1 0,0 1,0-1,1 0,-1 0,0 0,1 0,-1 0,1 0,0 0,0 0,0-1,0 1,0-1,0 1,0-1,0 0,0 0,1 0,-1 0,0 0,1 0,-1-1,1 1,-1-1,1 0,22 3</inkml:trace>
  <inkml:trace contextRef="#ctx0" brushRef="#br0" timeOffset="1001.875">1405 280,'-14'-3,"-4"5,1 6,10 8,15 9,20 8,5 0</inkml:trace>
  <inkml:trace contextRef="#ctx0" brushRef="#br0" timeOffset="2147.497">2099 721,'-21'-21,"-1"0,-1 1,-1 1,-1 2,0 0,-1 1,-1 2,-17-6,39 17,0 1,0-1,0 1,-1 1,1-1,-1 1,1 0,-1 0,0 1,1-1,-1 1,0 0,1 1,-1 0,0-1,1 2,-1-1,1 1,0 0,-1 0,1 0,0 1,0-1,0 1,1 1,-1-1,1 1,-1 0,1 0,0 1,0-1,1 0,0 1,0 0,0 0,1 0,-1 0,1 0,1 1,-1-1,1 0,-1 1,2 0,-1-1,1 1,-1-1,2 1,-1 0,0-1,1 1,0-1,1 1,-1-1,1 0,0 1,0-1,1 0,-1 0,1 0,0-1,1 1,-1-1,1 1,0-1,0 0,3 2,-1-3,1 0,-1-1,1 0,0 0,0 0,0-1,0 0,0 0,0 0,0-1,0 0,0-1,0 0,0 0,0 0,0-1,-1 0,1 0,0-1,-1 0,6-2,0-1,0-1,-1 1,0-2,-1 0,1 0,-2-1,1 0,-1-1,3-4,3-11,-2 0,-1-1,-1 0,-1-1,-2 0,0 0,-2-1,-1 0,-1 0,-2 0,0-28,-1 50,1-25,4-28,-3 0,-3 1,-3-22,-10 45,12 35,0 0,0 0,0 0,0 0,0 0,0 0,0 0,0 0,0 0,0 0,0 1,0-1,0 0,0 1,0-1,0 1,0-1,1 1,-1-1,0 1,0-1,0 1,1 0,-1-1,0 1,1 0,-1 0,1 0,-1 0,1-1,-1 1,1 0,0 0,-1 0,1 1,-18 30,2 0,1 2,1 0,2 0,2 2,1-1,0 11,3-18,2 1,0 1,2-1,1 0,1 0,2 1,1-1,4 15,-5-32,1 0,1 0,0 0,0 0,2 0,-1-1,1 0,1 0,0-1,0 0,1 0,1 0,-1-1,1 0,1-1,0 0,0-1,1 0,-1 0,12 4,-8-5,1 0,0-1,1-1,-1-1,1 0,0-1,-1 0,1-1,0-1,0-1,0 0,6-2,-15 2,1-1,0 1,-1-1,1-1,-1 1,0-1,0-1,0 1,-1-1,1 0,-1-1,0 0,0 0,0 0,0 0,-1-1,0 0,-1 0,1-1,-1 1,0-1,-1 0,1 0,-1 0,1-7,-2 6,-1 0,0 1,0-1,-1 0,0 0,0 1,-1-1,0 0,0 1,-1-1,0 0,-3-6,4 11,0 0,0 0,0 0,-1 0,0 1,1-1,-1 0,0 1,0-1,-1 1,1-1,0 1,-1 0,1 0,-1 0,0 0,0 1,0-1,0 1,0 0,0 0,0 0,0 0,0 0,0 1,-1-1,1 1,0 0,-1 0,1 0,-2 0,-2 3,0-1,0 1,-1 0,2 1,-1 0,0 0,1 0,0 1,0 0,0 0,0 1,1-1,0 1,0 0,1 1,0-1,0 1,0 0,1 0,0 0,0 0,1 1,0-1,0 1,1-1,-1 1,2 0,-1-1,1 1,1 0,-1 0,1-1,1 1,-1-4,0 0,0-1,1 1,-1-1,1 0,0 0,0 1,1-1,-1-1,0 1,1 0,0 0,0-1,0 0,0 1,0-1,0 0,0-1,1 1,-1 0,1-1,-1 0,1 0,0 0,-1 0,1-1,0 1,-1-1,1 0,0 0,0 0,0-1,3 1,1-1,-1 0,0-1,0 0,1 0,-1 0,0-1,-1 0,1-1,0 1,-1-1,0 0,0-1,0 0,4-4,45-89,-55 98,0 1,1-1,-1 0,0 0,0 0,1 0,-1 1,0-1,0 0,1 0,-1 0,0 0,0 0,1 0,-1 0,0 0,0 0,1 0,-1 0,0 0,1 0,-1 0,0 0,0 0,1 0,-1 0,0 0,0 0,1-1,-1 1,0 0,0 0,1 0,-1 0,0-1,0 1,0 0,1 0,-1 0,0-1,0 1,0 0,0 0,0-1,1 1,-1 0,0 0,0-1,0 1,1 32,-1-24,0 1,0 1,1-1,0 0,1 0,-1 1,2-1,-1 0,1-1,4 9,-6-16,0 0,0 0,-1 0,1 0,0-1,0 1,0 0,0 0,0-1,0 1,0 0,0-1,0 1,1-1,-1 0,0 1,0-1,0 0,1 1,-1-1,0 0,0 0,0 0,1 0,-1-1,0 1,0 0,0 0,1-1,-1 1,0 0,0-1,0 0,0 1,0-1,0 1,0-1,0 0,38-32,-16 2,-1-1,-1 0,-2-2,-2-1,-1 0,1-7,7-12,2-1,-26 55,1-1,0 1,0-1,0 1,0 0,0-1,0 1,0 0,0 0,0 0,0-1,0 1,0 0,0 1,-1-1,1 0,0 0,0 0,0 0,0 1,0-1,0 0,0 1,0-1,0 1,-1-1,1 1,0-1,0 1,-1 0,1-1,0 1,-1 0,1 0,0 0,-1-1,1 1,-1 0,0 0,1 0,-1 0,0 0,1 0,-1 0,0 0,0 0,0 0,0-1,0 1,0 0,0 0,0 1,2 2,7 13,0 1,-1 0,-1 1,0 0,-2 0,0 0,-1 1,-1 0,-1-1,-1 1,0 0,-2 0,-1 11,-5-1,5-24,0 1,0 0,1 0,-1 0,2 0,-1 0,1 0,0 0,0 0,1 0,0 0,0 0,1-1,0 2,2-4,1 0,0 0,0-1,0 0,1 0,-1 0,1-1,0 1,-1-1,1-1,0 1,0-1,0 0,0 0,0-1,0 0,1 0,-1 0,0-1,1 0,11 1,0-1,-1-1,1-1,-1 0,0-2,0 1,0-2,0-1,-1 0,5-3,-14 6,-1 0,0 0,0 0,0-1,0 1,-1-2,1 1,-1 0,-1-1,1 0,-1 0,0-1,0 1,-1-1,0 0,0 0,-1 0,0 0,0 0,0 0,-1-1,0 1,-1 0,1-1,-2-4,1 6,-1 0,0 0,0 0,-1 1,0-1,0 0,0 1,0 0,-1-1,0 1,0 0,-1 0,0-1,2 4,1 1,-1-1,1 0,-1 1,0 0,0-1,1 1,-1 0,0 0,0 0,0 0,0 0,-1 0,1 0,0 1,0-1,0 1,0 0,-1-1,1 1,0 0,0 0,-1 1,1-1,0 0,0 1,-1 0,1-1,0 1,0 0,0 0,0 0,0 0,0 0,-1 2,-1 0,0 1,0 0,0 0,1 1,0-1,0 1,0-1,0 1,1 0,-1 0,1 1,1-1,-1 0,1 1,0-1,0 0,0 1,1 0,0-1,0 1,0-1,1 1,0-1,0 1,0-1,1 0,-1 1,1-1,1 0,-1 0,1 0,0-1,0 1,0-1,1 1,1 1,10 5,1-1,0 0,0-1,1 0,0-1,1-1,0-1,0-1,0 0,1-1,-1-1,1-1,5-1,53 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49.2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174 546,'-2'18,"-4"16,0 8,-1 4,0-2,1-3,2-4,2-9</inkml:trace>
  <inkml:trace contextRef="#ctx0" brushRef="#br0" timeOffset="698.089">0 319,'39'1,"1"2,-2 2,1 1,-1 3,0 0,0 3,-1 1,-1 2,0 1,16 11,-42-19,1 0,-1 1,0 1,-1-1,0 1,-1 1,0 0,0 0,-1 1,-1-1,0 1,-1 1,0-1,0 1,-2 0,1 0,-2 0,0 1,0-1,-1 1,-1-1,-1 0,1 1,-2 1,-6 46,8-60,0-1,0 1,0-1,0 1,-1-1,1 1,0 0,0-1,0 1,0-1,0 1,1-1,-1 1,0 0,0-1,0 1,0-1,1 1,-1-1,0 1,0-1,1 1,-1-1,1 1,-1-1,0 0,1 1,-1-1,1 1,-1-1,1 0,-1 1,1-1,-1 0,1 0,-1 0,1 1,-1-1,1 0,-1 0,1 0,-1 0,1 0,0 0,-1 0,1 0,-1 0,1 0,-1 0,1 0,0 0,-1-1,1 1,-1 0,1 0,-1-1,1 1,-1 0,1-1,-1 1,1-1,31-22,89-117,-121 139,0 1,1-1,-1 1,0-1,0 1,0-1,1 1,-1-1,0 1,1 0,-1-1,0 1,1-1,-1 1,0 0,1-1,-1 1,1 0,-1-1,1 1,-1 0,1 0,-1 0,0-1,1 1,0 0,-1 0,1 0,-1 0,1 0,-1 0,1 0,-1 0,1 0,-1 0,1 0,-1 0,1 0,-1 1,1-1,-1 0,1 0,-1 1,0-1,1 0,-1 0,1 1,-1-1,1 1,6 27,-5-18,1 1,0 1,1-1,0 0,0 0,1 0,1-1,0 0,0 0,1 0,0-1,4 4,-8-10,0 0,0 0,1 0,-1 0,1 0,-1-1,1 1,0-1,0 0,0 0,0-1,0 1,0-1,1 0,-1 0,0 0,1-1,-1 1,1-1,-1 0,0-1,1 1,-1-1,1 0,-1 0,0 0,0 0,1-1,-1 1,0-1,3-2,3-5,-1 0,1 0,-1-1,-1 0,0 0,-1-1,0 0,0-1,-1 1,-1-1,0 0,0-1,-1 1,-1-1,0 0,-1 0,1-9,13-83,-5 0,-4 0,-4 0,-6-17,-6 53,8 69,1-1,-1 1,1 0,-1 0,1 0,-1-1,0 1,1 0,-1 0,1 0,-1 0,0 0,1 0,-1 0,1 1,-1-1,0 0,1 0,-1 0,1 0,-1 1,1-1,-1 0,1 1,-1-1,1 0,-1 1,1-1,0 1,-1-1,1 0,-1 1,1-1,0 1,-1-1,1 1,0-1,0 1,0 0,-1-1,1 1,0-1,0 1,0-1,0 1,0 0,0-1,0 1,0-1,0 1,0 0,0-1,-18 58,2 0,2 0,4 1,-4 52,14-104,-8 43,3 0,2 0,2 1,2-1,2 0,3 2,-4-42,-1 0,1 0,1 0,0-1,1 1,-1-1,2 0,-1 0,1 0,1-1,0 1,0-1,0-1,1 1,0-1,1 0,0-1,0 0,0 0,0 0,1-1,0-1,0 1,1-2,-1 1,1-1,-1-1,1 1,0-2,8 1,15-6,-7-5</inkml:trace>
  <inkml:trace contextRef="#ctx0" brushRef="#br0" timeOffset="949.934">762 265,'21'-4,"22"-5,24 1,20 0,14 5,7 9,-4 13,-19 3</inkml:trace>
  <inkml:trace contextRef="#ctx0" brushRef="#br0" timeOffset="2064.051">1417 827,'11'-30,"-2"0,-1 0,-1-1,-1 0,-2-1,-2 1,0-1,-2 0,-2 1,-1-1,-1-4,3 34,1-1,0 0,-1 1,0-1,0 0,1 1,-1-1,-1 1,1 0,0-1,-1 1,1 0,-1-1,0 1,1 0,-1 0,0 1,0-1,0 0,-1 1,1-1,0 1,-1 0,1-1,-1 1,1 0,-1 1,0-1,3 1,0 1,-1-1,1 1,-1 0,1-1,0 1,-1-1,1 1,0 0,0-1,0 1,-1 0,1-1,0 1,0 0,0-1,0 1,0 0,0 0,0-1,0 1,1 0,-1-1,0 1,0 0,0-1,1 1,-1-1,0 1,1 0,-1-1,1 1,-1-1,1 1,-1-1,1 1,-1-1,1 1,-1-1,1 0,-1 1,1-1,0 0,-1 0,1 1,0-1,-1 0,1 0,0 0,-1 0,1 1,14 6,0-1,1 0,0-1,0 0,0-1,1-1,-1-1,12 0,4 2,3 1,-17-4,0 1,0 1,-1 0,1 1,-1 1,0 1,0 1,-1 0,5 3,-16-5,0 0,-1 0,0 0,0 0,0 1,-1 0,0-1,0 1,0 0,-1 1,1-1,-2 0,1 1,-1-1,0 1,0-1,-1 1,0 0,0-1,0 1,-1-1,0 1,0 0,-1-1,0 0,0 1,0-1,-2 1,-5 40,9-45,-1 1,1-1,-1 0,1 0,0 1,0-1,0 0,0 1,0-1,0 0,1 0,-1 1,1-1,-1 0,1 0,0 0,0 0,0 0,0 0,1 0,-1 0,0 0,1 0,-1-1,1 1,0-1,-1 1,1-1,0 1,0-1,1 1,14 2,-1-1,1 0,0-1,0-1,0 0,0-1,1-1,-1-1,-1-1,15-3,5 0,0-1,0-2,-1-1,0-2,-1-2,6-4,-34 15,1-1,-1 0,0 0,0-1,-1 0,1 0,-1 0,0 0,-1-1,2-2,-5 7,0-1,0 0,0 0,0 0,0 0,0 0,-1 0,1 0,-1 0,1 0,-1-1,0 1,0 0,0 0,0 0,0 0,-1 0,1 0,0-1,-1 1,0 0,1 0,-1 0,0 0,0 0,0 1,0-1,-1 0,1 0,0 1,-1-1,1 1,-1-1,0 1,1 0,-2-1,-3-3,-1 1,1 1,-1-1,0 1,0 0,0 0,-1 1,1 0,-1 1,1-1,-1 1,1 1,-1 0,1 0,-1 0,0 1,1 0,-1 0,1 1,-1 0,1 0,0 1,0 0,0 0,0 1,1-1,-1 2,1-1,0 1,0 0,1 0,-1 0,1 1,0 0,-2 3,4-3,0-1,0 0,1 0,0 1,0 0,0-1,0 1,1 0,0 0,0 0,1 0,-1 0,1 0,1 0,-1 0,1 0,0 0,1 0,-1-1,1 1,0 0,0-1,1 1,0-1,0 0,0 0,0 0,1 0,0-1,0 1,0-1,1 0,-1 0,1-1,0 1,0-1,0 0,1 0,-1-1,1 0,-1 0,3 1,0-2,1 1,-1-1,1-1,0 1,-1-2,1 1,-1-1,1 0,-1-1,1 0,-1 0,0-1,0 0,0-1,0 0,0 0,-1 0,0-1,0 0,0-1,0 1,-1-1,0 0,0-1,-1 0,0 0,3-5,-4 6,10-11,-3 28,-9-4,-2 1,1-1,1 0,-1 0,1 0,1 0,-1 0,1 0,0 0,1-1,0 0,0 0,0 0,1 0,-1 0,1-1,1 0,-1 0,1 0,0-1,3 2,-7-5,0-1,1 0,-1 1,0-1,1 0,-1-1,0 1,1 0,-1-1,0 1,0-1,1 1,-1-1,0 0,0 0,0 0,0 0,0-1,0 1,0 0,-1-1,1 0,0 1,-1-1,1 0,-1 0,0 1,1-1,-1-1,33-64,-31 61,21-70,-21 61,1 1,0 0,1 0,1 0,0 0,1 1,0 0,6-6,-11 16,0 0,1 1,-1 0,0 0,1-1,0 2,-1-1,1 0,0 0,0 1,0 0,0-1,1 1,-1 0,0 1,0-1,0 0,1 1,-1 0,0 0,1 0,-1 0,0 0,1 1,-1 0,0-1,0 1,1 0,-1 1,0-1,0 0,0 1,-1 0,1 0,1 0,6 5,-1 0,0 1,0 0,-1 0,0 0,0 1,-1 1,0-1,3 6,-2 2,0-1,-1 1,-1 1,0-1,-2 1,0 0,0 0,-1 17,-3-31,0 0,0 0,0 0,1 0,0 0,-1 0,1 0,0 0,1 0,-1 0,1 0,0-1,0 1,0-1,0 1,0-1,1 0,0 0,0 0,-1 0,2-1,-1 1,0-1,0 1,1-1,0 0,11 1,-1 0,1-1,0 0,0-2,1 1,-1-2,0 0,0-1,0 0,-1-2,1 1,-1-2,1 0,-1-1,3 2,-1-1,1-1,-1 0,0-1,-1-1,1 0,-2-2,1 1,-1-2,-1 0,0 0,0-1,-1-1,-1 0,0-1,-1 0,5-10,-8-38,-8 61,1-1,0 1,-1-1,1 1,-1 0,0-1,1 1,-1 0,0 0,0-1,0 1,0 0,0 0,0 0,0 0,0 0,0 0,0 0,-1 1,1-1,0 0,0 1,-1-1,1 1,-1-1,1 1,0 0,-1-1,1 1,-1 0,1 0,-1 0,1 0,-1 0,1 0,-1 1,1-1,0 0,-1 1,1-1,-1 1,-3 1,0 0,0 0,0 1,0-1,0 1,0 0,1 1,0-1,-1 1,1 0,1 0,-1 0,1 0,-1 1,1-1,0 1,1 0,-1 0,1 0,0 0,0 1,1-1,-1 0,1 1,1-1,-1 1,1-1,-1 1,2 0,-1-1,1 1,0-1,0 1,0-1,1 0,-1 1,1-1,1 0,-1 0,1 0,0-1,0 1,0-1,3 4,7 1,1-1,-1 0,2 0,-1-2,1 0,0 0,0-2,0 1,1-2,0 0,-1-1,1-1,4 0,221 13,-121-13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5:46.5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1 214,'16'0,"16"0,15 0,15 0,12 2,11 1,3 3,1 1,-3 5,-10 3,-10 0,-13 1,-15-3</inkml:trace>
  <inkml:trace contextRef="#ctx0" brushRef="#br0" timeOffset="1499.066">790 0,'22'32,"1"-1,1-1,2-1,5 3,32 36,-59-65,0 0,-1 1,1 0,-1-1,0 1,0 0,-1 0,1 1,-1-1,0 0,0 1,0 0,0-1,-1 1,0 0,0 0,0 0,-1 0,1 0,-1 0,0-1,-1 1,1 0,-1 0,0 0,0 0,-1 0,1-1,-1 1,0-1,-1 1,1-1,-1 1,-12 10,0-2,-1 0,-1 0,0-2,0 0,-1-1,-1-1,-12 4,-3 4,-42 26,73-25,10-11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26.4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37,'16'0,"14"0,13 0,11-2,8-4,2 0,-2 1,-6-1,-10 0,-10 2,-14 3,-13 2,-10 3,-5 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28.9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49 146,'-26'26,"3"14,144-236,-121 195,0 0,0 0,0 1,1-1,-1 1,0-1,0 0,0 1,0-1,1 1,-1-1,0 1,1-1,-1 1,0-1,1 1,-1-1,0 1,1-1,-1 1,1 0,-1-1,1 1,-1-1,1 1,0 0,-1 0,1-1,-1 1,1 0,-1 0,1 0,0 0,-1 0,1 0,-1 0,1 0,0 0,-1 0,1 0,0 0,-1 0,1 0,-1 0,1 1,-1-1,1 0,0 1,-1-1,1 0,-1 1,-10 109,4 255,6-364,1 0,-1 0,0 1,1-1,-1 0,0 0,0 1,0-1,0 0,0 0,0 0,0 1,-1-1,1 0,0 0,-1 0,1 1,-1-1,1 0,-1 0,1 0,-1 0,0 0,0 0,1 0,-1 0,0 0,0-1,0 1,0 0,0 0,0-1,0 1,0-1,0 1,-1-1,1 1,0-1,0 0,0 1,0-1,-1 0,1 0,0 0,0 0,-1 0,0 0,-2-2,0 1,0-1,0 0,0 0,0 0,0 0,1 0,-1-1,1 0,-1 0,1 0,0 0,-1-2,21-8,172 3,75 3,-217 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31.7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3 397,'-2'19,"2"0,0 0,1-1,1 1,1 0,1-1,0 1,1-1,2 0,-1-1,2 0,0 0,1 0,1-1,0 0,1-1,1 0,1-1,-12-12,0 1,1-1,-1 0,1 1,0-1,-1 0,1 0,0 0,0-1,0 1,1 0,-1-1,0 1,1-1,-1 0,1 0,-1 0,1 0,-1 0,1 0,0-1,-1 0,1 1,0-1,-1 0,1 0,0 0,0-1,-1 1,1 0,0-1,-1 0,1 0,-1 0,1 0,-1 0,3-2,0-6,0 0,-1-1,0 1,0-1,-1 0,-1 0,0-1,0 1,-1 0,0-1,0-3,0 1,1-7,-3 13,1-1,0 0,0 0,1 1,0-1,0 1,1-1,0 1,1-1,-1 1,1 0,1 0,-1 0,1 1,0-1,1 1,0 0,0 0,0 0,0 1,1 0,2-2,7 3,0 1,-1 1,1 0,0 1,0 0,0 1,0 1,0 1,-1 0,1 0,0 2,-1 0,0 0,0 2,0-1,5 5,-12-8,149 62,-173-80,6 11,1 0,0 0,-1 1,0 1,0 0,0 0,0 1,-1 0,-9 1,17 1,-1 0,0 0,0 1,1 0,-1 0,0 0,1 0,-1 1,1 0,-1-1,1 2,0-1,0 1,0-1,0 1,0 0,1 0,-1 1,1-1,0 1,0 0,0 0,0 0,0 2,0-3,1 1,0-1,0 0,0 1,0 0,1-1,-1 1,1 0,0 0,0 0,1-1,-1 1,1 0,-1 0,1 0,1 0,-1 0,1 0,-1 0,1 0,0 0,0 0,1-1,-1 1,1 0,0-1,0 1,0-1,0 0,1 1,-1-1,1 0,0-1,0 1,1 1,4-2,0 0,0-1,0 0,0 0,0-1,0 0,1 0,-1-1,0 0,0 0,0-1,-1 0,1 0,0-1,-1 0,1-1,-1 1,3-3,29-10,-37 15,1 1,0 0,0 0,0 0,0 1,0-1,0 1,0-1,0 1,-1 0,1 0,0 0,-1 1,1-1,-1 1,1-1,-1 1,1 0,-1 0,0 0,0 0,0 0,0 0,1 2,24 19,-18-19,0 0,1-1,-1 0,1 0,0-1,0 0,0-1,0 0,0-1,0 0,0-1,0 0,0 0,0-1,-1 0,1-1,0 0,-1 0,0-1,0 0,0-1,0 0,-1-1,1 1,-1-2,-1 1,1-1,-1 0,-1-1,1 1,-1-1,0-1,-1 1,0-1,0-1,9-22,-1 1,-2-2,-2 1,-1-2,-1 1,-2-1,-1 0,-1 0,-3 0,0 0,-3-1,4 27,0 0,-1 0,-1 0,1 0,-1 0,-1 0,1 0,-1 1,-1-1,1 1,-1-1,-1 1,1 0,-1 0,-1 0,1 0,-1 1,0 0,-1 0,1 0,-1 1,0 0,-7-5,9 9,1 0,-1 0,0 1,0-1,0 1,0 0,0 0,0 0,0 1,1-1,-1 1,0 0,0 0,0 0,1 0,-1 1,1 0,-1 0,1 0,-1 0,1 0,0 0,0 1,0 0,1 0,-1-1,1 2,-2 0,-4 7,0 0,0 0,1 1,1 0,0 0,0 1,-2 8,2-3,0 1,0 0,2 0,1 1,0 0,1-1,1 1,1 0,1 0,1-1,0 1,2 0,0-1,1 0,1 0,1 0,0-1,2 0,0-1,1 1,0-2,2 1,0-2,0 1,2-2,0 0,0 0,2-2,-1 0,5 2,-14-10,0 0,1 0,-1-1,1 0,0 0,-1 0,1-1,0 0,0-1,1 1,-1-1,0-1,0 1,1-1,-1-1,0 1,0-1,1-1,-1 1,0-1,0 0,0-1,-1 0,1 0,-1 0,3-2,65-79,-44 44,-31 41,1-1,0 0,0 0,0 0,0 1,0-1,0 0,0 0,0 1,0-1,0 0,0 0,0 1,0-1,0 0,0 0,0 0,0 1,0-1,1 0,-1 0,0 0,0 1,0-1,0 0,0 0,1 0,-1 1,0-1,0 0,0 0,0 0,1 0,-1 0,0 1,0-1,0 0,1 0,-1 0,0 0,0 0,1 0,-1 0,0 0,0 0,1 0,-1 0,0 0,0 0,0 0,1 0,-1 0,0 0,0 0,1 0,-6 30,4-25,0 2,-1-2,0-1,0 0,1 0,0 1,0-1,0 0,0 1,1-1,0 1,0-1,0 1,0-1,1 1,0-1,0 1,0-1,0 0,1 1,0-1,0 0,0 0,0 0,0-1,1 1,0 0,-1-1,2 0,-1 1,0-1,0 0,1-1,0 1,16 5</inkml:trace>
  <inkml:trace contextRef="#ctx0" brushRef="#br0" timeOffset="253.322">1554 277,'-19'0,"-7"2,0 4,4 6,11 9,17 8,6-1</inkml:trace>
  <inkml:trace contextRef="#ctx0" brushRef="#br0" timeOffset="1386.317">2062 558,'-10'-8,"0"-1,-1-1,-1 2,1 0,-1 0,-1 1,1 1,-1 0,0 0,-1 1,1 1,-5 0,14 4,-1 0,1 0,0 0,-1 1,1 0,0 0,-1 0,1 1,0-1,0 1,0 0,0 0,1 0,-1 1,0-1,1 1,0 0,-1 0,1 0,0 0,1 1,-1-1,1 1,-1 0,1 0,-1 2,0 0,0 1,0-1,0 1,1-1,0 1,0 0,1 0,0 0,0 0,1 0,0 0,0 0,1 0,-1 0,1 0,2 4,-2-8,0 0,0-1,0 1,1 0,-1 0,1-1,0 1,0 0,0-1,0 0,0 1,1-1,-1 0,1 0,-1-1,1 1,0 0,-1-1,1 0,0 1,0-1,0 0,0-1,0 1,0 0,0-1,1 0,-1 0,0 0,0 0,0 0,0 0,1-1,7-1,0 0,-1-1,1 0,-1-1,0 0,0 0,0-1,-1 0,2-2,5-5,1 0,-2-2,0 0,-1 0,0-2,-1 1,-1-2,-1 0,0 0,-1-1,-1 0,3-7,4-17,-2 0,-1 0,-2-1,-2-1,-1-6,1-73,-8 121,-1 1,1-1,-1 0,0 0,0 0,1 0,-1 1,-1-1,1 0,0 0,0 0,-1 0,1 1,0-1,-1 0,0 0,0 1,1-1,-1 0,0 1,0-1,0 1,-1-1,1 1,0 0,0-1,-1 1,1 0,-1 0,1 0,-1 0,1 0,-1 0,0 1,0-1,1 0,-1 1,0-1,0 1,0 0,1 0,-1-1,0 1,0 0,0 1,0-1,1 0,-1 0,-2 1,-5 5,-1 1,1 0,0 0,1 0,-1 1,2 1,-1-1,1 1,0 0,1 1,0 0,1 0,-3 7,-1-2,2 0,0 1,0 0,2 0,0 1,1 0,0-1,1 1,1 1,1-1,1 0,0 0,1 0,1 0,0 0,2 0,0 0,0 0,2-1,0 0,1 0,0-1,2 0,6 11,-3-12,0 1,1-1,1-1,0 0,1-1,0-1,1 0,0-1,0-1,1-1,0 0,17 5,-22-9,0 0,1-1,-1 0,0-1,1-1,0 0,-1 0,1-1,-1-1,1 0,0-1,-1 0,0-1,1 0,-1-1,0-1,-1 1,1-2,7-4,-13 5,1 0,0-1,-1 1,0-1,-1-1,1 1,-1-1,0 0,-1 0,0 0,2-4,-5 9,0 0,0-1,0 1,0-1,0 1,-1-1,1 1,-1-1,1 0,-1 1,0-1,0 1,0-1,-1 0,1 1,0-1,-1 1,0-1,0 1,0-1,0 1,0-1,0 1,0 0,-1 0,1 0,-1-1,0 1,0 1,1-1,-1 0,0 0,-1 1,1-1,0 1,0 0,-1-1,-1 0,-1 0,1 0,-1 0,0 0,1 1,-1 0,0 0,0 0,0 1,0-1,0 1,0 0,0 1,1-1,-1 1,0 0,0 0,0 1,1-1,-1 1,1 0,-1 0,1 0,0 1,0 0,0 0,0 0,0 0,1 0,-1 1,1 0,0 0,0 0,0 0,1 0,-1 0,1 1,0-1,0 1,1-1,-1 1,1 3,1-4,0 0,0-1,1 1,0 0,0-1,0 1,0-1,0 1,1-1,-1 0,1 0,0 1,0-1,0 0,1 0,-1-1,1 1,-1-1,1 1,0-1,0 0,0 0,0 0,0 0,1 0,1 0,94 19,-96-20,1-1,-1 1,1 0,-1 0,0 1,0-1,1 1,-1-1,0 1,0 0,-1 0,1 0,0 0,-1 1,1-1,-1 1,0 0,0-1,0 2,35 28,-33-30,0 0,-1 0,1 0,0-1,0 0,1 0,-1 0,0 0,0 0,0-1,1 0,-1 0,0 0,0-1,1 1,-1-1,0 0,0 0,0 0,0-1,0 1,0-1,0 0,-1 0,1-1,0 1,-1-1,0 1,0-1,0 0,0-1,0 1,-1 0,1-1,-1 0,7-14,-1-2,-1 1,-1-1,-1 0,-1 0,0 0,-2-1,0 1,-1-1,-1 0,-1-1,1 11,-1-10,1 16,-1 0,1-1,0 1,0 0,1-1,-1 1,1 0,0 0,1 0,-1 0,1 0,2-3,-2 6,1 1,-1-1,1 1,-1 0,1 0,0 0,-1 0,1 0,0 1,0-1,-1 1,1 0,0 0,0 0,0 0,0 0,-1 1,1-1,0 1,0 0,-1 0,1 0,0 0,-1 0,1 0,1 2,7 1,22 6,-19-6,0 0,-1 0,1 1,-1 1,-1 0,1 1,-1 0,8 7,-17-9,1-1,-1 1,-1 0,1 0,-1 1,0-1,0 1,0-1,-1 1,0-1,0 1,-1 0,1-1,-1 1,0 0,-1 0,1-1,-1 1,0 0,-1-1,1 1,-1-1,0 0,-1 1,1-1,-3 3,-10 50,14-54,0 1,1-1,-1 0,1 0,0 0,0 1,1-1,-1 0,1 0,0 1,0-1,0 0,1 0,-1 0,1-1,0 1,0 0,1 0,-1-1,1 0,0 1,-1-1,1 0,1 0,-1-1,0 1,1-1,-1 1,1-1,0 0,3 1,1-1,0 0,1 0,-1-1,0 0,1 0,-1-1,1 0,-1-1,1 0,-1 0,0-1,1 0,-1 0,0-1,0 0,0 0,-1-1,1 0,-1 0,0-1,0 0,-1 0,1-1,-1 0,0 0,0 0,-1-1,0 0,0 0,-1 0,0-1,0 1,0-2,3-6,0 0,0-1,-2 0,0-1,0 1,-2-1,1-7,-5 25,1-1,-1 1,1 0,-1-1,0 1,0-1,1 1,-1-1,0 1,0-1,0 0,1 1,-1-1,0 0,0 0,0 0,0 0,0 1,0-1,0 0,1 0,-1-1,0 1,0 0,0 0,0 0,0-1,0 1,1 0,-1-1,0 1,0 0,0-1,1 1,-1-1,0 0,1 1,-1-1,0 1,1-1,-1 0,1 0,-1 1,1-1,0 0,-1 0,1 0,-1 1,1-1,0 0,0 0,0 0,0 0,-1 0,1 0,0 0,0 1,1-1,-1 0,0 0,0 0,0 0,1 0,-1 0,0 1,1-1,-1 0,0 0,1 1,0-2,-7 10,-1 0,2 0,-1 1,1 0,1 0,-1 0,2 0,-1 1,1-1,1 1,0 0,0 0,1 0,0 0,0 0,1 0,1 0,0 0,1 6,2-5,0 1,0-1,1 0,1 0,0-1,0 0,1 0,0 0,1-1,0 0,0 0,1-1,0 0,1-1,0 0,0 0,0-1,1 0,0-1,0 0,0-1,1 0,8 1,26 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29.2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174 395,'5'13,"1"13,0 5,-1 2,-2-2,-1-4,-1-7</inkml:trace>
  <inkml:trace contextRef="#ctx0" brushRef="#br0" timeOffset="666.971">1 115,'129'50,"-60"-24,0 3,-2 2,10 10,-68-36,0 0,0 0,-1 0,0 1,0 0,-1 1,1 0,-1 0,-1 0,0 1,0 0,0 0,-1 1,0-1,0 1,-1 0,-1 1,1-1,-2 1,1-1,-1 1,0 0,-1 0,0 9,-2-11,1-7,-1 0,1 0,-1 0,1 0,0 0,0 0,0 0,-1 1,1-1,0 0,1 0,-1 0,0 0,0 0,0 0,1 1,-1-1,0 0,1 0,-1 0,1 0,-1 0,1 0,0 0,-1 0,1-1,0 1,0 0,0 0,-1 0,1-1,0 1,0 0,0-1,0 1,0-1,0 1,0-1,1 0,-1 1,0-1,0 0,14 0,1-1,-1-1,0 0,0-1,0-1,0 0,0-1,-1-1,0 0,0 0,1-3,81-57,-95 66,0 0,0 0,0 0,0 0,1 1,-1-1,0 0,-1 1,1-1,0 1,0-1,0 1,0-1,0 1,0 0,0-1,-1 1,1 0,0 0,-1-1,1 1,0 0,-1 0,1 0,-1 0,0 0,1 0,-1 0,0 0,1 0,-1 0,0 0,0 0,0 0,0 0,0 0,0 0,0 0,0 0,0 0,2 9,4-1,-1 0,1 0,1-1,-1 0,1 0,1 0,-1-1,1 0,1-1,-1 1,1-2,0 1,1-1,-1-1,1 0,0 0,0-1,0 0,0 0,1-2,-1 1,1-1,-1 0,1-1,-1-1,1 1,-1-2,5 0,-8 0,0 0,0 0,-1 0,1-1,0 0,-1 0,0-1,0 1,0-1,0-1,-1 1,1-1,-1 0,-1 0,1-1,0 1,-1-1,0 0,-1 0,1-1,-1 1,-1-1,1 1,-1-1,0 0,0 0,-1 0,0-4,8-48,-3 0,-3-1,-2 0,-5-29,3 71,2 10,-1-1,0 1,-1 0,0 0,0 0,-1 0,0 0,0 0,-1 0,0 0,-1 0,4 8,-1-1,1 1,0 0,-1 0,1-1,-1 1,1 0,-1 0,1 0,-1 0,1 0,-1 0,1 0,-1 0,1 0,-1 0,1 0,-1 0,1 0,-1 0,1 0,-1 0,1 0,-1 0,1 1,0-1,-1 0,1 0,-1 1,1-1,-1 0,1 1,0-1,-1 0,1 1,0-1,-1 1,1-1,0 0,0 1,-1-1,1 1,0-1,0 1,0-1,0 1,0-1,0 1,0-1,0 1,0-1,0 1,0-1,0 1,0-1,0 1,-6 23,1 0,1 0,1 1,1-1,2 0,1 22,-1-41,1 41,1 0,2-1,2 1,2-1,2 0,9 20,-18-61,-1-1,1 1,0-1,0 1,0-1,0 0,1 1,-1-1,1 0,0 0,0 0,0 0,0 0,1-1,-1 1,1-1,-1 1,1-1,0 0,0 0,0 0,0-1,1 1,-1-1,0 1,1-1,-1 0,0-1,1 1,0 0,-1-1,1 0,-1 0,2 0,14-8</inkml:trace>
  <inkml:trace contextRef="#ctx0" brushRef="#br0" timeOffset="918.464">910 87,'25'3,"29"4,25 5,23 1,11 1,1 4,-20-3</inkml:trace>
  <inkml:trace contextRef="#ctx0" brushRef="#br0" timeOffset="1418.676">1578 368,'174'64,"-163"-58,0 0,0 1,0 0,-1 0,0 2,0-1,-1 1,0 1,-6-8,-1 1,0-1,1 1,-1 0,-1 0,1 0,0 0,-1 0,1 0,-1 0,0 0,0 1,0-1,-1 0,1 1,-1-1,0 1,1-1,-2 0,1 1,0-1,-1 1,1-1,-1 0,0 1,0-1,-1 0,1 0,-1 0,1 0,-3 3,4-5,0 1,-1-1,0 0,1 1,-1-1,0 0,0 1,0-1,0 0,0 0,0 0,0 0,0 0,0 0,0 0,-1 0,1 0,0 0,-1-1,1 1,0 0,-1-1,1 1,-1-1,1 0,-1 1,1-1,-1 0,1 0,-1 0,1 0,-1 0,0-1,1 1,-1 0,1-1,0 1,-1-1,1 1,-1-1,1 0,0 0,-1 1,1-1,0 0,0 0,0 0,0 0,0-1,0 1,0 0,0 0,0-1,0 1,1 0,-1-1,0 1,1-1,0-10,2 0,-1 0,1 0,1 0,0 0,1 1,0-1,5-8,0-2,-3 6,-4 6,2 0,0 1,0-1,0 1,1-1,1 1,0 1,0-1,5-4,-9 12,0 1,0-1,0 1,0 0,0-1,0 1,0 0,0 1,0-1,0 0,0 1,0-1,0 1,0-1,-1 1,1 0,0 0,0 0,0 0,-1 0,1 0,-1 0,1 0,-1 1,1-1,-1 1,0-1,1 2,11 7,8 2,1-2,0-1,0-1,1 0,0-2,1-1,-1-1,1 0,0-2,0-1,0-1,0-1,3-1,47-10,-72 11,1 0,0 1,-1-1,1-1,0 1,-1 0,1 0,-1-1,0 0,0 1,1-1,-1 0,0 0,0 0,-1 0,1-1,0 1,-1 0,1-1,-1 1,0-1,0 0,0 1,0-2,-1 2,0 0,0 1,0-1,0 1,0-1,0 1,-1-1,1 0,-1 1,1-1,-1 1,0 0,1-1,-1 1,0-1,0 1,0 0,0 0,0-1,0 1,-1 0,1 0,0 0,0 0,-1 1,1-1,-1 0,1 1,-1-1,1 0,-1 1,1 0,-1-1,-1 1,-55-6,52 7,0 0,0 0,0 0,0 1,1 0,-1 1,1-1,-1 1,1 0,0 0,0 1,0-1,1 1,-1 0,1 0,0 1,0-1,0 1,1 0,0-2,1 0,1 1,-1-1,0 0,1 1,0-1,-1 1,1-1,1 1,-1 0,0-1,1 1,0 0,0 0,0-1,0 1,1 0,-1-1,1 1,0 0,0-1,1 1,-1-1,1 1,-1-1,1 0,0 0,0 0,0 0,1 0,0 1,9 6,1-1,-1 0,2-1,-1 0,1-1,1 0,-1-1,1-1,0 0,0-1,0-1,1 0,0-1,-15-2,103 18,-3-5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37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79 0,'7'16,"7"17,7 18,5 17,1 12,-5 11,-5 6,-16 5,-21 1,-25-4,-29-5,0-18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36.2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940 348,'-16'55,"6"-25,1 0,1 0,2 1,1 0,1 0,2 1,1 27,2-52,0 0,1 0,-1 0,1 0,1 0,-1 0,1-1,1 1,-1-1,1 0,0 0,0-1,1 1,0-1,0 0,0 0,0 0,1-1,0 1,0-1,0-1,0 1,1-1,-1-1,1 1,0-1,0 0,-1 0,2-1,0 0,17 4,0-1,1-2,-1 0,1-2,0-1,-1-1,1-1,-1-1,0-1,0-1,-1-2,11-4,0-5</inkml:trace>
  <inkml:trace contextRef="#ctx0" brushRef="#br0" timeOffset="258.31">846 535,'14'-7,"18"-2,17 1,14 1,8 2,2 2,-3 2,-14 0</inkml:trace>
  <inkml:trace contextRef="#ctx0" brushRef="#br0" timeOffset="508.639">940 254,'14'0,"17"3,21 0,16 2,13 0,7 0,-13-2</inkml:trace>
  <inkml:trace contextRef="#ctx0" brushRef="#br0" timeOffset="754.98">794 14,'15'4,"22"5,23 2,23 2,21 0,15 2,3-1,-18-2</inkml:trace>
  <inkml:trace contextRef="#ctx0" brushRef="#br0" timeOffset="1288.61">98 0,'-16'23,"-9"28,-4 28,6 23,18 17,31 9,42 1,49-9,49-12,-3-25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08.9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2540 625,'3'18,"0"15,-1 9,-2 4,-3 1,-4 0,-1-4,-1-10,1-10</inkml:trace>
  <inkml:trace contextRef="#ctx0" brushRef="#br0" timeOffset="719.535">2446 277,'38'2,"-1"2,-1 2,1 1,-1 1,0 2,-1 2,0 1,-1 2,0 1,16 12,-41-21,0 1,0 0,0 0,-1 1,0 0,-1 1,0 0,-1 0,0 0,0 1,-1 0,0 0,-1 0,-1 1,1-1,-2 1,0 0,0 0,-1 0,-1-1,0 4,-4 145,4-158,1 1,-1-1,1 0,-1 1,1-1,0 0,-1 1,1-1,0 0,1 0,-1 0,0 0,1 0,-1 0,1 0,-1-1,1 1,0 0,0-1,0 1,0-1,0 0,0 0,0 0,0 0,0 0,1 0,-1 0,0-1,1 1,-1-1,0 0,1 1,1-1,83-15,-76 11,0 0,-1-1,1-1,-1 0,0 0,-1-1,1 0,-1 0,-1-1,1-1,-2 1,1-1,-1-1,0 1,4-10,-2 2,-8 17,-1 0,1 0,-1 0,1 0,-1 0,1 0,-1 0,0 1,1-1,-1 0,1 0,-1 0,0 1,1-1,-1 0,0 0,1 1,-1-1,0 0,1 1,-1-1,0 1,0-1,1 0,-1 1,0-1,0 1,0-1,1 0,-1 1,0-1,0 1,0-1,0 1,0-1,0 1,0-1,0 0,0 1,0-1,0 1,0-1,-1 1,1-1,0 1,0-1,0 0,-1 1,1-1,0 0,0 1,-1-1,1 1,0-1,-1 0,1 0,0 1,-1-1,1 0,-1 3,0 3,0 0,0 1,1-1,0 0,0 0,0 0,1 0,0 1,0-1,0 0,1 0,0 0,0-1,0 1,1 0,0-1,0 0,1 1,-1-1,1-1,0 1,0 0,1-1,-1 0,1 0,0 0,0-1,1 1,0-2,-1 0,0 0,1 0,-1-1,1 0,-1 0,1-1,-1 1,1-1,0-1,-1 1,1-1,-1 0,1 0,-1 0,1-1,-1 0,0 0,0 0,0-1,0 1,0-1,0 0,0-1,4-4,-1 1,0-1,-1 0,1-1,-2 0,1 0,-1 0,-1-1,1 0,-2 0,4-10,10-39,-3-1,-3-1,5-61,-16 112,23-312,-31 241,7 81,0-1,0 0,0 1,0-1,-1 1,1-1,0 0,0 1,-1-1,1 1,0-1,0 1,-1-1,1 1,-1-1,1 1,0-1,-1 1,1 0,-1-1,1 1,-1 0,1-1,-1 1,0 0,1-1,-1 1,1 0,-1 0,1 0,-1 0,0 0,1 0,-1 0,1 0,-1 0,0 0,1 0,-1 0,0 0,1 0,-1 0,1 1,-1-1,1 0,-1 0,1 1,-1-1,1 0,-1 1,1-1,-1 1,1-1,-1 0,-22 29,6 10,1 0,2 2,1-1,3 2,1-1,2 2,-1 36,3-54,2 1,0 0,2 0,0-1,2 1,1 0,1 0,2-1,0 1,1-1,2 0,1-1,0 0,2 0,1-1,10 15,-16-31,0 0,0 0,1-1,0 0,0 0,1-1,-1 0,1 0,0-1,1 0,-1 0,1-1,4 1,17 3</inkml:trace>
  <inkml:trace contextRef="#ctx0" brushRef="#br0" timeOffset="976.895">3356 251,'13'0,"21"4,25 7,23 8,16 7,4 9,-15-2</inkml:trace>
  <inkml:trace contextRef="#ctx0" brushRef="#br0" timeOffset="1635.135">3890 933,'17'-30,"-1"0,-2-1,-1-1,-2 0,-1-1,-1 0,-2 0,-1-1,-2 1,0-34,-13 16,9 50,0-1,-1 1,1 0,-1 0,1 0,-1 0,0 0,1 0,-1 1,0-1,0 0,1 0,-1 0,0 1,0-1,0 0,0 1,0-1,0 1,0-1,0 1,0-1,0 1,0 0,0 0,-1-1,1 1,0 0,0 0,0 0,0 0,0 0,-1 1,1-1,0 0,0 0,0 1,0-1,0 1,0-1,0 1,0-1,-1 1,0 1,0-1,1 0,-1 1,0-1,1 1,-1-1,1 1,0 0,0-1,-1 1,1 0,0 0,1 0,-1 0,0 0,0 0,1 0,0 0,-1 0,1 0,0 1,0-1,0 0,0 0,0 0,0 0,1 0,-1 0,1 0,0 0,-1 0,1 0,0 0,0 0,0 0,0 0,1 0,-1-1,0 1,1-1,-1 1,1-1,0 1,-1-1,1 0,2 1,12 7,0-2,1 0,0-1,0 0,0-2,1 0,0-1,0-1,0 0,12-1,50 7,-75-7,0-1,-1 0,1 0,-1 1,1 0,-1-1,1 2,-1-1,1 0,-1 1,0 0,0 0,0 0,0 0,0 1,0 0,-1-1,1 2,-1-1,0 0,0 0,0 1,0 0,1 2,-1 66,-4-66,0 0,0 0,1 0,0 0,0 0,1 0,0 0,0 0,0 0,1 0,-1 0,4 5,0-6,1-1,-1 1,1-1,0-1,0 1,1-1,-1-1,1 1,-1-1,1 0,0 0,0-1,0 0,0 0,0-1,0 1,0-2,0 1,0-1,0 0,4-1,9-1,0 0,-1-1,0-1,0 0,0-2,0 0,-1-1,8-5,-24 12,0-1,-1 1,1 0,0 0,0 1,0-1,0 0,0 1,0-1,0 1,0 0,0-1,0 1,0 0,1 0,-1 0,0 1,0-1,0 1,0-1,0 1,0-1,0 1,0 0,-1 0,1 0,0 0,0 0,-1 1,1-1,0 0,-1 1,1-1,0 2,4 2,1 0,0 0,1-1,-1 0,1 0,0-1,0 0,0 0,0-1,1 0,-1-1,1 0,-1 0,1 0,-1-1,1-1,-1 1,1-1,-1-1,0 1,1-2,-1 1,0-1,0 0,0-1,6-4,-10 5,-1-1,0 1,0-1,-1 0,1 0,-1 0,0 0,0 0,0-1,0 1,-1-1,0 1,0-1,0 1,0-1,-1 0,0 1,0-1,0 0,-1 0,1 1,-1-1,0 1,0-1,-1 1,1-1,-1 1,0 0,0-1,-1 1,1 0,-1 1,0-1,0 0,0 1,-1-1,1 1,-1 0,1 0,-1 1,0-1,0 1,-1 0,1 0,0 0,-5-1,3 1,0-1,0 1,0 0,-1 1,1-1,-1 1,1 0,-1 1,1 0,-1 0,1 0,-1 1,1 0,0 0,-1 1,1 0,0 0,0 0,0 1,0-1,0 2,0-1,1 0,0 1,0 0,0 1,0-1,0 1,1 0,0 0,0 0,0 0,1 1,0 0,0 0,0 0,-1 5,3-7,-1 1,1-1,1 1,-1-1,0 1,1-1,0 1,0 0,1-1,-1 1,1-1,0 1,0-1,0 1,1-1,0 0,0 0,0 0,0 0,0 0,1 0,0 0,0-1,0 1,0-1,0 0,1 0,0 0,-1 0,1-1,0 0,0 0,3 2,22 7</inkml:trace>
  <inkml:trace contextRef="#ctx0" brushRef="#br0" timeOffset="2384.665">5107 224,'-5'-3,"0"0,0 0,-1 1,1-1,-1 2,0-1,1 0,-1 1,0 0,0 1,0-1,0 1,1 0,-1 1,0-1,0 1,0 0,0 1,1-1,-1 1,1 0,-1 1,1-1,0 1,0 0,0 0,0 1,0 0,1-1,0 2,-1-1,0 9,1 1,0-1,0 1,2 0,0 0,0-1,2 1,-1 0,2 0,0 0,1 0,0 0,1 0,0 0,1-1,1 0,0 0,4 8,13 33,1 0,3-2,2 0,3-2,7 6,-37-52,1-1,-1 1,1-1,0 0,0 0,0 1,0-1,1 0,-1-1,1 1,0 0,0-1,0 0,0 1,0-1,0 0,1-1,-1 1,0 0,1-1,0 0,-1 0,1 0,0 0,0-1,-1 1,1-1,0 0,0 0,0-1,-1 1,1-1,0 0,0 0,-1 0,1 0,0-1,3-4,0 0,0-1,0 0,-1-1,0 0,-1 1,1-2,-2 1,1-1,-1 1,0-1,-1-1,0 1,-1 0,0-1,0-1,12-156,-12 107,-1 59,0 0,1 0,-1 0,0 0,0 0,1 0,-1 0,1 0,-1 1,1-1,-1 0,1 1,-1-1,1 1,-1 0,1-1,0 1,-1 0,1 0,0 0,-1 0,1 0,-1 1,1-1,0 0,-1 1,1-1,-1 1,1 0,-1-1,1 1,-1 0,0 0,1 0,-1 0,1 1,6 1,2-1,-1 0,1 1,-1 0,1 1,-1 0,0 0,-1 1,1 0,-1 0,0 1,0 0,-1 1,0 0,0 0,0 0,-1 1,0 0,0 0,-1 1,0-1,-1 1,0 1,5 148,-8-153,1 0,-1-1,1 1,0 0,0-1,0 0,1 0,-1 0,1 0,0 0,0 0,0-1,1 1,-1-1,1 0,0 0,0 0,0-1,0 1,1-1,-1 0,1 0,-1 0,1-1,-1 0,1 0,5 1,3 0,0-1,1 0,-1-1,1 0,-1-1,1 0,-1-1,0-1,9-3,-7 1,-1-1,1-1,-1 0,0-1,-1 0,0-1,0 0,-1-2,0 1,-1-1,0-1,-1 0,0 0,-1-1,0 0,1-6,-4 10,-8 15,0 1,-4 11,1-1,0 1,1 0,1 0,1 1,1-1,0 1,1-1,2 2,-2-17,0-1,1 1,0-1,-1 0,1 1,0-1,0 0,0 1,1-1,-1 0,1 0,-1 0,1 0,-1-1,1 1,0 0,0 0,0-1,0 0,0 1,0-1,0 0,1 0,-1 0,0 0,1 0,-1-1,0 1,1-1,-1 1,1-1,-1 0,1 0,-1 0,1-1,-1 1,1 0,-1-1,1 0,-1 1,0-1,1 0,-1 0,0 0,1-1,23-15,-2-3</inkml:trace>
  <inkml:trace contextRef="#ctx0" brushRef="#br0" timeOffset="2637.985">6270 304,'-7'-13,"-4"-8,-3 1,-3 3,-2 5,-1 8,0 13,-4 9,-4 5,3 0</inkml:trace>
  <inkml:trace contextRef="#ctx0" brushRef="#br0" timeOffset="-915.552">1231 451,'1'38,"-1"1,-2-1,-2 0,-1 0,-2 0,-2-1,-1 0,-9 20,-16 27,36-82,0-1,0 0,0 0,0 0,0 1,0-1,1-1,-1 1,0 0,1 0,-1 0,0-1,1 1,-1 0,1-1,-1 0,1 1,0-1,-1 0,1 0,-1 0,1 0,-1 0,1 0,0 0,-1 0,1-1,-1 1,1 0,-1-1,1 0,-1 1,0-1,1 0,-1 0,0 1,1-2,8 0,210-23,-62 8,-157 17,0 0,0 0,0 0,0 0,0 0,0 0,0 0,1-1,-1 1,0-1,0 1,0 0,0-1,-1 0,1 1,0-1,0 1,0-1,0 0,0 0,-1 0,1 1,0-1,-1 0,1 0,-1 0,1 0,-1 0,1 0,-1 0,0 0,1 0,-1 0,0 0,0-1,0 1,0 0,0 0,0 0,0 0,0 0,0 0,-1 0,1 0,0 0,-1 0,1 0,-1 0,1 0,-1 0,0 0,-38-123,30 112,3 41,-15 128,3 83,14-166,1-11</inkml:trace>
  <inkml:trace contextRef="#ctx0" brushRef="#br0" timeOffset="-465.755">68 719,'15'0,"20"0,22 0,23 0,22-2,15-1,11-3,2 1,-21 0</inkml:trace>
  <inkml:trace contextRef="#ctx0" brushRef="#br0" timeOffset="3282.775">1 2096,'20'2,"17"1,14 0,16-3,16-3,14-5,12 0,5 2,2 1,-6 1,-10 5,-15 1,-22 0</inkml:trace>
  <inkml:trace contextRef="#ctx0" brushRef="#br0" timeOffset="3952.016">1538 2082,'96'-185,"-38"85,-34 57,-23 43,0 0,0 1,0-1,-1 0,1 1,0-1,0 0,-1 1,1-1,0 1,-1 0,1-1,0 1,-1-1,1 1,-1 0,1-1,-1 1,0 0,1 0,-1-1,1 1,-1 0,0 0,0 0,0-1,1 1,-1 0,0 0,0 0,0 0,0 0,0-1,0 1,-1 0,1 0,0 0,0-1,-1 1,1 0,0 0,-1 0,1-1,-1 1,1 3,10 137,-1-23,-5 1,-8 61,1-124,4-41</inkml:trace>
  <inkml:trace contextRef="#ctx0" brushRef="#br0" timeOffset="5000.721">2714 1989,'-2'16,"-1"14,0 9,1 7,0 2,1-2,1-4,-1-8,1-9</inkml:trace>
  <inkml:trace contextRef="#ctx0" brushRef="#br0" timeOffset="5197.681">2701 1588,'-7'11,"5"9,7 7,9 6,3-2</inkml:trace>
  <inkml:trace contextRef="#ctx0" brushRef="#br0" timeOffset="5507.412">3021 2149,'9'-6,"-1"0,0 0,0-1,-1 0,1-1,-2 1,1-1,-1-1,0 1,-1-1,0 0,-1 0,1-1,-2 1,3-10,-5 17,0 0,-1 0,1 1,-1-1,0 0,1 0,-1 0,0 0,0 0,0 0,-1 1,1-1,0 0,-1 0,1 0,-1 0,1 1,-1-1,0 0,0 0,0 1,0-1,0 1,0-1,0 1,-1-1,1 1,0 0,-1 0,1-1,-1 1,0 0,1 0,-1 1,0-1,1 0,-1 0,0 1,0-1,0 1,0 0,0-1,1 1,-1 0,0 0,0 0,0 1,-8 1,0 0,0 1,0 0,1 1,-1 0,1 1,0 0,0 0,1 1,-1 0,1 1,1 0,-1 0,1 0,1 1,-1 0,1 1,0-1,-3 9,6-13,-1 0,1 0,1 1,-1 0,1-1,-1 1,1 0,1 0,-1 0,1 0,0 0,0 1,0-1,1 0,0 1,0-1,0 0,1 0,-1 1,1-1,0 0,1 0,0 0,-1 0,2 0,-1 0,0 0,1-1,0 1,0-1,0 0,1 0,-1 0,1 0,0-1,0 1,1-1,1 1,11 3,1-2,0 1,1-2,-1-1,1 0,-1-1,1-1,0-1,0 0,-1-2,1 0,1-1,43-7</inkml:trace>
  <inkml:trace contextRef="#ctx0" brushRef="#br0" timeOffset="5968.18">3637 1895,'-14'-3,"1"0,-1 1,1 0,-1 1,0 0,0 1,0 1,1 1,-1-1,0 2,1 0,0 1,-1 0,2 1,-1 0,0 1,1 1,-2 1,12-7,0 0,0 1,0-1,1 0,-1 1,0-1,0 1,1 0,-1-1,1 1,-1 0,1 0,0 0,0 0,0 0,0 0,0 1,0-1,1 0,-1 0,1 1,0-1,-1 0,1 1,0-1,0 0,0 1,1-1,-1 0,1 0,-1 1,1-1,0 0,0 0,0 0,0 0,0 0,0 0,0 0,1 0,-1 0,1 0,-1-1,1 1,0-1,0 1,0-1,0 1,16 10,0 0,1-2,0 0,1-1,0 0,1-2,31 14,-45-18,99 58,-104-61,-1 1,0 0,0-1,0 1,0 0,0 0,0 0,0 0,0 0,0 0,-1 0,1 0,0 0,-1 0,1 0,0 0,-1 1,0-1,1 0,-1 0,0 1,1-1,-1 0,0 1,0-1,0 0,0 1,0-1,-1 0,1 0,0 1,0-1,-1 0,1 0,-1 1,1-1,-1 0,0 0,1 0,-1 0,0 0,0 0,0 0,0 0,0 0,0 0,0 0,0-1,0 1,0 0,0-1,-1 1,1-1,0 1,0-1,0 0,-1 1,1-1,-4 2,1 0,-1-1,0 0,0 1,1-2,-1 1,0 0,0-1,0 0,0 0,0-1,0 1,1-1,-1 0,0 0,0 0,1-1,-1 0,1 0,-1 0,1-1,0 1,-3-3,7 2,-1-1,0 1,1-1,0 0,0 1,0-1,0 1,1-1,-1 1,1-1,0 1,0-1,0 1,1-1,-1 1,1 0,0 0,0 0,0 0,0 0,0 0,1 0,0 0,14-18,2 1,1 0,0 2,2 0,0 1,0 1,2 1,0 1,0 2,1 0,9-2,-29 12,-3 1,0-1,0 1,0 0,0 0,1 0,-1 0,1 0,-1 0,0 0,1 1,-1 0,1-1,0 1,-1 0,1 0,-1 0,1 0,-1 1,1-1,-1 1,1-1,-1 1,1 0,-1 0,0 0,1 0,-1 1,0-1,1 2,-1 2,-1 0,0 0,0 0,0 1,-1-1,1 1,-2-1,1 0,0 1,-1-1,0 0,0 1,-1-1,1 0,-1 1,-1 3,-1 7,1-10,1 0,-1 0,1 0,0 1,1-1,-1 0,1 1,0 0,1-1,0 1,0-1,0 1,1 0,0-1,0 1,1-1,-1 0,1 1,1-1,-1 0,1 0,0 0,1-1,-1 1,1-1,0 0,1 0,1 2,-2-5,0 1,0-1,0 0,1-1,-1 1,0-1,1 0,-1 0,1 0,-1-1,1 1,0-1,-1 0,1-1,-1 1,1-1,-1 0,1 0,2-1,21-8</inkml:trace>
  <inkml:trace contextRef="#ctx0" brushRef="#br0" timeOffset="6139.722">4051 1668,'-13'-14,"-8"-4,1 3,3 9,7 14,10 15,11 13,14 11,1-2</inkml:trace>
  <inkml:trace contextRef="#ctx0" brushRef="#br0" timeOffset="6666.313">4265 2256,'15'-75,"-4"-1,-3 0,-3-34,-2 60,-4 49,1 0,-1 0,1 1,0-1,0 0,0 0,-1 0,1 0,0 1,0-1,0 0,0 0,0 0,0 0,0 1,1-1,-1 0,0 0,0 0,1 0,-1 1,0-1,1 0,-1 0,1 1,-1-1,1 0,-1 1,1-1,0 1,-1-1,1 1,0-1,-1 1,1-1,0 1,0-1,-1 1,1 0,0 0,0-1,0 1,0 0,-1 0,1 0,0 0,0 0,0 0,0 0,-1 0,1 0,0 0,0 1,0-1,131 76,-105-62,-17-10,1 1,0 0,-1 1,0 0,0 0,-1 1,0 1,0 0,-1 0,0 0,0 1,-1 0,2 4,-7-6,0 0,-1-1,0 1,0 0,0 0,-1 0,0 1,-1-1,0 0,0 0,0-1,-1 1,0 0,0 0,0-1,-3 4,-11 77,17-83,1-1,-1 1,1-1,0 0,0 0,1 0,-1 0,1 0,-1 0,1 0,0-1,0 0,0 1,0-1,0 0,1-1,-1 1,1 0,-1-1,1 0,-1 0,1 0,0 0,0-1,-1 1,1-1,0 0,0 0,0-1,-1 1,1-1,1 0,15 0,0-1,0-1,0 0,0-2,-1 0,1-2,-1 0,-1-1,1-1,-2 0,1-2,-1 0,-1-1,0 0,0-1,-2-1,1-1,-2 0,0-1,-1 0,0-1,-2 0,0-1,-1 0,0 0,5-20,-4-37,-10 73,0 0,0-1,0 1,0 0,-1 0,1 0,-1-1,0 1,1 0,-1 0,0 0,0 0,-1 0,1 0,0 0,0 1,-1-1,1 0,-1 1,0-1,0 1,1-1,-1 1,0 0,0 0,0 0,0 0,0 0,0 0,-2 0,-2 2,0 0,0 0,0 0,0 1,0 0,1 0,-1 0,1 1,-1 0,1 0,0 0,0 1,0-1,1 1,-1 0,1 1,0-1,0 1,1 0,-1 0,1 0,0 0,0 1,1-1,0 1,0-1,-1 3,-2 4,1 1,1-1,-1 1,2 0,0-1,0 1,1 0,1 0,0 0,1 1,1-2,-1 1,2 0,0 0,1-1,0 1,0-1,2 0,-1 0,2-1,-1 0,2 0,-1 0,1-1,1 0,11 11,0-1,1-1,1-1,0-1,3 0,41 24</inkml:trace>
  <inkml:trace contextRef="#ctx0" brushRef="#br0" timeOffset="7433.369">535 3165,'7'-2,"14"1,18 1,22 1,18 0,16-1,11 1,2-1,-3 0,-19 0</inkml:trace>
  <inkml:trace contextRef="#ctx0" brushRef="#br0" timeOffset="7837.29">1872 3018,'28'-9,"0"2,0 1,1 1,-1 1,1 2,0 1,0 1,0 1,14 4,-32-4,0 0,1 0,-2 1,1 1,0 0,0 1,-1 0,0 0,0 1,0 0,0 1,-1 0,3 3,-10-7,0 0,0 0,0 0,-1 0,1 0,-1 1,0-1,0 0,1 1,-1-1,-1 1,1-1,0 1,-1 0,1-1,-1 1,0 0,0-1,0 1,0 0,0-1,-1 1,1 0,-1-1,0 1,1-1,-1 1,0-1,-1 1,1-1,-1 1,-59 62,21-38,-2-2,0-2,-2-2,-29 10,-46 22,94-36,25-17,0 1,0-1,0 1,-1-1,1 1,0-1,0 1,0-1,0 1,0-1,0 1,0-1,0 1,0-1,0 1,0-1,1 0,-1 1,0-1,0 1,0-1,1 1,-1-1,0 1,0-1,1 0,-1 1,0-1,1 0,-1 1,0-1,1 0,-1 1,1-1,-1 0,1 0,-1 0,0 1,1-1,-1 0,1 0,-1 0,1 0,-1 0,1 0,-1 0,1 0,-1 0,1 0,-1 0,1 0,-1 0,1 0,-1 0,1-1,-1 1,153 7,-119-8,178-7,-107 2</inkml:trace>
  <inkml:trace contextRef="#ctx0" brushRef="#br0" timeOffset="8902.864">3195 3393,'-1'-1,"-1"-1,1 1,-1 0,1-1,-1 1,1-1,0 1,0-1,0 0,0 1,0-1,0 0,1 0,-1 0,0 0,1 0,-1 0,1 0,0 1,0-1,0 0,0 0,0 0,0 0,0 0,1 0,-1 0,1 0,-1 0,1 0,0 0,0 1,0-1,0-8,36-258,-37 266,0 1,0-1,0 0,0 1,1-1,-1 0,0 1,1-1,-1 0,1 1,0-1,-1 1,1-1,0 1,0-1,0 1,0 0,0-1,0 1,0 0,1 0,-1 0,0 0,1 0,-1 0,1 0,-1 0,1 0,-1 1,1-1,0 1,-1-1,1 1,0 0,-1-1,2 1,3 3,0 0,-1 1,1 0,-1 0,0 0,0 0,0 1,0 0,-1 0,0 0,0 0,0 1,0 0,2 3,12 14,-2 0,-1 1,-1 0,-1 1,-1 1,-1 0,0 7,-10-31,0 0,0 0,0 0,-1 0,1-1,-1 1,1 0,-1 0,0 0,0 0,1 0,-2 0,1 0,0 0,0 0,-1 0,1 0,-1 0,1 0,-1 0,0-1,0 1,0 0,0 0,0-1,0 1,0-1,0 1,-1-1,1 1,-1-1,1 0,-1 0,0 0,1 0,-1 0,0 0,0 0,1 0,-1-1,0 1,-1 0,-1-1,0 1,0-1,-1 0,1 0,0 0,0-1,0 0,0 1,0-1,0-1,0 1,1 0,-1-1,0 0,1 0,-1 0,1 0,-1-1,1 1,0-1,0 0,0 0,1 0,-1 0,1-1,0 1,0-1,0 1,0-1,0 0,0-2,3 4,0-1,1 1,-1-1,1 1,-1 0,1-1,0 1,0 0,0 0,0 0,0 1,0-1,1 0,-1 1,1 0,-1-1,1 1,-1 0,1 0,0 0,-1 1,1-1,0 1,0-1,0 1,-1 0,1 0,3 1,-4-2,122-7,-103 8,1 0,-1-1,1-1,-1-1,0 0,0-2,-1-1,1 0,-1-2,14-7,-31 13,1 0,0 0,-1 0,1-1,-1 1,0-1,0 0,0 0,0 0,-1-1,1 1,-1-1,0 1,0-1,0 0,0 0,-1 0,1 0,-1 0,0 0,0 0,-1 0,1 0,-1-1,0 1,0 0,-1 0,1-1,-1 1,0-2,-2 3,1 1,-1 0,1-1,-1 1,0 1,0-1,0 0,0 1,-1-1,1 1,0 0,0 0,-1 0,1 1,-1-1,1 1,-1 0,1 0,-1 0,1 0,0 0,-1 1,1 0,-1-1,1 1,0 1,0-1,-1 0,1 1,0 0,0-1,0 1,1 0,-4 3,1-2,0 0,0 0,1 0,-1 1,1 0,-1 0,1 0,0 1,1-1,-1 1,1 0,0 0,0 0,0 0,1 0,0 1,0-1,0 1,1 0,-1 0,2-1,-1 1,0 0,1 0,0 0,1 0,-1-1,1 1,0 0,1 0,-1-1,1 1,0-1,1 1,-1-1,1 0,0 0,0 0,1 0,-1 0,1-1,0 0,2 2,6 0,0-1,0 0,0-1,1 0,0-1,0-1,0 0,0 0,0-1,0-1,0 0,0-1,1 0,-1-1,-1-1,1 0,0-1,-1 0,1-1,5-3,-1 0,0-1,-1 0,0-2,-1 0,0 0,-1-1,0-1,-1 0,0-1,-1-1,-1 0,0 0,-1-1,-1 0,0-1,-1 0,-1-1,-1 1,0-1,1-13,0 4,-1 1,-1-1,-2 0,0-1,-2-23,0 49,-1 0,0-1,1 1,-1 0,0 0,0 0,0-1,-1 1,1 0,0 0,-1 0,0-1,1 1,-1 0,0 0,0 0,0 0,0 0,0 0,-1 1,1-1,-1 0,1 1,-1-1,1 0,-1 1,0 0,0 0,0-1,0 1,0 0,0 0,0 1,0-1,0 0,0 1,0-1,-1 1,1 0,-1-1,-5 5,0 0,0 0,1 0,-1 1,1 0,0 0,1 1,-1 0,1 0,0 0,1 1,-1 0,1 0,1 1,-3 4,-6 8,1 0,1 1,1 0,0 1,2 0,1 0,0 1,-1 16,6-28,0 0,1 0,1 0,0 0,0 0,1 0,1 0,-1 0,2 0,0-1,0 1,1-1,0 0,1 0,0 0,0 0,1-1,0 0,5 5,4-1,0-1,1-1,0 0,1-1,0-1,0 0,1-1,0-1,1-1,-1-1,1 0,0-1,0-1,1-1,-1-1,1-1,-1 0,1-2,15-2,-18 1,-1 0,0-1,0 0,0-1,0-1,-1-1,0 0,0-1,-1-1,9-6,-17 11,0-1,0 0,0-1,-1 1,0-1,0 0,0 0,-1 0,0-1,0 0,-1 0,1 0,-2 0,1 0,-1-1,0 1,0-1,-1 1,0-1,-1 0,1 1,-2-1,0-6,1 12,0-1,-1 1,1-1,-1 1,0-1,0 1,0-1,0 1,0 0,0 0,-1-1,1 1,-1 0,0 0,1 1,-1-1,0 0,0 0,0 1,0-1,-1 1,1 0,0 0,0 0,-1 0,1 0,-1 0,1 0,-1 1,1-1,-1 1,0 0,-1 0,-2 0,-1 0,0 0,0 1,0 0,1 0,-1 1,0 0,1 0,0 0,-1 1,1 0,-2 1,3-1,0-1,1 1,-1 0,1 1,-1-1,1 1,0-1,1 1,-1 0,1 1,-1-1,1 1,0-1,1 1,-1 0,1 0,0 0,0 0,1 1,-1-1,1 0,0 1,1-1,0 1,-1-1,1 1,1-1,-1 0,1 1,0-1,1 1,-1-1,1 0,0 0,0 0,6 3,0-1,0 0,0 0,1-1,0 0,0 0,1-1,0-1,0 1,0-2,0 1,1-1,-1-1,1 0,0 0,55 11</inkml:trace>
  <inkml:trace contextRef="#ctx0" brushRef="#br0" timeOffset="9532.186">5201 3232,'-7'-6,"-1"0,0 1,0 0,-1 0,1 1,-1 0,0 0,0 1,-1 1,1-1,0 1,-1 1,1 0,-1 0,0 1,1 0,-1 1,0 0,1 0,4 1,1 1,0 0,0-1,0 1,1 1,-1-1,1 1,-1-1,1 1,0 0,1 0,-1 0,1 0,0 1,0-1,0 1,0-1,1 1,0 0,0 0,0-1,0 1,1 0,0 0,0 0,0 0,1 0,-1-1,1 1,1 0,-1 0,0-1,1 1,0-1,0 1,1-1,-1 0,1 0,0 0,1 1,5 2,0 0,0 0,1-1,0-1,0 0,0 0,1-1,0 0,0-1,0 0,0-1,0 0,0 0,1-2,-1 1,0-1,1-1,-1 0,0-1,1 0,4-2,-2 0,0 0,-1-1,0-1,0 0,-1-1,1 0,-1 0,-1-2,0 1,0-2,0 1,-1-1,-1-1,0 0,0 0,-1-1,-1 0,0 0,0-1,-1 0,2-7,18-55,-2 0,-5-2,-2 0,-4-1,-3 0,-4-5,-3-51,-17 92,13 41,1 0,-1 1,0-1,0 0,0 1,1-1,-1 0,0 1,0 0,0-1,0 1,0-1,0 1,0 0,0 0,0-1,0 1,0 0,0 0,0 0,0 0,0 0,0 0,0 1,0-1,0 0,0 0,0 1,0-1,0 1,1-1,-1 1,0-1,0 1,0-1,0 1,1 0,-1-1,0 2,-9 8,1 0,0 0,1 1,0 0,1 1,0-1,1 1,0 1,1-1,0 1,0 5,-9 17,3 2,1-1,1 2,2-1,2 1,2 0,1 0,2 0,1 0,2 0,2 0,1-1,2 1,7 16,-12-43,1 0,0-1,1 1,0-1,0 1,1-1,0-1,1 1,0-1,1-1,0 1,0-1,1 0,0-1,0 0,0-1,1 0,0 0,1-1,-1 0,1-1,0 0,0-1,0 0,0-1,1 0,-1 0,9-1,-5-3,0-1,0-1,0 0,-1-1,1 0,-1-1,0-1,-1 0,0-1,0-1,-1 0,1 0,-2-1,0-1,0 0,-1 0,0-1,-1 0,0-1,5-11,14-15,-25 42,-21 104,17-103,1 0,0 0,0 0,0 0,1 0,0 0,-1 0,1 0,1 0,-1 0,0 0,1-1,0 1,0 0,0-1,0 0,1 1,-1-1,1 0,0 0,0-1,0 1,0 0,0-1,1 0,-1 0,1 0,-1 0,1 0,0-1,0 0,34 8,-1-5</inkml:trace>
  <inkml:trace contextRef="#ctx0" brushRef="#br0" timeOffset="9789.874">6244 3085,'-14'-6,"-13"-4,-9 0,-6-3,-2 0,0-1,0 0,-1-2,7 2</inkml:trace>
  <inkml:trace contextRef="#ctx0" brushRef="#br0" timeOffset="10033.234">5414 2764,'25'2,"25"4,18 2,20 2,12 2,5 2,-15-3</inkml:trace>
  <inkml:trace contextRef="#ctx0" brushRef="#br0" timeOffset="10034.234">6444 3125,'0'18,"0"11,0 7,2 2,6-1,5-4,6-6,4-7,0-8,-2-7,-3-5</inkml:trace>
  <inkml:trace contextRef="#ctx0" brushRef="#br0" timeOffset="10201.774">6564 2724,'7'-5,"14"6,16 9,16 10,-1 2</inkml:trace>
  <inkml:trace contextRef="#ctx0" brushRef="#br0" timeOffset="10867.748">7674 2884,'0'336,"-4"-315,4-22,0 1,0 0,0 0,0-1,0 1,0 0,0 0,0 0,0-1,0 1,0 0,0 0,0-1,0 1,0 0,-1 0,1 0,0-1,0 1,0 0,0 0,0 0,-1 0,1 0,0-1,0 1,0 0,-1 0,1 0,0 0,0 0,0 0,-1 0,1 0,0 0,0-1,-1 1,1 0,0 0,0 0,-1 0,1 1,0-1,0 0,0 0,-1 0,1 0,0 0,0 0,-1 0,1 0,0 0,0 0,0 1,0-1,-1 0,1 0,0 0,0 0,0 1,0-1,-1 0,-4-18,0 0,1 0,1-1,0 1,2-1,0 0,1 1,1-1,0 0,2 1,2-20,1 0,2 0,2 1,1 1,2 0,9-16,9 1,-30 49,0 1,0 0,0 0,0 0,0 0,0 0,1 1,-1-1,0 0,0 0,1 1,-1-1,0 1,1-1,-1 1,0 0,1-1,-1 1,1 0,-1 0,1 0,-1 0,0 0,1 0,-1 1,1-1,-1 0,0 1,1-1,-1 1,0-1,1 1,-1 0,0 0,0-1,1 1,-1 0,0 0,11 10,-1 0,0 1,0 0,-1 1,-1 0,0 0,-1 1,0 0,2 7,-8-17,0 0,-1 0,1 0,-1 0,1 0,-1 1,0-1,-1 0,1 1,-1-1,0 1,0-1,0 0,-1 1,1-1,-1 0,0 1,0-1,-1 0,1 0,-1 0,0 0,0 0,-1 0,1 0,-1-1,1 1,-1-1,0 0,-1 0,0 1,-77 38,80-42,1 0,-1 0,1 0,0 0,-1 0,1 0,-1 0,1 0,-1 0,1 0,-1 0,1 0,-1 0,1 0,0 0,-1 1,1-1,-1 0,1 0,-1 0,1 1,0-1,-1 0,1 1,0-1,-1 0,1 1,0-1,-1 0,1 1,0-1,0 1,0-1,-1 0,1 1,0-1,0 1,0-1,0 1,0-1,0 0,0 1,0-1,0 1,0-1,0 1,0-1,0 1,0-1,0 1,0-1,0 0,1 1,-1-1,0 1,0-1,0 0,1 1,-1-1,0 1,1-1,-1 0,0 1,1-1,-1 0,0 0,1 1,35 10,-30-10,16 3,0 0,-1 1,1 2,-1 0,0 1,-1 2,0 0,0 0,-1 2,-1 1,0 0,1 2,-17-13,1 0,-1 0,0 0,0 0,0 0,0 0,0 1,0-1,-1 1,1 0,-1-1,0 1,1 0,-1 0,-1 0,1 0,0 0,-1 0,1 0,-1 0,0 0,0 0,0 0,0 0,-1 0,1 0,-1 0,0 0,0-1,0 1,0 0,0 0,-1-1,1 1,-1 0,0-1,0 0,0 1,0 0,-13 6,0-1,-1 0,0-2,0 1,0-2,-1 0,1-1,-1 0,0-2,-1 0,-14 0,21-1,6 0,-1-1,1 1,-1-1,0 0,1 0,-1 0,1-1,-1 0,1 0,-1-1,1 1,-3-2,8 3,0 0,-1-1,1 1,-1 0,1-1,0 1,-1 0,1-1,0 1,0-1,-1 1,1 0,0-1,0 1,0-1,-1 1,1-1,0 1,0-1,0 1,0-1,0 1,0-1,0 1,0-1,0 1,0-1,0 1,0 0,1-1,-1 1,0-1,0 1,0-1,0 1,1-1,-1 1,0 0,1-1,-1 1,0 0,1-1,-1 1,0 0,1-1,-1 1,1 0,-1 0,1-1,11-9</inkml:trace>
  <inkml:trace contextRef="#ctx0" brushRef="#br0" timeOffset="12217.441">8449 2790,'-97'327,"61"-192,79-267,36-73,-64 168,-4 6,2 0,2 1,0 1,12-16,-27 44,0 1,0-1,0 1,0-1,1 1,-1 0,0-1,0 1,0-1,0 1,1 0,-1-1,0 1,0-1,1 1,-1 0,0-1,1 1,-1 0,0 0,1-1,-1 1,0 0,1 0,-1-1,1 1,-1 0,0 0,1 0,-1 0,1 0,-1 0,1 0,-1 0,1 0,-1 0,0 0,1 0,-1 0,1 0,-1 0,1 0,-1 0,0 0,1 1,-1-1,1 0,-1 0,0 0,1 1,-1-1,0 0,1 1,-1-1,0 0,1 1,-1-1,0 0,0 1,1-1,-1 1,0-1,6 30,17 186,-15-183,2-1,1 0,1 0,2-2,1 1,1-2,2 0,1-1,1-1,2 0,1-4,-7-9</inkml:trace>
  <inkml:trace contextRef="#ctx0" brushRef="#br0" timeOffset="12387.987">8356 3005,'16'0,"21"2,22 5,22 5,20 4,13 1,3 1,-18-3</inkml:trace>
  <inkml:trace contextRef="#ctx0" brushRef="#br0" timeOffset="25221.711">6431 1307,'-16'-2,"-14"5,-14 13,-10 13,-8 19,-2 17,3 16,7 13,13 11,15 2,22-3,25-6,25-8,20-10,15-14,10-17,-11-15</inkml:trace>
  <inkml:trace contextRef="#ctx0" brushRef="#br0" timeOffset="25500.498">6658 1414,'3'9,"4"12,6 14,8 10,7 9,6 2,3-2,1-5,-3-9,1-12,0-9,-1-12,-6-6</inkml:trace>
  <inkml:trace contextRef="#ctx0" brushRef="#br0" timeOffset="25837.205">7300 1534,'-1'0,"0"-1,-1 1,1-1,0 1,-1-1,1 1,0 0,-1-1,1 1,0 0,-1 0,1 0,0 0,-1 1,1-1,0 0,-1 0,1 1,0-1,0 1,-1-1,1 1,0 0,0-1,0 1,0 0,-1 0,0 0,-32 13,0 2,1 1,1 2,0 1,2 2,-6 6,29-21,0 0,1 1,0 0,0 0,0 1,1-1,1 1,0 1,0-1,0 0,1 1,1 0,0 0,0-1,1 1,0 0,0 1,1-1,1 0,0 0,0 0,1 0,2 5,81 296,-80-292,-3-5</inkml:trace>
  <inkml:trace contextRef="#ctx0" brushRef="#br0" timeOffset="26169.318">7487 1213,'16'-5,"9"6,8 14,3 18,2 19,-1 19,-5 16,-5 11,-5 9,-6 3,-8 1,-13-4,-12-5,-12-8,-12-13,-16-11,-14-15,6-15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56.4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93,'-1'1,"0"0,0 0,0 1,1-1,-1 0,0 1,1-1,-1 1,1-1,-1 0,1 1,0 0,-1-1,1 1,0-1,0 1,0-1,0 1,0-1,1 1,-1-1,0 1,1-1,-1 1,1-1,0 1,-1-1,1 0,0 1,0-1,0 0,0 0,0 1,0-1,0 0,0 0,0 0,1 0,-1 0,0-1,1 1,-1 0,0-1,1 1,-1-1,1 1,-1-1,2 1,-1-1,1 0,0 0,-1 1,1-1,0-1,-1 1,1 0,0-1,-1 1,1-1,0 0,-1 0,1 0,-1 0,0 0,1-1,-1 1,0-1,0 0,0 1,0-1,0 0,0 0,0 0,-1 0,1-1,-1 1,1 0,-1-1,0 1,0-1,0 1,0-1,-1 1,1-1,-1 0,1 1,-1-1,0 0,0 1,0-1,-1 0,1 1,-1-1,1 0,-1 1,0-1,0 1,0-1,0 1,0-1,-1 1,1 0,-1-1,1 1,-1 0,-1-2,0 0,0 1,0-1,0 1,0 0,-1 0,0 0,1 0,-1 1,0-1,0 1,-1 0,1 0,0 1,-1-1,1 1,-1 0,1 0,-1 1,1-1,-1 1,0 0,1 0,-3 1,-18 26,18-7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56.6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9 103,'9'2,"5"-3,3-7,1-4,-3-4,-4-3,-4 1,-5 3,-8 4,-7 6,-6 9,-2 8,2 6,5 5,5-1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6:47.9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936 790,'1'14,"0"1,1-1,1 0,0 0,1 0,0-1,1 1,0-1,2 0,-1-1,1 1,1-1,0 0,1-1,0 0,1-1,0 0,1 0,0-1,0 0,1-1,11 6,-21-13,1 1,-1-1,0 1,1-1,-1 0,1 0,0 0,-1 0,1 0,0-1,0 1,0-1,-1 0,1 0,0 0,0 0,0 0,-1-1,1 1,0-1,-1 0,1 0,0 0,-1 0,1 0,-1 0,1-1,-1 1,0-1,1 0,-1 0,0 0,0 0,-1 0,3-2,1-9,-1-1,0 1,0-1,-1 0,-1 0,-1 0,0 0,-1 0,0-1,-2-7,2 1,0 17,11-114,-11 115,1 0,0 0,0 0,0 0,0 0,1 0,-1 0,1 0,0 1,0-1,0 1,0-1,0 1,1 0,-1-1,1 1,-1 0,1 1,0-1,-1 0,1 1,0 0,0 0,0-1,0 2,1-1,-1 0,0 1,0-1,0 1,1 0,-1 0,0 0,1 1,21 3</inkml:trace>
  <inkml:trace contextRef="#ctx0" brushRef="#br0" timeOffset="633.305">1511 1004,'32'-12,"-1"-3,0 0,-1-2,-1-1,-1-1,8-8,9-22,-44 47,0 1,0 0,-1-1,1 1,0-1,-1 0,1 1,-1-1,0 0,1 1,-1-1,0 1,0-1,0 0,0 0,0 1,-1-1,1 1,0-1,-1 0,1 1,-1-1,0 1,0-1,1 1,-1-1,0 1,0 0,0-1,0 1,0 0,-1 0,1 0,0 0,-1 0,0-1,-1-1,-1 0,1 1,-1 0,1-1,-1 1,0 0,0 1,0-1,0 1,0 0,0 0,0 0,0 0,0 1,0 0,-1-1,1 2,0-1,0 0,0 1,0 0,-1 0,1 0,0 0,0 1,1-1,-1 1,0 0,1 1,-1-1,1 0,-1 1,1 0,-1 2,0 0,1 1,-1-1,1 1,1 0,-1 0,1 0,0 0,0 0,1 1,-1-1,1 0,1 1,0-1,-1 1,2-1,-1 1,1-1,0 0,0 1,1-1,0 0,0 0,1 0,-1 0,1 0,0-1,1 1,-1-1,1 0,0 0,1 0,-1 0,1-1,1 1,9 4,1-1,0-1,1 0,-1-1,1-1,0 0,0-2,1 0,-1-1,1 0,-1-2,1 0,0-1,-1 0,1-2,-1 0,0-1,0-1,0 0,-1-1,10-6,8-6,0-1,-2-2,-1-1,0-2,-2 0,-1-3,-1 0,-1-1,-1-2,-2-1,-1 0,-1-2,-2 0,-2-2,8-20,-10 22,-1-1,-2 0,-2 0,0-1,0-18,-7 37,-1-1,-1 1,0-1,-1 0,-1 1,-1-1,0 1,-1-1,-1 1,0 0,-2 0,-5-13,8 23,1 0,-1 0,-1 1,1-1,-1 1,0 0,0 0,0 0,-1 0,1 1,-1 0,0 0,-1 0,1 1,0-1,-1 1,0 1,0-1,0 1,0 0,0 0,-1 1,1 0,0 0,-1 0,1 1,-1 0,1 0,0 1,-1-1,1 2,0-1,-1 1,1-1,0 2,0-1,0 1,1 0,-1 0,0 0,1 1,-1 1,-3 4,0 0,0 1,1 1,0-1,1 1,0 1,1-1,0 1,1 0,0 0,1 1,0 0,1-1,-1 10,0 7,1 0,1 1,2-1,1 1,1-1,2 3,3 14,1 0,3-1,2 0,1 0,3-2,1 0,2-1,2 0,8 7,-27-42,1 0,0 0,0-1,1 1,-1-1,1 0,1 0,-1-1,1 0,0 1,0-2,0 1,1-1,0 0,0-1,0 1,0-1,0-1,1 1,-1-1,1-1,0 1,-1-1,1-1,0 1,0-1,27-13,-5-4</inkml:trace>
  <inkml:trace contextRef="#ctx0" brushRef="#br0" timeOffset="-1116.105">27 429,'-3'23,"-2"23,-1 18,1 11,1 7,2-2,2-5,5-9,3-10,0-14,-1-12</inkml:trace>
  <inkml:trace contextRef="#ctx0" brushRef="#br0" timeOffset="-869.958">0 496,'5'13,"5"17,9 14,9 11,8 7,4 3,2-3,-2-8,-3-9,-5-9,-6-10,-5-13,-7-9</inkml:trace>
  <inkml:trace contextRef="#ctx0" brushRef="#br0" timeOffset="-674.261">374 509,'-4'-20,"-5"-12,-2-5,-1 2,0 9,3 16,3 21,2 24,5 25,4 18,3 11,3 5,2-3,-2-5,0-11,-2-13,-3-17</inkml:trace>
  <inkml:trace contextRef="#ctx0" brushRef="#br0" timeOffset="-417.885">615 723,'0'16,"0"12,0 10,0 6,0 0,0-3,0-5,2-5,1-8</inkml:trace>
  <inkml:trace contextRef="#ctx0" brushRef="#br0" timeOffset="-169.548">561 442,'-2'0,"6"5,11 6,4 0</inkml:trace>
  <inkml:trace contextRef="#ctx0" brushRef="#br0" timeOffset="2912.525">2741 736,'-1'21,"2"-1,0 0,1 0,1 0,1 0,0 0,2-1,0 0,1 0,1 0,1-1,1 0,4 6,-12-21,0 0,0 0,0-1,0 1,0 0,1-1,0 1,-1-1,1 0,0 0,0 0,0 0,0-1,0 1,0-1,1 1,-1-1,0 0,1-1,-1 1,1-1,-1 1,1-1,-1 0,1 0,-1 0,1-1,-1 1,1-1,-1 0,0 0,1 0,-1 0,0-1,0 0,0 1,2-3,4-4,-1 0,-1-1,1-1,-1 1,-1-1,0 0,-1-1,0 1,0-1,-1 0,0 0,-1-1,0 1,-1-3,6-15,-6 70,-3-33,1 0,-1 1,2-1,-1 0,1 0,0 0,1 0,0 0,0 0,1 0,0 0,0-1,1 0,0 1,0-1,1-1,0 1,0-1,0 1,1-1,0-1,0 1,1-1,-1 0,1-1,0 0,0 0,1 0,-1-1,1 0,7 2,-5-4,0-1,-1 0,1-1,-1 0,1-1,-1 1,1-2,-1 1,0-2,0 1,0-1,-1 0,1-1,-1 0,0 0,0-1,-1 0,4-3,2-4,0 0,-1 0,-1-1,0-1,0 1,-2-2,0 0,-1 0,3-8,1-12,-1-1,-2 0,-2-1,-1 1,-2-2,-2 1,-1 0,-4-28,3 52,-1 0,0 0,0 0,-2 0,0 1,0-1,-1 1,-1 0,0 0,-1 1,-1-1,0 1,0 0,-1 1,-4-5,10 14,0 0,0 1,1-1,-1 0,-1 1,1-1,0 1,0 0,0-1,-1 1,1 0,0 1,-1-1,1 0,-1 1,1-1,-1 1,0 0,1 0,-1 0,1 0,-1 0,1 0,-1 1,1-1,-1 1,1 0,-1 0,1 0,0 0,-1 0,1 1,0-1,0 0,0 1,0 0,0-1,0 1,-1 2,-6 10,1-1,0 1,1 1,1 0,0 0,1 0,1 0,0 1,1 0,1 0,0 0,1 2,0-13,-4 29,0 0,2 1,2-1,1 1,2-1,1 1,2-1,1 0,1 0,3-1,0 0,2-1,1 0,3 2,-7-21,1-1,0 0,0 0,1-1,0 0,1-1,1 0,-1-1,2 0,-1-1,1-1,0 0,1-1,-1-1,1 0,0-1,8 2,72 11</inkml:trace>
  <inkml:trace contextRef="#ctx0" brushRef="#br0" timeOffset="3810.127">5080 696,'0'25,"0"20,0 15,5 12,1 7,2 1,2 1,1-4,-1-6,-2-9,-2-9,-3-15</inkml:trace>
  <inkml:trace contextRef="#ctx0" brushRef="#br0" timeOffset="4098.179">5066 1151,'-15'-55,"3"0,-6-56,16 99,-7-51,2 0,3-54,3 115,0 0,1-1,-1 1,1 0,0 0,0-1,0 1,0 0,0 0,0-1,1 1,-1 0,1 0,0-1,-1 1,1 0,0 0,0 0,0 0,1 0,-1 0,0 0,1 1,-1-1,1 0,0 1,-1-1,1 1,0 0,0-1,0 1,0 0,0 0,0 0,0 0,1 1,-1-1,0 1,0-1,1 1,-1 0,0 0,0 0,1 0,7 5,0 1,-1 0,0 1,0 0,0 0,-1 1,0 0,0 1,-1-1,0 2,-1-1,0 1,-1 0,1 0,-2 0,3 7,-5-13,1 0,-1 0,1 1,-1-1,0 1,-1 0,1-1,-1 1,0 0,0 0,-1 0,0 0,1 0,-1 0,-1 0,1 0,-1 0,0-1,0 1,0 0,-1 0,0-1,0 1,0-1,0 1,-1-1,0 0,1 0,-2 0,1 0,-4 0,1 0,-1-1,1 1,-1-2,0 1,-1-1,1 0,0 0,-1-1,1 0,0 0,-1-1,-2 0,-7-2</inkml:trace>
  <inkml:trace contextRef="#ctx0" brushRef="#br0" timeOffset="4681.192">5374 990,'14'-28,"-1"0,-2-1,-1 0,-1-1,-2 0,-1 0,-1-1,-1 1,-2-1,-2 0,-1-12,1 35,0 0,0-1,-1 0,0 1,0-1,-1 1,0-1,0 1,-1-1,-1-1,3 9,1 0,-1 0,0 0,1 0,-1 0,0 1,0-1,1 0,-1 1,0-1,0 0,0 1,0-1,0 1,0 0,0-1,0 1,0 0,0 0,0-1,0 1,0 0,0 0,0 0,0 0,-1 0,1 0,0 1,0-1,0 0,0 1,0-1,0 0,0 1,0-1,0 1,1 0,-1-1,0 1,0 0,0-1,1 1,-1 0,0 0,1 0,-1-1,0 1,1 0,-1 0,1 0,0 0,-1 0,1 0,0 0,-1 0,1 0,0 0,0 1,0-1,0 0,0 0,0 0,0 0,1 0,-1 0,0 0,0 0,1 0,-1 0,1 2,-1 1,1-1,-1 0,1 0,0 0,0 0,1 0,-1 0,1 0,-1 0,1-1,0 1,0 0,0-1,0 0,1 1,-1-1,1 0,-1 0,1 0,0-1,-1 1,1 0,0-1,1 0,79 23,14-15,-76-9,0 1,0 1,0 1,-1 1,1 1,18 7,-34-9,0 0,0 0,-1 1,1-1,-1 1,0 0,0 1,0-1,-1 1,1 0,-1 0,0 0,-1 0,1 0,-1 0,0 1,0-1,-1 1,0 0,0-1,0 1,0 0,-1 0,0 0,0-1,-1 1,0 0,0 0,-1 3,6 70,-3-76,0-1,0 1,0 0,0-1,0 1,1-1,-1 1,1-1,0 1,-1-1,1 0,0 0,1 0,-1 0,0 0,1-1,-1 1,0-1,1 1,0-1,-1 0,1 0,0 0,0 0,0-1,-1 1,1-1,0 0,0 0,0 0,0 0,1 0,93-20,-83 14,0-1,-1 0,1-1,-1-1,-1 0,1 0,-2-1,1-1,-1 0,-1-1,0 0,-1 0,0-1,-1 0,0 0,-1-1,-1 0,4-13,-13 51,0 0,1 0,1 1,1-1,2 1,1 6,-2-25,0-1,0 0,1 0,0 0,0 0,0 0,0-1,1 1,0 0,0-1,0 0,0 0,1 0,0 0,-1 0,1-1,1 0,-1 0,0 0,1 0,0 0,-1-1,1 0,0 0,0-1,1 1,3 0,26 1</inkml:trace>
  <inkml:trace contextRef="#ctx0" brushRef="#br0" timeOffset="6031.645">6176 335,'19'18,"2"-2,0-1,1 0,0-1,8 2,50 32,-59-33,0 0,-2 2,0 0,-1 1,0 1,-2 1,0 0,-2 1,0 0,-1 1,-1 1,-1 0,-1 1,-2 0,5 18,15 100,-28-141,1 0,-1 0,1 1,-1-1,1 0,-1 0,1 0,0 0,0 0,-1 0,1 0,0 0,0 0,0 0,0-1,0 1,0 0,1-1,-1 1,0-1,0 1,0-1,1 1,-1-1,0 0,0 0,1 1,-1-1,0 0,0 0,1 0,-1-1,0 1,1 0,-1 0,0-1,0 1,0-1,1 1,43-28,-34 17,-1-1,0 0,-1 0,-1-1,0-1,0 1,-2-1,0 0,0-1,-1 1,-1-1,0 0,-1 0,-1-1,-4 33,1-1,1 0,0 1,2-1,-1 0,4 10,-4-23,-1 0,1 0,0 0,0-1,1 1,-1 0,1-1,-1 1,1-1,0 1,0-1,0 0,0 0,0 0,0 0,1 0,-1-1,0 1,1-1,0 1,-1-1,1 0,0 0,0 0,-1 0,1-1,0 1,0-1,0 0,0 1,0-1,0-1,0 1,0 0,6-2,0 1,0-2,-1 1,1-1,-1 0,1-1,-1 0,0 0,-1-1,7-4,-5 2,1-1,-1-1,0 1,-1-1,0-1,-1 0,0 0,0 0,-1-1,0 0,-1 0,0-1,-1 1,0-1,-1 0,-1 0,1 0,-2-1,1-9,-4 4,2 18,-1 0,1 0,-1 0,1 0,-1 0,1 0,-1 0,1 0,-1 0,1 0,-1 0,1 0,0 0,-1 0,1 0,-1 1,1-1,-1 0,1 0,0 0,-1 1,1-1,-1 0,1 1,0-1,-1 0,1 1,0-1,0 0,-1 1,1-1,0 1,0-1,-1 0,1 1,0-1,0 1,0-1,0 1,0-1,0 1,0-1,0 1,0-1,0 1,0-1,-4 9,0 0,0-1,1 1,1 1,0-1,0 0,0 1,1-1,1 1,0-1,0 1,1-1,0 1,0-1,1 0,0 1,1-1,0 0,1-1,0 1,0 0,0-1,1 0,4 5,5-3,1 0,-1-1,1 0,1-1,0-1,0-1,0 0,1-1,0-1,0 0,0-1,0-1,0-1,3 0,11 2,0-1,-1-2,1 0,0-2,-1-2,1-1,-1-1,25-9,-50 14,0 0,-1 0,1-1,-1 0,1 0,-1 0,0-1,0 1,0-1,0 0,-1 0,1 0,-1-1,1 1,-1-1,0 0,-1 0,1 0,-1 0,1 0,-1-1,-1 1,1-1,-1 1,1-1,-1 0,-1 1,1-1,-1 0,1 0,-1 0,-1 1,1-1,-1-4,-3-1,0-1,0 1,-1-1,-1 2,1-1,-2 0,1 1,-1 0,-1 1,1 0,-1 0,-1 0,0 1,0 0,0 1,-1 0,1 1,-2 0,0-1,7 5,0 0,0 0,0 0,0 1,0-1,0 1,-1 0,1 0,0 0,0 1,0 0,0-1,0 1,0 1,0-1,0 0,0 1,1 0,-1 0,0 0,1 1,0-1,-1 1,1-1,0 1,0 0,1 1,-1-1,1 0,-1 1,1-1,-1 4,-3 3,1 0,0 1,1-1,0 1,1 0,0 0,1 1,0-1,1 1,0-1,1 6,0-11,0-1,0 0,1 0,0 0,0 0,1 0,-1 0,1 0,0 0,0 0,1-1,0 1,-1-1,1 0,1 0,-1 0,1 0,-1 0,1-1,0 1,0-1,1 0,-1-1,1 1,-1-1,1 0,0 0,0 0,0 0,0-1,0 0,0 0,0 0,4-1,3-1,-1 0,0 0,0-1,0-1,0 0,0-1,0 0,-1 0,1-1,-1 0,0-1,-1 0,0-1,0 0,0 0,-1-1,0 0,0-1,-1 0,0 0,-1 0,0-1,0 0,-1 0,1-4,-3 74,-4-56,1-1,0 1,1-1,-1 1,0-1,1 0,0 1,0-1,0 0,0 1,1-1,-1 0,1 0,0 0,0 0,0 0,0-1,0 1,0-1,1 1,-1-1,1 0,0 0,0 0,0 0,0 0,0-1,0 1,0-1,1 0,-1 0,0 0,1 0,-1-1,1 1,-1-1,0 0,1 0,-1 0,1-1,-1 1,1-1,1 0,3-6,-1 1,0-1,0 0,-1-1,0 1,-1-1,1 0,-1-1,-1 1,0-1,0 0,-1 0,0 0,0-1,-1 1,0-1,-1 0,0-8,6-138,-7 155,-1 0,1 0,-1 1,1-1,0 0,0 0,0 0,0 0,-1 0,1 0,0 1,0-1,0 0,1 0,-1 0,0 0,0 0,0 1,1-1,-1 0,0 0,1 0,-1 0,1 1,-1-1,1 0,-1 1,1-1,-1 0,1 1,0-1,0 1,-1-1,1 1,0-1,0 1,-1-1,1 1,0 0,0-1,0 1,0 0,-1 0,1 0,0 0,0 0,0 0,0 0,0 0,0 0,-1 0,1 0,1 1,111 69,-98-60,-5-5,0 0,-1 0,1 1,-1 1,0-1,-1 1,1 1,-1 0,-1 0,0 0,0 1,0 0,-1 1,-1-1,0 1,0 0,0 1,-2-1,1 1,-1-1,0 4,-8 30,4-41,-1 0,1 0,0 1,0-1,0 1,1-1,-1 1,1-1,0 1,0-1,0 1,0-1,1 1,-1-1,1 1,0-1,0 0,0 1,1-1,-1 0,1 0,-1 0,1 0,0 0,0 0,1 0,-1-1,1 1,-1-1,1 1,0-1,0 0,-1 0,3 0,16 3,-1-1,1-1,0-1,0-1,0-1,0-1,6-1,-3 0,78-4,-29 1,0 3,58 6,-103 0,-10 1</inkml:trace>
  <inkml:trace contextRef="#ctx0" brushRef="#br0" timeOffset="8011.102">67 1405,'613'8,"380"-3,-715-10,125-1,39 19,416 26,1273-40,-1181-13,-351 2,151-2,-154 15,-340 12,-190-16,-61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06.1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0,'-2'3,"1"0,3-5,2-2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07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253 722,'-9'-2,"0"0,0 1,0-1,0 2,0-1,0 1,0 1,0-1,0 2,0-1,0 1,1 1,-1-1,1 1,-1 1,1 0,0 0,0 0,1 1,-1 0,1 1,0 0,0 0,1 0,0 1,0 0,1 0,0 1,0-1,0 1,1 1,2-7,1 0,0 1,0-1,0 1,1-1,-1 1,0-1,1 1,0-1,0 1,0 0,0-1,0 1,0-1,0 1,1-1,-1 1,1-1,0 1,0-1,0 1,0-1,0 0,1 0,-1 1,1-1,-1 0,1 0,0 0,0-1,0 1,0 0,0-1,0 1,0-1,0 0,1 1,-1-1,0 0,2 0,5-1,-1-1,1 1,0-2,-1 1,0-1,1 0,-1-1,0 0,0 0,0-1,-1 0,1 0,-1-1,0 0,0 0,-1 0,0-1,1 0,-2-1,1 1,-1-1,0 0,0 0,-1-1,1-3,7-16,-1 0,-1-1,-2 0,0-1,-2 0,-2 0,0 0,-2 0,-1-1,-2 1,0-1,-4-11,5 24,-2 1,1 0,-2 0,0 0,-1 0,-1 0,0 0,-3-1,8 15,0 1,-1-1,1 1,-1 0,1-1,-1 1,0 0,1 0,-1 0,0-1,0 1,0 0,0 0,0 0,0 0,0 0,0 1,0-1,0 0,-1 0,1 1,0-1,0 1,-1-1,1 1,-1 0,1-1,0 1,-1 0,1 0,-1 0,1 0,0 0,-1 0,1 0,-1 0,1 1,0-1,-1 1,1-1,0 1,0-1,-1 1,1 0,0 0,0-1,0 1,0 0,0 0,0 0,-1 1,-6 10,1 1,0 0,0 0,1 0,1 1,0 0,1 1,1-1,0 0,1 1,0 0,1-1,1 8,-2-8,1 0,0 0,1 0,1-1,0 1,1 0,0 0,1 0,1-1,0 0,0 0,2 0,-1 0,2-1,0 0,0 0,1 0,0-1,1 0,1-1,-1 0,2-1,-1 0,1 0,5 2,-7-6,1 0,0-1,-1 0,2-1,-1 0,0 0,1-1,-1-1,1 0,-1 0,1-1,-1 0,1-1,0 0,-1 0,1-1,-1-1,0 0,0 0,0-1,0 0,-1-1,3-2,-11 6,-1 0,1 0,0 0,0 1,0-1,0 0,0 0,0 0,0 1,0-1,0 1,0-1,1 1,-1-1,0 1,0-1,0 1,1 0,-1 0,0 0,0 0,1 0,-1 0,0 0,1 0,-1 0,0 0,0 1,0-1,1 1,-1-1,0 1,0-1,0 1,0 0,0-1,0 1,0 0,0 0,0 0,0 0,0-1,-1 2,1-1,0 0,0 1,6 5,0 0,0 0,1-1,0 0,0 0,0-1,1 0,-1-1,1 1,0-2,1 1,5 0,-12-3,1 0,-1 0,1 0,-1-1,1 1,-1-1,1 0,0 0,-1-1,1 1,-1-1,1 1,-1-1,1 0,-1 0,0-1,1 1,-1-1,0 0,0 1,0-1,0-1,0 1,-1 0,1-1,-1 1,1-1,-1 0,0 0,0 0,0 0,-1 0,1 0,-1-1,1-1,0-2,0 1,-1-1,0 1,0-1,-1 0,0 1,0-1,-1 0,0 0,0 1,0-1,-1 1,0-1,0 1,0 0,-1 0,0 0,-1 0,1 0,-1 1,0-1,0 1,-1 0,1 0,-1 1,0-1,-1 1,1 0,-1 1,0-1,1 1,-8-2,10 5,0 0,1 0,-1 0,0 0,0 1,0-1,0 1,0 0,0 0,0 0,1 0,-1 0,0 1,1-1,-1 1,1 0,0 0,-1 0,1 0,0 0,0 0,0 0,1 1,-1-1,0 1,1 0,0-1,0 1,0 0,0 0,0-1,0 1,0 0,1 0,0 0,0 0,-1 0,2 0,-1 0,0 0,1 0,-1 0,1 0,0 0,0 0,34 70,-9-42</inkml:trace>
  <inkml:trace contextRef="#ctx0" brushRef="#br0" timeOffset="531.578">961 870,'-2'-268,"-13"218,212 98,-177-43,-7-3,-1 1,1 0,-1 1,1 1,-1-1,-1 2,1 0,-1 0,0 1,0 0,-8-2,0 0,0-1,0 1,-1 0,0 0,0 1,0-1,0 0,-1 1,0-1,0 1,-1-1,0 1,0-1,0 1,0-1,-1 1,0-1,0 1,0-1,-1 0,0 1,-4 49,6-52,0 1,0-1,1 0,0 1,-1-1,1 0,0 0,0 0,1 0,-1 0,1 0,0 0,-1 0,1 0,0-1,1 1,-1-1,0 1,1-1,-1 0,1 0,0 0,0 0,0-1,0 1,0-1,0 0,0 0,0 0,0 0,1 0,-1-1,0 1,1-1,-1 0,0 0,2 0,2 1,0-1,-1 0,1 0,0 0,0-1,-1 0,1 0,0-1,-1 0,1 0,-1 0,1-1,-1 0,0 0,0-1,-1 1,1-1,-1 0,0-1,0 0,0 0,0 0,-1 0,0 0,0-1,-1 0,1 0,-1 0,0 0,-1 0,0-1,0 0,7-85,-12 125,2-24,0 1,1-1,0 0,1 0,0 0,0 0,1 0,0 0,0 0,1 0,1-1,-1 1,1-1,1 0,0 0,0 0,0-1,1 0,3 3,9 2</inkml:trace>
  <inkml:trace contextRef="#ctx0" brushRef="#br0" timeOffset="783.904">1576 334,'7'9,"9"4,2-2</inkml:trace>
  <inkml:trace contextRef="#ctx0" brushRef="#br0" timeOffset="1018.278">1857 134,'5'104,"4"-1,6 10,-2-16,-10-68,0 5,2 1,1-1,1 0,2-1,13 31,-19-58,0 0,0-1,0 1,1-1,0 0,0 0,1-1,0 1,-1-1,1 0,1 0,-1 0,0-1,1 0,0 0,0 0,0-1,0 0,0 0,0 0,1-1,-1 0,0 0,1-1,-1 0,1 0,-1 0,4-1,-2 0,1-1,-1 1,0-1,1-1,-1 0,0 0,0 0,-1-1,1-1,-1 1,0-1,0 0,0-1,5-5,16-19</inkml:trace>
  <inkml:trace contextRef="#ctx0" brushRef="#br0" timeOffset="1186.826">1710 402,'25'2,"24"3,22 1,17-1,12-1,3-1,-17-2</inkml:trace>
  <inkml:trace contextRef="#ctx0" brushRef="#br0" timeOffset="1350.389">2525 1,'7'16,"9"18,7 21,5 17,1 16,-2 13,-6 8,-16 5,-22 3,-31-5,-34-8,-4-23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04.7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212 1,'-14'4,"-8"7,-8 7,-3 8,-1 11,3 11,8 10,6 12,10 9,12 8,12 2,12-2,13-7,11-13,7-15,7-17,-7-14</inkml:trace>
  <inkml:trace contextRef="#ctx0" brushRef="#br0" timeOffset="563.026">827 375,'1'1,"-1"1,0 1,0-1,1 1,-1-1,1 1,0-1,0 0,0 1,0-1,0 0,0 0,0 0,1 0,-1 0,1 0,0 0,0 0,0 0,-1-3,1 0,-1 0,0 0,1 0,-1 0,0 0,0 0,0 0,0-1,0 1,-1 0,1-1,0 1,-1-1,1 1,0-1,-1 1,0-1,1 1,-1-1,0 0,0 1,0-1,0 1,0-1,0 0,-1 1,1-1,0 1,-1-2,0-1,-1-1,0 1,0 0,0 0,0 0,-1 0,1 0,-1 0,0 0,0 1,-1 0,1-1,-1 1,1 0,-1 1,0-1,0 1,0 0,0 0,-1 0,1 0,-1 1,1-1,-1 1,1 1,-1-1,0 0,1 1,-1 0,0 0,1 1,-1-1,0 1,1 0,-1 0,1 1,-1-1,1 1,0 0,0 0,-1 0,1 1,1 0,-1-1,0 1,1 1,-1-1,1 0,0 1,-1 1,1 0,1 0,0-1,0 1,0 0,1 0,0 0,0 0,0 0,0 0,1 1,0-1,0 0,0 0,0 0,1 0,0 1,0-1,1 0,-1-1,1 1,0 0,1 0,-1-1,1 1,0-1,0 0,0 0,0 0,1 0,-1 0,1-1,0 0,4 3,7 2,-1 0,1-1,0-1,0 0,1-1,0-1,0 0,0-2,0 1,1-2,-1 0,0-1,1-1,-1 0,0-2,1 1,-1-2,-1 0,1-1,0-1,-9 4,0-1,-1 1,1-1,-1-1,0 1,0-1,-1 0,1-1,-1 1,0-1,0 0,0 0,0-1,-1 1,0-1,-1 0,1 0,-1 0,0-1,0 1,-1-1,0 0,0 0,-1 1,0-1,0 0,0 0,-1 0,0-3,-3 34,5-11,0 0,1 0,0-1,1 1,0-1,1 0,1 0,4 7,-8-15,0 0,0-1,1 1,-1 0,1-1,0 1,0-1,0 0,1 0,-1 0,1 0,0-1,-1 0,1 1,0-1,1-1,-1 1,0 0,0-1,1 0,-1 0,0 0,1-1,-1 0,1 0,1 0,18-5</inkml:trace>
  <inkml:trace contextRef="#ctx0" brushRef="#br0" timeOffset="816.363">1215 40,'-2'12,"8"9,12 10,12 7,2-2</inkml:trace>
  <inkml:trace contextRef="#ctx0" brushRef="#br0" timeOffset="1147.489">1495 628,'14'-39,"-1"0,-3-1,-1 0,-2-1,-1 0,-2-8,-5 38,0-1,0 1,-1-1,0 1,-1 0,0-1,-1 2,-5-10,43 25,252 59,-284-64,1 0,0 0,-1 0,1 1,0-1,-1 1,1-1,-1 1,1 0,-1 0,1 0,-1 0,1 1,-1-1,0 0,0 1,0 0,0 0,0-1,0 1,0 0,0 0,-1 1,1-1,-1 0,0 1,0-1,0 0,0 1,0-1,0 1,0 0,-1-1,1 1,-1 0,0-1,0 1,0 0,0 1,-36 112,34-111,0 1,0 0,1-1,0 1,0 0,0 0,0-1,1 1,0 0,0 0,1 0,0 0,0 0,0-1,0 1,1 0,0-1,0 0,1 1,0-1,0 0,0 0,0 0,1 0,-1-1,1 0,1 1,-1-2,0 1,1 0,0-1,0 0,0 0,1 0,10 2,1-2,-1 0,1-1,0-1,0 0,0-1,-1-1,2-1,38-4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01.2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1 453,'2'-46,"3"1,1 0,7-22,10-70,-19 35,-4 102,-1 0,1 0,0 1,-1-1,1 0,0 0,-1 0,1 0,0 0,-1 0,1 0,0 0,-1 0,1 0,-1 0,1 0,0 0,-1 0,1 0,0 0,-1 0,1 0,0 0,-1 0,1-1,0 1,-1 0,1 0,0 0,-1-1,1 1,0 0,0 0,-1-1,1 1,0 0,0 0,0-1,-1 1,1 0,0-1,0 1,0 0,0-1,0 1,0-1,0 1,0 0,0-1,0 1,0 0,0-1,0 1,0 0,0-1,0 1,0 0,0-1,0 1,0 0,1-1,-14 31,6 12,2 1,2-1,1 1,2 0,2-1,2 1,7 26,25 97,-24-126</inkml:trace>
  <inkml:trace contextRef="#ctx0" brushRef="#br0" timeOffset="421.166">469 52,'-5'-2,"-1"0,1 1,-1-1,1 1,-1 1,0-1,1 1,-1 0,0 0,1 1,-1-1,0 1,1 0,-1 1,1 0,0 0,-1 0,1 0,0 1,0 0,1 0,-1 0,0 0,-2 4,-5 4,1 1,0 0,1 1,0 0,1 0,1 1,0 1,0 1,-3 5,1 0,1 0,2 1,0 0,1 0,1 0,1 1,1 0,1 0,1 0,0 0,2 0,4 19,-3-35,0 0,1 0,-1 0,2 0,-1-1,1 0,0 1,0-1,0-1,1 1,0-1,0 1,1-1,-1-1,1 1,0-1,0 0,1 0,-1-1,1 0,0 0,0-1,0 1,0-2,0 1,0-1,3 0,1 1,0-1,0 0,1-1,-1-1,0 0,0 0,0-1,0 0,0-1,-1-1,1 1,-1-2,0 1,0-1,0-1,-1 0,8-6,-13 9,-1 1,0-1,0 0,0 0,0 0,-1-1,1 1,-1-1,0 1,0-1,0 0,0 0,-1 1,1-1,-1-1,0 1,0 0,-1 0,1 0,-1 0,0-1,0 1,-1 0,1 0,-1 0,0 0,0 0,0-1,0 2,-1-1,0 0,1 0,-2 0,1 1,0-1,-1 1,-1-2,-2-1,0 0,0 1,-1 0,0 0,0 0,0 1,-1 0,1 0,-1 1,0 0,-2 0,6 1,1 1,-1 0,1 0,-1 0,1 1,-1-1,1 1,-1 0,0 0,1 0,-1 1,1-1,-1 1,1 0,-1 0,1 0,-1 0,1 1,0-1,0 1,-1 0,1 0,1 0,-1 0,0 0,0 1,0 0,2-1,0 1,0-1,0 0,0 0,0 0,0 1,1-1,-1 1,1-1,-1 0,1 1,0-1,0 1,0-1,0 0,1 1,-1-1,1 1,-1-1,1 0,0 0,0 1,0-1,0 0,0 0,1 0,-1 0,1 0,-1 0,1 0,0-1,-1 1,1 0,0-1,0 0,1 1,27 21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34.2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134 642,'-3'0,"-2"0,-1 0</inkml:trace>
  <inkml:trace contextRef="#ctx0" brushRef="#br0" timeOffset="891.616">160 495,'0'-2,"0"3,0 11,0 13,0 11,0 8,-2 6,-1-1,0-4,0-6,2-8</inkml:trace>
  <inkml:trace contextRef="#ctx0" brushRef="#br0" timeOffset="1158.397">0 94,'18'6,"15"6,11 4,-2 0</inkml:trace>
  <inkml:trace contextRef="#ctx0" brushRef="#br0" timeOffset="1734.851">334 415,'24'148,"-5"-57,-5 40,-13-130,-1-1,0 0,1 1,-1-1,1 0,-1 1,0-1,1 0,-1 1,1-1,-1 0,1 0,-1 0,1 1,-1-1,1 0,-1 0,1 0,-1 0,1 0,0 0,-1 0,1 0,-1 0,1 0,-1 0,1 0,-1-1,1 1,-1 0,1 0,-1 0,1-1,-1 1,0 0,1-1,-1 1,1 0,-1-1,0 1,1 0,-1-1,0 1,1-1,-1 1,0-1,0 1,1-1,-1 1,0-1,0 1,0-1,0 1,0-1,0 1,0-1,0 1,0-1,0 1,0-1,0 1,0-1,0 1,0-1,0 0,-1 1,1-1,0 1,44-95,-28 58,1 0,2 1,1 1,23-29,-5 31,-37 33,0 0,0 0,0 1,0-1,0 1,0-1,0 1,0-1,0 1,0 0,-1-1,1 1,0 0,0 0,-1-1,1 1,-1 0,1 0,-1 0,1 0,-1 0,1 0,-1 0,0 0,1 0,-1 0,0 0,0 0,0 0,0 0,0 0,0 0,0 1,4 100,-5-87,0 0,1 0,1-1,0 1,1 0,1 0,0-1,1 1,0-1,2 1,-4-12,-1 1,1-1,0 0,0 0,0 0,1-1,-1 1,1 0,-1-1,1 1,0-1,0 0,0 0,0 0,0-1,0 1,1-1,-1 1,1-1,-1 0,1 0,-1-1,1 1,0-1,-1 0,1 0,-1 0,1 0,0-1,0 1,4-2,0 0,0-1,-1 1,1-1,0-1,-1 0,0 0,0 0,0-1,0 0,-1 0,5-6,3-3,-2-1,0-1,-1 0,0-1,-1 0,-1-1,-1 0,-1 0,0-1,-1 1,0-6,5-25,-3-1,-1 0,-1-42,-5-117,-1 200,1 6,-1 0,0 0,0 0,0-1,-1 1,1 0,-1 0,1 0,-1 0,0 0,0 0,-1 0,1 0,0 0,-3-2,-7 12,4 6,1 1,0 0,1 1,1-1,1 1,0 0,0 0,1 8,0-7,-7 46,3 1,3-1,3 1,2 0,11 60,-10-103,2 1,0-2,1 1,1 0,1-1,6 12,-11-26,-1-1,1 1,0 0,0-1,0 0,0 0,1 0,0 0,0 0,0-1,0 1,0-1,1 0,-1-1,1 1,0-1,0 0,0 0,0 0,0-1,0 0,1 0,-1 0,0 0,1-1,-1 0,4-1,20-5</inkml:trace>
  <inkml:trace contextRef="#ctx0" brushRef="#br0" timeOffset="1978.197">801 174,'-13'0,"-1"3,12 2,20 3,24 2,27 0,16 1,-5-3</inkml:trace>
  <inkml:trace contextRef="#ctx0" brushRef="#br0" timeOffset="2647.733">1216 776,'11'-14,"0"-1,-1 0,0-1,-1 1,-1-2,-1 1,0-1,-1 0,-1-1,0 1,-2-1,0 0,-1 0,0 0,-2-11,-21-37,20 64,0 1,0-1,0 1,0-1,0 1,0 0,0-1,-1 1,1 0,0 0,-1 0,1 0,-1 0,1 0,-1 0,1 1,-1-1,0 0,1 1,-1-1,0 1,1 0,-1 0,0 0,0-1,1 2,-1-1,0 0,0 0,1 0,-1 1,0-1,0 1,1 0,-1-1,1 1,-2 0,2 0,0-1,1 0,-1 0,0 1,1-1,-1 0,0 1,1-1,-1 1,0-1,1 1,-1-1,1 1,-1-1,1 1,-1-1,1 1,-1 0,1-1,-1 1,1 0,0 0,0-1,-1 1,1 0,0-1,0 1,0 0,0 0,0 0,0-1,0 1,0 0,0 0,0-1,0 1,0 0,0 0,1-1,-1 1,0 0,1 0,-1-1,1 1,-1 0,0-1,1 1,-1-1,1 1,0-1,-1 1,1-1,-1 1,1-1,0 1,43 19,211 7,-252-27,0 1,0 0,-1 0,1 0,0 1,-1-1,1 0,-1 1,1 0,-1 0,0-1,1 2,-1-1,0 0,0 0,-1 0,1 1,0-1,-1 1,0 0,1-1,-1 1,0 0,0 0,-1-1,1 1,-1 0,1 3,-7 88,2-67,4-22,-2-1,1 0,0 0,-1 0,2 1,-1-1,0 1,1-1,0 0,0 1,0-1,1 1,0-1,-1 1,1-1,1 0,-1 0,1 0,0 1,-1-1,2-1,-1 1,0 0,1-1,0 1,0-1,0 1,0-1,0 0,1-1,-1 1,1-1,2 2,10 0,-1-2,0 0,1 0,-1-2,1 0,-1 0,1-1,-1-1,0-1,0 0,0-1,0-1,0 0,-1-1,0-1,7-4,46-46,-69 58,1 2,-1-1,1 0,-1 0,1 0,0 1,0-1,0 1,0-1,0 1,1-1,-1 1,1-1,0 1,-1 0,1-1,1 1,-1 0,0-1,0 1,1-1,0 1,-1-1,1 1,0-1,0 1,0-1,1 0,-1 1,1-1,-1 0,1 0,0 0,-1 0,1-1,2 3,1-2,-1 0,1 0,0 0,-1-1,1 1,0-1,0 0,0-1,0 1,0-1,0 0,0 0,0-1,0 1,0-1,0 0,0-1,-1 1,1-1,0 0,-1 0,1 0,-1-1,0 1,0-1,0 0,0-1,0 1,-1-1,1 1,-1-1,0 0,0 0,0 0,-1-1,0 1,1-1,-1-4,0 0,0 0,-1-1,0 1,-1 0,0 0,0-1,-1 1,0 0,-1 0,0 0,0 0,-1 0,0 0,-1 1,0-1,0 1,-1 0,0 0,0 1,-1-1,0 1,-4-4,6 8,1 1,-1 0,1 0,-1 0,0 0,0 0,1 1,-1-1,0 1,0 0,-1 0,1 1,0-1,0 1,0 0,0 0,-1 1,1-1,0 1,0 0,0 0,0 0,0 0,0 1,1 0,-1-1,0 1,1 1,-1-1,1 1,0-1,-1 1,1 0,1 0,-1 0,0 0,1 1,0-1,-1 1,1 1,-3 2,0 1,0 0,1 0,0 0,1 1,0-1,0 1,0 0,1 0,1 0,0 0,0 0,0 0,1 0,1 0,0 0,0 4,0-10,1 0,-1 0,0 0,1 0,-1 0,1 0,0 0,0 0,0-1,0 1,0-1,1 0,-1 0,1 0,-1 0,1 0,0 0,1 0,24 10</inkml:trace>
  <inkml:trace contextRef="#ctx0" brushRef="#br0" timeOffset="3428.674">2125 254,'-4'-1,"-1"0,1 0,-1 0,0 0,1 1,-1 0,0 0,0 0,1 0,-1 1,0 0,1 0,-1 0,1 0,-1 1,1 0,-1 0,1 0,0 0,0 1,0-1,1 1,-1 0,0 1,1-1,0 0,0 1,0 0,0 0,1 0,-1 0,1 0,0 0,0 1,1-1,-2 4,4 2,0 1,1-1,0 1,0-1,1 0,1 1,0-1,0-1,1 1,0-1,0 0,1 0,6 6,-4-2,32 54,-2 1,-4 2,0 7,-1-9,-31-67,-1-1,1 1,0-1,0 0,0 0,0 1,0-1,-1-1,1 1,0 0,0 0,0-1,0 1,-1-1,1 1,0-1,0 0,-1 0,1 0,0 0,-1 0,1 0,-1 0,0 0,1-1,-1 1,0-1,0 1,0-1,0 1,0-1,0 1,0-1,0 0,-1 0,1-1,0 2,11-20,0 0,-2-1,0 0,-1 0,-2-1,0 0,-1-1,-2 0,0 1,-2-1,0-1,-2-10,-5-11,3 43,6 13,3-3,0-1,1-1,-1 1,1-1,1-1,-1 0,0 0,1 0,0-1,5 1,16 7,-24-9,-1 0,1 0,-1 0,0 0,0 1,0 0,0 0,-1 0,1 1,-1-1,1 1,-1 0,-1 1,1-1,0 0,-1 1,0 0,0 0,-1 0,1 0,-1 1,0 0,-3 121,3-123,0 1,0 0,1-1,-1 0,1 1,0-1,0 0,0 0,1-1,-1 1,1-1,0 1,0-1,0 0,1-1,-1 1,1-1,-1 0,1 0,0 0,0-1,-1 1,1-1,0-1,0 1,1-1,-1 1,0-1,0-1,0 1,0-1,0 0,0 0,3-1,3-5,0 1,0-2,-1 1,0-2,-1 1,1-1,-2-1,1 1,-1-1,-1-1,0 0,0 0,-1 0,0-1,-1 0,-1 0,0 0,0 0,0-7,1 5,-37 155,31-138,1 0,0 0,0 0,0 0,0 0,0 1,0-1,1 0,-1 0,1 0,0 0,0-1,0 1,0 0,1 0,-1 0,1-1,0 1,0-1,-1 1,2-1,-1 0,0 0,0 0,1 0,-1 0,1 0,-1-1,1 1,0-1,0 0,0 0,-1 0,1 0,0 0,0-1,0 1,1-1,1 0,18-2</inkml:trace>
  <inkml:trace contextRef="#ctx0" brushRef="#br0" timeOffset="3681.524">2861 160,'-14'14,"-4"13,0 10,4-3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09.9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1 160,'310'-21,"151"14,117-5,213-16,68 7,329-15,232 4,560 29,-366 4,-913 12,-34-3,-513-7,-136 5,-28-6</inkml:trace>
  <inkml:trace contextRef="#ctx0" brushRef="#br0" timeOffset="802.371">1057 374,'-6'98,"-4"0,-4 0,-22 77,17-81,18-93,1 0,-1 0,1 0,-1 0,1 0,-1 0,1 0,0 0,0 1,-1-1,1 0,0 0,0 0,0 0,0 0,0 0,1 0,-1 1,0-1,0 0,1 0,-1 0,1 0,-1 0,1 0,-1 0,1 0,-1 0,1 0,0-1,0 1,-1 0,1 0,0-1,0 1,0 0,0-1,0 1,0-1,0 1,0-1,0 1,0-1,0 0,0 0,0 1,1-1,-1 0,0 0,0 0,0 0,0 0,0-1,1 1,131-64,-111 54,0 1,1 2,0 0,1 2,6-1,-5 3</inkml:trace>
  <inkml:trace contextRef="#ctx0" brushRef="#br0" timeOffset="1056.707">1338 762,'-5'-16,"-1"-7,-2-3,-2 6,1 13,1 15,1 17,1 15,1 13,4 7,7 3,7 2,6-3,-1-11</inkml:trace>
  <inkml:trace contextRef="#ctx0" brushRef="#br0" timeOffset="28549.748">2085 535,'0'23,"0"16,3 11,0 4,2-1,1-7,0-9,1-9,-2-8</inkml:trace>
  <inkml:trace contextRef="#ctx0" brushRef="#br0" timeOffset="29250.108">2019 347,'51'16,"-8"-6,2 0,1 1,-1 2,-1 3,36 17,-72-29,0 0,-1 0,0 0,0 1,0 1,0-1,-1 1,0 0,0 0,0 1,-1 0,0 0,-1 0,1 1,-1-1,-1 1,0 0,0 0,0 0,-1 1,0-1,0 1,-1-1,-1 1,1-1,-1 1,-1 0,-29 124,29-132,1 0,-1 0,1 0,0 0,0 0,-1 0,1 0,0 0,0 0,0 0,0 0,0 0,0 0,1 0,-1 1,0-1,0 0,1 0,-1 0,1 0,-1 0,1-1,-1 1,1 0,0 0,-1 0,1 0,0-1,0 1,-1 0,1 0,0-1,0 1,0-1,0 1,0-1,0 1,0-1,0 0,0 1,0-1,0 0,0 0,0 0,0 0,0 0,0 0,2 0,52-13,-41 7,1-1,-1-1,-1 0,1-1,-2-1,1 0,-1 0,-1-1,0-1,0 0,-1 0,-1-1,0-1,0 1,-2-1,0-1,3-7,-10 15,-8 26,6-13,-1 1,1 0,1 0,-1-1,1 1,0 0,1 0,0 0,0 0,0 0,1 0,0 0,1 0,-1 0,1 0,0-1,1 1,0-1,0 1,0-1,1 0,0 0,0-1,0 1,1-1,0 0,0 0,0 0,1-1,-1 0,1 0,0 0,0-1,1 0,-1 0,3 1,-4-3,1 0,0 1,0-2,0 1,-1-1,1 0,0 0,0 0,0-1,0 0,-1 0,1-1,0 1,-1-1,1-1,-1 1,0-1,0 0,0 0,0 0,0-1,0 1,-1-1,0 0,0-1,0 1,0-1,-1 0,0 0,0 0,0 0,0-1,6-21,-1 0,-2-1,0 0,-2 0,-1 0,-2-1,0 1,-4-26,3 19,-16-224,15 255,-1 16,2 24,24 329,-23-317,-1-22,0-1,2 0,1 0,1 0,1 0,3 6,27 17,-16-37</inkml:trace>
  <inkml:trace contextRef="#ctx0" brushRef="#br0" timeOffset="29470.52">2848 280,'-13'-2,"-10"-1,4 2,14 5,22 2,26 4,26-1,20 3,8 4,-12 0</inkml:trace>
  <inkml:trace contextRef="#ctx0" brushRef="#br0" timeOffset="30116.624">3263 816,'13'-23,"-1"-1,0-1,-2 1,-1-2,-1 1,-1-1,-1-1,-1 1,-2-1,0 1,-2-18,-1 42,1-1,-1 0,0 0,0 0,0 0,0 0,-1 0,1 0,-1 0,0 1,0-1,0 0,0 1,0-1,0 0,-1 1,0-1,1 1,-1 0,0-1,0 1,0 0,0 0,0 1,-1-1,-1-1,3 3,-1 1,1-1,0 0,0 1,0 0,0-1,0 1,0 0,0-1,0 1,0 0,0 0,0 0,0 0,0 0,1 0,-1 0,0 0,1 0,-1 0,1 0,-1 0,1 1,0-1,-1 0,1 0,0 0,0 1,0-1,0 0,0 0,0 1,0-1,0 0,1 0,-1 1,0-1,1 0,-1 0,1 0,-1 0,1 0,0 0,-1 1,1-1,0-1,0 1,-1 0,1 0,0 0,0 0,0-1,1 1,7 6,0-1,0-1,1 0,-1 0,1-1,1 0,-1-1,0 0,1-1,-1 0,6 1,26 5,-38-7,1 0,0 0,-1 1,1-1,-1 1,1 0,-1 0,0 0,1 1,-1-1,0 1,-1 0,1 0,-1 1,1-1,-1 1,0-1,0 1,0 0,-1 0,0 1,1-1,-1 0,-1 1,1 0,1 12,0 1,-2-1,0 1,-1 0,0-1,-2 3,1 65,1-83,1 0,-1 1,1-1,-1 1,1-1,0 0,0 1,0-1,0 0,0 0,1 1,-1-1,1 0,-1-1,1 1,0 0,-1 0,1-1,0 1,0-1,0 1,1-1,-1 0,0 0,0 0,1 0,-1 0,1-1,-1 1,0-1,1 1,-1-1,1 0,-1 0,1 0,1-1,11 0,0-2,0 0,0 0,-1-2,1 1,-1-2,-1 0,1-1,-1 0,0-1,0 0,-1-1,9-9,-20 18,-1-1,1 1,-1 0,1 0,0 0,-1-1,1 1,-1 0,1 0,-1 0,1 0,-1 0,1 0,0 0,-1 0,1 0,-1 0,1 0,-1 1,1-1,-1 0,1 0,-1 1,1-1,-1 0,1 0,-1 1,1-1,-1 1,1-1,-1 0,0 1,1-1,-1 1,0-1,1 1,-1-1,0 1,0-1,1 1,-1-1,0 1,0-1,0 1,0 0,0-1,0 1,0-1,0 1,0-1,0 1,0 0,0-1,0 1,0-1,-1 1,1-1,0 1,0-1,-1 1,1-1,0 1,-1-1,1 1,0-1,-1 1,2 12,0-9,1 0,0 0,0-1,1 1,-1-1,1 1,-1-1,1 0,0 0,1 0,-1-1,0 1,1-1,-1 1,1-1,0 0,0-1,0 1,0-1,0 0,0 1,0-2,0 1,1 0,-1-1,0 0,0 0,1 0,-1-1,0 1,0-1,0 0,0 0,0-1,0 1,0-1,0 0,0 0,-1 0,1 0,-1-1,1 1,-1-1,1-1,0-3,-1 0,0 0,0 0,-1 0,0-1,0 1,-1-1,0 0,0 1,-1-1,0 0,0 0,0 1,-1-1,-1 0,1 1,-1-1,-1 1,1 0,-1 0,0 0,-1 0,-1-2,3 5,0 0,0 0,-1 0,1 0,-1 0,0 1,0-1,0 1,-1 0,1 0,-1 0,0 1,1-1,-1 1,0 0,-1 0,1 0,0 0,0 1,-1 0,1 0,-1 0,1 0,-1 1,0 0,1 0,-1 0,1 0,-1 1,1 0,-1 0,1 0,-1 0,1 1,0-1,0 1,0 0,0 1,0-1,0 1,0 0,0 0,0 0,1 0,-1 0,1 1,0 0,0-1,0 1,1 0,-1 1,1-1,0 0,0 1,1-1,-1 1,1-1,0 1,0 0,1 0,-1-1,1 1,0 0,0 0,1-1,-1 1,1 0,0 0,0-1,1 1,0-1,-1 1,1-1,1 0,-1 1,1-1,-1 0,1-1,2 3,17 9</inkml:trace>
  <inkml:trace contextRef="#ctx0" brushRef="#br0" timeOffset="30371.984">4078 334,'-14'-2,"-8"3,-4 7,1 8,4 9,9 6,12 8,12 6,3-5</inkml:trace>
  <inkml:trace contextRef="#ctx0" brushRef="#br0" timeOffset="30770.434">4158 816,'1'2,"0"0,0 0,1 0,-1 0,1-1,-1 1,1 0,0-1,-1 1,1-1,0 1,0-1,0 0,0 0,0 0,0 0,1 0,-1 0,0-1,0 1,1-1,-1 1,0-1,1 0,-1 0,0 0,1 0,-1-1,0 1,0-1,1 1,-1-1,0 0,0 1,0-1,1-1,-1 1,0 0,-1 0,3-2,4-8,-1 0,0-1,0 0,-1-1,-1 1,0-1,-1 0,0 0,-1 0,0-1,-1 1,-1-1,0 1,-1-6,0 17,2-9,-1 0,0 0,-1 0,0 0,-1 0,0 0,0 0,-1 0,-1 0,0 0,-3-5,6 17,0-1,0 1,0 0,0 0,0 0,0-1,-1 1,1 0,0 0,0-1,-1 1,1 0,-1-1,1 1,0 0,-1-1,0 1,1-1,-1 1,1-1,-1 1,0-1,1 1,-1-1,0 1,1-1,-1 0,0 0,1 1,-1-1,0 0,0 0,0 0,1 0,-1 0,0 0,0 0,0 0,1 0,-1 0,0 0,0 0,1 0,-1-1,0 1,0 0,1-1,-1 1,0-1,1 1,-1 0,0-1,1 1,-1-1,1 0,-1 1,1-1,-1 1,1-1,0 0,-1 0,1 1,0-1,-1 0,1 1,0-1,0 0,-1 0,3 5,0 0,0-1,1 1,-1 0,1-1,-1 0,1 1,0-1,1 0,-1-1,0 1,1-1,-1 1,1-1,0 0,0 0,0-1,0 1,0-1,0 0,0 0,0 0,1 0,0-1,0 1,165 38,-167-38,0 0,0 0,0 1,0-1,-1 1,1 0,0-1,-1 1,1 0,-1 0,0 1,0-1,0 1,0-1,0 1,0-1,-1 1,1 0,-1 0,0 0,0 0,0 0,0 0,0 0,-1 0,0 0,1 0,-1 0,0 1,0-1,-1 0,0 2,1 31,6 80,-5-111,0-1,1 1,-1-1,1 1,-1-1,1 0,1 0,-1 0,0 0,1 0,0 0,0-1,0 1,1-1,-1 0,1 0,-1 0,1-1,0 1,0-1,0 0,4 2,-5-3,1-1,0 1,0-1,-1 1,1-1,0 0,-1-1,1 1,0-1,0 1,-1-1,1 0,-1 0,1-1,-1 1,1-1,-1 0,0 0,0 0,0 0,0 0,0-1,1-1,17-13</inkml:trace>
  <inkml:trace contextRef="#ctx0" brushRef="#br0" timeOffset="31020.765">4813 668,'-9'19,"-3"9,0 4,3 0,5-3,5-5,5-3,4-5,2-4,1-3,1-4,1-4,-3-3</inkml:trace>
  <inkml:trace contextRef="#ctx0" brushRef="#br0" timeOffset="31271.518">4787 361,'-7'7,"2"4,3 1</inkml:trace>
  <inkml:trace contextRef="#ctx0" brushRef="#br0" timeOffset="31549.773">5896 227,'-20'4,"-14"12,-11 15,-3 19,1 17,6 16,11 8,14 4,20-4,20-10,19-15,17-16,11-16,-6-14</inkml:trace>
  <inkml:trace contextRef="#ctx0" brushRef="#br0" timeOffset="32037.47">6324 561,'3'11,"-3"-9,-17-11,10 7,0 0,0 1,0 0,0 1,0-1,-1 1,1 1,0-1,0 1,0 0,0 1,0 0,0 0,1 0,-1 1,-2 2,5-4,0 1,0 0,1 1,-1-1,1 0,0 1,0 0,0 0,0 0,0 0,1 0,-1 1,1-1,0 1,0-1,0 1,1 0,-1 0,1 0,0 0,0 0,0 0,0 0,1 0,0 0,0 0,0 1,1 2,0-2,0 0,1 0,-1-1,1 1,0-1,1 0,-1 1,1-1,0 0,0 0,0-1,1 1,-1-1,1 1,0-1,0 0,0-1,0 1,0-1,1 0,-1 0,1 0,1 0,112 25,-97-26,0 0,0-2,0 0,0-1,0-1,0-1,-1-1,0 0,16-8,-25 9,-1 0,0-1,-1 0,1-1,-1 0,0-1,-1 1,1-2,-1 1,-1-1,1 0,-1-1,-1 0,0 0,0 0,-1-1,0 0,0 0,0-4,-14 53,9-34,0-1,0 1,1 0,0 0,0-1,0 1,0-1,1 1,0-1,0 1,0-1,0 0,1 0,0 0,-1 0,2-1,-1 1,0-1,1 1,-1-1,1 0,0-1,0 1,0-1,0 1,0-1,1-1,-1 1,1 0,4 0,20 4</inkml:trace>
  <inkml:trace contextRef="#ctx0" brushRef="#br0" timeOffset="32285.808">6778 294,'5'16,"12"12,18 4,2-5</inkml:trace>
  <inkml:trace contextRef="#ctx0" brushRef="#br0" timeOffset="32520.181">7420 588,'-136'-61,"128"58,-1 0,1 1,-1 1,1-1,-1 1,0 1,1 0,-1 0,0 1,1 0,-1 0,1 1,-1 0,1 0,-8 4,11-3,0 0,1 0,-1 0,1 1,0 0,0-1,0 2,0-1,1 0,-1 1,1 0,1-1,-1 1,0 0,1 1,0-1,0 0,1 1,0-1,0 1,0-1,0 1,1-1,0 5,0-1,0-1,1 1,0-1,0 1,1-1,0 0,1 0,0 0,0 0,0 0,1 0,1-1,-1 0,1 1,0-2,1 1,6 3,1-1,1-1,0 0,0-1,0-1,1 0,0-1,0 0,0-1,0-1,1-1,0 0,-1-1,1 0,0-1,0-1,-1-1,1 0,0-1,12-4,25-5</inkml:trace>
  <inkml:trace contextRef="#ctx0" brushRef="#br0" timeOffset="32683.743">7754 748,'3'0,"2"0,3 0,0 0</inkml:trace>
  <inkml:trace contextRef="#ctx0" brushRef="#br0" timeOffset="33701.113">8516 628,'-9'-3,"-1"0,1 0,-1 1,0 1,0 0,0 0,0 1,0 0,0 0,0 1,0 1,0 0,0 0,0 1,1 0,-1 0,1 1,0 1,0 0,1 0,-1 0,1 1,0 0,1 1,-1 0,1 0,0 1,7-6,-1-1,0 1,0-1,1 1,-1 0,1-1,-1 1,1 0,0-1,0 1,0 0,0 0,0-1,0 1,0 0,1 0,-1-1,0 1,1 0,0-1,-1 1,1 0,0-1,0 1,0-1,0 0,0 1,0-1,0 0,0 1,0-1,1 0,-1 0,1 0,-1 0,1 0,-1 0,1-1,-1 1,1 0,0-1,-1 1,1-1,0 0,0 1,-1-1,1 0,0 0,0 0,-1-1,1 1,0 0,-1 0,1-1,0 1,13-2,0 0,0-1,0-1,0 0,-1-1,1-1,-1 0,-1 0,1-2,-1 0,0 0,-1-1,0-1,0 0,-1 0,7-9,-9 8,1 0,-1 0,-1-1,0 0,-1 0,0-1,-1 0,0 0,-1-1,-1 0,0 1,0-2,-2 1,0 0,0 0,-2-1,1 1,-2-1,0 1,-1 0,0 0,-1-1,-1 1,0 1,-1-1,-3-7,8 20,-1-1,1 1,0-1,0 1,-1-1,1 1,-1-1,1 1,-1 0,0-1,0 1,0 0,1-1,-1 1,0 0,0 0,-1 0,1 0,0 0,0 0,0 0,-1 0,1 0,-1 1,1-1,0 0,-1 1,1 0,-1-1,1 1,-1 0,1-1,-1 1,1 0,-1 0,0 0,1 1,-1-1,1 0,-1 0,1 1,-1-1,1 1,0-1,-1 1,1 0,-1 0,1 0,0-1,0 1,0 0,-1 0,1 1,-1 0,-3 10,1 1,0 0,0 0,2 0,-1 1,2-1,0 0,0 1,1 0,1-1,0 0,1 1,0 0,0 4,1 0,1 0,0-1,1 1,1-1,1 0,0-1,1 1,1-1,0-1,1 0,1 0,0-1,1 0,1-1,0-1,1 0,1 1,-9-10,1 0,-1 0,0 0,1-1,0 0,-1 0,1 0,0-1,0 0,0-1,0 1,0-1,0-1,0 1,0-1,0 0,0-1,-1 0,1 0,0 0,-1-1,0 0,1 0,-1-1,0 0,-1 0,1 0,-1 0,0-1,0 0,0 0,0-1,-1 0,4-3,-2 0,1-1,-1 0,-1 0,0-1,0 1,-1-1,0 0,-1 0,-1 0,1-1,-2 1,1-2,-2 13,-1 0,1 0,0 0,0 0,0 0,0 0,0 0,-1 0,1 0,0 0,0 0,0 0,0 0,0 0,-1 0,1 0,0 0,0 0,0 0,0-1,0 1,0 0,0 0,-1 0,1 0,0 0,0 0,0 0,0 0,0-1,0 1,0 0,-5 16,4-11,0 0,1-1,0 1,0 0,0-1,1 1,-1 0,1-1,0 1,0-1,1 1,-1-1,1 1,0-1,0 0,1 0,-1 0,1 0,0-1,0 1,0-1,0 1,1-1,-1 0,1 0,0-1,3 2,97 39,-47-30</inkml:trace>
  <inkml:trace contextRef="#ctx0" brushRef="#br0" timeOffset="34422.186">9626 695,'20'-26,"-1"0,-1-1,-1 0,-1-2,-2 0,-1-1,-1 0,-2 0,0-2,-3 1,0-1,-2 0,-2 0,-1-6,-21-36,19 73,-1 0,0-1,0 1,1-1,-1 1,0 0,0 0,0 0,-1-1,1 1,0 0,0 0,-1 0,1 1,0-1,-1 0,1 0,-1 1,1-1,-1 1,1-1,-1 1,1 0,-1 0,0 0,1 0,-1 0,1 0,-1 0,1 0,-1 0,0 1,1-1,-1 1,1-1,-1 1,1-1,0 1,-1 0,1 0,0 0,-1 0,1 0,0 0,-1 0,-7 10,0 0,0 0,1 1,0 0,1 1,0-1,1 1,1 0,0 1,1-1,0 1,1 0,1 0,0 2,-2 2,0 0,2 0,0 0,1 0,1 0,1 0,1 0,0 0,1 0,1-1,1 1,0-1,1 0,1 0,1-1,0 0,1 0,1-1,0 0,1 0,7 6,-15-19,0 1,0 0,1-1,-1 0,1 1,0-1,-1-1,1 1,0-1,0 1,0-1,0 0,0 0,0-1,1 0,-1 1,0-1,0 0,0-1,0 1,1-1,-1 0,0 0,0 0,0-1,0 1,-1-1,1 0,0 0,-1 0,1 0,-1-1,0 0,0 1,0-1,0 0,12-13,-1-1,-1 0,0-1,-2 0,7-14,18-27,-31 57,-7 15,-9 24,10-32,0-2,-1-1,1 1,1 0,-1 0,0 0,1 0,-1 0,1 0,0 0,0 0,0 0,1 0,-1 0,1 0,0 0,-1 0,1 0,0 0,1 0,-1-1,0 1,1-1,0 1,-1-1,1 1,0-1,0 0,1 0,-1 0,0 0,1 0,-1 0,1-1,-1 1,1-1,0 0,4 2,-1-2,1 1,-1-1,1 0,0 0,0-1,0 0,0 0,-1-1,1 1,0-1,0-1,-1 0,1 0,-1 0,0 0,1-1,-1 0,0-1,0 1,-1-1,1 0,-1-1,0 1,0-1,0 0,-1 0,0 0,0-1,0 0,-1 0,1 0,-1 0,-1 0,2-6,0 3,-1 0,0 0,0-1,-1 1,-1-1,0 0,0 1,-1-10,0 19,-1-1,0 1,1 0,-1 0,0 1,1-1,-1 0,0 0,1 0,-1 0,0 1,1-1,-1 0,0 1,1-1,-1 0,1 1,-1-1,1 1,-1-1,1 1,-1-1,1 1,-1-1,1 1,0-1,-1 1,1 0,0-1,-1 1,1-1,0 1,0 0,0-1,0 1,-1 0,1 0,0-1,0 1,0 0,1-1,-1 1,-5 12,0 0,2 0,0 1,0-1,1 1,0-1,2 1,-1 4,1-13,1 1,-1-1,1 1,0-1,0 0,0 0,1 0,0 0,0 0,0 0,0 0,1 0,0-1,0 1,0-1,0 0,1 0,0 0,0-1,0 1,0-1,3 2,78 21,-40-21</inkml:trace>
  <inkml:trace contextRef="#ctx0" brushRef="#br0" timeOffset="35269.519">10708 561,'-8'-1,"1"1,-1-1,0 1,0 1,0 0,1 0,-1 0,0 1,1 0,-1 1,1-1,0 1,0 1,0-1,0 1,0 1,1-1,0 1,0 0,0 1,0 0,5-4,0 0,0 0,0 1,0-1,1 1,-1-1,1 1,-1-1,1 1,0-1,0 1,0 0,0-1,1 1,-1-1,1 1,-1-1,1 1,0-1,0 0,0 1,0-1,0 0,1 0,-1 0,1 0,-1 0,1 0,0 0,0 0,67 42,-62-41,0 1,1-2,-1 1,1-1,0 0,-1-1,1 0,0 0,0-1,0 0,0 0,0-1,0 0,0 0,-1-1,1 0,0 0,-1-1,0 0,1 0,-1 0,0-1,-1-1,1 1,-1-1,0 0,5-5,-5-2,1 0,-2-1,1 0,-2 0,0 0,0 0,-1-1,-1 0,-1 1,1-1,-2 0,0 0,-1 0,-1-6,3-58,-1 77,1 0,0 0,0 0,0 0,0 0,0 1,0-1,1 0,-1 0,0 1,0-1,0 1,1-1,-1 1,0 0,1-1,-1 1,0 0,1 0,-1 0,0 0,1 0,-1 0,0 0,1 0,-1 1,0-1,1 1,-1-1,0 1,0-1,1 1,-1-1,0 1,0 0,0 0,0 0,0 0,0 0,0 0,0 1,7 2,158 60,-162-62,-1 0,0 0,0 0,0 0,0 0,0 1,-1 0,1-1,-1 1,1 0,-1 0,0 0,0 0,-1 1,1-1,-1 0,1 1,-1-1,0 1,0 0,-1-1,1 1,-1 0,0-1,0 1,0 0,0-1,-1 2,-1 30,1-28,0 1,0-1,1 1,0 0,1-1,-1 1,1-1,1 1,0-1,0 0,0 1,-1-6,0 0,1 0,-1 0,0-1,1 1,-1 0,1-1,0 1,-1-1,1 1,0-1,0 0,0 0,0 0,0 0,0 0,0 0,0 0,0-1,1 1,-1-1,0 0,0 0,1 0,-1 0,0 0,0 0,1 0,-1-1,0 1,0-1,0 1,0-1,1 0,-1 0,0 0,67-48,-61 39,0 0,-1-1,-1 0,0 0,0-1,-1 0,-1 0,0 0,-1 0,0-1,0 1,-2-2,-4 33,-4 92,7-108,0 1,1 0,-1 0,1-1,0 1,0 0,1-1,-1 1,1-1,-1 1,1-1,0 0,0 0,1 0,-1 0,1 0,-1 0,1-1,0 1,0-1,0 0,0 0,1 0,-1 0,0-1,1 1,2 0,-1-1,1 0,-1 0,0 0,0-1,1 0,-1 0,0 0,1-1,-1 0,0 0,0 0,0-1,0 1,0-1,0 0,0-1,-1 1,1-1,-1 0,0 0,1-1,-2 1,1-1,0 0,-1 0,1 0,0-2,5-6,-1 0,0-1,-1 0,0-1,-1 1,-1-1,0 0,-1-1,1-2,2-30,-15 86,7-30,0 0,1-1,0 1,1 0,0 0,0 0,1-1,0 1,1-1,0 1,0-1,0 0,1 0,1 0,-1-1,1 1,0-1,1 0,0-1,0 1,0-1,1 0,0-1,0 1,0-2,1 1,0-1,0 0,5 2,19 1</inkml:trace>
  <inkml:trace contextRef="#ctx0" brushRef="#br0" timeOffset="35853.942">10414 0,'638'58,"827"46,-1316-103,-158 5,-5 0</inkml:trace>
  <inkml:trace contextRef="#ctx0" brushRef="#br0" timeOffset="36349.666">12058 361,'14'25,"11"26,10 23,5 17,-3 9,-10 6,-21-2,-30-7,-10-20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47.4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37,'23'-2,"21"-3,16-4,10 1,4 1,-3 2,-10 4,-15 5,-15 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47.6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24,'16'0,"16"0,19 0,19-2,16-3,9-3,-12-1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48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203 629,'-1'-4,"0"1,1-1,-1 0,-1 1,1-1,0 1,-1-1,0 1,0 0,0 0,0 0,0 0,-1 0,1 0,-1 0,0 1,0-1,0 1,0 0,0 0,0 0,-1 0,1 1,-1-1,1 1,-1 0,0 0,1 0,-1 1,0-1,0 1,1 0,-1 0,0 0,0 0,1 1,-1 0,0 0,1 0,-1 0,0 0,1 1,-1-1,1 1,0 0,0 0,0 0,-2 0,1 1,0-1,0 1,0 0,0 0,0 1,1-1,-1 1,1-1,0 1,0 0,0 0,1 1,-1-1,1 0,0 1,1 0,-1-1,1 1,0 0,0 0,0-1,0 1,1 0,0 0,0 0,1 0,-1 0,1 0,0 0,0 0,1-1,-1 1,1 0,0-1,0 0,1 1,-1-1,1 0,0 0,0 0,1-1,-1 1,4 3,9 0,0 0,0-1,1 0,-1-1,1-1,1-1,-1 0,0-1,1-1,-1-1,0-1,1 0,-1-1,0 0,0-2,15-4,-22 5,0 0,-1 0,1-1,-1 0,1-1,-2 0,1 0,0-1,-1 0,0 0,0-1,-1 0,0-1,0 1,-1-1,0-1,0 1,-1-1,0 0,-1 0,2-5,0 4,-6 29,-1-7,0-3,1 0,0 1,0-1,1 0,0 1,1-1,0 0,1 0,-1 0,2 0,-1-1,1 1,1-1,-1 0,1 0,1 0,-1-1,1 0,4 3,5-2</inkml:trace>
  <inkml:trace contextRef="#ctx0" brushRef="#br0" timeOffset="249.333">604 228,'0'20,"9"15,10 9,2-3</inkml:trace>
  <inkml:trace contextRef="#ctx0" brushRef="#br0" timeOffset="548.534">805 842,'10'-26,"0"0,-2-1,-1 0,-2 0,0-1,-2 0,-1 0,-1-8,-1 32,0 1,0-1,0 0,-1 0,1 1,-1-1,0 0,0 1,-1-1,1 1,-1-1,1 1,-1 0,0-1,-1 1,0-1,3 4,0 1,0-1,0 0,0 0,0 0,0 0,0 0,0 1,0-1,0 0,0 0,0 0,0 0,0 0,0 0,-1 1,1-1,0 0,0 0,0 0,0 0,0 0,0 0,0 0,-1 0,1 0,0 0,0 0,0 0,0 0,0 1,-1-1,1 0,0 0,0 0,0 0,0 0,0 0,-1-1,1 1,0 0,0 0,8 7,0-2,0 1,0-1,1 0,0-1,0 0,0 0,0-1,1 0,3 0,-8-1,34 8,-25-7,0 1,-1 0,0 1,1 0,-2 1,1 0,1 3,-11-7,0 1,0 1,0-1,0 0,-1 1,0 0,0-1,0 1,0 0,0 0,-1 0,0 0,0 0,0 0,0 1,0-1,-1 0,0 1,0-1,0 0,-1 0,1 1,-1-1,0 0,0 0,-1 0,1 0,-1 0,0 0,0 0,0-1,0 1,-3 3,-15 53,20-57,0 0,0 0,1 0,-1-1,1 1,0 0,0 0,0-1,0 1,0-1,0 1,0-1,1 1,0-1,-1 0,1 0,0 1,0-2,0 1,0 0,1 0,-1 0,0-1,1 0,-1 1,1-1,-1 0,1 0,0 0,-1 0,1-1,0 1,0-1,0 0,-1 0,1 0,1 0,31 5</inkml:trace>
  <inkml:trace contextRef="#ctx0" brushRef="#br0" timeOffset="1319.968">1526 669,'-9'-2,"-1"1,0 0,1 1,-1 0,0 1,1 0,-1 0,0 1,-1 1,8-3,0 1,0 0,0 1,0-1,0 1,0-1,0 1,1 0,-1 0,0 0,1 0,0 0,-1 1,1-1,0 1,0-1,0 1,1 0,-1 0,1 0,0 0,-1 0,1 0,0 0,1 0,-1 0,1 1,-1 2,2-1,1 0,0 0,0 0,0-1,0 1,1 0,-1-1,1 0,0 0,1 0,-1 0,1 0,-1 0,1-1,0 0,1 0,-1 0,0 0,1-1,0 1,-1-1,1-1,0 1,0 0,0-1,0 0,0-1,1 1,2-1,7 3,-1-1,1-1,-1 0,1-1,-1 0,1-2,-1 1,1-2,-1 0,0 0,8-5,-14 6,-1-1,0 0,0-1,-1 0,1 0,-1 0,0-1,0 0,0 0,0-1,-1 1,0-1,0 0,-1-1,0 1,0-1,0 0,-1 0,0 0,0 0,-1 0,1-5,1-37,-9 78,4-24,1 0,0 0,0 0,0 0,1 0,0 1,-1-1,2 0,-1-1,1 1,-1 0,1 0,1-1,-1 1,1-1,-1 1,1-1,1 0,-1 0,0-1,1 1,0-1,0 1,0-1,0-1,1 1,-1 0,1-1,0 1,1 0,-1 0,1-1,0 1,0-1,0-1,0 1,0-1,0 0,1-1,-1 1,0-1,0 0,1-1,-1 0,0 0,0 0,0 0,0-1,0 0,0-1,0 1,-1-1,1 0,-1 0,0-1,0 0,0 0,0 0,-1 0,0-1,0 0,0 1,0-2,0 0,14-58,-18 73,0 0,0 0,1-1,1 1,-1 0,1-1,1 1,-1-1,1 0,4 6,-6-11,1 0,0 0,0 0,0-1,0 1,0 0,0-1,1 1,0-1,-1 0,1 0,0 0,0 0,0 0,0-1,0 1,1-1,-1 0,0 0,1 0,-1 0,1-1,-1 0,1 1,-1-1,0 0,1-1,1 1,4-3,1 0,-1 0,1-1,-1 0,0 0,-1-1,1-1,-1 1,0-1,0-1,-1 1,0-1,0-1,-1 1,0-1,0 0,0-1,-1 1,-1-1,1 0,-1 0,-1-1,0 1,0-1,-1 0,0 0,-1-2,-5 39,1-15,0 0,1 0,1 0,0 0,1 0,0 0,0 0,1 0,1 0,0 0,1 0,4 11,1-10</inkml:trace>
  <inkml:trace contextRef="#ctx0" brushRef="#br0" timeOffset="1567.306">2302 361,'2'-4,"1"-2</inkml:trace>
  <inkml:trace contextRef="#ctx0" brushRef="#br0" timeOffset="1920.36">2610 1,'-6'12,"-4"207,-2 254,22-388,-9-82,0 0,0 0,0-1,0 1,0 0,1-1,-1 1,1-1,0 1,0-1,0 0,0 0,0 0,0 0,0 0,1 0,-1 0,1-1,-1 1,1-1,0 0,-1 0,1 0,0 0,0 0,0-1,0 1,3-1,-1 0,1 0,0-1,-1 1,1-1,-1-1,1 1,-1-1,1 0,-1 0,0 0,0-1,0 0,0 0,0 0,-1-1,1 1,-1-1,0 0,0 0,-1-1,1 1,2-5,2-3,-1 0,0 0,-1 0,-1 0,0-1,0 0,-1 0,-1-1,1-5,-3-32,-1 51,0-1,-1 1,1-1,-1 1,1-1,-1 1,1 0,-1-1,1 1,-1 0,1-1,-1 1,1 0,-1 0,0-1,1 1,-1 0,1 0,-1 0,0 0,1 0,-1 0,1 0,-1 0,0 0,1 0,-1 0,0 0,1 1,-1-1,1 0,-1 0,1 1,-1-1,0 0,1 1,-1-1,1 0,0 1,-1-1,1 1,-1-1,1 1,0-1,-1 1,1-1,0 1,-1-1,1 1,0 0,0-1,0 1,-1-1,1 1,0 0,0-1,0 1,0 0,0-1,0 1,0-1,0 1,1 0,-6 9,1 0,0 0,1 0,0 0,0 0,1 1,1-1,0 1,0-1,1 1,0 0,1-1,0 1,1-1,0 1,0-1,1 0,1 0,0 0,1 3,-1-8,0 0,1-1,-1 1,1-1,0 0,0 0,0-1,0 1,1-1,0 0,-1-1,1 1,0-1,0 0,0-1,1 0,-1 0,0 0,0 0,1-1,3 0,22-1</inkml:trace>
  <inkml:trace contextRef="#ctx0" brushRef="#br0" timeOffset="2168.707">2503 241,'13'-2,"23"3,26 5,21 3,9 0,-4-2,-16-1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47.9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79 1,'-1'42,"-1"0,-3-1,-1 1,-2-1,-2 0,-12 33,-2 7,24-79,1 0,1 0,-1 0,0 0,0 0,1-1,-1 1,1 0,-1 0,1-1,0 1,0-1,0 0,0 1,0-1,0 0,0 0,0 0,0-1,0 1,1 0,-1-1,0 1,0-1,1 0,-1 0,0 0,1 0,-1 0,0 0,1-1,-1 1,0-1,0 0,1 0,4 1,93-5,99-19,-149 17</inkml:trace>
  <inkml:trace contextRef="#ctx0" brushRef="#br0" timeOffset="250.33">346 215,'-7'18,"-4"16,-1 12,2 13,3 8,5 3,7-1,5-3,3-5,-1-15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9:14.1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1604 1926,'2'31,"2"0,1 0,2 0,1-1,1 0,8 16,9 34,7 65,-5 3,-7 0,-7 1,-5 34,6 46,-3-93,6-1,19 60,-26-142,-10-45</inkml:trace>
  <inkml:trace contextRef="#ctx0" brushRef="#br0" timeOffset="1">1618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2">1885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3">5896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0,0-1,0 1,1-1,-1 0,0 0,1 0,-1 0,0 0,0 0,1-1,-1 0,1 1,-1-1,0 0,1 0,-1 0,0-1,-13-2,-97-18,0 5,-95 0,166 15</inkml:trace>
  <inkml:trace contextRef="#ctx0" brushRef="#br0" timeOffset="4">2955 187,'26'318,"-5"-116,-4 130,-22 261,-1-426,11-138,-2-28,-1-4</inkml:trace>
  <inkml:trace contextRef="#ctx0" brushRef="#br0" timeOffset="5">3703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6">4572 0,'-9'132,"5"0,6 0,8 15,0 61,-6 75,19 306,-9-411,-17-161,-2-8</inkml:trace>
  <inkml:trace contextRef="#ctx0" brushRef="#br0" timeOffset="7">5348 54,'-16'171,"9"26,8 1,17 99,3-84,3 40,-11 19,-12-229</inkml:trace>
  <inkml:trace contextRef="#ctx0" brushRef="#br0" timeOffset="8">4211 4880,'1'-2,"3"-16,4 21,11 135,26 356,-39-140,17 295,-4-495,-15-131</inkml:trace>
  <inkml:trace contextRef="#ctx0" brushRef="#br0" timeOffset="9">93 2982,'458'-14,"-415"12,97-6,-1 5,6 8,181 42,-312-47,0-1,1-1,-1 0,0-1,0 0,0-1,-1-1,1 0,9-6,-17 9,68-1,-42 5,30 1,-61-4,1 1,-1-1,0 1,1-1,-1 0,1 0,-1 0,0 0,0 0,0 0,0 0,1 0,-1-1,-1 1,1 0,0 0,0-1,0 1,-1-1,1 1,-1-1,1 1,-1-2,4-7</inkml:trace>
  <inkml:trace contextRef="#ctx0" brushRef="#br0" timeOffset="125629.761">0 3984,'68'-6,"0"4,0 2,0 3,-54-2</inkml:trace>
  <inkml:trace contextRef="#ctx0" brushRef="#br0" timeOffset="125630.761">1087 3974,'32'-1,"15"2,1 2,18 5,135 5,-90 1,-31-15,-69 1</inkml:trace>
  <inkml:trace contextRef="#ctx0" brushRef="#br0" timeOffset="11">3235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12">3770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13">4185 3222,'2'18,"6"16,3 8,7 6,7 4,8 1,6-3,5-5,2-8,-1-8,-2-8,-7-9,-9-8,-8-12,-6-4</inkml:trace>
  <inkml:trace contextRef="#ctx0" brushRef="#br0" timeOffset="14">4492 3262,'-9'14,"-10"15,-6 15,-6 11,-4 10,-3 5,0 0,2-4,8-11</inkml:trace>
  <inkml:trace contextRef="#ctx0" brushRef="#br0" timeOffset="15">4866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16">5267 3235,'0'-2,"0"1,-2 6,-1 2</inkml:trace>
  <inkml:trace contextRef="#ctx0" brushRef="#br0" timeOffset="17">5267 3636,'-7'14,"-2"7,3-1,4-3,3-5</inkml:trace>
  <inkml:trace contextRef="#ctx0" brushRef="#br0" timeOffset="18">5589 3436,'13'-20,"10"-14,2-8,0-4,-2 4,-5 7,-6 14,-5 17,-3 18,-3 19,-1 15,-1 12,0 8,2 2,4-5,0-7,0-12</inkml:trace>
  <inkml:trace contextRef="#ctx0" brushRef="#br0" timeOffset="19">2928 2099,'2'19,"1"14,0 9,-1 6,2 0,0-2,0-4,-1-5,-2-5,0-10</inkml:trace>
  <inkml:trace contextRef="#ctx0" brushRef="#br0" timeOffset="20">2915 2487,'-2'-2,"3"-1,4 0,6 0,8 2,7-1,4 2,2 0,-1-3,-3 1,-6-1</inkml:trace>
  <inkml:trace contextRef="#ctx0" brushRef="#br0" timeOffset="21">2902 2033,'9'2,"10"1,8 2,9 2,5 3,-5 0</inkml:trace>
  <inkml:trace contextRef="#ctx0" brushRef="#br0" timeOffset="22">3196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23">3743 2166,'0'11,"0"11,0 9,0 7,-2 7,-1 3,0-1,1-1,0-3,1-6,3-6,3-8,1-8</inkml:trace>
  <inkml:trace contextRef="#ctx0" brushRef="#br0" timeOffset="24">3730 2567,'3'2,"4"1,6 0,6 0,6-2,3 0,0-3,-3-3,-6 0</inkml:trace>
  <inkml:trace contextRef="#ctx0" brushRef="#br0" timeOffset="25">3610 2112,'14'-2,"13"-1,11 0,9 3,3 6,-8 2</inkml:trace>
  <inkml:trace contextRef="#ctx0" brushRef="#br0" timeOffset="26">4011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27">4559 2273,'-2'9,"-1"8,0 7,1 9,0 6,1 3,3 1,3-2,3-4,0-5,-1-9</inkml:trace>
  <inkml:trace contextRef="#ctx0" brushRef="#br0" timeOffset="28">4533 2593,'4'7,"7"3,7-4,8-4,4-5,0-7,-6-1</inkml:trace>
  <inkml:trace contextRef="#ctx0" brushRef="#br0" timeOffset="29">4426 2112,'18'0,"17"0,13 3,6 2,-6 1</inkml:trace>
  <inkml:trace contextRef="#ctx0" brushRef="#br0" timeOffset="30">4866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31">5628 2166,'-7'18,"-2"13,1 8,1 4,4 2,6 0,3-1,4-4,2-3,-1-7,-2-7</inkml:trace>
  <inkml:trace contextRef="#ctx0" brushRef="#br0" timeOffset="32">5561 2540,'5'2,"6"2,7-1,9-1,5 0,3-6,-5-1</inkml:trace>
  <inkml:trace contextRef="#ctx0" brushRef="#br0" timeOffset="33">5495 2046,'13'-2,"17"-1,14 0,8 0,6 2,-9 0</inkml:trace>
  <inkml:trace contextRef="#ctx0" brushRef="#br0" timeOffset="34">5883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35">4037 4091,'10'11,"6"11,6 6,4 6,4 2,1 1,3-3,0-9,-2-8,-1-9,-6-6</inkml:trace>
  <inkml:trace contextRef="#ctx0" brushRef="#br0" timeOffset="36">4546 3984,'-42'38,"25"-20,-13 13,1 3,1 0,-19 32,41-55,-1 1,1 0,1 0,0 0,0 1,2-1,-1 1,2 0,0 0,0 0,1 1,1-1,0 0,1 0,0 1,2-1,0-1,1 1,1 0,0-1,0 0,1 0,1-1,0 0,0 0,1 0,7 6,8 10</inkml:trace>
  <inkml:trace contextRef="#ctx0" brushRef="#br0" timeOffset="37">2140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40,-4-27,2 0,1 0,2 0,1-1,8 21,3-23,-12-25</inkml:trace>
  <inkml:trace contextRef="#ctx0" brushRef="#br0" timeOffset="38">2059 2888,'0'2,"5"1,10 0,12 0,15-2,11-4,11-5,4-3,-2-2,-11 2</inkml:trace>
  <inkml:trace contextRef="#ctx0" brushRef="#br0" timeOffset="39">2166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0,-1 0,1-1,0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9:22.0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1604 1926,'2'31,"2"0,1 0,2 0,1-1,1 0,8 16,9 34,7 65,-5 3,-7 0,-7 1,-5 34,6 46,-3-93,6-1,19 60,-26-142,-10-45</inkml:trace>
  <inkml:trace contextRef="#ctx0" brushRef="#br0" timeOffset="1">1618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2">1885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3">5896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0,0-1,0 1,1-1,-1 0,0 0,1 0,-1 0,0 0,0 0,1-1,-1 0,1 1,-1-1,0 0,1 0,-1 0,0-1,-13-2,-97-18,0 5,-95 0,166 15</inkml:trace>
  <inkml:trace contextRef="#ctx0" brushRef="#br0" timeOffset="4">2955 187,'26'318,"-5"-116,-4 130,-22 261,-1-426,11-138,-2-28,-1-4</inkml:trace>
  <inkml:trace contextRef="#ctx0" brushRef="#br0" timeOffset="5">3703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6">4572 0,'-9'132,"5"0,6 0,8 15,0 61,-6 75,19 306,-9-411,-17-161,-2-8</inkml:trace>
  <inkml:trace contextRef="#ctx0" brushRef="#br0" timeOffset="7">5348 54,'-16'171,"9"26,8 1,17 99,3-84,3 40,-11 19,-12-229</inkml:trace>
  <inkml:trace contextRef="#ctx0" brushRef="#br0" timeOffset="8">4211 4880,'1'-2,"3"-16,4 21,11 135,26 356,-39-140,17 295,-4-495,-15-131</inkml:trace>
  <inkml:trace contextRef="#ctx0" brushRef="#br0" timeOffset="9">93 2982,'458'-14,"-415"12,97-6,-1 5,6 8,181 42,-312-47,0-1,1-1,-1 0,0-1,0 0,0-1,-1-1,1 0,9-6,-17 9,68-1,-42 5,30 1,-61-4,1 1,-1-1,0 1,1-1,-1 0,1 0,-1 0,0 0,0 0,0 0,0 0,1 0,-1-1,-1 1,1 0,0 0,0-1,0 1,-1-1,1 1,-1-1,1 1,-1-2,4-7</inkml:trace>
  <inkml:trace contextRef="#ctx0" brushRef="#br0" timeOffset="115559.791">0 3984,'68'-6,"0"4,-34 2</inkml:trace>
  <inkml:trace contextRef="#ctx0" brushRef="#br0" timeOffset="115560.791">971 3981,'54'-3,"-7"0,0 1,0 3,1 2,18 5,135 5,-90 1,-31-15,-69 1</inkml:trace>
  <inkml:trace contextRef="#ctx0" brushRef="#br0" timeOffset="11">3235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12">3770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13">4185 3222,'2'18,"6"16,3 8,7 6,7 4,8 1,6-3,5-5,2-8,-1-8,-2-8,-7-9,-9-8,-8-12,-6-4</inkml:trace>
  <inkml:trace contextRef="#ctx0" brushRef="#br0" timeOffset="14">4492 3262,'-9'14,"-10"15,-6 15,-6 11,-4 10,-3 5,0 0,2-4,8-11</inkml:trace>
  <inkml:trace contextRef="#ctx0" brushRef="#br0" timeOffset="15">4866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16">5267 3235,'0'-2,"0"1,-2 6,-1 2</inkml:trace>
  <inkml:trace contextRef="#ctx0" brushRef="#br0" timeOffset="17">5267 3636,'-7'14,"-2"7,3-1,4-3,3-5</inkml:trace>
  <inkml:trace contextRef="#ctx0" brushRef="#br0" timeOffset="18">5589 3436,'13'-20,"10"-14,2-8,0-4,-2 4,-5 7,-6 14,-5 17,-3 18,-3 19,-1 15,-1 12,0 8,2 2,4-5,0-7,0-12</inkml:trace>
  <inkml:trace contextRef="#ctx0" brushRef="#br0" timeOffset="19">2928 2099,'2'19,"1"14,0 9,-1 6,2 0,0-2,0-4,-1-5,-2-5,0-10</inkml:trace>
  <inkml:trace contextRef="#ctx0" brushRef="#br0" timeOffset="20">2915 2487,'-2'-2,"3"-1,4 0,6 0,8 2,7-1,4 2,2 0,-1-3,-3 1,-6-1</inkml:trace>
  <inkml:trace contextRef="#ctx0" brushRef="#br0" timeOffset="21">2902 2033,'9'2,"10"1,8 2,9 2,5 3,-5 0</inkml:trace>
  <inkml:trace contextRef="#ctx0" brushRef="#br0" timeOffset="22">3196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23">3743 2166,'0'11,"0"11,0 9,0 7,-2 7,-1 3,0-1,1-1,0-3,1-6,3-6,3-8,1-8</inkml:trace>
  <inkml:trace contextRef="#ctx0" brushRef="#br0" timeOffset="24">3730 2567,'3'2,"4"1,6 0,6 0,6-2,3 0,0-3,-3-3,-6 0</inkml:trace>
  <inkml:trace contextRef="#ctx0" brushRef="#br0" timeOffset="25">3610 2112,'14'-2,"13"-1,11 0,9 3,3 6,-8 2</inkml:trace>
  <inkml:trace contextRef="#ctx0" brushRef="#br0" timeOffset="26">4011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27">4559 2273,'-2'9,"-1"8,0 7,1 9,0 6,1 3,3 1,3-2,3-4,0-5,-1-9</inkml:trace>
  <inkml:trace contextRef="#ctx0" brushRef="#br0" timeOffset="28">4533 2593,'4'7,"7"3,7-4,8-4,4-5,0-7,-6-1</inkml:trace>
  <inkml:trace contextRef="#ctx0" brushRef="#br0" timeOffset="29">4426 2112,'18'0,"17"0,13 3,6 2,-6 1</inkml:trace>
  <inkml:trace contextRef="#ctx0" brushRef="#br0" timeOffset="30">4866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31">5628 2166,'-7'18,"-2"13,1 8,1 4,4 2,6 0,3-1,4-4,2-3,-1-7,-2-7</inkml:trace>
  <inkml:trace contextRef="#ctx0" brushRef="#br0" timeOffset="32">5561 2540,'5'2,"6"2,7-1,9-1,5 0,3-6,-5-1</inkml:trace>
  <inkml:trace contextRef="#ctx0" brushRef="#br0" timeOffset="33">5495 2046,'13'-2,"17"-1,14 0,8 0,6 2,-9 0</inkml:trace>
  <inkml:trace contextRef="#ctx0" brushRef="#br0" timeOffset="34">5883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35">4037 4091,'10'11,"6"11,6 6,4 6,4 2,1 1,3-3,0-9,-2-8,-1-9,-6-6</inkml:trace>
  <inkml:trace contextRef="#ctx0" brushRef="#br0" timeOffset="36">4546 3984,'-42'38,"25"-20,-13 13,1 3,1 0,-19 32,41-55,-1 1,1 0,1 0,0 0,0 1,2-1,-1 1,2 0,0 0,0 0,1 1,1-1,0 0,1 0,0 1,2-1,0-1,1 1,1 0,0-1,0 0,1 0,1-1,0 0,0 0,1 0,7 6,8 10</inkml:trace>
  <inkml:trace contextRef="#ctx0" brushRef="#br0" timeOffset="37">2140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40,-4-27,2 0,1 0,2 0,1-1,8 21,3-23,-12-25</inkml:trace>
  <inkml:trace contextRef="#ctx0" brushRef="#br0" timeOffset="38">2059 2888,'0'2,"5"1,10 0,12 0,15-2,11-4,11-5,4-3,-2-2,-11 2</inkml:trace>
  <inkml:trace contextRef="#ctx0" brushRef="#br0" timeOffset="39">2166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0,-1 0,1-1,0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9:22.1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1604 1926,'2'31,"2"0,1 0,2 0,1-1,1 0,8 16,9 34,7 65,-5 3,-7 0,-7 1,-5 34,6 46,-3-93,6-1,19 60,-26-142,-10-45</inkml:trace>
  <inkml:trace contextRef="#ctx0" brushRef="#br0" timeOffset="1">1618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2">1885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3">5896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0,0-1,0 1,1-1,-1 0,0 0,1 0,-1 0,0 0,0 0,1-1,-1 0,1 1,-1-1,0 0,1 0,-1 0,0-1,-13-2,-97-18,0 5,-95 0,166 15</inkml:trace>
  <inkml:trace contextRef="#ctx0" brushRef="#br0" timeOffset="4">2955 187,'26'318,"-5"-116,-4 130,-22 261,-1-426,11-138,-2-28,-1-4</inkml:trace>
  <inkml:trace contextRef="#ctx0" brushRef="#br0" timeOffset="5">3703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6">4572 0,'-9'132,"5"0,6 0,8 15,0 61,-6 75,19 306,-9-411,-17-161,-2-8</inkml:trace>
  <inkml:trace contextRef="#ctx0" brushRef="#br0" timeOffset="7">5348 54,'-16'171,"9"26,8 1,17 99,3-84,3 40,-11 19,-12-229</inkml:trace>
  <inkml:trace contextRef="#ctx0" brushRef="#br0" timeOffset="8">4211 4880,'1'-2,"3"-16,4 21,11 135,26 356,-39-140,17 295,-4-495,-15-131</inkml:trace>
  <inkml:trace contextRef="#ctx0" brushRef="#br0" timeOffset="89050.874">1314 3003,'30'4,"-16"-4,0-1,1-1,-1 0,0-1,0 0,0-1,-1-1,1 0,9-6,-17 9,68-1,-42 5,30 1,-61-4,1 1,-1-1,0 1,1-1,-1 0,1 0,-1 0,0 0,0 0,0 0,0 0,1 0,-1-1,-1 1,1 0,0 0,0-1,0 1,-1-1,1 1,-1-1,1 1,-1-2,4-7</inkml:trace>
  <inkml:trace contextRef="#ctx0" brushRef="#br0" timeOffset="89049.876">1207 3977,'7'0,"59"8,135 5,-90 1,-31-15,-69 1</inkml:trace>
  <inkml:trace contextRef="#ctx0" brushRef="#br0" timeOffset="11">3235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12">3770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13">4185 3222,'2'18,"6"16,3 8,7 6,7 4,8 1,6-3,5-5,2-8,-1-8,-2-8,-7-9,-9-8,-8-12,-6-4</inkml:trace>
  <inkml:trace contextRef="#ctx0" brushRef="#br0" timeOffset="14">4492 3262,'-9'14,"-10"15,-6 15,-6 11,-4 10,-3 5,0 0,2-4,8-11</inkml:trace>
  <inkml:trace contextRef="#ctx0" brushRef="#br0" timeOffset="15">4866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16">5267 3235,'0'-2,"0"1,-2 6,-1 2</inkml:trace>
  <inkml:trace contextRef="#ctx0" brushRef="#br0" timeOffset="17">5267 3636,'-7'14,"-2"7,3-1,4-3,3-5</inkml:trace>
  <inkml:trace contextRef="#ctx0" brushRef="#br0" timeOffset="18">5589 3436,'13'-20,"10"-14,2-8,0-4,-2 4,-5 7,-6 14,-5 17,-3 18,-3 19,-1 15,-1 12,0 8,2 2,4-5,0-7,0-12</inkml:trace>
  <inkml:trace contextRef="#ctx0" brushRef="#br0" timeOffset="19">2928 2099,'2'19,"1"14,0 9,-1 6,2 0,0-2,0-4,-1-5,-2-5,0-10</inkml:trace>
  <inkml:trace contextRef="#ctx0" brushRef="#br0" timeOffset="20">2915 2487,'-2'-2,"3"-1,4 0,6 0,8 2,7-1,4 2,2 0,-1-3,-3 1,-6-1</inkml:trace>
  <inkml:trace contextRef="#ctx0" brushRef="#br0" timeOffset="21">2902 2033,'9'2,"10"1,8 2,9 2,5 3,-5 0</inkml:trace>
  <inkml:trace contextRef="#ctx0" brushRef="#br0" timeOffset="22">3196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23">3743 2166,'0'11,"0"11,0 9,0 7,-2 7,-1 3,0-1,1-1,0-3,1-6,3-6,3-8,1-8</inkml:trace>
  <inkml:trace contextRef="#ctx0" brushRef="#br0" timeOffset="24">3730 2567,'3'2,"4"1,6 0,6 0,6-2,3 0,0-3,-3-3,-6 0</inkml:trace>
  <inkml:trace contextRef="#ctx0" brushRef="#br0" timeOffset="25">3610 2112,'14'-2,"13"-1,11 0,9 3,3 6,-8 2</inkml:trace>
  <inkml:trace contextRef="#ctx0" brushRef="#br0" timeOffset="26">4011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27">4559 2273,'-2'9,"-1"8,0 7,1 9,0 6,1 3,3 1,3-2,3-4,0-5,-1-9</inkml:trace>
  <inkml:trace contextRef="#ctx0" brushRef="#br0" timeOffset="28">4533 2593,'4'7,"7"3,7-4,8-4,4-5,0-7,-6-1</inkml:trace>
  <inkml:trace contextRef="#ctx0" brushRef="#br0" timeOffset="29">4426 2112,'18'0,"17"0,13 3,6 2,-6 1</inkml:trace>
  <inkml:trace contextRef="#ctx0" brushRef="#br0" timeOffset="30">4866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31">5628 2166,'-7'18,"-2"13,1 8,1 4,4 2,6 0,3-1,4-4,2-3,-1-7,-2-7</inkml:trace>
  <inkml:trace contextRef="#ctx0" brushRef="#br0" timeOffset="32">5561 2540,'5'2,"6"2,7-1,9-1,5 0,3-6,-5-1</inkml:trace>
  <inkml:trace contextRef="#ctx0" brushRef="#br0" timeOffset="33">5495 2046,'13'-2,"17"-1,14 0,8 0,6 2,-9 0</inkml:trace>
  <inkml:trace contextRef="#ctx0" brushRef="#br0" timeOffset="34">5883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35">4037 4091,'10'11,"6"11,6 6,4 6,4 2,1 1,3-3,0-9,-2-8,-1-9,-6-6</inkml:trace>
  <inkml:trace contextRef="#ctx0" brushRef="#br0" timeOffset="36">4546 3984,'-42'38,"25"-20,-13 13,1 3,1 0,-19 32,41-55,-1 1,1 0,1 0,0 0,0 1,2-1,-1 1,2 0,0 0,0 0,1 1,1-1,0 0,1 0,0 1,2-1,0-1,1 1,1 0,0-1,0 0,1 0,1-1,0 0,0 0,1 0,7 6,8 10</inkml:trace>
  <inkml:trace contextRef="#ctx0" brushRef="#br0" timeOffset="37">2140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40,-4-27,2 0,1 0,2 0,1-1,8 21,3-23,-12-25</inkml:trace>
  <inkml:trace contextRef="#ctx0" brushRef="#br0" timeOffset="38">2059 2888,'0'2,"5"1,10 0,12 0,15-2,11-4,11-5,4-3,-2-2,-11 2</inkml:trace>
  <inkml:trace contextRef="#ctx0" brushRef="#br0" timeOffset="39">2166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0,-1 0,1-1,0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47:53.5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20237 1926,'2'31,"2"0,1 0,2 0,1-1,1 0,8 16,9 34,7 65,-5 3,-7 0,-7 1,-5 34,6 46,-3-93,6-1,19 60,-26-142,-10-45</inkml:trace>
  <inkml:trace contextRef="#ctx0" brushRef="#br0" timeOffset="5414.456">20251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6818.569">20518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8182.436">24529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0,0-1,1 1,-1-1,0 0,0 0,1 0,-1 0,0 0,0 0,1-1,-1 0,1 1,-1-1,0 0,1 0,-1 0,0-1,-13-2,-97-18,0 5,-95 0,166 15</inkml:trace>
  <inkml:trace contextRef="#ctx0" brushRef="#br0" timeOffset="35850.929">21588 187,'26'318,"-5"-116,-4 130,-22 261,-1-426,11-138,-2-28,-1-4</inkml:trace>
  <inkml:trace contextRef="#ctx0" brushRef="#br0" timeOffset="36452.322">22336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37000.902">23205 0,'-9'132,"5"0,6 0,8 15,0 61,-6 75,19 306,-9-411,-17-161,-2-8</inkml:trace>
  <inkml:trace contextRef="#ctx0" brushRef="#br0" timeOffset="37533.087">23981 54,'-16'171,"9"26,8 1,17 99,3-84,3 40,-11 19,-12-229</inkml:trace>
  <inkml:trace contextRef="#ctx0" brushRef="#br0" timeOffset="38679.532">22844 4880,'1'-2,"3"-16,4 21,11 135,26 356,-39-140,17 295,-4-495,-15-131</inkml:trace>
  <inkml:trace contextRef="#ctx0" brushRef="#br0" timeOffset="40215.868">18726 2982,'458'-14,"-415"12,97-6,-1 5,6 8,181 42,-312-47,0-1,1-1,-1 0,0-1,0 0,0-1,-1-1,1 0,9-6,-17 9,68-1,-42 5,30 1,-61-4,1 1,-1-1,0 1,1-1,-1 0,1 0,-1 0,0 0,0 0,0 0,1 0,-1 0,0-1,-1 1,1 0,0 0,0-1,0 1,-1-1,1 1,-1-1,1 1,-1-2,4-7</inkml:trace>
  <inkml:trace contextRef="#ctx0" brushRef="#br0" timeOffset="202234.653">18633 3984,'68'-6,"-24"5</inkml:trace>
  <inkml:trace contextRef="#ctx0" brushRef="#br0" timeOffset="202235.653">19626 3979,'32'-1,"15"-2,0 1,0 3,1 2,18 5,135 5,-90 1,-31-15,-69 1</inkml:trace>
  <inkml:trace contextRef="#ctx0" brushRef="#br0" timeOffset="42236.157">21868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42533.359">22403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42797.655">22818 3222,'2'18,"6"16,3 8,7 6,7 4,8 1,6-3,5-5,2-8,-1-8,-2-8,-7-9,-9-8,-8-12,-6-4</inkml:trace>
  <inkml:trace contextRef="#ctx0" brushRef="#br0" timeOffset="43053.969">23125 3262,'-9'14,"-10"15,-6 15,-6 11,-4 10,-3 5,0 0,2-4,8-11</inkml:trace>
  <inkml:trace contextRef="#ctx0" brushRef="#br0" timeOffset="43448.494">23499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43704.808">23900 3235,'0'-2,"0"1,-2 6,-1 2</inkml:trace>
  <inkml:trace contextRef="#ctx0" brushRef="#br0" timeOffset="43949.478">23900 3636,'-7'14,"-2"7,3-1,4-3,3-5</inkml:trace>
  <inkml:trace contextRef="#ctx0" brushRef="#br0" timeOffset="44117.03">24222 3436,'13'-20,"10"-14,2-8,0-4,-2 4,-5 7,-6 14,-5 17,-3 18,-3 19,-1 15,-1 12,0 8,2 2,4-5,0-7,0-12</inkml:trace>
  <inkml:trace contextRef="#ctx0" brushRef="#br0" timeOffset="44985.246">21561 2099,'2'19,"1"14,0 9,-1 6,2 0,0-2,0-4,-1-5,-2-5,0-10</inkml:trace>
  <inkml:trace contextRef="#ctx0" brushRef="#br0" timeOffset="45166.274">21548 2487,'-2'-2,"3"-1,4 0,6 0,8 2,7-1,4 2,2 0,-1-3,-3 1,-6-1</inkml:trace>
  <inkml:trace contextRef="#ctx0" brushRef="#br0" timeOffset="45368.732">21535 2033,'9'2,"10"1,8 2,9 2,5 3,-5 0</inkml:trace>
  <inkml:trace contextRef="#ctx0" brushRef="#br0" timeOffset="45666.966">21829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45953.82">22376 2166,'0'11,"0"11,0 9,0 7,-2 7,-1 3,0-1,1-1,0-3,1-6,3-6,3-8,1-8</inkml:trace>
  <inkml:trace contextRef="#ctx0" brushRef="#br0" timeOffset="46119.377">22363 2567,'3'2,"4"1,6 0,6 0,6-2,3 0,0-3,-3-3,-6 0</inkml:trace>
  <inkml:trace contextRef="#ctx0" brushRef="#br0" timeOffset="46315.852">22243 2112,'14'-2,"13"-1,11 0,9 3,3 6,-8 2</inkml:trace>
  <inkml:trace contextRef="#ctx0" brushRef="#br0" timeOffset="46600.092">22644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46896.316">23192 2273,'-2'9,"-1"8,0 7,1 9,0 6,1 3,3 1,3-2,3-4,0-5,-1-9</inkml:trace>
  <inkml:trace contextRef="#ctx0" brushRef="#br0" timeOffset="47063.854">23166 2593,'4'7,"7"3,7-4,8-4,4-5,0-7,-6-1</inkml:trace>
  <inkml:trace contextRef="#ctx0" brushRef="#br0" timeOffset="47252.349">23059 2112,'18'0,"17"0,13 3,6 2,-6 1</inkml:trace>
  <inkml:trace contextRef="#ctx0" brushRef="#br0" timeOffset="47619.143">23499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47903.405">24261 2166,'-7'18,"-2"13,1 8,1 4,4 2,6 0,3-1,4-4,2-3,-1-7,-2-7</inkml:trace>
  <inkml:trace contextRef="#ctx0" brushRef="#br0" timeOffset="48166.68">24194 2540,'5'2,"6"2,7-1,9-1,5 0,3-6,-5-1</inkml:trace>
  <inkml:trace contextRef="#ctx0" brushRef="#br0" timeOffset="48432.968">24128 2046,'13'-2,"17"-1,14 0,8 0,6 2,-9 0</inkml:trace>
  <inkml:trace contextRef="#ctx0" brushRef="#br0" timeOffset="48767.843">24516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49787.49">22670 4091,'10'11,"6"11,6 6,4 6,4 2,1 1,3-3,0-9,-2-8,-1-9,-6-6</inkml:trace>
  <inkml:trace contextRef="#ctx0" brushRef="#br0" timeOffset="50064.278">23179 3984,'-42'38,"25"-20,-13 13,1 3,1 0,-19 32,41-55,-1 1,1 0,1 0,0 0,0 1,2-1,-1 1,2 0,0 0,0 0,1 1,1-1,0 0,1 0,0 1,2-1,0-1,1 1,1 0,0-1,0 0,1 0,1-1,0 0,0 0,1 0,7 6,8 10</inkml:trace>
  <inkml:trace contextRef="#ctx0" brushRef="#br0" timeOffset="55404.487">20773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40,-3-27,0 0,2 0,2 0,1-1,8 21,3-23,-12-25</inkml:trace>
  <inkml:trace contextRef="#ctx0" brushRef="#br0" timeOffset="55653.85">20692 2888,'0'2,"5"1,10 0,12 0,15-2,11-4,11-5,4-3,-2-2,-11 2</inkml:trace>
  <inkml:trace contextRef="#ctx0" brushRef="#br0" timeOffset="56895.566">20799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0,0 0,-1-1,1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  <inkml:trace contextRef="#ctx0" brushRef="#br1" timeOffset="177589.647">1 5888,'99'-7,"43"0,-88 8,85 7,31 3,-50-1,0 2,-13-4,85 2,63-2,-141 7,19-8,55-1,-81 7,692-14,-221-26,-139 28,-236 13,53-1,1040-14,-976 15,152 14,-14-15,94-14,-171 14,-113-13,417 13,255 3,-641-18,339-12,112 1,117 14,-23 39,-291-27,680 57,-746-33,103-8,-204 4,204-15,-505-18,485 2,9 26,-4-3,8-13,1 2,72-15,-221-13,952 14,-628 28,-7-15,386-13,-625 27,86 0,-448-36,8 3,-99 7,216 8</inkml:trace>
  <inkml:trace contextRef="#ctx0" brushRef="#br1" timeOffset="177590.647">27567 2989,'136'13,"283"-14,-417 1</inkml:trace>
  <inkml:trace contextRef="#ctx0" brushRef="#br1" timeOffset="143868.47">18691 2935,'-3'1,"1"0,-1 0,1 1,0-1,-1 1,1-1,0 1,0 0,0 0,0 0,0 0,1 0,-1 0,1 1,-1-1,1 0,0 1,0 0,0-1,0 1,0-1,1 1,-1 0,1-1,0 4,1 73,1-64,19 500,-7-337,2 5,-7 0,-15 160,-17 3,15 18,9 248,39-184,-41-246,13-114,-2-109,-6 12,-1 1,-2 0,-1-1,-3-26,3 52,-1 0,1 1,-1-1,1 0,-1 0,0 1,0-1,0 1,-1-1,1 1,0-1,-1 1,0 0,1-1,-1 1,0 0,0 0,0 1,-1-1,1 0,0 1,-1-1,1 1,-1 0,1-1,-1 1,1 1,-1-1,0 0,-2 0,-2 0,-1 1,0 0,0 0,1 0,-1 1,0 0,1 0,-1 1,1 0,-5 3,2-2,1 1,0 0,1 0,-1 1,1 1,0-1,0 1,1 1,-1-1,-2 4,8-7,0 0,0-1,0 1,0 0,0 0,0 0,1 1,0-1,-1 0,1 0,0 1,1-1,-1 1,1-1,-1 1,1-1,0 1,0-1,1 1,-1-1,1 1,-1-1,1 0,0 1,1-1,-1 0,0 0,1 1,0-1,1 1,7 7,0 0,1-1,0-1,1 0,0 0,0-2,1 1,0-1,0-1,0 0,1-1,0-1,0 0,1-1,9 1,-5 0,0-1,0-1,0 0,1-2,-1 0,11-2,-23 1,0 0,0 0,0 0,0-1,-1 0,1 0,0-1,-1 0,0 0,1-1,-1 1,-1-1,1-1,0 1,-1-1,0 0,0 0,-1 0,2-3,-3 1,-1-1,0 0,0 0,-1 0,0 0,-1 0,1 0,-1 0,-1 0,0-1,0 1,0 0,-1 1,0-1,-1 0,0 0,0 1,0 0,-1-1,0 1,-1 1,0-1,0 1,0-1,-1 2,1-1,-4-1,4 0,-1 1,1 1,-2-1,1 1,-1 0,1 0,-1 1,-1 0,1 0,0 1,-1 0,0 0,0 1,0 0,0 0,0 1,0 0,0 0,-1 1,1 0,0 0,0 1,0 0,0 1,0 0,0 0,0 0,0 1,0 1,1-1,0 1,0 0,0 1,0-1,1 2,-5 3,3 0,1 0,0 0,1 1,0-1,0 2,1-1,0 1,1-1,0 1,1 1,0-1,1 0,0 1,0-1,2 1,-1 0,1-5,0 0,0 0,1-1,0 1,0 0,1-1,-1 1,1 0,1-1,-1 0,1 0,0 0,1 0,0 0,-1 0,2-1,-1 0,1 0,-1 0,2 0,-1-1,0 0,1 0,0 0,-1-1,2 0,4 2,-2-2,0-1,1 0,0 0,-1-1,1-1,0 0,0 0,-1-1,1 0,0 0,-1-1,1 0,-1-1,0 0,0-1,0 0,0 0,-1-1,1 0,-1-1,0 1,-1-1,0-1,0 0,0 0,0 0,-1-1,-1 0,1 0,-1 0,-1-1,1 1,-1-1,-1 0,0-1,0 1,-1 0,0-1,0 0,-1 1,-1-1,0 0,0 0,-1 1,0-1,0 0,-1 1,0-1,-1 1,1 3,0 1,0-1,0 1,-1-1,0 1,0 0,0 0,-1 0,1 1,-1-1,0 1,-1 0,1 0,-1 0,0 0,0 1,0 0,0 0,0 1,-1-1,1 1,-1 0,0 0,1 1,-1 0,0 0,0 0,0 1,0 0,0 0,0 0,0 1,0 0,1 0,-1 0,-2 2,-2 2,1 1,-1 0,1 0,1 1,-1 0,1 1,0 0,1 0,0 1,0 0,1 0,0 0,0 1,1 0,1 0,-1 1,2-1,0 1,-2 9,4-16,0-1,0 0,1 1,-1-1,1 1,0-1,0 1,0-1,1 1,-1-1,1 1,0-1,0 1,0-1,0 0,0 0,1 0,0 1,-1-1,1-1,0 1,1 0,-1 0,0-1,1 1,0-1,-1 0,1 0,0 0,0 0,0 0,0-1,0 1,1-1,-1 0,0 0,1 0,-1 0,1-1,-1 1,1-1,-1 0,2 0,4-1,0 1,-1-2,1 1,-1-1,1 0,-1-1,0 0,0 0,0-1,-1 0,1 0,5-5,-9 6,0 0,0 0,-1 0,1 0,-1 0,0-1,1 0,-2 0,1 0,0 0,-1 0,0 0,0 0,0-1,0 1,-1-1,0 0,0 1,0-1,-1 0,1 0,-1 1,0-5,-2 5,0-1,0 1,-1-1,0 1,1 0,-1 0,-1 0,1 0,0 1,-1-1,0 1,0 0,0 0,0 0,0 1,-1-1,1 1,-1 0,0 0,1 1,-1 0,0-1,0 2,0-1,0 0,0 1,0 0,0 0,0 1,0-1,0 1,0 0,0 0,-2 2,-14 3,0 1,0 1,1 0,0 2,0 1,1 0,1 1,0 1,-8 8,-34 22,33-25</inkml:trace>
  <inkml:trace contextRef="#ctx0" brushRef="#br1" timeOffset="146465.117">10429 3081,'7'126,"62"497,-27 102,-14-257,8 19,-31-249,9-111,-1-32,-8-61,1-49,-6 8,0-1,-1 1,-1 0,1 0,-1 0,0 0,-1 0,1 1,-1-1,-1 1,1 0,-1-1,-3-2,6 7,-1 0,0-1,0 1,0 0,0 0,0 0,0 1,-1-1,1 1,-1-1,1 1,-1 0,1-1,-1 1,0 1,1-1,-1 0,0 1,0-1,0 1,1 0,-1 0,0 0,0 0,0 1,0-1,1 1,-1-1,0 1,0 0,1 0,-1 1,1-1,-1 0,0 1,-3 3,-1 0,1 0,1 0,-1 1,1-1,0 1,0 1,0-1,1 1,0 0,1 0,-1 0,1 1,1-5,1 1,0-1,0 0,0 0,0 1,0-1,1 1,-1-1,1 1,0-1,0 1,0-1,1 1,-1-1,1 0,0 1,0-1,0 0,0 1,1-1,-1 0,1 0,0 0,0 0,0 0,0-1,0 1,1 0,-1-1,3 1,3 3,1-2,0 1,0-1,0-1,0 0,1 0,-1-1,1 0,0 0,0-1,0-1,0 1,-1-2,1 1,0-1,7-2,-14 2,-1 0,1 0,0-1,-1 1,1-1,-1 1,0-1,1 0,-1 0,0 0,0 0,0 0,0 0,-1 0,1-1,0 1,-1-1,0 1,0-1,1 0,-2 0,1 1,0-1,0 0,-1 0,0 0,1 0,-1 0,0 1,-1-1,1 0,0 0,-1 0,0 0,1 0,-1 1,0-1,-1 0,1 1,0-1,-1 1,1-1,-1 1,0 0,0-1,0 1,0 0,0 0,0 1,-1-1,1 0,-1 1,-3-4,0 1,0 0,-1 0,1 1,-1-1,0 2,0-1,0 1,0 0,-1 0,1 1,-1 0,1 0,-8 1,11 0,0 0,0 1,0-1,0 1,0 0,0 0,0 0,0 0,0 1,0-1,1 1,-1 0,1 1,-1-1,1 0,0 1,0 0,0 0,0 0,0 0,1 0,-1 0,1 1,0-1,0 1,0 0,0 2,0 1,1-1,0 1,0 0,1 0,0-1,0 1,1 0,-1 0,2-1,-1 1,1 0,0-1,0 1,1-1,-1 0,1 0,1 0,-1 0,1 0,0-1,1 0,-1 0,1 0,0 0,0-1,1 1,-1-2,1 1,0 0,0-1,0 0,0-1,1 1,-1-1,1 0,-1-1,1 1,0-2,-1 1,1-1,0 1,0-2,0 1,-1-1,1 0,0-1,-1 1,1-1,-1-1,1 1,-1-1,0 0,0 0,0-2,0 1,0-1,0-1,-1 1,0-1,0 0,0 0,-1 0,0 0,0-1,0 0,-1 0,0 0,0 0,-1 0,0-1,-1 1,1-1,-1 1,-1-1,1 0,-1 1,-1-1,1 0,-1 1,-1-1,1 1,-1-1,-1 1,1 0,-1 0,0 0,-3-4,0 3,0 0,0 0,0 0,-1 1,0 0,-1 0,0 1,0 0,-3-2,8 6,0 0,0 1,0-1,0 1,0-1,0 1,0 0,-1 0,1 0,0 1,-1-1,1 1,0 0,-1 0,1 0,0 0,-1 1,1-1,0 1,-1 0,1 0,0 0,0 0,0 1,0-1,0 1,0 0,0 0,0 0,-4 7,0 0,0 0,1 0,0 1,0 0,1 0,1 1,-1-1,2 1,0 0,0 0,1 0,0 1,1-1,0 0,1 1,0 3,0-10,0-1,0 1,1 0,0 0,-1-1,2 1,-1 0,0-1,1 1,0-1,0 1,0-1,1 0,-1 0,1 0,0 0,0-1,1 1,-1-1,1 0,-1 0,1 0,0 0,0-1,0 1,1-1,-1 0,1 0,-1-1,1 1,-1-1,1 0,0-1,-1 1,1-1,0 1,1-2,10-1,-1-1,1-1,-1 0,0-1,0-1,-1 0,0-1,0-1,-1 0,1-1,-2 0,1-1,-2 0,1-1,2-4,-9 11,0 0,-1 0,1 0,-1-1,0 0,-1 1,1-1,-1-1,0 1,0 0,0-1,-1 0,0 0,0 1,0-1,-1 0,0 0,0 0,-1-1,1 1,-1 0,-1 0,1 0,-1 0,0 0,0 0,-1 0,0 0,0 0,-1-1,-3 1,-1 0,1 0,-1 0,0 1,-1 1,1-1,-1 1,0 0,0 1,0 0,0 0,-1 0,1 1,-1 1,0 0,1 0,-1 0,0 1,0 0,1 1,-1 0,0 0,1 1,-1 0,1 1,0 0,-1 0,1 1,1 0,-1 0,0 1,1-1,0 2,-3 2,2-1,0 0,0 1,1-1,0 2,1-1,0 1,0 0,1 0,0 0,0 1,1 0,1 0,-1 0,2 0,-1 0,1 1,1-1,0 4,1-10,0 0,1 0,-1-1,1 1,0 0,0-1,1 1,-1-1,1 1,0-1,-1 1,1-1,1 0,-1 0,0 0,1 0,0-1,-1 1,1-1,0 1,0-1,1 0,-1 0,0-1,1 1,-1 0,1-1,0 0,-1 0,1 0,0-1,0 1,8 1,0-1,0 0,0 0,0-2,0 1,0-1,0-1,-1 0,10-3,-8 0,1 1,-1-2,0 0,-1 0,1-1,-1-1,2-2,-10 7,0 0,0-1,0 1,0-1,0 0,-1 0,0 0,0-1,0 1,0-1,-1 0,1 0,-1 0,0 0,-1 0,0 0,1 0,-1 0,-1-1,1-2,-2 3,-1-1,0 0,0 1,0 0,0-1,-1 1,0 0,0 0,0 1,-1-1,0 1,0-1,0 1,0 0,-1 1,1-1,-1 1,0 0,0 0,0 0,0 1,-1-1,1 1,-1 1,1-1,-1 1,0 0,1 0,-1 1,0-1,0 1,0 1,1-1,-1 1,0 0,1 0,-1 1,0 0,1 0,-1 0,1 1,-1 0,1 0,0 0,0 1,1 0,-1 0,1 0,0 0,0 1,0 0,0-1,1 2,0-1,0 0,1 0,-1 1,1 0,0-1,0 1,1 0,0 0,0 0,0 0,1 0,0 0,0 0,1 0,-1 0,1 0,0 0,1 0,0 0,0-1,0 1,2 3,-1-6,0 0,0-1,1 1,-1-1,1 1,0-1,0 0,0 0,0-1,0 1,0-1,0 0,0 0,0 0,1-1,-1 0,0 1,0-1,1-1,-1 1,0-1,1 1,-1-1,3-1,30-9</inkml:trace>
  <inkml:trace contextRef="#ctx0" brushRef="#br1" timeOffset="149105.047">2247 2600,'0'0,"-1"0,0-1,1 1,-1 0,0 0,1 0,-1 0,0 0,0 0,1 0,-1 0,0 0,1 0,-1 0,0 0,1 0,-1 1,0-1,1 0,-1 0,0 1,1-1,-1 0,1 1,-1-1,1 1,-1-1,1 1,-1-1,1 1,-1-1,1 1,0 0,-1-1,1 1,0-1,-1 1,1 0,0-1,0 1,0 0,-1 0,1-1,0 1,0 0,0-1,0 1,0 0,1-1,-1 1,0 0,0-1,0 1,1 0,-1-1,0 1,0 0,1 0,0 31,2-1,1 1,1 0,9 25,2 13,48 352,-19-187,-17-102,4 81,-22 73,-8-162,13 87,8 86,-24 318,-13-337,15 0,-1-301,1 17,0-1,0 1,0-1,-1 1,0-1,-1 0,1 1,-1-1,0 1,0-1,-1 1,1 0,-1-1,-1 1,1 0,-1 0,0 0,0 1,0-1,-4-3,4 7,1 1,-1 0,0 0,0 0,0 1,0-1,0 0,0 1,0 0,1 0,-1 0,0 0,1 0,-1 1,0-1,1 1,0-1,-1 1,1 0,0 0,0 0,0 0,0 0,0 1,1-1,-1 1,1-1,-1 1,1-1,0 1,0 0,0 0,0 0,1-1,-1 1,1 0,-1 2,0-1,1 1,0-1,0 1,0 0,0-1,1 1,0-1,0 1,0-1,0 0,1 1,-1-1,1 0,0 0,1 0,-1 0,1 0,-1-1,1 1,0-1,1 0,-1 0,0 0,1 0,0 0,5 4,1 0,0-1,1 0,0-1,-1 0,1-1,1 0,-1 0,7 0,-16-3,-1-1,1 1,0 0,-1-1,1 0,0 1,-1-1,1 0,0 0,0 0,-1 0,1-1,0 1,0 0,-1-1,1 1,0-1,-1 1,1-1,-1 0,1 0,-1 1,1-1,-1 0,0-1,1 1,-1 0,0 0,0 0,0-1,0 1,0-1,0 1,0-1,0 1,0-1,-1 1,1-2,0-6,0-1,0 1,-1-1,-1 1,0-1,0 1,0 0,-2-1,1 1,-1 0,0 0,-1 0,0 1,0-1,-1 1,0 0,0 0,-1 1,0 0,0 0,-1 0,0 0,0 1,-1 1,0-1,0 1,5 3,0 1,0-1,0 1,0 0,0 0,0 0,0 0,0 0,0 1,0 0,-1-1,1 1,0 1,0-1,-1 0,1 1,0-1,0 1,0 0,0 0,0 0,0 1,0-1,0 1,1-1,-1 1,0 0,1 0,-1 0,1 0,0 1,0-1,0 1,0-1,0 1,-7 11,1-1,1 1,0 0,1 0,0 1,1 0,1 0,0 1,1-1,1 1,1-1,0 1,0 0,2-1,0 1,-1-13,0 1,1-1,-1 0,1 1,0-1,0 0,0 0,0 0,0 0,1 0,-1 0,1 0,0 0,0 0,0-1,0 1,1-1,-1 1,0-1,1 0,0 0,0 0,-1-1,1 1,0 0,0-1,1 0,-1 0,0 0,0 0,0 0,1-1,0 1,8-3,1-1,-1 0,0 0,1-1,-2-1,1 0,-1 0,1-1,-1-1,-1 0,0 0,0-1,0-1,-1 1,0-1,-1-1,0 0,6-9,-10 15,-1 0,1 1,-1-1,0 0,0-1,0 1,-1-1,0 1,0-1,0 0,0 1,-1-1,0 0,0 0,0 0,0 0,-1-1,0 1,0 0,0 0,-1 0,0 0,0 0,0 0,0 0,-1 0,0 0,0 1,0-1,-1 1,1-1,-1 1,0 0,0 0,-1 0,-1-2,0 3,1 0,0 0,-1 0,0 1,0-1,0 1,0 0,0 1,0-1,0 1,0 0,-1 0,1 1,0 0,-1-1,1 2,0-1,-1 1,1 0,0 0,-1 0,1 1,0-1,0 1,0 1,1-1,-1 1,0 0,1 0,0 0,0 0,0 1,0 0,0 0,1 0,-3 3,-1 3,1-1,1 1,0 0,0 1,1-1,0 1,1 0,0 0,1 0,0 0,1 1,0-1,1 0,0 1,0-1,2 7,-1-15,-1 0,1-1,0 1,-1 0,1 0,1-1,-1 1,0 0,0-1,1 1,0-1,-1 0,1 1,0-1,0 0,0 0,0 0,1 0,-1-1,1 1,-1-1,1 1,-1-1,1 0,0 0,-1 0,1 0,0-1,0 1,0-1,0 1,0-1,-1 0,1 0,0 0,0-1,0 1,0-1,0 0,-1 1,1-1,0 0,0-1,0 0,4-2,0-1,0 0,0 0,-1 0,0-1,0 0,0-1,-1 1,0-1,0 0,0 0,-1-1,-1 1,1-1,-1 0,0 0,-1 0,0 0,0 0,-1-1,0 1,0-8,-1 13,1 1,-1-1,0 1,0 0,-1-1,1 1,-1-1,1 1,-1 0,0-1,1 1,-1 0,0 0,-1 0,1 0,0 0,-1 0,1 0,-1 0,1 0,-1 0,0 1,0-1,0 1,0-1,0 1,0 0,0 0,0 0,-1 0,1 0,0 0,0 1,-1-1,1 1,-1 0,1 0,0-1,-1 2,1-1,-1 0,1 0,-1 1,1-1,0 1,-1 0,1 0,0 0,0 0,-2 1,-52 66,48-55,-4 6</inkml:trace>
  <inkml:trace contextRef="#ctx0" brushRef="#br1" timeOffset="152154.862">522 4739,'-17'0,"-1"1,0 0,1 1,-1 1,1 0,-1 1,1 1,1 1,-1 1,1 0,0 1,0 0,1 2,1-1,-1 2,2 0,-1 1,-8 10,1 1,1 0,1 2,-7 12,25-36,0 0,-1 0,1 0,0 0,0 0,0 0,1 0,-1 1,0-1,0 0,1 0,-1 1,0-1,1 1,0-1,-1 0,1 1,0-1,0 1,-1-1,1 1,0-1,1 1,-1-1,0 1,0-1,1 0,-1 1,0-1,1 1,0-1,-1 0,1 0,0 1,-1-1,1 0,0 0,0 0,0 0,0 0,0 0,1 0,-1 0,0 0,0 0,0 0,1-1,0 1,120 19,-109-19,0 1,0 1,-1 0,1 1,-1 0,0 0,0 2,0-1,-1 2,0-1,0 2,0-1,-1 2,0-1,-1 1,0 1,0-1,-1 2,-1-1,1 1,-2 0,1 0,3 11,-7-15,0-1,-1 1,0 0,0 0,-1 0,0 0,0 0,0 0,-1 0,0 0,0 0,-1 0,0 1,0-1,-1-1,0 1,0 0,-1 0,0-1,0 1,0-1,-1 0,1 0,-2 0,1 0,-1-1,0 0,0 0,0 0,0-1,-1 1,-2 0,-8 0,-1 0,0-2,0 1,0-2,-1-1,1 0,0-1,-1-1,1 0,-12-3,-57-8,140 2,-24 5</inkml:trace>
  <inkml:trace contextRef="#ctx0" brushRef="#br1" timeOffset="152484.979">763 5341,'0'12,"-2"-7,1 1,0 0,1 0,-1 0,1 0,1 0,-1 0,1 0,0 0,0-1,0 1,1 0,0 0,0-1,1 1,-1-1,1 0,0 0,1 0,-1 0,1-1,0 1,0-1,0 0,1 0,0 0,-1-1,1 0,4 2,0-3,0 0,0-1,0-1,0 1,0-2,0 1,0-1,0 0,0-1,-1 0,1-1,0 0,-1 0,0 0,0-1,0-1,0 1,0-1,-1-1,0 1,0-1,-1 0,1-1,-1 0,-1 0,1 0,-1 0,0-1,-1 0,3-6,-5 8,0 1,-1-1,0 1,1-1,-2 0,1 0,-1 1,0-1,0 0,-1 0,1 1,-1-1,-1 0,1 1,-1-1,0 1,0-1,0 1,-1 0,0 0,0 0,0 0,-1 1,1-1,-1 1,0 0,-1 0,1 0,-1 1,1 0,-1 0,-3-2,2 1,0 0,-1 0,1 0,-1 1,0 0,0 1,0 0,0 0,-1 0,1 1,0 0,-1 0,1 1,-1 0,1 0,0 0,-1 1,1 1,0-1,-1 1,1 0,0 1,0 0,1 0,-3 1,-2 7,0 0,2 1,-1 0,2 0,-1 1,2 0,0 1,0-1,1 1,1 1,0-1,1 1,1-1,0 1,1 0,1 1,0-1,1 0,1 3,1 37</inkml:trace>
  <inkml:trace contextRef="#ctx0" brushRef="#br2" timeOffset="166825.909">28 6865,'193'13,"275"-11,-109 37,-16-32,-233-4,1-4,42-10,99-2,409 14,-103 39,-415-40,186 10,-144 9,83-7,68-6,43 19,209 28,-210-23,-122-16,220-18,-146-9,245 0,-26 0,344-7,-159 21,39 35,-2-5,-530-22,32 14,-18-1,390 22,38-20,125 2,-359-19,407 11,-408-4,395 13,-439-14,411 30,292 21,-544-18,200 2,280 14,-486-44,2158-18,-2390-14,640 14,-838 14,-28-1,30 2,-31-8,28 12,-107-12,0-2,0 0,0-2,0 0,0-1,1 0,9-2,613-1,-496 28,-1-13,-144-14,0 0,0 0,-1 0,1 0,0 0,0 0,-1-1,1 1,0 0,0 0,-1 0,1-1,0 1,-1 0,1-1,0 1,-1-1,1 1,0-1,-1 1,1-1,-1 1,1-1,-1 1,1-1,-1 0,0 1,1-1,-1 0,0 1,1-1,-1 0,0 0,0 1,0-1,1 0,-1 0,0 1,0-1,0 0,0 0,0 1,-1-1,1 0,0 0,0 1,-1-1,-4-41,-18-47,8 55,9 12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1:31.5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203 1,'-55'24,"19"-22,32-2,0 0,0-1,0 1,0 1,0-1,0 1,1-1,-1 1,0 0,0 1,1-1,-1 1,0-1,-1 2,3 1,0-1,0 1,1 0,-1-1,1 1,-1 0,1 0,1 0,-1 0,0 0,1 1,0-1,0 0,0 0,1 0,-1 0,2 3,-2 9,1 49,-2-33,1 0,2 0,1 0,5 15,0 6,-1 0,-3 1,-2 0,-5 44,1 0,29 196,-28 429,1 127,15-678,-16 127,3-280,0 0,1 0,1 0,0-1,2 0,0 0,3 4,-9-22,0-1,0 1,1 0,-1-1,0 1,0 0,0 0,1-1,-1 1,0 0,1 0,-1 0,0 0,1-1,-1 1,0 0,1 0,-1 0,0 0,1 0,-1 0,0 0,1 0,-1 0,0 0,1 0,-1 0,0 0,1 0,-1 0,0 0,1 0,-1 0,0 1,1-1,-1 0,0 0,0 0,1 1,-1-1,0 0,1 0,-1 1,0-1,0 0,0 0,1 1,-1-1,0 0,0 1,0-1,0 0,0 1,0-1,1 0,-1 1,0-1,1-32,-3 29,0 0,0-1,0 1,-1 1,1-1,-1 0,1 1,-1-1,0 1,0 0,0-1,0 2,-1-1,1 0,-1 1,1-1,-1 1,1 0,-1 0,1 0,-1 1,0-1,1 1,-1 0,0 0,0 1,1-1,-1 0,0 1,1 0,-1 0,1 0,-1 1,1-1,-1 1,1 0,0 0,0 0,0 0,-2 2,0 6,1-1,0 1,0 0,1 0,1 1,0-1,0 0,1 1,0 0,1-1,0 1,0-1,2 1,-1-1,2 5,-1-3,0 0,1 0,0-1,1 0,0 1,1-1,0-1,1 1,2 3,-6-11,0 0,0-1,0 1,0 0,1-1,-1 1,1-1,0 0,-1 0,1 0,0 0,0 0,0-1,1 1,-1-1,0 0,0 0,1 0,-1 0,1-1,-1 1,1-1,-1 0,1 0,-1 0,0-1,1 1,-1-1,1 0,-1 0,0 0,1 0,1-1,5-4,-1 1,0-2,0 1,-1-1,0 0,0-1,0 0,-1 0,0 0,-1-1,0 0,0-1,-1 1,0-1,-1 0,0 0,0-1,-1 1,0-4,-2 10,-1 1,0-1,0 0,0 0,0 0,-1 0,1 1,-1-1,0 0,0 0,0 1,-1-1,1 1,-1-1,0 1,0 0,0-1,0 1,-1 0,1 1,-1-1,0 0,0 1,0-1,0 1,0 0,-1 0,1 0,0 0,-4 0,0-1,-1 0,0 0,0 1,0 0,0 0,0 1,0 0,0 0,0 1,0 0,-1 1,1 0,0 0,-2 1,5 0,0 0,0 0,0 0,1 1,-1 0,1 0,0 0,-1 0,2 1,-1 0,0 0,1 0,-1 0,1 0,0 1,1-1,-1 1,1 0,0 0,0 0,0 0,1 0,0 0,-2 6,1 0,0-1,1 1,0 0,1 0,0 0,1 0,0 0,0 0,4 9,-2-11,0 0,1 1,0-2,1 1,0 0,0-1,1 0,0 0,0-1,1 0,0 0,-4-4,-1-1,1 1,0-1,-1 0,1 0,0 0,0 0,1-1,-1 1,0-1,1 1,-1-1,0 0,1-1,-1 1,1-1,0 1,-1-1,1 0,-1 0,1-1,-1 1,1-1,-1 0,1 0,-1 0,1 0,-1 0,0-1,0 1,2-2,4-6,-1 0,0 0,0-1,-1 0,0 0,0-1,-1 0,-1 0,0 0,-1-1,0 0,0 0,-1 0,-1 0,0 0,-1-3,1 8,0 1,0-1,-1 1,0-1,0 0,-1 1,0-1,0 0,0 0,-1 1,0-1,-1 1,1-1,-1 1,0-1,-1 1,1 0,-1 0,-1 0,1 0,-1 1,0-1,-2-1,4 6,0 0,0 0,0 1,0-1,0 1,0-1,0 1,0-1,0 1,0 0,0 0,0 0,0 0,0 1,0-1,0 0,0 1,0 0,0-1,0 1,0 0,0 0,0 0,1 0,-1 0,0 1,1-1,-1 0,1 1,-1-1,1 1,-1 1,-38 57,35-50,-1 1,2 0,-1 0,1 1,1-1,0 1,1 0,0 0,1 0,0 0,1 0,0 0,1 0,1 3,-2-14,0 1,1-1,-1 1,0-1,1 0,0 1,-1-1,1 0,0 1,-1-1,1 0,0 0,0 0,0 1,0-1,0 0,0 0,0-1,1 1,-1 0,0 0,0 0,1-1,-1 1,1-1,-1 1,0-1,1 0,-1 1,1-1,-1 0,1 0,-1 0,1 0,-1 0,1 0,-1 0,0-1,1 1,-1-1,1 1,-1-1,0 1,1-1,0 0,1-1,1 0,-1 0,0-1,0 1,0-1,0 1,0-1,-1 0,1 0,-1 0,1-1,-1 1,0-1,-1 1,1-1,0-2,2-12</inkml:trace>
  <inkml:trace contextRef="#ctx0" brushRef="#br0" timeOffset="1495.899">96 54,'245'14,"-203"-13,-17-2,1 1,-1 1,1 1,-1 2,0 0,0 2,-1 1,4 2,-14-4,-1-1,1-1,0 0,0 0,1-2,-1 0,11 0,-5 0,138 25,-97-27,-236 6,-184 4,269-10,42 15,40-9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1:42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295 15,'-2'-2,"0"1,0-1,0 1,-1 0,1-1,0 1,-1 0,1 0,-1 1,1-1,-1 0,1 1,-1-1,0 1,1 0,-1 0,1 0,-1 0,0 1,1-1,-1 1,1 0,-1-1,1 1,-2 1,-59 31,33-11,0 1,2 1,2 1,-5 7,10-3,21-28,0-1,0 1,0 0,0-1,-1 1,1 0,0 0,0-1,0 1,1 0,-1-1,0 1,0 0,0-1,0 1,1 0,-1-1,0 1,1 0,-1-1,0 1,1-1,-1 1,1 0,-1-1,1 1,-1-1,1 1,-1-1,1 0,0 1,-1-1,1 0,-1 1,1-1,0 0,-1 0,1 1,0-1,0 0,-1 0,1 0,0 0,-1 0,1 0,81 6,-69-7,0 1,0 1,0 0,0 0,-1 2,1 0,7 2,-8 2,-1-1,0 2,0 0,-1 0,0 1,0 0,-1 0,-1 1,1 0,-1 1,-1 0,0 0,-1 1,0 0,-1 0,0 0,0 1,-2 0,-2-12,0 0,0 0,0 1,0-1,-1 0,1 1,0-1,-1 1,1-1,-1 1,1-1,-1 1,1 0,-1-1,0 1,0-1,0 1,0 0,0-1,0 1,-1-1,1 1,0-1,-1 1,1 0,-1-1,0 0,0 1,1-1,-1 1,0-1,0 0,0 0,0 1,0-1,0 0,-1 0,1 0,0 0,-2 0,-102 3,73-6,-41 3,92 6,40-14,-27-2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1:42.9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1 293,'26'-118,"21"-36,-38 135,-9 18,1 1,-1 0,1 0,-1 0,1 0,0 0,-1 0,1 0,-1 0,1 0,-1 0,1 0,-1 0,1 1,-1-1,1 0,-1 0,1 0,-1 1,1-1,-1 0,0 1,1-1,-1 0,1 1,-1-1,0 0,1 1,-1-1,0 1,1-1,-1 1,0-1,0 1,0-1,1 1,-1-1,0 1,0-1,0 1,0-1,0 1,0-1,0 1,0-1,0 1,0-1,0 1,0 0,-1-1,1 1,0-1,0 1,0-1,-1 0,1 1,0-1,-1 1,1-1,0 1,-1-1,2 3,50 289,-49-285,0 0,1 0,-1 0,0 1,-1-1,0 0,0 1,-1-1,1 0,-2 1,1-1,-1 1,0-1,-1 0,1 1,-1-1,-1 0,0 0,-1 3,-25 6,70-23,9-7,1 2,0 3,17-1,-61 10,-1 0,1 0,-1 0,0 1,1-1,-1 2,0-1,1 1,-1 0,0 0,0 1,3 1,2 3</inkml:trace>
  <inkml:trace contextRef="#ctx0" brushRef="#br0" timeOffset="248.435">696 373,'-4'0,"-3"0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02.0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40 107,'5'18,"1"15,2 14,0 9,-2 8,-1 1,-3-1,0-5,-2-7,0-11,0-12</inkml:trace>
  <inkml:trace contextRef="#ctx0" brushRef="#br0" timeOffset="347.328">1 1,'6'0,"246"207,-231-191,-1 1,-1 0,0 1,-2 2,0 0,-1 0,-1 1,-1 1,-1 1,-1 0,9 24,-20-39,0-1,0 1,0-1,-1 1,0 0,0-1,-1 1,0-1,-1 1,1-1,-1 1,-1-1,1 0,-1 0,-1 0,1 0,-1-1,0 1,-1-1,1 0,-1 0,-1-1,1 1,-5 2,-2 3,0-2,-1 0,0 0,-1-1,0-1,0 0,-1-1,1 0,-1-1,0-1,-9 1,21-4,0 0,1 0,-1 0,1 0,-1-1,0 1,0-1,1 0,-1 0,0 0,0 0,1 0,-1-1,0 1,1-1,-1 0,0 1,1-1,-1-1,1 1,-1 0,1 0,0-1,0 0,-1 1,1-1,0 0,0 0,1 0,-1 0,0 0,1-1,-1 1,1 0,0-1,0 1,0-1,0 0,0 1,0-2,8-21,6 0</inkml:trace>
  <inkml:trace contextRef="#ctx0" brushRef="#br0" timeOffset="842.007">602 441,'18'-6,"0"1,0 1,0 1,1 0,-1 1,1 1,-1 1,3 1,-19-2,-1 1,1 0,0 1,0-1,-1 0,1 0,0 1,0-1,-1 1,1 0,0-1,-1 1,1 0,-1 0,1 0,-1 0,1 0,-1 0,0 0,0 1,0-1,1 0,-1 1,0-1,0 1,-1-1,1 1,0 0,0-1,-1 1,1 0,-1-1,0 1,1 0,-1 0,0-1,0 1,0 0,0 0,0-1,-1 1,1 0,-1 0,1-1,-1 1,1 0,-4 7,-1 0,0 0,0 0,-1-1,0 0,-1 0,1 0,-1-1,-1 0,0 0,0-1,-5 4,-1 1,13-10,0-1,1 0,-1 0,0 0,1 1,-1-1,1 0,-1 1,1-1,-1 1,1-1,-1 0,1 1,-1-1,1 1,-1 0,1-1,0 1,-1-1,1 1,0 0,-1-1,1 1,0-1,0 1,0 0,0-1,0 1,0 0,0-1,0 1,0 0,0-1,0 1,0 0,0-1,0 1,0 0,1-1,-1 1,30 6,-19-8,1 0,-1 1,1 1,-1-1,1 2,-1 0,0 0,0 1,1 1,-2 0,1 0,0 1,-1 0,0 1,0 0,-1 1,0 0,0 0,0 1,1 2,-9-7,1 0,0 0,-1-1,0 1,0 0,0 1,0-1,0 0,0 0,-1 0,0 0,1 1,-1-1,-1 0,1 0,0 1,-1-1,1 0,-1 0,0 0,0 0,0 0,-1 0,1 0,-1 0,0 0,1-1,-1 1,0-1,-1 1,1-1,0 0,-1 0,1 0,-1 0,0 0,1 0,-1-1,0 1,0-1,-2 1,-10 4,-1 0,0-1,0 0,0-1,-1-1,1-1,-1 0,0-1,0-1,-10-1,19 0,8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00.6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27,'5'18,"1"18,2 11,-1 9,2 5,-2 0,1 0,-1-4,0-8,2-9,1-10,-1-11,-2-10</inkml:trace>
  <inkml:trace contextRef="#ctx0" brushRef="#br0" timeOffset="354.489">14 1,'148'121,"-115"-97,-1 0,-1 2,-1 1,-1 2,-2 1,7 11,-29-35,-1-1,-1 1,1 0,-1 0,1 0,-2 0,1 0,-1 1,0-1,0 1,-1 0,0-1,0 1,0 0,-1 0,0 0,-1 0,1-1,-1 1,-1 0,1 0,-1-1,0 1,-1-1,1 0,-1 1,-2 2,-8 5,0 1,-1-1,0-1,-1-1,-1 0,0-1,0 0,-1-1,-1-1,1-1,-1-1,-1 0,1-1,-1-1,0-1,0-1,-1 0,-6-1,-33-2,59 0,-1-1,1 1,-1-1,1 1,-1 0,1-1,-1 1,1-1,0 1,-1-1,1 0,0 1,-1-1,1 1,0-1,-1 0,1 1,0-1,0 1,0-1,0 0,0 1,0-1,0 0,0 1,0-1,0 0,0 1,0-1,0 0,1 1,-1-1,0 1,0-1,1 0,-1 1,0-1,1 1,-1-1,1 1,-1-1,1 1,-1-1,1 1,-1 0,1-1,-1 1,1 0,-1-1,1 1,0 0,-1 0,1-1,-1 1,1 0,0 0,-1 0,1 0,0 0,-1 0,1 0,0 0,-1 0,1 0,0 0,-1 0,30-14,2-1</inkml:trace>
  <inkml:trace contextRef="#ctx0" brushRef="#br0" timeOffset="667.656">602 482,'-1'3,"1"0,0 0,-1 1,1-1,0 0,1 0,-1 0,1 1,-1-1,1 0,0 0,0 0,0 0,1 0,-1 0,1 0,-1 0,1-1,0 1,0 0,0-1,0 0,1 0,-1 1,1-1,-1 0,1-1,0 1,0 0,0-1,0 0,0 0,0 0,2 1,2-3,0 1,0-1,-1-1,1 1,0-1,0-1,-1 1,1-1,-1 0,0 0,0-1,0 0,0 0,0 0,-1-1,0 0,0 0,0 0,-1-1,0 1,0-1,0 0,-1 0,1-1,-2 1,1-1,-1 1,0-1,0 0,0 0,-1 0,-1 0,1 0,-1-3,-1 6,1 0,-1 0,0 0,-1 1,1-1,-1 1,1-1,-1 1,0-1,-1 1,1 0,0 0,-1 0,0 0,0 1,1-1,-2 1,1-1,0 1,0 0,-1 0,1 1,-1-1,1 1,-1 0,0 0,0 0,0 0,-3 0,1 0,-1 0,0 1,1 0,-1 0,1 1,-1-1,0 2,1-1,0 1,-1-1,1 2,0-1,0 1,0 0,0 0,0 1,0 0,0 1,1 0,-1 1,1-1,1 1,-1 0,1 0,0 0,1 1,-1 0,1-1,1 1,-1 0,1 1,0-1,1 0,0 0,0 1,0-1,1 1,0-1,1 0,3 27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03.7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36 137,'0'18,"2"17,1 12,2 7,0 4,0 0,-2-2,-1-4,0-4,-2-8,0-8,0-17,0-11</inkml:trace>
  <inkml:trace contextRef="#ctx0" brushRef="#br0" timeOffset="379.929">76 69,'-55'-67,"54"67,1-1,-1 1,1 0,-1 0,1 0,-1-1,1 1,-1 0,0 0,1 0,-1 0,1 0,-1 0,0 0,1 0,-1 0,1 0,-1 1,1-1,-1 0,1 0,-1 0,0 1,1-1,-1 0,1 1,0-1,-1 0,1 1,-1-1,1 1,-1-1,1 1,0-1,-1 1,1-1,0 1,0-1,-1 1,1-1,0 1,0-1,0 1,0 0,0-1,0 1,-1-1,1 1,1 0,-1-1,0 1,0-1,0 1,0-1,0 1,0 0,1-1,-1 1,0-1,0 1,1-1,-1 1,0-1,1 1,-1-1,1 0,-1 1,1-1,-1 1,1-1,8 21,0 0,2 0,1-2,0 1,2-1,0-1,1 0,0-1,10 6,30 32,-37-40,-1 1,-1 0,0 1,-1 1,-1 1,-1 0,-1 1,0 0,0 4,-11-19,1 0,-1 0,0 0,0 0,-1 0,1 0,-1 0,0 0,-1 1,1-1,-1 0,0 0,0 0,-1 0,1 0,-1 0,0-1,-1 1,1-1,-1 1,0-1,0 0,0 0,0 0,-1 0,0-1,0 1,0-1,-8 7,-1 0,0-1,-1-1,0 0,0-1,0 0,-1-2,-9 3,-100 14,103-24,21 2,0 0,-1 0,1 0,0-1,0 1,0 0,-1 0,1 0,0 0,0-1,0 1,-1 0,1 0,0-1,0 1,0 0,0 0,0-1,0 1,-1 0,1 0,0-1,0 1,0 0,0-1,0 1,0 0,0 0,0-1,0 1,0 0,1-1,-1 1,0 0,0 0,0-1,0 1,0 0,0 0,1-1,-1 1,0 0,0 0,0 0,0-1,1 1,-1 0,0 0,0 0,1 0,-1 0,0-1,0 1,1 0,-1 0,0 0,0 0,1 0,-1 0,0 0,1 0,-1 0,0 0,0 0,1 0,-1 0,0 0,15-6</inkml:trace>
  <inkml:trace contextRef="#ctx0" brushRef="#br0" timeOffset="870.644">491 324,'-3'41,"-1"1,-2-1,-2 0,-2 0,-7 39,16-79,0 0,0 1,1-1,-1 0,1 0,-1 0,1 1,-1-1,1 0,0 1,0-1,-1 0,1 1,0-1,0 0,0 1,1-1,-1 0,0 1,0-1,1 0,-1 0,1 1,-1-1,1 0,-1 0,1 0,0 0,0 1,-1-1,1 0,0 0,0-1,0 1,0 0,0 0,0 0,1-1,-1 1,0 0,0-1,0 1,1-1,-1 1,0-1,1 0,-1 0,0 0,1 1,-1-1,0 0,2-1,12-2,0-2,-1 0,1-1,-1 0,0-1,-1-1,0 0,0 0,3-4,-10 8,-1 0,1 0,0-1,-1 0,0 0,0 0,-1-1,1 0,-1 0,-1 0,1 0,-1 0,1-4,-4 11,-1-1,1 1,0-1,-1 0,1 0,-1 1,1-1,0 0,-1 0,1 1,-1-1,1 0,-1 0,1 0,-1 0,1 0,-1 0,1 0,-1 0,1 0,-1 0,1 0,-1 0,0 0,1 0,-1 0,1 0,0-1,-1 1,1 0,-1 0,1-1,-1 1,1 0,-1 0,1-1,0 1,-1-1,1 1,0 0,-1-1,1 1,0-1,0 1,-1-1,1 1,0-1,0 1,0-1,0 1,0-1,0 1,-1-1,-5 15,1-1,0 1,0 1,2-1,0 1,0-1,1 1,1 0,1 0,1 11,-2-4,-3 97,1-63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08.5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83,'-2'21,"-1"15,0 11,1 7,2 3,4-2,4-2,2-7,0-8,-3-13,-1-11</inkml:trace>
  <inkml:trace contextRef="#ctx0" brushRef="#br0" timeOffset="320.462">85 56,'-12'-55,"34"85,194 279,-169-212,-46-92,1-1,-1 0,0 0,0 0,-1 1,0-1,1 1,-1-1,-1 0,1 1,-1-1,1 0,-1 0,-1 1,1-1,0 0,-1 0,0 0,0 0,0-1,-1 1,1 0,-2 1,-9 4,0-1,0 0,0-1,-1 0,0-1,-1-1,1 0,-1-1,0-1,0 0,-1-1,1 0,0-1,-11-2,9 3,-69-7,86 4,-1 1,1 0,-1 0,0 0,1-1,-1 1,1 0,-1 0,1-1,-1 1,1 0,-1-1,1 1,-1-1,1 1,0-1,-1 1,1-1,0 1,-1-1,1 1,0-1,-1 1,1-1,0 1,0-1,0 0,0 1,0-1,0 1,0-1,0 0,0 1,0-1,0 1,0-1,0 0,0 1,0-1,1 1,-1-1,0 0,0 1,8-12</inkml:trace>
  <inkml:trace contextRef="#ctx0" brushRef="#br0" timeOffset="816.244">580 230,'-2'0,"-58"-3,58 3,1 0,-1 0,1 1,-1-1,1 0,-1 1,1-1,-1 1,1-1,-1 1,1 0,0 0,-1-1,1 1,0 0,0 0,-1 0,1 0,0 1,0-1,0 0,1 0,-1 1,0-1,0 0,1 1,-1-1,1 1,-1-1,1 1,-1-1,1 1,0-1,0 1,0-1,0 2,2 5,0 0,1 0,0-1,1 1,-1-1,2 1,-1-1,1 0,0-1,0 1,1-1,-1 0,1 0,1-1,2 2,-3-1,143 133,-148-139,0 1,0 0,0-1,0 1,0 0,0-1,0 1,0 0,-1 0,1 0,0 0,-1 0,1 0,0 0,-1 0,1 0,-1 0,0 0,1 1,-1-1,0 0,0 0,0 0,0 0,0 1,0-1,0 0,0 0,0 0,0 0,-1 0,1 1,-1-1,1 0,0 0,-1 0,0 0,1 0,-1 0,0 0,1 0,-1-1,0 1,0 0,0 0,0 0,0-1,0 1,0-1,0 1,0-1,0 1,0-1,-1 1,-15 2,0 0,-1-1,0 0,1-2,-1 0,0-1,1-1,-1 0,-2-2,-37-15,55 18,1 1,0-1,-1 0,1 1,0-1,0 0,0 0,0 0,0 0,0 0,0 0,0 0,0 0,0 0,0 0,1-1,-1 1,0 0,1-1,-1 1,1 0,0-1,-1 1,1 0,0-1,0 1,0-1,0 1,0-1,0 1,0 0,1-1,-1 1,0-1,1 1,-1 0,1-1,-1 1,2-1,6-9,0 0,1 1,0 0,1 1,0 0,1 0,0 1,4-2,16-13,-15 12,-1-1,-1-1,0 0,0 0,-2-1,1-1,-2 0,0-1,-1 0,-1-1,8-16,-16 30,0 1,0-1,0 0,0 1,0-1,0 0,-1 1,1-1,-1 0,0 0,0 0,0 0,0 1,0-1,-1 0,1 0,-1 1,0-1,0 0,0 0,0 1,0-1,0 1,-1-1,1 1,-1 0,0 0,0-1,0 1,0 0,0 1,0-1,0 0,-1 1,1-1,-1 1,0-1,-4 2,0 0,0 1,0 0,0 0,0 0,0 1,0 0,0 1,1-1,-1 1,1 0,0 1,0 0,0 0,1 0,-1 1,1-1,0 1,0 0,0 1,1-1,0 1,0 0,1 0,-1 1,1 0,0-2,0 0,0 0,1 0,-1 1,1 0,1-1,-1 1,1 0,0 0,0 0,1 0,-1 0,2-1,-1 1,0 0,1 0,0 0,1 0,0 4,12 20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07.0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155 230,'-7'9,"-2"8,0 5,2 8,2 6,5 6,1 2,1 1,0-3,0-3,0-8,-1-12,-1-16,0-10</inkml:trace>
  <inkml:trace contextRef="#ctx0" brushRef="#br0" timeOffset="326.123">61 163,'-54'-129,"53"129,1-1,-1 1,1-1,-1 0,1 1,-1-1,1 0,-1 1,1-1,0 0,-1 0,1 0,0 1,0-1,-1 0,1 0,0 0,0 1,0-1,0 0,0 0,0 0,1 0,-1 1,0-1,0 0,0 0,1 0,-1 1,0-1,1 0,-1 0,1 1,-1-1,1 0,-1 1,1-1,0 1,-1-1,1 1,-1-1,1 1,0-1,0 1,-1-1,1 1,0 0,0-1,0 1,-1 0,1 0,0 0,0 0,0 0,-1 0,1 0,0 0,0 0,11 3,-1 1,1 1,-1 0,0 0,0 1,-1 0,7 6,-1-2,20 14,0 1,-1 1,-2 2,-1 2,-1 1,14 19,-37-41,-1 0,0 1,-1-1,0 2,0-1,-1 1,-1 0,0 0,0 0,-1 0,0 1,-1-1,-1 1,0 0,0-1,-1 1,0 0,-1 0,-1-1,0 1,0 0,-1-1,-1 0,0 0,-4 9,0-5,-1-1,0-1,-1 1,0-2,-1 1,-1-1,0-1,0 0,-1-1,0 0,-1-1,0-1,-1 0,0-1,0 0,0-1,-11 2,25-7,-1-1,1 1,0 0,0-1,-1 0,1 1,0-1,-1 0,1 1,-1-1,1 0,0 0,-1 0,1 0,-1 0,1-1,0 1,-1 0,1-1,0 1,-1 0,1-1,0 0,0 1,-1-1,1 0,0 0,0 0,0 1,0-1,0 0,0 0,0-1,0 1,1 0,-1 0,0 0,1-1,-1 1,1 0,-1 0,1-1,-1 1,1-1,1-13</inkml:trace>
  <inkml:trace contextRef="#ctx0" brushRef="#br0" timeOffset="636.299">503 377,'12'-9,"0"1,0 0,1 1,0 0,0 1,1 0,0 1,0 1,0 0,1 1,-1 0,1 2,-1-1,1 2,0 0,3 1,-13 0,0 0,-1 1,1-1,0 1,-1 0,1 0,-1 1,0 0,0-1,0 1,0 1,0-1,-1 0,1 1,-1 0,0 0,0 0,-1 0,1 0,-1 1,0-1,0 1,0-1,0 1,-1 0,1 2,10 135,-13-126,2 32,0 7,-3 0,-1-1,-10 44,-4-57,7-34</inkml:trace>
  <inkml:trace contextRef="#ctx0" brushRef="#br0" timeOffset="888.617">609 631,'7'-5,"13"-3,20-3,23-2,24-3,24-1,25-2,-10 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4.2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6,'18'-3,"6"0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4.4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1,'18'0,"7"0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4.7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4,'9'-2,"3"1,0 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5.1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1,'18'0,"13"0,8 0,2 0,-6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5.3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9,'4'-2,"7"-1,1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5.5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1,'2'0,"-4"0,-8 0,-2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6.1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0,'-11'5,"0"1,10-3,9-3,3-3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7.3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0,'4'0,"5"0,4 0,1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8.9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14 207,'-2'13,"-1"12,0 9,1 6,0 5,1 0,1 0,0-3,0-6,0-10</inkml:trace>
  <inkml:trace contextRef="#ctx0" brushRef="#br0" timeOffset="321.347">27 33,'-3'-16,"1"-1,12 31,178 300,-174-292,-1-1,-1 2,0-1,-2 2,-1 0,0 0,-2 0,-1 1,-1 0,1 20,-6-41,-1 1,1-1,-1 0,0 1,0-1,0 1,-1-1,1 0,-1 0,0 0,-1 0,1 0,-1 0,1-1,-1 1,0-1,0 0,-1 0,1 0,-1 0,1 0,-1-1,0 0,0 0,0 0,0 0,0 0,-1-1,0 1,-8 1,0 0,0 0,0-1,0-1,0 0,0-1,-1 0,1-1,-6-1,14 2,0-1,0 0,1 1,-1-1,0-1,0 1,1-1,-1 0,1 0,-1 0,1-1,0 1,0-1,0 0,0 0,-2-3,0-8</inkml:trace>
  <inkml:trace contextRef="#ctx0" brushRef="#br0" timeOffset="623.581">523 675,'26'-173,"-26"357,0-23,0-136</inkml:trace>
  <inkml:trace contextRef="#ctx0" brushRef="#br0" timeOffset="925.548">710 555,'13'26,"146"224,-121-159,-37-90,-1 0,0 0,1 0,-1 0,0 1,0-1,1 0,-1 0,0 0,0 0,0 0,0 0,-1 0,1 0,0 0,0 0,-1 0,1 0,0 0,-1 0,1 0,-1 0,1 0,-1 0,0 0,1 0,-1 0,0-1,0 1,0 0,1 0,-1-1,0 1,0-1,0 1,0-1,0 1,0-1,0 0,0 1,0-1,0 0,0 0,-1 0,1 0,-52-7,-14-29,37 14</inkml:trace>
  <inkml:trace contextRef="#ctx0" brushRef="#br0" timeOffset="1174.282">789 501,'19'-9,"14"-5,16-1,13 3,10 1,-8 2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7.6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0,'4'7,"4"2,6-1,4-1,-1-2</inkml:trace>
  <inkml:trace contextRef="#ctx0" brushRef="#br0" timeOffset="253.322">282 27,'2'0,"3"0,1 0</inkml:trace>
  <inkml:trace contextRef="#ctx0" brushRef="#br0" timeOffset="254.322">282 27,'9'4,"5"4,5 1,1-1,-2-2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6.4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1,'5'0,"3"0,6 0,4 0,-1 0</inkml:trace>
  <inkml:trace contextRef="#ctx0" brushRef="#br0" timeOffset="242.856">228 14,'2'0,"1"2,0 3,-3 1,-2-1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2.8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 28,'-14'14,"-4"15,1 15,5 10,10 9,9 2,11-2,6-1,2-7,-2-11,-2-13,-5-11</inkml:trace>
  <inkml:trace contextRef="#ctx0" brushRef="#br0" timeOffset="284.239">46 1,'17'16,"0"1,-1 1,-2 1,1 0,-2 0,6 14,-1-4,2-1,-2 2,-1 0,-1 1,-2 1,-1 0,-1 1,-2 0,4 24,-13-50,0-1,0 1,-1 0,1 0,-2-1,1 1,-1 0,0-1,0 1,-1-1,0 1,0-1,0 0,-1 0,0 0,0 0,-1 0,0 0,0-1,0 0,0 0,-1 0,0 0,0-1,-4 3,-4 0,0-1,0 0,0-1,-1 0,0-1,0-1,0 0,0-1,-1-1,1 0,-1-1,1 0,-8-2,-5-3,8-3</inkml:trace>
  <inkml:trace contextRef="#ctx0" brushRef="#br0" timeOffset="564.492">420 535,'28'-248,"-24"237,0 40,2 79,-4-34,4-1,14 66,3-70,-12-49</inkml:trace>
  <inkml:trace contextRef="#ctx0" brushRef="#br0" timeOffset="982.894">755 415,'1'-3,"0"1,1-1,-1 1,1-1,0 1,-1 0,1 0,0 0,1 0,-1 0,0 0,0 0,1 1,-1-1,1 1,0 0,-1 0,1 0,0 0,0 0,-1 0,1 1,0-1,0 1,0 0,0 0,0 0,0 0,-1 1,1-1,0 1,0 0,0 0,0-1,-1 2,1-1,-1 0,1 1,-1-1,1 1,-1 0,0-1,0 1,1 0,-2 1,1-1,0 0,0 0,-1 1,1-1,-1 1,0 0,1-1,-1 1,-1 0,1 0,0-1,-1 1,1 0,-1 0,0 0,0 0,0 3,-5 7,0 0,-1 0,0 0,-1-1,0 0,-1 0,0-1,-1 0,-1 0,1-1,-2 0,1-1,-1 0,-1-1,1 0,-14 6,11-4,-30 26,44-36,-1 0,1 1,0-1,0 1,0-1,0 1,0-1,-1 1,1-1,0 0,0 1,0-1,0 1,0-1,0 1,0-1,1 1,-1-1,0 1,0-1,0 0,0 1,1-1,-1 1,0-1,0 1,1-1,-1 0,0 1,0-1,1 0,-1 1,1-1,-1 0,0 0,1 1,-1-1,1 0,-1 0,0 0,1 1,-1-1,1 0,-1 0,1 0,-1 0,1 0,-1 0,1 0,-1 0,0 0,1 0,-1 0,1 0,-1-1,1 1,-1 0,1 0,-1 0,0-1,41 3,-1-1,0-3,0-1,37-8,-49 7,66-10,-7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11.3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137 1,'-3'22,"0"18,1 12,-1 7,2 2,0 0,0-3,-1-5,-1-7,-2-9,-1-13,2-15,0-10</inkml:trace>
  <inkml:trace contextRef="#ctx0" brushRef="#br0" timeOffset="326.308">16 81,'-16'-48,"17"47,0 1,0-1,0 1,0 0,-1 0,1-1,0 1,0 0,0 0,0 0,0 0,0 0,0 0,0 0,0 0,0 0,-1 0,1 0,0 1,0-1,0 0,0 1,0-1,-1 1,1-1,0 1,0-1,-1 1,1 0,0-1,-1 1,2 0,-2 0,30 20,-1 2,-1 1,-2 2,0 0,-2 2,0 0,4 11,-18-27,0 1,-1 0,-1 1,0 0,0 0,-2 1,1-1,-2 1,0 1,-1-1,-1 1,0 0,-1 0,-1 0,0 0,-2 14,-1-24,0 0,0 0,-1 0,0-1,0 1,0 0,-1-1,1 0,-1 0,-1 0,1-1,-1 1,0-1,0 0,0 0,0-1,-1 0,1 1,-1-2,0 1,0-1,0 0,0 0,-1-1,-1 2,0-1,-1-1,1 1,-1-1,0-1,1 0,-1 0,1-1,-1 0,0 0,1-1,0 0,-1 0,1-1,0-1,0 1,-4-3,11 5,0 1,0 0,0-1,1 1,-1 0,0-1,0 1,0-1,1 0,-1 1,0-1,0 0,1 1,-1-1,1 0,-1 0,1 1,-1-1,1 0,-1 0,1 0,0 0,-1 0,1 1,0-1,0 0,0 0,-1 0,1 0,0 0,0 0,1 0,-1 0,0 0,0 0,0 0,1 0,-1 0,0 1,1-1,-1 0,1 0,-1 0,1 0,-1 1,1-1,0 0,-1 1,1-1,0 0,-1 1,1-1,15-9</inkml:trace>
  <inkml:trace contextRef="#ctx0" brushRef="#br0" timeOffset="620.519">444 602,'12'-65,"4"2,23-62,-23 87,-15 50,-9 28,-1-6,1 1,2 0,2 1,1-1,1 1,2 0,3 11,-2-42,-1 1,1-1,0 1,1-1,0 0,0 1,0-1,0 0,1 0,-1-1,1 1,1 0,1 1,7 4</inkml:trace>
  <inkml:trace contextRef="#ctx0" brushRef="#br0" timeOffset="842.928">671 548,'10'-27,"-2"-1,-1 0,-1-1,-2 0,0 0,-2-10,-9 51,1 8,1-1,1 1,0 0,1 0,1 0,1 0,1 0,1 0,1 0,0 0,2 0,0 0,1-1,1 0,1 0,1 0,0-1,1 0,1 0,1-1,2 2,20 13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0:56.0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21202 1080,'-7'0,"0"0,4 0,4 0,7 0,2 0</inkml:trace>
  <inkml:trace contextRef="#ctx0" brushRef="#br0" timeOffset="1861.075">21335 1107,'-174'0,"172"1,0 0,0 0,0 0,1 0,-1 0,0 0,0 0,1 1,-1-1,1 1,-1-1,1 1,-1 0,1-1,0 1,0 0,0 0,0 0,0 0,0 0,1 0,-1 0,1 0,-1 0,1 0,0 0,0 0,-1 0,2 0,-1 1,0-1,0 0,1 0,-1 0,1 2,-1 15,-22 230,36 90,-14-1,26-90,-18-54,-2 68,8-156,12 90,-13-18,-5-9,12 42,5 65,-10-87,-2-30,-5-47,5 82,6-74,-15-69,-25-40,2-10</inkml:trace>
  <inkml:trace contextRef="#ctx0" brushRef="#br1" timeOffset="12045.907">21523 50,'-7'4,"0"0,0 0,0-1,-1 1,0-2,1 1,-1-1,0-1,0 1,0-1,0-1,0 1,0-1,0-1,-7 0,-4 0,-327-2,36-35,192 1,112 38,-1 0,1 0,-1 1,1 0,0 0,0 0,0 1,0 0,0 0,1 0,-1 1,1 0,0 0,0 1,0 0,0 1,1 1,-1-1,2 1,-1-1,1 1,0 0,0 0,1 1,-1-1,2 1,-1-1,1 1,0-1,1 1,0 3,-9 291,-23 142,26-373,-3-1,-17 61,25-121,-6 39,2 0,2 0,3 1,2 11,0 27,-2-4,4 1,6 26,18 130,-3 24,3 36,-15-129,-14 514,-4-695,-1-5</inkml:trace>
  <inkml:trace contextRef="#ctx0" brushRef="#br0" timeOffset="43310.856">13421 1054,'-10'125,"20"228,-2-217,-6 1,-6 2,-21 103,11-142,5 0,4 1,7 91,7-107,-5 0,-3 1,-6 36,-8 60,9 90,-24 88,-6-107,28-57,7-120,13 1,-13-77,-1 1,1-1,-1 0,1 0,-1 0,1 0,-1 0,1 0,-1 0,1 0,-1-1,1 1,-1 0,1 0,-1 0,1 0,-1-1,1 1,-1 0,1-1,-1 1,0 0,1-1,-1 1,0 0,1-1,-1 1,0-1,1 1,-1 0,0-1,0 1,1-1,-1 1,0-1,0 1,0-1,0 1,0-1,0 1,0-1,0 1,0-1,0 1,0-1,0 1,0-1,0 1,0-1,0 1,-1-1,1 1,0-1,0 1,-1-1,1 1,0 0,-1-1,1 1,1-9,-1 0,1 0,-1 0,-1 0,0 0,0 0,-1 0,0 0,0 1,-1-1,0 1,-1-1,0 1,-2-4,5 12,0-1,0 0,0 0,0 0,0 1,0-1,0 1,0-1,0 1,0-1,0 1,-1-1,1 1,0 0,0 0,0 0,-1 0,1 0,0 0,0 0,-1 0,1 0,0 0,0 1,0-1,0 0,-1 1,1-1,0 1,0-1,0 1,0 0,0 0,0-1,0 1,0 0,0 0,1 0,-1 0,-31 40,27-32,0 0,1 1,1 0,-1 0,2 0,-1 0,2 0,-1 0,1 1,1-1,0 0,0 1,1-1,1 4,-1-8,0 1,0-1,1 0,0 0,0 0,1 0,0 0,0 0,0-1,1 1,0-1,0 0,0 0,0-1,1 1,0-1,0 0,0 0,0 0,1-1,0 0,-1 0,3 1,3-1,-1 0,0-1,1 0,-1 0,1-1,0 0,-1-1,1 0,0-1,-1 0,1-1,0 0,-1-1,0 0,0 0,0-1,0 0,0-1,-1 0,0-1,0 0,0 0,-1-1,0 0,0-1,-1 1,0-1,2-3,-7 6,1 1,-1-1,0 0,0 0,-1 0,1 0,-1 0,0 0,-1 0,1 0,-1 0,0-1,0 1,0 0,-1 0,0 0,0 0,0 0,-1 0,0 0,0 0,0 0,0 1,-1-1,0 1,1-1,-2 1,1 0,-3-3,-1 1,1-1,-1 1,0 0,-1 0,0 0,1 1,-2 1,1-1,0 1,-1 1,0 0,0 0,0 0,0 1,0 1,-4-1,8 2,0 0,0 1,0-1,0 1,0 0,0 0,0 1,1-1,-1 1,0 0,1 1,-1-1,1 1,0-1,0 1,0 1,0-1,1 1,-1-1,1 1,0 0,0 0,0 0,1 1,-1-1,1 1,0-1,0 1,1 0,-1-1,0 6,0-2,0 1,1-1,-1 1,2-1,-1 1,1 0,1-1,-1 1,1 0,1-1,0 1,0-1,1 0,0 1,0-1,1-1,0 1,2 3,-2-6,0 0,1 0,-1-1,1 1,0-1,0 0,0-1,1 1,-1-1,1 0,0-1,0 1,0-1,0 0,0 0,1-1,-1 0,0 0,1-1,-1 0,1 0,-1 0,1-1,-1 1,0-2,1 1,-1-1,0 0,0 0,0 0,0-1,-1 0,1-1,-1 1,0-1,1 0,-2 0,1 0,0-1,-1 0,0 0,3-4,-3 4,-1-1,0 1,-1 0,1-1,-1 1,0-1,0 0,-1 0,0 0,0 0,0 0,-1 0,0 0,0 0,0 0,-1 0,0 0,0 0,0 1,-1-1,0 0,0 1,-1-1,1 1,-1-1,0 1,-1 0,1 0,-1 1,0-1,0 1,-1 0,1 0,-1 0,0 0,0 1,0 0,0 0,0 0,-1 1,0 0,1 0,-5-1,5 3,-1 1,0-1,0 1,1 0,-1 0,1 1,-1 0,1 0,0 0,-1 1,1 0,0-1,1 2,-1-1,0 1,1-1,0 1,0 0,0 1,1-1,-1 1,1 0,0 0,0 0,1 0,-1 0,1 0,0 1,1-1,-1 1,1-1,0 1,1 1,-1-5,1 1,0-1,0 1,0-1,0 1,0-1,0 1,1-1,-1 1,1-1,0 1,0-1,0 0,0 0,0 1,0-1,1 0,-1 0,1 0,0 0,-1 0,1 0,0-1,0 1,0-1,0 1,0-1,0 0,1 0,-1 1,0-2,1 1,-1 0,1 0,-1-1,1 1,-1-1,1 0,-1 0,1 0,-1 0,1 0,-1-1,1 1,-1-1,1 1,1-2,41-12,-2-7</inkml:trace>
  <inkml:trace contextRef="#ctx0" brushRef="#br0" timeOffset="39433.094">5253 1267,'-12'89,"0"34,7 0,5 52,1-73,-15 562,6-575,3-1,5 1,4-1,3 1,10 32,-4-60,-3 0,-2 0,-3 1,-2-1,-4 1,-1 0,-5 6,-5 71,6 1,8 49,-1-57,-1-142,-1 0,0 0,-1 0,0 1,0-1,-1 1,0-1,-4-6,6 13,-1-1,1 1,-1 0,0 0,0 0,0 1,0-1,0 0,-1 1,1-1,-1 1,0 0,1 0,-1 0,0 0,0 0,-1 1,1-1,0 1,0 0,-1 0,1 0,0 0,-1 1,1-1,-1 1,0 1,0 1,1-1,-1 1,1-1,0 1,0 0,-1 0,1 1,0-1,1 1,-1-1,0 1,1 0,-1 0,1 0,0 0,0 0,0 1,1-1,-1 1,1-1,0 1,0 0,0-1,0 1,1 0,-1 0,1-1,0 1,0 0,1 0,-1-1,1 1,-1 0,1 0,0-1,1 1,-1-1,1 1,-1-1,3 2,3 3,1-1,0 0,1-1,0 0,0-1,0 0,1 0,-1 0,1-2,0 1,0-1,1-1,-1 1,0-2,1 0,1 0,-9-1,1 0,0 0,-1 0,1-1,-1 1,1-1,-1 0,1 0,-1 0,1-1,-1 1,0-1,0 0,0 0,0 0,0 0,0-1,0 1,-1-1,1 1,-1-1,0 0,0 0,0 0,0 0,0 0,-1-1,1 1,-1-1,0 1,0 0,0-1,-1 0,1 1,-1-1,0 1,0-1,0 0,0 1,-1-1,0 0,1 1,-1-1,0 1,-1 0,1-1,-2-4,-1 1,1 0,-1 0,-1 0,1 1,-1 0,0-1,0 2,-1-1,0 0,0 1,0 0,-1 1,1 0,-1 0,0 0,0 1,-6-2,9 3,0 0,-1 1,1 0,-1-1,1 2,-1-1,1 0,-1 1,0 0,1 0,-1 1,0-1,1 1,-1 0,1 0,-1 0,1 1,0 0,-1 0,1 0,0 0,0 0,0 1,1 0,-1 0,1 0,-1 0,1 1,0-1,0 1,-2 3,2-3,0-1,0 1,0 1,1-1,-1 0,1 1,0-1,0 1,1-1,0 1,-1 0,1 0,1 0,-1 0,1-1,0 1,0 0,0 0,1 0,0 0,-1 0,2 0,-1-1,1 1,-1 0,1-1,1 1,-1-1,1 0,-1 0,1 0,0 0,1 0,-1-1,1 1,-1-1,1 0,0 0,0 0,1-1,4 0,0 0,0-1,1-1,-1 1,0-1,0-1,1 0,-1 0,0-1,0 0,0-1,0 0,-1 0,1-1,-1 0,0 0,0-1,0 0,0 0,-1-1,0 0,0-1,-1 1,0-1,0-1,0 1,-1-1,0 0,3-6,-7 12,0-1,0 1,0 0,0-1,0 1,-1 0,1-1,-1 1,1-1,-1 1,0-1,0 1,0-1,-1 1,1-1,0 1,-1-1,0 1,1-1,-1 1,0 0,0-1,0 1,-1 0,1 0,-1 0,1 0,-1 0,1 0,-1 0,0 1,0-1,0 1,0-1,0 1,0 0,-1 0,1 0,0 0,-1 0,1 0,-1 0,1 1,0-1,-1 1,1 0,-1 0,1 0,-1 0,-1 0,-7 3,0 0,0 0,1 1,-1 0,1 1,0 0,0 1,1 0,0 1,0 0,0 0,1 0,0 1,0 1,1-1,0 1,1 1,0-1,0 1,0 2,1 3,6-9</inkml:trace>
  <inkml:trace contextRef="#ctx0" brushRef="#br0" timeOffset="40894.644">5346 1307,'-21'0,"15"0,15 0,49 0,38-1,-1 4,1 4,1 5,36 9,-309-15,121-1,1-3,0-2,0-3,-1-2,-42-10,87 11,23 2,385-23,-356 21,-56-2,-279 2,17 4,492-16,-149 8</inkml:trace>
  <inkml:trace contextRef="#ctx0" brushRef="#br2" timeOffset="88179.193">8515 3848,'22'199,"4"181,-17 1,-23 139,-27 18,33-500,5-41,0-14,2-6</inkml:trace>
  <inkml:trace contextRef="#ctx0" brushRef="#br2" timeOffset="94194.9">8327 5063,'-6'-4,"5"17,7 7,0-1,1-1,0 1,2-1,0 0,1-1,1 0,1-1,12 14,-12-15,1 0,0-1,2 0,-1-1,2 0,0-2,0 1,8 2,-18-10,1-1,-1 0,1 0,0-1,0 1,0-1,0-1,1 0,-1 0,0 0,1-1,-1 0,0 0,1-1,-1 0,0 0,0 0,0-1,0-1,0 1,0-1,0 0,-1 0,1-1,8-9,0-1,-1-1,-1 0,0 0,-1-1,-1-1,0 0,-1-1,-1 1,-1-2,0 0,-1 0,7-14,40-75,-30 65</inkml:trace>
  <inkml:trace contextRef="#ctx0" brushRef="#br2" timeOffset="86678.567">347 3393,'-11'-7,"11"6,0 0,-1 0,1 1,-1-1,0 0,1 1,-1-1,1 1,-1-1,0 0,0 1,1 0,-1-1,0 1,0-1,1 1,-1 0,0 0,0-1,0 1,0 0,1 0,-1 0,0 0,0 0,0 0,0 0,0 0,0 0,1 1,-1-1,0 0,0 0,0 1,1-1,-1 1,0-1,0 0,1 1,-1-1,0 1,1 0,-1-1,0 1,1 0,-1-1,-1 9,-1-1,1 1,1-1,-1 1,1-1,1 1,0 0,0 0,1-1,0 5,0 0,14 144,29 117,1 6,-18 17,-10 290,-19-122,-11-362,18-115,-2-2</inkml:trace>
  <inkml:trace contextRef="#ctx0" brushRef="#br2" timeOffset="93051.259">159 4783,'14'33,"2"-1,1-1,1 0,2-1,1-2,17 18,-18-20,-9-11,10 12,0-1,1-1,1-1,23 18,-45-41,1 0,-1 0,0 1,1-1,-1-1,1 1,-1 0,1 0,-1 0,1-1,0 1,-1-1,1 1,0-1,0 0,-1 0,1 0,0 0,-1 0,1 0,0 0,0 0,-1-1,1 1,0-1,-1 1,1-1,0 0,-1 1,1-1,-1 0,0 0,1 0,-1 0,0-1,1 1,-1 0,1-1,126-172,72-64,-153 188</inkml:trace>
  <inkml:trace contextRef="#ctx0" brushRef="#br2" timeOffset="91285.169">24410 3687,'-32'259,"27"-134,5-1,11 68,0 26,-15-65,-6 0,-7-1,-14 39,17-104,4 1,4 1,4-1,4 0,6 24,-2-54,4-90,-10 17,-2 2</inkml:trace>
  <inkml:trace contextRef="#ctx0" brushRef="#br2" timeOffset="96438.455">24197 4930,'-1'44,"-1"-30,0 0,2 0,-1 1,2-1,0 0,0 0,1 0,1 0,1 0,0-1,0 1,1-1,1 0,0 0,1-1,1 0,3 4,-3-10,-1-1,2 0,-1 0,1-1,-1 0,1 0,0-1,0 0,1-1,-1 0,1-1,-1 0,1 0,-1-1,1 0,-1 0,1-1,-1-1,1 0,-1 0,0-1,0 0,0 0,0-1,0 0,-1-1,0 0,0 0,6-5,11-11,-1-1,-1-1,-1-1,-1-1,13-20,-15 19,1 0,2 2,0 0,2 1,14-10,-10 14</inkml:trace>
  <inkml:trace contextRef="#ctx0" brushRef="#br2" timeOffset="89530.527">16776 3647,'-10'60,"8"6,3 0,3-1,3 1,5 12,2 33,13 173,-13 0,-12 1,-18 72,3-196,-5 81,10 38,18-160,-7-134,-2-12,-1-3</inkml:trace>
  <inkml:trace contextRef="#ctx0" brushRef="#br2" timeOffset="95334.371">16536 5398,'0'0,"0"0,0 0,1 0,-1 1,0-1,0 0,0 0,1 0,-1 0,0 0,0 0,0 0,1 0,-1 0,0 0,0 0,1 0,-1 0,0 0,0 0,0 0,1 0,-1 0,0 0,0 0,1 0,-1 0,0 0,0 0,0-1,1 1,-1 0,0 0,0 0,0 0,0 0,0-1,1 1,-1 0,0 0,0 0,0-1,0 1,0 0,0 0,0 0,0-1,0 1,1 0,-1 0,0-1,0 1,0 0,0 0,0 0,-1-1,91 77,79 97,-167-169,1 0,0-1,0 0,0 1,1-1,-1-1,1 1,-1 0,1-1,0 1,0-1,0 0,0-1,1 1,-1-1,0 0,1 0,-1 0,1 0,-1-1,1 0,-1 0,1 0,-1 0,1-1,-1 0,1 0,-1 0,0 0,4-2,6-9,-1 0,0-1,-1-1,0 0,-1 0,8-15,8-9,8-8,1 2,3 2,1 1,19-12,-2 8</inkml:trace>
  <inkml:trace contextRef="#ctx0" brushRef="#br2" timeOffset="100233.526">13 5999,'0'0,"0"1,0-1,0 0,0 1,0-1,-1 0,1 0,0 1,0-1,0 0,0 0,0 1,0-1,0 0,-1 0,1 1,0-1,0 0,0 0,-1 0,1 1,0-1,0 0,-1 0,1 0,0 0,0 1,-1-1,1 0,0 0,0 0,-1 0,1 0,0 0,0 0,-1 0,1 0,0 0,-1 0,1 0,0 0,0 0,-1 0,1 0,0 0,-1-1,1 1,0 0,0 0,-1 0,1 0,0 0,0-1,0 1,-1 0,1 0,0 0,0-1,0 1,0 0,-1 0,9 26,4-9,0-1,1 1,1-2,1 0,0-1,1-1,11 8,7 3,1 0,1-3,1-1,1-1,1-2,0-2,1-2,1-1,2-2,92 16,0-6,19-4,-37-4,374 50,-33-4,49-16,1022-19,-42 50,174 19,-298-2,-1114-69,-1 12,139 40,122 56,-500-127,69 16,-2 3,0 3,-1 3,36 21,-108-46,5 2,1 0,-1 0,0 1,-1 1,1-1,-1 1,0 0,0 1,-1-1,4 5,-11-11,1-1,-1 0,1 1,-1-1,0 1,1-1,-1 1,0-1,1 1,-1-1,0 1,0-1,1 1,-1 0,0 0,0-1,0 1,1 0,-1 0,0 0,0 0,0 0,0 0,1 0,-1 0,0 0,0 0,0 0,1 1,-1-1,0 0,0 1,1-1,-1 0,0 1,0-1,1 1,-1-1,0 1,1 0,-1-1,1 1,-1-1,1 1,-1 0,1 0,-1-1,1 1,0 0,0 0,-1-1,1 1,0 0,0 0,0 0,-1 0,-1-12,1 1,-1-1,1 0,1 0,0 1,1-1,0 0,0 0,1 1,1-1,0 1,1-3,3-13,1 1,1 0,1 1,1-1,1 2,2 0,0 0,1 2,1 0,1 0,1 2,1 0,1 1,0 1,1 1,1 0,19-7,0 2,1 2,1 2,1 2,0 1,1 3,1 1,-1 3,1 1,1 3,-1 2,0 1,0 3,1 1,-1 3,445 80,78-52,-295-24,871 34,-302 20,-332-20,1275 86,-77-3,-237-57,313-25,-430-30,-988-36,346-63,-607 66,-2-5,90-31,-154 39,0-1,0-3,-2-1,0-1,-1-2,-2-2,0-2,18-17,-39 30,0 0,-1-2,0 1,-1-1,-1-1,0 0,-2-1,1 0,-2 0,2-8,-5-19,-5 43,0 0,-1 0,1 0,0 0,-1 1,1-1,0 0,-1 0,0 0,1 0,-1 1,1-1,-1 0,0 0,1 1,-1-1,0 1,0-1,0 1,1-1,-1 1,0-1,0 1,0 0,0-1,0 1,0 0,0 0,0 0,0-1,0 1,0 0,0 0,0 1,0-1,0 0,0 0,0 0,0 1,1-1,-2 1,-26 9,-3 3</inkml:trace>
  <inkml:trace contextRef="#ctx0" brushRef="#br2" timeOffset="102063.991">4077 7297,'21'109,"-6"1,-1 35,-15-4,-3-118,4-23,0-1,0 1,0 0,0-1,0 1,0 0,0 0,0-1,0 1,-1 0,1 0,0-1,0 1,0 0,0 0,0-1,0 1,0 0,-1 0,1-1,0 1,0 0,0 0,-1 0,1-1,0 1,0 0,0 0,-1 0,1 0,0 0,0 0,-1-1,1 1,0 0,0 0,-1 0,1 0,0 0,-1 0,1 0,0 0,0 0,-1 0,1 0,0 0,0 0,-1 1,1-1,0 0,0 0,-1 0,1 0,0 0,0 0,-1 1,1-1,0 0,-9-175,12-105,0 255,-3 25,1 0,-1 0,0 0,0 0,0 0,0 0,0 0,1 0,-1 0,0 0,0 0,0 0,0 1,1-1,-1 0,0 0,0 0,0-1,0 1,0 0,1 0,-1 0,0 0,0 0,0 0,0 0,1 0,-1 0,0 0,0 0,0 0,0 0,0-1,0 1,1 0,-1 0,3 23,-2-21,3 32,-2-11,1 0,1-1,1 1,1-1,1 0,4 7,-9-25,0 0,0 0,1-1,0 1,-1-1,1 1,1-1,-1 0,0 0,1 0,-1-1,1 1,0-1,0 0,0 0,0 0,0-1,1 1,-1-1,0 0,1 0,-1-1,1 1,-1-1,1 0,-1 0,1 0,-1-1,0 0,1 0,-1 0,0 0,1 0,-1-1,0 0,1-1,14-7,-1-2,-1 0,1-1,-2-1,0 0,-1-2,0 1,-1-2,-1 0,-1 0,0-2,-2 1,3-6,24-69,-37 88,-4 13,-5 16,-3 19,2 0,2 1,2 0,2 0,2 0,3 42,-1-76,-1-1,2 1,-1-1,1 1,1-1,0 0,0 0,1 1,0-1,0-1,1 1,0-1,1 1,0-1,0 0,0-1,1 1,1-1,-1 0,1-1,0 0,1 0,-1 0,7 3,-5-6,0-1,-1 1,1-2,0 1,0-1,0-1,0 1,0-2,0 1,0-1,0 0,0-1,-1 0,1-1,0 0,-1 0,0 0,0-1,0-1,0 1,0-1,2-3,0 0,0 0,0-1,0 0,-2 0,1-1,-1 0,0-1,-1 0,0 0,-1 0,0-1,-1 0,-1 0,1 0,-1-5,-1 8,-2 1,1-1,-1 0,0 0,0 0,-1 0,-1 0,0 0,0 0,0 1,-1-1,0 0,-1 1,-3-7,6 14,-1-1,1 1,-1 0,1 0,-1 0,0 0,0 0,1 0,-1 0,0 1,0-1,0 0,0 0,0 1,0-1,0 0,0 1,0-1,-1 1,1 0,0-1,0 1,0 0,-1 0,1-1,0 1,0 0,0 0,-1 0,1 1,0-1,0 0,-1 0,1 1,0-1,0 0,0 1,0 0,0-1,0 1,0-1,0 1,0 0,0 0,0 0,0 0,0-1,0 1,1 0,-1 1,-35 54,32-45,1 1,-1-1,2 0,-1 1,2 0,0-1,0 1,1 0,0 0,1 4,0-11,0 0,0-1,0 1,0 0,1-1,0 1,0 0,0-1,1 0,-1 0,1 1,0-2,0 1,0 0,1-1,-1 1,1-1,0 0,0 0,0 0,0-1,1 0,-1 1,1-1,4 1,-2-1,-1-1,1 1,0-1,0 0,0-1,0 1,0-2,0 1,-1-1,1 0,0 0,0-1,-1 1,1-2,-1 1,1-1,-1 0,0 0,0-1,0 1,0-2,-1 1,3-3,0-1,1 0,-2-1,1 0,-1-1,0 0,-1 0,0 0,-1-1,0 0,0 0,-2 0,1 0,0-5,10-126,-13 140,1 0,-1 1,0-1,1 0,0 0,-1 1,1-1,0 1,0-1,0 1,0 0,0 0,0 0,0 0,0 0,0 0,0 1,1-1,-1 1,0-1,1 1,-1 0,0 0,0 0,1 0,-1 0,0 1,1-1,-1 1,0-1,0 1,0 0,1 0,-1 0,0 0,0 0,0 1,0-1,-1 0,2 2,14 3,21 5,-16-6,-1 1,0 1,0 1,-1 0,0 2,2 2,-18-9,-1 0,1 1,-1-1,0 1,0 0,0 0,0 0,-1 1,1-1,-1 0,0 1,-1 0,1-1,-1 1,0 0,0 0,0 0,-1 0,0 0,0 0,0-1,0 1,-1 0,0 0,0 0,0 0,0-1,-1 1,0 0,0-1,0 1,-1-1,0 1,-14 63,17-66,0-1,0 1,0 0,0-1,1 1,-1-1,0 1,1-1,0 1,-1-1,1 1,0-1,-1 1,1-1,0 0,0 0,0 1,0-1,0 0,1 0,-1 0,0 0,0 0,1 0,-1-1,1 1,-1 0,0-1,1 1,0-1,-1 1,1-1,56 8,-50-8,154 2,-106-3</inkml:trace>
  <inkml:trace contextRef="#ctx0" brushRef="#br2" timeOffset="102597.533">6202 7657,'-17'-4,"1"1,-2 0,1 1,0 1,0 0,-1 1,1 1,0 1,0 0,0 2,0 0,0 0,1 2,0 0,0 1,0 0,1 1,-12 9,22-12,1 0,-1 0,1 1,-1 0,2-1,-1 1,1 1,0-1,0 1,0-1,1 1,0 2,1-6,0 0,1-1,-1 1,1 0,0 0,0 0,0 0,0-1,1 1,-1 0,1 0,-1-1,1 1,0 0,0-1,0 1,1-1,-1 1,1-1,-1 1,1-1,0 0,0 0,0 0,0 0,0 0,0 0,0-1,1 1,-1-1,2 1,6 1,0-1,1 1,-1-2,1 0,-1 0,1-1,-1 0,1-1,-1 0,1-1,-1 0,0 0,1-1,-1-1,-1 0,1 0,-1-1,1 0,-1 0,5-5,-1 2,0 0,-1-1,0 0,-1-1,0 0,0-1,-1 0,-1-1,0 0,0 0,-2-1,1 0,4-11,-9 10,-11 34,-2 23,3 1,1 1,3-1,1 23,1-48,-6 483,-9-369,16-130,-1 0,1 0,-1-1,0 1,1 0,-1-1,-1 1,1 0,0-1,-1 1,1-1,-1 0,0 0,1 1,-1-1,0 0,0-1,-1 1,1 0,0 0,-1-1,1 0,-1 1,1-1,-1 0,0 0,1 0,-1-1,0 1,0-1,1 1,-1-1,0 0,0 0,0 0,1 0,-1-1,-2 0,-12-6,1-2,1 0,0 0,0-2,0 0,1 0,1-1,0-1,1 0,0-1,1-1,-4-7,-4-2,1-1,1-1,1-1,1 0,2-1,1 0,1-1,0-3,9 27,1 0,0 1,0-1,0 0,0 1,1-1,0 0,0 0,0 0,0 0,1 1,0-1,0 0,0 1,1-1,-1 0,1 1,0 0,1-1,-1 1,1 0,-1 0,1 0,1 1,-1-1,0 1,1 0,-1 0,4-3,15-6,0 1,0 1,1 1,1 1,-1 1,1 1,0 1,21-1,-14 0,79-13</inkml:trace>
  <inkml:trace contextRef="#ctx0" brushRef="#br2" timeOffset="103435.847">7659 8098,'0'-26,"2"-1,0 1,1 0,2 0,1 0,1 1,1 0,1 0,1 1,1 0,1 0,1 2,7-8,-18 26,1 1,-1-1,1 1,0 0,0 0,0 0,1 0,-1 1,1-1,-1 1,1 0,0 0,0 0,0 1,0-1,0 1,0 0,0 0,0 1,1-1,-1 1,0 0,0 0,1 0,-1 0,0 1,0 0,1 0,-1 0,0 0,0 1,0-1,0 1,-1 0,1 1,3 1,6 5,-1 0,1 1,-2 1,1 0,-1 0,-1 1,0 0,-1 1,0 0,-1 1,-1-1,5 12,-11-22,0 0,0 0,0 0,0 0,0 0,-1 0,1 0,-1 0,0 0,0 0,0 0,-1 0,1 0,0 0,-1 1,0-1,0-1,0 1,0 0,-1 0,1 0,-1 0,1-1,-1 1,0-1,0 1,0-1,0 0,-1 0,1 0,-1 0,1 0,-1-1,1 1,-1-1,0 1,0-1,0 0,-2 0,-3 2,-1 0,1-1,-1 0,0-1,0 1,0-2,0 1,0-2,-3 1,9 0,1 0,-1-1,1 1,-1 0,1-1,-1 0,1 1,0-1,-1 0,1 0,0 0,0-1,-1 1,1 0,0-1,0 0,1 1,-1-1,0 0,1 0,-1 0,1 0,-1 0,1 0,0 0,0-1,0 1,0 0,0-1,0 1,1-1,-1 1,1-1,0 1,0-1,1-2,0 0,1 0,0 0,0 0,0 1,0-1,1 1,0 0,0-1,0 1,0 0,1 1,-1-1,1 0,0 1,0 0,1 0,-1 0,0 1,1 0,0-1,-1 1,1 1,0-1,0 1,0 0,0 0,0 0,1 1,-1 0,0 0,0 0,2 1,260 14,-99-1,-159-14,-6 1,0 0,0-1,0 1,0-1,0 0,0 0,0 0,0 0,0 0,0-1,0 0,0 1,0-1,0 0,-1 0,1-1,0 1,0-1,-1 1,1-1,-1 0,1 0,-3 0,-1-1,1 1,-1 0,1 0,-1 0,0 0,0 0,0 0,0 0,0 0,-1 0,1 0,-1 1,1-1,-1 0,1 1,-1 0,0-1,0 1,1 0,-1 0,0 0,-1 0,-9-7,-1 1,-1 1,1 0,-1 1,0 0,-1 1,1 0,-1 2,1 0,-1 0,0 1,0 1,1 1,-3 0,13-1,1 1,-1-1,0 1,1 0,-1 0,1 1,-1-1,1 1,0 0,0-1,0 1,0 1,0-1,0 0,0 1,1 0,-1-1,1 1,0 0,-1 0,2 0,-1 1,0-1,1 0,-1 1,1-1,0 1,0-1,0 1,1-1,-1 1,1 2,0 4,1 1,0 0,0-1,1 0,1 1,0-1,0 0,1 0,0 0,0-1,2 0,-1 0,1 0,0 0,1-1,-1 0,2 0,-1-1,1 0,0 0,1-1,0 0,0 0,0-1,0 0,1-1,0 0,0-1,0 0,0 0,1-1,-1 0,1-1,0 0,134 3,-82-11</inkml:trace>
  <inkml:trace contextRef="#ctx0" brushRef="#br2" timeOffset="104530.631">8207 7791,'-15'636,"3"-351,14-776,-4 466,2 0,1 0,1 0,1 0,1 0,2 1,0 0,1 0,2 0,0 1,2 0,0 1,12-16,-21 35,0 0,1 0,-1 0,1 0,0 0,0 1,0 0,0-1,1 1,-1 0,0 0,1 1,0-1,-1 1,1 0,0 0,0 0,-1 0,1 1,0-1,0 1,0 0,0 0,0 1,-1-1,1 1,0 0,0 0,0 0,-1 0,1 1,-1-1,1 1,-1 0,1 0,-1 1,8 5,0 0,-1 1,0 1,-1-1,0 2,0-1,-1 1,-1 1,1-1,-2 1,0 1,0-1,-1 1,-1 0,0 0,-1 1,-2-10,0 1,-1-1,0 0,0 0,0 1,0-1,-1 0,0 0,0 1,0-1,0 0,0 0,-1 0,0 0,0-1,0 1,0 0,-1-1,1 1,-1-1,0 0,0 0,0 0,0 0,-1-1,1 1,-1-1,0 0,1 0,-1 0,0-1,0 1,0-1,0 0,-1 0,-14 5,-1-2,1 0,-1-1,0-1,0-1,0-1,0-1,0 0,0-2,-14-3,27 3,9 0</inkml:trace>
  <inkml:trace contextRef="#ctx0" brushRef="#br2" timeOffset="105168.045">8836 8192,'-1'-38,"3"0,0 1,3-1,3-8,-7 40,10-36,-2-1,-2 0,-2 0,-2-1,-2-10,-1 54,0-1,-1 1,1-1,0 1,-1-1,1 1,0-1,0 1,-1-1,1 0,0 1,0-1,0 1,0-1,0 1,0-1,0 0,0 1,0-1,0 1,0-1,0 0,0 1,0-1,1 1,-1-1,0 0,0 1,1-1,-1 1,0-1,1 1,-1-1,0 1,1 0,-1-1,1 1,-1-1,1 1,-1 0,1-1,-1 1,1 0,-1 0,1-1,0 1,-1 0,1 0,-1 0,1 0,0 0,-1 0,1 0,-1 0,1 0,0 0,-1 0,1 0,-1 0,1 0,-1 1,1-1,0 0,-1 0,1 1,-1-1,135 66,-98-50,-14-8,-1 2,0 0,0 2,-1 0,0 1,4 6,-19-14,-2 1,1 0,-1 1,0-1,0 1,-1 0,0 0,0 0,0 0,-1 0,0 1,-1-1,1 1,-2-1,1 1,-1-1,0 1,0 0,-1-1,0 1,-1-1,1 1,-1-1,-1 0,0 2,-6 36,9-41,-1-1,0 1,1-1,-1 1,1 0,0-1,1 1,-1 0,0-1,1 1,0-1,0 1,0-1,0 0,1 1,-1-1,1 0,0 0,0 0,0 0,0 0,1 0,-1 0,1-1,-1 1,1-1,0 0,0 0,0 0,0 0,0-1,1 1,-1-1,1 0,-1 0,4 1,5 0,1 0,0-1,0 0,0-1,0-1,-1 0,1 0,0-2,-1 1,1-2,-1 1,0-2,8-3,6-5,0 0,-1-2,-1 0,0-2,12-11,45-58,-77 81,-1 0,1 0,-1 0,0-1,-1 1,1-1,-1 0,0 1,-1-1,0 0,1 0,-2 0,1 0,-1-1,0 1,0 0,-1 0,0-1,1 4,-1 0,0 0,0 0,-1 0,1 0,-1 0,1 1,-1-1,0 0,0 1,0 0,0-1,-1 1,1 0,-1 0,1 0,-1 0,0 1,0-1,1 1,-1-1,0 1,0 0,0 0,-1 1,1-1,0 1,0-1,0 1,0 0,-1 0,0 0,-3 1,0-1,1 1,-1 0,0 1,1-1,-1 1,1 1,-1-1,1 1,0 0,0 1,0-1,1 1,-5 4,5-3,0-1,1 1,-1 0,1 1,1-1,-1 0,1 1,0 0,0 0,0 0,1 0,0 1,0-1,1 0,0 1,0-1,0 1,1-1,0 1,0 0,1-1,-1 1,2-1,-1 1,1-1,0 0,0 1,0-1,1 0,0 0,0-1,1 1,0-1,1 2,8 4,1-1,1 0,-1-1,1-1,1 0,-1-1,1-1,1-1,-1 0,1-1,0 0,0-2,0 0,6 0,108 11,-2-6</inkml:trace>
  <inkml:trace contextRef="#ctx0" brushRef="#br2" timeOffset="105865.251">11469 7765,'25'39,"-2"2,-2 1,-2 1,-1 1,-3 0,-1 2,1 0,-14-43,-1-2,0 0,0 0,0 0,0 1,0-1,1 0,-1 0,0 0,0 0,1 0,-1 0,1 0,-1 0,1-1,-1 1,1 0,-1 0,1 0,0 0,-1-1,1 1,0 0,0 0,0-1,0 1,-1-1,1 1,0-1,0 1,0-1,0 0,0 1,0-1,0 0,0 0,0 0,0 0,0 0,1 0,-1 0,0 0,0 0,0 0,0 0,53-64,-44 48,137-194,-105 175,-40 36,-1 0,1-1,-1 1,1 0,-1 0,0 0,1 0,-1 1,0-1,0 0,0 0,1 1,-1-1,-1 1,1-1,0 1,0-1,-1 1,1-1,0 1,-1 0,0-1,1 1,-1 0,0 0,0-1,0 1,0 0,0-1,-1 1,1 0,0 0,0 1,3 182,-2-182,0 0,0-1,0 1,0 0,1 0,-1-1,1 1,0-1,-1 1,1-1,0 0,0 0,1 0,-1 0,0 0,1 0,-1-1,1 1,0-1,-1 0,1 1,0-1,0 0,0-1,0 1,0 0,0-1,0 0,0 0,0 0,0 0,2 0,96-21,-88 17,1-1,-1 0,1-1,-2-1,1 0,-1 0,0-1,0-1,-1 0,0-1,-1 0,0 0,-1-1,0 0,0-1,-2 0,1 0,-1-1,-1 0,1-3,-8 1,-10 29,7-4,0 1,0-1,1 1,0-1,1 1,0 0,1 0,0 0,0 0,2 0,0 7,-1-13,1 0,0 0,0 0,0 0,1 0,-1 0,1-1,1 1,-1 0,0-1,1 0,0 1,0-1,1 0,-1 0,1-1,-1 1,1-1,0 0,1 0,-1 0,0 0,1-1,0 0,2 1,21 5</inkml:trace>
  <inkml:trace contextRef="#ctx0" brushRef="#br2" timeOffset="106116.257">12271 7537,'3'9,"9"8,12 7,2 0</inkml:trace>
  <inkml:trace contextRef="#ctx0" brushRef="#br2" timeOffset="106285.376">12566 7952,'1'8,"1"0,0 1,1-1,0 0,0 0,1 0,0-1,1 1,-1-1,1 0,1 0,-1-1,1 0,0 0,1 0,-1 0,1-1,0 0,1-1,-1 0,1 0,0 0,0-1,0 0,0 0,0-1,1-1,-1 1,1-1,-1 0,1-1,7-1,-10 0,-1-1,1-1,0 1,-1-1,1 0,-1 0,0 0,0-1,0 0,0 0,-1 0,1-1,-1 1,0-1,-1 0,1 0,-1 0,0-1,0 1,-1-1,0 0,0 0,0 0,0 1,-1-2,0 1,-1 0,1 0,-1 0,0 0,-1-1,2-13,-2 15,1 1,-1-1,1 1,1-1,-1 1,1-1,-1 1,1 0,1-1,-1 1,0 0,1 0,0 0,0 0,1 0,24 0,-11 8</inkml:trace>
  <inkml:trace contextRef="#ctx0" brushRef="#br2" timeOffset="107350.805">13248 8125,'40'-30,"-2"-2,-1-1,26-32,-57 59,0 0,0 0,-1-1,1 0,-2 0,1 0,-1-1,0 1,0-1,-1 0,0 0,-1-1,0 1,1-4,-4 10,0 0,0 0,0 0,0 1,0-1,0 0,0 1,-1-1,1 0,-1 1,1 0,-1-1,1 1,-1 0,0 0,0 0,0 0,1 0,-1 0,0 1,0-1,0 0,0 1,0 0,0-1,0 1,0 0,-1 0,1 0,0 0,0 1,0-1,0 1,0-1,0 1,0-1,0 1,1 0,-1 0,0 0,0 0,-1 2,-5 1,0 0,0 0,0 1,1 0,0 1,0 0,0 0,1 0,-1 1,2 0,-1 0,1 1,-2 2,5-6,0 0,0-1,0 1,0 0,1 1,-1-1,1 0,0 0,0 0,1 1,-1-1,1 0,0 1,0-1,1 1,-1-1,1 0,0 0,0 1,0-1,1 0,-1 0,1 0,0 0,0 0,1-1,-1 1,2 1,8 4,1 0,1 0,-1-1,1-1,0-1,1 0,0 0,-1-1,2-1,-1-1,0 0,1-1,0-1,-1 0,1-1,0-1,2-1,4 4,1-2,-1 0,1-2,-1 0,0-2,0 0,0-2,-1 0,1-1,-1-1,-1-1,0-1,0-1,-1-1,0-1,-1 0,-1-1,0-1,0-1,-2-4,-2 0,0-1,-1 0,-2-1,0 0,-1-1,-1 0,-1 0,2-17,2-19,-3 0,-3-1,-1-19,-4 69,2-2,-1 0,-1 0,0 0,0 0,-1 0,-1 0,0 0,0 0,-2 1,1-1,-1 1,-1 0,0 0,-4-6,7 15,0-1,0 1,-1 0,1 0,0 0,-1 0,0 0,1 1,-1-1,0 1,0 0,0 0,0 0,0 0,0 0,0 1,-1-1,1 1,0 0,0 0,0 0,0 0,-1 1,1-1,0 1,0 0,0 0,0 0,0 0,0 0,1 1,-8 2,1 1,1 0,-1 1,1 0,0 0,0 1,1 0,0 0,-2 3,-3 7,0 1,1 1,0 0,2 0,1 1,0 1,1-1,1 1,1 0,1 0,1 0,1 1,1-1,1 1,0 0,2-1,1 1,0-1,2 0,0 0,1 0,1-1,1 0,1 0,8 11,-3-6,1-1,1-1,2-1,0 0,1-1,1-1,1-1,0-1,2 0,0-2,1-1,12 5,-31-16,0-1,0 0,0-1,0 1,0-1,1 0,-1-1,1 1,-1-1,1 0,0 0,0-1,-1 0,1 0,0 0,0 0,-1-1,1 0,0-1,-1 1,1-1,-1 0,0 0,1-1,-1 1,0-1,0-1,5-8,0 0,-1-1,-1 0,-1-1,1 0,-2 0,0 0,-1-1,0 0,-1-2,8-18,5-14,-17 49,0 0,0 1,0-1,1 0,-1 0,0 0,0 0,0 0,0 0,0 0,0 0,0 1,1-1,-1 0,0 0,0 0,0 0,0 0,0 0,0 0,1 0,-1 0,0 0,0 0,0 0,0 0,-3 20,-1-2,0-4,1 0,0 0,1 0,1 0,0 0,1 0,0 0,3 14,-1-24,1 0,-1 0,1-1,0 1,0-1,1 1,-1-1,0 0,1 0,0-1,0 1,0-1,0 0,0 0,0 0,1 0,-1-1,1 1,-1-1,1-1,-1 1,1 0,-1-1,1 0,0 0,-1-1,1 1,4-2,28-2,0-2,0-2,0-1,-1-1,0-3,-1-1,20-11,34-11,-88 35,-1 1,1-1,-1 0,1 0,0 1,0-1,-1 0,1 1,0-1,0 1,0-1,0 1,0 0,-1-1,1 1,0 0,0-1,0 1,0 0,0 0,0 0,0 0,0 0,0 0,0 0,0 0,0 1,0-1,0 0,0 0,0 1,0-1,0 1,-1-1,1 1,0-1,0 1,0-1,-1 1,1 0,0-1,-1 1,1 0,0 0,-1 0,1-1,-1 1,1 0,-1 0,0 0,1 1,-11 37,7-35,1 1,1 0,-1-1,1 1,0 0,0 0,0 0,1 0,-1 0,1 0,1 0,-1 0,1 0,-1 0,2 0,-1 0,0-1,1 1,0 0,2 3,3-1,1 0,0-1,0 0,0-1,1 0,0 0,0-1,0 0,0 0,1-1,-1-1,1 1,0-1,0-1,0 0,0 0,-1-1,1-1,0 1,0-2,0 1,0-1,8-3,4-1,0 0,-1-1,0-1,0-1,-1-1,-1-1,1-1,-2 0,0-1,0-1,-1-1,-1-1,0 0,-1-1,-1 0,4-8,2-5,-1-2,-1 0,-2-1,-1 0,-2-1,-1-1,-2 0,-1-1,2-24,-8 48,-1-1,0 1,-1 0,0-1,-1 0,0 1,-1-1,0 1,-1 0,-1-1,0 1,0 0,-1 0,-1 0,-5-10,8 19,0 0,-1 1,1-1,0 1,-1 0,0-1,1 1,-1 0,0 0,0 1,0-1,0 1,0-1,-1 1,1 0,0 0,-1 0,1 1,-1-1,1 1,0 0,-1 0,1 0,-1 0,1 1,-1 0,1-1,0 1,-1 0,1 0,0 1,-7 2,1 1,-1 0,1 0,0 1,1 0,0 0,0 1,0 1,-6 6,0 3,1 0,1 1,0 0,1 1,1 0,1 1,1 0,0 0,2 1,0 0,2 0,0 0,0 8,3-14,0 0,1 0,0 0,2 0,-1 1,2-2,0 1,1 0,0 0,1-1,1 0,0 0,1-1,1 0,0 0,0 0,1-1,1 0,5 4,0-2,2-1,0 0,0-1,1-1,1-1,-1 0,13 3,48 16</inkml:trace>
  <inkml:trace contextRef="#ctx0" brushRef="#br2" timeOffset="113029.291">17178 8112,'-6'-5,"0"1,-1-1,1 1,-1 0,1 0,-1 1,0 0,-1 0,1 1,0 0,-1 0,1 1,-1 0,0 0,1 1,-1 0,0 0,1 1,-1 0,0 0,1 1,-1 0,1 0,0 0,0 1,0 1,0-1,0 1,1 0,-1 0,0 2,2-2,0-1,1 2,-1-1,1 0,0 1,0 0,0 0,1 0,0 0,0 0,0 1,0 0,1-1,0 1,0 2,2-6,-1-1,1 0,0 1,0-1,0 0,1 1,-1-1,0 0,0 1,1-1,-1 0,1 1,-1-1,1 0,-1 0,1 0,0 0,0 1,0-1,-1 0,1 0,0 0,0-1,0 1,0 0,1 0,-1 0,0-1,0 1,0-1,1 1,-1-1,0 1,0-1,1 0,-1 0,0 1,1-1,-1 0,1 0,0 0,57-10,-42 2,0 0,-1-1,0-1,-1 0,0-1,0 0,-1-2,-1 1,0-2,-1 0,0 0,-1-1,-1 0,-1-1,0 0,0-1,-2 0,0 0,-1-1,-1 1,-1-1,0 0,-1-1,0-17,-2 12,-1 1,0 0,-2 0,-1 0,-1 0,0 0,-2 0,-2-3,8 24,0 0,-1 0,1 0,0 0,-1 0,0 0,1 0,-1 0,0 0,0 1,0-1,0 0,0 1,-1-1,1 0,0 1,-1 0,1-1,-1 1,0 0,1 0,-1-1,0 1,0 1,1-1,-1 0,0 0,0 1,0-1,0 1,0-1,0 1,0 0,-2 0,1 3,-1 0,1 0,0 1,1-1,-1 1,0-1,1 1,0 0,0 0,0 0,1 0,-1 1,1-1,0 1,-13 45,3 2,2-1,2 1,1 30,6-79,-5 31,2 1,2 0,1 0,2 0,1 0,2 0,7 24,-10-53,1 0,-1 1,1-1,0 0,1 0,0-1,0 1,0-1,0 0,1 0,0 0,0 0,0-1,1 0,-1 0,1-1,0 1,0-1,0-1,1 1,-1-1,1 0,-1 0,1-1,-1 0,1 0,0 0,0-1,0 0,9 0,0 0,0-1,0-1,-1-1,1 0,0-1,-1 0,0-1,0-1,0-1,-1 0,0-1,0 0,-1-1,0 0,-1-1,0-1,0 0,-1-1,4-5,-13 14,1 0,-1-1,0 1,0 0,0-1,0 0,-1 1,1-1,-1 0,0 0,0 0,0 0,-1 0,0 0,1 0,-1 0,-1 0,1 0,0 0,-1 0,0 1,0-1,0 0,0 0,-2-3,2 6,0 1,0-1,0 1,0-1,0 1,-1-1,1 1,0 0,0 0,0-1,0 1,0 0,0 0,0 0,-1 0,1 0,0 0,0 1,0-1,0 0,0 0,0 1,0-1,0 1,-1-1,2 1,-1-1,0 1,0 0,0 0,0-1,0 1,0 0,1 0,-1 0,0 0,1 0,-1 0,1 0,-1 0,1 0,-1 0,1 0,0 0,-1 0,1 0,0 0,0 0,0 1,0-1,0 0,0 0,0 3,-1 0,1 0,0 0,0-1,1 1,-1 0,1 0,-1 0,1-1,1 1,-1-1,0 1,1-1,0 1,0-1,0 0,0 1,0-1,1-1,-1 1,1 0,0 0,0-1,0 0,0 1,5 3,2 0,-1 0,0 0,1-1,0-1,0 0,1 0,2 0,-8-2,-1 0,1 0,-1 0,1-1,0 0,0 0,0 0,0 0,0-1,0 0,0 0,0 0,0-1,0 1,0-1,-1 0,1-1,0 1,0-1,-1 0,1 0,-1-1,0 1,0-1,1 0,-2 0,1 0,3-4,-4-3,0-1,0 0,-1 0,0-1,-1 1,-1 0,1 0,-2-1,0 1,0 0,-1 0,0 0,-1 0,-2-5,4 10,-1 1,1 0,-1 0,-1 0,1 0,-1 0,1 0,-1 0,-1 1,1 0,-1-1,1 1,-1 0,-1 1,1-1,0 1,-1 0,1 0,-1 0,0 1,0-1,0 1,-1 1,1-1,0 1,-1-1,1 2,-1-1,1 1,-1-1,1 1,-1 1,1-1,-1 1,1 0,0 0,-3 1,2 1,1-1,-1 1,0-1,1 2,-1-1,1 1,0-1,0 2,0-1,1 0,-1 1,1 0,0 0,1 0,-1 0,1 1,0-1,0 1,1 0,-1 0,1 0,0 5,2-8,0-1,0 1,0-1,1 1,-1-1,1 1,0-1,-1 1,1-1,0 0,1 1,-1-1,0 0,1 0,-1 0,1 0,0 0,-1 0,1 0,0-1,0 1,0-1,0 1,2 0,28 16</inkml:trace>
  <inkml:trace contextRef="#ctx0" brushRef="#br2" timeOffset="113284.421">18180 7992,'-7'18,"-2"15,1 11,3 5,8 1,7-6,5-8,4-10,-1-9</inkml:trace>
  <inkml:trace contextRef="#ctx0" brushRef="#br2" timeOffset="113454.921">18207 7737,'-2'14,"8"11,17 10,4 0</inkml:trace>
  <inkml:trace contextRef="#ctx0" brushRef="#br2" timeOffset="113975.534">19691 8098,'-11'-8,"0"1,0 0,0 1,-1 0,0 1,0 0,-1 1,1 0,-1 1,0 0,0 1,0 1,0 0,0 1,-1 0,-8 2,17 0,0 0,1 1,-1 0,1 0,-1 1,1-1,0 1,0 0,1 0,-1 0,1 0,0 0,0 1,0 0,1 0,0-1,-1 1,2 1,-1-1,1 0,-1 0,2 1,-1-1,0 0,1 1,0-1,0 1,1-1,0 0,0 1,0-1,0 0,1 0,0 1,0-1,0-1,1 1,-1 0,1-1,0 1,2 1,0-1,0 0,1 0,0-1,-1 1,1-2,1 1,-1 0,0-1,1-1,0 1,0-1,0 0,0 0,0-1,0 0,0 0,0-1,0 0,1 0,-1 0,0-1,0 0,2-1,1-1,1 1,-1-1,0-1,-1 1,1-2,0 1,-1-1,0-1,-1 0,1 0,-1-1,0 0,0 0,-1-1,4-5,0-9,-1 0,-1-1,-1 0,-1 0,-1-1,-1 0,-1 0,-2 0,0 0,-1-1,-2 1,0 0,-4-16,5 27,0 7,0-1,0 1,-1 0,1-1,-1 1,0 0,-1-1,0 1,0 0,0 0,-1 1,0-1,0 0,-1 0,3 5,-1 1,0-1,0 1,1 0,-1 0,0-1,0 1,1 0,-1 1,0-1,0 0,0 0,1 1,-1-1,0 1,1 0,-1-1,0 1,1 0,-1 0,1 0,-1 0,1 0,-1 0,1 0,0 1,0-1,0 1,0-1,0 0,0 1,0 0,0-1,0 1,1 0,-1-1,0 1,-11 17,0 0,2 1,0 0,1 1,1 0,0 1,2-1,1 1,1 0,0 1,2-1,1 1,0-1,2 5,0-19,0 1,1-1,0 1,0-1,1 0,0 0,0 0,1 0,0-1,0 1,1-1,0 0,0-1,0 1,1-1,0 0,1 0,-1-1,1 0,0 0,1 0,-1-1,1 0,0-1,-1 1,2-2,-1 1,6 0,-4 0,0-1,0-1,0 1,0-2,0 0,0 0,1 0,-1-1,0-1,0 0,-1 0,1-1,0 0,-1-1,1 0,-1-1,0 1,-1-2,1 1,-1-1,0-1,-1 1,1-1,-1-1,-1 1,1-1,-1 0,0-1,-2 3,0-1,0 1,-1-1,0 0,0 0,-1 0,0 0,0 0,0 0,-1-1,0 1,-1-1,0 1,0-1,0 1,-1 0,0-1,0 1,-1 0,0-1,0 1,-1 0,-2-4,4 10,-1 0,1 0,-1 1,1-1,-1 0,1 0,-1 1,0-1,1 1,-1-1,0 1,1 0,-1 0,0 0,1 0,-1 0,0 0,0 0,1 0,-1 1,0-1,1 0,-1 1,1 0,-1-1,0 1,1 0,-1 0,1 0,0 0,-1 0,1 0,0 0,0 1,0-1,-1 0,1 1,1-1,-1 1,0-1,0 1,0-1,1 1,-1-1,1 1,-1 0,1 0,0-1,0 1,0 0,0 0,-2 3,2 0,-1 1,0-1,1 0,0 0,0 0,1 0,0 0,-1 0,2 0,-1 0,0 0,1 0,0-1,0 1,1 0,-1-1,1 0,0 1,0-1,0-1,1 1,-1 0,1-1,2 2,6 6,2-1,0-1,0 0,0-1,1 0,1-1,0-1,55 20</inkml:trace>
  <inkml:trace contextRef="#ctx0" brushRef="#br2" timeOffset="114565.409">21094 8286,'66'-240,"-33"178,-32 61,0-1,0 1,0-1,0 1,1 0,-1 0,0 0,1 0,-1 0,0 0,1 0,0 0,-1 0,1 1,-1-1,1 1,0-1,-1 1,1 0,0-1,-1 1,1 0,0 0,0 0,-1 1,1-1,0 0,-1 0,1 1,0-1,-1 1,1 0,-1 0,1-1,-1 1,1 0,-1 0,1 1,10 9,0 1,-1 1,0 0,-1 0,-1 1,0 0,-1 1,-1 0,1 1,30 92,-37-107,-1 0,1 0,-1 0,0 1,1-1,-1 0,0 0,0 0,0 1,0-1,0 0,0 0,0 0,0 1,-1-1,1 0,0 0,-1 0,1 0,-1 0,1 1,-1-1,1 0,-1 0,0 0,0 0,1-1,-1 1,0 0,0 0,0 0,0-1,0 1,0 0,0-1,0 1,0-1,0 1,-1-1,1 0,0 1,0-1,0 0,-1 0,1 0,-1 0,-7-1,1-1,-1 1,1-2,-1 1,1-1,0-1,0 1,0-1,1-1,-1 0,1 0,0 0,0-1,0 0,6 6,0-1,0 1,0-1,-1 0,1 1,0-1,0 0,0 1,0-1,0 0,1 0,-1 0,0 0,0 0,1 0,-1 0,0 0,1 0,-1-1,1 1,-1 0,1 0,0 0,-1-1,1 1,0 0,0 0,0-1,0 1,0 0,0 0,1-1,-1 1,0 0,0 0,1-1,-1 1,1 0,-1 0,1 0,0 0,-1 0,1 0,0 0,0 0,0 0,0 0,-1 0,1 0,0 1,1-1,-1 0,10-2,0 0,1 0,-1 1,1 1,0 0,0 0,-1 1,1 1,4 0,9 0,42 2,108-5,-171 2,-1-1,0 1,1 0,-1-1,0 0,1 0,-1 0,0 0,0-1,0 1,0-1,0 1,-1-1,1 0,0 0,-1-1,1 1,-1 0,0-1,0 1,0-1,0 0,0 0,-1 0,1 0,-1 0,1 0,-1 0,0 0,-1 0,1-1,-1 1,1 0,-1-1,0 1,0 0,0-2,-2-2,0 1,0-1,0 1,-1-1,0 1,0 0,0 0,-1 0,0 1,0-1,-1 1,0 0,1 0,-2 0,1 1,0 0,-1 0,0 0,0 1,0-1,0 2,-1-1,1 1,-3-1,7 3,0-1,-1 1,1 0,0 0,-1 0,1 0,0 0,-1 0,1 1,0-1,0 1,-1-1,1 1,0 0,0 0,0 0,0 0,0 1,0-1,0 0,0 1,1-1,-1 1,0 0,1 0,-1 0,1-1,0 1,0 0,0 0,0 1,0-1,0 0,0 0,1 0,-1 2,-4 87,8-75,1-1,0 0,2 0,-1 0,2 0,0-1,1 0,0-1,1 0,1 0,0-1,0 0,2 0,-1-1,1-1,1 0,0-1,5 3,27 14</inkml:trace>
  <inkml:trace contextRef="#ctx0" brushRef="#br2" timeOffset="115839.125">22004 8098,'75'-80,"-50"55,0-1,-2-1,-1-1,18-31,-31 45,-1 0,-1 0,-1-1,0 0,0 0,-2-1,0 1,-1-1,1-11,-3 25,-1 1,0 0,0 0,0 0,0-1,0 1,0 0,0 0,0-1,0 1,0 0,-1 0,1 0,-1 0,1-1,-1 1,1 0,-1 0,0 0,1 0,-1 0,0 0,0 0,0 0,1 1,-1-1,0 0,0 0,0 1,-1-1,1 1,0-1,0 1,0-1,0 1,0 0,-1-1,1 1,0 0,0 0,-1 0,1 0,-49 21,37-8,0 1,1 0,1 1,0 1,1-1,1 2,0-1,1 1,1 1,0-1,2 1,0 0,1 1,1-1,0 1,2-1,0 2,-1-1,1 1,2-1,0 1,1-1,0 1,2-1,0 0,2 0,0-1,0 1,3 2,-4-12,0 1,0-1,1 0,0 0,0-1,1 0,0 0,1 0,-1-1,2 0,-1-1,1 0,0 0,0-1,0 0,1 0,0-1,0 0,0-1,0 0,3-1,-7-1,1 0,0 0,-1-1,1 0,0-1,0 1,-1-1,1-1,0 1,-1-1,0 0,1-1,-1 1,0-1,0 0,0-1,-1 0,1 0,-1 0,0 0,0-1,0 0,-1 0,1 0,2-5,0 0,0 0,-1 0,-1-1,0 0,0 0,-1 0,0 0,-1-1,0 0,-1 1,0-1,-1-2,-1 13,1 1,-1-1,0 0,1 0,-1 1,0-1,0 0,1 0,-1 1,0-1,0 0,0 0,0 1,0-1,0 0,0 0,-1 0,1 1,0-1,0 0,0 0,-1 1,1-1,0 0,-1 1,1-1,-1 0,1 1,-1-1,1 1,-1-1,1 0,-1 1,0 0,1-1,-1 1,0-1,1 1,-1 0,0-1,1 1,-1 0,0 0,0-1,1 1,-1 0,0 0,0 0,0 0,1 0,-1 0,0 0,0 0,1 1,-1-1,0 0,0 0,0 1,-4 3,-1 1,1 0,0 0,1 0,-1 1,1-1,0 1,0 0,1 0,0 1,0-1,0 1,1-1,0 1,0 0,1 0,0 0,0 0,1 0,-1 5,2-8,0 0,0 0,0 0,1 0,-1-1,1 1,0 0,0-1,0 1,1-1,-1 1,1-1,0 0,0 0,0-1,0 1,0 0,1-1,-1 0,1 0,-1 0,1 0,3 1,27 10</inkml:trace>
  <inkml:trace contextRef="#ctx0" brushRef="#br2" timeOffset="116463.689">22940 8138,'-5'-2,"-1"0,1 0,0 1,-1-1,1 1,-1 0,0 1,1-1,-1 1,0 0,1 1,-1-1,1 1,-1 0,1 0,-1 1,1 0,0 0,-1 0,1 0,0 1,1 0,-1 0,0 0,1 1,0 0,0-1,0 2,0-1,0 0,1 1,0-1,0 1,0 0,-1 5,2-6,1 1,0 0,0 0,0 0,1 0,0 0,0 0,0 0,1 0,-1 0,1 0,0 0,1 0,-1 0,1 0,0-1,0 1,0-1,1 1,0-1,0 0,0 0,0 0,0 0,1-1,0 0,0 1,0-1,2 1,3 2,1 1,1-2,-1 1,1-1,0-1,0 0,0 0,1-1,-1-1,1 0,0 0,2-1,0-2,0 0,0-1,0 0,-1-1,1-1,-1 0,0-1,0 0,0-1,0 0,-1-1,0-1,-1 0,0 0,0-1,-1-1,0 1,0-2,-1 1,-1-2,1 1,-2-1,0 0,5-11,20-42,-2-2,-3-1,-4-1,-2-1,1-18,-22 87,6-22,0-1,-1 0,-2-1,0 1,-2-1,-1 1,-2-24,2 45,0 0,0 0,0 1,-1-1,1 0,-1 0,0 1,1-1,-1 1,0-1,-1 0,1 1,0 0,-1-1,1 1,-1 0,0 0,0 0,0 0,0 0,0 0,0 0,0 1,-1-1,1 1,-1 0,1-1,-1 1,1 0,-1 1,0-1,1 0,-1 1,0-1,0 1,1 0,-3 0,-5 5,0-1,1 2,-1 0,1 0,1 0,-1 1,1 0,1 1,-1 0,1 0,0 0,1 1,0 0,1 1,-1-1,2 1,-1 0,-1 7,-4 8,2 1,0 1,1-1,2 1,1 1,1-1,1 0,1 1,2-1,1 1,1-1,1 0,1 0,2 0,0-1,2 0,1 0,1-1,1 0,1-1,2-1,0 0,1-1,12 12,-22-27,0 0,0 0,1-1,0 0,0 0,1-1,-1 0,1 0,0-1,1 0,-1 0,1-1,0 0,0 0,0-1,0 0,0-1,0 0,0 0,0-1,1-1,-1 1,0-1,0-1,0 0,0 0,0 0,6-4,-2-3,0-1,-1 0,0 0,-1-2,0 1,-1-1,0-1,-1 0,-1 0,0-1,-1 0,6-14,-30 105,15-71,0-1,0 0,1 1,0-1,0 1,0-1,0 1,1 0,0-1,0 1,1 0,0-1,0 1,0-1,0 1,1-1,0 1,0-1,1 0,-1 0,1 0,0 0,0-1,1 1,-1-1,4 3,13 6</inkml:trace>
  <inkml:trace contextRef="#ctx0" brushRef="#br2" timeOffset="116617.815">23835 7978,'-18'-7,"-11"-4,-4-3,-2-3,5 0</inkml:trace>
  <inkml:trace contextRef="#ctx0" brushRef="#br2" timeOffset="116817.281">23193 7684,'19'0,"21"0,27 2,24 1,21 3,-10-1</inkml:trace>
  <inkml:trace contextRef="#ctx0" brushRef="#br2" timeOffset="117119.475">24197 8112,'5'4,"0"-1,1 0,-1 0,1-1,0 0,0 0,0 0,0-1,0 1,0-1,0-1,0 1,1-1,-1-1,0 1,0-1,0 0,1 0,-1 0,0-1,-1 0,1 0,0-1,-1 0,1 0,-1 0,0 0,0-1,0 0,0 0,-1-1,2-1,-1-1,0 0,-1 0,0 0,0-1,-1 0,0 0,0 0,-1 0,0 0,-1-1,1 1,-1 0,-1-1,0 1,0-1,-1 1,0-1,0 1,-1 0,0-1,-2-5,2 12,0-1,0 0,0 1,0-1,0 1,0 0,-1 0,1 0,-1 0,1 0,-1 0,0 1,0-1,0 1,1 0,-2 0,1 0,0 0,0 0,0 1,0-1,0 1,-1 0,1 0,0 0,0 0,0 1,0-1,-1 1,1 0,-1 0,-3 2,-1-1,0 1,1 1,0-1,-1 2,2-1,-1 0,0 1,1 0,0 1,-5 5,4-4,1 1,0 0,0 0,1 0,0 0,0 1,1 0,0 0,1 0,0 1,0-1,1 1,0 0,1-1,0 1,1 0,0 0,0 0,1-1,0 1,1 0,0-1,0 1,1-1,1 1,-1-1,1 0,1-1,0 1,0-1,6 8,7-4,1-1,-1-1,2 0,-1-1,1-2,1 0,-1-1,1-1,0 0,0-2,1-1,-1 0,20-2,24 3</inkml:trace>
  <inkml:trace contextRef="#ctx0" brushRef="#br2" timeOffset="117373.798">24985 8299,'7'-2,"2"-1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5:52:59.5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1899 1433,'12'-27,"-1"0,0-1,-3 0,0-1,-1 0,-2 0,-1 0,-2 0,0-5,1-8,-3 42,1-1,-1 1,1-1,-1 1,1-1,0 1,-1-1,1 1,0 0,-1-1,1 1,0 0,-1 0,1-1,0 1,0 0,-1 0,1 0,0 0,0 0,0 0,-1 0,1 0,0 0,0 1,-1-1,1 0,0 0,-1 1,1-1,0 0,-1 1,1-1,0 1,-1-1,1 1,-1-1,1 1,-1-1,1 1,-1 0,1-1,0 1,119 74,-115-73,-1 1,0-1,0 1,-1 0,1 0,-1 0,1 0,-1 0,0 1,0 0,0-1,-1 1,1 0,-1 0,0 1,0-1,0 0,-1 1,0-1,0 1,0-1,0 1,-1 0,1-1,-1 1,-6 76,3-66,2 0,0 0,0 0,1 0,1-1,1 1,0 2,-1-14,0 1,1-1,-1 0,1 0,-1 1,1-1,0 0,1 0,-1-1,0 1,1 0,-1-1,1 1,0-1,0 0,0 0,0 0,0-1,1 1,-1-1,0 1,1-1,-1 0,1 0,-1-1,1 1,0-1,-1 0,1 0,-1 0,1 0,0-1,-1 1,1-1,-1 0,1 0,-1 0,0 0,1-1,-1 1,0-1,0 0,2-1,9-6,0 0,0-1,0-1,-1 0,-1-1,0 0,-1 0,0-2,-1 1,0-1,-1-1,-1 0,0 0,-1 0,-1-1,0 0,-1-1,-1 1,0-1,-1-8,-2 23,0 1,-1 0,1-1,0 1,-1 0,0-1,1 1,-1 0,0-1,0 1,0-1,0 1,0-1,0 1,0 0,0-1,-1 1,1-1,0 1,-1 0,0-1,1 1,-1 0,0 0,1-1,-1 1,0 0,0 0,0 0,0 0,0 0,0 0,0 0,0 0,-1 1,1-1,0 0,0 1,-1-1,1 1,0-1,-1 1,1-1,-1 1,1 0,0 0,-1 0,1 0,-1 0,0 0,-5 5,0-1,1 1,-1 1,1-1,0 1,0 0,1 1,0-1,0 1,0 0,1 0,0 1,1-1,-1 1,1 0,1 0,-1 0,2 0,-1 3,1-6,0 0,0 0,1 0,-1 0,1 0,1 1,-1-1,1 0,0 0,0 0,0 0,1 0,-1 0,1 0,0-1,1 1,-1-1,1 1,0-1,0 0,1 0,-1 0,1 0,0-1,0 0,0 1,0-2,0 1,1 0,-1-1,1 0,0 0,0 0,0 0,2 0,13 2,-1 0,0-2,1 0,-1-1,1-1,-1-1,7-1,23-4</inkml:trace>
  <inkml:trace contextRef="#ctx0" brushRef="#br0" timeOffset="750.011">2915 1298,'-7'-3,"-1"1,0-1,0 1,0 1,0 0,0 0,0 0,0 1,0 0,0 1,0 0,0 0,0 0,0 1,0 1,0-1,1 1,-1 0,1 1,0 0,0 0,0 1,1-1,0 1,-1 1,2-1,-1 1,1 0,0 1,0-1,-2 4,6-7,1 0,-1 0,1-1,-1 1,1 0,0-1,0 1,0 0,1 0,-1-1,1 1,-1 0,1-1,0 1,0 0,0-1,0 1,1-1,-1 0,1 1,-1-1,1 0,0 0,0 0,0 0,0 0,0-1,0 1,1 0,-1-1,0 0,1 0,-1 1,1-1,0-1,-1 1,1 0,0-1,-1 1,1-1,0 0,0 0,-1 0,1 0,0 0,0-1,-1 1,1-1,5 0,0 1,0-1,-1-1,1 0,0 0,-1 0,1-1,-1 0,0-1,0 0,0 0,-1 0,1-1,-1 0,0 0,0 0,-1-1,1 0,-1 0,-1 0,1-1,2-4,-8-9,-11 31,9-5,1 0,1 1,-1-1,1 1,0-1,1 1,0-1,0 1,0-1,1 1,0 4,0-8,-1-1,1 1,0-1,0 1,0-1,0 0,0 0,0 1,1-1,-1 0,1 0,0 0,-1 0,1 0,0-1,0 1,0-1,0 1,0-1,1 0,-1 1,0-1,1 0,-1-1,0 1,1 0,-1-1,1 1,-1-1,1 0,1 0,6-1,1-2,-1 1,0-2,0 1,0-1,-1-1,1 0,-1 0,0-1,0 0,-1 0,0-1,0 0,0-1,-1 1,0-2,-1 1,0-1,0 0,2-5,10-20,-1 0,-2-1,-2 0,-1-1,-2-1,-1 0,-2 0,-1 0,-2-1,-2 0,-2 0,-1 0,-2 0,-5-23,-15-39,23 99,0-1,0 1,-1 0,1 0,0 0,-1 0,1-1,-1 1,1 0,-1 0,0 0,1 0,-1 0,0 0,0 0,1 0,-1 1,0-1,0 0,0 0,0 1,0-1,0 0,-1 1,1-1,0 1,0 0,0-1,0 1,-1 0,1 0,0-1,0 1,0 0,-1 0,1 1,0-1,0 0,-1 0,1 0,0 1,0-1,0 1,0-1,0 1,0-1,-1 1,1 0,0 0,1-1,-1 1,0 0,0 0,0 0,0 0,1 0,-1 0,0 0,1 0,-1 0,1 0,-1 0,1 1,-9 15,1 0,1 1,0 0,1 0,1 1,1 0,1-1,-1 12,3-18,-8 33,2 1,3 0,1 0,2 0,2 0,3 0,1-1,7 22,-11-58,1 0,1 0,0-1,0 0,0 1,1-1,0 0,1-1,0 1,0-1,0 0,1 0,0-1,1 1,-1-1,1-1,0 1,1-1,-1-1,1 1,0-1,0-1,0 1,1-1,-1-1,6 2,-3-4,-1 0,1 0,-1-1,1-1,-1 1,0-2,0 1,0-1,0-1,-1 0,1 0,-1-1,0 0,0-1,-1 0,1 0,-1-1,1-1,3-4,1-1,-2 0,0 0,0-2,-1 1,-1-1,-1 0,0-1,0 0,1-7,-4 7,-4 20,-8 23,1 0,1 0,1 1,2-1,1 1,1 15,0-40,0 0,1 0,-1 0,1 0,-1 0,1-1,0 1,0 0,1 0,-1-1,0 1,1-1,-1 1,1-1,0 0,0 1,0-1,0 0,0 0,1 0,-1-1,0 1,1-1,0 1,0 0,18 4</inkml:trace>
  <inkml:trace contextRef="#ctx0" brushRef="#br0" timeOffset="929.292">3597 884,'5'0,"1"0</inkml:trace>
  <inkml:trace contextRef="#ctx0" brushRef="#br0" timeOffset="2061.453">3718 1124,'8'-13,"1"0,1 0,0 0,1 1,0 1,1 0,0 1,0 0,1 0,1 2,12-7,-24 14,0 0,0 0,-1 1,1-1,0 1,0-1,0 1,-1-1,1 1,0 0,0 0,0 0,0 0,0 1,0-1,-1 0,1 1,0-1,0 1,0 0,-1-1,1 1,0 0,-1 0,1 0,-1 0,1 1,-1-1,0 0,1 1,-1-1,0 1,1 0,18 64,-20-12,-2-1,-2 1,-2-1,-3 0,-2-1,-3 0,-1-1,-3-1,-5 6,-119 334,137-375,3-10,0 0,1 1,-1-1,1 1,0-1,1 1,-1-1,1 1,0 0,0-1,2 6,-1-9,1-1,0 1,0-1,0 1,0-1,0 0,0 0,0 0,0 0,0 0,1 0,-1 0,0-1,1 1,-1-1,0 0,1 0,-1 0,0 0,1 0,-1 0,1-1,-1 1,0-1,2 0,4 0,-1 2,-1-2,1 1,0-1,-1 0,1 0,-1-1,0 0,1 0,-1 0,0-1,0 0,0 0,-1 0,1-1,-1 0,0 0,0 0,0-1,-1 0,1 0,-1 0,0 0,0-1,0-1,3-13,-1 0,-1-1,0 0,-2 0,0 0,-1-1,-2 1,0 0,-2-12,2 28,-17-151,15 147,0 0,-1 0,0 0,-1 1,0-1,0 1,-1 0,0 1,0-1,-1 1,0 0,0 0,0 0,-1 1,-6-4,11 8,-15-12,33 2,13 6,56-14,-2-3,70-29,-149 51,-1 0,0 0,-1 0,1 0,0 0,-1 0,1-1,0 1,-1-1,0 0,1 1,-1-1,0 0,0 0,0-1,0 1,0 0,-1-1,1 1,-1-1,1 0,-3 2,0 0,0 0,1 0,-1 0,0 0,0 0,0 0,0 1,0-1,0 0,0 1,-1-1,1 0,0 1,0 0,0-1,-1 1,1 0,0-1,0 1,-1 0,1 0,0 0,-1 0,1 0,0 0,0 1,-1-1,1 0,0 1,0-1,-1 1,1-1,-10 4,0 1,1-1,0 2,0-1,0 1,1 1,0 0,0 0,0 0,1 1,0 1,1 0,0 0,0 0,1 0,0 1,1 0,-2 5,6-13,-1 0,1 0,0 0,-1 1,1-1,0 1,0-1,0 1,1-1,-1 1,1-1,-1 1,1-1,0 1,0 0,0-1,0 1,1 0,-1-1,1 1,-1-1,1 1,0-1,0 1,0-1,0 0,1 1,-1-1,1 0,-1 0,1 0,0 0,-1 0,3 1,4-1,0-1,-1-1,1 0,0 0,0 0,-1-1,1 0,0 0,-1-1,1 0,-1-1,0 1,0-1,0-1,0 1,0-1,-1-1,1 1,-1-1,2-2,60-68,-64 96,-6-16,1 0,1 1,-1-1,1 1,0-1,0 1,0-1,1 1,0-1,0 1,1-1,-1 0,1 0,0 0,0 0,1 0,0 0,0 0,0-1,0 1,1-1,-1 0,1 0,0 0,0-1,1 1,-1-1,1 0,0 0,-1-1,1 1,0-1,4 1,-1-5,1 1,-1-1,0-1,-1 1,1-1,0-1,-1 1,0-2,0 1,0-1,0 1,-1-2,1 1,-1-1,-1 0,1 0,-1-1,0 0,-1 1,1-2,-1 1,2-6,22-44,-2-2,-3 0,-2-2,-3 0,-3-1,-3-1,-2 0,-2-15,-8 77,6-33,8-58,-4 0,-3-36,-7 122,0 3,1 1,-1-1,0 1,0-1,0 1,0-1,0 1,-1-1,1 1,-1-1,1 1,-1-1,0 1,0 0,0-1,0 1,-1 0,1 0,-1 0,0-1,-1 3,1 1,-1 0,1 0,-1 0,1 0,0 0,0 0,-1 1,1-1,0 1,0 0,1-1,-1 1,0 0,0 0,1 0,-1 0,1 1,0-1,0 0,0 0,-1 1,2-2,-21 38,2 1,2 1,2 0,1 1,3 0,-7 43,7-29,2 0,2 0,2 54,5-88,1 1,1 0,1-1,1 0,1 0,1 0,0 0,2-1,1 0,0 0,5 5,-7-16,-1 0,2 0,-1 0,2-1,-1 0,1-1,0 1,1-2,0 0,0 0,0 0,1-1,0-1,0 0,1-1,-1 0,1 0,0-1,0-1,0 0,1-1,-1 0,0-1,0 0,1-1,0 0,16-9</inkml:trace>
  <inkml:trace contextRef="#ctx0" brushRef="#br0" timeOffset="2314.817">4399 951,'18'4,"24"2,26 0,21-1,15-2,2-1,-17 0</inkml:trace>
  <inkml:trace contextRef="#ctx0" brushRef="#br0" timeOffset="-1419.858">482 830,'-26'89,"-4"-2,-4-1,-3-2,-35 55,16-44,44-82,10-18,9-26,163-399,-90 209,-80 222,0-1,0 1,1 0,-1-1,0 1,1 0,-1-1,1 1,-1-1,1 1,-1-1,1 1,-1-1,1 1,-1-1,1 0,0 1,-1-1,1 0,0 1,-1-1,1 0,0 0,-1 0,1 0,0 0,0 1,-1-1,1 0,0-1,-1 1,1 0,0 0,0 0,-1 0,1 0,0-1,-1 1,1 0,0-1,-1 1,1-1,-1 1,1 0,-1-1,1 1,-1-1,1 1,-1-1,1 0,-1 1,1-1,-1 1,0-1,0 0,1 1,-1-1,0 0,0 1,0-1,1 0,-1 0,0 0,37 143,-17-38,-5 1,-4 1,-5-1,-6 72,-1-154</inkml:trace>
  <inkml:trace contextRef="#ctx0" brushRef="#br0" timeOffset="-783.523">321 1111,'39'8,"-10"-9,1-2,-1-1,0-1,0-1,24-9,-16 5,-5 2,-3-1,0 1,0 2,1 0,-1 3,1 0,0 2,11 1,-36 1,-1 0,1 0,0 0,-1 1,1-1,-1 1,0 0,1 0,-1 1,0-1,0 1,-1 0,1 0,0 1,-1-1,0 1,0-1,0 1,0 0,-1 0,1 0,-1 0,0 1,0-1,-1 1,1-1,-1 1,0 0,0-1,-1 1,1 0,-1 0,0 129,0-134,0 1,-1-1,1 0,0 1,0-1,0 1,0-1,0 1,0-1,0 0,0 1,0-1,0 1,0-1,0 1,0-1,0 1,0-1,0 1,1-1,-1 0,0 1,0-1,0 1,1-1,-1 0,0 1,0-1,1 0,-1 1,0-1,1 0,-1 0,1 1,-1-1,0 0,1 0,-1 1,1-1,-1 0,1 0,-1 0,0 0,1 0,-1 0,1 0,-1 0,1 0,-1 0,1 0,-1 0,0 0,1 0,-1 0,1 0,-1-1,1 1,-1 0,0 0,1 0,-1-1,1 1,-1 0,1-1,20-23,45-119,-66 143,0 0,0 1,0-1,1 0,-1 0,0 0,0 1,0-1,0 0,0 0,1 0,-1 1,0-1,0 0,0 0,0 0,1 1,-1-1,0 0,0 0,1 0,-1 0,0 0,0 0,1 0,-1 0,0 0,0 0,1 1,-1-1,0 0,0 0,1-1,-1 1,0 0,0 0,1 0,-1 0,0 0,0 0,1 0,-1 0,0 0,0 0,0-1,1 1,-1 0,1 33,-1-30,-2 32,1-24,0 0,1-1,0 1,1 0,0 0,0-1,1 1,2 5,-3-15,-1 0,1 1,0-1,-1 0,1 0,0 0,-1 0,1 0,0 1,0-2,0 1,0 0,0 0,0 0,1 0,-1-1,0 1,0 0,0-1,1 1,-1-1,0 0,1 1,-1-1,0 0,1 0,-1 0,0 0,1 0,-1 0,0 0,1 0,-1-1,0 1,1 0,-1-1,0 1,1-1,-1 0,46-29,-37 20,-1-2,0 1,0-1,-1-1,-1 0,0 0,0 0,-1-1,-1 0,-1 0,0 0,0-5,6 103,-7-79,-1-1,1 1,0-1,0 0,0 0,0 0,1 0,0 0,0-1,0 0,0 0,0 0,1 0,-1 0,1-1,0 0,-1 0,1 0,4 0,29 9</inkml:trace>
  <inkml:trace contextRef="#ctx0" brushRef="#br0" timeOffset="3299.481">282 2475,'68'-158,"51"-82,40-87,-144 286,-12 27,-9 23,-9 37,2 0,2 1,2 0,2 1,2 0,2 0,3 21,-2 73,14 103,-11-233,-1 1,1-1,0 1,1-1,1 0,0 0,0 0,1 0,1 0,0-1,0 1,1-1,-3-9,0 0,-1 0,1 0,0 0,0 0,0-1,0 1,1-1,-1 0,0 0,1 0,-1 0,0 0,1-1,-1 0,1 1,-1-1,1-1,-1 1,1 0,-1-1,0 0,1 0,-1 0,0 0,1 0,-1-1,0 1,0-1,0 0,0 0,-1 0,1 0,0-1,-1 1,0-1,1 0,27-22</inkml:trace>
  <inkml:trace contextRef="#ctx0" brushRef="#br0" timeOffset="3552.804">269 2047,'-14'0,"0"0,12 0,22-2,25-6,26-5,24-3,18 0,-10 5</inkml:trace>
  <inkml:trace contextRef="#ctx0" brushRef="#br0" timeOffset="4071.49">857 2676,'11'-6,"-1"-1,1 0,-1 0,-1-1,1 0,-2-1,1 0,-1 0,0-1,-1 0,0 0,0-1,-1 0,-1 0,0 0,0-1,-1 1,-1-1,0 0,-1-1,0 1,0 0,-2-1,1 1,-2 0,1-1,-2 1,0 0,0-1,-1 1,-1-1,-19-34,23 47,0 0,0 1,0-1,0 0,0 1,0-1,1 0,-1 1,0-1,0 0,0 0,1 1,-1-1,0 0,0 0,1 1,-1-1,0 0,1 0,-1 0,0 0,0 1,1-1,-1 0,0 0,1 0,-1 0,0 0,1 0,-1 0,0 0,1 0,-1 0,1 0,-1 0,0 0,1 0,-1 0,0 0,0 0,1-1,-1 1,0 0,1 0,-1 0,0 0,1-1,-1 1,0 0,0 0,1-1,-1 1,0 0,0 0,0-1,0 1,1 0,-1-1,0 1,0 0,0-1,0 1,0 0,0-1,0 1,0 0,0-1,0 1,9 3,69 12,52 15,-125-27,1-1,-1 1,0 0,0 0,0 0,0 1,0 0,-1 0,0 0,0 0,0 1,0 0,0-1,-1 1,0 1,0-1,-1 0,1 1,-1-1,0 3,0 8,0 1,-1 0,-1 0,0 0,-1 0,-1 0,-1-1,-1 1,0-1,-1 0,-5 13,-11 48,20-75,0-1,0 1,0 0,1 0,-1 0,1 0,-1 0,1 0,0 0,0 0,0 0,0 0,0-1,0 1,0 0,1 0,-1 0,1 0,-1 0,1 0,0 0,0-1,0 1,0 0,0-1,0 1,0 0,0-1,1 1,-1-1,1 0,-1 0,1 1,-1-1,1 0,0 0,5-1,0 0,0-1,0 0,-1 0,1-1,0 1,-1-1,1-1,-1 1,0-1,0-1,0 1,0-1,0 0,1-2,-4 5,14-9,0-1,-1 0,0-2,-1 1,0-2,-1 0,-1-1,0 0,-1-1,-1 0,0-1,-1 0,-1-1,-1 0,0 0,-2-1,0 0,-1 0,0-1,-2 0,-11-19,8 39,-1-1,1 0,-1 1,1-1,-1 0,1 1,-1-1,0 1,1-1,-1 1,0-1,1 1,-1 0,0-1,0 1,0 0,1-1,-1 1,0 0,0 0,0 0,0 0,1 0,-1 0,0 0,0 0,0 0,0 0,1 1,-1-1,0 0,0 0,1 1,-1-1,0 1,0-1,1 0,-1 1,0 0,1-1,-1 1,1-1,-1 1,0 0,-7 8,-1 1,1 0,1 0,0 0,1 1,0 0,0 1,1-1,1 1,0 0,0 0,1 0,1 1,0-1,1 2,0-10,0 1,1-1,0 0,0 1,0-1,0 1,1-1,0 0,0 1,0-1,0 0,1 0,-1 0,1 0,0 0,0 0,1 0,-1-1,1 1,0-1,0 0,0 1,0-1,0-1,1 1,0 0,-1-1,1 0,0 0,0 0,0 0,3 0,35 9,-1-5</inkml:trace>
  <inkml:trace contextRef="#ctx0" brushRef="#br0" timeOffset="4984.891">1979 2461,'-5'-1,"0"1,-1-1,1 1,-1 0,1 0,0 0,-1 1,1 0,0 0,-1 0,1 1,0 0,0 0,0 0,0 0,1 1,-1 0,0 0,1 0,0 1,0-1,0 1,0 0,1 0,-1 0,-1 5,-2 0,1 0,0 1,1 0,0 1,1-1,0 1,0 0,1 0,0 0,1 0,1 1,-1 2,2-9,1-1,-1 1,0-1,1 0,0 1,0-1,1 0,-1 1,1-1,0 0,0 0,0 0,0-1,1 1,0 0,-1-1,1 0,1 0,-1 0,0 0,1 0,-1 0,1-1,0 0,0 0,0 0,0 0,0-1,1 1,-1-1,0 0,1 0,-1-1,0 1,2-1,13 0,1-1,-1-1,0 0,0-1,0-2,0 0,0-1,-1 0,0-2,-1 0,1-1,-2-1,1 0,12-11,-19 14,0 1,-1-1,0-1,-1 0,1 0,-1-1,-1 0,0 0,0-1,-1 0,0 0,0 0,-2-1,1 1,-1-1,0-1,-1-1,-3 13,1-1,-1 0,0 0,0 0,1 0,-1 0,0 0,0 0,0 0,0 0,0 0,0 0,-1 0,1 0,0 0,0 0,-1 0,1 0,-1 0,1 0,-1 0,1 0,-1 0,1 0,-1 1,0-1,1 0,-1 1,0-1,0 0,0 1,1-1,-1 1,0-1,0 1,0-1,0 1,0 0,0-1,0 1,0 0,0 0,0 0,0 0,0 0,0 0,0 0,0 0,0 0,0 0,0 1,0-1,0 0,0 1,0-1,0 1,0-1,0 1,1-1,-1 1,0 0,0-1,-4 7,0 0,0 0,1 0,-1 1,2-1,-1 1,1 0,0 0,1 0,0 1,0-1,1 0,0 1,0-1,1 1,0-1,1 1,1 5,-1-7,0 0,1 0,0-1,0 1,0 0,1-1,0 0,0 0,1 1,0-2,0 1,0 0,1-1,0 0,0 0,0 0,0-1,1 0,0 0,0 0,0-1,0 0,0 0,1 0,0-1,-1 0,1 0,0-1,0 1,0-2,0 1,0-1,0 0,0 0,0-1,0 0,0 0,-1-1,1 0,3-1,-5 0,0-1,0 1,0-1,-1 0,1 0,-1-1,0 1,0-1,0 0,-1 0,0 0,0-1,0 1,0-1,-1 0,0 1,0-1,-1 0,1-3,6-117,-15 45,7 80,1 0,-1 0,1 0,-1 0,1 1,0-1,-1 0,1 1,0-1,0 0,-1 1,1-1,0 1,0-1,0 1,0-1,0 1,0 0,0 0,0-1,0 1,-1 0,1 0,0 0,0 0,0 0,0 0,0 0,0 0,0 0,0 1,0-1,0 0,0 1,0-1,0 0,0 1,0-1,-1 1,1 0,0-1,0 1,-1 0,1-1,0 1,-1 0,1 0,-1-1,1 2,5 1,7 1,-1 1,0 1,0 0,-1 0,0 1,0 0,0 1,-1 1,0-1,-1 2,0-1,0 1,-1 1,-1-1,1 1,-2 1,0-1,0 1,-1 0,0 1,1 6,10 124,-16-141,0 0,0 0,1-1,-1 1,0 0,1 0,-1 0,1 0,0-1,0 1,0 0,0 0,0-1,0 1,0-1,0 1,0-1,1 0,-1 1,1-1,-1 0,1 0,-1 0,1 0,0 0,-1 0,1 0,0-1,0 1,0-1,0 1,0-1,-1 0,1 0,0 0,0 0,0 0,0 0,0 0,0 0,1-1,13-5,0 0,0-1,0 0,-1-1,-1-1,1 0,9-10,-6 7,2 0,-1-1,0-1,-1-1,-1 0,0-1,-1-1,-1-1,0 0,5-10,-19 25,1 1,-1-1,0 1,0-1,0 0,0 0,0 1,0-1,-1 0,1 0,-1 0,0 0,0 0,0 1,-1-1,1 0,0 0,-1 0,0 0,0 1,0-1,0 0,0 1,0-1,-1 0,1 1,-1 0,0-1,0 1,0 0,0 0,0 0,0 0,0 0,-1 1,1-1,-1 1,1-1,-1 1,0 0,1 0,-1 0,-2 0,2 0,-1 0,0-1,0 2,0-1,1 0,-1 1,0 0,0 0,0 0,0 0,0 0,0 1,0 0,1 0,-1 0,0 0,0 1,1-1,-1 1,1 0,0 0,-1 0,1 1,0-1,0 1,0 0,1-1,-1 1,1 0,-1 1,1-1,0 0,0 1,1-1,-1 1,1 0,0-1,0 1,-1 3,1-1,0 0,1 0,0 1,0-1,1 0,-1 1,1-1,1 0,-1 0,1 0,0 0,0 0,1 0,0 0,0-1,0 1,0-1,1 0,0 0,0 0,1-1,-1 0,1 1,0-1,0-1,1 1,-1-1,0 0,1 0,0-1,0 1,0-1,0-1,0 1,0-1,6 1,30 3,-1-1,1-2,0-1,0-3,0-2,0-1,38-10,-9 0</inkml:trace>
  <inkml:trace contextRef="#ctx0" brushRef="#br0" timeOffset="5347.919">3757 2609,'-6'-6,"0"0,-1 1,0 0,0 0,0 1,-1-1,1 2,-1-1,0 1,0 0,0 1,0 0,0 0,-1 0,1 1,-1 1,1 0,-1 0,1 0,-1 1,1 0,-8 3,9-1,-1 0,1 1,0 0,0 0,1 1,-1 0,1 0,0 0,0 1,1 0,0 0,0 0,0 1,1 0,0 0,0 0,0 0,1 1,0-1,1 1,0 0,0 0,1 0,0 0,0 5,1-11,0 0,1 1,0-1,-1 0,1 0,0 0,0 0,0 0,0 0,1 0,-1-1,0 1,1 0,-1-1,1 1,0-1,0 1,-1-1,1 0,0 0,0 0,0 0,0 0,0 0,0 0,0-1,1 1,-1-1,0 1,0-1,0 0,1 0,-1 0,0 0,76-15,-66 10,-1 0,1-1,-1 0,0-1,-1 0,0 0,0-1,0-1,-1 0,0 0,-1 0,0-1,-1-1,0 1,0-1,-1 0,4-11,-6 3,-4 19,0 1,0-1,0 0,0 0,0 0,0 1,0-1,0 0,0 0,0 0,0 1,0-1,0 0,-1 0,1 0,0 1,0-1,0 0,0 0,0 0,-1 0,1 0,0 1,0-1,0 0,0 0,-1 0,1 0,0 0,0 0,0 0,-1 0,1 0,0 0,0 0,-1 0,1 0,0 0,0 0,0 0,-1 0,1 0,0 0,0 0,0 0,-1 0,-1 5,-1 0,1 0,0 1,1-1,-1 1,1 0,0-1,0 1,1 0,0-1,0 1,0 0,1-1,0 1,0 0,0-1,1 1,-1-1,2 1,-1-1,0 0,1 0,0 0,0 0,0 0,1-1,0 0,0 1,0-1,0-1,1 1,1 0,13 3,1-1,0-1,0-1,1-1,-1 0,1-2,-1 0,1-2,0 0,-1-1,10-3,39-6,-10-1</inkml:trace>
  <inkml:trace contextRef="#ctx0" brushRef="#br0" timeOffset="6268.327">642 3397,'-7'-3,"-1"0,0 0,0 1,0 0,0 0,-1 1,1 0,0 1,-1 0,1 0,0 1,-1 0,1 0,0 1,0 0,0 0,0 1,0 0,0 0,1 1,0 0,-1 1,1-1,1 1,-1 1,1-1,0 1,-4 4,2 1,0-1,0 1,1 1,0-1,1 1,0 1,1-1,1 1,0-1,0 1,2 0,-1 1,2-1,-1 0,2 1,0-1,1 2,-1-13,0 0,0 1,1-1,-1 0,1 0,-1 0,1 0,0 0,0 0,0 0,0 0,0 0,0 0,1 0,-1 0,1-1,-1 1,1-1,0 1,-1-1,1 0,0 0,0 1,0-1,0 0,0-1,0 1,0 0,0-1,1 1,-1-1,0 1,0-1,0 0,1 0,-1 0,0 0,0-1,0 1,1-1,9-4,-1 0,1-1,-2 0,1-1,-1 0,0-1,0 0,-1 0,0-1,-1 0,0-1,4-6,7-7,-1-2,0 0,-2-1,-2-1,0 0,-2-1,0 0,-2-1,-2 0,0-1,-2 0,-1 0,-2 0,-1 0,-1-1,-3-28,-14 4,15 55,0 0,0 0,-1 0,1 0,0 1,0-1,0 0,0 1,0-1,0 0,0 1,0-1,0 1,0 0,1-1,-1 1,0 0,0-1,0 1,1 0,-1 0,0 0,1 0,-1 0,1 0,-1 0,1 0,0 0,-1 0,1 0,0 0,-1 0,1 0,0 0,0 0,0 0,-17 47,2 1,2 0,2 1,3 0,-2 47,7-80,1-1,1 2,0-1,1 0,1 0,0 0,2 0,0 0,1-1,0 1,1-1,1 0,7 13,-10-25,0 1,1-1,-1-1,1 1,0 0,0-1,0 0,0 0,1 0,-1 0,1-1,0 0,0 0,0 0,0 0,0-1,0 0,0 0,0 0,0-1,1 0,-1 0,0 0,0 0,0-1,1 0,1-1,8-2,0 0,-1-2,1 1,-1-2,-1 0,1-1,-1 0,9-8,-10 9,-1-2,0 1,0-1,-1-1,0 0,-1-1,0 1,0-2,-1 1,-1-1,0 0,-1-1,0 0,-1 0,0 0,-1 0,0-6,-3 16,-1 1,0 0,0 0,0-1,0 1,0 0,-1-1,1 1,-1 0,1 0,-1 0,0 0,0-1,0 1,0 0,0 1,0-1,-1 0,1 0,-1 0,1 1,-1-1,1 1,-1-1,0 1,0 0,0-1,0 1,0 0,0 0,0 1,0-1,-1 0,1 1,0-1,0 1,0 0,-1-1,1 1,0 0,-1 1,1-1,0 0,0 1,0-1,-1 1,1 0,0-1,0 1,0 0,0 0,0 1,-1 0,-2 3,0 0,0 0,1 1,0-1,0 1,1 0,-1 1,1-1,0 0,1 1,0 0,0-1,0 1,1 0,0 0,0 0,1 0,0 0,0 0,1 0,-1 0,2 0,-1 0,1 0,0 0,0 0,1-1,0 1,2 3,1-1,1-1,0 0,1 0,0 0,0-1,1 0,-1 0,2-1,-1 0,1-1,-1 0,1 0,1-1,-1-1,11 3,43 12</inkml:trace>
  <inkml:trace contextRef="#ctx0" brushRef="#br0" timeOffset="10768.12">175 4480,'181'-408,"-141"283,-40 125,0-1,1 0,-1 1,0-1,1 0,-1 1,0-1,0 0,0 0,1 1,-1-1,0 0,0 0,0 1,0-1,-1 0,1 0,0 1,0-1,0 0,0 1,-1-1,1 0,0 1,-1-1,1 0,-1 1,1-1,-1 0,1 1,-1-1,1 1,-1-1,1 1,-1-1,0 1,1 0,-1-1,1 1,-1 0,0-1,0 1,1 0,-1 0,0 0,0 0,1-1,-1 1,0 0,0 0,1 1,-1-1,0 0,-36 23,22-7,2 0,0 1,0 0,2 1,0 1,1 0,1 0,1 1,1 0,1 0,0 1,2 0,0 0,1 0,1 7,1-20,0 0,1-1,0 1,0-1,1 1,0-1,0 1,1-1,0 1,0-1,1 0,0 0,0 0,0 0,1-1,0 1,1-1,-1 0,1 0,0 0,1-1,-1 0,1 0,0 0,1-1,-1 0,1 0,-1-1,1 1,5 0,6-1,1-1,-1-1,0-1,0-1,1 0,-1-1,0-1,-1-1,1-1,0 0,-1-1,0-1,-1-1,1 0,-2-1,1-1,6-5,18-22,-39 36,0 0,0 0,-1 1,1-1,0 0,-1 0,1 0,0 0,-1 0,0 0,1-1,-1 1,0 0,1 0,-1 0,0 0,0 0,0-1,0 1,0 0,0 0,0 0,0 0,-1 0,1-1,0 1,-1 0,1 0,-1 0,1 0,-1 0,1 0,-1 0,0 0,1 0,-1 1,0-1,0 0,0 0,0 0,0 1,0-1,0 1,0-1,-5 0,1 0,-1 1,0 0,0 0,1 0,-1 0,0 1,1 0,-1 1,1-1,-1 1,1 0,0 0,-1 1,1-1,0 1,1 0,-1 1,0-1,1 1,0 0,0 0,0 0,0 0,-1 3,1-3,-1 0,1 1,-1-1,1 1,1 0,-1 0,1 0,0 0,0 0,0 1,1 0,0-1,0 1,0 0,1 0,0 0,0 0,0 0,1 0,0 1,0 0,1-5,0 0,0 0,1 0,-1 0,0 0,1-1,-1 1,1-1,0 1,-1-1,1 1,0-1,0 0,0 0,0 0,0 0,0 0,0-1,0 1,1-1,-1 1,0-1,0 0,0 1,1-1,-1 0,0-1,0 1,0 0,1-1,64-19,-50 11,-1-1,0-1,-1-1,0 0,-1-1,-1 0,0-2,0 1,3-7,-8 21,-6 19,-1-9,0-6,0 0,0-1,1 1,-1 0,1-1,0 1,0-1,1 0,-1 1,1-1,0 0,-1 0,1-1,0 1,1-1,-1 1,0-1,1 0,-1 0,1 0,0-1,0 0,3 2,97 12,-23-18,0-4</inkml:trace>
  <inkml:trace contextRef="#ctx0" brushRef="#br0" timeOffset="11301.314">1979 4066,'1'29,"-2"-1,-1 1,-2-1,0 0,-2 0,-1 0,-1-1,-2 0,-1-1,-7 14,14-30,1-4,0 0,0 0,1 1,0-1,0 0,1 1,0-1,0 1,0 0,1-1,0 1,0 0,2-4,1 0,0 0,-1-1,1 1,0-1,0 1,1-1,-1 0,0-1,1 1,-1 0,1-1,-1 0,1 0,0 0,-1 0,1 0,0-1,0 0,0 0,-1 0,1 0,0 0,0-1,1 0,4 1,4 1,-1-1,1-1,-1 0,1 0,-1-1,1-1,-1 0,0-1,0 0,-1-1,1 0,-1 0,0-2,0 1,-1-1,0-1,0 0,-1 0,0-1,0 0,-1-1,0 0,-1 0,0 0,-1-1,2-5,-7 15,0 1,-1-1,1 0,0 0,-1 0,1 0,-1 0,0 0,1 0,-1 0,0-1,1 1,-1 0,0 0,0 0,0 0,0 0,0 0,0 0,-1 0,1-1,0 1,0 0,-1 0,1 0,-1 0,1 0,-1 0,1 0,-1 0,1 0,-1 1,0-1,0 0,0 0,1 0,-1 1,0-1,0 1,0-1,0 0,0 1,0 0,0-1,0 1,0-1,0 1,0 0,0 0,-1 0,1 0,0 0,0 0,0 0,0 0,0 0,0 0,0 1,0-1,-1 0,1 1,0-1,0 1,0-1,-5 6,0-1,1 1,0 0,0 0,0 1,1-1,0 1,0 0,0 0,1 1,0-1,1 1,-1-1,2 1,-2 7,-1 0,0 0,2 1,0-1,0 1,1 0,1-1,1 1,0 0,1-1,3 13,7 7</inkml:trace>
  <inkml:trace contextRef="#ctx0" brushRef="#br0" timeOffset="11636.42">3022 4401,'0'22,"0"15,0 8,0 0,0-4,0-8,3-9,2-13,1-9</inkml:trace>
  <inkml:trace contextRef="#ctx0" brushRef="#br0" timeOffset="11881.763">3009 4159,'-14'5,"-6"3,-1 6,9 2,10 3,6-2</inkml:trace>
  <inkml:trace contextRef="#ctx0" brushRef="#br0" timeOffset="12102.02">3316 4534,'21'-7,"-1"-1,0 0,-1-2,0 0,-1-1,0-1,0-1,-2 0,1-2,-2 1,0-2,9-12,-22 27,-1-1,1 0,0 0,-1 0,0 0,1 0,-1 0,0-1,0 1,0 0,0-1,-1 1,1-1,-1 1,1 0,-1-1,0 1,0-1,0 1,0-1,0 1,-1-1,1 1,-1-1,0 1,1 0,-1-1,0 1,0 0,-1 0,1-1,0 1,-1 0,1 0,-1 1,0-1,0 0,0 0,1 1,-1-1,-1 1,1 0,0 0,0-1,-7 1,-1 0,1 1,0 0,0 0,0 1,0 0,0 1,0 0,0 0,1 1,-1 0,1 1,-1-1,1 2,0-1,1 1,-1 0,1 1,0 0,0 0,1 0,0 1,0 0,0 0,1 1,-4 6,6-10,-1 0,2 0,-1 1,0-1,1 1,-1-1,1 1,1 0,-1 0,1 0,0 0,0 0,0 0,0 0,1 0,0 0,0 1,1-1,-1 0,1 0,0 0,1 0,-1 0,1 0,0 0,0-1,0 1,1-1,1 4,7-1,-1-1,1 0,0 0,0-1,1-1,0 0,-1 0,2-1,-1-1,0 0,0-1,0 0,1 0,-1-2,1 1,6-3,39-1</inkml:trace>
  <inkml:trace contextRef="#ctx0" brushRef="#br0" timeOffset="12567.663">3877 4280,'-8'1,"0"-1,1 1,-1 1,0 0,1 0,-1 0,1 1,-1 0,1 0,0 1,0 0,1 0,-1 1,1-1,0 1,0 1,1-1,-1 1,1 0,1 1,-1-1,1 1,0 0,0 0,1 0,0 0,-2 7,7-8,-1 0,1-1,0 1,0-1,1 1,-1-1,1 0,0 0,1 0,-1-1,1 1,0-1,0 0,1 0,-1 0,1 0,0-1,0 0,0 0,0 0,0-1,1 1,-1-1,5 1,-3 0,74 42,-80-45,-1 1,1-1,0 1,-1-1,1 1,0-1,-1 1,1 0,-1-1,1 1,-1 0,1-1,-1 1,0 0,1 0,-1-1,0 1,0 0,1 0,-1 0,0-1,0 1,0 0,0 0,0 0,0-1,0 1,0 0,0 0,-1 0,1-1,0 1,0 0,-1 0,1-1,0 1,-1 0,1 0,-1-1,1 1,-1-1,1 1,-1 0,0-1,1 1,-1-1,0 1,1-1,-1 0,0 1,0-1,1 0,-2 1,-43 13,44-14,-1 1,1-1,0 1,-1-1,1 0,-1 1,1-1,-1 0,1 0,-1 0,1-1,-1 1,1 0,-1 0,1-1,0 1,-1-1,1 1,0-1,-1 0,1 1,0-1,-1 0,1 0,0 0,0 0,0 0,0 0,0 0,0 0,0 0,1-1,-1 1,0 0,1-1,-1 1,0 0,1-1,0 1,-1-1,1 1,0-1,0 1,0 0,0-1,0 1,0-1,0 1,0-1,1 1,-1-1,5-7,1-1,0 1,1 0,0 1,0 0,1 0,0 0,0 1,1 0,0 1,0 0,1 0,-1 1,7-2,3-3,-1 0,1 2,1 0,-1 2,1 0,1 1,6 0,-25 4,1 1,-1-1,1 1,-1 0,1 0,-1 0,1 0,-1 1,1-1,-1 0,1 1,-1 0,0 0,1 0,-1 0,0 0,1 0,-1 0,0 1,0-1,0 1,0 0,-1 0,1-1,0 1,-1 0,1 0,-1 1,1-1,-1 0,0 2,57 162,-53-157</inkml:trace>
  <inkml:trace contextRef="#ctx0" brushRef="#br0" timeOffset="12815">4199 4186,'2'16,"5"10,2 0</inkml:trace>
  <inkml:trace contextRef="#ctx0" brushRef="#br0" timeOffset="13273.147">4479 4574,'1'-203,"-1"201,0 0,0 0,0 1,0-1,0 0,1 0,-1 0,0 0,1 0,0 0,-1 0,1 0,0 1,0-1,0 0,0 1,0-1,1 0,-1 1,0 0,1-1,-1 1,1 0,-1-1,1 1,0 0,-1 0,1 1,0-1,0 0,0 0,0 1,0-1,-1 1,1 0,0 0,0-1,0 1,0 0,0 1,0-1,0 0,0 1,155 19,-137-18,-9-2,0 0,1 2,-1-1,0 1,-1 1,1 0,0 0,-1 1,1 0,-1 1,6 4,-12-4,-1-1,0 1,0-1,0 1,-1 0,0 0,0 0,0 0,-1 1,1-1,-1 0,0 1,-1-1,1 1,-1-1,0 1,-1-1,1 1,-1-1,0 0,-1 1,1-1,-3 5,2 5,1-14,1 0,-1 0,1 0,0 0,0 0,0 0,0 1,0-1,0 0,0 0,0 0,0 0,0 0,0 0,1 0,-1 0,0 0,1 0,-1 0,1 0,0 0,-1 0,1 0,0 0,-1 0,1 0,0 0,0-1,0 1,-1 0,1-1,0 1,0-1,0 1,0-1,0 1,0-1,0 0,1 1,-1-1,0 0,0 0,0 0,0 0,0 0,0 0,0 0,0 0,1 0,-1-1,0 1,0 0,0-1,0 1,0-1,0 1,0-1,0 1,0-1,19-6,-1-1,1-1,-2 0,1-2,-1 0,3-4,64-35,-84 50,0-1,0 1,0-1,0 1,0 0,0 0,0-1,0 1,0 0,0 0,0 0,0 0,0 0,0 1,0-1,0 0,0 0,0 1,0-1,0 0,0 1,0-1,0 1,0 0,0-1,0 1,0-1,-1 1,1 0,0 0,-1 0,1-1,0 1,-1 0,1 0,-1 0,1 0,-1 0,0 0,1 0,-1 0,0 0,0 0,0 0,1 0,-1 0,0 0,0 1,-1-1,1 0,0 0,0 0,0 0,-1 0,0 0,7 26,-4-22,1 0,-1 0,1 0,0 0,0-1,0 1,1-1,0 0,0 0,0 0,0 0,1-1,-1 0,1 0,0 0,0 0,0-1,0 0,0 0,1 0,-1-1,0 1,1-1,3 0,8-2</inkml:trace>
  <inkml:trace contextRef="#ctx0" brushRef="#br0" timeOffset="13446.708">5228 4240,'-9'7,"-1"2,2 0</inkml:trace>
  <inkml:trace contextRef="#ctx0" brushRef="#br0" timeOffset="8728.009">4332 3598,'-9'18,"-6"11,1 7,0 2,2-1,3-4,4-6,4-8,3-8,0-7</inkml:trace>
  <inkml:trace contextRef="#ctx0" brushRef="#br0" timeOffset="9435.504">4145 3330,'32'0,"4"-1,0 2,0 1,0 1,0 2,6 4,-33-7,0 1,0 0,0 0,0 1,-1 0,1 1,-1 0,0 0,-1 1,1-1,-1 2,0-1,-1 1,0 0,0 1,0-1,-1 1,0 0,-1 0,1 1,-2 0,1 1,2 12,-1 0,-2 1,0 0,-1 0,-2 0,0 0,-1 0,-1-1,-2 1,-3 15,2-9,5-28,-1 0,0 0,1 0,0 0,-1 0,1-1,-1 1,1 0,0 0,0 0,0 0,-1 0,1 0,0 0,0 0,0 0,0 0,1 0,-1 0,0 0,0 0,1 0,-1 0,0 0,1 0,-1 0,1 0,-1-1,1 1,-1 0,1 0,0-1,-1 1,1 0,0-1,0 1,0 0,-1-1,1 1,0-1,0 0,0 1,0-1,0 0,0 1,0-1,0 0,0 0,0 0,0 0,0 0,0 0,12-6,-1 0,1-1,-1-1,0 0,-1 0,0-1,-1-1,0 0,6-7,52-69,-68 86,1 1,-1-1,0 0,0 1,0-1,0 0,0 1,0-1,0 0,1 0,-1 1,0-1,0 0,0 0,1 1,-1-1,0 0,0 0,1 1,-1-1,0 0,1 0,-1 0,0 0,0 0,1 1,-1-1,0 0,1 0,-1 0,0 0,1 0,-1 0,0 0,1 0,-1 0,0 0,1 0,-1 0,0-1,1 1,-1 0,0 0,1 0,-1 0,0 0,0-1,1 1,-1 0,0 0,0 0,1-1,-1 1,0 0,0 0,0-1,1 1,-1 0,0-1,0 1,0 0,0-1,0 1,0 0,0-1,0 1,0 0,1 31,-1-22,-1-4,1 1,0-1,0 1,1-1,-1 1,1-1,0 1,1-1,-1 0,1 1,0-1,1 0,-1 0,1 0,0-1,0 1,0-1,1 1,-1-1,1 0,0-1,0 1,1 0,-1-1,1 0,0 0,0-1,0 1,0-1,0 0,0 0,6 0,-6-1,1-1,0 0,0 0,0 0,0-1,0 0,0 0,-1-1,1 0,0 0,-1 0,1 0,-1-1,0 0,0 0,0 0,0-1,-1 0,1 1,-1-2,0 1,1-2,4-5,0-1,0 0,-2 0,1-1,-1 1,-1-2,-1 1,3-10,3-24,-2-1,-3 0,-2 0,-1-1,-3 1,-3-7,3 19,-5-218,4 240,1 26,1 402,-2-384,1-1,1 1,2 0,1-1,2 0,1 0,1 0,1-1,1 0,11 19,29 5,-48-51,-1 0,0 0,1 0,-1 0,1 0,0-1,-1 1,1-1,-1 1,1-1,0 1,-1-1,1 0,0 0,0 0,-1 0,1 0,0 0,-1 0,1 0,0-1,-1 1,1-1,0 1,-1-1,1 0,-1 1,1-1,-1 0,1 0,-1 0,0 0,1-1,-1 1,0 0,0 0,0-1,0 1,0-2,2-3,0 0,-1 0,1-1,-2 0,1 1,-1-1,0 0,0 0,-1 1,0-1,0 0,-1 0,1 0,-3-5,-3-31</inkml:trace>
  <inkml:trace contextRef="#ctx0" brushRef="#br0" timeOffset="9686.394">5121 3424,'-166'-118,"143"102,23 15,-1 1,1 0,0-1,0 1,-1 0,1-1,0 1,0-1,-1 1,1 0,0-1,0 1,0-1,0 1,0-1,0 1,0-1,0 1,0 0,0-1,0 1,0-1,0 1,0-1,0 1,0-1,1 1,-1 0,0-1,0 1,0-1,1 1,-1 0,0-1,1 1,-1 0,0-1,1 1,-1 0,0-1,1 1,-1 0,0 0,1 0,-1-1,1 1,-1 0,1 0,-1 0,1 0,-1 0,0 0,1 0,-1 0,1 0,-1 0,1 0,-1 0,1 0,-1 0,1 0,-1 0,0 0,1 1,-1-1,1 0,-1 0,0 1,1-1,181-4,207-2,-335 11,-68 5,-6-5</inkml:trace>
  <inkml:trace contextRef="#ctx0" brushRef="#br0" timeOffset="7565.035">3102 3745,'9'-77,"-4"1,-5-76,0 81,0 16,-4 143,-4 1,-7 20,8-69,3-24,1 1,0-1,1 1,1 0,1 0,0-1,1 1,3 14,9-4,3-8</inkml:trace>
  <inkml:trace contextRef="#ctx0" brushRef="#br0" timeOffset="8014.879">3624 3437,'-7'-3,"1"-1,-1 1,0 0,0 1,0-1,0 1,0 1,0-1,0 1,-1 0,1 1,0 0,-1 0,1 1,-1-1,1 2,0-1,0 1,0 0,0 1,0-1,0 1,1 1,-1-1,1 1,-5 4,2-2,0 1,1 1,0 0,0 0,1 0,0 1,0 0,1 0,0 1,1 0,0 0,0 0,1 0,0 1,1 0,1 0,-1 3,2-4,1-1,0 1,0-1,1 1,0 0,1-1,0 0,1 1,0-1,0 0,1 0,0-1,0 1,1-1,0 0,1 0,0 0,0-1,0 0,1 0,0-1,1 1,-1-2,1 1,0-1,1 0,-1-1,1 0,0 0,0-1,1 0,1 1,0-1,1 0,0 0,-1-1,1-1,0 0,0-1,0 0,9-2,-17 2,1-1,-1 0,1 0,-1 0,1-1,-1 0,0 0,0 0,0 0,0 0,0-1,0 0,0 0,-1 0,0 0,1-1,-1 1,-1-1,1 0,0 1,-1-1,0-1,0 1,0 0,0 0,-1-1,1 1,-1 1,0-1,1 0,-1 0,-1 1,1-1,-1 0,1 0,-1 0,0 0,0 0,-1 0,1 0,-1 0,0 0,0 1,0-1,-1 0,1 1,-1-1,0 0,0 1,0 0,-1 0,1 0,-1 0,1 0,-1 0,0 0,0 1,0-1,-1 1,1 0,0 0,-1 1,0-1,1 0,-1 1,0 0,0 0,1 0,-1 1,0-1,0 1,0 0,-1 0,-1 2,1 0,-1 0,1 0,0 1,0 0,0 0,0 0,0 0,1 1,-1 0,1 0,0 0,0 1,0-1,1 1,0 0,0 0,0 0,0 1,1-1,0 0,0 1,1 0,-1-1,1 1,0 0,1 0,-1 0,1-1,0 1,1 0,0 0,0 0,0-1,0 1,1 0,0 1,14 13</inkml:trace>
  <inkml:trace contextRef="#ctx0" brushRef="#br0" timeOffset="6771.109">1859 3639,'19'-32,"-1"-1,-1 0,-2-1,-2-1,-1 0,-1-5,-3-4,-2-1,-2 0,-1 0,-5-40,-5 41,1 46,-19 81,20-56,-60 290,61-298,2 0,0 1,1-1,1 1,0 0,4 16,-3-28,1 0,0-1,0 1,1-1,0 0,0 0,1 0,0 0,0 0,0-1,1 0,0 0,0 0,1-1,0 1,0-1,0 0,4 1,-3-1,0 0,1 0,0-1,-1 0,2 0,-1-1,0 0,1-1,-1 0,1 0,0-1,0 0,-1 0,1-1,0-1,0 1,0-1,0-1,0 0,123-57,-104 42</inkml:trace>
  <inkml:trace contextRef="#ctx0" brushRef="#br0" timeOffset="7196.969">2447 3585,'-3'-5,"0"-1,-1 1,0 0,0 0,0 0,-1 1,1-1,-1 1,0 0,-1 1,1-1,0 1,-1 0,0 0,0 1,0 0,0 0,0 0,0 1,0 0,-1 0,1 0,-1 1,1 0,0 0,-1 1,1 0,-5 1,1 1,0 1,0 0,1 0,-1 1,1 1,0-1,1 1,-1 1,1 0,1 0,-1 0,1 1,0 0,1 1,0 0,0 0,1 0,0 0,1 1,0-1,1 1,-1 1,2-1,0 0,0 0,0 1,3-6,-1 0,0-1,1 1,0 0,0-1,0 1,1-1,-1 0,1 1,0-1,1 0,-1 0,1 0,-1 0,1 0,0-1,0 0,1 1,-1-1,1 0,0 0,0-1,0 1,0-1,0 0,0 0,1 0,-1-1,0 1,1-1,0 0,-1-1,1 1,0-1,-1 0,1 0,0 0,-1 0,1-1,-1 0,1 0,0 0,1-2,3 0,0 0,0 0,-1-1,0 0,0-1,0 0,0 0,-1-1,0 0,0 0,0 0,-1-1,0 0,0-1,-1 1,0-1,0 0,-1 0,0-1,-1 1,1-1,-2 0,1 0,-1 0,0 0,-1 0,0 0,-1 0,0-1,0 1,-1 0,-3 42,3-26,0 0,1 1,-1-1,2 1,-1-1,1 1,0-1,1 1,-1-1,2 0,-1 0,1 0,0 0,0 0,1-1,0 1,0-1,0 0,1 0,0 0,0-1,1 0,0 0,32 15,2-6</inkml:trace>
  <inkml:trace contextRef="#ctx0" brushRef="#br0" timeOffset="15536.488">1 256,'31'-8,"1"1,0 2,1 0,-1 3,1 1,1 1,43-3,153-19,80-23,-52 5,120-7,1 17,22 16,310 3,279-4,-728 16,-116 5,100 18,-116-9,-83-11,-1 2,-1 2,1 2,-1 2,-1 1,0 3,-1 2,-1 1,7 7,-38-19,0 1,0 0,-1 1,-1 1,1-1,-1 2,-1-1,0 1,0 0,-1 1,-1 0,0 0,0 0,-2 1,1-1,-1 5,63 145,-48-124,-3 1,0 1,-3 1,-1 0,0 12,-3 38,-3 1,-5-1,-9 74,2-82,4-1,3 1,3-1,16 77,67 249,-60-222,-7-34,6-1,6-2,26 61,-30-130,-3 1,-4 1,-3 1,-3 9,-3 32,-5-35,4-1,14 47,-19-103,-1 1,-2-1,-1 1,-3 31,1 26,3-68,0 0,2-1,1 1,0-1,7 15,-1-4,0-11,-12-26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5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1604 1926,'2'31,"2"0,1 0,2 0,1-1,1 0,8 16,9 34,7 65,-5 3,-7 0,-7 1,-5 34,6 46,-3-93,6-1,19 60,-26-142,-10-45</inkml:trace>
  <inkml:trace contextRef="#ctx0" brushRef="#br0" timeOffset="1">1618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2">1885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3">5896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0,0-1,0 1,1-1,-1 0,0 0,1 0,-1 0,0 0,0 0,1-1,-1 0,1 1,-1-1,0 0,1 0,-1 0,0-1,-13-2,-97-18,0 5,-95 0,166 15</inkml:trace>
  <inkml:trace contextRef="#ctx0" brushRef="#br0" timeOffset="4">2955 187,'26'318,"-5"-116,-4 130,-22 261,-1-426,11-138,-2-28,-1-4</inkml:trace>
  <inkml:trace contextRef="#ctx0" brushRef="#br0" timeOffset="5">3703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6">4572 0,'-9'132,"5"0,6 0,8 15,0 61,-6 75,19 306,-9-411,-17-161,-2-8</inkml:trace>
  <inkml:trace contextRef="#ctx0" brushRef="#br0" timeOffset="7">5348 54,'-16'171,"9"26,8 1,17 99,3-84,3 40,-11 19,-12-229</inkml:trace>
  <inkml:trace contextRef="#ctx0" brushRef="#br0" timeOffset="8">4211 4880,'1'-2,"3"-16,4 21,11 135,26 356,-39-140,17 295,-4-495,-15-131</inkml:trace>
  <inkml:trace contextRef="#ctx0" brushRef="#br0" timeOffset="9">93 2982,'458'-14,"-415"12,97-6,-1 5,6 8,181 42,-312-47,0-1,1-1,-1 0,0-1,0 0,0-1,-1-1,1 0,9-6,-17 9,68-1,-42 5,30 1,-61-4,1 1,-1-1,0 1,1-1,-1 0,1 0,-1 0,0 0,0 0,0 0,0 0,1 0,-1-1,-1 1,1 0,0 0,0-1,0 1,-1-1,1 1,-1-1,1 1,-1-2,4-7</inkml:trace>
  <inkml:trace contextRef="#ctx0" brushRef="#br0" timeOffset="10">0 3984,'68'-6,"0"4,0 2,0 3,-54-2</inkml:trace>
  <inkml:trace contextRef="#ctx0" brushRef="#br0" timeOffset="11">1087 3974,'32'-1,"15"2,1 2,18 5,135 5,-90 1,-31-15,-69 1</inkml:trace>
  <inkml:trace contextRef="#ctx0" brushRef="#br0" timeOffset="12">3235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13">3770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14">4185 3222,'2'18,"6"16,3 8,7 6,7 4,8 1,6-3,5-5,2-8,-1-8,-2-8,-7-9,-9-8,-8-12,-6-4</inkml:trace>
  <inkml:trace contextRef="#ctx0" brushRef="#br0" timeOffset="15">4492 3262,'-9'14,"-10"15,-6 15,-6 11,-4 10,-3 5,0 0,2-4,8-11</inkml:trace>
  <inkml:trace contextRef="#ctx0" brushRef="#br0" timeOffset="16">4866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17">5267 3235,'0'-2,"0"1,-2 6,-1 2</inkml:trace>
  <inkml:trace contextRef="#ctx0" brushRef="#br0" timeOffset="18">5267 3636,'-7'14,"-2"7,3-1,4-3,3-5</inkml:trace>
  <inkml:trace contextRef="#ctx0" brushRef="#br0" timeOffset="19">5589 3436,'13'-20,"10"-14,2-8,0-4,-2 4,-5 7,-6 14,-5 17,-3 18,-3 19,-1 15,-1 12,0 8,2 2,4-5,0-7,0-12</inkml:trace>
  <inkml:trace contextRef="#ctx0" brushRef="#br0" timeOffset="20">2928 2099,'2'19,"1"14,0 9,-1 6,2 0,0-2,0-4,-1-5,-2-5,0-10</inkml:trace>
  <inkml:trace contextRef="#ctx0" brushRef="#br0" timeOffset="21">2915 2487,'-2'-2,"3"-1,4 0,6 0,8 2,7-1,4 2,2 0,-1-3,-3 1,-6-1</inkml:trace>
  <inkml:trace contextRef="#ctx0" brushRef="#br0" timeOffset="22">2902 2033,'9'2,"10"1,8 2,9 2,5 3,-5 0</inkml:trace>
  <inkml:trace contextRef="#ctx0" brushRef="#br0" timeOffset="23">3196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24">3743 2166,'0'11,"0"11,0 9,0 7,-2 7,-1 3,0-1,1-1,0-3,1-6,3-6,3-8,1-8</inkml:trace>
  <inkml:trace contextRef="#ctx0" brushRef="#br0" timeOffset="25">3730 2567,'3'2,"4"1,6 0,6 0,6-2,3 0,0-3,-3-3,-6 0</inkml:trace>
  <inkml:trace contextRef="#ctx0" brushRef="#br0" timeOffset="26">3610 2112,'14'-2,"13"-1,11 0,9 3,3 6,-8 2</inkml:trace>
  <inkml:trace contextRef="#ctx0" brushRef="#br0" timeOffset="27">4011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28">4559 2273,'-2'9,"-1"8,0 7,1 9,0 6,1 3,3 1,3-2,3-4,0-5,-1-9</inkml:trace>
  <inkml:trace contextRef="#ctx0" brushRef="#br0" timeOffset="29">4533 2593,'4'7,"7"3,7-4,8-4,4-5,0-7,-6-1</inkml:trace>
  <inkml:trace contextRef="#ctx0" brushRef="#br0" timeOffset="30">4426 2112,'18'0,"17"0,13 3,6 2,-6 1</inkml:trace>
  <inkml:trace contextRef="#ctx0" brushRef="#br0" timeOffset="31">4866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32">5628 2166,'-7'18,"-2"13,1 8,1 4,4 2,6 0,3-1,4-4,2-3,-1-7,-2-7</inkml:trace>
  <inkml:trace contextRef="#ctx0" brushRef="#br0" timeOffset="33">5561 2540,'5'2,"6"2,7-1,9-1,5 0,3-6,-5-1</inkml:trace>
  <inkml:trace contextRef="#ctx0" brushRef="#br0" timeOffset="34">5495 2046,'13'-2,"17"-1,14 0,8 0,6 2,-9 0</inkml:trace>
  <inkml:trace contextRef="#ctx0" brushRef="#br0" timeOffset="35">5883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36">4037 4091,'10'11,"6"11,6 6,4 6,4 2,1 1,3-3,0-9,-2-8,-1-9,-6-6</inkml:trace>
  <inkml:trace contextRef="#ctx0" brushRef="#br0" timeOffset="37">4546 3984,'-42'38,"25"-20,-13 13,1 3,1 0,-19 32,41-55,-1 1,1 0,1 0,0 0,0 1,2-1,-1 1,2 0,0 0,0 0,1 1,1-1,0 0,1 0,0 1,2-1,0-1,1 1,1 0,0-1,0 0,1 0,1-1,0 0,0 0,1 0,7 6,8 10</inkml:trace>
  <inkml:trace contextRef="#ctx0" brushRef="#br0" timeOffset="38">2140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40,-4-27,2 0,1 0,2 0,1-1,8 21,3-23,-12-25</inkml:trace>
  <inkml:trace contextRef="#ctx0" brushRef="#br0" timeOffset="39">2059 2888,'0'2,"5"1,10 0,12 0,15-2,11-4,11-5,4-3,-2-2,-11 2</inkml:trace>
  <inkml:trace contextRef="#ctx0" brushRef="#br0" timeOffset="40">2166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0,-1 0,1-1,0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5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1604 1926,'2'31,"2"0,1 0,2 0,1-1,1 0,8 16,9 34,7 65,-5 3,-7 0,-7 1,-5 34,6 46,-3-93,6-1,19 60,-26-142,-10-45</inkml:trace>
  <inkml:trace contextRef="#ctx0" brushRef="#br0" timeOffset="1">1618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2">1885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3">5896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0,0-1,0 1,1-1,-1 0,0 0,1 0,-1 0,0 0,0 0,1-1,-1 0,1 1,-1-1,0 0,1 0,-1 0,0-1,-13-2,-97-18,0 5,-95 0,166 15</inkml:trace>
  <inkml:trace contextRef="#ctx0" brushRef="#br0" timeOffset="4">2955 187,'26'318,"-5"-116,-4 130,-22 261,-1-426,11-138,-2-28,-1-4</inkml:trace>
  <inkml:trace contextRef="#ctx0" brushRef="#br0" timeOffset="5">3703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6">4572 0,'-9'132,"5"0,6 0,8 15,0 61,-6 75,19 306,-9-411,-17-161,-2-8</inkml:trace>
  <inkml:trace contextRef="#ctx0" brushRef="#br0" timeOffset="7">5348 54,'-16'171,"9"26,8 1,17 99,3-84,3 40,-11 19,-12-229</inkml:trace>
  <inkml:trace contextRef="#ctx0" brushRef="#br0" timeOffset="8">4211 4880,'1'-2,"3"-16,4 21,11 135,26 356,-39-140,17 295,-4-495,-15-131</inkml:trace>
  <inkml:trace contextRef="#ctx0" brushRef="#br0" timeOffset="9">93 2982,'458'-14,"-415"12,97-6,-1 5,6 8,181 42,-312-47,0-1,1-1,-1 0,0-1,0 0,0-1,-1-1,1 0,9-6,-17 9,68-1,-42 5,30 1,-61-4,1 1,-1-1,0 1,1-1,-1 0,1 0,-1 0,0 0,0 0,0 0,0 0,1 0,-1-1,-1 1,1 0,0 0,0-1,0 1,-1-1,1 1,-1-1,1 1,-1-2,4-7</inkml:trace>
  <inkml:trace contextRef="#ctx0" brushRef="#br0" timeOffset="10">0 3984,'68'-6,"0"4,-34 2</inkml:trace>
  <inkml:trace contextRef="#ctx0" brushRef="#br0" timeOffset="11">971 3981,'54'-3,"-7"0,0 1,0 3,1 2,18 5,135 5,-90 1,-31-15,-69 1</inkml:trace>
  <inkml:trace contextRef="#ctx0" brushRef="#br0" timeOffset="12">3235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13">3770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14">4185 3222,'2'18,"6"16,3 8,7 6,7 4,8 1,6-3,5-5,2-8,-1-8,-2-8,-7-9,-9-8,-8-12,-6-4</inkml:trace>
  <inkml:trace contextRef="#ctx0" brushRef="#br0" timeOffset="15">4492 3262,'-9'14,"-10"15,-6 15,-6 11,-4 10,-3 5,0 0,2-4,8-11</inkml:trace>
  <inkml:trace contextRef="#ctx0" brushRef="#br0" timeOffset="16">4866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17">5267 3235,'0'-2,"0"1,-2 6,-1 2</inkml:trace>
  <inkml:trace contextRef="#ctx0" brushRef="#br0" timeOffset="18">5267 3636,'-7'14,"-2"7,3-1,4-3,3-5</inkml:trace>
  <inkml:trace contextRef="#ctx0" brushRef="#br0" timeOffset="19">5589 3436,'13'-20,"10"-14,2-8,0-4,-2 4,-5 7,-6 14,-5 17,-3 18,-3 19,-1 15,-1 12,0 8,2 2,4-5,0-7,0-12</inkml:trace>
  <inkml:trace contextRef="#ctx0" brushRef="#br0" timeOffset="20">2928 2099,'2'19,"1"14,0 9,-1 6,2 0,0-2,0-4,-1-5,-2-5,0-10</inkml:trace>
  <inkml:trace contextRef="#ctx0" brushRef="#br0" timeOffset="21">2915 2487,'-2'-2,"3"-1,4 0,6 0,8 2,7-1,4 2,2 0,-1-3,-3 1,-6-1</inkml:trace>
  <inkml:trace contextRef="#ctx0" brushRef="#br0" timeOffset="22">2902 2033,'9'2,"10"1,8 2,9 2,5 3,-5 0</inkml:trace>
  <inkml:trace contextRef="#ctx0" brushRef="#br0" timeOffset="23">3196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24">3743 2166,'0'11,"0"11,0 9,0 7,-2 7,-1 3,0-1,1-1,0-3,1-6,3-6,3-8,1-8</inkml:trace>
  <inkml:trace contextRef="#ctx0" brushRef="#br0" timeOffset="25">3730 2567,'3'2,"4"1,6 0,6 0,6-2,3 0,0-3,-3-3,-6 0</inkml:trace>
  <inkml:trace contextRef="#ctx0" brushRef="#br0" timeOffset="26">3610 2112,'14'-2,"13"-1,11 0,9 3,3 6,-8 2</inkml:trace>
  <inkml:trace contextRef="#ctx0" brushRef="#br0" timeOffset="27">4011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28">4559 2273,'-2'9,"-1"8,0 7,1 9,0 6,1 3,3 1,3-2,3-4,0-5,-1-9</inkml:trace>
  <inkml:trace contextRef="#ctx0" brushRef="#br0" timeOffset="29">4533 2593,'4'7,"7"3,7-4,8-4,4-5,0-7,-6-1</inkml:trace>
  <inkml:trace contextRef="#ctx0" brushRef="#br0" timeOffset="30">4426 2112,'18'0,"17"0,13 3,6 2,-6 1</inkml:trace>
  <inkml:trace contextRef="#ctx0" brushRef="#br0" timeOffset="31">4866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32">5628 2166,'-7'18,"-2"13,1 8,1 4,4 2,6 0,3-1,4-4,2-3,-1-7,-2-7</inkml:trace>
  <inkml:trace contextRef="#ctx0" brushRef="#br0" timeOffset="33">5561 2540,'5'2,"6"2,7-1,9-1,5 0,3-6,-5-1</inkml:trace>
  <inkml:trace contextRef="#ctx0" brushRef="#br0" timeOffset="34">5495 2046,'13'-2,"17"-1,14 0,8 0,6 2,-9 0</inkml:trace>
  <inkml:trace contextRef="#ctx0" brushRef="#br0" timeOffset="35">5883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36">4037 4091,'10'11,"6"11,6 6,4 6,4 2,1 1,3-3,0-9,-2-8,-1-9,-6-6</inkml:trace>
  <inkml:trace contextRef="#ctx0" brushRef="#br0" timeOffset="37">4546 3984,'-42'38,"25"-20,-13 13,1 3,1 0,-19 32,41-55,-1 1,1 0,1 0,0 0,0 1,2-1,-1 1,2 0,0 0,0 0,1 1,1-1,0 0,1 0,0 1,2-1,0-1,1 1,1 0,0-1,0 0,1 0,1-1,0 0,0 0,1 0,7 6,8 10</inkml:trace>
  <inkml:trace contextRef="#ctx0" brushRef="#br0" timeOffset="38">2140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40,-4-27,2 0,1 0,2 0,1-1,8 21,3-23,-12-25</inkml:trace>
  <inkml:trace contextRef="#ctx0" brushRef="#br0" timeOffset="39">2059 2888,'0'2,"5"1,10 0,12 0,15-2,11-4,11-5,4-3,-2-2,-11 2</inkml:trace>
  <inkml:trace contextRef="#ctx0" brushRef="#br0" timeOffset="40">2166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0,-1 0,1-1,0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5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1604 1926,'2'31,"2"0,1 0,2 0,1-1,1 0,8 16,9 34,7 65,-5 3,-7 0,-7 1,-5 34,6 46,-3-93,6-1,19 60,-26-142,-10-45</inkml:trace>
  <inkml:trace contextRef="#ctx0" brushRef="#br0" timeOffset="1">1618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2">1885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3">5896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0,0-1,0 1,1-1,-1 0,0 0,1 0,-1 0,0 0,0 0,1-1,-1 0,1 1,-1-1,0 0,1 0,-1 0,0-1,-13-2,-97-18,0 5,-95 0,166 15</inkml:trace>
  <inkml:trace contextRef="#ctx0" brushRef="#br0" timeOffset="4">2955 187,'26'318,"-5"-116,-4 130,-22 261,-1-426,11-138,-2-28,-1-4</inkml:trace>
  <inkml:trace contextRef="#ctx0" brushRef="#br0" timeOffset="5">3703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6">4572 0,'-9'132,"5"0,6 0,8 15,0 61,-6 75,19 306,-9-411,-17-161,-2-8</inkml:trace>
  <inkml:trace contextRef="#ctx0" brushRef="#br0" timeOffset="7">5348 54,'-16'171,"9"26,8 1,17 99,3-84,3 40,-11 19,-12-229</inkml:trace>
  <inkml:trace contextRef="#ctx0" brushRef="#br0" timeOffset="8">4211 4880,'1'-2,"3"-16,4 21,11 135,26 356,-39-140,17 295,-4-495,-15-131</inkml:trace>
  <inkml:trace contextRef="#ctx0" brushRef="#br0" timeOffset="9">1314 3003,'30'4,"-16"-4,0-1,1-1,-1 0,0-1,0 0,0-1,-1-1,1 0,9-6,-17 9,68-1,-42 5,30 1,-61-4,1 1,-1-1,0 1,1-1,-1 0,1 0,-1 0,0 0,0 0,0 0,0 0,1 0,-1-1,-1 1,1 0,0 0,0-1,0 1,-1-1,1 1,-1-1,1 1,-1-2,4-7</inkml:trace>
  <inkml:trace contextRef="#ctx0" brushRef="#br0" timeOffset="10">1207 3977,'7'0,"59"8,135 5,-90 1,-31-15,-69 1</inkml:trace>
  <inkml:trace contextRef="#ctx0" brushRef="#br0" timeOffset="11">3235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12">3770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13">4185 3222,'2'18,"6"16,3 8,7 6,7 4,8 1,6-3,5-5,2-8,-1-8,-2-8,-7-9,-9-8,-8-12,-6-4</inkml:trace>
  <inkml:trace contextRef="#ctx0" brushRef="#br0" timeOffset="14">4492 3262,'-9'14,"-10"15,-6 15,-6 11,-4 10,-3 5,0 0,2-4,8-11</inkml:trace>
  <inkml:trace contextRef="#ctx0" brushRef="#br0" timeOffset="15">4866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16">5267 3235,'0'-2,"0"1,-2 6,-1 2</inkml:trace>
  <inkml:trace contextRef="#ctx0" brushRef="#br0" timeOffset="17">5267 3636,'-7'14,"-2"7,3-1,4-3,3-5</inkml:trace>
  <inkml:trace contextRef="#ctx0" brushRef="#br0" timeOffset="18">5589 3436,'13'-20,"10"-14,2-8,0-4,-2 4,-5 7,-6 14,-5 17,-3 18,-3 19,-1 15,-1 12,0 8,2 2,4-5,0-7,0-12</inkml:trace>
  <inkml:trace contextRef="#ctx0" brushRef="#br0" timeOffset="19">2928 2099,'2'19,"1"14,0 9,-1 6,2 0,0-2,0-4,-1-5,-2-5,0-10</inkml:trace>
  <inkml:trace contextRef="#ctx0" brushRef="#br0" timeOffset="20">2915 2487,'-2'-2,"3"-1,4 0,6 0,8 2,7-1,4 2,2 0,-1-3,-3 1,-6-1</inkml:trace>
  <inkml:trace contextRef="#ctx0" brushRef="#br0" timeOffset="21">2902 2033,'9'2,"10"1,8 2,9 2,5 3,-5 0</inkml:trace>
  <inkml:trace contextRef="#ctx0" brushRef="#br0" timeOffset="22">3196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23">3743 2166,'0'11,"0"11,0 9,0 7,-2 7,-1 3,0-1,1-1,0-3,1-6,3-6,3-8,1-8</inkml:trace>
  <inkml:trace contextRef="#ctx0" brushRef="#br0" timeOffset="24">3730 2567,'3'2,"4"1,6 0,6 0,6-2,3 0,0-3,-3-3,-6 0</inkml:trace>
  <inkml:trace contextRef="#ctx0" brushRef="#br0" timeOffset="25">3610 2112,'14'-2,"13"-1,11 0,9 3,3 6,-8 2</inkml:trace>
  <inkml:trace contextRef="#ctx0" brushRef="#br0" timeOffset="26">4011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27">4559 2273,'-2'9,"-1"8,0 7,1 9,0 6,1 3,3 1,3-2,3-4,0-5,-1-9</inkml:trace>
  <inkml:trace contextRef="#ctx0" brushRef="#br0" timeOffset="28">4533 2593,'4'7,"7"3,7-4,8-4,4-5,0-7,-6-1</inkml:trace>
  <inkml:trace contextRef="#ctx0" brushRef="#br0" timeOffset="29">4426 2112,'18'0,"17"0,13 3,6 2,-6 1</inkml:trace>
  <inkml:trace contextRef="#ctx0" brushRef="#br0" timeOffset="30">4866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31">5628 2166,'-7'18,"-2"13,1 8,1 4,4 2,6 0,3-1,4-4,2-3,-1-7,-2-7</inkml:trace>
  <inkml:trace contextRef="#ctx0" brushRef="#br0" timeOffset="32">5561 2540,'5'2,"6"2,7-1,9-1,5 0,3-6,-5-1</inkml:trace>
  <inkml:trace contextRef="#ctx0" brushRef="#br0" timeOffset="33">5495 2046,'13'-2,"17"-1,14 0,8 0,6 2,-9 0</inkml:trace>
  <inkml:trace contextRef="#ctx0" brushRef="#br0" timeOffset="34">5883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35">4037 4091,'10'11,"6"11,6 6,4 6,4 2,1 1,3-3,0-9,-2-8,-1-9,-6-6</inkml:trace>
  <inkml:trace contextRef="#ctx0" brushRef="#br0" timeOffset="36">4546 3984,'-42'38,"25"-20,-13 13,1 3,1 0,-19 32,41-55,-1 1,1 0,1 0,0 0,0 1,2-1,-1 1,2 0,0 0,0 0,1 1,1-1,0 0,1 0,0 1,2-1,0-1,1 1,1 0,0-1,0 0,1 0,1-1,0 0,0 0,1 0,7 6,8 10</inkml:trace>
  <inkml:trace contextRef="#ctx0" brushRef="#br0" timeOffset="37">2140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40,-4-27,2 0,1 0,2 0,1-1,8 21,3-23,-12-25</inkml:trace>
  <inkml:trace contextRef="#ctx0" brushRef="#br0" timeOffset="38">2059 2888,'0'2,"5"1,10 0,12 0,15-2,11-4,11-5,4-3,-2-2,-11 2</inkml:trace>
  <inkml:trace contextRef="#ctx0" brushRef="#br0" timeOffset="39">2166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0,-1 0,1-1,0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20237 1926,'2'31,"2"0,1 0,2 0,1-1,1 0,8 16,9 34,7 65,-5 3,-7 0,-7 1,-5 34,6 46,-3-93,6-1,19 60,-26-142,-10-45</inkml:trace>
  <inkml:trace contextRef="#ctx0" brushRef="#br0" timeOffset="1">20251 1939,'-3'-3,"0"1,1 0,-1-1,0 1,1-1,-1 0,1 0,0 0,0 0,1 0,-1-1,0 1,1 0,0-1,0 1,0-1,0 0,1 1,-1-1,1 0,0 1,0-1,0 0,0 1,1-1,0 0,-1 1,1-1,1 1,-1-1,0 1,1 0,0-1,0 1,0 0,0 0,0 0,1 1,2-4,8-1,2 0,-1 1,1 0,0 1,0 1,0 0,1 1,-1 1,1 0,0 1,0 1,-1 0,1 2,8 1,383 56,-107-33,0-13,66-15,-153 0,221-3,522 12,-596 12,219-21,-351-4,-207 2,-20 4,-1 0,0-1,0 1,0 0,1 0,-1-1,0 1,0 0,0 0,0-1,1 1,-1 0,0 0,0-1,0 1,0 0,0-1,0 1,0 0,0 0,0-1,0 1,0 0,0-1,0 1,0 0,0-1,0 1,0 0,0 0,-1-1,1 1,0 0,0 0,0-1,0 1,-1 0,1 0,0-1,0 1,0 0,-1 0,1 0,0-1,0 1,-1 0,1 0,0 0,0 0,-1 0,1 0,0 0,-1 0,1-1,0 1,-1 0,1 0,0 0,0 0,-1 1,1-1,0 0,-1 0,1 0,0 0,0 0,-1 0,1 0,0 0,-1 1,-39-9,13 6</inkml:trace>
  <inkml:trace contextRef="#ctx0" brushRef="#br0" timeOffset="2">20518 3636,'6'423,"-74"190,48-450,21-162,0 0,0 1,0-1,0 0,0 0,0 0,0 0,0 0,0 0,0 0,0-1,1 1,-1 0,0-1,1 1,-1-1,0 1,1-1,-1 1,1-1,-1 0,1 0,-1 0,1 0,-1 0,1 0,-1 0,0 0,1-1,-1 1,1-1,-1 1,0-1,1 1,-1-1,0 0,1 1,-1-1,0 0,0 0,0 0,0 0,1-1,9-2,53-14,0 3,1 3,1 3,-1 2,26 3,334 17,-177-1,443-16,-256-2,1298 6,-1513 14,-182-14,-38-2,-7-1</inkml:trace>
  <inkml:trace contextRef="#ctx0" brushRef="#br0" timeOffset="3">24529 1859,'27'-10,"207"14,-206-3,-1 1,1 1,0 1,-1 2,0 1,0 0,9 6,-32-11,0 0,1 1,-1-1,0 1,0 0,-1 0,1 0,-1 1,1-1,-1 1,0 0,0-1,-1 2,1-1,-1 0,0 0,0 1,0-1,-1 1,0-1,0 1,0 0,0 0,0 0,-1-1,0 1,0 0,-1 0,-3 34,-1-1,-2 0,-12 36,-2 8,9-14,3 0,3 1,3 0,3 1,2-1,8 30,41 394,15-139,-58-303,-2 1,-3 0,-2 1,-2-1,-2 0,-9 43,8-72,0 0,2 1,1-1,1 1,1 0,1-1,3 17,5-2,-2 1,-2-1,-1 1,-2 23,-4 122,-1-168,-1 0,0 0,-1 0,-1-1,0 0,-1 1,-1-2,-3 6,8-18,1 0,-2 0,1-1,0 1,0 0,0-1,-1 0,1 0,-1 1,1-1,-1-1,1 1,-1 0,0-1,1 1,-1-1,0 0,0 0,1 0,-1 0,0 0,0 0,1-1,-1 0,1 1,-1-1,0 0,1 0,-1 0,0-1,-13-2,-97-18,0 5,-95 0,166 15</inkml:trace>
  <inkml:trace contextRef="#ctx0" brushRef="#br0" timeOffset="4">21588 187,'26'318,"-5"-116,-4 130,-22 261,-1-426,11-138,-2-28,-1-4</inkml:trace>
  <inkml:trace contextRef="#ctx0" brushRef="#br0" timeOffset="5">22336 215,'22'380,"-15"316,-9-437,3-24,1-206,-2-29,0 0,1 0,-1-1,0 1,0 0,0 0,1 0,-1-1,0 1,0 0,1 0,-1 0,0 0,0-1,1 1,-1 0,0 0,1 0,-1 0,0 0,1 0,-1 0,0 0,0 0,1 0,-1 0,0 0,1 0,-1 0,0 0,1 1,-1-1,0 0,0 0,1 0,-1 0,0 0,0 1,1-1,-1 0,0 0,0 1,0-1,1 0,-1 0,0 1,0-1,0 0,0 0,0 1,1-1,-1 0,0 0,0 1,0-1,0 0,0 1,0-1,0 0,0 1,0-1,8-14</inkml:trace>
  <inkml:trace contextRef="#ctx0" brushRef="#br0" timeOffset="6">23205 0,'-9'132,"5"0,6 0,8 15,0 61,-6 75,19 306,-9-411,-17-161,-2-8</inkml:trace>
  <inkml:trace contextRef="#ctx0" brushRef="#br0" timeOffset="7">23981 54,'-16'171,"9"26,8 1,17 99,3-84,3 40,-11 19,-12-229</inkml:trace>
  <inkml:trace contextRef="#ctx0" brushRef="#br0" timeOffset="8">22844 4880,'1'-2,"3"-16,4 21,11 135,26 356,-39-140,17 295,-4-495,-15-131</inkml:trace>
  <inkml:trace contextRef="#ctx0" brushRef="#br0" timeOffset="9">18726 2982,'458'-14,"-415"12,97-6,-1 5,6 8,181 42,-312-47,0-1,1-1,-1 0,0-1,0 0,0-1,-1-1,1 0,9-6,-17 9,68-1,-42 5,30 1,-61-4,1 1,-1-1,0 1,1-1,-1 0,1 0,-1 0,0 0,0 0,0 0,1 0,-1 0,0-1,-1 1,1 0,0 0,0-1,0 1,-1-1,1 1,-1-1,1 1,-1-2,4-7</inkml:trace>
  <inkml:trace contextRef="#ctx0" brushRef="#br0" timeOffset="10">18633 3984,'68'-6,"-24"5</inkml:trace>
  <inkml:trace contextRef="#ctx0" brushRef="#br0" timeOffset="11">19626 3979,'32'-1,"15"-2,0 1,0 3,1 2,18 5,135 5,-90 1,-31-15,-69 1</inkml:trace>
  <inkml:trace contextRef="#ctx0" brushRef="#br0" timeOffset="12">21868 3142,'0'439,"-11"-802,17 313,-6 50,1 0,-1 0,1-1,-1 1,1 0,-1 0,1 0,-1 0,1-1,-1 1,1 0,-1 0,1 0,-1 0,1 0,-1 0,1 1,-1-1,1 0,-1 0,1 0,-1 0,1 0,-1 1,0-1,1 0,-1 1,1-1,-1 0,1 1,-1-1,0 0,1 1,-1-1,0 0,0 1,1-1,-1 1,0-1,0 1,1-1,-1 1,0-1,0 1,0-1,31 57,-28-49,0 0,0 0,1-1,1 1,-1-1,1 0,0 0,0-1,1 1,0-1,0-1,1 1,-1-1,3 1,-7-5,0 0,1 0,-1-1,1 1,-1-1,1 0,0 1,-1-1,1 0,-1 0,1-1,-1 1,1-1,-1 1,1-1,-1 0,1 0,-1 0,1 0,-1 0,0 0,0-1,0 1,0-1,0 1,0-1,2-2,44-57,-45 56,40-64,-43 69,0 0,0 1,0-1,0 0,0 0,0 1,0-1,0 0,0 0,0 1,0-1,0 0,0 0,0 1,0-1,1 0,-1 0,0 1,0-1,0 0,0 0,1 0,-1 1,0-1,0 0,0 0,1 0,-1 0,0 1,0-1,1 0,-1 0,0 0,0 0,1 0,-1 0,0 0,0 0,1 0,-1 0,0 0,0 0,1 0,-1 0,0 0,0 0,1 0,-1 0,0 0,0 0,1-1,-1 1,0 0,0 0,1 0,-1 0,0 0,0-1,0 1,1 0,-1 0,0 0,0-1,0 1,0 0,0 0,1-1,0 26,-1-25,-5 113,1-75,3 0,1 0,1 0,2 0,-2-33,-1 0,1 0,0 0,0 0,0 0,0-1,1 1,0 0,0-1,1 1,-1-1,1 0,0 0,0 0,0 0,0 0,1-1,0 1,1 0,14 5</inkml:trace>
  <inkml:trace contextRef="#ctx0" brushRef="#br0" timeOffset="13">22403 3209,'-5'28,"1"0,2 0,1 0,1 0,1 0,1 0,2 0,1 0,1-1,1 0,2 0,0-1,6 9,-14-32,0-1,0 1,0-1,0 1,0-1,0 0,1 0,-1 1,1-1,0 0,-1 0,1 0,0 0,0-1,0 1,1-1,-1 1,0-1,0 0,1 1,-1-1,1 0,-1-1,1 1,0 0,-1-1,1 0,0 1,-1-1,1 0,0 0,-1 0,1-1,0 1,-1-1,1 0,-1 1,1-1,-1 0,1 0,-1-1,0 1,1-1,9-10,-2 0,1-1,-1-1,-1 0,-1 0,0-1,0 0,-2 0,0-1,-1 0,0 0,1-8,21-159,-19 138,-3 34</inkml:trace>
  <inkml:trace contextRef="#ctx0" brushRef="#br0" timeOffset="14">22818 3222,'2'18,"6"16,3 8,7 6,7 4,8 1,6-3,5-5,2-8,-1-8,-2-8,-7-9,-9-8,-8-12,-6-4</inkml:trace>
  <inkml:trace contextRef="#ctx0" brushRef="#br0" timeOffset="15">23125 3262,'-9'14,"-10"15,-6 15,-6 11,-4 10,-3 5,0 0,2-4,8-11</inkml:trace>
  <inkml:trace contextRef="#ctx0" brushRef="#br0" timeOffset="16">23499 3129,'-2'32,"-1"0,-2 0,-1 0,-9 26,-14 83,29-139,-1 0,1 0,-1 0,1 1,0-1,0 0,0 0,0 0,1 1,-1-1,0 0,1 0,0 0,-1 0,1 0,0 0,0 0,0 0,0 0,1 0,-1 0,0-1,1 1,-1-1,1 1,0-1,-1 1,1-1,0 0,0 0,0 0,0 0,0 0,0 0,0 0,0-1,0 1,0-1,1 0,-1 1,0-1,0 0,0 0,1-1,-1 1,1 0,6-3,-1 1,1-1,0 0,-1-1,0 0,0-1,0 1,0-1,-1-1,0 0,0 0,0 0,-1-1,0 0,0 0,-1 0,0-1,0 0,1-3,-6 11,1 1,-1-1,0 0,0 0,1 0,-1 1,0-1,0 0,1 0,-1 0,0 1,0-1,1 0,-1 0,0 0,1 0,-1 0,0 0,1 0,-1 0,0 0,1 0,-1 0,0 0,1 0,-1 0,0 0,1 0,-1 0,0 0,1 0,-1-1,0 1,1 0,-1 0,-28 348,25-302,2-9</inkml:trace>
  <inkml:trace contextRef="#ctx0" brushRef="#br0" timeOffset="17">23900 3235,'0'-2,"0"1,-2 6,-1 2</inkml:trace>
  <inkml:trace contextRef="#ctx0" brushRef="#br0" timeOffset="18">23900 3636,'-7'14,"-2"7,3-1,4-3,3-5</inkml:trace>
  <inkml:trace contextRef="#ctx0" brushRef="#br0" timeOffset="19">24222 3436,'13'-20,"10"-14,2-8,0-4,-2 4,-5 7,-6 14,-5 17,-3 18,-3 19,-1 15,-1 12,0 8,2 2,4-5,0-7,0-12</inkml:trace>
  <inkml:trace contextRef="#ctx0" brushRef="#br0" timeOffset="20">21561 2099,'2'19,"1"14,0 9,-1 6,2 0,0-2,0-4,-1-5,-2-5,0-10</inkml:trace>
  <inkml:trace contextRef="#ctx0" brushRef="#br0" timeOffset="21">21548 2487,'-2'-2,"3"-1,4 0,6 0,8 2,7-1,4 2,2 0,-1-3,-3 1,-6-1</inkml:trace>
  <inkml:trace contextRef="#ctx0" brushRef="#br0" timeOffset="22">21535 2033,'9'2,"10"1,8 2,9 2,5 3,-5 0</inkml:trace>
  <inkml:trace contextRef="#ctx0" brushRef="#br0" timeOffset="23">21829 2567,'12'5,"1"-2,0 1,0-2,0 0,0 0,0-1,0-1,0 0,0-1,1 0,-1-1,0 0,-1-2,1 1,8-5,-18 8,-1-1,0-1,0 1,0 0,0 0,0-1,0 1,0-1,-1 0,1 0,0 1,-1-1,1 0,-1 0,0-1,0 1,0 0,0 0,0 0,0-1,-1 1,1 0,-1-1,1 1,-1-1,0 1,0-1,0 1,0 0,0-1,-1 1,1-1,-1 1,0 0,0-1,0 1,0 0,0 0,0 0,0 0,-1 0,1 0,-1 0,1 0,-2-1,-4-3,0 0,0 0,-1 0,0 1,0 0,0 0,0 1,-1 0,-5-1,11 4,-1-1,1 1,0 0,-1 1,1-1,-1 0,1 1,0 0,-1 0,1 0,-1 0,1 1,-1-1,1 1,0 0,-1 0,1 0,0 0,0 1,0-1,0 1,0 0,0 0,0 0,0 0,1 0,-2 1,-5 34,14-21</inkml:trace>
  <inkml:trace contextRef="#ctx0" brushRef="#br0" timeOffset="24">22376 2166,'0'11,"0"11,0 9,0 7,-2 7,-1 3,0-1,1-1,0-3,1-6,3-6,3-8,1-8</inkml:trace>
  <inkml:trace contextRef="#ctx0" brushRef="#br0" timeOffset="25">22363 2567,'3'2,"4"1,6 0,6 0,6-2,3 0,0-3,-3-3,-6 0</inkml:trace>
  <inkml:trace contextRef="#ctx0" brushRef="#br0" timeOffset="26">22243 2112,'14'-2,"13"-1,11 0,9 3,3 6,-8 2</inkml:trace>
  <inkml:trace contextRef="#ctx0" brushRef="#br0" timeOffset="27">22644 2580,'93'-174,"-84"157,-9 17,0 1,0-1,0 0,0 0,0 0,0 0,0 0,0 1,0-1,0 0,0 0,0 0,1 0,-1 0,0 1,0-1,0 0,0 0,0 0,0 0,0 0,1 0,-1 0,0 0,0 1,0-1,0 0,1 0,-1 0,0 0,0 0,0 0,0 0,0 0,1 0,-14 64,9-52,0 1,1 0,1 0,0-1,0 2,1-1,1 0,1 0,0 0,0 0,1 0,1 0,0 0,1-1,2 5,18 19,3-8</inkml:trace>
  <inkml:trace contextRef="#ctx0" brushRef="#br0" timeOffset="28">23192 2273,'-2'9,"-1"8,0 7,1 9,0 6,1 3,3 1,3-2,3-4,0-5,-1-9</inkml:trace>
  <inkml:trace contextRef="#ctx0" brushRef="#br0" timeOffset="29">23166 2593,'4'7,"7"3,7-4,8-4,4-5,0-7,-6-1</inkml:trace>
  <inkml:trace contextRef="#ctx0" brushRef="#br0" timeOffset="30">23059 2112,'18'0,"17"0,13 3,6 2,-6 1</inkml:trace>
  <inkml:trace contextRef="#ctx0" brushRef="#br0" timeOffset="31">23499 2447,'0'0,"1"-1,-1 1,0 0,0 0,0-1,0 1,1 0,-1-1,0 1,0 0,0-1,0 1,0 0,0-1,0 1,0-1,0 1,0 0,0-1,0 1,0 0,0-1,0 1,0 0,0-1,-1 1,1 0,0-1,0 1,0 0,-1 0,1-1,0 1,0 0,-1 0,1-1,0 1,38-1,-35 1,0 1,-1-1,1 1,0-1,0 1,0 0,-1 0,1 0,-1 1,1-1,-1 0,1 1,-1 0,0 0,1-1,-1 1,0 1,0-1,-1 0,1 0,0 1,-1-1,1 1,-1-1,0 1,0 0,0-1,0 1,-1 0,1 0,-1-1,1 1,-1 0,0 1,0 6,0 1,0 0,-1-1,-1 1,0 0,0-1,-1 0,-2 7,-54 114,59-130,-1-1,1 1,-1 0,1-1,-1 1,1 0,0-1,-1 1,1 0,0 0,-1-1,1 1,0 0,0 0,0 0,0-1,0 1,0 0,0 0,0 0,0 0,0-1,0 1,0 0,0 0,1 0,-1-1,0 1,1 0,-1-1,1 1,-1 0,1 0,-1-1,1 1,-1-1,1 1,-1-1,1 1,0-1,-1 1,1-1,0 1,0-1,-1 0,1 1,0-1,0 0,0 0,-1 0,1 1,0-1,0 0,0 0,-1 0,1 0,0-1,0 1,0 0,0 0,-1 0,2-1,112-40,-87 28,32-13</inkml:trace>
  <inkml:trace contextRef="#ctx0" brushRef="#br0" timeOffset="32">24261 2166,'-7'18,"-2"13,1 8,1 4,4 2,6 0,3-1,4-4,2-3,-1-7,-2-7</inkml:trace>
  <inkml:trace contextRef="#ctx0" brushRef="#br0" timeOffset="33">24194 2540,'5'2,"6"2,7-1,9-1,5 0,3-6,-5-1</inkml:trace>
  <inkml:trace contextRef="#ctx0" brushRef="#br0" timeOffset="34">24128 2046,'13'-2,"17"-1,14 0,8 0,6 2,-9 0</inkml:trace>
  <inkml:trace contextRef="#ctx0" brushRef="#br0" timeOffset="35">24516 2327,'100'15,"-97"-14,-1 0,1 0,0 0,-1 0,1 1,-1-1,1 1,-1 0,0-1,0 1,0 0,0 0,0 1,0-1,0 0,-1 1,1-1,-1 1,1-1,-1 1,0-1,0 1,-1 0,1 0,0 0,-1-1,0 1,1 0,-1 0,0 0,-1 0,1 0,-1 2,-1 2,-1 1,0-1,-1 0,0 1,0-1,0-1,-1 1,0-1,0 0,0 0,-1 0,-6 4,12-9,-1-1,1 0,-1 1,0-1,1 0,0 1,-1-1,1 1,-1-1,1 1,0-1,-1 1,1 0,0-1,-1 1,1-1,0 1,0 0,0-1,0 1,-1-1,1 1,0 0,0-1,0 1,0 0,1-1,-1 1,0 0,0-1,0 1,0-1,1 1,-1 0,0-1,0 1,1-1,-1 1,1-1,-1 1,0-1,1 1,-1-1,1 1,0-1,31 16,-18-10,-10-5,0 1,0 0,-1 0,1 0,0 0,-1 0,0 1,0 0,0-1,0 1,0 1,0-1,-1 0,1 0,-1 1,0 0,0-1,0 1,-1 0,1 0,-1 0,0 0,0 0,-1 0,1 0,-1 0,0 0,0 0,0 1,0-1,-1 0,1 0,-1 0,0 0,-1 0,1 0,-1 0,0-1,-1 4,-3 0,0-1,-1 0,0 0,0 0,-1-1,1 0,-1 0,0-1,0 0,-1 0,1-1,-1 0,0-1,1 0,-1 0,0 0,0-2,-1 1,-2-1,-4 1</inkml:trace>
  <inkml:trace contextRef="#ctx0" brushRef="#br0" timeOffset="36">22670 4091,'10'11,"6"11,6 6,4 6,4 2,1 1,3-3,0-9,-2-8,-1-9,-6-6</inkml:trace>
  <inkml:trace contextRef="#ctx0" brushRef="#br0" timeOffset="37">23179 3984,'-42'38,"25"-20,-13 13,1 3,1 0,-19 32,41-55,-1 1,1 0,1 0,0 0,0 1,2-1,-1 1,2 0,0 0,0 0,1 1,1-1,0 0,1 0,0 1,2-1,0-1,1 1,1 0,0-1,0 0,1 0,1-1,0 0,0 0,1 0,7 6,8 10</inkml:trace>
  <inkml:trace contextRef="#ctx0" brushRef="#br0" timeOffset="38">20773 2741,'-3'36,"-1"-1,-2 1,-2-1,-1-1,-1 0,-6 10,-6 24,85-304,-26 87,-36 146,-1 1,1-1,0 1,0 0,0-1,0 1,0 0,0 0,0-1,1 1,-1 0,1 1,0-1,-1 0,1 0,0 1,0-1,0 1,0-1,1 1,-1 0,0 0,0 0,1 0,-1 0,0 1,1-1,-1 1,1 0,-1-1,1 1,-1 0,1 0,-1 1,1-1,-1 0,1 1,-1 0,0-1,1 1,-1 0,0 0,1 0,0 1,6 7,-1 0,0 0,0 1,-1 0,0 0,-1 1,0 0,-1 0,0 0,-1 1,0 0,-1-1,0 1,-1 1,0-1,-1 0,0 8,5 40,-3-27,0 0,2 0,2 0,1-1,8 21,3-23,-12-25</inkml:trace>
  <inkml:trace contextRef="#ctx0" brushRef="#br0" timeOffset="39">20692 2888,'0'2,"5"1,10 0,12 0,15-2,11-4,11-5,4-3,-2-2,-11 2</inkml:trace>
  <inkml:trace contextRef="#ctx0" brushRef="#br0" timeOffset="40">20799 3823,'3'9,"0"1,-1-1,0 1,-1-1,0 1,-1-1,0 1,0 6,0 9,1 220,-1-307,-2 14,2 1,2-1,2 0,2 1,3-4,-8 44,0 1,1 0,0-1,0 1,0 0,1 0,-1 0,2 0,-1 1,0-1,1 1,0 0,1 0,-1 0,1 1,0 0,0 0,0 0,0 0,1 1,-1-1,1 2,0-1,0 1,0-1,1 2,-1-1,0 1,1 0,-1 0,1 0,-1 1,7 1,-9 0,0 0,0 0,0 1,0-1,0 1,-1 0,1 0,0 0,-1 1,0 0,1-1,-1 1,0 0,0 0,-1 1,1-1,-1 0,1 1,-1 0,0 0,-1-1,1 1,-1 0,1 0,-1 1,0-1,-1 0,1 0,-1 4,1-1,-1-1,0 1,0-1,-1 1,1-1,-2 0,1 0,-1 1,0-1,0 0,0 0,-1 0,0-1,0 1,-1-1,1 0,-1 1,0-2,-4 4,6-5,0-1,0 0,-1 0,1 0,-1 0,0-1,1 1,-1-1,0 1,0-1,0 0,0 0,0 0,0-1,0 1,0-1,0 1,0-1,0 0,-1 0,1 0,0-1,0 1,2-1,1 1,0 0,0 0,-1 0,1 0,0 0,0-1,-1 1,1 0,0 0,0-1,-1 1,1 0,0 0,0-1,0 1,0 0,0 0,-1-1,1 1,0 0,0-1,0 1,0 0,0 0,0-1,0 1,0 0,0-1,0 1,0 0,0-1,0 1,0 0,0-1,0 1,0 0,1 0,-1-1,0 1,0 0,0-1,0 1,1 0,-1 0,0 0,0-1,1 1,-1 0,0 0,0 0,1-1,-1 1,0 0,0 0,1 0,-1 0,0 0,1 0,-1 0,0 0,1 0,-1 0,0 0,1 0,-1 0,0 0,1 0,23-7,-16 8,0 0,-1 0,1 0,0 1,-1 1,1-1,-1 1,0 0,1 1,-2-1,1 2,0-1,-1 1,0 0,0 0,0 0,-1 1,1 0,-2 0,1 0,0 1,-1 0,-1 0,1 0,-1 0,0 0,-1 1,1-1,-1 1,-1 0,0 0,0 0,0 6,-1-10,-1 1,1-1,-1 0,0 1,0-1,0 0,-1 0,1 0,-1 0,0 0,0 0,0 0,-1-1,1 1,-1-1,0 1,0-1,0 0,-1 0,1-1,-1 1,1-1,-1 0,0 1,0-2,0 1,0 0,0-1,0 0,-1 0,-9 3,0-1,0 0,-1-1,1-1,-1 0,1-1,-1 0,-8-2,-25-9,45 1,12 7</inkml:trace>
  <inkml:trace contextRef="#ctx0" brushRef="#br1" timeOffset="41">1 5888,'99'-7,"43"0,-88 8,85 7,31 3,-50-1,0 2,-13-4,85 2,63-2,-141 7,19-8,55-1,-81 7,692-14,-221-26,-139 28,-236 13,53-1,1040-14,-976 15,152 14,-14-15,94-14,-171 14,-113-13,417 13,255 3,-641-18,339-12,112 1,117 14,-23 39,-291-27,680 57,-746-33,103-8,-204 4,204-15,-505-18,485 2,9 26,-4-3,8-13,1 2,72-15,-221-13,952 14,-628 28,-7-15,386-13,-625 27,86 0,-448-36,8 3,-99 7,216 8</inkml:trace>
  <inkml:trace contextRef="#ctx0" brushRef="#br1" timeOffset="42">27567 2989,'136'13,"283"-14,-417 1</inkml:trace>
  <inkml:trace contextRef="#ctx0" brushRef="#br1" timeOffset="43">18691 2935,'-3'1,"1"0,-1 0,1 1,0-1,-1 1,1-1,0 1,0 0,0 0,0 0,0 0,1 0,-1 0,1 1,-1-1,1 0,0 1,0 0,0-1,0 1,0-1,1 1,-1 0,1-1,0 4,1 73,1-64,19 500,-7-337,2 5,-7 0,-15 160,-17 3,15 18,9 248,39-184,-41-246,13-114,-2-109,-6 12,-1 1,-2 0,-1-1,-3-26,3 52,-1 0,1 1,-1-1,1 0,-1 0,0 1,0-1,0 1,-1-1,1 1,0-1,-1 1,0 0,1-1,-1 1,0 0,0 0,0 1,-1-1,1 0,0 1,-1-1,1 1,-1 0,1-1,-1 1,1 1,-1-1,0 0,-2 0,-2 0,-1 1,0 0,0 0,1 0,-1 1,0 0,1 0,-1 1,1 0,-5 3,2-2,1 1,0 0,1 0,-1 1,1 1,0-1,0 1,1 1,-1-1,-2 4,8-7,0 0,0-1,0 1,0 0,0 0,0 0,1 1,0-1,-1 0,1 0,0 1,1-1,-1 1,1-1,-1 1,1-1,0 1,0-1,1 1,-1-1,1 1,-1-1,1 0,0 1,1-1,-1 0,0 0,1 1,0-1,1 1,7 7,0 0,1-1,0-1,1 0,0 0,0-2,1 1,0-1,0-1,0 0,1-1,0-1,0 0,1-1,9 1,-5 0,0-1,0-1,0 0,1-2,-1 0,11-2,-23 1,0 0,0 0,0 0,0-1,-1 0,1 0,0-1,-1 0,0 0,1-1,-1 1,-1-1,1-1,0 1,-1-1,0 0,0 0,-1 0,2-3,-3 1,-1-1,0 0,0 0,-1 0,0 0,-1 0,1 0,-1 0,-1 0,0-1,0 1,0 0,-1 1,0-1,-1 0,0 0,0 1,0 0,-1-1,0 1,-1 1,0-1,0 1,0-1,-1 2,1-1,-4-1,4 0,-1 1,1 1,-2-1,1 1,-1 0,1 0,-1 1,-1 0,1 0,0 1,-1 0,0 0,0 1,0 0,0 0,0 1,0 0,0 0,-1 1,1 0,0 0,0 1,0 0,0 1,0 0,0 0,0 0,0 1,0 1,1-1,0 1,0 0,0 1,0-1,1 2,-5 3,3 0,1 0,0 0,1 1,0-1,0 2,1-1,0 1,1-1,0 1,1 1,0-1,1 0,0 1,0-1,2 1,-1 0,1-5,0 0,0 0,1-1,0 1,0 0,1-1,-1 1,1 0,1-1,-1 0,1 0,0 0,1 0,0 0,-1 0,2-1,-1 0,1 0,-1 0,2 0,-1-1,0 0,1 0,0 0,-1-1,2 0,4 2,-2-2,0-1,1 0,0 0,-1-1,1-1,0 0,0 0,-1-1,1 0,0 0,-1-1,1 0,-1-1,0 0,0-1,0 0,0 0,-1-1,1 0,-1-1,0 1,-1-1,0-1,0 0,0 0,0 0,-1-1,-1 0,1 0,-1 0,-1-1,1 1,-1-1,-1 0,0-1,0 1,-1 0,0-1,0 0,-1 1,-1-1,0 0,0 0,-1 1,0-1,0 0,-1 1,0-1,-1 1,1 3,0 1,0-1,0 1,-1-1,0 1,0 0,0 0,-1 0,1 1,-1-1,0 1,-1 0,1 0,-1 0,0 0,0 1,0 0,0 0,0 1,-1-1,1 1,-1 0,0 0,1 1,-1 0,0 0,0 0,0 1,0 0,0 0,0 0,0 1,0 0,1 0,-1 0,-2 2,-2 2,1 1,-1 0,1 0,1 1,-1 0,1 1,0 0,1 0,0 1,0 0,1 0,0 0,0 1,1 0,1 0,-1 1,2-1,0 1,-2 9,4-16,0-1,0 0,1 1,-1-1,1 1,0-1,0 1,0-1,1 1,-1-1,1 1,0-1,0 1,0-1,0 0,0 0,1 0,0 1,-1-1,1-1,0 1,1 0,-1 0,0-1,1 1,0-1,-1 0,1 0,0 0,0 0,0 0,0-1,0 1,1-1,-1 0,0 0,1 0,-1 0,1-1,-1 1,1-1,-1 0,2 0,4-1,0 1,-1-2,1 1,-1-1,1 0,-1-1,0 0,0 0,0-1,-1 0,1 0,5-5,-9 6,0 0,0 0,-1 0,1 0,-1 0,0-1,1 0,-2 0,1 0,0 0,-1 0,0 0,0 0,0-1,0 1,-1-1,0 0,0 1,0-1,-1 0,1 0,-1 1,0-5,-2 5,0-1,0 1,-1-1,0 1,1 0,-1 0,-1 0,1 0,0 1,-1-1,0 1,0 0,0 0,0 0,0 1,-1-1,1 1,-1 0,0 0,1 1,-1 0,0-1,0 2,0-1,0 0,0 1,0 0,0 0,0 1,0-1,0 1,0 0,0 0,-2 2,-14 3,0 1,0 1,1 0,0 2,0 1,1 0,1 1,0 1,-8 8,-34 22,33-25</inkml:trace>
  <inkml:trace contextRef="#ctx0" brushRef="#br1" timeOffset="44">10429 3081,'7'126,"62"497,-27 102,-14-257,8 19,-31-249,9-111,-1-32,-8-61,1-49,-6 8,0-1,-1 1,-1 0,1 0,-1 0,0 0,-1 0,1 1,-1-1,-1 1,1 0,-1-1,-3-2,6 7,-1 0,0-1,0 1,0 0,0 0,0 0,0 1,-1-1,1 1,-1-1,1 1,-1 0,1-1,-1 1,0 1,1-1,-1 0,0 1,0-1,0 1,1 0,-1 0,0 0,0 0,0 1,0-1,1 1,-1-1,0 1,0 0,1 0,-1 1,1-1,-1 0,0 1,-3 3,-1 0,1 0,1 0,-1 1,1-1,0 1,0 1,0-1,1 1,0 0,1 0,-1 0,1 1,1-5,1 1,0-1,0 0,0 0,0 1,0-1,1 1,-1-1,1 1,0-1,0 1,0-1,1 1,-1-1,1 0,0 1,0-1,0 0,0 1,1-1,-1 0,1 0,0 0,0 0,0 0,0-1,0 1,1 0,-1-1,3 1,3 3,1-2,0 1,0-1,0-1,0 0,1 0,-1-1,1 0,0 0,0-1,0-1,0 1,-1-2,1 1,0-1,7-2,-14 2,-1 0,1 0,0-1,-1 1,1-1,-1 1,0-1,1 0,-1 0,0 0,0 0,0 0,0 0,-1 0,1-1,0 1,-1-1,0 1,0-1,1 0,-2 0,1 1,0-1,0 0,-1 0,0 0,1 0,-1 0,0 1,-1-1,1 0,0 0,-1 0,0 0,1 0,-1 1,0-1,-1 0,1 1,0-1,-1 1,1-1,-1 1,0 0,0-1,0 1,0 0,0 0,0 1,-1-1,1 0,-1 1,-3-4,0 1,0 0,-1 0,1 1,-1-1,0 2,0-1,0 1,0 0,-1 0,1 1,-1 0,1 0,-8 1,11 0,0 0,0 1,0-1,0 1,0 0,0 0,0 0,0 0,0 1,0-1,1 1,-1 0,1 1,-1-1,1 0,0 1,0 0,0 0,0 0,0 0,1 0,-1 0,1 1,0-1,0 1,0 0,0 2,0 1,1-1,0 1,0 0,1 0,0-1,0 1,1 0,-1 0,2-1,-1 1,1 0,0-1,0 1,1-1,-1 0,1 0,1 0,-1 0,1 0,0-1,1 0,-1 0,1 0,0 0,0-1,1 1,-1-2,1 1,0 0,0-1,0 0,0-1,1 1,-1-1,1 0,-1-1,1 1,0-2,-1 1,1-1,0 1,0-2,0 1,-1-1,1 0,0-1,-1 1,1-1,-1-1,1 1,-1-1,0 0,0 0,0-2,0 1,0-1,0-1,-1 1,0-1,0 0,0 0,-1 0,0 0,0-1,0 0,-1 0,0 0,0 0,-1 0,0-1,-1 1,1-1,-1 1,-1-1,1 0,-1 1,-1-1,1 0,-1 1,-1-1,1 1,-1-1,-1 1,1 0,-1 0,0 0,-3-4,0 3,0 0,0 0,0 0,-1 1,0 0,-1 0,0 1,0 0,-3-2,8 6,0 0,0 1,0-1,0 1,0-1,0 1,0 0,-1 0,1 0,0 1,-1-1,1 1,0 0,-1 0,1 0,0 0,-1 1,1-1,0 1,-1 0,1 0,0 0,0 0,0 1,0-1,0 1,0 0,0 0,0 0,-4 7,0 0,0 0,1 0,0 1,0 0,1 0,1 1,-1-1,2 1,0 0,0 0,1 0,0 1,1-1,0 0,1 1,0 3,0-10,0-1,0 1,1 0,0 0,-1-1,2 1,-1 0,0-1,1 1,0-1,0 1,0-1,1 0,-1 0,1 0,0 0,0-1,1 1,-1-1,1 0,-1 0,1 0,0 0,0-1,0 1,1-1,-1 0,1 0,-1-1,1 1,-1-1,1 0,0-1,-1 1,1-1,0 1,1-2,10-1,-1-1,1-1,-1 0,0-1,0-1,-1 0,0-1,0-1,-1 0,1-1,-2 0,1-1,-2 0,1-1,2-4,-9 11,0 0,-1 0,1 0,-1-1,0 0,-1 1,1-1,-1-1,0 1,0 0,0-1,-1 0,0 0,0 1,0-1,-1 0,0 0,0 0,-1-1,1 1,-1 0,-1 0,1 0,-1 0,0 0,0 0,-1 0,0 0,0 0,-1-1,-3 1,-1 0,1 0,-1 0,0 1,-1 1,1-1,-1 1,0 0,0 1,0 0,0 0,-1 0,1 1,-1 1,0 0,1 0,-1 0,0 1,0 0,1 1,-1 0,0 0,1 1,-1 0,1 1,0 0,-1 0,1 1,1 0,-1 0,0 1,1-1,0 2,-3 2,2-1,0 0,0 1,1-1,0 2,1-1,0 1,0 0,1 0,0 0,0 1,1 0,1 0,-1 0,2 0,-1 0,1 1,1-1,0 4,1-10,0 0,1 0,-1-1,1 1,0 0,0-1,1 1,-1-1,1 1,0-1,-1 1,1-1,1 0,-1 0,0 0,1 0,0-1,-1 1,1-1,0 1,0-1,1 0,-1 0,0-1,1 1,-1 0,1-1,0 0,-1 0,1 0,0-1,0 1,8 1,0-1,0 0,0 0,0-2,0 1,0-1,0-1,-1 0,10-3,-8 0,1 1,-1-2,0 0,-1 0,1-1,-1-1,2-2,-10 7,0 0,0-1,0 1,0-1,0 0,-1 0,0 0,0-1,0 1,0-1,-1 0,1 0,-1 0,0 0,-1 0,0 0,1 0,-1 0,-1-1,1-2,-2 3,-1-1,0 0,0 1,0 0,0-1,-1 1,0 0,0 0,0 1,-1-1,0 1,0-1,0 1,0 0,-1 1,1-1,-1 1,0 0,0 0,0 0,0 1,-1-1,1 1,-1 1,1-1,-1 1,0 0,1 0,-1 1,0-1,0 1,0 1,1-1,-1 1,0 0,1 0,-1 1,0 0,1 0,-1 0,1 1,-1 0,1 0,0 0,0 1,1 0,-1 0,1 0,0 0,0 1,0 0,0-1,1 2,0-1,0 0,1 0,-1 1,1 0,0-1,0 1,1 0,0 0,0 0,0 0,1 0,0 0,0 0,1 0,-1 0,1 0,0 0,1 0,0 0,0-1,0 1,2 3,-1-6,0 0,0-1,1 1,-1-1,1 1,0-1,0 0,0 0,0-1,0 1,0-1,0 0,0 0,0 0,1-1,-1 0,0 1,0-1,1-1,-1 1,0-1,1 1,-1-1,3-1,30-9</inkml:trace>
  <inkml:trace contextRef="#ctx0" brushRef="#br1" timeOffset="45">2247 2600,'0'0,"-1"0,0-1,1 1,-1 0,0 0,1 0,-1 0,0 0,0 0,1 0,-1 0,0 0,1 0,-1 0,0 0,1 0,-1 1,0-1,1 0,-1 0,0 1,1-1,-1 0,1 1,-1-1,1 1,-1-1,1 1,-1-1,1 1,-1-1,1 1,0 0,-1-1,1 1,0-1,-1 1,1 0,0-1,0 1,0 0,-1 0,1-1,0 1,0 0,0-1,0 1,0 0,1-1,-1 1,0 0,0-1,0 1,1 0,-1-1,0 1,0 0,1 0,0 31,2-1,1 1,1 0,9 25,2 13,48 352,-19-187,-17-102,4 81,-22 73,-8-162,13 87,8 86,-24 318,-13-337,15 0,-1-301,1 17,0-1,0 1,0-1,-1 1,0-1,-1 0,1 1,-1-1,0 1,0-1,-1 1,1 0,-1-1,-1 1,1 0,-1 0,0 0,0 1,0-1,-4-3,4 7,1 1,-1 0,0 0,0 0,0 1,0-1,0 0,0 1,0 0,1 0,-1 0,0 0,1 0,-1 1,0-1,1 1,0-1,-1 1,1 0,0 0,0 0,0 0,0 0,0 1,1-1,-1 1,1-1,-1 1,1-1,0 1,0 0,0 0,0 0,1-1,-1 1,1 0,-1 2,0-1,1 1,0-1,0 1,0 0,0-1,1 1,0-1,0 1,0-1,0 0,1 1,-1-1,1 0,0 0,1 0,-1 0,1 0,-1-1,1 1,0-1,1 0,-1 0,0 0,1 0,0 0,5 4,1 0,0-1,1 0,0-1,-1 0,1-1,1 0,-1 0,7 0,-16-3,-1-1,1 1,0 0,-1-1,1 0,0 1,-1-1,1 0,0 0,0 0,-1 0,1-1,0 1,0 0,-1-1,1 1,0-1,-1 1,1-1,-1 0,1 0,-1 1,1-1,-1 0,0-1,1 1,-1 0,0 0,0 0,0-1,0 1,0-1,0 1,0-1,0 1,0-1,-1 1,1-2,0-6,0-1,0 1,-1-1,-1 1,0-1,0 1,0 0,-2-1,1 1,-1 0,0 0,-1 0,0 1,0-1,-1 1,0 0,0 0,-1 1,0 0,0 0,-1 0,0 0,0 1,-1 1,0-1,0 1,5 3,0 1,0-1,0 1,0 0,0 0,0 0,0 0,0 0,0 1,0 0,-1-1,1 1,0 1,0-1,-1 0,1 1,0-1,0 1,0 0,0 0,0 0,0 1,0-1,0 1,1-1,-1 1,0 0,1 0,-1 0,1 0,0 1,0-1,0 1,0-1,0 1,-7 11,1-1,1 1,0 0,1 0,0 1,1 0,1 0,0 1,1-1,1 1,1-1,0 1,0 0,2-1,0 1,-1-13,0 1,1-1,-1 0,1 1,0-1,0 0,0 0,0 0,0 0,1 0,-1 0,1 0,0 0,0 0,0-1,0 1,1-1,-1 1,0-1,1 0,0 0,0 0,-1-1,1 1,0 0,0-1,1 0,-1 0,0 0,0 0,0 0,1-1,0 1,8-3,1-1,-1 0,0 0,1-1,-2-1,1 0,-1 0,1-1,-1-1,-1 0,0 0,0-1,0-1,-1 1,0-1,-1-1,0 0,6-9,-10 15,-1 0,1 1,-1-1,0 0,0-1,0 1,-1-1,0 1,0-1,0 0,0 1,-1-1,0 0,0 0,0 0,0 0,-1-1,0 1,0 0,0 0,-1 0,0 0,0 0,0 0,0 0,-1 0,0 0,0 1,0-1,-1 1,1-1,-1 1,0 0,0 0,-1 0,-1-2,0 3,1 0,0 0,-1 0,0 1,0-1,0 1,0 0,0 1,0-1,0 1,0 0,-1 0,1 1,0 0,-1-1,1 2,0-1,-1 1,1 0,0 0,-1 0,1 1,0-1,0 1,0 1,1-1,-1 1,0 0,1 0,0 0,0 0,0 1,0 0,0 0,1 0,-3 3,-1 3,1-1,1 1,0 0,0 1,1-1,0 1,1 0,0 0,1 0,0 0,1 1,0-1,1 0,0 1,0-1,2 7,-1-15,-1 0,1-1,0 1,-1 0,1 0,1-1,-1 1,0 0,0-1,1 1,0-1,-1 0,1 1,0-1,0 0,0 0,0 0,1 0,-1-1,1 1,-1-1,1 1,-1-1,1 0,0 0,-1 0,1 0,0-1,0 1,0-1,0 1,0-1,-1 0,1 0,0 0,0-1,0 1,0-1,0 0,-1 1,1-1,0 0,0-1,0 0,4-2,0-1,0 0,0 0,-1 0,0-1,0 0,0-1,-1 1,0-1,0 0,0 0,-1-1,-1 1,1-1,-1 0,0 0,-1 0,0 0,0 0,-1-1,0 1,0-8,-1 13,1 1,-1-1,0 1,0 0,-1-1,1 1,-1-1,1 1,-1 0,0-1,1 1,-1 0,0 0,-1 0,1 0,0 0,-1 0,1 0,-1 0,1 0,-1 0,0 1,0-1,0 1,0-1,0 1,0 0,0 0,0 0,-1 0,1 0,0 0,0 1,-1-1,1 1,-1 0,1 0,0-1,-1 2,1-1,-1 0,1 0,-1 1,1-1,0 1,-1 0,1 0,0 0,0 0,-2 1,-52 66,48-55,-4 6</inkml:trace>
  <inkml:trace contextRef="#ctx0" brushRef="#br1" timeOffset="46">522 4739,'-17'0,"-1"1,0 0,1 1,-1 1,1 0,-1 1,1 1,1 1,-1 1,1 0,0 1,0 0,1 2,1-1,-1 2,2 0,-1 1,-8 10,1 1,1 0,1 2,-7 12,25-36,0 0,-1 0,1 0,0 0,0 0,0 0,1 0,-1 1,0-1,0 0,1 0,-1 1,0-1,1 1,0-1,-1 0,1 1,0-1,0 1,-1-1,1 1,0-1,1 1,-1-1,0 1,0-1,1 0,-1 1,0-1,1 1,0-1,-1 0,1 0,0 1,-1-1,1 0,0 0,0 0,0 0,0 0,0 0,1 0,-1 0,0 0,0 0,0 0,1-1,0 1,120 19,-109-19,0 1,0 1,-1 0,1 1,-1 0,0 0,0 2,0-1,-1 2,0-1,0 2,0-1,-1 2,0-1,-1 1,0 1,0-1,-1 2,-1-1,1 1,-2 0,1 0,3 11,-7-15,0-1,-1 1,0 0,0 0,-1 0,0 0,0 0,0 0,-1 0,0 0,0 0,-1 0,0 1,0-1,-1-1,0 1,0 0,-1 0,0-1,0 1,0-1,-1 0,1 0,-2 0,1 0,-1-1,0 0,0 0,0 0,0-1,-1 1,-2 0,-8 0,-1 0,0-2,0 1,0-2,-1-1,1 0,0-1,-1-1,1 0,-12-3,-57-8,140 2,-24 5</inkml:trace>
  <inkml:trace contextRef="#ctx0" brushRef="#br1" timeOffset="47">763 5341,'0'12,"-2"-7,1 1,0 0,1 0,-1 0,1 0,1 0,-1 0,1 0,0 0,0-1,0 1,1 0,0 0,0-1,1 1,-1-1,1 0,0 0,1 0,-1 0,1-1,0 1,0-1,0 0,1 0,0 0,-1-1,1 0,4 2,0-3,0 0,0-1,0-1,0 1,0-2,0 1,0-1,0 0,0-1,-1 0,1-1,0 0,-1 0,0 0,0-1,0-1,0 1,0-1,-1-1,0 1,0-1,-1 0,1-1,-1 0,-1 0,1 0,-1 0,0-1,-1 0,3-6,-5 8,0 1,-1-1,0 1,1-1,-2 0,1 0,-1 1,0-1,0 0,-1 0,1 1,-1-1,-1 0,1 1,-1-1,0 1,0-1,0 1,-1 0,0 0,0 0,0 0,-1 1,1-1,-1 1,0 0,-1 0,1 0,-1 1,1 0,-1 0,-3-2,2 1,0 0,-1 0,1 0,-1 1,0 0,0 1,0 0,0 0,-1 0,1 1,0 0,-1 0,1 1,-1 0,1 0,0 0,-1 1,1 1,0-1,-1 1,1 0,0 1,0 0,1 0,-3 1,-2 7,0 0,2 1,-1 0,2 0,-1 1,2 0,0 1,0-1,1 1,1 1,0-1,1 1,1-1,0 1,1 0,1 1,0-1,1 0,1 3,1 37</inkml:trace>
  <inkml:trace contextRef="#ctx0" brushRef="#br2" timeOffset="48">28 6865,'193'13,"275"-11,-109 37,-16-32,-233-4,1-4,42-10,99-2,409 14,-103 39,-415-40,186 10,-144 9,83-7,68-6,43 19,209 28,-210-23,-122-16,220-18,-146-9,245 0,-26 0,344-7,-159 21,39 35,-2-5,-530-22,32 14,-18-1,390 22,38-20,125 2,-359-19,407 11,-408-4,395 13,-439-14,411 30,292 21,-544-18,200 2,280 14,-486-44,2158-18,-2390-14,640 14,-838 14,-28-1,30 2,-31-8,28 12,-107-12,0-2,0 0,0-2,0 0,0-1,1 0,9-2,613-1,-496 28,-1-13,-144-14,0 0,0 0,-1 0,1 0,0 0,0 0,-1-1,1 1,0 0,0 0,-1 0,1-1,0 1,-1 0,1-1,0 1,-1-1,1 1,0-1,-1 1,1-1,-1 1,1-1,-1 1,1-1,-1 0,0 1,1-1,-1 0,0 1,1-1,-1 0,0 0,0 1,0-1,1 0,-1 0,0 1,0-1,0 0,0 0,0 1,-1-1,1 0,0 0,0 1,-1-1,-4-41,-18-47,8 55,9 12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203 1,'-55'24,"19"-22,32-2,0 0,0-1,0 1,0 1,0-1,0 1,1-1,-1 1,0 0,0 1,1-1,-1 1,0-1,-1 2,3 1,0-1,0 1,1 0,-1-1,1 1,-1 0,1 0,1 0,-1 0,0 0,1 1,0-1,0 0,0 0,1 0,-1 0,2 3,-2 9,1 49,-2-33,1 0,2 0,1 0,5 15,0 6,-1 0,-3 1,-2 0,-5 44,1 0,29 196,-28 429,1 127,15-678,-16 127,3-280,0 0,1 0,1 0,0-1,2 0,0 0,3 4,-9-22,0-1,0 1,1 0,-1-1,0 1,0 0,0 0,1-1,-1 1,0 0,1 0,-1 0,0 0,1-1,-1 1,0 0,1 0,-1 0,0 0,1 0,-1 0,0 0,1 0,-1 0,0 0,1 0,-1 0,0 0,1 0,-1 0,0 0,1 0,-1 0,0 1,1-1,-1 0,0 0,0 0,1 1,-1-1,0 0,1 0,-1 1,0-1,0 0,0 0,1 1,-1-1,0 0,0 1,0-1,0 0,0 1,0-1,1 0,-1 1,0-1,1-32,-3 29,0 0,0-1,0 1,-1 1,1-1,-1 0,1 1,-1-1,0 1,0 0,0-1,0 2,-1-1,1 0,-1 1,1-1,-1 1,1 0,-1 0,1 0,-1 1,0-1,1 1,-1 0,0 0,0 1,1-1,-1 0,0 1,1 0,-1 0,1 0,-1 1,1-1,-1 1,1 0,0 0,0 0,0 0,-2 2,0 6,1-1,0 1,0 0,1 0,1 1,0-1,0 0,1 1,0 0,1-1,0 1,0-1,2 1,-1-1,2 5,-1-3,0 0,1 0,0-1,1 0,0 1,1-1,0-1,1 1,2 3,-6-11,0 0,0-1,0 1,0 0,1-1,-1 1,1-1,0 0,-1 0,1 0,0 0,0 0,0-1,1 1,-1-1,0 0,0 0,1 0,-1 0,1-1,-1 1,1-1,-1 0,1 0,-1 0,0-1,1 1,-1-1,1 0,-1 0,0 0,1 0,1-1,5-4,-1 1,0-2,0 1,-1-1,0 0,0-1,0 0,-1 0,0 0,-1-1,0 0,0-1,-1 1,0-1,-1 0,0 0,0-1,-1 1,0-4,-2 10,-1 1,0-1,0 0,0 0,0 0,-1 0,1 1,-1-1,0 0,0 0,0 1,-1-1,1 1,-1-1,0 1,0 0,0-1,0 1,-1 0,1 1,-1-1,0 0,0 1,0-1,0 1,0 0,-1 0,1 0,0 0,-4 0,0-1,-1 0,0 0,0 1,0 0,0 0,0 1,0 0,0 0,0 1,0 0,-1 1,1 0,0 0,-2 1,5 0,0 0,0 0,0 0,1 1,-1 0,1 0,0 0,-1 0,2 1,-1 0,0 0,1 0,-1 0,1 0,0 1,1-1,-1 1,1 0,0 0,0 0,0 0,1 0,0 0,-2 6,1 0,0-1,1 1,0 0,1 0,0 0,1 0,0 0,0 0,4 9,-2-11,0 0,1 1,0-2,1 1,0 0,0-1,1 0,0 0,0-1,1 0,0 0,-4-4,-1-1,1 1,0-1,-1 0,1 0,0 0,0 0,1-1,-1 1,0-1,1 1,-1-1,0 0,1-1,-1 1,1-1,0 1,-1-1,1 0,-1 0,1-1,-1 1,1-1,-1 0,1 0,-1 0,1 0,-1 0,0-1,0 1,2-2,4-6,-1 0,0 0,0-1,-1 0,0 0,0-1,-1 0,-1 0,0 0,-1-1,0 0,0 0,-1 0,-1 0,0 0,-1-3,1 8,0 1,0-1,-1 1,0-1,0 0,-1 1,0-1,0 0,0 0,-1 1,0-1,-1 1,1-1,-1 1,0-1,-1 1,1 0,-1 0,-1 0,1 0,-1 1,0-1,-2-1,4 6,0 0,0 0,0 1,0-1,0 1,0-1,0 1,0-1,0 1,0 0,0 0,0 0,0 0,0 1,0-1,0 0,0 1,0 0,0-1,0 1,0 0,0 0,0 0,1 0,-1 0,0 1,1-1,-1 0,1 1,-1-1,1 1,-1 1,-38 57,35-50,-1 1,2 0,-1 0,1 1,1-1,0 1,1 0,0 0,1 0,0 0,1 0,0 0,1 0,1 3,-2-14,0 1,1-1,-1 1,0-1,1 0,0 1,-1-1,1 0,0 1,-1-1,1 0,0 0,0 0,0 1,0-1,0 0,0 0,0-1,1 1,-1 0,0 0,0 0,1-1,-1 1,1-1,-1 1,0-1,1 0,-1 1,1-1,-1 0,1 0,-1 0,1 0,-1 0,1 0,-1 0,0-1,1 1,-1-1,1 1,-1-1,0 1,1-1,0 0,1-1,1 0,-1 0,0-1,0 1,0-1,0 1,0-1,-1 0,1 0,-1 0,1-1,-1 1,0-1,-1 1,1-1,0-2,2-12</inkml:trace>
  <inkml:trace contextRef="#ctx0" brushRef="#br0" timeOffset="1">96 54,'245'14,"-203"-13,-17-2,1 1,-1 1,1 1,-1 2,0 0,0 2,-1 1,4 2,-14-4,-1-1,1-1,0 0,0 0,1-2,-1 0,11 0,-5 0,138 25,-97-27,-236 6,-184 4,269-10,42 15,40-9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295 15,'-2'-2,"0"1,0-1,0 1,-1 0,1-1,0 1,-1 0,1 0,-1 1,1-1,-1 0,1 1,-1-1,0 1,1 0,-1 0,1 0,-1 0,0 1,1-1,-1 1,1 0,-1-1,1 1,-2 1,-59 31,33-11,0 1,2 1,2 1,-5 7,10-3,21-28,0-1,0 1,0 0,0-1,-1 1,1 0,0 0,0-1,0 1,1 0,-1-1,0 1,0 0,0-1,0 1,1 0,-1-1,0 1,1 0,-1-1,0 1,1-1,-1 1,1 0,-1-1,1 1,-1-1,1 1,-1-1,1 0,0 1,-1-1,1 0,-1 1,1-1,0 0,-1 0,1 1,0-1,0 0,-1 0,1 0,0 0,-1 0,1 0,81 6,-69-7,0 1,0 1,0 0,0 0,-1 2,1 0,7 2,-8 2,-1-1,0 2,0 0,-1 0,0 1,0 0,-1 0,-1 1,1 0,-1 1,-1 0,0 0,-1 1,0 0,-1 0,0 0,0 1,-2 0,-2-12,0 0,0 0,0 1,0-1,-1 0,1 1,0-1,-1 1,1-1,-1 1,1-1,-1 1,1 0,-1-1,0 1,0-1,0 1,0 0,0-1,0 1,-1-1,1 1,0-1,-1 1,1 0,-1-1,0 0,0 1,1-1,-1 1,0-1,0 0,0 0,0 1,0-1,0 0,-1 0,1 0,0 0,-2 0,-102 3,73-6,-41 3,92 6,40-14,-27-2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1 293,'26'-118,"21"-36,-38 135,-9 18,1 1,-1 0,1 0,-1 0,1 0,0 0,-1 0,1 0,-1 0,1 0,-1 0,1 0,-1 0,1 1,-1-1,1 0,-1 0,1 0,-1 1,1-1,-1 0,0 1,1-1,-1 0,1 1,-1-1,0 0,1 1,-1-1,0 1,1-1,-1 1,0-1,0 1,0-1,1 1,-1-1,0 1,0-1,0 1,0-1,0 1,0-1,0 1,0-1,0 1,0-1,0 1,0 0,-1-1,1 1,0-1,0 1,0-1,-1 0,1 1,0-1,-1 1,1-1,0 1,-1-1,2 3,50 289,-49-285,0 0,1 0,-1 0,0 1,-1-1,0 0,0 1,-1-1,1 0,-2 1,1-1,-1 1,0-1,-1 0,1 1,-1-1,-1 0,0 0,-1 3,-25 6,70-23,9-7,1 2,0 3,17-1,-61 10,-1 0,1 0,-1 0,0 1,1-1,-1 2,0-1,1 1,-1 0,0 0,0 1,3 1,2 3</inkml:trace>
  <inkml:trace contextRef="#ctx0" brushRef="#br0" timeOffset="1">696 373,'-4'0,"-3"0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40 107,'5'18,"1"15,2 14,0 9,-2 8,-1 1,-3-1,0-5,-2-7,0-11,0-12</inkml:trace>
  <inkml:trace contextRef="#ctx0" brushRef="#br0" timeOffset="1">1 1,'6'0,"246"207,-231-191,-1 1,-1 0,0 1,-2 2,0 0,-1 0,-1 1,-1 1,-1 1,-1 0,9 24,-20-39,0-1,0 1,0-1,-1 1,0 0,0-1,-1 1,0-1,-1 1,1-1,-1 1,-1-1,1 0,-1 0,-1 0,1 0,-1-1,0 1,-1-1,1 0,-1 0,-1-1,1 1,-5 2,-2 3,0-2,-1 0,0 0,-1-1,0-1,0 0,-1-1,1 0,-1-1,0-1,-9 1,21-4,0 0,1 0,-1 0,1 0,-1-1,0 1,0-1,1 0,-1 0,0 0,0 0,1 0,-1-1,0 1,1-1,-1 0,0 1,1-1,-1-1,1 1,-1 0,1 0,0-1,0 0,-1 1,1-1,0 0,0 0,1 0,-1 0,0 0,1-1,-1 1,1 0,0-1,0 1,0-1,0 0,0 1,0-2,8-21,6 0</inkml:trace>
  <inkml:trace contextRef="#ctx0" brushRef="#br0" timeOffset="2">602 441,'18'-6,"0"1,0 1,0 1,1 0,-1 1,1 1,-1 1,3 1,-19-2,-1 1,1 0,0 1,0-1,-1 0,1 0,0 1,0-1,-1 1,1 0,0-1,-1 1,1 0,-1 0,1 0,-1 0,1 0,-1 0,0 0,0 1,0-1,1 0,-1 1,0-1,0 1,-1-1,1 1,0 0,0-1,-1 1,1 0,-1-1,0 1,1 0,-1 0,0-1,0 1,0 0,0 0,0-1,-1 1,1 0,-1 0,1-1,-1 1,1 0,-4 7,-1 0,0 0,0 0,-1-1,0 0,-1 0,1 0,-1-1,-1 0,0 0,0-1,-5 4,-1 1,13-10,0-1,1 0,-1 0,0 0,1 1,-1-1,1 0,-1 1,1-1,-1 1,1-1,-1 0,1 1,-1-1,1 1,-1 0,1-1,0 1,-1-1,1 1,0 0,-1-1,1 1,0-1,0 1,0 0,0-1,0 1,0 0,0-1,0 1,0 0,0-1,0 1,0 0,0-1,0 1,0 0,1-1,-1 1,30 6,-19-8,1 0,-1 1,1 1,-1-1,1 2,-1 0,0 0,0 1,1 1,-2 0,1 0,0 1,-1 0,0 1,0 0,-1 1,0 0,0 0,0 1,1 2,-9-7,1 0,0 0,-1-1,0 1,0 0,0 1,0-1,0 0,0 0,-1 0,0 0,1 1,-1-1,-1 0,1 0,0 1,-1-1,1 0,-1 0,0 0,0 0,0 0,-1 0,1 0,-1 0,0 0,1-1,-1 1,0-1,-1 1,1-1,0 0,-1 0,1 0,-1 0,0 0,1 0,-1-1,0 1,0-1,-2 1,-10 4,-1 0,0-1,0 0,0-1,-1-1,1-1,-1 0,0-1,0-1,-10-1,19 0,8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27,'5'18,"1"18,2 11,-1 9,2 5,-2 0,1 0,-1-4,0-8,2-9,1-10,-1-11,-2-10</inkml:trace>
  <inkml:trace contextRef="#ctx0" brushRef="#br0" timeOffset="1">14 1,'148'121,"-115"-97,-1 0,-1 2,-1 1,-1 2,-2 1,7 11,-29-35,-1-1,-1 1,1 0,-1 0,1 0,-2 0,1 0,-1 1,0-1,0 1,-1 0,0-1,0 1,0 0,-1 0,0 0,-1 0,1-1,-1 1,-1 0,1 0,-1-1,0 1,-1-1,1 0,-1 1,-2 2,-8 5,0 1,-1-1,0-1,-1-1,-1 0,0-1,0 0,-1-1,-1-1,1-1,-1-1,-1 0,1-1,-1-1,0-1,0-1,-1 0,-6-1,-33-2,59 0,-1-1,1 1,-1-1,1 1,-1 0,1-1,-1 1,1-1,0 1,-1-1,1 0,0 1,-1-1,1 1,0-1,-1 0,1 1,0-1,0 1,0-1,0 0,0 1,0-1,0 0,0 1,0-1,0 0,0 1,0-1,0 0,1 1,-1-1,0 1,0-1,1 0,-1 1,0-1,1 1,-1-1,1 1,-1-1,1 1,-1-1,1 1,-1 0,1-1,-1 1,1 0,-1-1,1 1,0 0,-1 0,1-1,-1 1,1 0,0 0,-1 0,1 0,0 0,-1 0,1 0,0 0,-1 0,1 0,0 0,-1 0,30-14,2-1</inkml:trace>
  <inkml:trace contextRef="#ctx0" brushRef="#br0" timeOffset="2">602 482,'-1'3,"1"0,0 0,-1 1,1-1,0 0,1 0,-1 0,1 1,-1-1,1 0,0 0,0 0,0 0,1 0,-1 0,1 0,-1 0,1-1,0 1,0 0,0-1,0 0,1 0,-1 1,1-1,-1 0,1-1,0 1,0 0,0-1,0 0,0 0,0 0,2 1,2-3,0 1,0-1,-1-1,1 1,0-1,0-1,-1 1,1-1,-1 0,0 0,0-1,0 0,0 0,0 0,-1-1,0 0,0 0,0 0,-1-1,0 1,0-1,0 0,-1 0,1-1,-2 1,1-1,-1 1,0-1,0 0,0 0,-1 0,-1 0,1 0,-1-3,-1 6,1 0,-1 0,0 0,-1 1,1-1,-1 1,1-1,-1 1,0-1,-1 1,1 0,0 0,-1 0,0 0,0 1,1-1,-2 1,1-1,0 1,0 0,-1 0,1 1,-1-1,1 1,-1 0,0 0,0 0,0 0,-3 0,1 0,-1 0,0 1,1 0,-1 0,1 1,-1-1,0 2,1-1,0 1,-1-1,1 2,0-1,0 1,0 0,0 0,0 1,0 0,0 1,1 0,-1 1,1-1,1 1,-1 0,1 0,0 0,1 1,-1 0,1-1,1 1,-1 0,1 1,0-1,1 0,0 0,0 1,0-1,1 1,0-1,1 0,3 27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36 137,'0'18,"2"17,1 12,2 7,0 4,0 0,-2-2,-1-4,0-4,-2-8,0-8,0-17,0-11</inkml:trace>
  <inkml:trace contextRef="#ctx0" brushRef="#br0" timeOffset="1">76 69,'-55'-67,"54"67,1-1,-1 1,1 0,-1 0,1 0,-1-1,1 1,-1 0,0 0,1 0,-1 0,1 0,-1 0,0 0,1 0,-1 0,1 0,-1 1,1-1,-1 0,1 0,-1 0,0 1,1-1,-1 0,1 1,0-1,-1 0,1 1,-1-1,1 1,-1-1,1 1,0-1,-1 1,1-1,0 1,0-1,-1 1,1-1,0 1,0-1,0 1,0 0,0-1,0 1,-1-1,1 1,1 0,-1-1,0 1,0-1,0 1,0-1,0 1,0 0,1-1,-1 1,0-1,0 1,1-1,-1 1,0-1,1 1,-1-1,1 0,-1 1,1-1,-1 1,1-1,8 21,0 0,2 0,1-2,0 1,2-1,0-1,1 0,0-1,10 6,30 32,-37-40,-1 1,-1 0,0 1,-1 1,-1 1,-1 0,-1 1,0 0,0 4,-11-19,1 0,-1 0,0 0,0 0,-1 0,1 0,-1 0,0 0,-1 1,1-1,-1 0,0 0,0 0,-1 0,1 0,-1 0,0-1,-1 1,1-1,-1 1,0-1,0 0,0 0,0 0,-1 0,0-1,0 1,0-1,-8 7,-1 0,0-1,-1-1,0 0,0-1,0 0,-1-2,-9 3,-100 14,103-24,21 2,0 0,-1 0,1 0,0-1,0 1,0 0,-1 0,1 0,0 0,0-1,0 1,-1 0,1 0,0-1,0 1,0 0,0 0,0-1,0 1,-1 0,1 0,0-1,0 1,0 0,0-1,0 1,0 0,0 0,0-1,0 1,0 0,1-1,-1 1,0 0,0 0,0-1,0 1,0 0,0 0,1-1,-1 1,0 0,0 0,0 0,0-1,1 1,-1 0,0 0,0 0,1 0,-1 0,0-1,0 1,1 0,-1 0,0 0,0 0,1 0,-1 0,0 0,1 0,-1 0,0 0,0 0,1 0,-1 0,0 0,15-6</inkml:trace>
  <inkml:trace contextRef="#ctx0" brushRef="#br0" timeOffset="2">491 324,'-3'41,"-1"1,-2-1,-2 0,-2 0,-7 39,16-79,0 0,0 1,1-1,-1 0,1 0,-1 0,1 1,-1-1,1 0,0 1,0-1,-1 0,1 1,0-1,0 0,0 1,1-1,-1 0,0 1,0-1,1 0,-1 0,1 1,-1-1,1 0,-1 0,1 0,0 0,0 1,-1-1,1 0,0 0,0-1,0 1,0 0,0 0,0 0,1-1,-1 1,0 0,0-1,0 1,1-1,-1 1,0-1,1 0,-1 0,0 0,1 1,-1-1,0 0,2-1,12-2,0-2,-1 0,1-1,-1 0,0-1,-1-1,0 0,0 0,3-4,-10 8,-1 0,1 0,0-1,-1 0,0 0,0 0,-1-1,1 0,-1 0,-1 0,1 0,-1 0,1-4,-4 11,-1-1,1 1,0-1,-1 0,1 0,-1 1,1-1,0 0,-1 0,1 1,-1-1,1 0,-1 0,1 0,-1 0,1 0,-1 0,1 0,-1 0,1 0,-1 0,1 0,-1 0,0 0,1 0,-1 0,1 0,0-1,-1 1,1 0,-1 0,1-1,-1 1,1 0,-1 0,1-1,0 1,-1-1,1 1,0 0,-1-1,1 1,0-1,0 1,-1-1,1 1,0-1,0 1,0-1,0 1,0-1,0 1,-1-1,-5 15,1-1,0 1,0 1,2-1,0 1,0-1,1 1,1 0,1 0,1 11,-2-4,-3 97,1-63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6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83,'-2'21,"-1"15,0 11,1 7,2 3,4-2,4-2,2-7,0-8,-3-13,-1-11</inkml:trace>
  <inkml:trace contextRef="#ctx0" brushRef="#br0" timeOffset="1">85 56,'-12'-55,"34"85,194 279,-169-212,-46-92,1-1,-1 0,0 0,0 0,-1 1,0-1,1 1,-1-1,-1 0,1 1,-1-1,1 0,-1 0,-1 1,1-1,0 0,-1 0,0 0,0 0,0-1,-1 1,1 0,-2 1,-9 4,0-1,0 0,0-1,-1 0,0-1,-1-1,1 0,-1-1,0-1,0 0,-1-1,1 0,0-1,-11-2,9 3,-69-7,86 4,-1 1,1 0,-1 0,0 0,1-1,-1 1,1 0,-1 0,1-1,-1 1,1 0,-1-1,1 1,-1-1,1 1,0-1,-1 1,1-1,0 1,-1-1,1 1,0-1,-1 1,1-1,0 1,0-1,0 0,0 1,0-1,0 1,0-1,0 0,0 1,0-1,0 1,0-1,0 0,0 1,0-1,1 1,-1-1,0 0,0 1,8-12</inkml:trace>
  <inkml:trace contextRef="#ctx0" brushRef="#br0" timeOffset="2">580 230,'-2'0,"-58"-3,58 3,1 0,-1 0,1 1,-1-1,1 0,-1 1,1-1,-1 1,1-1,-1 1,1 0,0 0,-1-1,1 1,0 0,0 0,-1 0,1 0,0 1,0-1,0 0,1 0,-1 1,0-1,0 0,1 1,-1-1,1 1,-1-1,1 1,-1-1,1 1,0-1,0 1,0-1,0 2,2 5,0 0,1 0,0-1,1 1,-1-1,2 1,-1-1,1 0,0-1,0 1,1-1,-1 0,1 0,1-1,2 2,-3-1,143 133,-148-139,0 1,0 0,0-1,0 1,0 0,0-1,0 1,0 0,-1 0,1 0,0 0,-1 0,1 0,0 0,-1 0,1 0,-1 0,0 0,1 1,-1-1,0 0,0 0,0 0,0 0,0 1,0-1,0 0,0 0,0 0,0 0,-1 0,1 1,-1-1,1 0,0 0,-1 0,0 0,1 0,-1 0,0 0,1 0,-1-1,0 1,0 0,0 0,0 0,0-1,0 1,0-1,0 1,0-1,0 1,0-1,-1 1,-15 2,0 0,-1-1,0 0,1-2,-1 0,0-1,1-1,-1 0,-2-2,-37-15,55 18,1 1,0-1,-1 0,1 1,0-1,0 0,0 0,0 0,0 0,0 0,0 0,0 0,0 0,0 0,0 0,1-1,-1 1,0 0,1-1,-1 1,1 0,0-1,-1 1,1 0,0-1,0 1,0-1,0 1,0-1,0 1,0 0,1-1,-1 1,0-1,1 1,-1 0,1-1,-1 1,2-1,6-9,0 0,1 1,0 0,1 1,0 0,1 0,0 1,4-2,16-13,-15 12,-1-1,-1-1,0 0,0 0,-2-1,1-1,-2 0,0-1,-1 0,-1-1,8-16,-16 30,0 1,0-1,0 0,0 1,0-1,0 0,-1 1,1-1,-1 0,0 0,0 0,0 0,0 1,0-1,-1 0,1 0,-1 1,0-1,0 0,0 0,0 1,0-1,0 1,-1-1,1 1,-1 0,0 0,0-1,0 1,0 0,0 1,0-1,0 0,-1 1,1-1,-1 1,0-1,-4 2,0 0,0 1,0 0,0 0,0 0,0 1,0 0,0 1,1-1,-1 1,1 0,0 1,0 0,0 0,1 0,-1 1,1-1,0 1,0 0,0 1,1-1,0 1,0 0,1 0,-1 1,1 0,0-2,0 0,0 0,1 0,-1 1,1 0,1-1,-1 1,1 0,0 0,0 0,1 0,-1 0,2-1,-1 1,0 0,1 0,0 0,1 0,0 4,12 20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155 230,'-7'9,"-2"8,0 5,2 8,2 6,5 6,1 2,1 1,0-3,0-3,0-8,-1-12,-1-16,0-10</inkml:trace>
  <inkml:trace contextRef="#ctx0" brushRef="#br0" timeOffset="1">61 163,'-54'-129,"53"129,1-1,-1 1,1-1,-1 0,1 1,-1-1,1 0,-1 1,1-1,0 0,-1 0,1 0,0 1,0-1,-1 0,1 0,0 0,0 1,0-1,0 0,0 0,0 0,1 0,-1 1,0-1,0 0,0 0,1 0,-1 1,0-1,1 0,-1 0,1 1,-1-1,1 0,-1 1,1-1,0 1,-1-1,1 1,-1-1,1 1,0-1,0 1,-1-1,1 1,0 0,0-1,0 1,-1 0,1 0,0 0,0 0,0 0,-1 0,1 0,0 0,0 0,11 3,-1 1,1 1,-1 0,0 0,0 1,-1 0,7 6,-1-2,20 14,0 1,-1 1,-2 2,-1 2,-1 1,14 19,-37-41,-1 0,0 1,-1-1,0 2,0-1,-1 1,-1 0,0 0,0 0,-1 0,0 1,-1-1,-1 1,0 0,0-1,-1 1,0 0,-1 0,-1-1,0 1,0 0,-1-1,-1 0,0 0,-4 9,0-5,-1-1,0-1,-1 1,0-2,-1 1,-1-1,0-1,0 0,-1-1,0 0,-1-1,0-1,-1 0,0-1,0 0,0-1,-11 2,25-7,-1-1,1 1,0 0,0-1,-1 0,1 1,0-1,-1 0,1 1,-1-1,1 0,0 0,-1 0,1 0,-1 0,1-1,0 1,-1 0,1-1,0 1,-1 0,1-1,0 0,0 1,-1-1,1 0,0 0,0 0,0 1,0-1,0 0,0 0,0-1,0 1,1 0,-1 0,0 0,1-1,-1 1,1 0,-1 0,1-1,-1 1,1-1,1-13</inkml:trace>
  <inkml:trace contextRef="#ctx0" brushRef="#br0" timeOffset="2">503 377,'12'-9,"0"1,0 0,1 1,0 0,0 1,1 0,0 1,0 1,0 0,1 1,-1 0,1 2,-1-1,1 2,0 0,3 1,-13 0,0 0,-1 1,1-1,0 1,-1 0,1 0,-1 1,0 0,0-1,0 1,0 1,0-1,-1 0,1 1,-1 0,0 0,0 0,-1 0,1 0,-1 1,0-1,0 1,0-1,0 1,-1 0,1 2,10 135,-13-126,2 32,0 7,-3 0,-1-1,-10 44,-4-57,7-34</inkml:trace>
  <inkml:trace contextRef="#ctx0" brushRef="#br0" timeOffset="3">609 631,'7'-5,"13"-3,20-3,23-2,24-3,24-1,25-2,-10 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6,'18'-3,"6"0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1,'18'0,"7"0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4,'9'-2,"3"1,0 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1,'18'0,"13"0,8 0,2 0,-6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9,'4'-2,"7"-1,1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1,'2'0,"-4"0,-8 0,-2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0,'-11'5,"0"1,10-3,9-3,3-3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0,'4'0,"5"0,4 0,1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14 207,'-2'13,"-1"12,0 9,1 6,0 5,1 0,1 0,0-3,0-6,0-10</inkml:trace>
  <inkml:trace contextRef="#ctx0" brushRef="#br0" timeOffset="1">27 33,'-3'-16,"1"-1,12 31,178 300,-174-292,-1-1,-1 2,0-1,-2 2,-1 0,0 0,-2 0,-1 1,-1 0,1 20,-6-41,-1 1,1-1,-1 0,0 1,0-1,0 1,-1-1,1 0,-1 0,0 0,-1 0,1 0,-1 0,1-1,-1 1,0-1,0 0,-1 0,1 0,-1 0,1 0,-1-1,0 0,0 0,0 0,0 0,0 0,-1-1,0 1,-8 1,0 0,0 0,0-1,0-1,0 0,0-1,-1 0,1-1,-6-1,14 2,0-1,0 0,1 1,-1-1,0-1,0 1,1-1,-1 0,1 0,-1 0,1-1,0 1,0-1,0 0,0 0,-2-3,0-8</inkml:trace>
  <inkml:trace contextRef="#ctx0" brushRef="#br0" timeOffset="2">523 675,'26'-173,"-26"357,0-23,0-136</inkml:trace>
  <inkml:trace contextRef="#ctx0" brushRef="#br0" timeOffset="3">710 555,'13'26,"146"224,-121-159,-37-90,-1 0,0 0,1 0,-1 0,0 1,0-1,1 0,-1 0,0 0,0 0,0 0,0 0,-1 0,1 0,0 0,0 0,-1 0,1 0,0 0,-1 0,1 0,-1 0,1 0,-1 0,0 0,1 0,-1 0,0-1,0 1,0 0,1 0,-1-1,0 1,0-1,0 1,0-1,0 1,0-1,0 0,0 1,0-1,0 0,0 0,-1 0,1 0,-52-7,-14-29,37 14</inkml:trace>
  <inkml:trace contextRef="#ctx0" brushRef="#br0" timeOffset="4">789 501,'19'-9,"14"-5,16-1,13 3,10 1,-8 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0,'4'7,"4"2,6-1,4-1,-1-2</inkml:trace>
  <inkml:trace contextRef="#ctx0" brushRef="#br0" timeOffset="1">282 27,'2'0,"3"0,1 0</inkml:trace>
  <inkml:trace contextRef="#ctx0" brushRef="#br0" timeOffset="2">282 27,'9'4,"5"4,5 1,1-1,-2-2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1,'5'0,"3"0,6 0,4 0,-1 0</inkml:trace>
  <inkml:trace contextRef="#ctx0" brushRef="#br0" timeOffset="1">228 14,'2'0,"1"2,0 3,-3 1,-2-1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 28,'-14'14,"-4"15,1 15,5 10,10 9,9 2,11-2,6-1,2-7,-2-11,-2-13,-5-11</inkml:trace>
  <inkml:trace contextRef="#ctx0" brushRef="#br0" timeOffset="1">46 1,'17'16,"0"1,-1 1,-2 1,1 0,-2 0,6 14,-1-4,2-1,-2 2,-1 0,-1 1,-2 1,-1 0,-1 1,-2 0,4 24,-13-50,0-1,0 1,-1 0,1 0,-2-1,1 1,-1 0,0-1,0 1,-1-1,0 1,0-1,0 0,-1 0,0 0,0 0,-1 0,0 0,0-1,0 0,0 0,-1 0,0 0,0-1,-4 3,-4 0,0-1,0 0,0-1,-1 0,0-1,0-1,0 0,0-1,-1-1,1 0,-1-1,1 0,-8-2,-5-3,8-3</inkml:trace>
  <inkml:trace contextRef="#ctx0" brushRef="#br0" timeOffset="2">420 535,'28'-248,"-24"237,0 40,2 79,-4-34,4-1,14 66,3-70,-12-49</inkml:trace>
  <inkml:trace contextRef="#ctx0" brushRef="#br0" timeOffset="3">755 415,'1'-3,"0"1,1-1,-1 1,1-1,0 1,-1 0,1 0,0 0,1 0,-1 0,0 0,0 0,1 1,-1-1,1 1,0 0,-1 0,1 0,0 0,0 0,-1 0,1 1,0-1,0 1,0 0,0 0,0 0,0 0,-1 1,1-1,0 1,0 0,0 0,0-1,-1 2,1-1,-1 0,1 1,-1-1,1 1,-1 0,0-1,0 1,1 0,-2 1,1-1,0 0,0 0,-1 1,1-1,-1 1,0 0,1-1,-1 1,-1 0,1 0,0-1,-1 1,1 0,-1 0,0 0,0 0,0 3,-5 7,0 0,-1 0,0 0,-1-1,0 0,-1 0,0-1,-1 0,-1 0,1-1,-2 0,1-1,-1 0,-1-1,1 0,-14 6,11-4,-30 26,44-36,-1 0,1 1,0-1,0 1,0-1,0 1,0-1,-1 1,1-1,0 0,0 1,0-1,0 1,0-1,0 1,0-1,1 1,-1-1,0 1,0-1,0 0,0 1,1-1,-1 1,0-1,0 1,1-1,-1 0,0 1,0-1,1 0,-1 1,1-1,-1 0,0 0,1 1,-1-1,1 0,-1 0,0 0,1 1,-1-1,1 0,-1 0,1 0,-1 0,1 0,-1 0,1 0,-1 0,0 0,1 0,-1 0,1 0,-1-1,1 1,-1 0,1 0,-1 0,0-1,41 3,-1-1,0-3,0-1,37-8,-49 7,66-10,-7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06.7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137 1,'-3'22,"0"18,1 12,-1 7,2 2,0 0,0-3,-1-5,-1-7,-2-9,-1-13,2-15,0-10</inkml:trace>
  <inkml:trace contextRef="#ctx0" brushRef="#br0" timeOffset="1">16 81,'-16'-48,"17"47,0 1,0-1,0 1,0 0,-1 0,1-1,0 1,0 0,0 0,0 0,0 0,0 0,0 0,0 0,0 0,0 0,-1 0,1 0,0 1,0-1,0 0,0 1,0-1,-1 1,1-1,0 1,0-1,-1 1,1 0,0-1,-1 1,2 0,-2 0,30 20,-1 2,-1 1,-2 2,0 0,-2 2,0 0,4 11,-18-27,0 1,-1 0,-1 1,0 0,0 0,-2 1,1-1,-2 1,0 1,-1-1,-1 1,0 0,-1 0,-1 0,0 0,-2 14,-1-24,0 0,0 0,-1 0,0-1,0 1,0 0,-1-1,1 0,-1 0,-1 0,1-1,-1 1,0-1,0 0,0 0,0-1,-1 0,1 1,-1-2,0 1,0-1,0 0,0 0,-1-1,-1 2,0-1,-1-1,1 1,-1-1,0-1,1 0,-1 0,1-1,-1 0,0 0,1-1,0 0,-1 0,1-1,0-1,0 1,-4-3,11 5,0 1,0 0,0-1,1 1,-1 0,0-1,0 1,0-1,1 0,-1 1,0-1,0 0,1 1,-1-1,1 0,-1 0,1 1,-1-1,1 0,-1 0,1 0,0 0,-1 0,1 1,0-1,0 0,0 0,-1 0,1 0,0 0,0 0,1 0,-1 0,0 0,0 0,0 0,1 0,-1 0,0 1,1-1,-1 0,1 0,-1 0,1 0,-1 1,1-1,0 0,-1 1,1-1,0 0,-1 1,1-1,15-9</inkml:trace>
  <inkml:trace contextRef="#ctx0" brushRef="#br0" timeOffset="2">444 602,'12'-65,"4"2,23-62,-23 87,-15 50,-9 28,-1-6,1 1,2 0,2 1,1-1,1 1,2 0,3 11,-2-42,-1 1,1-1,0 1,1-1,0 0,0 1,0-1,0 0,1 0,-1-1,1 1,1 0,1 1,7 4</inkml:trace>
  <inkml:trace contextRef="#ctx0" brushRef="#br0" timeOffset="3">671 548,'10'-27,"-2"-1,-1 0,-1-1,-2 0,0 0,-2-10,-9 51,1 8,1-1,1 1,0 0,1 0,1 0,1 0,1 0,1 0,1 0,0 0,2 0,0 0,1-1,1 0,1 0,1 0,0-1,1 0,1 0,1-1,2 2,20 13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4:14.0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67,'2'16,"8"12,8 11,11 7,10 5,6 3,4 2,-1-3,-3-2,-6-5,-6-6,-9-8,-9-8,-6-8</inkml:trace>
  <inkml:trace contextRef="#ctx0" brushRef="#br0" timeOffset="276.315">337 0,'-9'21,"-10"17,-8 15,-10 11,-6 6,-4 1,0-3,4-4,6-6,9-13</inkml:trace>
  <inkml:trace contextRef="#ctx0" brushRef="#br0" timeOffset="786.099">591 174,'-18'47,"3"0,1 1,3 1,1 0,3 0,1 16,5-59,0-1,1 0,-1 1,1 0,0-1,1 1,0-1,-1 0,2 1,-1-1,0 0,1 1,0-1,1 0,-1 0,1 0,0-1,0 1,0-1,1 0,-1 1,1-1,0-1,0 1,1-1,1 2,4-2,1 0,-1 0,1-1,0 0,0-1,0 0,0-1,0 0,0-1,0 0,-1-1,1 0,0 0,-1-1,1-1,-1 0,0 0,0-1,4-3,-9 5,1-1,-1 1,-1-1,1 0,-1-1,1 1,-1-1,0 0,-1 0,1 0,-1 0,0 0,0-1,-1 0,0 1,0-1,0 0,-1 0,1 0,-2 0,1 0,-1-1,1 1,-2 0,1 0,-1-1,1 5,-1 0,1 0,-1 0,0 0,1 1,-1-1,0 0,0 0,-1 1,1-1,0 1,0-1,-1 1,1-1,-1 1,1 0,-1 0,0-1,1 1,-1 0,0 1,0-1,0 0,0 0,1 1,-1-1,0 1,0 0,0 0,0 0,0 0,0 0,0 0,0 0,0 0,0 1,0-1,0 1,0-1,0 1,0 0,1 0,-1 0,0 0,0 0,1 0,-1 1,1-1,-1 0,1 1,0-1,-1 1,1-1,0 1,0 0,0 0,0 0,-9 14,0 1,1-1,0 1,2 1,0 0,1 0,1 0,1 1,0 0,1 0,2 0,-1 0,2 0,2 13,2 16,2 0,3 0,1-1,3-1,5 9,-14-42,14 47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4:36.2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216 2,'-9'-1,"1"1,-1-1,0 2,1-1,-1 1,1 0,0 1,-1 0,1 1,0-1,0 2,0-1,0 1,1 0,0 0,0 1,0 0,0 1,1-1,-1 1,1 0,1 1,-1 0,1 0,1 0,-1 0,1 1,0-1,-1 5,4-6,-1-1,1 1,0 0,0-1,1 1,0 0,0 0,0-1,1 1,0 0,0-1,0 1,1-1,-1 1,1-1,1 1,-1-1,1 0,0 0,0-1,0 1,1 0,0-1,0 0,0 0,0 0,0 0,1-1,0 0,0 0,0 0,1 0,241 95,-245-98,1 1,-1 0,1-1,-1 1,0 0,0 1,1-1,-1 0,0 1,0-1,0 1,0-1,0 1,-1 0,1 0,0 0,-1 0,0 0,1 0,-1 0,0 1,0-1,0 0,0 1,-1-1,1 1,-1-1,1 1,-1-1,0 1,0-1,0 1,0-1,0 1,-1-1,1 1,-1-1,0 1,1-1,-1 0,0 1,-1-1,1 0,0 0,-1 1,-6 4,-2 0,1 0,-1-1,0-1,0 1,0-1,-1-1,0 0,0-1,0 0,0 0,-1-1,1-1,0 0,-1 0,1-1,-3-1,-4-1,18 2,0 0,1 0,-1 0,0 0,0 0,0 0,1 0,-1 0,0 0,0 0,1 0,-1 0,0 0,0 0,0 0,0-1,1 1,-1 0,0 0,0 0,0 0,0 0,0-1,1 1,-1 0,0 0,0 0,0-1,0 1,0 0,0 0,0 0,0-1,0 1,0 0,0 0,0 0,0-1,0 1,0 0,0 0,0 0,0-1,0 1,0 0,0 0,0 0,0-1,0 1,0 0,0 0,0 0,-1 0,1-1,0 1,0 0,0 0,0 0,0 0,-1 0,1-1,0 1,0 0,0 0,-1 0,1 0,0 0,0 0,12-6</inkml:trace>
  <inkml:trace contextRef="#ctx0" brushRef="#br0" timeOffset="492.241">537 256,'14'-10,"0"1,0 1,1 0,0 1,1 0,0 2,-1 0,2 0,8 0,-22 4,-1 1,0 0,0-1,1 1,-1 0,0 0,1 0,-1 1,0-1,1 1,-1-1,0 1,0 0,0-1,0 1,1 0,-1 1,-1-1,1 0,0 0,0 1,0-1,-1 1,1 0,-1 0,1-1,-1 1,1 0,-1 0,0 0,0 0,0 0,-1 1,1-1,0 0,-1 0,1 1,-1-1,0 0,0 0,0 1,0-1,0 0,0 1,0-1,-1 0,1 0,-1 1,0-1,-1 2,-3 7,0 0,-1 0,-1 0,1-1,-2 0,0 0,0-1,0 0,-1 0,-1-1,1 0,-1-1,-8 4,19-6,17-8,-14 2,10-2,0 1,0 1,0 0,1 1,-1 1,0 0,0 1,0 0,11 4,-18-4,0 0,-1 0,1 1,-1 0,1 0,-1 0,0 1,0 0,-1 0,1 1,-1 0,0-1,0 2,0-1,-1 1,0-1,0 1,0 0,-1 0,2 6,-4-8,1 0,-1 1,0 0,-1-1,1 1,-1-1,0 1,0 0,0-1,-1 1,0 0,0-1,0 1,0-1,-1 0,1 1,-1-1,0 0,-1 0,1 0,-1 0,0 0,1-1,-2 1,1-1,0 0,-1 0,-1 1,-6 5,0-1,-1 0,0-1,0 0,-1-1,0 0,0-1,-13 3,13-4,-1-1,0 0,0-1,0 0,0-1,0-1,-2 0,15 0,0 0,0 1,0-1,1 0,-1 0,0 0,0 0,0 1,0-1,0-1,1 1,-1 0,0 0,0 0,0 0,0 0,0-1,1 1,-1 0,0-1,0 1,1-1,-1 1,0-1,1 1,-1-1,0 1,1-1,-1 0,1 1,-1-1,1 0,-1 0,1 1,-1-1,1 0,0 0,-1 0,1 1,0-1,0 0,0 0,0 0,0 0,0 0,0 1,0-1,0 0,0 0,0 0,0 0,1 1,-1-1,0 0,0 0,1 0,-1 1,1-1,-1 0,1 0,-1 1,1-1,0 0,21-19,6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4:34.0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333 19,'-8'-3,"-1"0,1 0,0 0,0 1,-1 1,0-1,1 1,-1 1,1 0,-1 0,0 1,1 0,-1 0,1 1,-1 0,1 0,0 1,0 0,0 1,-2 0,-3 6,0 0,1 1,0 0,0 1,1 0,1 1,0 0,1 0,0 1,1 0,1 1,0 0,1 0,1 1,-2 6,6-19,1 0,-1 0,0 0,1 0,0 1,0-1,0 0,0 0,0 0,1 1,-1-1,1 0,0 0,0 0,0 0,0 0,1 0,-1 0,1 0,0-1,-1 1,1-1,1 1,-1-1,0 0,0 1,1-1,0 0,-1-1,1 1,0 0,1 0,13 5,0-1,0-1,0 0,1-1,-1-1,9 0,39 8,-52-8,-1 0,0 1,1 0,-2 1,1 0,0 1,6 5,-14-8,-1-1,1 1,-1 0,0-1,0 2,0-1,0 0,-1 0,0 1,1 0,-1-1,0 1,0 0,-1 0,0 0,1 0,-1 0,0 1,-1-1,1 0,-1 0,0 1,0-1,0 4,-1-4,0-1,0 1,0 0,0-1,0 1,-1-1,1 1,-1-1,0 0,0 0,0 0,-1 0,1 0,-1 0,0-1,1 1,-1-1,0 1,-1-1,1 0,0-1,0 1,-1 0,1-1,-1 0,0 0,-1 1,-104 11,-30-12,116 5,22-6,1 0,0 0,-1 0,1 0,0 0,-1 0,1 0,0 1,-1-1,1 0,0 0,0 0,-1 0,1 0,0 0,-1 1,1-1,0 0,0 0,-1 0,1 1,0-1,0 0,0 0,-1 1,1-1,0 0,0 0,0 1,0-1,-1 0,1 1,0-1,0 0,0 1,0-1,0 0,0 0,0 1,0-1,0 0,0 1,0-1,0 0,0 1,0-1,1 0,-1 1,0-1,0 0,0 0,0 1,0-1,1 0,-1 1,0-1,0 0,1 0,-1 0,0 1,0-1,1 0,-1 0,0 0,44 12,-15-9</inkml:trace>
  <inkml:trace contextRef="#ctx0" brushRef="#br0" timeOffset="952.472">533 367,'1'-3,"0"0,1 0,-1 0,1 1,0-1,0 1,0-1,0 1,0 0,1-1,-1 1,1 1,-1-1,1 0,0 0,-1 1,1 0,0-1,0 1,0 0,0 1,0-1,1 0,-1 1,2 0,0-2,1 0,-1 1,1 0,0 0,0 0,-1 1,1 0,0 0,0 0,-1 1,1 0,0 0,-1 1,1-1,-1 1,1 0,-1 1,0-1,0 1,0 0,0 0,0 1,-1 0,1-1,-1 1,0 1,-1-1,1 0,-1 1,1 0,-1 0,-1 0,1 0,-1 1,1 1,-3 0,-1 1,0-1,0 1,-1-1,1 0,-2 1,1-1,-1 0,0 0,0 0,-1-1,0 1,0-1,-1 0,1 0,-2-1,1 1,0-1,-1 0,0 0,0-1,-7 4,-101 77,111-82,1 0,-1 0,1 0,0 0,0 0,0 0,0 1,1-1,-1 1,1 0,0-1,0 1,0 0,1-1,-1 1,1 0,0 0,0 0,0-1,0 1,1 0,0 0,0-1,1 4,-1-5,0 0,0 0,1 0,0 0,-1 0,1 0,0 0,0-1,0 1,0-1,0 1,0-1,0 0,0 0,1 0,-1 0,0 0,1-1,-1 1,1 0,-1-1,1 0,-1 0,1 0,-1 0,1 0,-1 0,0-1,1 1,-1-1,3 0,-3 1,115-13,64-1,-168 21,-15-1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3:31.4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25818 1751,'-7'167,"-25"139,1-15,19 306,1-4,2-484,6 1,8 79,6 216,12-27,-24-71,3-289,0 0,1-1,1 1,0-1,2 1,0-2,2 5,8 25,-15-43,0-1,-1 1,1 0,0-1,0 1,0-1,1 1,-1-1,1 1,-1-1,1 0,0 0,0 0,0 0,0 0,0 0,0 0,1-1,-1 1,1-1,-1 0,1 0,-1 1,1-2,0 1,-1 0,1 0,-2-2,0 1,0 0,0-1,0 1,0-1,0 1,0-1,0 1,0-1,-1 1,1-1,0 0,0 0,-1 1,1-1,-1 0,1 0,0 0,-1 0,0 0,1 1,-1-1,1 0,-1 0,0 0,0 0,0 0,1 0,-1 0,0 0,0-1,-1 1,1 0,0 0,0 0,0 0,-1 0,1 1,0-1,-1 0,1 0,-1 0,1 0,-1 0,-4-22</inkml:trace>
  <inkml:trace contextRef="#ctx0" brushRef="#br0" timeOffset="1696.11">25016 4198,'5'-209,"-5"-137,-45-212,47 375,20-135,-18 277,40-524,-29 366,-9-170,-6-173,1 528,1 0,0 0,1 0,0 0,1 1,0 0,2-1,2-4,-5 15,0 0,0 0,0 0,0 0,1 0,0 1,-1-1,1 1,0 0,0 0,0 0,0 1,1 0,-1 0,0 0,1 0,-1 0,0 1,1 0,-1 0,1 0,-1 0,0 1,2 0,23-2,110-6,0 6,38 8,273 0,-280-8,-88 13,-94-10,-2-2</inkml:trace>
  <inkml:trace contextRef="#ctx0" brushRef="#br1" timeOffset="15248.157">29012 4412,'-3'47,"-2"0,-3 0,-8 27,8-35,-12 54,4 1,2 27,5 50,-1 15,-25 125,22-230,3 2,4-1,4 8,2-64,1 30,-2 0,-2 0,-11 49,6 8,8-112,0 0,0-1,0 1,0 0,0-1,0 1,0-1,0 1,0 0,0-1,0 1,0-1,1 1,-1 0,0-1,1 1,-1-1,0 1,1-1,-1 1,0-1,1 1,-1-1,1 1,-1-1,1 0,-1 1,1-1,-1 0,1 1,-1-1,1 0,0 0,-1 0,1 1,-1-1,1 0,0 0,-1 0,1 0,0 0,-1 0,1 0,-1 0,1 0,0-1,-1 1,1 0,-1 0,1 0,-1-1,1 1,0 0,-1-1,1 1,-1 0,1-1,-1 1,0-1,1 1,-1-1,1 1,-1-1,10-9</inkml:trace>
  <inkml:trace contextRef="#ctx0" brushRef="#br0" timeOffset="-2098.534">18011 1698,'1'1,"0"0,0 0,0 0,0 0,0 1,0-1,-1 0,1 0,0 1,-1-1,1 1,-1-1,1 1,-1-1,1 1,-1-1,0 1,0-1,0 1,0-1,0 1,0-1,-1 2,1 1,15 301,-9-229,17 218,-13 1,-14 24,-4 165,-33-64,31-200,-7-29,4-36,3-23,-6 0,-17 54,28-149,1 0,2 0,2 0,2 13,0 23,-2 4,0-99,1 15,0 1,-1-1,0 0,0 1,-1-1,0 1,0-1,0 1,-1-1,0 1,0-1,1 6,0 0,0 0,-1 1,1-1,0 0,0 1,-1-1,1 0,0 1,-1-1,1 1,0 0,-1 0,1-1,-1 1,1 0,0 0,-1 0,1 0,-1 0,1 1,0-1,-1 0,1 1,-1-1,1 1,0-1,0 1,-1 0,1 0,0-1,0 1,0 0,0 0,0 0,0 0,0 0,0 0,0 1,0-1,1 0,-1 0,0 1,1-1,-1 0,1 0,0 1,-1-1,1 1,0-1,0 0,0 2,-2 0,1 1,-1-1,1 1,0-1,0 1,1 0,-1-1,1 1,-1 0,1 0,0-1,1 1,-1 0,1 0,0-1,0 1,0-1,0 1,0-1,1 1,-1-1,1 1,0-1,0 0,1 0,-1 0,0-1,1 1,0 0,0-1,0 0,0 1,0-1,0 0,0-1,2 2,-1-3,-1 1,1-1,-1 1,1-1,0 0,0 0,-1-1,1 1,-1-1,1 0,0 0,-1 0,1 0,-1-1,0 1,1-1,-1 0,0 0,0 0,0 0,-1 0,1-1,0 0,-1 1,1-1,-1 0,0 0,0 0,0 0,-1-1,1 1,-1 0,0-1,1 1,-2-1,1 0,0 1,-1-1,1 0,-1 1,0-1,0 0,-1 1,1-1,-1 0,0 1,0-1,0 1,0-1,-1 0,-1 0,0 1,1 0,-1 0,0 1,-1-1,1 1,0-1,-1 1,0 0,1 1,-1-1,0 0,0 1,0 0,0 0,0 0,0 1,0-1,0 1,0 0,0 0,0 0,0 0,0 1,0 0,0 0,0 0,0 0,0 1,0 0,0-1,1 1,-1 0,1 1,0-1,-1 1,1-1,0 1,0 0,1 0,-1 1,1-1,-1 0,1 1,0-1,0 1,1 0,-1 0,1 0,0 0,0-2,0 0,0-1,0 1,0 0,0 0,1 0,-1 0,1 0,-1 0,1 0,0 0,0 0,0 0,0 1,0-1,0 0,1 0,-1 0,1 0,-1 0,1 0,0 0,0-1,0 1,0 0,0 0,0 0,0-1,1 1,-1-1,1 1,-1-1,1 0,-1 1,1-1,0 0,0 0,-1 0,1 0,0 0,0-1,0 1,0-1,0 1,1-1,2 0,1-1,-1 0,1 0,-1-1,1 0,-1 0,0 0,0 0,0-1,0 0,-1 0,1 0,-1 0,1-1,-1 0,0 0,-1 0,1 0,-1-1,0 1,0-1,0 0,-1 0,1 0,-1 0,0-1,-1 1,1 0,0-5,-2 9,1 0,-1 0,1 0,-1 0,1 0,-1 0,0 0,0 0,1 0,-1 0,0 0,0 0,0 0,0 0,0 0,0 0,0 0,0 0,-1 0,1 0,0 0,-1 0,1 0,-1 0,1 0,-1 0,1 0,-1 0,1 1,-1-1,0 0,0 0,1 1,-1-1,0 0,0 1,0-1,0 1,1-1,-1 1,0 0,0-1,0 1,0 0,0-1,0 1,0 0,0 0,-1 0,1 0,0 0,0 0,0 0,0 1,0-1,0 0,0 0,0 1,0-1,0 1,1-1,-1 1,0-1,0 1,-7 3,1 1,-1-1,1 2,0-1,1 1,-1 0,1 0,0 1,1 0,-4 5,9-12,0 1,0-1,0 1,0 0,0-1,1 1,-1-1,0 1,0-1,0 1,0 0,1-1,-1 1,0-1,1 1,-1-1,0 1,1-1,-1 1,1-1,-1 0,1 1,-1-1,1 0,-1 1,1-1,-1 0,1 1,-1-1,1 0,-1 0,1 0,0 0,-1 1,1-1,-1 0,1 0,0 0,-1 0,1 0,-1-1,1 1,0 0,-1 0,1 0,-1 0,1-1,0 1,-1 0,1 0,-1-1,1 1,-1-1,0 1,1 0,-1-1,1 1,-1-1,0 1,1-1,-1 1,0-1,1 1,-1-1,0 1,1-1,4-3,0 1,-1-1,1 0,0 0,-1 0,0-1,0 0,0 1,-1-2,0 1,0 0,0 0,0-1,-1 0,0 1,0-1,1-5,-4 10,1-1,0 1,-1-1,1 1,-1-1,1 1,-1 0,0-1,0 1,1 0,-1-1,0 1,0 0,0 0,0 0,-1 0,1 0,0 0,0 0,-1 0,1 1,0-1,-1 0,1 1,-1-1,1 1,0 0,-1-1,1 1,-1 0,0 0,1 0,-1 0,1 0,-1 0,1 0,-1 1,1-1,-1 0,1 1,0-1,-1 1,1 0,-1 0,1-1,0 1,0 0,0 0,-1 0,1 0,0 0,0 0,0 1,0-1,1 0,-2 1,-1 1,-1 1,1-1,0 1,0 0,0 0,0 0,1 1,-1-1,1 1,0-1,1 1,-1 0,1-1,0 1,0 0,0 0,1 3,0-6,1-1,-1 0,1 0,0 0,-1 1,1-1,0 0,0 0,0 0,0 0,0-1,0 1,0 0,0 0,0-1,0 1,0 0,1-1,-1 1,0-1,0 1,1-1,-1 0,0 0,1 0,-1 1,0-1,1 0,-1-1,0 1,1 0,-1 0,0 0,1-1,-1 1,0-1,0 1,0-1,1 1,-1-1,0 0,0 0,0 0,15-7</inkml:trace>
  <inkml:trace contextRef="#ctx0" brushRef="#br1" timeOffset="13581.893">21352 4292,'5'9,"-1"0,0 1,-1-1,0 1,-1 0,1 0,-2 0,0 0,0 0,-1 1,0 3,0-3,6 755,39-4,-28-514,-4 1,-13-42,0-221</inkml:trace>
  <inkml:trace contextRef="#ctx0" brushRef="#br1" timeOffset="22648.251">14107 7273,'521'8,"-387"-6,130-14,-206 7,452-30,-312 35,235-9,165-7,155-12,-358 37,-93 18,35-7,370 7,-302-15,-22 2,144-15,-295 15,345-15,-575 2,0-1,0 0,0 0,1 0,-1-1,0 1,0 0,0-1,0 0,1 1,-1-1,0 0,0 0,0 0,-1 0,1 0,0-1,0 1,-1-1,1 1,0-1,-1 1,0-1,1 0,-1 0,0 0,0 1,0-1,0 0,0 0,-1-1,1 1,0 0,-1 0,0 0,1 0,-1-1,0 0,2-166,-1 44,3 62,-3 0,-3-1,-3 1,-2 0,-3 0,-3 1,-17-47,4 49,21 48</inkml:trace>
  <inkml:trace contextRef="#ctx0" brushRef="#br1" timeOffset="23833.545">14294 7299,'-12'382,"-2"358,24-564,-10-176,0 0,0-1,1 1,-1 0,0 0,1 0,-1 0,0 0,1 0,-1 0,0 0,0 0,1 0,-1 0,0 0,1 1,-1-1,0 0,0 0,1 0,-1 0,0 0,1 1,-1-1,0 0,0 0,0 0,1 1,-1-1,0 0,0 0,3-15</inkml:trace>
  <inkml:trace contextRef="#ctx0" brushRef="#br1" timeOffset="12044.98">13090 4492,'2'60,"1"-1,4 1,10 39,3 8,-5 2,-4 0,-4 17,-6-17,4 106,11 22,-2-28,-10 99,-4-273,-14 33,14-68,0-1,1 1,-1 0,0 0,0-1,0 1,0 0,0-1,0 1,0 0,0-1,0 1,0 0,0 0,0-1,0 1,0 0,-1 0,1-1,0 1,0 0,0-1,0 1,0 0,-1 0,1 0,0-1,0 1,0 0,-1 0,1 0,0-1,0 1,-1 0,1 0,0 0,0 0,-1 0,1 0,0-1,0 1,-1 0,1 0,0 0,-1 0,1 0,0 0,0 0,-1 0,1 0,0 1,-1-1,1 0,0 0,0 0,-1 0,1 0,0 0,0 0,-1 1,1-1,0 0,0 0,-1 0,1 1,0-1,-2-13</inkml:trace>
  <inkml:trace contextRef="#ctx0" brushRef="#br1" timeOffset="17130.771">13212 6284,'-14'249,"14"275,14-136,-14-317,-1 54,5-1,11 42,-7-92,0-83,-2-5</inkml:trace>
  <inkml:trace contextRef="#ctx0" brushRef="#br1" timeOffset="20281.273">13251 7902,'15'104,"-5"1,-5 1,-6 77,0-81,3 116,1-196,-3-22,0 0,0-1,0 1,0 0,0 0,0 0,0-1,0 1,1 0,-1 0,0 0,0-1,0 1,0 0,0 0,0 0,1 0,-1 0,0-1,0 1,0 0,0 0,1 0,-1 0,0 0,0 0,0 0,1 0,-1 0,0-1,0 1,0 0,1 0,-1 0,0 0,0 0,1 0,-1 1,0-1,0 0,0 0,1 0,-1 0,0 0,0 0,0 0,1 0,-1 0,0 1,0-1,0 0,0 0,0 0,1 0,4-21,-1-4</inkml:trace>
  <inkml:trace contextRef="#ctx0" brushRef="#br0" timeOffset="-6532.524">9856 1832,'264'8,"-19"11,-152-6,9 0,-70-9,-24-3,-24-2,-4 0,-2 0</inkml:trace>
  <inkml:trace contextRef="#ctx0" brushRef="#br0" timeOffset="-4918.24">9909 1872,'-10'-12,"9"11,1-1,-1 1,1-1,-1 1,0-1,0 1,1-1,-1 1,0 0,0-1,-1 1,1 0,0 0,0 0,-1 0,1 0,0 0,-1 0,1 0,-1 1,1-1,-1 0,1 1,-1-1,0 1,1 0,-1 0,1-1,-1 1,0 0,1 0,-1 1,0-1,1 0,-1 0,0 1,1-1,-1 1,1-1,-1 1,1 0,-1 0,1 0,0 0,-1 0,1 0,-1 0,-4 12,1 1,0-1,1 1,1 0,0 0,0 0,2 0,-1 0,2 10,0 30,2 0,3 0,2-1,4 11,14 131,-22-25,-11 65,6-180,2 22,4 0,10 55,5 93,-20-144,0-35,2 0,2 0,5 22,0-8,-3 0,-2 0,-3 1,1 27,11 78,2 47,-6-85,-1 47,-8-112,-5-16,1-58,14-111,-8 121,-1 1,0-1,0 0,1 0,-1 1,0-1,0 0,0 0,0 0,0 0,0 1,0-1,0 0,0 0,-1 0,1 1,0-1,-1 0,1 0,0 1,-1-1,1 0,-1 1,1-1,-1 0,1 1,-1-1,1 1,-1-1,0 1,1-1,-1 1,0-1,1 1,-1 0,0-1,0 1,1 0,-1-1,0 1,0 0,0 0,1 0,-1 0,0 0,0 0,0 0,1 0,-1 0,0 0,0 1,0-1,1 0,-1 1,0-1,0 0,-37 31,34-24,-1 0,1-1,0 2,1-1,-1 0,1 1,1-1,0 1,0 0,0 0,1 0,0 0,1 0,0 3,0-8,0 0,0 1,0-1,1 0,0 0,-1 0,1 0,0 0,1 0,-1 0,0 0,1 0,0 0,0-1,-1 1,2-1,-1 1,0-1,0 0,1 0,-1 0,1 0,0 0,-1-1,1 1,0-1,0 1,0-1,0 0,0-1,0 1,0 0,1-1,-1 0,0 1,2-1,-1-1,0 1,0-1,0 0,0 0,0 0,0 0,0-1,-1 0,1 0,0 0,-1 0,0 0,1-1,-1 1,0-1,0 0,-1 0,1 0,0 0,-1-1,0 1,0-1,0 1,0-1,-1 0,1 0,-1 1,0-1,0 0,0 0,-1 0,1-1,-1 1,0 0,0 0,-1 0,1 0,-1 0,0 0,0 0,0 0,-1 0,1 1,-1-1,0 0,0 1,0-1,0 1,-1 0,0-1,0 1,0 0,0 0,-1 1,1-1,-1 1,0 0,0 0,1 0,-1 1,0-1,0 1,-1 0,1 0,0 0,0 1,0 0,-1 0,1 0,0 0,0 0,-1 1,1 0,0 0,0 0,0 0,0 1,0-1,0 1,0 0,1 0,-1 1,1-1,-1 1,1-1,0 1,0 0,0 1,0-1,0 2,0-2,0 0,0 0,1 0,0 0,0 0,0 1,0-1,0 1,0-1,1 1,0 0,0-1,0 1,0 0,1 0,-1 0,1 0,0 0,0 0,0 0,1 0,-1 0,1-1,0 1,0 0,1 0,-1-1,1 1,0-1,-1 1,2-1,-1 0,0 1,1-1,-1 0,3 1,17 6</inkml:trace>
  <inkml:trace contextRef="#ctx0" brushRef="#br1" timeOffset="10545.608">4870 3984,'0'55,"-1"75,6-1,8 22,0-61,12 96,-2 96,-21 34,-2-110,22 176,-4-211,-4 154,-14-275,-9 115,9-165,0 1,0-1,0 1,0-1,0 0,0 1,-1-1,1 1,0-1,0 1,0-1,-1 1,1-1,0 0,0 1,-1-1,1 0,0 1,-1-1,1 0,-1 1,1-1,0 0,-1 0,1 1,-1-1,1 0,-1 0,1 0,0 0,-1 0,1 1,-1-1,1 0,-1 0,1 0,-1 0,1 0,-1-1,1 1,-1 0,1 0,-1 0,1 0,0 0,-1-1,0 1,0 0,-11-3</inkml:trace>
  <inkml:trace contextRef="#ctx0" brushRef="#br1" timeOffset="19513.968">5029 6471,'-10'108,"5"0,6 48,0-64,0 152,-2-243,1 0,-1 1,1-1,-1 0,1 0,0 1,0-1,0 0,0 1,0-1,0 0,0 1,0-1,0 0,1 1,-1-1,0 0,1 1,-1-1,1 0,0 0,-1 0,1 0,0 1,0-1,0 0,0 0,0 0,0-1,0 1,0 0,0 0,0 0,0-1,0 1,1-1,-1 1,0-1,0 1,1-1,-1 0,0 0,1 1,-1-1,0 0,1 0,-1 0,0-1,1 1,-1 0,0 0,1-1,-1 1,0-1,1 1,149-71,-100 60,1 1,-1 3,1 3,1 1,-1 3,0 2,0 2,0 3,16 5,64 5,774 35,-735-33,355 26,197-28,-169 21,720-12,-759-13,118-13,-167-27,-215 14,47 14,-296-1,-1 0,0 0,1 0,-1 0,0 1,1-1,-1 0,0 1,0-1,1 1,-1-1,0 1,0 0,0 0,0-1,0 1,0 0,0 0,0 0,0 0,0 0,0 0,-1 0,1 0,0 1,-1-1,1 0,-1 0,1 0,-1 1,0-1,1 0,-1 1,0-1,0 2,-7 50,3-38,-7 68,3 0,4 0,6 64,-1-54,0 68,-9 416,-5-483,8-113,4-3,1-2</inkml:trace>
  <inkml:trace contextRef="#ctx0" brushRef="#br1" timeOffset="27002.628">15764 8048,'-1'156,"6"1,7-2,20 81,-29-222,-2-20,-6-25,-15-50,-16-95,28 13,10-65,0 92,-2 126,-1 8,1 1,-1-1,1 0,-1 1,1-1,0 1,0-1,0 0,0 0,0 1,0-1,1 1,-1-1,0 0,1 1,-1-1,1 1,0-1,-1 0,1 1,0 0,0-1,0 1,0 0,0-1,0 1,1 0,-1 0,0 0,1 0,-1 0,0 0,1 0,-1 1,1-1,-1 0,2 1,145 23,-77-18,1-3,-1-3,16-5,9 1,910-61,-110 39,851 26,-934 37,150-2,78 3,96-10,-521-13,-332-12,48 17,-231-9,149 13,17-10,341 7,8-13,-374-9,-131 2,-1-5,1-4,34-11,-76 7,0 3,1 4,35 1,145-7,120 12,-362 0,1 0,-1-1,1 0,-1 0,0-1,1 0,-1 0,0-1,0 0,0-1,-1 0,1 0,-1 0,0-1,0 0,-1-1,1 1,-1-1,0-1,-1 1,1-1,-1 0,-1 0,1 0,-1-1,-1 1,1-1,1-8,4-27,-1-1,-3-1,-1 1,-3-1,-3-36,1 25,-1-491,-10 339,4 123,4-1,4 0,8-55,-1 83,1 10,-1-1,-3 0,-2-1,-3 1,-1 0,-9-48,-4 40</inkml:trace>
  <inkml:trace contextRef="#ctx0" brushRef="#br1" timeOffset="29281.908">10471 8877,'135'18,"36"-9,0-6,26-10,-4 1,534 10,122-3,111-24,1775 24,-1881 27,-747-29,5 0,0 4,21 7,-39 5,95-3,-21 2,-167-14,0 0,0-1,0 1,0 0,1 0,-1 0,0 0,0 0,0 0,0 0,0 1,0-1,0 0,0 1,0-1,0 1,0-1,0 1,0-1,0 1,0-1,-1 1,1 0,0 0,0-1,0 1,-1 0,1 0,-1 0,1 0,-1 0,1 0,-1 0,1 0,-1 0,0 0,1 0,-1 0,0 0,0 0,0 0,0 0,0 0,0 0,0 0,0 1,-1-1,-32 143,9 222,16 73,10 110,-1-496,3-1,2 0,2 0,3-1,1 0,3-1,5 7,25 34,-35-79</inkml:trace>
  <inkml:trace contextRef="#ctx0" brushRef="#br1" timeOffset="31815.408">10471 8997,'-22'-5,"0"1,-1 1,0 0,1 2,-1 1,-14 2,-8-2,-167 1,208 1,-1 0,1 0,-1 0,1 0,0 1,0 0,0 0,0 0,1 0,-1 0,1 1,0 0,0 0,0 0,0 0,0 0,1 0,0 1,0-1,0 1,1-1,0 1,-1 0,2 0,-1-1,0 1,1 0,0 0,0 3,-1-1,-11 80,3 0,4 86,9-56,6 0,22 100,-11-78,3 99,-19-24,17 232,27 120,-32-424,-18-141,1 1,0-1,0 1,0-1,0 1,0-1,1 0,-1 1,0-1,1 0,-1 1,1-1,-1 0,1 1,0-1,-1 0,1 0,0 0,0 1,0-1,0 0,0 0,0-1,0 1,0 0,1 0,-1 0,0-1,0 1,1-1,-1 1,0-1,1 1,-1-1,1 0,-1 1,0-1,2 0,152-31,-30 16,1 5,0 5,101 11,409 33,399-18,-517-15,357 15,-179-4,-455-15,935 38,681-41,-1652-21,-100 6,63 0,-55 3,-98 13,-13 1,0 0,0-1,0 1,0-1,0 0,-1 0,1 0,0 0,0 0,0 0,0 0,0 0,0-1,0 1,0-1,0 0,-1 1,1-1,0 0,0 0,-1 0,1 0,-1 0,1 0,-1-1,1 1,-1-1,0 1,1-1,-1 1,0-1,0 0,0 1,0-1,-1 0,1 0,0 0,-1-1,1-13,-1-1,-1 1,0-1,-1 1,-1 0,-1 0,0-1,-6-30,-8-78,2-86,12 140,-3-35</inkml:trace>
  <inkml:trace contextRef="#ctx0" brushRef="#br1" timeOffset="32751.61">12088 9265,'-7'20,"-2"17,1 10,1 6,2 4,2-1,4-6,1-4,1-6,-1-5,0-8</inkml:trace>
  <inkml:trace contextRef="#ctx0" brushRef="#br1" timeOffset="33005.519">11941 9786,'3'-2,"4"-1,9 0,8-1,9-1,6-2,3 1,-1-1,-3 1,-6-1,-8 1</inkml:trace>
  <inkml:trace contextRef="#ctx0" brushRef="#br1" timeOffset="33266.078">11847 9158,'16'0,"17"0,16 0,13 0,8 0,4 0,-12 0</inkml:trace>
  <inkml:trace contextRef="#ctx0" brushRef="#br1" timeOffset="33445.76">12343 9733,'-1'7,"1"1,1 0,-1-1,1 1,1-1,-1 1,1-1,0 0,1 0,0 0,0 0,1 0,0 0,0-1,0 0,1 0,-1 0,2 0,-1-1,1 0,-1 0,1 0,1-1,-1 0,1 0,-1-1,1 1,0-1,1-1,-1 0,0 0,1 0,-1-1,4 1,-7-2,1-1,0 1,-1-1,1 0,-1 0,1 0,-1-1,1 1,-1-1,0 0,0 0,0-1,0 1,0-1,0 0,-1 0,0 0,1-1,-1 1,0-1,0 1,-1-1,1 0,-1 0,0 0,0-1,0 1,-1 0,1-1,-1 1,0-1,-1 0,1 1,-1-1,0 0,0 1,0-1,0 0,-1 1,0-1,0 1,-1-1,0-3,0 0,-1 0,0 1,-1-1,0 1,0 0,0 0,-1 1,0-1,-1 1,1 0,-1 0,0 1,0 0,-1 0,0 0,0 1,0 0,0 0,-1 1,1 0,-1 0,0 1,0 0,0 0,0 1,0 0,0 0,0 1,0 0,0 1,-1-1,1 2,-5 0,10-1,-1 0,0 0,1 1,0-1,-1 1,1 0,0 0,0 0,0 0,0 0,0 1,0-1,1 1,-1 0,1 0,0 0,0 0,0 0,0 0,0 1,1-1,0 1,-1-1,1 1,0-1,1 1,-1 0,1-1,0 1,-1 0,2-1,-1 1,0 0,1 3,15 27,6-3</inkml:trace>
  <inkml:trace contextRef="#ctx0" brushRef="#br1" timeOffset="33781.359">13264 9398,'-2'16,"-1"15,0 12,1 12,0 4,1 4,1 1,-1-4,1-8,1-13</inkml:trace>
  <inkml:trace contextRef="#ctx0" brushRef="#br1" timeOffset="33972.748">13144 9840,'18'2,"15"1,14-2,7-4,2-4,-4-2,-7-1,-8 0,-11 2</inkml:trace>
  <inkml:trace contextRef="#ctx0" brushRef="#br1" timeOffset="34227.186">13064 9265,'23'-9,"16"-6,13 1,7 2,3 5,-6 9,-11 4</inkml:trace>
  <inkml:trace contextRef="#ctx0" brushRef="#br1" timeOffset="34481.502">13693 9920,'-4'-38,"2"1,2-1,1 0,2 1,2 0,4-13,6 7,-10 47,3 100,-8-82,0-1,1 0,2 0,0-1,0 1,2 0,1-1,1 0,0-1,1 1,11 16,6-5</inkml:trace>
  <inkml:trace contextRef="#ctx0" brushRef="#br1" timeOffset="34754.894">14321 9291,'0'-2,"0"4,0 10,0 13,0 11,2 10,1 10,0 3,2 2,2-1,-1-4,0-5,-2-8,-1-12</inkml:trace>
  <inkml:trace contextRef="#ctx0" brushRef="#br1" timeOffset="35036.828">14321 9813,'14'-5,"11"-1,8-2,5 1,1 1,-2-1,-4 1,-9 2</inkml:trace>
  <inkml:trace contextRef="#ctx0" brushRef="#br1" timeOffset="35318.634">14187 9158,'23'0,"16"0,13-2,7-1,3 0,-10 0</inkml:trace>
  <inkml:trace contextRef="#ctx0" brushRef="#br1" timeOffset="35567.341">14628 9599,'11'-3,"0"1,-1 0,1 0,0 1,0 0,0 1,0 0,0 1,0 0,0 0,0 2,-1-1,1 1,-1 1,1 0,-1 0,7 5,-15-7,1 1,-1-1,-1 1,1-1,0 1,-1 0,1 0,-1-1,0 1,1 0,-2 0,1 0,0 1,-1-1,1 0,-1 0,0 0,0 0,0 0,0 1,-1-1,1 0,-1 0,0 0,0 0,0 0,-1 1,-42 75,-61 43,105-121,-1-1,0 0,1 0,-1 0,0 1,1-1,-1 0,0 0,1 1,-1-1,1 1,-1-1,1 0,-1 1,1-1,-1 1,1-1,-1 1,1 0,0-1,-1 1,1-1,0 1,0 0,-1-1,1 1,0 0,0-1,0 1,0 0,0-1,0 1,0 0,0-1,0 1,0 0,0-1,0 1,0 0,1-1,-1 1,0 0,0-1,1 1,-1-1,1 1,-1 0,0-1,1 1,-1-1,1 1,-1-1,1 0,-1 1,1-1,0 1,-1-1,1 0,-1 0,1 1,0-1,-1 0,1 0,0 0,-1 0,1 1,0-1,-1 0,1 0,0 0,130-13,-91 6,53-9,-3 0</inkml:trace>
  <inkml:trace contextRef="#ctx0" brushRef="#br1" timeOffset="35832.466">16032 9265,'-2'11,"-1"11,0 11,1 8,0 10,1 4,1 4,-1 2,1-1,-2-3,-3-6,-1-10</inkml:trace>
  <inkml:trace contextRef="#ctx0" brushRef="#br1" timeOffset="36097.881">15925 9786,'16'-2,"12"-1,8 0,5-1,4-1,0-2,-4-1,-9 1</inkml:trace>
  <inkml:trace contextRef="#ctx0" brushRef="#br1" timeOffset="36248.48">15858 9224,'18'-4,"16"-2,12-2,11 1,6 1,0 1,-11 3</inkml:trace>
  <inkml:trace contextRef="#ctx0" brushRef="#br1" timeOffset="36717.815">16206 9546,'7'0,"10"-2,0 2,-1 0,1 1,-1 0,1 2,-1 0,0 0,0 2,0 0,0 1,-1 0,5 3,-18-7,0-1,0 1,0 0,0 0,-1 0,1 0,0 0,-1 0,1 0,-1 0,0 0,0 1,0-1,0 1,0-1,0 1,-1-1,1 1,-1-1,0 1,0-1,0 1,0 0,0-1,0 1,-1-1,1 1,-1-1,0 1,0-1,0 1,0-1,0 0,0 1,0-1,-1 0,0 0,1 0,-1 0,0 0,0-1,0 1,0 0,-2 1,-107 70,110-73,1 1,-1-1,0 0,0 0,0 1,0-1,0 1,0-1,1 1,-1-1,0 1,0-1,1 1,-1 0,0-1,1 1,-1 0,0-1,1 1,-1 0,1 0,-1 0,1 0,0 0,-1-1,1 1,0 0,0 0,0 0,-1 0,1 0,0 0,0 0,0 0,1 0,-1 0,0 0,0 0,0 0,1-1,-1 1,0 0,1 0,-1 0,1 0,-1 0,1-1,0 1,-1 0,161 79,-85-23,-74-55,-1 0,1-1,0 1,-1 0,1 1,-1-1,1 0,-1 0,0 1,0-1,0 0,0 1,-1-1,1 1,-1-1,1 1,-1-1,0 1,0 0,0-1,0 1,0-1,-1 1,1-1,-1 1,0-1,0 1,0-1,0 1,0-1,0 0,0 0,-1 0,0 2,-8 4,0 0,0-1,-1 0,0-1,0 0,-1 0,0-1,0-1,0 0,0-1,0 0,-1-1,0 0,-9 0,-53-3,47-4</inkml:trace>
  <inkml:trace contextRef="#ctx0" brushRef="#br1" timeOffset="38180.308">7209 0,'-2'0,"-2"5,4 8,5 11,7 10,8 11,7 10,7 6,3 4,3 1,-1-5,-1-8,-4-8,-3-10,-5-11,-7-14,-6-8</inkml:trace>
  <inkml:trace contextRef="#ctx0" brushRef="#br1" timeOffset="38433.628">7543 13,'-19'21,"-9"20,-8 21,-4 19,-3 13,3 9,0 3,5-3,9-9,8-22</inkml:trace>
  <inkml:trace contextRef="#ctx0" brushRef="#br1" timeOffset="38699.662">7810 616,'0'-308,"2"290,1 26,3 34,9 140,-8-71,5-1,12 34,-10-85</inkml:trace>
  <inkml:trace contextRef="#ctx0" brushRef="#br1" timeOffset="39529.344">15524 120,'4'14,"7"14,5 12,8 12,3 9,5 4,0 1,-2-5,-1-5,-4-10,-7-10,-5-12</inkml:trace>
  <inkml:trace contextRef="#ctx0" brushRef="#br1" timeOffset="39779.696">15778 54,'-22'20,"-16"23,-9 18,-3 14,1 11,5 4,8-2,7-7,10-17</inkml:trace>
  <inkml:trace contextRef="#ctx0" brushRef="#br1" timeOffset="40085.761">15925 414,'9'-4,"0"0,0 1,1 0,0 0,-1 1,1 0,0 1,0 0,0 1,5 0,-12 0,0 0,0 0,0 1,0-1,0 1,-1 0,1 0,0 0,0 0,0 0,-1 0,1 1,0 0,-1-1,0 1,1 0,-1 0,0 0,0 0,0 1,0-1,0 1,-1-1,1 1,-1 0,1-1,-1 1,0 0,0 0,-1 0,1 0,0 0,-1 0,0 0,0 2,-1 6,-1 1,-1-1,0 0,-1 0,0 0,-1-1,0 1,0-1,-1 0,-1 0,0-1,0 0,0 0,-1-1,-1 0,-2 2,-103 103,112-112,1 0,-1 0,1 0,-1 0,1 0,0 0,-1 0,1 1,0-1,0 1,0-1,0 0,0 1,0 0,1-1,-1 1,0-1,1 1,0 0,-1 0,1-1,0 1,-1 0,1 0,0-1,1 1,-1 0,0 0,0-1,1 1,-1 0,1-1,-1 1,1 0,0-1,0 1,-1-1,1 1,0-1,0 1,1-1,-1 0,0 0,0 1,1-1,7 2,0 0,1 0,-1-1,0 0,1-1,-1 0,1 0,0-1,3-1,-11 1,95-4,-1-3,23-9,-108 15,111-16</inkml:trace>
  <inkml:trace contextRef="#ctx0" brushRef="#br1" timeOffset="40984.812">23879 81,'7'18,"9"18,6 13,7 13,7 6,4 2,2-3,-1-5,-5-9,-8-12,-5-12,-7-11</inkml:trace>
  <inkml:trace contextRef="#ctx0" brushRef="#br1" timeOffset="41158.346">24226 54,'-20'9,"-19"14,-13 15,-10 17,-5 15,-1 9,7 5,12 1,14-4,12-15</inkml:trace>
  <inkml:trace contextRef="#ctx0" brushRef="#br1" timeOffset="41613.791">24294 335,'24'-1,"-1"2,1 0,-1 2,0 0,0 2,14 4,-35-9,0 1,0-1,0 0,0 1,0-1,0 1,0 0,-1 0,1 0,0 0,-1 0,1 0,-1 0,1 0,-1 1,1-1,-1 1,0-1,1 1,-1-1,0 1,0 0,0-1,-1 1,1 0,0 0,-1 0,1 0,-1 0,1 0,-1-1,0 1,0 0,0 0,0 0,0 0,-1 0,1 0,0 0,-1 0,1 0,-2 1,-6 10,-1-1,-1-1,0 1,0-2,-1 1,-1-1,-11 7,-10 10,23-18,-32 41,42-48,0 1,1-1,0 0,0 0,-1 0,1 0,0 0,1 0,-1 0,0 0,0-1,1 1,-1 0,1-1,0 1,-1-1,1 0,0 1,0-1,0 0,0 0,0 0,0 0,0-1,0 1,0 0,0-1,1 0,-1 1,0-1,0 0,2 0,0 1,7 2,-1-2,-1 1,0 0,0 0,0 1,-1 0,1 1,0 0,-1 0,0 1,0 0,-1 0,1 0,-1 1,0 1,-1-1,1 1,-1 0,2 4,-7-8,-1 0,1 0,0-1,-1 1,0 0,0 0,0 0,0 0,0 0,0 0,-1 0,1 0,-1 0,0 0,0-1,0 1,0 0,-1-1,1 1,-1-1,0 1,1-1,-1 0,0 1,0-1,0 0,-1 0,1-1,-1 1,-75 47,-100 33,152-67</inkml:trace>
  <inkml:trace contextRef="#ctx0" brushRef="#br1" timeOffset="44405.679">19227 9585,'0'23,"5"19,8 13,11 9,10 5,9 0,6-5,4-4,-1-9,-6-5,-9-8,-11-9,-10-9</inkml:trace>
  <inkml:trace contextRef="#ctx0" brushRef="#br1" timeOffset="44651.21">19521 9626,'-18'13,"-13"12,-8 13,-2 11,-1 11,1 9,1 4,4 3,6 1,8-7,7-15</inkml:trace>
  <inkml:trace contextRef="#ctx0" brushRef="#br1" timeOffset="44922.034">19949 9866,'20'0,"17"0,10 0,6 0,0 0,-8 0,-11 3,-12 0</inkml:trace>
  <inkml:trace contextRef="#ctx0" brushRef="#br1" timeOffset="45234.534">19829 9920,'-6'34,"3"0,0 1,3-1,0 1,4 11,-5-43,1-1,0 1,0-1,0 1,0-1,1 1,-1-1,1 1,-1-1,1 1,0-1,0 1,0-1,0 0,1 0,-1 0,0 1,1-1,0-1,-1 1,1 0,0 0,0-1,0 1,0-1,0 1,1-1,-1 0,0 0,0 0,1 0,-1 0,1 0,-1-1,1 0,-1 1,1-1,-1 0,1 0,-1 0,1 0,1-1,58-16,-55 13,1 1,0 0,0 0,1 1,-1 0,0 0,1 1,-1 0,1 1,-1-1,1 2,-1-1,1 1,-1 1,1-1,-1 2,0-1,0 1,4 2,-6-2,-1 1,0-1,1 1,-2 0,1 0,0 1,-1 0,0 0,0 0,0 0,-1 0,0 1,0-1,0 1,0 0,-1 0,0 0,-1 0,1 1,-1-1,0 0,-1 1,1-1,-1 0,-1 1,1-1,-1 0,0 1,0-1,-1 0,0 0,0 0,0 0,-1 0,0 0,0-1,-2 2,-12 7,-1 0,-1-1,0-2,0 0,-1 0,-1-2,0-1,0 0,0-2,-1 0,0-2,-4 0,-63 15</inkml:trace>
  <inkml:trace contextRef="#ctx0" brushRef="#br1" timeOffset="46331.223">13492 10401,'-14'246,"24"-185,1-77,-9-5,0-1,-1 0,-1 1,-1-1,-1 1,0-1,-5-11,-5-72,12 104,-1 0,1 0,-1 0,1 0,0 0,-1 0,1 0,0-1,0 1,0 0,0 0,0 0,0 0,0 0,0 0,0 0,1 0,-1 0,0 0,1 0,-1 0,1 0,-1 0,1 0,-1 0,1 0,0 0,0 0,-1 1,1-1,0 0,0 1,0-1,0 0,-1 1,1-1,0 1,0-1,0 1,0 0,1-1,-1 1,0 0,0 0,0 0,0 0,0 0,0 0,0 0,0 0,0 0,0 0,1 1,8 6,-1 0,-1 0,1 1,-1 1,-1 0,1 0,-1 0,-1 1,0 0,4 8,-5-10,-5-5,0-1,1 0,0 0,-1 0,1 0,0 0,0 0,0 0,0 0,1 0,-1 0,0 0,1-1,-1 1,1 0,0-1,-1 0,1 1,0-1,0 0,0 0,0 0,0 0,0 0,0 0,1-1,-1 1,0-1,0 1,0-1,1 0,-1 0,0 0,0 0,1 0,-1-1,0 1,0-1,1 1,-1-1,1-1,8-6,-1-1,0 0,0-1,-1 0,0 0,-1-1,0 0,0-1,-2 0,3-5,26-39,-34 56,-1 0,1 1,0-1,-1 0,1 1,0-1,-1 0,1 1,-1-1,1 1,-1-1,1 1,-1-1,1 1,-1-1,1 1,-1 0,0-1,1 1,-1 0,0-1,1 1,-1 0,0-1,0 1,0 0,0-1,0 1,0 0,0 0,0-1,0 1,0 0,0 0,0-1,0 1,0 0,-1-1,1 1,0 0,-1-1,1 1,0 0,-1-1,1 2,-12 363,15-325,2-9</inkml:trace>
  <inkml:trace contextRef="#ctx0" brushRef="#br1" timeOffset="46704.378">14040 10441,'0'21,"-1"1,0-1,1 1,2-1,0 0,1 0,1 0,1 0,1 0,1-1,7 15,-13-32,1 1,-1-1,1 0,0 0,0 0,0-1,0 1,0 0,1-1,-1 1,1-1,0 0,0 0,0 0,0 0,0-1,0 1,0-1,0 0,1 1,-1-1,0-1,1 1,-1-1,1 1,-1-1,1 0,-1 0,1 0,-1-1,1 1,-1-1,0 0,1 0,-1 0,0 0,0-1,1 1,-1-1,0 0,2-1,5-9,-1-1,0 1,0-2,-1 1,-1-1,0 0,-1-1,0 1,-1-1,-1 0,-1 0,0-1,-1 1,0-1,-1 0,-1 1,-1-3,-3-69,1 75</inkml:trace>
  <inkml:trace contextRef="#ctx0" brushRef="#br1" timeOffset="46963.734">14481 10428,'14'18,"11"13,8 10,5 8,2 3,-1 1,-1-4,-6-11,-5-9,-5-10,-7-8</inkml:trace>
  <inkml:trace contextRef="#ctx0" brushRef="#br1" timeOffset="47219.055">14749 10428,'-16'16,"-12"14,-6 14,-4 10,0 6,2 1,7-3,9-11</inkml:trace>
  <inkml:trace contextRef="#ctx0" brushRef="#br1" timeOffset="47397.573">15137 10321,'-31'116,"-16"93,46-206,0 1,0-1,1 1,-1-1,1 0,0 1,-1-1,2 1,-1-1,0 1,1-1,-1 1,1-1,0 0,0 1,0-1,1 0,-1 0,1 0,0 0,0 0,0 0,0 0,0-1,1 1,-1-1,1 0,-1 1,1-1,0 0,0-1,0 1,0 0,0-1,0 0,1 0,0 1,8-3,0 1,0-2,0 1,-1-2,1 0,-1 0,1-1,-1 0,0-1,-1 0,1-1,-1 0,0-1,-1 0,1 0,-2-1,1-1,1-1,15-17,-5 3</inkml:trace>
  <inkml:trace contextRef="#ctx0" brushRef="#br1" timeOffset="47613.541">15377 10535,'-11'14,"-7"13,1 9,0 8,3 5,5 1,2-1,4-2,4-5,4-4,2-9</inkml:trace>
  <inkml:trace contextRef="#ctx0" brushRef="#br1" timeOffset="47866.902">15618 10401,'-3'7,"0"4,1 5,-1 5,2-2</inkml:trace>
  <inkml:trace contextRef="#ctx0" brushRef="#br1" timeOffset="48120.369">15671 10816,'-2'2,"1"1,1 0</inkml:trace>
  <inkml:trace contextRef="#ctx0" brushRef="#br1" timeOffset="48364.106">16019 10722,'3'-40,"1"0,2 0,2 0,2 1,7-16,-4 10,-6 37,-6 35,-1-25,-1 44,13 235,-7-243,-1-7</inkml:trace>
  <inkml:trace contextRef="#ctx0" brushRef="#br1" timeOffset="53095.371">13665 11070,'0'-3,"3"5,4 6,5 6,3 5,7 4,4 3,3 1,2-1,1-6,-1-5,0-7,-2-5,-5-4</inkml:trace>
  <inkml:trace contextRef="#ctx0" brushRef="#br1" timeOffset="53361.656">14161 10990,'2'-5,"-2"-1,-4 5,-7 7,-7 7,-3 8,-4 5,-2 5,2 2,2 0,6-2,5-1,5-1,6-1,5-3,4-3,4-4,-1-4</inkml:trace>
  <inkml:trace contextRef="#ctx0" brushRef="#br1" timeOffset="53998.48">13974 11671,'-23'476,"-18"156,36 20,5-605</inkml:trace>
  <inkml:trace contextRef="#ctx0" brushRef="#br1" timeOffset="55828.149">10471 10014,'-24'110,"-48"112,65-207,11-34,95-332,-58 237,-41 113,0 1,1-1,-1 0,1 0,-1 1,1-1,-1 0,1 1,-1-1,1 0,0 1,-1-1,1 1,0-1,-1 1,1-1,0 1,0 0,0-1,-1 1,1 0,0-1,0 1,0 0,0 0,0 0,-1 0,1 0,0 0,0 0,0 0,0 0,0 1,-1-1,1 0,0 0,0 1,0-1,-1 1,1-1,0 0,0 1,-1 0,1-1,0 1,-1-1,1 1,-1 0,1-1,-1 1,1 0,-1 0,25 44,-24-44,26 70,-2 2,-4 0,-3 1,-3 1,-1 20,-10-64</inkml:trace>
  <inkml:trace contextRef="#ctx0" brushRef="#br1" timeOffset="56083.984">10351 10227,'22'0,"18"0,14-2,10-1,3 2,-5 4,-13 2</inkml:trace>
  <inkml:trace contextRef="#ctx0" brushRef="#br1" timeOffset="56630.109">10524 10722,'-9'73,"4"1,5 64,0-90,3-330,-2 268,1-1,0 1,1 0,0 0,1 1,0-1,6-10,-8 20,0 0,0 0,0 0,1 0,0 1,-1 0,1-1,0 1,0 0,1 0,-1 0,1 1,-1-1,1 1,0 0,0 0,0 0,0 1,0-1,0 1,1 0,-1 0,0 1,1-1,-1 1,0 0,1 0,4 1,-1 0,0 1,0 0,-1 1,1 0,0 0,-1 0,0 1,0 0,0 0,0 1,-1 0,1 0,-1 1,-1 0,1 0,-1 0,0 1,0-1,-1 1,0 0,0 1,-1-1,1 1,-2-1,1 1,-1 0,1 6,-3-9,0 0,0-1,-1 1,1 0,-1 0,0 0,-1-1,1 1,-1-1,0 1,0-1,0 1,0-1,-1 0,0 0,0 0,0-1,0 1,-1-1,1 1,-1-1,0 0,0 0,-8 5,1-1,-1 0,0 0,-1-1,0-1,0 0,-6 1,40-12,1 0,0 2,0 1,0 0,0 2,0 0,0 2,0 0,14 4,-33-5,-1 0,1 1,0 0,-1-1,1 1,-1 0,1 0,-1 0,0 1,1-1,-1 1,0-1,0 1,0 0,0 0,0-1,0 1,0 1,-1-1,1 0,-1 0,1 1,-1-1,0 1,0-1,0 1,-1-1,1 1,0 0,-1-1,0 1,1 0,-1-1,0 1,-1 0,1-1,-4 7,-1-1,0 0,-1-1,1 1,-2-1,1 0,-1-1,0 1,0-1,0-1,-1 1,0-1,0-1,-1 1,1-2,-1 1,-4 1,-11 4,1 0,-1-2,-1-1,1 0,-1-2,-2-1,-26 1</inkml:trace>
  <inkml:trace contextRef="#ctx0" brushRef="#br1" timeOffset="61475.256">9829 10054,'-4'-2,"-1"-1,0 1,1 0,-1 0,0 1,0 0,-1-1,1 2,0-1,0 1,0-1,-1 2,1-1,-5 1,-3-1,-537-20,-642-34,490 41,-174-12,59-9,-886 34,1029-27,431 26,-383-15,213-4,-172 18,177 29,194-14,-160 16,47-18,302-14,19 0</inkml:trace>
  <inkml:trace contextRef="#ctx0" brushRef="#br1" timeOffset="67233.632">123 10869,'1075'0,"-593"13,121-28,64 2,14-26,-175 29,101-7,109-9,-264 18,-373 5,0 4,66 8,363 46,-273-19,87-4,338 21,-204-14,31-11,230-29,-419-12,-224 10,-94-7,-13 5,-4 1</inkml:trace>
  <inkml:trace contextRef="#ctx0" brushRef="#br1" timeOffset="67984.065">4428 10548,'3'16,"7"-3,0 0,1-1,0-1,1 0,0 0,1-1,0-1,12 6,-8-3,34 22,-24-18,0 2,-2 1,0 1,20 22,-43-40,1 0,-1 0,0 0,0 1,0-1,-1 1,1-1,0 1,-1 0,0-1,0 1,1 0,-2 0,1 0,0 0,-1 0,1 0,-1 0,0 0,0 0,0 0,0 0,0 0,-1 0,0 0,1 0,-1 0,0 0,-1 2,-10 10,0 0,-1 0,-1-2,0 1,0-2,-2 0,1 0,-1-2,-1 0,0-1,-9 3,-5 4,0-1,-2-1,0-2,0-1,-1-2,0-1,-29 2,6-6</inkml:trace>
  <inkml:trace contextRef="#ctx0" brushRef="#br1" timeOffset="68600.23">4134 9612,'17'17,"130"25,-111-35,11 3,-15-5,-1 1,1 2,-1 1,-1 1,0 2,0 1,-1 1,5 4,-32-16,1 0,0-1,0 1,-1 0,0 0,1 0,-1 1,0-1,0 1,0-1,0 1,0-1,-1 1,1 0,-1 0,0 0,0 0,0 0,0 0,0 0,-1 1,1-1,-1 0,0 0,0 0,0 1,0-1,-1 0,1 0,-1 0,0 0,0 0,0 0,0 0,-1 0,-1 2,-7 11,-2-2,0 1,-1-1,0-1,-1 0,-1-1,0-1,-1 0,0-1,-10 5,18-10,-68 40,-2-3,-24 6,37-21</inkml:trace>
  <inkml:trace contextRef="#ctx0" brushRef="#br1" timeOffset="73047.804">11821 11645,'-6'3,"-1"1,1 0,0 0,0 1,0 0,1 0,0 0,0 1,0 0,1 0,-1 0,2 0,-1 1,1-1,-1 1,2 0,-1 0,1 0,0 0,1 1,0-1,0 0,0 1,1-1,0 1,0-1,1 1,0-1,1 0,0 4,0-6,0 0,1 0,0 0,-1-1,1 1,1-1,-1 0,1 1,0-2,0 1,0 0,0-1,0 0,1 0,0 0,-1 0,1-1,0 0,0 0,1 0,-1 0,0-1,1 0,-1 0,0-1,1 1,-1-1,2 0,1-1,1 1,-1-1,1-1,-1 0,1 0,-1 0,0-1,0 0,0-1,-1 0,1 0,-1 0,0-1,0 0,0-1,-1 0,4-4,-5 5,-1 1,1-1,-2 0,1 0,0-1,-1 1,0-1,0 0,-1 0,0 0,0 0,0 0,-1 0,1-1,-1 1,-1 0,0-1,0 1,0-1,0 1,-1 0,0-1,0 1,-1 0,0 0,0 0,-1 0,1 0,-1 0,0 0,-1 1,1 0,-3-2,2 2,-1 0,0 1,0 0,0 0,0 0,-1 0,0 1,1 0,-1 0,0 1,-1-1,1 2,0-1,-1 0,1 1,-1 0,1 1,-1 0,1 0,-1 0,1 0,-1 1,1 0,-1 1,1 0,0 0,-1 0,1 0,0 1,1 0,-1 0,0 1,1 0,0 0,0 0,0 0,0 1,1 0,0 0,0 0,0 1,0 0,-9 21,6-3</inkml:trace>
  <inkml:trace contextRef="#ctx0" brushRef="#br1" timeOffset="73634.384">11847 11029,'0'58,"-2"-31,1 0,1 0,2 0,1 0,0-1,3 0,0 1,6 15,-10-37,1 0,-1-1,1 1,0-1,0 1,0-1,0 0,1 0,-1 0,1-1,0 1,0-1,1 0,-1 0,1 0,-1-1,1 0,0 0,0 0,0 0,0-1,0 0,1 0,-1 0,0-1,0 1,1-1,-1-1,2 1,7-2,-1 0,1 0,-1-2,0 1,0-2,0 0,-1 0,0-1,0-1,0 0,-1 0,1-1,7-9,3-5</inkml:trace>
  <inkml:trace contextRef="#ctx0" brushRef="#br1" timeOffset="73881.858">11861 11164,'13'0,"12"-3,11-2,5-3,1-3,-2-1,-6 1,-8 0,-10 2</inkml:trace>
  <inkml:trace contextRef="#ctx0" brushRef="#br1" timeOffset="74131.192">11768 10936,'15'-2,"15"-4,12-2,7-2,2-3,-3 0,-7 2,-11 2</inkml:trace>
  <inkml:trace contextRef="#ctx0" brushRef="#br1" timeOffset="74383.535">11727 10669,'16'-7,"17"-5,16 1,11-2,7 3,-2 3,-6 9,-14 4</inkml:trace>
  <inkml:trace contextRef="#ctx0" brushRef="#br1" timeOffset="75665.915">11875 11992,'-9'-38,"5"47,2 261,3 277,-1-525,1-10,0-1,0 1,-2 0,1 0,-1-1,-1 1,0 0,-1-1,0 1,-1-1,0 0,0 0,-1-1,-1 1,-5 6,6-13,-1-1,1 0,-1 0,0-1,0 0,0 0,-1 0,1-1,0 0,-1 0,1 0,0-1,-1 0,1 0,-1-1,1 0,0 0,-1 0,1-1,-4-1,0 1,-377-61,-220 4,-23 25,-120 39,-334-12,805-10,-518-19,-359 51,920-30,234 15</inkml:trace>
  <inkml:trace contextRef="#ctx0" brushRef="#br1" timeOffset="76197.538">6233 12113,'-8'299,"7"-294,0 0,0 0,1 0,-1 1,1-1,0 0,1 0,-1 1,1-1,0 0,0 0,1 0,-1 0,1 0,0 0,1 0,-1-1,1 1,0-1,0 0,0 1,1-1,0-1,-1 1,1-1,0 1,1-1,-1 0,1 0,-1-1,2 1,11-2,-1 0,0-1,0-1,0-1,0 0,0-1,0-1,0-1,-1 0,0 0,0-2,0 0,-1-1,0 0,-1-1,0 0,0-2,23-14</inkml:trace>
  <inkml:trace contextRef="#ctx0" brushRef="#br1" timeOffset="76453.931">6192 12273,'19'0,"10"-2,6-4,6-2,-1-2,-2-3,-6 0,-8 2</inkml:trace>
  <inkml:trace contextRef="#ctx0" brushRef="#br1" timeOffset="76616.511">6220 12019,'13'0,"17"-5,16-5,16-7,12-1,4 1,-11 4</inkml:trace>
  <inkml:trace contextRef="#ctx0" brushRef="#br1" timeOffset="76906.979">7075 11965,'-18'1,"1"0,0 1,0 0,0 2,0 0,0 1,1 1,0 0,0 1,0 1,1 0,0 1,1 1,0 0,0 1,-7 8,8-7,1 0,0 0,0 2,1-1,1 1,0 1,1-1,1 2,-3 7,8-18,1 1,0 0,0 0,0 0,1 0,0 1,0-1,0 0,1 0,0 1,0-1,1 0,0 1,0-1,0 0,1 0,0 0,0 0,0 0,1 0,0-1,0 1,0-1,1 0,0 0,0 0,1 1,8 3,1 1,-1-2,2 0,-1-1,1 0,0-1,1 0,-1-2,1 0,0 0,0-2,0 0,1-1,-1 0,0-1,1-1,-1-1,0 0,9-3,20-7,-10 0</inkml:trace>
  <inkml:trace contextRef="#ctx0" brushRef="#br1" timeOffset="77202.27">6954 12246,'-9'0,"-1"0,0 0,0 1,0 0,0 1,1 0,-1 0,1 1,-3 2,46-4,243-79,-275 77,0 1,0-1,0 0,0 1,0-1,0 1,0-1,0 1,0 0,1 0,-1 0,0 0,0 0,0 1,0-1,0 1,1-1,-1 1,0 0,0-1,0 1,-1 0,1 1,0-1,0 0,0 0,-1 1,1-1,-1 1,1 0,-1-1,0 1,0 0,1 0,-1 0,0 0,-1-1,1 2,0-1,0 0,-1 0,1 0,-1 1,-24 160,21-135,1-5</inkml:trace>
  <inkml:trace contextRef="#ctx0" brushRef="#br1" timeOffset="77463.616">5979 11711,'25'-13,"29"-10,25-7,27-6,22-1,20 4,9 5,1 5,-9 6,-29 6</inkml:trace>
  <inkml:trace contextRef="#ctx0" brushRef="#br1" timeOffset="78749.076">13652 12767,'19'25,"-11"-11,1 0,0-1,1 0,1 0,0-1,0 0,1-1,0-1,1 0,1 0,-1-1,2-1,-1-1,1 0,0 0,0-1,1-1,0-1,0-1,7 1,-20-3,1-1,0 0,0-1,0 1,0-1,0 0,0 0,-1 0,1 0,0-1,-1 1,1-1,-1 0,0 0,1 0,-1-1,0 1,0-1,-1 1,1-1,0 0,-1 0,0-1,0 1,0 0,0-1,0 1,0-3,28-111,-27 99,29-86,-31 100,0 1,1 0,0 0,0 0,0 0,0 0,0 0,1 0,-1 1,1-1,0 1,-1 0,1 0,0 0,0 0,1 0,-1 1,0-1,0 1,1 0,-1 0,1 0,-1 0,1 1,0-1,-1 1,1 0,1 1,13 2</inkml:trace>
  <inkml:trace contextRef="#ctx0" brushRef="#br1" timeOffset="79135.116">14013 13169,'0'9,"-2"7,-1 9,0 6,1 7,0 6,1 9,0 10,1 9,0 7,3 3,2-1,3-5,3-6,4-11,1-11,0-13,-2-13</inkml:trace>
  <inkml:trace contextRef="#ctx0" brushRef="#br1" timeOffset="79547.174">14949 12941,'18'23,"13"16,8 11,4 6,2 0,0-4,-3-10,-3-11,-4-11,-5-14,-7-8</inkml:trace>
  <inkml:trace contextRef="#ctx0" brushRef="#br1" timeOffset="79832.885">15605 12834,'-28'42,"0"-1,-3-2,-31 31,-65 87,117-138,0 1,2 0,0 0,1 0,0 1,2 0,1 1,1-1,0 1,2-1,0 1,2 0,0 0,1-1,2 1,0-1,7 21,-4-22,1-1,0 1,2-1,0-1,1 0,1 0,1-1,0-1,1 0,1-1,11 9,-3-5</inkml:trace>
  <inkml:trace contextRef="#ctx0" brushRef="#br1" timeOffset="80232.307">16633 12901,'-46'0,"0"2,1 2,-1 2,1 1,0 3,-21 8,55-14,-1 0,0 1,1 0,0 1,0 0,0 1,1 0,0 0,0 1,1 1,0 0,0 0,1 0,1 1,-1 0,2 1,-1 0,1 0,1 0,0 0,1 1,0 0,0 0,0 9,2-6,1 1,1 0,0 0,1-1,0 1,2 0,-1-1,2 1,0-1,1 0,1 0,0-1,1 1,1-1,0-1,0 0,1 0,1 0,1-1,-1-1,2 0,0 0,0-1,0-1,2 0,-1-1,1 0,0-1,0 0,9 2,-9-3,0 0,0-1,1-1,-1 0,1-1,0-1,0 0,0 0,0-2,1 0,-1-1,0 0,0-1,0-1,-1-1,1 0,0 0,4-4,-14 5,-1 0,0 0,1 0,-1-1,0 0,0 0,-1 0,0 0,1-1,-1 1,0-1,-1 0,1 0,-1 0,0 0,-1 0,1 0,-1 0,0-1,0 0,2-28</inkml:trace>
  <inkml:trace contextRef="#ctx0" brushRef="#br1" timeOffset="80548.041">16459 13263,'-17'-3,"-3"0,-1 0,1 1,-1 1,0 1,0 1,1 1,-4 1,-6 11,30-14,-1 0,1 0,-1 0,1 0,-1 0,1 0,-1 1,1-1,-1 0,1 0,0 1,-1-1,1 0,0 0,-1 1,1-1,0 0,-1 1,1-1,0 1,-1-1,1 0,0 1,0-1,0 1,-1-1,1 1,0-1,0 1,0-1,0 1,0-1,0 1,0-1,0 0,0 1,0-1,0 1,0-1,0 1,1-1,-1 1,0-1,0 1,0-1,1 0,-1 1,0-1,0 1,1-1,-1 0,0 1,1-1,-1 0,1 1,-1-1,0 0,1 0,-1 1,1-1,6 2,0 0,1-1,-1 1,1-1,-1-1,1 0,-1 0,1 0,-1-1,1 0,3-1,-1 1,131-23,-81 13,-1 2,55-1,-112 9,0 1,1-1,-1 1,0-1,1 1,-1 0,0 0,1 0,-1 0,0 1,1-1,-1 0,0 1,1 0,-1-1,0 1,0 0,0 0,0 0,0 1,0-1,0 0,0 1,0-1,0 1,-1 0,1 0,-1-1,1 1,-1 0,0 0,0 0,0 1,0-1,0 0,0 0,-1 0,1 3,-3 3,-1 1,0-1,0 0,-1 0,0-1,-1 1,0-1,0 0,0 0,-4 3,-9 13,-31 63,48-83,0 0,0 0,0 0,0 0,0 0,1 0,0 0,-1 1,1-1,0 0,1 0,-1 0,0 0,1 1,0-1,0 0,0 0,0 0,0 0,0-1,1 1,0 0,-1 0,1-1,0 1,0-1,0 0,1 1,0-1,60 25,-29-21</inkml:trace>
  <inkml:trace contextRef="#ctx0" brushRef="#br1" timeOffset="80771.044">17088 13503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5:46.328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</inkml:definitions>
  <inkml:trace contextRef="#ctx0" brushRef="#br0">0 1,'0'0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5:49.040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</inkml:definitions>
  <inkml:trace contextRef="#ctx0" brushRef="#br0">87 265,'-1'0,"-1"-1,1 0,-1 1,0-1,1 1,-1 0,0 0,1-1,-1 1,0 0,1 0,-1 1,0-1,1 0,-1 0,1 1,-1-1,0 1,1 0,-1-1,1 1,-1 0,1 0,0 0,-1 0,1 0,0 0,0 0,-1 0,1 1,0-1,0 0,0 1,1-1,-1 1,0 0,-22 59,20-50,0 0,1 0,1 0,0 1,0-1,1 1,0-1,1 0,0 1,1-1,0 0,1 0,1 0,-1 0,1-1,1 0,0 1,1-1,0-1,0 1,2 0,-5-6,0 0,1 0,0 0,-1 0,1-1,0 0,1 0,-1 0,1 0,-1-1,1 1,0-1,0 0,0-1,0 1,0-1,0 0,0 0,0-1,1 1,-1-1,0 0,0-1,1 1,-1-1,0 0,0-1,0 1,0-1,0 0,0 0,-1 0,1-1,0 0,5-10,0 0,-1-1,0 0,-2 0,1-1,-2 1,0-2,-1 1,0-1,-1 0,-1 0,-1 0,0 0,-1 0,-1-1,-1-10,3 10,-1 0,-1 0,0 0,-2 0,0 0,-1 1,0-1,-1 1,-1-1,-1 1,0 1,-1-1,-1 1,0 0,-1 1,-1 0,0 0,-1 1,0 1,-6-5,16 16,-1-1,1 1,-1-1,0 1,1 0,-1-1,0 1,0 0,0 0,0 0,0 1,0-1,0 0,0 1,0-1,0 1,-1 0,1 0,0 0,0 0,0 0,0 0,-1 0,1 1,0-1,0 1,0 0,0-1,0 1,0 0,0 0,0 1,0-1,1 0,-7 8,1-1,0 2,1-1,0 1,1 0,0 0,0 0,1 1,1 0,0-1,0 1,1 1,0 3,1-13,-10 55,3-1,2 2,3-1,2 4,3 30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5:50.546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</inkml:definitions>
  <inkml:trace contextRef="#ctx0" brushRef="#br0">0 261,'7'-35,"1"0,2 1,1 0,2 1,16-32,-12 41,-16 24,-1 0,0-1,1 1,-1 0,1 0,-1 0,1 0,-1 0,1 0,-1 0,1 0,-1 0,0 0,1 0,-1 0,1 1,-1-1,1 0,-1 0,0 0,1 0,-1 1,1-1,-1 0,0 1,1-1,-1 0,0 0,1 1,-1-1,0 1,0-1,1 0,-1 1,0-1,0 1,0-1,1 0,-1 1,0-1,0 1,0-1,0 1,0-1,0 1,0-1,0 0,0 1,0-1,0 1,0-1,0 1,-1-1,1 1,0-1,0 0,0 1,6 301,3-231,4 126,-13-195,0-1,0 0,0 0,0 0,0 1,0-1,0 0,0 0,0 0,-1 1,1-1,0 0,-1 0,1 0,-1 0,0 0,1 0,-1 0,0 0,0 0,1 0,-1 0,0 0,0-1,0 1,0 0,0 0,0-1,0 1,0-1,0 1,-1-1,1 0,0 1,12-10,17-2,0 2,1 1,0 1,0 1,1 1,-1 2,1 1,0 2,2 1,-9-1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5:53.036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</inkml:definitions>
  <inkml:trace contextRef="#ctx0" brushRef="#br0">0 320,'25'-74,"70"-140,-74 182,-11 46,-6 161,17 67,-20-240,-1 0,0 1,1 0,-1-1,0 1,-1-1,1 1,0-1,-1 1,1-1,-1 0,0 1,0-1,0 0,0 1,0-1,0 0,-1 0,1 0,-1 0,0 0,1 0,-1 0,0-1,0 1,0-1,0 1,0-1,-1 0,-1 1,4-2,0-1,0 0,-1 1,1-1,0 0,0 1,0-1,0 0,0 1,0-1,0 0,0 1,0-1,0 0,0 1,0-1,1 1,-1-1,0 0,0 1,1-1,-1 1,0-1,1 0,-1 1,1-1,-1 1,1-1,-1 1,1 0,-1-1,1 1,-1-1,1 1,-1 0,1 0,0-1,-1 1,1 0,0 0,-1 0,1-1,0 1,24-13,1 2,1 0,0 1,0 2,1 1,10-1,-34 7,131-22,-105 22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5:53.726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</inkml:definitions>
  <inkml:trace contextRef="#ctx0" brushRef="#br0">91 202,'-2'7,"1"0,0 0,0 1,0-1,1 1,0-1,0 0,1 1,0-1,1 0,-1 0,1 1,0-1,1 0,0-1,0 1,1 0,-1-1,1 0,1 0,-1 0,1 0,0-1,0 0,1 0,0 0,0-1,0 0,0 0,0 0,1-1,0 0,2 1,-3-3,-1 0,1 0,0-1,0 1,0-1,0-1,0 1,0-1,0 0,-1 0,1-1,0 0,-1 0,1 0,-1 0,1-1,-1 0,0 0,0-1,-1 1,1-1,-1 0,0-1,0 1,0 0,0-1,-1 0,2-3,4-7,-1 1,-1-1,0-1,-2 1,1-1,-2 0,0 0,-1-1,1-12,-3 18,-1 1,0-1,0 1,-1-1,0 1,-1-1,-1 1,1 0,-4-7,5 13,-1 0,1 1,-1-1,0 1,0 0,0-1,-1 1,1 0,-1 0,1 1,-1-1,0 0,0 1,0 0,-1 0,1 0,0 0,-1 0,0 1,1-1,-1 1,0 0,1 0,-1 0,0 1,0 0,-2-1,-5 3,1 0,1 0,-1 1,0 1,1-1,-1 1,1 1,0 0,1 0,-1 1,1 0,0 0,0 1,1 0,0 1,0-1,-4 8,-6 5,2 0,0 1,1 1,1 0,1 1,1 0,1 1,1 0,1 0,1 1,-1 9,2 21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6:32.191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</inkml:definitions>
  <inkml:trace contextRef="#ctx0" brushRef="#br0">0 203,'40'-194,"-29"186,-7 32,2 95,22 110,-24-209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6:33.345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</inkml:definitions>
  <inkml:trace contextRef="#ctx0" brushRef="#br0">50 135,'5'160,"-5"-158,1-1,-1 0,0 1,1-1,-1 1,1-1,0 0,-1 1,1-1,0 0,0 0,0 1,0-1,0 0,0 0,0 0,0 0,0 0,0 0,1-1,-1 1,0 0,1-1,-1 1,0-1,1 1,-1-1,1 1,-1-1,1 0,-1 0,1 0,-1 0,1 0,-1 0,0 0,1-1,-1 1,1 0,-1-1,1 1,-1-1,0 1,1-1,-1 0,0 0,0 0,1 1,-1-1,0 0,0-1,0 1,0 0,7-8,-1 0,0-1,0 1,-1-1,-1-1,1 1,-2-1,1 0,-2 0,1 0,-2-1,1 1,-1-1,-1 1,0-1,-1-8,0 15,1 1,-1-1,0 1,-1-1,1 0,-1 1,0-1,0 0,0 1,0 0,-1-1,0 1,0 0,0 0,0 0,-1 0,0 0,0 0,0 1,0-1,0 1,-1 0,1 0,-1 0,0 1,0-1,0 1,0 0,0 0,-1 0,1 0,-1 1,1 0,-1 0,1 0,-1 1,-4-1,5 2,0 1,1-1,-1 1,0 0,1 0,-1 0,1 0,-1 0,1 1,0 0,0 0,0-1,1 2,-1-1,1 0,0 0,-1 1,2 0,-1-1,0 1,1 0,-1 0,1 1,-15 94,18-56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6:49.56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0,'0'0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6:55.99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984 181,'6'8,"-1"1,1 0,-2 0,1 1,-1 0,-1 0,1 0,-2 0,2 7,-3-13,61 423,-52-391,-3 1,-1-1,-1 1,-2 0,-2 7,-3 99,-34-46,21-66,-105 171,-141 283,107-201,87-136,6 34,12-60,46-110,0 0,0 0,-1 0,-1-1,1 1,-2-1,0 0,-5 8,10-19,1 0,-1 0,1 0,-1 0,1 0,-1 0,1 0,0 0,-1 0,1 0,-1 0,1 0,-1 0,1 0,-1-1,1 1,0 0,-1 0,1-1,0 1,-1 0,1 0,-1-1,1 1,0 0,0-1,-1 1,1 0,0-1,0 1,-1-1,1 1,0-1,0 1,0 0,0-1,0 1,-1-1,1 1,0-1,0 1,0-1,0 1,0-1,0 1,1 0,-1-1,0 1,0-1,0 1,0-1,1 1,-1 0,0-1,0 1,0-1,1 1,-1 0,1-1,1-23,1 0,2 0,0 0,1 0,2 1,0 0,9-16,-6 13,66-152,-33 81,31-102,58-262,-113 421,-14 54,-49 115,24-82,-179 523,194-557,-45 148,-50 104,72-218,27-47,-1 0,1 0,-1 0,1 0,-1 0,1 0,-1 0,1 0,-1 0,1-1,-1 1,1 0,0 0,-1 0,1-1,-1 1,1 0,0-1,-1 1,1 0,-1-1,1 1,0 0,0-1,-1 1,1-1,0 1,0-1,0 1,-1 0,1-1,0 1,0-1,0 1,0-1,0 1,0-1,0 1,0-1,0 1,0-1,0 1,0-1,0 1,0-1,1 0,-1 1,7-133,-1 81,-5 44,1-3,-4 15,-76 315,-28 232,96-480,4 0,2 1,4 0,4 11,21 290,-34-424,-60-552,49 318,27 411,17 86,-1-26,-8-43,-25-173,-3-27,1-1,3 0,3 0,3-1,1 1,4-1,2-1,-3 51,8-71,3 0,11-32,-23 113,0-1,0 0,0 0,0 0,0 0,0 0,0 0,0 0,1 1,-1-1,0 0,0 0,0 0,0 0,0 0,1 0,-1 0,0 0,0 0,0 0,0 0,0 0,1 0,-1 0,0 0,0 0,0 0,0 0,0 0,1 0,-1 0,0 0,1 23,-1-21,-14 679,-13-855,8 45,5 0,6-21,9 121,2 25,-1 19,7 304,-10-218,0 200,1-527,13-52,5 190,23-234,-37 280,3 1,1 0,2 0,1 1,7-12,-5 16,51-107,5-24,148-328,-66 190,-68 141,8-5,39-62,-122 217,1 1,-2-1,0 0,-1-1,0 0,-1 0,-1 0,0 0,-1-1,-1 1,1-13,10-114,-18-25,-7 1,-26-120,23 174,16 420,11 378,-10-673,-2-36,-20-393,3 146,15 65,7 172,-5 34,0-1,0 1,0-1,1 0,-1 1,0-1,0 1,0-1,1 0,-1 1,0-1,1 0,-1 0,0 1,1-1,-1 0,0 1,1-1,-1 0,0 0,1 0,-1 0,1 1,-1-1,0 0,1 0,-1 0,1 0,-1 0,1 0,-1 0,0 0,1 0,-1 0,1 0,-1 0,0-1,1 1,-1 0,1 0,-1 0,0 0,1-1,-1 1,0 0,1 0,-1-1,0 1,1 0,-1-1,0 1,0 0,1-1,-1 1,0 0,0-1,0 1,1-1,-1 1,0 0,0-1,0 1,0-1,0 1,7 16,0 1,-1 1,-2-1,1 1,-2 0,1 16,0-9,14 132,-7 0,-8 122,-3-237,-2-1,-1 1,-2-1,-2 0,-4 12,0-28,12-26,-1 1,0 0,0-1,0 1,1 0,-1-1,0 1,0-1,0 1,0 0,0-1,0 1,0 0,0-1,0 1,0-1,0 1,0 0,0-1,0 1,0-1,0 1,0 0,0-1,-1 1,1-1,0 1,0 0,0-1,-1 1,1 0,0 0,0-1,-1 1,1 0,0-1,-1 1,1 0,0 0,-1 0,1-1,-1 1,1 0,0 0,-1 0,1 0,0 0,-1 0,1 0,-1 0,1 0,0 0,-1 0,1 0,-1 0,1 0,0 0,-1 0,1 0,-1 0,1 1,0-1,-1 0,1 0,0 1,-1-1,1 0,0 0,0 1,-1-1,-2-35,1 1,2-1,2 0,1 0,4-17,-4 25,6-27,-6 62,0 54,-2 0,-8 59,4-66,2-39,2-7,-1 0,0 1,0-1,-1 0,0 0,-1 0,0 1,-1-2,1 1,-2 0,1 0,-1-1,0 0,-1 0,0 0,0 0,-1-1,0 0,-4 4,2-5,-6 4,0 1,0 1,1 0,0 1,2 0,-1 1,0 3,-122 242,82-162,1-4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8:32.40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155 151,'0'-25,"0"32,0 567,0-556</inkml:trace>
  <inkml:trace contextRef="#ctx0" brushRef="#br0" timeOffset="301.204">72 794,'3'0,"2"0,4 0,4-3,2 0,4-3,3 1,2 0,0 2,0 1,-2 0,-2 2,-4-3,-6 0</inkml:trace>
  <inkml:trace contextRef="#ctx0" brushRef="#br0" timeOffset="1019.023">4 138,'-2'-2,"1"-4,6 0,6-2,11-4,9-2,8-4,4 0,3 2,-3 1,-4 4,-6 4,-6 2,-8 6,-8 1</inkml:trace>
  <inkml:trace contextRef="#ctx0" brushRef="#br0" timeOffset="1538.139">742 165,'-8'-1,"-1"1,1 1,0-1,-1 1,1 1,0-1,0 1,0 1,0-1,0 2,1-1,-1 1,1 0,0 0,0 1,1 0,-1 0,1 1,0 0,0 0,-2 4,0 1,0 0,1 0,1 1,0 0,0 0,1 1,1-1,0 1,1 0,0 0,1 1,1-1,0 0,0 1,2-1,-1 0,2 1,0-1,0 0,1 0,1 0,0 0,1-1,0 1,1-1,1-1,0 1,0-1,2 2,-7-10,0 0,1-1,-1 1,0 0,1-1,-1 1,1-1,0 0,0 0,0 0,0-1,0 1,0 0,1-1,-1 0,0 0,1 0,-1 0,1-1,-1 1,1-1,-1 0,1 0,0 0,-1-1,1 1,-1-1,0 0,1 0,-1 0,1 0,-1 0,0-1,0 0,0 1,0-1,0 0,1-2,10-8,-1 0,0-1,0-1,-2 0,0-1,-1 0,0-1,-1 0,-1 0,4-10,-10 23,-1 1,0 0,1 0,-1 0,0-1,0 1,0 0,0-1,-1 1,1-1,-1 0,1 1,-1-1,0 1,0-1,0 1,0-1,0 0,-1 1,1-1,-1 1,0-1,0 1,0 0,0-1,0 1,0 0,-1-1,1 1,-1 0,1 0,-1 0,0 0,0 1,0-1,0 0,-2 0,-2 2,-1 0,1 0,-1 1,1 0,0 0,0 1,-1 0,1 0,0 0,0 1,1 0,-1 0,0 0,1 1,0-1,0 2,0-1,0 0,1 1,0 0,-2 2,-2 1,1 0,0 0,1 1,0 0,0 0,1 0,0 1,1 0,0 0,0 0,1 0,1 1,0-1,0 1,0 3,3 20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6:34.279"/>
    </inkml:context>
    <inkml:brush xml:id="br0">
      <inkml:brushProperty name="width" value="0.1" units="cm"/>
      <inkml:brushProperty name="height" value="0.1" units="cm"/>
      <inkml:brushProperty name="color" value="#CC0066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3">
      <inkml:brushProperty name="width" value="0.35" units="cm"/>
      <inkml:brushProperty name="height" value="0.35" units="cm"/>
      <inkml:brushProperty name="color" value="#FFC114"/>
      <inkml:brushProperty name="ignorePressure" value="1"/>
    </inkml:brush>
  </inkml:definitions>
  <inkml:trace contextRef="#ctx0" brushRef="#br0">159 3565,'14'-338,"-20"440,0 149,9-221</inkml:trace>
  <inkml:trace contextRef="#ctx0" brushRef="#br0" timeOffset="616.423">91 2583,'0'12,"1"1,0-1,1 1,1-1,-1 0,2 1,0-2,0 1,1 0,1-1,3 5,-8-14,1 0,-1 0,1 0,0-1,-1 1,1 0,0-1,0 0,0 1,1-1,-1 0,0 0,0 0,1 0,-1-1,0 1,1-1,-1 1,1-1,-1 0,0 0,1 0,-1 0,1 0,-1 0,1-1,-1 1,0-1,1 0,-1 0,0 0,0 0,1 0,-1 0,0-1,0 1,0-1,-1 1,1-1,0 0,0 1,-1-1,1 0,-1 0,0 0,0-1,1 1,-1 0,-1 0,1-1,0 1,3-7,0 1,0-1,-1 1,-1-1,1 0,-1 0,-1 0,0 0,0-1,0 1,-1 0,-1 0,0 0,0-1,-1 1,0 0,0 0,-1 1,0-1,-1 0,0 1,0 0,-1 0,0 0,0 1,-1-1,0 1,0 1,-1-1,1 1,-2 0,1 0,3 4,0 1,0-1,0 1,1 0,-2 0,1 0,0 0,0 1,0 0,0 0,0 0,0 0,0 1,0-1,0 1,0 0,0 0,0 1,0-1,0 1,0 0,1 0,-1 0,1 0,-1 1,1-1,0 1,0 0,0 0,1 0,-1 0,1 0,-1 1,1-1,0 1,1 0,-1 0,0 1,-19 46,6 1</inkml:trace>
  <inkml:trace contextRef="#ctx0" brushRef="#br1" timeOffset="41516.462">488 6297,'0'-3,"0"3,0 4,-3 8,0 5,-3 5,1 1,0 1,2-1,0-2,2-2,1-3,0-6,2-6,4-5,0-2</inkml:trace>
  <inkml:trace contextRef="#ctx0" brushRef="#br1" timeOffset="43495.024">473 6406,'0'-7,"0"-5,0 5,0 8,0 10,0 11,-2 9,-4 5,1 4,-1 3,2-3,2-2,0-4,1-4,1-6,0-5,-2-5,-1-5</inkml:trace>
  <inkml:trace contextRef="#ctx0" brushRef="#br1" timeOffset="43748.985">350 6775,'3'0,"4"0,10-3,5-2,4-1,5-2,-2 1,1 1,-4 2,-4 2,-5 0</inkml:trace>
  <inkml:trace contextRef="#ctx0" brushRef="#br1" timeOffset="44016.18">255 6365,'-7'2,"0"1,6 0,8-1,11-2,13-7,10-4,7-4,3-3,-1 2,-1 1,-10 4</inkml:trace>
  <inkml:trace contextRef="#ctx0" brushRef="#br1" timeOffset="44412.081">705 6556,'-12'0,"23"0,6 0,68 10,-82-9,-1 0,1 0,-1 0,1 0,-1 1,0-1,0 1,0-1,0 1,0 0,0 0,0 0,0 0,-1 0,1 0,-1 0,0 0,1 1,-1-1,0 1,0-1,-1 1,1-1,0 1,-1-1,0 1,1 0,-1-1,0 1,0-1,-1 2,-2 11,-1-1,-1 0,0-1,-1 1,-1-1,0 0,0-1,-2 0,1 0,-1 0,-1-1,-5 4,3-1,-28 35,40-48,0 0,0 0,-1 0,1 0,0-1,0 1,0 0,0 0,0 0,0 0,0 0,1-1,-1 1,0 0,0 0,1 0,-1 0,0-1,1 1,-1 0,1 0,-1-1,1 1,0 0,-1-1,1 1,-1-1,1 1,0-1,0 1,-1-1,1 1,0-1,0 0,-1 1,1-1,0 0,0 0,0 1,0-1,0 0,-1 0,1 0,0 0,0 0,0 0,0 0,0-1,-1 1,1 0,0 0,0-1,0 1,0 0,-1-1,1 1,0-1,-1 1,1-1,33-4,0-1,-1-2,0-1,14-6,12-4,-18 7</inkml:trace>
  <inkml:trace contextRef="#ctx0" brushRef="#br0" timeOffset="-33305.945">19359 7662,'-5'7,"-1"0,1 0,1 0,-1 1,1 0,0 0,1 0,0 0,0 0,1 1,0-1,0 1,1-1,0 1,1 0,0 0,0-1,1 1,0 0,0-1,1 1,0 0,1-1,0 0,0 0,1 0,0 0,0 0,1-1,4 6,-3-6,2 1,-1-1,1-1,0 0,0 0,0 0,1-1,0 0,0-1,1 0,-1 0,1-1,-1 0,1-1,0 0,4 0,-8-1,1-1,-1 0,0 0,0 0,0-1,0 0,0 0,0 0,0-1,0 0,-1 0,1 0,0-1,-1 0,0 0,0 0,0-1,0 0,0 0,-1 0,0 0,0-1,0 1,0-1,-1 0,1 0,0-4,1-1,0-1,-1 0,0 0,-1 0,0-1,-1 1,0-1,-1 0,0 1,-1-1,-1 0,1 1,-2-1,0 0,0 1,-1-1,0 1,-1 0,0 0,-1 0,0 1,-1 0,0 0,-2-2,4 8,0 0,0 1,0 0,0-1,0 2,-1-1,1 0,-1 1,0 0,1 0,-1 0,0 1,0-1,0 1,-1 1,1-1,0 1,0 0,0 0,-1 0,1 0,0 1,0 0,0 0,0 1,-2 0,-11 5,0 0,0 2,0 0,1 1,1 1,-6 4,-50 39,4 0</inkml:trace>
  <inkml:trace contextRef="#ctx0" brushRef="#br0" timeOffset="-38203.851">13692 7540,'-22'0,"-1"1,1 1,-1 1,1 1,0 1,-20 7,32-8,0-1,1 2,0-1,0 1,0 1,1 0,-1 0,1 0,1 1,-1 0,1 1,1 0,-1 0,1 0,1 1,-2 3,5-8,0 0,0 0,1 0,-1 0,1 1,0-1,0 1,1-1,-1 1,1-1,0 1,0-1,1 1,-1-1,1 1,0-1,0 0,1 1,-1-1,1 0,0 0,0 0,0 0,1 0,-1 0,1-1,0 1,0-1,0 0,1 0,-1 0,1 0,-1-1,1 1,0-1,0 0,4 2,16 5,0 0,1-2,0 0,0-2,0-1,1 0,-1-2,10-1,82 10,-116-11,0-1,0 1,0 0,1 0,-1-1,0 1,0 0,0 0,1 0,-1 1,0-1,0 0,0 0,1 1,-1-1,0 0,0 1,0-1,0 1,0 0,0-1,0 1,0 0,0 0,0 0,0-1,0 1,-1 0,1 0,0 0,-1 0,1 0,0 0,-1 1,1-1,-1 0,0 0,1 0,-1 0,0 1,0-1,0 0,0 0,0 1,0-1,0 0,0 0,0 0,-1 1,1-1,0 0,-1 0,1 0,-1 0,0 0,1 0,-1 0,0 0,0 1,-14 13,-1-1,-1 0,0-1,0-1,-2 0,1-2,-5 2,14-7,1-1,-12 8,1-1,-2 0,0-2,0-1,-1 0,1-2,-19 4,27-9</inkml:trace>
  <inkml:trace contextRef="#ctx0" brushRef="#br0" timeOffset="-37806.917">13925 7921,'8'-4,"2"1,-1 0,0 0,1 0,-1 1,1 1,-1 0,1 0,0 1,0 0,-1 0,1 1,0 1,-1 0,1 0,-1 1,9 3,-15-4,-1-1,0 1,0 0,0 0,0 0,-1 0,1 0,-1 0,1 0,-1 0,0 1,1-1,-1 1,0-1,-1 1,1-1,0 1,-1 0,0-1,1 1,-1 0,0-1,0 1,0 0,-1-1,1 1,-1-1,1 1,-1 0,0-1,0 1,-1 1,-2 4,0-1,0 1,-1-1,0 0,0-1,-1 1,0-1,0 0,-5 4,-24 15,35-24,0 0,1 0,-1 0,0-1,1 1,-1 0,1 0,0-1,-1 1,1 0,0-1,-1 1,1 0,0-1,0 1,-1-1,1 1,0-1,0 0,0 1,0-1,0 0,-1 0,1 1,0-1,0 0,0 0,0 0,0 0,0 0,0 0,0-1,0 1,0 0,-1 0,1-1,0 1,0 0,0-1,0 1,-1-1,2 0,3 1,3 1,1-1,0 1,-1 1,0 0,1 0,-1 0,0 1,0 0,0 1,3 2,-8-5,-1 1,1-1,-1 1,1 0,-1 0,0 0,0 0,0 0,0 1,0-1,0 0,-1 1,1 0,-1-1,0 1,0 0,0-1,0 1,0 0,-1 0,1 0,-1 0,0 0,1 0,-1 0,-1 0,1 0,0 0,-1 0,0 0,0 2,-5 7,0 0,0-1,-1 0,0 0,-1 0,0-1,-1-1,0 1,-1-1,0-1,0 0,-1 0,0-1,0 0,0-1,-1 0,-8 2,19-7,-1 0,1 0,-1 0,1-1,-1 1,1-1,-1 1,1-1,-1 1,0-1,1 0,-1 0,0 1,1-1,-1 0,0-1,1 1,-1 0,1 0,-1-1,0 1,1-1,-1 1,1-1,-1 0,1 0,-1 0,1 0,0 0,-1 0,1 0,0 0,0 0,0 0,0-1,-1 0,-3-16</inkml:trace>
  <inkml:trace contextRef="#ctx0" brushRef="#br0" timeOffset="-37387.119">14553 7580,'-13'0,"0"1,-1 1,1 0,0 1,0 0,0 1,1 0,-1 1,1 1,0 0,1 1,-1 0,1 0,1 1,-1 1,1 0,1 0,0 1,-5 6,13-14,-1 1,1-1,0 1,0-1,0 1,0 0,0 0,1 0,-1-1,1 1,-1 0,1 0,0 0,0 0,1 0,-1 0,1 0,-1-1,1 1,0 0,0 0,0-1,0 1,1-1,-1 1,1-1,-1 1,1-1,0 0,0 0,0 0,0 0,0 0,1 0,-1 0,0-1,1 1,-1-1,1 0,1 1,104 51,-86-44,-1 0,0 2,-1 0,0 1,17 14,-34-24,-1-1,1 1,-1 0,1 0,-1 1,1-1,-1 0,0 1,0-1,0 1,-1 0,1 0,-1-1,1 1,-1 0,0 0,0 0,0 1,-1-1,1 0,-1 0,1 0,-1 1,0-1,0 0,-1 0,1 0,-1 1,1-1,-1 0,0 0,0 0,-1 0,1 0,-1 0,1 0,-1-1,0 1,0 0,-7 4,0 0,-1-1,0 0,0 0,-1-1,1 0,-1-1,0 0,0-1,-1 0,1-1,-1 0,1-1,-1 0,1-1,-3 0,14 0,1-1,-1 1,1 0,-1-1,1 1,-1-1,1 1,-1 0,1-1,-1 1,0-1,1 1,-1-1,0 1,0-1,1 0,-1 1,0-1,0 1,0-1,0 0,0 1,1-1,-1 1,0-1,0 0,-1 1,1-1,0 1,0-1,0 0,0 1,0-1,-1 1,1-1,0 1,-1-1,1 1,0-1,-1 1,1-1,0 1,-1-1,1 1,-1-1,1 1,-1 0,1-1,-1 1,1 0,-1 0,1-1,-1 1,0 0,21-8</inkml:trace>
  <inkml:trace contextRef="#ctx0" brushRef="#br0" timeOffset="-37103.3">14744 8003,'17'-4,"0"1,0 1,0 1,0 0,1 1,-1 1,0 0,0 2,0 0,11 3,-25-5,0 1,0-1,0 0,0 1,0-1,0 1,-1 0,1 0,-1 0,1 0,-1 0,0 1,0-1,0 1,0-1,0 1,-1 0,1 0,-1 0,0-1,0 2,0-1,0 0,0 0,-1 0,1 0,-1 0,0 1,0-1,0 0,0 0,-1 0,1 1,-1-1,0 0,0 0,0 0,0 0,-1 1,-8 14,-1-1,-1-1,0 0,-1 0,0-2,-1 1,-1-2,-10 7,-60 64,84-83,0 0,0-1,0 1,0 0,0 0,0-1,0 1,0 0,0 0,0 0,1 0,-1 0,0 0,1 1,-1-1,1 0,-1 0,1 0,-1 1,1-1,0 0,0 0,0 1,0-1,0 0,0 0,0 1,0-1,0 0,0 0,1 1,-1-1,0 0,1 0,-1 0,1 1,0-1,-1 0,1 0,0 0,0 0,-1 0,1 0,0 0,0-1,0 1,0 0,0 0,0-1,1 1,-1-1,0 1,0-1,0 1,1-1,-1 1,16 1,1 0,-1-1,1-1,-1-1,0 0,1-1,-1-1,5-2,-7 2,67-13,-5-1</inkml:trace>
  <inkml:trace contextRef="#ctx0" brushRef="#br0" timeOffset="-36365.323">15440 7566,'-15'-2,"0"-1,-1 2,1 0,0 1,0 0,-1 2,1-1,0 2,0 0,0 1,1 0,-1 1,1 1,0 0,0 1,11-5,0 1,0-1,0 0,0 1,0 0,1-1,-1 1,1 0,0 1,0-1,0 0,0 0,0 1,1-1,0 1,-1 0,1-1,1 1,-1 0,0 0,1 0,0-1,0 1,0 0,0 0,1 0,0-1,-1 1,1 0,1 0,-1-1,0 1,1-1,0 1,0-1,0 0,0 0,0 0,1 0,-1 0,2 1,14 14,0-2,1 0,1 0,0-2,22 12,51 37,-89-61,0 1,-1-1,1 1,-1 0,0 0,0 0,0 1,0-1,0 1,-1-1,1 1,-1 0,0 0,-1 0,1 0,-1 0,1 1,-1-1,0 0,-1 1,1-1,-1 1,0-1,0 0,0 1,-1-1,1 1,-1-1,0 0,-1 1,1-1,-1 0,1 0,-1 0,-1 0,-1 1,0 0,-1-1,0 1,0-1,0 0,-1-1,1 1,-1-1,0 0,0-1,0 1,0-1,0 0,0-1,-1 0,1 0,0 0,-1 0,1-1,-1 0,1-1,-3 0,-14-13,19 5</inkml:trace>
  <inkml:trace contextRef="#ctx0" brushRef="#br0" timeOffset="-36078.96">15632 8003,'39'-152,"-30"145,-7 24,-10 93,4-87,1-1,1 1,1-1,1 1,1-1,0 1,2-1,1 1,1-1,1 0,0-1,7 13,3-9,-2-8</inkml:trace>
  <inkml:trace contextRef="#ctx0" brushRef="#br0" timeOffset="-35639.36">16137 7662,'-9'-4,"1"-1,-1 2,1-1,-1 1,0 0,-1 1,1 0,0 0,-1 1,1 0,-1 1,1 0,-1 1,1 0,0 0,-1 1,1 0,0 0,0 1,0 1,0-1,1 1,-1 1,1 0,0 0,1 0,-1 1,1 0,-3 4,6-7,1 0,0 0,0 1,1-1,-1 0,1 1,0 0,-1-1,2 1,-1 0,0 0,1 0,0 0,0 0,0 1,0-1,1 0,-1 0,1 1,0-1,1 0,-1 1,1-1,0 0,0 0,0 0,0 0,1 0,-1 0,1 0,0 0,1 0,-1-1,1 1,-1-1,1 1,11 7,0 0,0-1,1-1,0 0,1 0,0-2,10 4,35 17,21 34,-80-60,0 1,0-1,0 0,0 1,-1-1,1 1,-1 0,0 0,1-1,-1 1,0 0,-1 0,1 0,-1 0,1 0,-1 0,0 0,0 0,0 0,0 0,-1 0,1 0,-1 0,0 0,0 0,0 0,0 0,0 0,-1-1,1 1,-1-1,0 1,-6 4,-1 1,1-1,-2-1,1 0,-1 0,1-1,-1 0,-1-1,1 0,-1-1,0 0,1 0,-1-1,0-1,-1 0,1 0,0-1,-8-1,-20-2,40-3,13-2,5-1</inkml:trace>
  <inkml:trace contextRef="#ctx0" brushRef="#br0" timeOffset="-35332.899">16287 8112,'7'9,"1"-1,0 0,0-1,0 0,1-1,0 1,0-1,1-1,-1 0,1 0,1-1,-1-1,0 1,1-2,0 1,-1-1,1-1,0 0,0-1,0 0,0 0,0-1,0-1,-1 0,1 0,0-1,-1 0,2-2,-9 4,0 1,0-1,-1-1,1 1,0 0,0-1,-1 1,1-1,-1 0,1 0,-1 0,0 0,0 0,0 0,0-1,0 1,0-1,-1 1,1-1,-1 0,0 0,0 1,0-1,0 0,0 0,0 0,-1 0,0 0,1 0,-1 0,0 0,-1 0,1-1,0 1,-1-1,-4-4,-1 1,1 0,-1 0,0 0,-1 1,1 0,-1 0,-1 1,1-1,-1 2,0-1,0 1,0 0,0 1,-1 0,0 0,1 1,-1 0,0 1,0 0,0 0,0 1,0 0,0 0,-7 2,10-1,0 0,0 0,0 1,0 0,0 0,0 1,1 0,-1 0,1 0,0 0,-1 1,2 0,-1 0,-3 4,5-6,1 1,0-1,0 1,1-1,-1 1,0 0,1 0,0-1,-1 1,1 0,0 0,1 0,-1 1,0-1,1 0,0 0,0 0,0 0,0 1,0-1,1 0,-1 0,1 0,0 0,0 0,0 0,0 0,1 0,-1 0,1-1,0 2,1 0,0-1,1 1,-1-1,0 0,1 0,0 0,0 0,-1-1,2 0,-1 1,0-1,1-1,26 11</inkml:trace>
  <inkml:trace contextRef="#ctx0" brushRef="#br0" timeOffset="-35068.841">16875 7662,'14'0,"11"0,11 0,9 0,5 0,0 0,-5 3,-9 2,-12 3,-9 0</inkml:trace>
  <inkml:trace contextRef="#ctx0" brushRef="#br0" timeOffset="-34896.965">16888 7921,'23'5,"20"2,20-1,17-2,12 0,7-2,-12-1</inkml:trace>
  <inkml:trace contextRef="#ctx0" brushRef="#br0" timeOffset="-34398.279">17994 7621,'-11'4,"-1"0,2 0,-1 1,1 1,-1 0,1 0,1 1,0 0,0 0,0 1,1 1,0-1,0 1,1 1,0-1,1 1,0 1,1-1,0 1,0 0,1 0,1 0,0 0,0 1,1-1,1 1,-1 8,3-14,0-1,0 1,1-1,0 1,0-1,0 0,0 0,1 0,0 0,0 0,0-1,1 1,0-1,-1 0,2 0,-1 0,0-1,1 1,-1-1,1 0,0 0,0-1,0 1,1-1,-1 0,0-1,1 1,1-1,1 1,-1-1,1 0,-1 0,1-1,0 0,-1-1,1 1,0-1,-1-1,1 1,-1-2,0 1,0-1,1 0,-2 0,1 0,0-1,-1 0,0-1,5-3,-5 1,0 0,-1-1,1 1,-2-1,1-1,-1 1,0 0,-1-1,0 0,0 0,-1 0,0 0,-1 0,0 0,0 0,-1-1,0 1,0 0,-1-1,-1 1,0 0,1 2,0 0,0 0,-1 1,0-1,0 1,-1-1,0 1,0 0,-1 0,1 0,-1 0,0 1,-1-1,1 1,-1 0,0 1,-1-1,1 1,-1 0,0 0,0 1,0-1,0 1,0 1,-1-1,0 1,1 0,-2 1,2 1,0 0,0 1,0 0,0 0,1 0,-1 1,0 0,1 0,-1 0,1 1,0-1,0 1,0 1,0-1,0 1,1 0,-1 0,1 0,0 0,0 1,1 0,-1 0,1 0,0 0,1 0,-1 1,1-1,0 1,0-1,1 1,0 0,0 0,0 0,1 0,-1 0,1 0,1-1,-1 1,1 0,0 0,1 0,0 3,16 35,5-6</inkml:trace>
  <inkml:trace contextRef="#ctx0" brushRef="#br0" timeOffset="-34109.459">18322 7949,'21'-39,"-2"-2,-2 0,-1-1,-3 0,-1-2,5-38,-10 11,-7 71,-1 1,1-1,0 0,0 0,0 0,-1 1,1-1,0 0,0 0,-1 0,1 0,0 1,0-1,-1 0,1 0,0 0,-1 0,1 0,0 0,-1 0,1 0,0 0,0 0,-1 0,1 0,0 0,-1 0,1 0,0 0,-1 0,1-1,0 1,0 0,-1 0,1 0,0 0,0 0,-1-1,1 1,0 0,0 0,0-1,-1 1,1 0,0 0,0-1,0 1,0 0,0-1,-10 24,2 0,1 1,1-1,1 1,1 0,-1 17,2-23,0 0,1 1,1-1,1 0,1 1,0-1,1 0,1 0,1 0,0 0,2 0,0-1,1 0,0 0,8 11,4-6</inkml:trace>
  <inkml:trace contextRef="#ctx0" brushRef="#br0" timeOffset="-33837.807">18800 7880,'8'-64,"3"1,3 0,3 1,7-15,-17 61,-11 32,-7 21,1 0,1 1,2 0,2 1,2 0,1 29,3-57,0 0,1-1,0 0,0 1,1-1,0 0,1 0,0 0,1-1,0 0,6 9,11 11</inkml:trace>
  <inkml:trace contextRef="#ctx0" brushRef="#br0" timeOffset="-27648.863">17625 7184,'0'1,"0"-1,1 0,-1 0,0 0,0 1,0-1,0 0,0 0,0 0,1 0,-1 0,0 1,0-1,0 0,1 0,-1 0,0 0,0 0,0 0,1 0,-1 0,0 0,0 0,0 0,1 0,-1 0,0 0,0 0,0 0,1 0,-1 0,0 0,0 0,1 0,-1 0,0 0,0 0,0 0,0 0,1 0,-1-1,0 1,0 0,0 0,0 0,1 0,-1 0,0-1,0 1,0 0,0 0,0 0,0-1,0 1,1 0,-1 0,0-1,2 24,-2-23,7 443,1-351,-5-1,-4 1,-3 0,-5-1,-11 42,17-121,0 0,1 1,0-1,1 1,0-1,1 1,1-1,0 1,1-1,2 11,-2-20,0-1,1 1,-1-1,0 1,1-1,0 0,-1 0,1 0,0 0,0-1,0 1,0-1,1 0,-1 0,0 0,0 0,1 0,-1-1,1 1,-1-1,0 0,1 0,-1-1,1 1,-1-1,0 1,1-1,0 0,14 0,33-1,0 3,0 2,36 7,-20 3,141 16,-160-29,-26-1,1 1,-1 1,0 1,-1 1,1 1,5 2,-11-1,-13-3,1 0,-1 0,1-1,-1 1,1-1,0 0,-1 0,1-1,0 1,0-1,-1 1,1-1,0-1,0 1,0 0,-1-1,1 0,0 0,-1 0,1 0,0 0,-1-1,0 0,1 0,-1 0,0 0,0 0,1-1,4-7,-1 0,1 0,-2-1,1 0,-2 0,1 0,-1-1,-1 0,0 0,-1 0,0-1,-1 1,-1-1,1-5,11-96,-3-3,-6-48,-19 56,15-203,28 79,-29 230,0 0,-1 0,1 1,-1-1,0 0,1 1,-1-1,0 1,-1-1,1 1,0 0,-1 0,1 0,-1 0,0 1,1-1,-1 1,0-1,0 1,0 0,0 0,0 0,0 1,0-1,0 1,-1 0,1-1,0 1,0 1,0-1,0 0,-1 1,1 0,-2 0,-3-1,-480-35,334 14,-58-3,154 25,58-1</inkml:trace>
  <inkml:trace contextRef="#ctx0" brushRef="#br0" timeOffset="-17886.266">18076 8454,'0'0,"0"1,1-1,-1 0,0 0,0 0,0 1,0-1,0 0,0 0,1 0,-1 0,0 1,0-1,0 0,0 0,1 0,-1 0,0 0,0 0,0 0,1 0,-1 1,0-1,0 0,0 0,1 0,-1 0,0 0,0 0,0 0,1 0,-1 0,0 0,0 0,1 0,-1-1,0 1,0 0,0 0,1 0,-1 0,0 0,0 0,0 0,0 0,1-1,-1 1,0 0,0 0,0 0,0 0,0-1,1 1,-1 0,0 0,0-1,2 26,-2-22,1 122,-5 0,-7-1,-10 41,2-3,4 68,16-207,-2 1,-1 0,-1-1,-1 1,0-1,-2 0,-1 0,-5 8,10-28,0 1,0-1,0-1,-1 1,1 0,-1 0,0-1,0 0,0 1,0-1,0 0,-1 0,1-1,0 1,-1-1,0 0,1 0,-1 0,0 0,1-1,-1 1,0-1,0 0,1 0,-1 0,0-1,0 1,1-1,-1 0,-45 3,-270 81,43-34,-2-12,-103-6,-484-2,-202 12,-226 2,942-28,-1079 64,-125 23,875-63,-1137 37,1017-61,-319-2,-384-13,755 15,22-25,187 4,531 6,-36 0,1-2,-1-2,1-2,-18-6,57 11,-1 0,1 0,-1-1,1 1,0-1,0 0,0-1,0 1,0-1,0 0,1 0,-1 0,1 0,0 0,0-1,0 0,0 1,1-1,0 0,-1 0,1 0,1-1,-1 1,1 0,-1-1,1-4,-8-16,0 0,-1 0,-2 1,0 1,-2 0,0 0,-17-19,-17-29,11 9,3-2,3-2,3-1,3-1,3-1,3-1,3 0,3-2,3 1,4-1,2-30,2-4,6 0,3 0,6 1,25-104,-33 192,0 1,0-1,2 1,0 0,1 0,1 1,0 0,1 0,0 1,1 1,1 0,0 0,9-6,194-135,-126 65,30-17,-119 106,0 0,-1 0,1 0,0 0,0 0,-1 0,1 0,0 0,0 0,0 0,-1 0,1-1,0 1,0 0,0 0,-1 0,1 0,0 0,0-1,0 1,0 0,-1 0,1 0,0 0,0-1,0 1,0 0,0 0,0 0,0-1,0 1,-1 0,1 0,0-1,0 1,0 0,0 0,0 0,0-1,0 1,0 0,0 0,0-1,1 1,-1 0,0 0,0 0,0-1,0 1,0 0,0 0,0 0,1-1,-1 1,0 0,0 0,0 0,0 0,1-1,-1 1,0 0,-23 5,20-4,-14 3</inkml:trace>
  <inkml:trace contextRef="#ctx0" brushRef="#br0" timeOffset="-17135.573">1552 7949,'22'-2,"0"-1,-1-1,1-1,-1-1,19-8,-13 5,50-18,-32 10,1 2,0 3,1 1,20-1,-66 12,1-1,-1 1,1-1,-1 1,1 0,0-1,-1 1,1 0,0 0,-1 0,1 1,-1-1,1 0,0 1,-1-1,1 1,-1-1,1 1,-1 0,1-1,-1 1,0 0,1 0,-1 0,0 0,0 0,0 1,0-1,0 0,0 0,0 1,0-1,0 0,0 1,-1-1,1 1,-1-1,1 1,-1 0,0-1,1 1,-1-1,0 1,0 0,0-1,0 1,-1 1,-28 172,28 17,1-191,0-1,-1 0,1 1,0-1,0 1,-1-1,1 0,0 1,0-1,-1 0,1 1,0-1,-1 0,1 0,0 1,-1-1,1 0,-1 0,1 1,0-1,-1 0,1 0,-1 0,1 0,0 0,-1 0,1 0,-1 0,1 0,-1 0,1 0,-1 0,1 0,0 0,-1 0,1 0,-1 0,1 0,-1-1,1 1,0 0,-1 0,1-1,0 1,-1 0,1 0,0-1,-1 1,1 0,0-1,-1 1,1-1,0 1,0 0,0-1,-1 1,1-1,-2 0,-320-198,257 166,65 33,0 0,-1 0,1 0,0 0,0 0,-1 0,1 1,0-1,0 0,-1 0,1 0,0 0,0 1,0-1,-1 0,1 0,0 0,0 1,0-1,0 0,0 0,-1 0,1 1,0-1,0 0,0 1,0-1,0 0,0 0,0 1,0-1,0 0,0 0,0 1,0-1,0 0,0 0,0 1,0-1,0 0,0 0,1 1,-1-1,0 0,0 0,0 1,0-1,0 0,1 0,-1 0,0 1,0-1,0 0,1 0,-1 0,0 0,0 1,1-1,-1 0,0 0,0 0,1 0,-1 0,0 0,12 13,1-1,1-1,-1 0,2-1,-1-1,1 0,1-1,8 3,-22-10,7 4,-1 0,1-1,0-1,0 1,0-2,1 1,-1-1,1 0,0-1,-1 0,1-1,-9 0,0 0,-1 0,1 0,0-1,-1 1,1 0,-1 0,1 0,-1-1,1 1,0 0,-1-1,1 1,-1 0,1-1,-1 1,1-1,-1 1,0-1,1 1,-1-1,0 1,1-1,-1 1,0-1,0 0,1 1,-1-1,0 1,0-1,0 0,0 1,0-1,0 0,0 1,0-1,0 0,0 1,0-1,0 1,0-1,0 0,-1 1,1-1,0 1,-1-1,1 1,0-1,-1 1,1-1,-1 0,-21-27,13 20,-1 1,1 0,-1 0,-1 1,1 0,-1 1,0 0,0 0,-1 1,1 1,-8-1,18 3,0 1,0 0,0-1,0 1,0 0,0 0,0 0,0 0,0 0,-1 0,1 0,0 0,0 1,0-1,0 0,0 0,0 1,0-1,1 1,-1-1,0 1,0-1,0 1,0 0,0-1,1 1,-1 0,0 0,1 0,-1-1,0 1,1 0,-1 0,1 0,0 0,-1 0,1 0,0 0,-1 0,1 0,0 0,0 0,0 0,0 0,0 0,0 0,0 0,0 0,0 0,1 0,-1 0,0 0,1 0,-1 0,1 0,-1 0,1 0,-1 0,1 0,0-1,-1 1,1 0,0 0,0-1,-1 1,1 0,0-1,0 1,69 38,-26-22</inkml:trace>
  <inkml:trace contextRef="#ctx0" brushRef="#br0" timeOffset="-14668.916">18923 8413,'83'18,"1"-3,0-4,1-4,0-4,48-5,-53 2,-1-3,1-5,-1-2,-1-4,59-19,-115 26,0-1,0-1,-1-1,0-1,-1 0,0-2,-1 0,0-1,-1-1,-1-1,0 0,-1-1,-1-1,-1-1,10-16,-6 3,-2-1,-2 0,-1-1,-1-1,-2 0,-2 0,-1-1,-2 0,-1 0,-2-1,-1 1,-2-1,-2 1,-1 0,-1 0,-3 0,-3-9,2 20,-1 1,-1 0,-2 0,0 1,-1 1,-1 0,-1 1,-1 0,-1 2,-1 0,0 1,-1 1,-17-10,-1 1,-1 2,0 2,-2 1,-1 3,0 1,-1 2,-28-5,5 4,-2 4,0 2,0 3,0 4,-68 5,108 0,-1 2,1 1,0 2,0 0,1 2,0 1,1 1,0 1,0 2,2 0,-5 5,-248 148,266-161,0 1,1 0,0 0,1 1,-1 1,2 0,-1 0,1 0,0 1,1 0,1 1,-1 0,1 0,1 0,0 1,1-1,0 1,-1 10,1 8,1 0,2-1,1 1,1 0,2-1,1 1,1-1,2 0,0 0,2-1,2 0,0 0,2-1,5 7,128 247,-128-249,1-1,1-1,1-1,2 0,1-2,2-1,0 0,1-2,2-2,0 0,1-2,2-1,0-2,0-1,2-1,12 3,5-4,0-3,0-1,1-3,0-3,0-1,0-3,20-3,-49 2,-1-1,1-1,-1 0,0-2,0-1,-1-1,0 0,19-11,-38 18,-1 0,0-1,0 1,1-1,-1 1,0-1,0 1,0-1,1 0,-1 1,0-1,0 0,0 0,0 0,-1 0,1 0,0 0,0 0,-1 0,1 0,0 0,-1-1,1 1,-1 0,1 0,-1-1,0 1,0 0,1-1,-1 1,0 0,0-1,0 1,0 0,-1-1,1 1,0 0,-1 0,1-1,0 1,-1 0,0 0,1 0,-1-1,-13-11</inkml:trace>
  <inkml:trace contextRef="#ctx0" brushRef="#br0" timeOffset="-11247.439">19892 7157,'37'-27,"-2"-2,-1-1,-1-2,-2-1,-1-1,-2-2,-1 0,-2-2,-2-1,-1-1,2-11,189-414,-166 364,-6-2,-4-2,-4-1,13-82,-3-101,-12-12,7-55,-21 226,31-252,-6-211,-43-585,1 1085,-3 0,-4 0,-5 1,-6-13,-75-211,84 288,-2 1,-1 1,-1 0,-1 0,-2 2,0-1,-1 2,-2 0,0 2,-1 0,-2 1,0 1,-1 1,-11-7,-33-17,-1 3,-3 3,-1 3,-1 3,-1 3,-10 1,-152-35,-77-3,167 35,-109-21,-2 11,-21 9,-921-14,933 31,-990-31,-251 45,234 63,658-23,401-29,-713 63,514-16,389-56,0 1,1 1,-1 1,1 1,0 0,-14 9,14 2,30-18,4-7</inkml:trace>
  <inkml:trace contextRef="#ctx0" brushRef="#br0" timeOffset="-10783.838">10879 793,'-7'1,"-1"0,1 1,-1 0,1 1,0 0,0 0,0 0,0 1,1 0,-1 0,-2 3,-1 0,-195 148,197-148,4-5,0 1,1 0,-1 0,1 0,0 0,0 1,0-1,0 1,1 0,-1-1,1 1,0 1,0-1,0 2,3-4,0-1,0 1,0 0,1-1,-1 1,1 0,-1-1,1 0,-1 1,1-1,0 0,-1 0,1 0,0 0,0 0,0 0,0 0,0-1,0 1,0-1,0 0,0 1,0-1,0 0,0 0,1 0,-1-1,0 1,1 0,111 6,-93-7,-1 1,1 0,0 1,-1 2,0 0,0 1,0 1,0 0,0 2,-1 0,0 2,-1 0,0 1,3 2,-20-10,0-1,-1 0,1 0,0 0,0 0,0 0,0-1,0 1,0 0,0 0,0-1,0 1,0 0,0-1,1 1,-1-1,0 1,0-1,0 0,1 0,-1 1,0-1,1 0,-1 0,0 0,0-1,1 1,-1 0,0 0,1-1,-1 1,0 0,0-1,0 1,0-1,1 0,-1 1,0-1,0 0,0 0,0 0,0 0,-1 0,1 0,0 0,0 0,-1 0,1 0,0 0,-1 0,1 0,5-16,-1 0,-1-1,0 1,-2-1,0 0,0 1,-2-1,0 0,-3-14,2 17,0 0,-2 1,1-1,-2 1,0-1,-1 1,0 0,-1 0,-1 1,-1-2,7 15,1-1,0 1,-1-1,1 0,-1 1,1-1,-1 1,1-1,-1 1,0-1,1 1,-1 0,0-1,1 1,-1 0,0-1,1 1,-1 0,0 0,0 0,1-1,-1 1,0 0,0 0,1 0,-1 0,0 0,0 1,1-1,-1 0,0 0,1 0,-1 1,0-1,0 0,1 1,-1-1,1 1,-1-1,0 0,1 1,-1 0,1-1,-1 1,1-1,-1 1,1-1,0 1,-1 0,1-1,0 1,-1 0,1 0,0-1,0 1,0 0,-1 0,1-1,0 1,0 0,0 0,0-1,0 1,1 0,-1 0,-7 23</inkml:trace>
  <inkml:trace contextRef="#ctx0" brushRef="#br0" timeOffset="1530.335">5390 3484,'2'-17,"3"-9,1-8,0-2,-2-1,-2 5,0 10,-1 13,-4 15,0 15,0 17,1 8,0 6,3 4,1-4,3-6,0-10</inkml:trace>
  <inkml:trace contextRef="#ctx0" brushRef="#br0" timeOffset="2013.006">5362 2418,'-6'10,"0"-1,1 1,0 0,1 0,0 0,0 0,1 1,1 0,-1-1,2 1,0 0,0 0,1 0,0 3,1-11,1 0,-1-1,0 1,1-1,0 1,0-1,-1 0,1 1,1-1,-1 0,0 0,0-1,1 1,-1 0,1-1,0 1,-1-1,1 0,0 0,0 0,0 0,0-1,-1 1,1-1,0 1,0-1,0 0,0 0,0-1,0 1,0-1,0 1,0-1,0 0,0 0,-1 0,1 0,0-1,-1 1,1-1,-1 0,1 1,-1-1,0 0,0 0,0-1,1 0,3-2,-1-1,1 0,-1 0,0 0,-1-1,0 1,0-1,0 0,-1-1,0 1,0-1,0 1,-1-1,-1 0,1 0,-1 0,-1 0,1 0,-1 0,-1 0,1 0,-1 1,-1-1,0 0,0 0,0 0,-1 1,0 0,0-1,-1 1,0 0,0 1,-1-1,0 1,0 0,0 0,-1 0,0 1,0 0,-5-3,8 6,-1 0,0 1,1 0,-1 0,0 0,0 0,0 0,1 1,-1 0,0 0,0 0,0 0,0 1,0-1,0 1,1 0,-1 0,0 0,1 1,-1-1,1 1,-1 0,1 0,0 0,-1 0,1 1,0-1,1 1,-1 0,0 0,1 0,0 0,0 0,-1 1,2-1,-1 1,0-1,1 1,-1 1,-18 48,7 2</inkml:trace>
  <inkml:trace contextRef="#ctx0" brushRef="#br0" timeOffset="2911.217">10470 3661,'12'-25,"-1"-1,-1 0,-1 0,-2-1,0-1,-2 1,-1-1,-1 0,-1 0,-2-8,3 207,29-27,-20-112</inkml:trace>
  <inkml:trace contextRef="#ctx0" brushRef="#br0" timeOffset="3562.018">10647 2241,'-10'27,"6"-18,1 1,-1-1,2 0,-1 1,1 0,1 0,-1-1,2 1,-1 0,1 0,2 7,-2-15,0 0,0 0,1-1,-1 1,1 0,-1-1,1 1,0 0,0-1,0 1,0-1,0 1,0-1,0 1,0-1,0 0,1 0,-1 0,1 1,-1-1,1-1,-1 1,1 0,-1 0,1 0,0-1,-1 1,1-1,0 1,0-1,-1 0,1 0,0 0,0 0,0 0,-1 0,1 0,0-1,0 1,-1 0,1-1,0 0,64-40,-59 33,0 0,0-1,-1 0,0 0,-1 0,1-1,-2 0,0 0,0 0,-1 0,0-1,0 0,-1 1,-1-1,0 0,-1 0,0 0,0 0,-1 1,0-1,-1 0,-3-8,4 17,0-1,0 0,-1 1,1-1,-1 1,1-1,-1 1,0 0,0 0,0 0,-1 0,1 0,0 0,-1 0,1 1,-1-1,1 1,-1 0,0 0,0 0,1 0,-1 0,0 1,0-1,0 1,0 0,0 0,0 0,0 0,0 0,0 0,1 1,-1 0,0 0,0-1,0 2,1-1,-1 0,0 1,-98 63,42-14</inkml:trace>
  <inkml:trace contextRef="#ctx0" brushRef="#br1" timeOffset="26135.509">3013 1572,'1'82,"-2"185,-19 103,16-340,2-25,1-14,0-18,0-40,-2-176,-24-148,23 365,7 65,17 166,-9 0,-8 13,7-396,7-280,-18 970,-1-486,-1-1,-2 1,0-1,-2 0,-9 22,12-33,-11 33,-2 0,-3-1,-1 0,-2-2,-24 34,11-26,-4 12,-4-1,-1-2,-4-3,-2-1,-3-3,-2-2,-27 17,69-58,1 1,0 0,1 1,1 1,0-1,-4 9,-4 4,-100 126,57-19,55-117,-3 4,0 0,2 0,1 1,0 0,1 1,2-1,-3 20,-3 230,-65 417,42-221,19-400,13-67,1 0,-1 1,1-1,-1 0,1 0,-1 1,0-1,1 0,-1 0,1 0,-1 0,1 0,-1 0,0 0,1 0,-1 0,1 0,-1 0,1 0,-1-1,0 1,1 0,-1 0,1-1,-1 1,1 0,-1 0,1-1,-1 1,1-1,0 1,-1 0,1-1,-1 1,1-1,0 1,0-1,-1 1,1-1,0 1,0-1,-1 1,1-1,0 0,0 1,0-1,0 1,0-1,0 0,0 1,0-1,0 1,0-1,0 1,0-1,1 0,-1 1,0-1,0 1,1-1,-7-33,2-1,2 0,1 1,1-7,0-4,-2-163,9 1,18-89,-6 202,-19 94,1 0,-1 1,0-1,0 0,1 1,-1-1,0 0,1 0,-1 0,0 1,1-1,-1 0,0 0,1 0,-1 0,0 0,1 0,-1 0,0 0,1 0,-1 0,1 0,-1 0,0 0,1 0,-1 0,0 0,1 0,-1 0,0 0,1 0,-1-1,0 1,1 0,-1 0,0 0,1-1,-1 1,0 0,0 0,1-1,-1 1,0 0,0-1,1 1,-1 0,0-1,0 1,0 0,0-1,0 1,0 0,19 150,-13-87,45 666,-51-708,-8 68,8-89,0 0,0-1,0 1,-1 0,1-1,0 1,0 0,0 0,0-1,0 1,0 0,-1 0,1-1,0 1,0 0,0 0,-1-1,1 1,0 0,0 0,-1 0,1-1,0 1,0 0,-1 0,1 0,0 0,-1 0,1 0,0 0,-1-1,1 1,0 0,0 0,-1 0,1 0,0 0,-1 0,1 1,0-1,-1 0,1 0,0 0,-1 0,1 0,0 0,0 0,-1 1,1-1,0 0,0 0,-1 0,1 1,0-1,0 0,0 0,-1 1,1-1,0 0,0 1,0-1,0 0,0 0,0 1,-1-1,1 0,0 1,0-1,-10-26,-5-35,3 0,-4-62,6 43,11 178,0 41,-1-899,5 700,2-1,3 2,2-1,3 2,2 0,3 1,7-11,88-268,-66 197,-41 108,0 1,2 0,2 0,0 1,2 1,1 0,2 0,0 2,2 0,116-132,70-93,-104 131,-75 86,-2-1,-1-2,-2 0,-2-2,75-118,-79 123,-1-1,-2-1,-1 0,-2-1,-2 0,2-25,5-161,-13 155,-3 0,-3 1,-8-29,11 82,-3-17,2 47,7 73,3 0,12 43,-11-70,2-10,-10-52,0 0,0 0,1 0,-1-1,0 1,0 0,0 0,0 0,0 0,0 0,0 0,1 0,-1 0,0-1,0 1,0 0,0 0,1 0,-1 0,0 0,0 0,0 0,0 0,0 0,1 0,-1 0,0 0,0 0,0 0,0 0,1 0,-1 0,0 0,0 0,0 1,0-1,0 0,1 0,-1 0,2-21,-2 7,2-19,-1 0,-2 0,-1 0,-1 0,-5-12,8 45,0 0,0 0,0 0,-1 1,1-1,0 0,0 0,-1 0,1 0,0 0,0 0,-1 0,1 0,0 1,0-1,-1 0,1 0,0 0,0 0,-1-1,1 1,0 0,0 0,-1 0,1 0,0 0,0 0,-1 0,1 0,0 0,0-1,-1 1,1 0,0 0,0 0,0 0,-1-1,1 1,0 0,0 0,0-1,0 1,0 0,0 0,-1-1,1 1,0 0,0 0,-6 28,0 35,3-1,2 1,5 24,1-15</inkml:trace>
  <inkml:trace contextRef="#ctx0" brushRef="#br1" timeOffset="30145.068">8299 1531,'-13'78,"13"-61,-10 420,5-376,10-239,16-100,-21 278,0 0,0 0,0 0,-1 0,1 0,0 0,0 0,0 0,-1 0,1 0,0 0,0 0,0 0,-1 0,1 0,0 0,0-1,0 1,-1 0,1 0,0 0,0 0,0 0,0-1,0 1,-1 0,1 0,0 0,0 0,0-1,0 1,0 0,0 0,0 0,0-1,0 1,0 0,0 0,0 0,0-1,0 1,0 0,0 0,0 0,0-1,0 1,0 0,0 0,-9 18,9-18,-10 32,1 1,2-1,1 1,1 1,2-1,2 0,1 1,1-1,2 1,1-1,2 2,0 16,-2 1,-2 0,-3-1,-1 1,-3-1,-3 0,-7 29,10-62,0 11,-2 0,-1 0,-1-1,-1-1,-2 1,-1-2,-1 2,-13 12,0-2,-3-1,-20 19,-74 95,-182 221,295-360,2 1,-1 0,2 1,0 0,1 0,-4 10,-1 4,-12 25,1 1,4 1,1 1,3 0,3 1,2 1,0 22,10 511,-1-448,-5 0,-8 7,13-136,-12 35,11-49,1-1,0 1,0 0,0-1,0 1,0-1,0 0,0 1,0-1,0 0,0 0,1 1,-1-1,0 0,0 0,1 0,-1 0,0 0,1 0,-1 0,1 0,-1 0,1 0,0 0,0-1,-1 1,1 0,0 0,0 0,-5-24,1 0,2 0,0 0,2 0,0 0,2 0,1 0,5-20,4-54,10-294,-2 187,-16 158,-1 2,2 1,1 0,10-30,43-142,-40 66,-15 128,1 1,1-1,1 1,1 1,1-1,3-4,7-9,0 1,3 0,24-28,-14 17,38-52,-5-3,27-61,-42 57,-30 58,2 0,2 1,2 2,31-40,10 3,18-87,-65 57,-16-186,-4 35,1 386,1 39,-8 1,-10 27,0-111,10-99,4-126,2 144,0 0,-1 1,1-1,0 0,0 0,0 0,0 0,-1 0,1 0,0 0,0 0,0 1,-1-1,1 0,0 0,0 0,0 0,-1 0,1 0,0 0,0 0,0 0,-1 0,1-1,0 1,0 0,0 0,-1 0,1 0,0 0,0 0,0 0,0 0,-1-1,1 1,0 0,0 0,0 0,0 0,0 0,-1-1,1 1,-6 24,-2 18,-14 77,-6 0,-36 95,17-99,-4-2,-22 27,23-62,50-79,0 1,0-1,0 1,0 0,0-1,0 1,0 0,0-1,0 1,-1 0,1-1,0 1,0 0,0-1,-1 1,1 0,0 0,0-1,-1 1,1 0,0 0,-1-1,1 1,0 0,-1 0,1 0,0 0,-1 0,1 0,0-1,-1 1,1 0,0 0,-1 0,1 0,-1 0,1 0,0 0,-1 0,1 1,0-1,-1 0,1 0,0 0,-1 0,1 0,0 0,-1 1,1-1,0 0,-1 0,1 1,0-1,0 0,-1 1,5-19,0 0,1 1,0 0,2 0,0 0,2-2,9-22,50-111,-59 138,-11 22,-11 29,-13 15,-2 0,-3-1,-2-2,-2-2,-1 0,-12 6,29-34,19-19,-1-1,1 1,0 0,-1 0,1 0,-1 0,1 0,0-1,0 1,-1 0,1 0,0 0,-1-1,1 1,0 0,0 0,-1-1,1 1,0 0,0-1,0 1,-1 0,1-1,0 1,0 0,0-1,0 1,0-1,0 1,0 0,0-1,0 1,0 0,0-1,0 1,0-1,0 1,0 0,0-1,0 1,0 0,0-1,1 1,-1 0,0-1,0 1,0 0,1-1,-1 1,0 0,0 0,1-1,-1 1,0 0,1 0,-1 0,0-1,1 1,-1 0,0 0,1 0,-1 0,0 0,1 0,-1-1,1 1,-1 0,1 0,29-49,3 0,2 2,22-22,-11 27,-41 46,-35 49,-52 52,-47 70,84-90,3 1,0 14,13-29</inkml:trace>
  <inkml:trace contextRef="#ctx0" brushRef="#br1" timeOffset="35113.312">13460 1435,'3'123,"6"-1,18 90,-20-187,0-39,-4-60,-4 0,-6-40,3 51,-7-65,7 119,3 27,15 291,-15-174,-5 0,-7 1,10-103,-1 0,-2-1,-2 0,0-1,-3 1,0-2,-2 1,-138 235,115-205,-3-1,-2-1,-3-3,-2-2,-20 16,-22 28,55-56,3 1,1 2,-6 14,29-47,-79 146,59-100,3 1,3 1,2 1,3 1,3 0,1 12,-29 153,25 120,-12-163,13-106,3 1,2 42,7-47,-3-71,3-21,1-28,2 1,3 0,7-39,-3 20,46-324,-62 434,-23 208,31-61,-5-179,0-38,2-412,3 127,3 284,1 1,0-1,2 1,1 0,1 0,1 1,10-20,15-94,-14 39,-9 57,31-75,22-20,38-24,65-84,3-43,-109 192,17-63,-65 130,1-1,0 2,3 0,12-17,48-80,-64 100,-1-1,-1-1,-1 0,-1-1,-2 1,-1-2,0 1,-1-10,35-126,-26 25,-15-7,-21 187,11-74,0 37,2-5,2-75,1 92,5-4,0 2,1-24,-10-57,9 66,1 0,0-1,0 1,0 0,0-1,0 1,0 0,0-1,-1 1,1 0,0 0,0-1,0 1,-1 0,1 0,0-1,0 1,-1 0,1 0,0 0,-1-1,1 1,0 0,0 0,-1 0,1 0,0 0,-1 0,1 0,0 0,-1 0,1 0,0 0,-1 0,1 0,0 0,-1 0,1 0,0 0,-1 0,1 0,0 0,-1 0,1 1,0-1,-1 0,1 0,0 0,0 0,-1 1,1-1,0 0,0 0,0 1,-1-1,1 0,0 1,0-1,0 0,0 1,-1-1,1 0,0 1,0-1,0 0,0 1,0-1,0 0,0 1,-9 25,7-18,0 0,1 0,0 0,0 1,1-1,0 1,0-1,1 0,0 1,0-1,1 0,6-28,-9-131,1 152,0-1,0 0,0 0,0 1,0-1,0 0,0 0,0 0,0 1,0-1,0 0,-1 0,1 0,0 1,0-1,0 0,0 0,0 0,-1 0,1 1,0-1,0 0,0 0,-1 0,1 0,0 0,0 0,-1 0,1 0,0 0,0 1,-1-1,1 0,0 0,0 0,0 0,-1 0,1-1,0 1,0 0,-1 0,1 0,0 0,0 0,-1 0,1 0,0 0,0 0,0-1,-7 27,0 73,9-89,1-14,1-18,-2-84,12 314,-9-159</inkml:trace>
  <inkml:trace contextRef="#ctx0" brushRef="#br1" timeOffset="42610.696">3191 6283,'-28'186,"25"-100,-30-66,25-17</inkml:trace>
  <inkml:trace contextRef="#ctx0" brushRef="#br1" timeOffset="45646.932">3641 4944,'0'5,"0"4,0 4,0 8,0 5,0 4,0 3,0 1,0 1,0-3,0-4,0-3,-2-6,-1-4,-2-5,-1-3</inkml:trace>
  <inkml:trace contextRef="#ctx0" brushRef="#br1" timeOffset="45898.347">3560 5273,'-3'4,"3"2,4 0,8-1,8-4,5-2,5-3,3-1,-2 0,-2 2,-4 0,-6 2</inkml:trace>
  <inkml:trace contextRef="#ctx0" brushRef="#br1" timeOffset="46160.128">3546 4986,'7'-12,"7"-3,8-2,10-1,6 4,1 3,-1 4,-5 3,-8 5,-8 2</inkml:trace>
  <inkml:trace contextRef="#ctx0" brushRef="#br1" timeOffset="50195.678">4106 5067,'-2'-2,"0"0,0-1,0 1,0 0,0 0,0 0,0 0,0 1,-1-1,1 1,-1-1,0 1,1 0,-1 0,0 0,1 0,-1 1,0-1,0 1,0-1,0 1,0 0,0 0,1 1,-1-1,0 0,0 1,0 0,0 0,1-1,-1 2,0-1,1 0,-1 0,1 1,0 0,-1-1,1 1,0 0,0 0,0 0,-1 2,-9 9,1 1,0 1,1 0,0 0,1 1,1 0,1 1,0 0,2 0,-1 0,2 1,0 0,2 0,0-14,1 0,1 0,-1 0,0 1,1-1,0 0,0 0,0 0,1 1,-1-1,1 0,0 0,0 0,1 0,-1 0,1 0,0 0,0-1,0 1,0 0,1-1,-1 0,1 1,0-1,0 0,0-1,0 1,1 0,-1-1,1 0,2 1,-1 0,1-1,-1 0,1 0,0-1,0 0,-1 0,1 0,0 0,0-1,0 0,0 0,0-1,0 0,0 0,0 0,-1-1,1 0,0 0,-1 0,0-1,1 1,-1-1,0-1,0 1,-1-1,1 0,-1 0,0 0,0 0,0-1,0 0,-1 0,0 0,0 0,0 0,-1-1,1 1,-1-1,-1 1,2-7,-3 10,0 0,0 0,0 0,0 1,-1-1,1 0,-1 0,0 0,1 0,-1 1,0-1,0 0,0 0,0 1,0-1,0 1,-1-1,1 1,0 0,-1-1,1 1,-1 0,1 0,-1 0,0 0,0 0,1 0,-1 1,0-1,0 0,0 1,0 0,1-1,-66 5,62-2,1 0,0 1,-1-1,1 1,0 0,1 0,-1 0,0 1,1-1,0 1,0 0,0 0,0 0,0 0,1 1,0-1,0 1,0-1,0 1,1 0,0 0,0 3,-2 15</inkml:trace>
  <inkml:trace contextRef="#ctx0" brushRef="#br1" timeOffset="54477.071">5322 4890,'0'9,"0"8,0 8,0 4,0 5,-3 3,0 0,-2-2,-1-2,1-2,2-4,1-2,0-5</inkml:trace>
  <inkml:trace contextRef="#ctx0" brushRef="#br1" timeOffset="54728.506">5267 5286,'-2'0,"1"0,6 0,6 0,4 0,6-2,3-1,0 0,0 1,-3-3,-2 1,-4-2,-5 0</inkml:trace>
  <inkml:trace contextRef="#ctx0" brushRef="#br1" timeOffset="54983.25">5212 4890,'10'-5,"6"-1,7 0,1 2,1 0,-1 4,-3 5,-4 0</inkml:trace>
  <inkml:trace contextRef="#ctx0" brushRef="#br1" timeOffset="55252.526">5567 5218,'-2'14,"-1"9,0 3,1 0,0-3,1-3,1-2,-1-2,1-4</inkml:trace>
  <inkml:trace contextRef="#ctx0" brushRef="#br1" timeOffset="55684.043">5677 5313,'-2'2,"0"1,0 0,0 0,0 0,0 0,1 0,0 0,0 0,0 0,0 0,0 1,0-1,1 0,0 1,-1-1,1 0,1 1,-1-1,0 0,1 1,-1-1,1 0,0 0,0 1,1-1,-1 0,1 0,-1 0,1-1,0 1,0 0,0-1,0 1,1-1,-1 1,1-1,0 0,-1 0,1 0,0-1,0 1,0-1,1 0,-1 0,1 0,0-1,-1 0,1 0,0 0,-1 0,1 0,-1-1,1 0,0 1,-1-2,1 1,-1 0,0 0,1-1,-1 0,0 0,0 0,0 0,0 0,0-1,-1 1,1-1,-1 0,1 1,-1-1,0 0,0-1,0 1,-1 0,1 0,0-2,0 0,-1 1,1-1,-1 1,1-1,-1 0,-1 0,1 1,-1-1,0 0,0 0,0 0,-1 1,1-1,-1 0,0 0,-1 1,1-1,-1 1,0-1,0 1,0 0,-1 0,1 0,-1 0,-2-3,2 4,0 0,0 0,0 0,0 0,-1 0,1 0,-1 1,1 0,-1 0,0 0,0 0,0 0,0 1,0 0,-1 0,1 0,0 0,0 0,-1 1,1 0,0 0,-1 0,1 1,0 0,-1-1,1 1,0 1,0-1,0 1,0-1,0 1,0 0,0 0,1 1,-1-1,1 1,-1 1,0 1,0 0,0 1,1 0,0 0,0 0,0 0,1 0,0 0,0 1,1-1,-1 2,-1 17</inkml:trace>
  <inkml:trace contextRef="#ctx0" brushRef="#br1" timeOffset="56544.619">9145 5273,'0'2,"0"6,0 3,-2 3,-1 0,0 4,1 0,0 2,1 2,0 2,1 0,0-1,0 0,0-1,1-2,-1-1,0-4</inkml:trace>
  <inkml:trace contextRef="#ctx0" brushRef="#br1" timeOffset="56794.748">9090 5586,'3'0,"2"0,3 0,5 0,5-2,4-1,3 0,-1-2,-1 1,-6-3,-5 1</inkml:trace>
  <inkml:trace contextRef="#ctx0" brushRef="#br1" timeOffset="57084.042">9009 5163,'0'-2,"2"-1,6 0,5 1,9 0,6 1,4 0,3 1,1 0,-2 0,-2 0,-3 1,-8-1</inkml:trace>
  <inkml:trace contextRef="#ctx0" brushRef="#br1" timeOffset="57551.346">9500 5600,'-2'-129,"2"130,-1-1,1 0,0 0,-1 0,1 0,0 0,-1 0,1 0,0 0,0 0,-1 0,1 0,0 0,-1 0,1 0,0 0,-1 0,1 0,0 0,-1 0,1-1,0 1,0 0,-1 0,1 0,0 0,0-1,-1 1,1 0,0 0,0-1,0 1,-1 0,1 0,0-1,0 1,0 0,0-1,0 1,0 0,0 0,-1-1,1 1,0 0,0-1,0 1,0 0,0-1,0 1,0 0,1-1,-1 1,0 0,-9 27,2 156,7-181,0 0,0-1,0 1,0 0,0-1,0 1,1 0,-1-1,1 1,-1-1,1 1,-1-1,1 1,0-1,0 1,0-1,0 0,0 1,0-1,0 0,0 0,1 0,-1 0,0 0,2 1,8 2</inkml:trace>
  <inkml:trace contextRef="#ctx0" brushRef="#br1" timeOffset="57880.596">9691 5436,'17'-6,"0"1,1 1,0 1,-1 0,1 1,9 1,-25 0,1 1,-1-1,0 1,1 0,-1-1,0 1,1 0,-1 1,1-1,-1 0,0 1,1-1,-1 1,0 0,0-1,0 1,1 0,-1 1,0-1,0 0,0 0,-1 1,1 0,0-1,0 1,-1 0,1-1,-1 1,0 0,1 0,-1 0,0 1,0-1,0 0,-1 0,2 3,-4 2,-1 1,0 0,0-1,0 0,-1 0,0 0,0 0,0-1,-1 1,0-1,-1-1,0 1,1-1,-1 1,-1-2,-5 5,11-9,-79 64,80-64,1-1,0 1,-1 0,1 0,0-1,-1 1,1 0,0 0,-1 0,1 0,0 0,-1 0,1 0,0 0,0 0,-1 0,1 0,0 0,-1 0,1 1,0-1,-1 0,1 1,0-1,-1 0,1 1,-1-1,1 1,-1-1,1 1,-1-1,1 1,-1-1,1 1,-1-1,0 1,1 0,-1-1,0 1,1 0,-1-1,0 1,0 0,0-1,0 1,1 0,-1-1,0 1,0 0,0-1,-1 1,1 0,0 0,0-1,0 1,0 0,-1-1,1 1,0 0,-1-1,1 1,0-1,-1 1,1-1,-1 1,1 0,-1-1,1 0,-1 1,40-1,0-1,0-2,0-2,4-3,6 1,93-13,-89 13</inkml:trace>
  <inkml:trace contextRef="#ctx0" brushRef="#br1" timeOffset="67345.441">5485 5081,'6'-3,"-6"3,0 0,0 1,0-1,0 0,0 1,0-1,0 0,0 1,0-1,0 0,0 1,0-1,0 0,0 1,0-1,1 0,-1 0,0 1,0-1,0 0,1 1,-1-1,0 0,0 0,1 0,-1 1,0-1,0 0,1 0,-1 0,0 0,1 1,-1-1,0 0,1 0,-1 0,0 0,0 0,1 0,-1 0,0 0,1 0,-1 0,0 0,1 0,-1 0,0 0,1 0,-1-1,-9 34,2 1,1 0,2 0,1 0,1 0,2 9,1 10,-1-41</inkml:trace>
  <inkml:trace contextRef="#ctx0" brushRef="#br1" timeOffset="68036.157">5772 5109,'-1'-1,"0"0,0 1,1-1,-1 1,0-1,0 1,0 0,0-1,0 1,0 0,0-1,0 1,0 0,0 0,0 0,0 0,0 0,0 0,0 0,0 1,0-1,0 0,1 0,-1 1,0-1,0 1,0-1,0 0,0 1,0 0,1-1,-1 1,0 0,1-1,-1 1,0 0,1-1,-1 1,1 0,-1 0,1 0,-1 0,1 0,-22 39,18-33,1 1,0-1,0 1,1 0,-1 0,2 0,-1 0,1 0,1 0,-1 0,2 0,-1 0,1 0,0 0,0 0,1 0,0 0,1 0,2 5,-3-11,0 0,1 1,-1-1,1-1,-1 1,1 0,0-1,-1 1,1-1,0 0,0 0,0 0,0 0,0-1,0 1,0-1,0 0,0 1,1-2,-1 1,0 0,0-1,0 1,0-1,0 0,0 0,0 0,0 0,-1 0,1-1,0 1,-1-1,1 0,-1 0,1 0,-1 0,2-2,2-1,0-1,0 0,-1 0,0 0,0 0,0-1,-1 0,1 0,-2 0,1-1,-1 1,0-1,-1 0,0 0,0 0,-1 0,0 0,0 0,-1 0,0 0,0-1,-1 1,0 0,0 0,-1 0,-1-2,1 7,-1-1,1 1,-1 0,0 0,0 0,-1 0,1 1,0-1,-1 1,0 0,1 0,-1 0,0 0,0 1,0 0,0 0,0 0,-1 0,1 0,0 1,0 0,-1 0,1 0,0 0,0 1,0 0,-1-1,1 1,0 1,0-1,0 1,1 0,-1 0,0 0,0 0,1 0,0 1,-1 0,1-1,0 1,0 1,1-1,-1 0,-7 12,0 0,2 1,0-1,0 2,2-1,0 1,1 0,0 0,0 8,4-22,0-1,0 1,0-1,0 1,0 0,0 0,1-1,-1 1,1 0,0 0,0 0,0 0,0 0,1-1,-1 1,1 0,0 0,-1 0,1-1,0 1,1-1,-1 1,0-1,1 1,-1-1,1 1,0-1,0 0,0 0,0 0,0 0,0-1,1 1,-1 0,1-1,1 1,21 4,0-3</inkml:trace>
  <inkml:trace contextRef="#ctx0" brushRef="#br2" timeOffset="81827.765">528 7812,'-6'8,"0"0,0 0,1 1,0 0,1 0,0 0,1 0,-1 0,2 1,-1 0,1 0,1-1,0 1,0 0,1 0,0 0,1 0,0 0,1 0,1 5,-1-11,1 0,-1 0,1 0,0 0,0-1,0 1,0-1,0 0,1 0,0 0,-1 0,1-1,0 1,0-1,1 0,-1 0,0-1,1 1,-1-1,1 0,-1 0,1-1,0 1,-1-1,4 0,0 0,0 0,0 0,1-1,-1 0,0-1,0 0,0 0,0 0,-1-1,1-1,-1 1,1-1,-1 0,1-2,-5 4,1-1,-1 1,0-1,-1 0,1 0,0 0,-1 0,0 0,0-1,0 1,0-1,0 1,-1-1,1 0,-1 0,0 1,0-1,-1 0,1 0,-1 0,0 0,0 0,0 0,0 0,-1 0,1 0,-1 0,0 0,-1 0,1 0,-1 1,1-1,-1 1,0-1,0 1,-1 0,-1-3,-4-3,-1 0,0 1,0 0,-1 0,0 1,0 0,-1 1,0 0,0 1,0 0,-1 1,0 0,0 1,0 0,0 0,0 2,-1 0,1 0,0 1,-1 0,-10 3,13-3,1 1,0 1,-1 0,1 0,0 0,0 2,1-1,-1 1,1 0,-1 0,1 1,1 1,-1-1,1 1,0 0,0 1,1 0,-1 0,2 0,-1 0,1 1,0 0,1 1,-1-1,2 1,-1-1,1 1,-1 9,-1 17</inkml:trace>
  <inkml:trace contextRef="#ctx0" brushRef="#br2" timeOffset="82780.451">610 7253,'0'0,"0"0,-1 0,1 0,0 0,-1 0,1 0,-1 0,1 0,0 0,-1 0,1 0,0 0,-1 0,1-1,0 1,-1 0,1 0,0 0,-1 0,1-1,0 1,-1 0,1 0,0-1,0 1,-1 0,1 0,0-1,0 1,0 0,-1-1,1 1,0 0,0-1,0 1,0 0,0-1,0 1,-1 0,1-1,0 1,0-1,0 1,0 0,0-1,1 1,-1 0,0-1,0 1,0-1,0 1,0 0,0-1,1 1,-1 0,0 0,0-1,0 1,1 0,-1-1,0 1,0 0,7-22,0 0,1 1,2 0,0 1,10-15,-13 20,3-3,36-47,-46 65,0-1,1 1,-1 0,0 0,1-1,-1 1,0 0,1 0,-1 0,0 0,1 0,-1 0,1-1,-1 1,0 0,1 0,-1 0,1 0,-1 0,0 0,1 0,-1 1,1-1,-1 0,0 0,1 0,-1 0,0 0,1 1,-1-1,0 0,1 0,-1 1,0-1,1 0,-1 0,0 1,0-1,1 0,-1 1,0-1,0 0,0 1,1-1,-1 0,0 1,0-1,0 1,0-1,0 0,0 1,0-1,0 1,0-1,0 0,0 1,0-1,0 1,0-1,0 1,-1 28,1-28,-7 61,1-22,2 1,2 0,1 0,3 1,2 6,-4-47,1 1,0 0,0 0,0 0,-1 0,1 1,0-1,-1 0,0 0,1 1,-1-1,0 0,0 1,0-1,0 0,-1 0,1 1,-1-1,1 0,-1 0,0 0,0 0,0 1,0-1,0 0,-1-1,1 1,0 0,-1 0,1-1,-1 1,0 0,0-1,1 0,-1 1,0-1,0 0,0 0,-1 0,1 0,0-1,-1 1,-21 0,15-2,13 0,41-8,-1-2,-1-1,23-11,-46 16,21-7</inkml:trace>
  <inkml:trace contextRef="#ctx0" brushRef="#br2" timeOffset="87333.773">4898 6269,'12'30,"-11"-27,6 178,10 115,-13 62,-16-614,20-125,-4 281,2 421,-4 125,-23-159,22-404,39-669,-40 758,0 23,0 18,0 211,1 12,-19 119,-8-108,21-220,1-22,3-18,14-210,26-333,-23 218,-14 319,15 129,-4 101,-10-1,-9 1,-29 176,27-302,-10 239,14-292,-1-50,-3-429,-36-220,41 641,0 69,17 460,-31 460,7-755,2-280,9-41,4 0,6 0,16-65,-20 132,5-52,-26 142,-11 89,6 2,1 85,5-55,-8 61,-10-2,-10 0,-35 95,51-249,25-70,0 1,0-1,-1 1,1-1,0 0,0 1,0-1,0 1,0-1,0 0,-1 1,1-1,0 0,0 1,-1-1,1 0,0 1,0-1,-1 0,1 1,0-1,-1 0,1 0,-1 1,1-1,0 0,-1 0,1 0,0 0,-1 0,1 0,-1 1,1-1,-1 0,1 0,0 0,-1 0,1 0,-1-1,1 1,0 0,-1 0,1 0,-1 0,1 0,0 0,-1-1,1 1,0 0,-1 0,1-1,0 1,-1 0,1-1,-9-22,4-28,2 1,2 0,2-1,3-4,-4 48,22-218,11-13,4-32,-33 245,-3 45,-27 455,23-380,-4 137,-23 114,1-160,-9-2,-55 158,36-188,57-154,0 0,0 1,0-1,0 1,0-1,0 0,0 1,0-1,0 1,0-1,-1 0,1 1,0-1,0 1,0-1,0 0,0 1,-1-1,1 0,0 1,0-1,-1 0,1 1,0-1,-1 0,1 0,0 1,-1-1,1 0,0 0,-1 0,1 1,0-1,-1 0,1 0,0 0,-1 0,1 0,-1 0,1 0,0 0,-1 0,1 0,-1 0,1 0,0 0,-1 0,1 0,-1 0,1-1,0 1,-1 0,1 0,0 0,-1 0,1-1,0 1,-1 0,1-1,0 1,-6-27,3-106,13-129,-5 180,-1 19,2-75,6 0,6 0,14-36,-5 95,-27 80,0-1,0 1,0 0,0-1,0 1,0 0,1 0,-1-1,0 1,0 0,1-1,-1 1,0 0,1-1,-1 1,1-1,-1 1,1-1,-1 1,1-1,-1 1,1-1,-1 1,1-1,0 0,-1 1,1-1,0 0,-1 1,1-1,0 0,-1 0,1 0,0 0,0 0,-1 0,1 0,0 0,-1 0,1 0,0 0,0 0,-1 0,1 0,0-1,-1 1,1 0,0-1,-1 1,1 0,-1-1,1 1,0-1,-1 1,1-1,-1 1,1-1,-1 1,0-1,1 0,-1 1,1-1,7 50,-1 0,-2 1,-3 0,-2 15,0-37,-8 260,-12 0,-13-1,-35 112,16-122,47-264,1-18,2-25,0-193,0 163</inkml:trace>
  <inkml:trace contextRef="#ctx0" brushRef="#br2" timeOffset="88070.741">4898 6624,'0'-10,"-1"22,-1 8,-34 343,-61 482,-22-220,88-528,22-82</inkml:trace>
  <inkml:trace contextRef="#ctx0" brushRef="#br2" timeOffset="88464.18">4775 6733,'51'-128,"-51"127,0 0,0 1,0-1,0 0,0 1,0-1,1 0,-1 1,0-1,0 1,0-1,1 0,-1 1,0-1,0 1,1-1,-1 1,1-1,-1 1,0-1,1 1,-1-1,1 1,-1-1,1 1,0 0,-1-1,1 1,-1 0,1 0,0-1,-1 1,1 0,-1 0,1 0,0 0,-1 0,1 0,0 0,-1 0,1 0,0 0,-1 0,1 0,-1 0,1 1,0-1,-1 0,1 0,-1 1,1-1,0 0,-1 1,1-1,-1 1,1-1,-1 0,0 1,1-1,-1 1,1 0,7 119,-3 237,-15 1,-43 245,49-568,-3 29,-3 0,-2-1,-11 30,11-66,12-27,0 0,-1 0,1 0,-1 1,1-1,-1 0,1 0,-1 0,1 0,-1 0,1 0,0 0,-1 0,1 0,-1 0,1 0,-1-1,1 1,-1 0,1 0,0 0,-1 0,1-1,-1 1,1 0,0 0,-1-1,1 1,0 0,-1-1,1 1,0-1,-1 1,1 0,0-1,0 1,0-1,-1 1,1 0,0-1,0 1,0-1,0 1,0-1,0 1,0-1,0 1,0-1,0 1,0 0,0-1,0 1,0-1,0 1,1-1,-1 1,0 0,0-1,0 1,1-1,-1 0,-4-27</inkml:trace>
  <inkml:trace contextRef="#ctx0" brushRef="#br2" timeOffset="90499.011">4761 7294,'-1'-94,"-1"37,2 0,2 0,4 0,11-55,-16 104,0 0,1 1,0-1,1 1,-1-1,1 1,1 0,-1 0,1 0,1 0,-1 1,1-1,0 1,1 0,2-2,-7 8,1 0,-1 0,0 1,0-1,1 0,-1 1,0-1,0 1,0-1,1 1,-1-1,0 1,0 0,0 0,0-1,0 1,0 0,0 0,-1 0,1 0,0 0,0 0,-1 0,1 1,-1-1,1 0,-1 0,1 0,-1 1,0-1,1 0,-1 0,0 1,0-1,0 0,0 1,0-1,0 0,-1 0,1 1,-1 0,1-2,6 74,-5 0,-5 46,3-90,-29 347,-54 236,73-549,-119 731,124-766,-1 15,-2-1,-2 0,-1 0,-14 28,26-70,0-1,0 1,0 0,-1 0,1 0,0-1,0 1,-1 0,1 0,0-1,-1 1,1 0,-1-1,1 1,-1 0,1-1,-1 1,1-1,-1 1,0-1,1 1,-1-1,0 1,1-1,-1 0,0 1,0-1,1 0,-1 0,0 1,0-1,1 0,-1 0,0 0,0 0,0 0,-12-29,8-26,2 1,2-1,3 1,2-1,9-38,-10 67,26-194,15-26,-18 157,-16 84,-6 23,0 52,-2 1,-6 53,3-103,-24 313,-14-2,-27 61,25-169,41-225,0 1,0 0,-1 0,1 0,0-1,0 1,0 0,-1 0,1 0,0 0,0 0,-1-1,1 1,0 0,0 0,-1 0,1 0,0 0,0 0,-1 0,1 0,0 0,0 0,-1 0,1 0,0 0,-1 0,1 0,-1-97,4-1,4 1,17-80,-5 60,4 1,5 1,28-66,-15 90,-41 92,0-1,0 1,-1-1,1 0,0 1,0-1,0 1,0-1,0 1,0-1,0 1,0-1,0 1,0-1,0 1,0-1,0 1,1-1,-1 1,0-1,0 1,1-1,-1 0,0 1,0-1,1 1,-1-1,0 0,1 1,-1-1,0 0,1 1,-1-1,1 0,-1 0,1 1,-1-1,1 0,-1 0,0 0,1 0,-1 0,1 0,-1 1,1-1,-1 0,1 0,-1 0,1-1,-1 1,1 0,-1 0,1 0,-1 0,1 0,-1-1,1 1,-1 0,0 0,1-1,-1 1,1 0,-1-1,0 1,1 0,-1-1,0 1,1-1,2 34,-2 1,-1-1,-2 0,-1 0,-4 19,2-11,-47 300,-41 113,-10 42,84-422,13-72,4-18,1-269,7 117,6 1,9-1,-3 78,-11 85,-6 25,-34 297,-63 359,94-665,0-16,2-21,0 23,-1-76,4 0,7-30,5 53,-8 58,1 61,-9 30,-4-1,-3 1,-12 39,2-9,16-107,1-22,3-29,5-23,1-1,4 2,4-9,6 25,-10 68,-21 131,3-106,-12 60,17-124,44-145,-34 140,-8 17,-1 0,0 0,1 0,-1 0,1 0,-1 0,1 0,-1 0,0 0,1 0,-1 0,1 0,-1 1,0-1,1 0,-1 0,1 0,-1 1,0-1,1 0,-1 0,0 1,1-1,-1 0,0 1,0-1,1 0,-1 1,0-1,0 1,1-1,-1 0,0 1,0-1,0 1,0-1,0 0,0 1,0-1,0 1,0-1,0 1,0-1,0 0,0 1,0-1,0 1,0-1,0 1,0-1,-1 0,1 1,0 19,-1 0,-1 0,0 0,-2 0,0 0,-5 13,-2 9,-18 72,39-162,-10 47,0 1,0 0,0-1,-1 1,1 0,0-1,0 1,0 0,0-1,0 1,0-1,0 1,0 0,0-1,0 1,0 0,0-1,0 1,0 0,0-1,0 1,0-1,0 1,0 0,1-1,-1 1,0 0,0-1,0 1,1 0,-1 0,0-1,0 1,1 0,-1 0,0-1,1 1,-1 0,0 0,1 0,-1-1,0 1,1 0,-1 0,0 0,1 0,-1 0,0 0,1 0,-1 0,1 0,-1 0,0 0,1 0,-1 0,0 0,1 0,-1 0,0 1,1-1,-1 0,-16 105,1-23,15-82,0-1,0 1,1 0,-1-1,0 1,0 0,0 0,0-1,0 1,0 0,1 0,-1 0,0-1,0 1,0 0,1 0,-1 0,0-1,0 1,0 0,1 0,-1 0,0 0,0 0,1-1,-1 1,0 0,1 0,-1 0,0 0,0 0,1 0,-1 0,0 0,1 0,-1 0,0 0,0 0,1 0,-1 1,0-1,0 0,1 0,-1 0,0 0,0 0,1 0,-1 1,0-1,0 0,0 0,1 0,-1 1,0-1,0 0,0 0,0 1,1-1,-1 0,15-23,8-24,-28 56,2-5,1 0,-1 1,1 0,0 0,0-1,1 1,0 0,-1 0,2 1,-1-1,0 0,1 2,1-4,1-5</inkml:trace>
  <inkml:trace contextRef="#ctx0" brushRef="#br2" timeOffset="92242.818">4898 5764,'-2'-5,"-1"1,0 9,0 11,1 16,1 14,1 10,-1 8,1 4,-2 2,-1-1,0-3,1-6,-2-9,0-12</inkml:trace>
  <inkml:trace contextRef="#ctx0" brushRef="#br2" timeOffset="95118.827">4871 5968,'-17'-45,"13"47,-3 109,21 432,-14-334,-14-698,-13 111,29 351,-2 27,1 0,-1 1,0-1,0 0,1 0,-1 0,0 0,0 0,1 0,-1 0,0 0,0 0,1 0,-1 0,0 0,0 0,1 0,-1 0,0 0,0 0,1-1,-1 1,0 0,0 0,0 0,1 0,-1 0,0-1,0 1,0 0,0 0,1 0,-1 0,0-1,0 1,0 0,0 0,0-1,0 1,1 0,-1 0,0 0,0-1,0 1,0 0,0 0,0-1,0 1,0 0,0 0,0-1,0 1,0 0,0 0,-1-1,1 1,0 0,0 0,0-1,0 1,0 0,24 118,11 304,-23-221,-5-150,-4-52,2-102,-5 102,2-275,-17-64,14 496,1-134,11 107,-11-130,0 1,0 0,1-1,-1 1,0 0,0 0,0 0,1-1,-1 1,0 0,0 0,0 0,1-1,-1 1,0 0,1 0,-1 0,0 0,0 0,1 0,-1-1,0 1,1 0,-1 0,0 0,1 0,-1 0,0 0,0 0,1 0,-1 1,0-1,1 0,-1 0,0 0,1 0,-1 0,0 0,0 1,1-1,-1 0,0 0,0 0,1 1,-1-1,0 0,0 0,0 1,0-1,1 0,-1 0,0 1,0-1,0 0,8-30,-5-8,-1 0,-2 0,-1 0,-2-1,-2 1,-1 1,-7-20,0 13,12 45,0-1,0 1,0 0,1-1,-1 1,0 0,0 0,1-1,-1 1,0 0,1 0,-1 0,1 0,-1 0,1 0,0 0,-1 0,1 0,0 0,0 0,0 0,0 0,0 0,0 0,0 0,0 0,0 1,0-1,0 0,1 0,-1 0,0 0,3 11,1-16,3-19,-6-143,13 757,-13-643,1-14,-2 0,-4 0,-2 0,-6-13,4 55,8 24,-1-1,1 1,-1 0,1 0,-1 0,1 0,-1 0,1-1,-1 1,1 0,-1 0,1 0,-1 1,1-1,-1 0,1 0,-1 0,1 0,-1 0,1 1,-1-1,1 0,-1 0,1 1,-1-1,1 0,0 1,-1-1,1 0,-1 1,1-1,0 1,0-1,-1 0,1 1,0-1,0 1,-1-1,1 1,0-1,0 1,0-1,0 1,0-1,0 1,0-1,0 1,0 0,0-1,0 1,0-1,0 1,0-1,0 1,1-1,-1 1,0-1,0 1,-6 43,1 0,3 0,2 33,0-28,1 447,-6-456,2-42,-3-136,-5-36,-18-73,19 196,8 54,5 127,1-93,-2-17,2 30,2 0,3 0,4 11,-6-47,-4-23,0-27,-4-726,-12 1157,11-330,0 17,3 0,9 57,-7-125,-4-29,-1 1,-35-199,-2-112,38 302,0 0,0 46,3 514,1-483,-1-58,5-159,-8 139,-20-335,23 443,-3-20</inkml:trace>
  <inkml:trace contextRef="#ctx0" brushRef="#br3" timeOffset="135953.379">3095 1,'1'0,"1"0,-1 0,0 0,1 1,-1-1,0 1,1-1,-1 1,0-1,0 1,1 0,-1-1,0 1,0 0,0 0,0 0,0 0,0 0,0 0,0 0,-1 0,1 0,0 0,-1 1,1-1,-1 0,1 0,-1 1,1-1,-1 1,30 109,20 81,-37-97,2 28,-2 0,-13 507,-29-385,22-105,-4 144,3-12,-31 6,-2-110,27-107,-2-1,-24 56,-18 34,-100 150,97-183,-2 11,2 3,-35 108,49-90,12 13,21-74,9-48,1 1,2-1,1 1,3 6,0 24,-2-63,0 0,1-1,0 1,1 0,-1-1,1 1,1-1,0 0,0 0,0 0,1 0,0-1,0 1,0-1,1 0,0 0,1 0,-1-1,1 0,0 0,0 0,3 0,155 61,58 2,-48-35,-60 7,73 5,-60 1,-96-35,0-1,0-2,1-2,0-1,20 1,70 39,61-18,-165-20,-1 0,2-1,-1-1,0-1,1 0,17 0,160 37,-60-27,-117-13,0 0,0 2,-1 0,1 1,-1 1,0 1,4 2,74 18,-72-21,-1 0,0 2,0 1,-1 1,0 1,4 2,16 9,27 19,-27 58,-35-83,-1 1,0 0,-2 0,1 0,-2 1,0-1,-1 1,-1 0,0 2,11 76,-4 15,6 94,-8-68,-6-39,14 12,-6 68,6-89,-8 46,-8-82,11 70,-5-90,-1-1,-1 1,-2-1,-2 12,1 21,1 744,27-579,-19-46,-3 135,24-34,-22 144,12 13,-19-403,-1 41,4 0,8 44,15 188,-16-128,4 208,-9 30,10-217,-8-45,0 72,-8-143,14 82,1-38,-1 49,-12-152,2 0,0 0,2 0,6 20,-8-39</inkml:trace>
  <inkml:trace contextRef="#ctx0" brushRef="#br3" timeOffset="137413.137">2986 4494,'-1'4,"1"0,0 0,0 1,0-1,0 0,1 0,-1 0,1 0,0 0,1-1,-1 1,1 0,-1 0,1-1,0 1,1-1,-1 1,0-1,1 0,0 0,0 0,0 0,75 54,-76-56,76 47,-24-18,-1 3,-2 3,-2 1,6 9,-48-41,-1 1,0-1,0 1,0 0,-1 0,0 1,0 0,0-1,-1 2,0-1,-1 0,0 1,0 0,0 0,-1 0,0 0,-1 0,0 0,0 0,-1 0,0 1,0-1,-1 0,0 0,0 1,-6 8,-2 0,1-1,-2 0,0-1,-1 0,0 0,-1-1,-9 7,11-9,-380 416,310-341,11-13</inkml:trace>
  <inkml:trace contextRef="#ctx0" brushRef="#br3" timeOffset="138598.544">6332 12784,'0'-10,"0"0,0 8,0 14,0 17,0 17,0 14,0 12,0 9,0 5,0 2,0-5,-2-7,-1-10,-1-16</inkml:trace>
  <inkml:trace contextRef="#ctx0" brushRef="#br3" timeOffset="138852.55">6250 13617,'-3'0,"3"0,4-3,10-2,9-4,8-2,5-1,3 1,1 3,-5 2,-4 2,-4 5,-8 4,-6 1</inkml:trace>
  <inkml:trace contextRef="#ctx0" brushRef="#br3" timeOffset="139332.832">6086 12469,'21'0,"16"-5,13-3,8-6,6-2,1 1,-7 4,-7 3,-13 3</inkml:trace>
  <inkml:trace contextRef="#ctx0" brushRef="#br3" timeOffset="140305.725">7396 13179,'-18'5,"0"2,1 0,-1 0,1 2,1 0,0 1,0 1,1 0,0 1,1 1,0 0,1 1,0 0,2 1,-1 0,2 1,0 1,1-1,1 2,-1 3,-5 14,1 1,3 1,0 0,3 1,1-1,1 1,3 0,1 1,3 24,-2-44,1 0,1 0,1 0,0 0,2 0,0-1,1 0,1 0,0 0,2-1,0 0,0 0,2-1,0-1,1 0,0 0,2-1,2 2,5 0,0 0,1-2,1 0,0-2,0 0,1-2,1-1,0 0,0-2,1-1,-1-1,20 1,-39-6,0 0,0 0,1-1,-1 0,0 0,0-1,0 1,0-1,0 0,-1-1,1 1,-1-1,1-1,-1 1,0-1,0 1,-1-1,1-1,-1 1,0-1,0 0,0 1,0-2,-1 1,1-2,6-7,-2 0,1 0,-1 0,-1-1,-1-1,0 1,-1-1,-1 0,2-9,-6 22,0 0,0-1,-1 1,1 0,-1 0,0 0,0 0,0 0,0 0,0 0,-1 0,1 0,-1 0,0 1,0-1,0 1,0-1,0 1,-1 0,1 0,-1 0,1 0,-1 0,-2 0,-71-33,66 32,1 1,0 0,-1 0,1 1,-1 0,1 1,-1 0,1 0,-1 1,0 0,1 1,0 0,-1 0,1 1,0 0,0 1,1 0,-1 1,1-1,0 1,0 1,0 0,-2 3,-7 7,2 0,0 2,0 0,2 0,-7 13,-7 14</inkml:trace>
  <inkml:trace contextRef="#ctx0" brushRef="#br3" timeOffset="145713.433">15891 10762,'-10'4,"1"-1,-1 1,1 1,0 0,1 0,-1 1,1 0,0 0,0 1,1 0,0 0,0 1,1 0,0 0,0 1,1-1,0 1,0 0,1 1,0-1,1 1,-2 8,0 3,0 1,1 0,2 0,0 1,1-1,1 0,2 1,0-1,5 22,-4-28,0-1,2 1,0-1,0 0,1 0,1-1,1 1,0-2,1 1,0-1,1 0,0-1,1 0,1-1,0 0,0-1,1 0,0-1,1 0,0-2,0 1,1-1,0-1,0-1,0 0,1-1,-1-1,1 0,0-1,0-1,2 0,-4-2,0-1,0 0,0-1,0-1,-1 0,0-1,1 0,-1-1,-1 0,1-1,-1-1,-1 0,1 0,-1-1,-1-1,0 0,0 0,-1-1,0 0,-1-1,0 1,-1-2,5-9,0-3,-1 0,-1-1,-1 0,-1-1,-2 1,-1-1,-1-1,-1 1,-1-1,-1 1,-4-26,1 32,-1-1,-2 1,0 0,-1 0,-1 0,-1 1,-1 0,-1 1,0 0,-1 0,-8-8,13 19,0 0,-1 0,0 0,-1 1,0 0,0 0,0 1,-1 0,0 1,0 0,0 0,-1 1,0 0,0 1,0 0,0 0,0 1,0 0,-1 1,1 1,-1-1,1 1,-1 1,-6 1,5 1,-1 0,1 0,-1 2,1-1,0 2,1-1,0 2,-1-1,2 1,-1 1,1 0,0 1,1 0,0 0,1 1,-3 3,-4 8,1 0,1 1,1 0,1 1,0 1,2-1,-4 21,-9 41</inkml:trace>
  <inkml:trace contextRef="#ctx0" brushRef="#br3" timeOffset="146200.303">16875 11186,'12'-539,"-13"465,-2 64,-2 23,-25 248,4 193,39-280,-5-138</inkml:trace>
  <inkml:trace contextRef="#ctx0" brushRef="#br3" timeOffset="146685.045">17476 11076,'-4'-53,"3"-1,2 1,3 0,2-1,5-16,11-128,-22 189,-3 16,-3 15,-12 91,5 1,4 0,6 20,1-72,3 1,3-1,2 0,4 2,1-9</inkml:trace>
  <inkml:trace contextRef="#ctx0" brushRef="#br3" timeOffset="147198.762">18199 10612,'-10'1,"-1"1,1 1,0 0,0 1,0-1,1 2,-1 0,1 0,0 0,1 1,-1 0,1 1,0 0,1 0,-1 1,2 0,-1 0,1 1,0 0,1 0,0 0,0 1,1-1,-1 6,-2 5,1-1,2 1,0 0,1 1,1-1,0 0,2 1,1-1,0 1,1-1,2 0,1 5,-1-6,2-1,0 1,1-1,1-1,0 1,1-1,1-1,1 0,0 0,1-1,1 0,0-1,1-1,1 0,0-1,0-1,1 0,1-1,0-1,0 0,0-1,1-1,1-1,-1 0,6-1,-17-4,-1 0,1-1,0 0,0 0,0 0,0-1,-1 0,1-1,0 1,-1-1,1-1,-1 1,0-1,0 0,0-1,0 1,0-1,-1 0,1-1,-1 1,0-1,-1 0,1 0,-1-1,0 1,3-6,4-11,-1 0,-1-1,-1 0,-1 0,-1 0,-2-1,0 0,-1-1,-1 1,-1 0,-2 0,0-1,-4-19,2 21,-1-1,-1 1,0 0,-2 1,-1-1,-1 1,-3-5,9 20,-1 0,0 0,0 0,-1 1,0-1,0 1,0 0,-1 1,0-1,0 1,0 0,-1 1,1-1,-1 1,0 1,0-1,-1 1,1 1,-1-1,0 1,1 0,-1 1,0 0,-4 1,1 1,0 1,0 0,0 0,0 1,1 1,-1 0,1 0,0 1,0 0,0 0,1 1,0 1,0 0,0 0,1 1,0 0,1 0,0 0,0 1,1 0,0 1,0 0,1 0,0 0,1 0,0 1,1-1,0 1,1 0,-1 2,-3 40</inkml:trace>
  <inkml:trace contextRef="#ctx0" brushRef="#br3" timeOffset="147445.254">19264 10708,'19'2,"15"1,13 0,11-1,9 0,5-1,-1-1,-9 3,-14 2,-15 1</inkml:trace>
  <inkml:trace contextRef="#ctx0" brushRef="#br3" timeOffset="147632.788">19278 11267,'23'7,"24"2,23-2,22-5,19-6,12-3,-16-2</inkml:trace>
  <inkml:trace contextRef="#ctx0" brushRef="#br3" timeOffset="148135.201">21477 10271,'-22'-6,"0"2,0 0,0 1,-1 1,1 1,-1 1,1 2,0 0,-1 1,1 1,0 1,1 1,-1 1,1 0,1 2,-1 1,-9 6,12-2,1 1,0 1,1 1,1 0,0 1,1 0,1 1,1 1,1 0,0 0,2 1,-2 6,-2 12,1 0,1 1,3 1,1 0,2 0,1 17,3-19,2 0,1 0,2 0,2 0,1-1,2 0,12 32,-12-47,0-1,1 1,1-1,1-1,1 0,1-1,1-1,1 0,0-1,1 0,1-1,1-2,2 1,-9-7,1-1,0-1,0 0,0-1,1-1,0 0,1 0,-1-2,1 0,-1 0,14 0,-19-3,-1 0,1 0,0-1,-1 0,1-1,-1 1,1-2,-1 1,0-1,0 0,0-1,0 0,-1 0,1-1,-1 0,0 0,-1-1,1 0,-1 0,4-5,-3 1,0 0,-1 0,0 0,-1-1,0 0,-1 0,0 0,0 0,-2-1,1 1,-1-1,-1 0,0 0,-1 0,0 1,-1-1,0 0,-2-9,1 13,0 0,0 0,0 0,-1 1,0-1,0 1,-1 0,0 0,-1 0,1 0,-1 1,0 0,-1 0,0 0,0 1,0 0,0 0,-1 0,0 1,0 0,0 0,0 1,-1 0,1 0,-1 0,0 1,-5 0,1 0,0 2,-1 0,1 0,0 1,0 0,1 1,-1 1,0 0,1 0,-1 1,1 1,0 0,0 0,-8 7,-10 7,0 1,1 1,2 2,-11 11,-35 39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9:47.5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0 521,'1'-12,"0"0,1 0,0 0,0 1,2-1,-1 1,1-1,1 1,0 1,1-1,0 1,0 0,1 0,0 1,1-1,0 2,1-1,0 1,14-11,0 0,1 2,1 0,1 2,1 1,18-7,-6 6,2 2,-1 1,1 3,1 1,0 2,0 2,0 1,0 3,0 1,16 4,357 21,-395-27,0 1,0 2,0 0,0 1,-1 1,1 0,-1 2,0 0,0 1,-1 1,0 1,0 1,7 5,35 39,38 22,-93-73,-1 0,0 0,0 0,0 0,1 0,-1-1,1 0,-1 0,1 0,0 0,0-1,0 0,-1 0,1 0,0-1,1 1,-1-1,0 0,0-1,0 1,0-1,0 0,0 0,-1-1,1 1,0-1,-1 0,1 0,-1-1,1 0,-1 1,0-2,3-5,-2-1,1 0,-1 0,-1-1,0 1,0-1,-1 0,2-10,21-59,-23 78,0-1,-1 1,1 0,0-1,0 1,0 1,1-1,-1 0,0 1,1 0,-1-1,1 1,-1 1,1-1,0 0,-1 1,1 0,0 0,-1 0,1 0,0 1,-1-1,1 1,-1 0,4 1,17 0,-10-2,-10 0,-1 0,1-1,-1 1,1 1,0-1,-1 0,1 1,-1 0,1 0,-1 0,1 0,-1 0,1 1,-1 0,0-1,0 1,0 0,0 1,0-1,-1 0,1 1,-1 0,24 33,-21-27,0-1,1 0,-1-1,2 1,-1-1,1 0,0-1,0 1,1-1,0-1,0 0,1 1,1-2,0 0,1-1,0 1,-1-2,1 0,0 0,0-1,0 0,0-1,0 0,0-1,0 0,0-1,0 0,0-1,0 0,-1 0,0-1,8-4,66-33,132-54,155-3,-223 70,2 6,0 7,143 4,83 2,-367 8,-1 1,1 0,0 0,-1 1,1 0,-1 1,0 0,0 0,1 1,-1 0,0 0,-1 1,1 0,-1 0,0 1,0 0,0 0,0 0,-1 1,0 0,0 1,-1-1,0 1,0 0,0 0,-1 1,0-1,0 15,-1-1,-1 1,0-1,-2 1,0 0,-2 0,0-1,-2 1,-3 12,-7 66,17-52,1-33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9:48.5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0 579,'34'-13,"0"1,0 2,1 1,1 2,-1 2,1 1,26 1,-59 2,-1 1,1 0,-1 0,1 0,-1 0,1 0,-1 0,1 1,-1-1,1 1,-1 0,1-1,-1 1,0 0,0 1,1-1,-1 0,0 1,0-1,0 1,0-1,-1 1,1 0,0 0,-1 0,1 0,-1 0,1 0,-1 1,0-1,0 0,0 0,-1 1,1-1,0 1,-1-1,0 1,1-1,-1 1,0-1,0 1,0-1,-1 3,-5 10,0-1,-1 1,-1-1,0 0,-1-1,-1 0,1-1,-2 0,0 0,-1-1,0 0,0-1,-1-1,-10 6,4-4,13-11,13-7,10-5,-1 2,1 0,1 1,-1 0,1 2,1 0,0 1,16-3,-31 8,1 0,-1 0,0 0,0 0,1 1,-1 0,1 0,-1 0,0 0,1 1,-1 0,0 0,0 0,1 0,-1 0,0 1,0 0,0 0,-1 0,1 0,0 1,-1 0,0-1,1 1,-1 0,0 1,0-1,-1 0,1 1,-1 0,0-1,0 1,0 0,0 0,-1 0,1 0,-1 2,1 3,-2-1,1 1,-1 0,0 0,-1 0,0-1,0 1,-1 0,0-1,0 1,-1-1,0 0,-1 0,0 0,0 0,-1-1,0 0,0 1,0-2,-1 1,0-1,-1 0,0 0,-2 3,-1-1,0 0,-1-1,0-1,0 1,0-2,-1 1,0-2,0 1,0-2,0 1,-1-2,0 0,1 0,-10-1,22 0,-1-1,0 0,0 1,0-1,0 1,1-1,-1 0,0 0,0 1,0-1,0 0,0 0,0 0,0 0,0 0,0 0,1 0,-1-1,0 1,0 0,0 0,0-1,0 1,0-1,1 1,-1 0,0-1,0 0,1 1,-1-1,0 1,1-1,-1 0,0 1,1-1,-1 0,1 0,-1 0,1 1,0-1,-1 0,1 0,0 0,0 0,-1 0,1 0,0 1,0-1,0 0,0 0,0 0,0 0,0 0,1 0,-1 0,0 0,0 0,1 1,-1-1,0 0,1 0,-1 0,13-10</inkml:trace>
  <inkml:trace contextRef="#ctx0" brushRef="#br0" timeOffset="384.364">775 686,'5'0,"-1"-1,1 2,-1-1,1 0,-1 1,1 0,-1 0,0 0,1 1,-1-1,0 1,0 0,0 0,0 1,-1-1,1 1,-1-1,1 1,-1 1,0-1,2 2,51 80,29 102,-85-186,0-1,0 1,0-1,0 1,0-1,0 1,0-1,1 1,-1-1,0 1,0-1,1 1,-1-1,0 1,0-1,1 1,-1-1,1 0,-1 1,0-1,1 0,-1 1,1-1,-1 0,1 0,-1 1,1-1,-1 0,1 0,-1 0,1 1,-1-1,1 0,-1 0,1 0,-1 0,1 0,0 0,-1 0,1 0,-1-1,1 1,-1 0,1 0,-1 0,1-1,-1 1,1 0,-1 0,1-1,-1 1,1-1,8-30,1-84,-9 87,0 0,2-1,1 2,2-1,0 0,2 1,1-1,-7 24,0-1,0 1,1 0,-1-1,1 1,0 0,0 1,0-1,1 0,-1 1,1 0,0 0,0 0,0 0,0 1,0-1,1 1,-1 0,1 0,1 0,21-3</inkml:trace>
  <inkml:trace contextRef="#ctx0" brushRef="#br0" timeOffset="1266.129">1524 766,'-72'-48,"69"47,0-1,0 2,0-1,0 0,0 1,0-1,-1 1,1 0,0 0,0 0,0 1,0-1,0 1,-1-1,1 1,0 0,0 0,1 1,-1-1,0 0,0 1,1 0,-1 0,0 0,1 0,-1 0,-6 9,-1 0,1 1,1 0,0 1,1 0,0 0,1 0,1 1,0-1,1 1,0 1,1-1,0 1,2-1,-1 1,2 0,0-13,0 0,0 0,0-1,0 1,0 0,0 0,0 0,1-1,-1 1,1 0,0-1,-1 1,1 0,0-1,0 1,0-1,0 1,0-1,0 1,0-1,1 0,-1 1,1-1,-1 0,0 0,1 0,0 0,-1-1,1 1,0 0,-1-1,1 1,0-1,0 1,-1-1,1 0,0 0,0 0,0 0,-1 0,1 0,0 0,0 0,-1-1,1 1,0-1,0 0,-1 1,2-1,10-5,1 0,-1-1,0 0,-1-1,0-1,0 0,-1 0,0-1,0 0,-1-1,-1 0,0-1,0 0,-1-1,-1 1,0-1,2-7,-3 3,-8 21,-4 7,2 1,-1 1,1-1,1 0,1 1,-1 0,2 0,0 0,0 11,1-22,1 0,-1 0,0 0,1 0,-1 0,1 0,-1 0,1 0,0 0,0 0,0 0,0-1,0 1,0 0,0-1,1 1,-1-1,1 1,-1-1,1 0,-1 0,1 1,0-1,-1 0,1-1,0 1,0 0,0 0,0-1,0 1,0-1,0 0,0 1,0-1,0 0,0 0,0 0,0-1,4 1,0-1,-1-1,1 1,-1-1,0 0,1 0,-1-1,0 1,0-1,-1 0,1-1,-1 1,2-2,4-7,-1-1,0 1,-1-1,0-1,-1 1,-1-1,0-1,-1 1,0-1,-2 0,1 0,-2 0,0 0,-1 0,0-1,-1 1,-1 0,-1-1,0 1,0 0,-6-14,56 52,133 22,-178-44,-1 0,1 0,0 1,-1-1,0 1,1-1,-1 1,0 0,0 0,0 0,0 0,0 0,-1 0,1 1,-1-1,1 0,-1 1,0-1,0 1,0 0,0-1,0 1,-1 0,1 0,-1-1,0 1,0 0,0 0,0 0,0 2,-28 86,18-68,7-16,-14 55,17-61,0 1,0-1,0 0,0 1,0-1,1 0,-1 0,0 1,0-1,1 0,-1 1,1-1,-1 0,1 0,0 0,-1 0,1 0,0 0,0 0,0 0,0 0,-1 0,2 0,-1 0,0 0,0-1,0 1,0 0,0-1,0 1,1-1,-1 1,0-1,1 0,-1 0,0 1,0-1,1 0,-1 0,0 0,1 0,-1-1,0 1,1 0,13-3,-1 0,0-1,0-1,0 0,-1-1,0-1,0 0,0 0,-1-1,10-9,-6 6,-1 0,0-1,-1-1,-1 0,0-1,-1 0,0-1,-1 0,0-1,-2 0,0-1,-1 0,5-14,-9-2,-9 35,1 7,1 1,0 0,0-1,1 2,0-1,1 0,0 0,1 0,0 10,-1-12,1-1,0 0,0 1,1-1,-1 0,2 0,-1 0,1 0,0 0,0 0,1 0,0 0,0-1,1 0,0 1,0-1,0-1,1 1,0 0,0-1,0 0,0-1,1 1,0-1,0 0,0 0,1-1,-1 1,1-2,5 3,22-2,-2-6</inkml:trace>
  <inkml:trace contextRef="#ctx0" brushRef="#br0" timeOffset="1448.601">2299 365,'-4'18,"2"13,9 6,13 0,13 0,2-7</inkml:trace>
  <inkml:trace contextRef="#ctx0" brushRef="#br0" timeOffset="1859.206">2848 619,'-8'-3,"0"0,0 1,0-1,0 2,-1-1,1 1,0 0,-1 1,1 0,-1 0,1 1,-1 0,1 1,0-1,0 2,-1-1,2 1,-1 0,0 1,1 0,-4 2,3 2,0 0,0 1,1 0,0 0,1 1,0 0,1 0,0 0,0 0,1 1,0 0,1 0,0 0,1 0,1 1,-1-1,2 0,-1 1,1-9,0 1,-1-1,1 1,0-1,1 0,-1 1,1-1,-1 0,1 1,0-1,0 0,0 0,1 0,-1 0,1 0,0 0,0 0,0 0,0-1,0 1,0-1,1 1,-1-1,1 0,0 0,0 0,0 0,0-1,0 1,0-1,0 0,0 0,0 0,1 0,-1 0,0-1,1 1,-1-1,1 0,-1 0,0-1,1 1,0-1,9-5,0 0,-1-2,1 1,-1-2,-1 0,0 0,0-1,-1 0,0-1,-1 0,0 0,0-1,-1-1,5-10,34-88,-46 100,-9 32,1-4,1 1,1 1,0-1,2 1,0 0,1-1,1 1,0 0,2 0,0 4,0-20,0 1,-1-1,1 0,1 0,-1 1,0-1,1 0,0 0,-1-1,1 1,0 0,0 0,1-1,-1 0,1 1,-1-1,1 0,0 0,0 0,-1-1,1 1,0-1,1 1,-1-1,0 0,0 0,1 0,-1-1,0 1,1-1,-1 0,0 0,1 0,-1 0,0-1,1 1,-1-1,0 0,1 0,-1 0,0 0,0-1,0 1,0-1,2-1,4-4,-1 1,-1-1,1 0,-1-1,0 0,-1 0,0-1,0 1,-1-1,0 0,0-1,0-3,15-33</inkml:trace>
  <inkml:trace contextRef="#ctx0" brushRef="#br0" timeOffset="2453.915">3115 431,'0'-323,"-2"311,-1 44,-14 476,16-484,-1-16,2 0,-1 0,1 0,0 0,1 0,0 0,0 0,1 0,0 0,1 2,-3-9,0 0,1-1,-1 1,0 0,1-1,-1 1,1-1,-1 1,1-1,-1 1,1-1,-1 1,1-1,-1 1,1-1,0 0,-1 1,1-1,0 0,-1 1,1-1,0 0,-1 0,1 0,0 0,-1 0,1 0,0 0,0 0,-1 0,1 0,0 0,0 0,-1 0,1 0,0-1,-1 1,1 0,0-1,-1 1,1 0,-1-1,1 1,0-1,-1 1,1-1,-1 1,0-1,1 1,-1-1,1 0,27-33,-25 30,10-15,-6 7,1 0,0 1,1 0,0 1,1 0,0 0,0 1,6-4,-14 12,0 0,-1 0,1 0,0 0,-1 0,1 0,0 0,0 0,0 1,0-1,0 1,0 0,0-1,0 1,0 0,0 0,0 0,0 0,0 1,0-1,0 1,-1-1,1 1,0-1,0 1,0 0,0 0,-1 0,1 0,0 0,-1 0,1 1,-1-1,1 1,-1-1,1 1,6 13,0-1,-1 1,-1 1,0-1,-1 1,-1 0,0 0,-1 1,-1-1,-1 1,0 13,0-25,0-1,0 0,-1 0,1 1,-1-1,0 0,-1 1,1-1,-1 0,1 0,-1 1,-1-1,1 0,0 0,-1 0,0 0,0-1,0 1,-1 0,1-1,-1 1,1-1,-1 0,0 0,-1 0,1 0,0-1,-1 1,0-1,1 0,-1 0,0 0,0-1,0 1,0-1,-1 0,1 0,0 0,0-1,-1 1,1-1,-3 0,3-1,-1 0,1 0,0-1,0 1,0-1,0 0,0 0,0 0,0 0,1-1,-1 1,1-1,-1 0,1 0,0 0,1-1,-1 1,0-1,1 0,0 1,0-1,0 0,0 0,1 0,-1-1,1 1,0-1,3 2,-1-1,1 0,0 0,0 1,0-1,1 1,-1 0,1 0,0 0,0 0,0 0,0 1,1-1,-1 1,1 0,-1 0,1 0,0 0,0 1,0-1,0 1,0 0,2 0,3-2,5-3,22-7,-1-2,0-1,-1-1,0-3,-2 0,14-13,-32 22,-13 11,-1 0,1 0,-1 0,0 0,1 1,-1-1,1 0,-1 0,1 0,-1 0,0 1,1-1,-1 0,1 0,-1 1,0-1,1 0,-1 1,0-1,1 0,-1 1,0-1,0 1,1-1,-1 1,0-1,0 0,0 1,0-1,0 1,1-1,-1 1,0-1,0 1,0-1,0 1,0-1,0 0,0 1,-1-1,1 1,0-1,0 1,0-1,0 1,-1-1,1 0,0 1,0-1,-1 1,1-1,0 0,-1 1,1-1,0 0,-1 1,1-1,0 0,-1 0,0 3,-2 12,0 0,1-1,1 1,0 0,1 0,1 0,1 10,-1-20,-1-1,1 1,1-1,-1 0,1 1,-1-1,1 0,0 0,1 0,-1 0,1-1,-1 1,1-1,1 1,-1-1,0 0,1 0,-1 0,1-1,0 1,0-1,0 0,0 0,0-1,0 1,1-1,2 1,57-6,-35-7</inkml:trace>
  <inkml:trace contextRef="#ctx0" brushRef="#br0" timeOffset="2718.209">3583 231,'-12'16,"-3"10,5 4,12 3,4-5</inkml:trace>
  <inkml:trace contextRef="#ctx0" brushRef="#br0" timeOffset="3139.265">3864 619,'21'-19,"0"0,0-2,-2-1,-1 0,-1-1,0-1,-2-1,-1 0,-1-1,-1 0,-2-1,0 0,-2-1,-1 0,-1 0,-1 0,-2-1,0-9,-13-40,9 75,1 0,-1 0,0 0,0 0,0 1,0-1,0 0,-1 1,1-1,-1 1,0-1,0 1,0 0,0 0,0 0,0 0,-1 0,1 0,-1 0,1 1,-1-1,1 1,-1 0,-1 0,-1 1,1 1,-1 0,0 0,0 1,0-1,1 1,-1 0,1 1,-1-1,1 1,0 0,0 0,0 0,0 0,1 1,-1-1,1 1,0 0,0 0,0 0,0 1,0 2,-14 19,2 1,1 1,1 0,1 1,2 0,1 0,1 1,2 1,0-1,0 31,5-43,0 1,2-1,0 0,1 1,0-1,2 0,0 0,1 0,1-1,1 0,0 0,1 0,1-1,0 0,1-1,1 0,1-1,0 0,0-1,2 0,-1-1,2 0,-1-1,2-1,-1 0,1-1,1-1,16 6,-26-11,1-1,0 0,0 0,-1-1,1 0,0 0,0-1,0 0,0 0,0-1,0 0,0 0,0-1,0 0,0-1,-1 1,1-2,-1 1,0-1,0 0,0 0,-1-1,0 0,1 0,-1 0,-1-1,1 0,-1 0,0 0,1-3,-1 0,1-1,-2 1,1-1,-1 0,0 0,-1-1,-1 1,1-1,-2 0,1 1,-1-1,-1 0,0 0,-1 0,0 1,-2-10,3 18,-1 1,1-1,-1 0,1 1,-1-1,0 0,1 1,-1-1,0 1,0-1,0 1,-1 0,1-1,0 1,0 0,-1 0,1 0,0 0,-1 0,1 0,-1 0,0 0,1 0,-1 1,0-1,1 1,-1-1,0 1,0 0,1 0,-1 0,0 0,0 0,1 0,-1 0,0 0,0 1,1-1,-1 1,0-1,1 1,-1 0,-3 1,0 1,0 0,0-1,0 2,1-1,0 0,-1 1,1 0,1 0,-1 0,0 1,1-1,0 2,-1-1,1 1,1-1,-1 1,1 0,0 0,0 0,1 0,-1 0,1 0,1 1,-1-1,1 0,0 0,1 1,0-1,0 0,0 0,0 1,1-1,0 0,1-1,-1 1,1 0,0-1,0 1,1-1,0 0,0 0,0-1,0 1,1-1,-1 0,1 0,0 0,1 0,-1-1,4 2,9 2,0 0,1 0,0-2,0-1,0 0,0-1,1-1,-1-1,4-1,46 2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9:59.6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188 105,'-4'-3,"0"0,-1 0,1 1,-1 0,0 0,1 0,-1 0,0 1,0-1,0 1,0 1,0-1,0 1,0 0,0 0,-1 0,1 1,0-1,0 1,0 1,0-1,1 1,-1 0,0 0,1 0,-1 0,1 1,-1 0,-1 2,1 2,0 0,0 0,1 1,0 0,0 0,1 0,0 0,1 1,-1-1,2 1,-1-1,1 1,0 0,1 0,0-1,1 1,-1 0,2 0,-1-1,1 1,1 1,-2-7,0 0,1 0,-1 0,1-1,-1 1,1 0,0-1,0 1,0-1,0 1,1-1,-1 0,1 0,-1 0,1 0,0-1,0 1,-1-1,1 0,0 1,1-1,-1-1,0 1,0 0,0-1,0 1,1-1,-1 0,0 0,0-1,1 1,2-1,1 0,-1-1,1 0,-1 0,0-1,1 0,-1 0,-1 0,1-1,0 1,-1-1,0-1,0 1,2-3,1-2,0-1,0 0,-1-1,-1 0,0 0,0 0,-1 0,-1-1,1 0,-2 0,0 0,-1-1,0 1,0-8,-4 5,-2 33,2-7,2 0,-1 1,1-1,1 1,0-1,1 0,0 0,0 1,1-1,1-1,0 1,0 0,1-1,0 0,1 0,1-1,3 6,-8-13,0 0,1 0,-1 0,1 0,-1-1,1 1,-1-1,1 1,0-1,0 0,0 0,0 0,0 0,0-1,0 1,0-1,0 0,0 0,0 0,0 0,0-1,0 1,0-1,0 1,0-1,0 0,0 0,-1-1,1 1,0 0,-1-1,1 0,-1 0,1 0,-1 0,0 0,0 0,0 0,0-1,0 1,0-1,-1 1,1-2,8-17,-1 1,-1-1,0 0,-2-1,-1 1,0-1,-2 0,-1-1,0 1,-2 0,0-1,-2-3,1 11,2 15,-1 0,0 1,0-1,1 0,-1 0,0 0,0 0,1 0,-1 0,0 0,0 0,1 1,-1-1,0 0,1 0,-1 0,0 0,0 0,1 0,-1-1,0 1,1 0,-1 0,0 0,0 0,1 0,-1 0,0 0,0-1,1 1,-1 0,0 0,0 0,6 7,1-1,-1 1,1-1,0 0,1-1,-1 1,1-2,0 1,0-1,1 0,-1-1,1 0,7 2,-5-2,-1 1,0 0,0 0,0 1,0 0,-1 1,0 0,0 1,6 5,-11-5,1 0,-1 0,0 1,-1-1,0 1,0-1,-1 1,0 0,0 0,0 0,-1 0,-1 1,1-1,-1 0,-2 8,14 76,-11-88,1 0,0 0,0-1,0 1,1-1,-1 0,1 0,0 0,0 0,0 0,0 0,0-1,0 0,1 1,-1-1,1 0,0-1,0 1,-1-1,1 0,0 0,0 0,0 0,0 0,0-1,1 0,0 0,8 0,1-1,-1 0,0-1,0 0,0-1,0 0,11-5,-10 2,0 1,-1-2,0 1,0-2,0 0,-1 0,0-1,-1-1,0 0,0-1,-1 0,-1 0,0-1,0 0,-1 0,-1-1,0-1,-1 1,0-1,-1 0,-1 0,0 0,-1-1,1-10,-3 23,-1 0,1-1,-1 1,0 0,0 0,0-1,0 1,0 0,-1-1,1 1,-1 0,1 0,-1-1,0 1,0 0,0 0,0 0,0 0,-1 0,1 0,0 0,-1 1,0-1,1 0,-1 1,0-1,0 1,0 0,0 0,0-1,0 1,0 0,0 1,0-1,0 0,-1 1,1-1,0 1,-1 0,1 0,0-1,0 2,-1-1,1 0,0 0,-1 1,0 0,-3 2,-1 1,1 0,0 0,0 0,0 1,1 0,0 0,0 1,0 0,0 0,1 0,0 0,0 0,1 1,0 0,0-1,0 1,1 1,0-1,1 0,-1 0,1 1,1-1,-1 0,1 1,1-1,-1 1,1-1,1 0,-1 1,1-1,0 0,1 0,1 2,2 0,1 0,0 0,1-1,0 0,0 0,1-1,0 0,0 0,1-1,0 0,0-1,0 0,1-1,-1 0,7 1,48 17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0.2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23,'286'-21,"-277"21,-4-1,0 1,0 0,-1 0,1 0,0 0,0 1,-1 0,1 0,0 0,-1 1,1-1,-1 1,0 0,1 0,-1 1,0-1,3 3,-7-2,0-1,1 1,-1-1,0 1,-1-1,1 1,0-1,-1 1,1-1,-1 1,0-1,0 1,0-1,0 0,0 0,-1 1,1-1,0 0,-1 0,0 0,1 0,-1-1,0 1,0 0,0-1,0 0,0 1,-2 0,-128 80,131-81,0-1,0 0,0 0,1 0,-1 0,0 0,0 0,0 1,0-1,1 0,-1 1,0-1,0 0,0 1,1-1,-1 1,0-1,1 1,-1 0,0-1,1 1,-1 0,1-1,-1 1,1 0,0 0,-1-1,1 1,-1 0,1 0,0 0,0 0,0-1,-1 1,1 0,0 0,0 0,0 0,0 0,1 0,-1-1,0 1,0 0,0 0,1 0,-1 0,0-1,1 1,-1 0,1 0,-1 0,91 17,-78-17,0 1,0 1,0 0,0 1,-1 0,0 0,0 2,0 0,0 0,-1 1,0 0,4 4,-14-9,1-1,-1 0,0 1,0-1,0 1,0-1,0 1,0-1,0 1,-1 0,1-1,0 1,-1 0,1 0,-1 0,0-1,0 1,0 0,0 0,0 0,0-1,0 1,0 0,-1 0,1 0,-1-1,0 1,1 0,-1 0,0-1,0 1,0-1,0 1,0-1,0 1,0-1,-1 0,1 1,0-1,-2 1,-65 40,-83 9,123-45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2.4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25 455,'-5'14,"-1"11,0 8,1 3,2 3,6-4,6-3,7-7,5-7,4-8,-3-9,-5-5</inkml:trace>
  <inkml:trace contextRef="#ctx0" brushRef="#br0" timeOffset="1">25 0,'18'12,"6"3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5.1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78,'-2'7,"-1"0,1 0,0 1,1-1,0 0,0 1,1 0,-1-1,2 1,-1-1,1 1,0-1,1 1,-1-1,2 0,-1 0,1 1,0-2,0 1,1 0,0-1,0 1,0-1,2 0,12 16,1 0,1-2,1-1,0 0,20 12,172 122,-212-153,0 1,0-1,0 1,0-1,0 1,0 0,0-1,0 1,0 0,0 0,0 0,-1 0,1 0,0 0,-1 0,1 0,0 0,-1 0,1 0,-1 0,0 0,1 0,-1 0,0 0,0 1,0-1,0 0,0 0,0 0,0 1,0-1,0 0,0 0,-1 0,1 0,0 0,-1 1,1-1,-1 0,1 0,-1 0,0 0,1 0,-1 0,0-1,0 1,0 0,0 0,0 0,1-1,-1 1,0 0,-1-1,1 1,0-1,0 1,0-1,0 0,0 0,0 1,-1-1,1 0,0 0,-28 7,-1-2,1-1,-1-1,0-1,1-2,-27-3,41 3,1-1,-1 0,1-1,0 0,0-1,0 0,0-2,0 1,-7-5,20 8,0 1,0-1,-1 0,1 1,0-1,0 0,0 1,0-1,0 0,0 0,1 0,-1 0,0 0,0 0,1 0,-1 0,1 0,-1 0,1-1,-1 1,1 0,-1 0,1 0,0-1,0 1,0 0,0 0,0-1,0 1,0 0,0 0,0-1,1 1,-1 0,0 0,1-1,-1 1,1 0,-1 0,1 0,0 0,-1 0,1 0,0 0,0 0,0 0,0 0,52-41,16-1,-37 26,0-1,-2-1,-1-2,0-1,-2-2,0 0,-2-2,-1 0,0-2,16-27,-36 47,1-1,-1 0,-1 1,0-2,0 1,-1 0,0 0,0-1,-1-3,-1 10,0 0,0 0,0 1,0-1,0 0,-1 0,0 0,1 0,-1 1,0-1,0 0,-1 1,1-1,0 1,-1-1,0 1,1 0,-1-1,0 1,0 0,0 0,-1 1,1-1,0 0,-1 1,1-1,-1 1,1 0,-1 0,0 0,1 0,-3 0,-2 0,0 0,-1 0,1 1,0 1,0-1,-1 1,1 0,0 1,0 0,0 0,0 0,0 1,1 0,-1 0,1 1,0-1,0 2,0-1,0 1,1-1,-1 2,1-1,1 0,-1 1,1 0,0 0,0 0,1 1,0-1,0 1,0 0,1 0,0 0,0 0,1 0,0 0,0 1,1-1,0 0,0 1,11 25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5.4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44,'0'4,"0"1,0 0,0-1,1 1,-1 0,1-1,0 1,1 0,-1-1,1 0,0 1,0-1,0 0,0 0,1 0,0 0,0 0,0-1,0 1,0-1,1 0,-1 0,1 0,0-1,0 1,0-1,0 0,1 0,-1 0,0 0,1-1,0 0,-1 0,1 0,-1-1,1 1,0-1,0 0,0-1,-3 2,0-1,0 0,0 0,0-1,0 1,1 0,-1-1,0 1,0-1,0 0,-1 1,1-1,0 0,0 0,0-1,0 1,-1 0,1 0,-1-1,1 1,-1-1,1 0,-1 1,0-1,0 0,0 0,0 1,0-1,0 0,-1 0,1 0,0 0,-1 0,0 0,1 0,-1-2,0-1,0 0,0 0,-1 0,1 0,-1 1,0-1,0 0,-1 0,0 1,0-1,0 1,0-1,0 1,-1 0,0-1,1 2,0 0,0 1,0-1,0 1,0-1,0 1,-1 0,1 0,-1 0,1 0,-1 0,0 0,0 1,0-1,0 1,0 0,0 0,0 0,0 0,-1 1,1-1,0 1,0 0,-1 0,1 0,0 0,0 1,-1-1,1 1,0 0,0 0,0 0,0 0,0 0,0 1,0-1,0 1,1 0,-1 0,0 0,1 0,-1 2,-13 17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5.7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69 137,'2'1,"-1"1,1 0,0 0,0-1,0 1,0-1,0 0,0 1,0-1,1 0,-1 0,0 0,1-1,-1 1,1-1,-1 1,0-1,1 0,-1 0,1 0,-1 0,1 0,-1 0,1-1,-1 1,0-1,1 0,-1 0,0 0,1 0,-1 0,0 0,0 0,0-1,0 1,0-1,0 0,-1 1,1-1,0 0,-1 0,0 0,1 0,-1 0,0-1,1-1,-1 0,0 0,0 1,0-1,0 0,-1 0,0 0,1 0,-2 0,1 0,0 1,-1-1,0 0,1 0,-2 0,1 0,0 1,-1-1,1 1,-1-1,0 1,-1 0,1-1,0 1,-1 0,0 1,1-1,-1 0,0 1,-1 0,1-1,0 1,-1 0,1 1,-1-1,1 1,-1-1,0 1,0 0,1 1,-1-1,0 0,0 1,0 0,0 0,0 0,0 1,0-1,1 1,-1 0,0 0,0 0,1 1,-1-1,1 1,-1 0,1 0,-1 0,1 0,0 1,0 0,0-1,1 1,-1 0,1 0,-3 3,4-2,0-1,0 1,0 0,0 0,1 0,-1 0,1 0,0 0,0 0,1 0,-1 0,1 0,0-1,0 1,0 0,0 0,1-1,-1 1,1 0,0-1,0 0,0 1,1-1,-1 0,1 0,0 0,0-1,0 1,0-1,0 1,0-1,1 0,0 0,32 21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6.2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0 296,'8'-19,"0"1,2 1,-1-1,2 2,0-1,1 2,1-1,1 2,7-7,19-23,22-36,-81 115,2 2,1 0,2 1,-9 38,16-35,1 1,2 0,1 0,3 0,1 1,3-1,3 14,3 49,-10-103,0 0,-1-1,1 1,0 0,-1 0,0 0,1-1,-1 1,0 0,0-1,0 1,0-1,0 1,0-1,0 1,-1-1,1 0,-1 0,1 0,0 1,-1-1,0-1,1 1,-1 0,0 0,1-1,-1 1,0 0,0-1,0 0,1 1,-1-1,0 0,0 0,0 0,0 0,1-1,-3 1,0 0,0-1,0 1,0-1,0 1,0-1,0 0,1-1,-1 1,0-1,0 0,1 0,-1 0,1 0,0 0,0-1,0 0,-2-1,5 3,1 0,-1 0,1-1,-1 1,1 0,-1 0,1 0,0 0,-1 0,1 0,0 0,0 0,0 0,0 1,0-1,0 0,0 0,0 1,0-1,0 1,0-1,0 1,0-1,1 1,-1 0,0 0,0-1,1 1,-1 0,0 0,0 0,0 0,1 1,-1-1,0 0,0 0,1 1,-1-1,0 1,1-1,325 0,-263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6.4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32,'-18'-14,"-7"-4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3.8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116 179,'-1'30,"-2"-1,0 0,-2 0,-2 0,0-1,-2 1,-1-2,-1 0,-2 0,-6 9,3-14,16-23,1 1,-1 0,0 0,0-1,0 1,0 0,0-1,0 1,0 0,0-1,0 1,1 0,-1-1,0 1,-1 0,1-1,0 1,0 0,0-1,0 1,0 0,0 0,0-1,0 1,0 0,-1-1,1 1,0 0,0 0,0-1,-1 1,1 0,0 0,0-1,-1 1,1 0,0 0,-1 0,1 0,0-1,0 1,-1 0,1 0,0 0,-1 0,1 0,0 0,-1 0,1 0,0 0,-1 0,1 0,0 0,-1 0,1 0,0 0,-1 0,1 0,0 1,0-1,-1 0,1 0,0 0,-1 0,1 1,0-1,0 0,2-21,1-1,0 1,2 0,1 0,6-14,3-13,60-232,-70 267,-7 31,-2 2,1-1,0 0,2 1,0 0,1-1,2 2,-2-17,0 0,0 0,1-1,0 1,0 0,0-1,0 1,0-1,1 1,0-1,-1 1,1-1,1 0,-1 0,0 0,1 0,-1 0,1-1,0 1,0-1,0 0,0 0,0 0,1 0,-1 0,1-1,-1 1,1-1,-1 0,1 0,0 0,0-1,-1 0,1 1,0-1,3 0,0-1,0 0,-1 0,1 0,0-1,-1 0,1 0,-1-1,0 0,0 0,0 0,0-1,0 0,-1 0,0 0,0-1,0 0,0 0,-1 0,3-3,4-7,-1-1,0 0,-1 0,-1-1,0 0,5-17,2-41,-18 78,-5 25,1 1,2-1,0 1,1 20,3-43,0 4,-3 18,1-1,1 1,2 0,1-1,0 1,2 0,2-1,0 0,2 3,8 2</inkml:trace>
  <inkml:trace contextRef="#ctx0" brushRef="#br0" timeOffset="309.611">730 126,'-11'36,"1"1,2 1,1 0,2 0,2 0,1 19,2-42,1-1,1 0,0 0,1 0,0 0,2 0,-1-1,7 14,-8-22,-1 0,1 0,0 0,0 0,0 0,1-1,0 0,0 0,0 0,0 0,1 0,-1-1,1 0,0 0,0 0,0 0,0-1,1 0,-1 0,0-1,1 1,0-1,3 0,-2-1,-1 0,1 0,-1-1,1 0,-1-1,0 1,0-1,1-1,-1 1,-1-1,1 0,0 0,-1 0,1-1,-1 0,0 0,0-1,-1 1,1-1,-1 0,0 0,0-1,8-11,-1-1,-1 0,0 0,-2-1,0 0,2-8,8-35,-2 0,-2-1,-3-7,-6 56,-2 20</inkml:trace>
  <inkml:trace contextRef="#ctx0" brushRef="#br0" timeOffset="563.117">1346 179,'11'18,"11"13,11 10,8 8,11 1,9 3,4-2,4-3,-5-5,-5-7,-10-7,-14-12,-13-8</inkml:trace>
  <inkml:trace contextRef="#ctx0" brushRef="#br0" timeOffset="733.944">1814 206,'-9'16,"-10"16,-11 17,-14 14,-10 9,-11 6,-2 2,9-14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2.7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14 191,'25'-5,"24"0,20-1,9 1,1 2,-11 3,-17 4,-17 2</inkml:trace>
  <inkml:trace contextRef="#ctx0" brushRef="#br0" timeOffset="174.077">1 379,'22'7,"22"2,21-1,16-3,7-8,1-7,-16-3</inkml:trace>
  <inkml:trace contextRef="#ctx0" brushRef="#br0" timeOffset="373.177">509 4,'-4'-1,"1"0,-1 0,0 1,0-1,0 1,0 0,0 0,0 1,1-1,-1 1,0-1,0 1,0 0,1 1,-1-1,-2 2,6-2,-1 0,1 0,0-1,0 1,0 0,0 0,0 0,0-1,0 1,0 0,0 0,0 0,0-1,0 1,1 0,-1 0,0-1,0 1,1 0,-1 0,1-1,-1 1,1 0,-1-1,1 1,-1-1,1 1,-1-1,1 1,0-1,-1 1,1-1,0 1,0-1,-1 0,1 1,0-1,0 0,0 0,23 13,0-1,1-2,0 0,1-2,14 3,13 5,-16-5,0 2,-1 1,-1 2,18 12,-49-27,0 1,0 0,-1 0,1 0,-1 1,1-1,-1 1,0 0,0 0,0 0,0 0,-1 0,1 1,-1-1,0 1,0 0,0 0,0-1,-1 1,0 0,0 0,0 1,0-1,0 0,-1 0,0 0,0 0,0 1,0-1,-1 0,0 3,-5 6,-1 0,-1-1,0 0,0-1,-1 1,0-2,-1 1,-1-1,1-1,-1 0,-11 6,10-5,-155 125,132-104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0:01.2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6 985,'-2'-13,"0"0,1-1,0 0,1 1,1-1,0 1,1-1,0 1,1-1,0 1,1 0,1 0,0 1,1 0,0-1,1 2,0-1,1 1,0 0,5-4,38-34,-50 47,1 1,0 0,-1 0,1-1,0 1,-1 0,1 1,0-1,0 0,0 0,0 1,0-1,0 1,0 0,0-1,0 1,0 0,0 0,0 1,0-1,0 0,0 0,0 1,0 0,0-1,0 1,0 0,-1 0,1 0,0 0,0 0,1 1,2 6,0 0,-1 0,1 1,-2-1,1 1,-1 0,0 0,-1 0,0 0,-1 0,0 0,0 1,-1-1,2 9,1 5,1 0,-1 1,-1 0,-1 0,-1 0,-2 13,2-37,0 0,0 1,0-1,0 0,0 0,1 1,-1-1,0 0,0 1,0-1,0 0,0 1,0-1,0 1,0-1,0 0,-1 1,1-1,0 0,0 0,0 1,0-1,0 0,-1 1,1-1,0 0,0 0,0 1,-1-1,1 0,0 0,0 1,-1-1,1 0,0 0,-1 0,1 0,0 1,0-1,-1 0,1 0,0 0,-1 0,1 0,0 0,-1 0,1 0,0 0,-1 0,1 0,0 0,-1 0,1 0,0 0,-1 0,1 0,0-1,-1 1,1 0,0 0,-1 0,1-1,0 1,-13-20,11 17,0-1,1 1,-1-1,1 0,-1 0,1 0,0 0,1 0,-1 0,1 0,-1 0,1 0,1 0,-1 0,0 0,1 0,0 0,0 0,0 0,0 0,1 0,0 1,-1-1,2 0,-1 1,0 0,0-1,1 1,0 0,0 0,1-1,9-1,-1-1,1 2,1 0,-1 1,1 0,-1 1,1 0,0 1,0 0,0 2,0 0,16-2,-20 1,2 0,-1 1,1-2,0 1,0-2,-1 0,1 0,-1-1,0 0,1-1,-1 0,-1-1,1 0,3-3,-13 6,1 1,-1-1,1 0,-1 0,1 0,-1 0,0 0,0 0,0 0,0-1,0 1,-1 0,1 0,-1-1,1 1,-1 0,0-1,0 1,0-1,0 1,0 0,-1-1,1 1,-1 0,1-1,-1 1,0 0,0 0,0 0,0-1,0 1,-1 0,1 1,-1-1,1 0,-1 0,0 0,1 1,-1-1,0 1,0 0,0-1,0 1,0 0,-1 0,1 0,0 1,0-1,-1 0,1 1,0 0,-1-1,1 1,0 0,-1 0,1 0,-1 1,1-1,0 0,-1 1,1 0,0-1,0 1,-1 0,1 0,-1 1,-2 2,0 0,0 0,1 0,-1 1,1-1,0 1,0 0,1 0,0 0,0 1,0-1,0 1,1 0,0 0,0 0,0 0,1 0,0 0,0 0,1 0,0 0,0 1,0-1,1 0,0 0,0 0,0 0,1 0,0 0,0 0,0 0,4 4,-2-3,0-1,1 0,0 0,0-1,1 1,-1-1,1 0,0-1,1 1,-1-1,1-1,0 1,0-1,0 0,0-1,0 1,1-1,-1-1,1 0,1 1,8-1,-1 1,0-2,1 0,-1-1,1-1,-1 0,0-2,0 1,0-2,3-3,0 0,-1-2,0 0,0-1,-2-1,1 0,-1-1,-1-1,-1-1,0 0,0 0,-2-2,0 1,-1-2,0 1,-2-2,0 1,-1-1,-1-1,-1 1,0-1,-2 0,0 0,-1-1,3-5,-1-1,-2 0,0 0,-2 0,-1 0,-1 0,-1-1,-1 2,-6-22,8 46,1-1,0 1,-1 0,0 0,0-1,1 1,-1 0,-1 0,1 0,0 0,0 0,-1 0,1 0,-1 0,0 0,1 1,-1-1,0 1,0-1,0 1,0 0,0 0,0 0,0 0,-1 0,1 0,0 0,-1 1,1 0,0-1,-1 1,1 0,0 0,-1 0,1 0,-1 0,1 1,0-1,-1 1,1 0,0-1,0 1,-1 0,1 1,-8 5,0 2,0-1,1 1,1 1,-1 0,1 0,1 0,0 1,1 0,0 0,0 1,-1 7,-4 6,1-1,1 1,2 1,0 0,2 0,1 0,1 0,1 1,1 10,2-23,-1-1,2 1,0 0,1-1,0 1,1-1,0 0,1 0,1-1,0 1,0-1,1-1,1 1,0-1,1 0,0-1,0 0,10 8,-5-8,1 0,0-1,0-1,1 0,0-1,1-1,-1 0,1-2,0 0,0 0,0-2,1 0,-1-1,1 0,-1-2,1 0,-1-1,0-1,14-4,-18 5,0-2,-1 1,1-2,-1 0,0 0,0-1,-1-1,0 0,0 0,0-1,-1-1,-1 1,1-2,-1 1,-1-1,1-1,-2 0,0 0,0 0,-1-1,0 1,-1-2,0 1,-1-1,-1 1,1-5,-4-40,-1 55,1 1,0-1,0 1,-1 0,1-1,-1 1,1 0,-1-1,0 1,1 0,-1 0,0-1,0 1,0 0,0 0,0 0,0 0,0 0,0 0,0 1,-1-1,1 0,0 0,0 1,-1-1,1 1,-1-1,1 1,0 0,-1 0,1-1,-1 1,1 0,-1 0,1 0,0 0,-1 1,-5 1,0 1,0 1,0-1,0 1,1 1,-1-1,1 1,0 0,1 0,-1 1,1-1,0 1,1 1,-1-1,1 0,1 1,-1 0,1 0,0 2,0-4,0 0,0 1,1-1,0 1,0 0,1 0,0 0,0 0,0 0,0 0,1 0,0 0,1 0,-1 0,1 0,0 0,1 0,-1-1,1 1,0 0,1-1,-1 1,1-1,0 0,1 1,-1-2,1 1,2 2,4 0,0 0,0 0,0-1,1-1,0 1,0-2,1 0,-1 0,1-1,0 0,0-1,0-1,6 0,44 4</inkml:trace>
  <inkml:trace contextRef="#ctx0" brushRef="#br0" timeOffset="622.409">1959 677,'-9'6,"0"0,1 0,0 1,1 0,-1 1,1-1,1 1,0 1,0-1,0 1,-3 7,7-11,0-1,0 1,1 0,-1 0,1 0,0 0,0 0,1 1,-1-1,1 0,0 0,1 0,-1 0,1 0,0 1,0-1,1 0,-1-1,1 1,0 0,1 0,-1-1,1 1,1 0,5 4,0-1,1 0,0-1,0 1,1-2,0 0,0 0,1-1,0 0,0-1,0 0,0-1,0-1,1 0,-1 0,1-2,0 1,10-2,-3 2,1 0,0-2,0 0,-1-1,1-1,-1-1,0-1,0-1,0-1,-1 0,0-2,0 0,-1-1,0 0,-1-2,0 0,-1-1,0-1,-1 0,-1-1,0-1,-1 0,-1-1,0 0,-1-1,-1 0,1-5,0-16,-2 0,-1-1,-2 0,-2 0,-2-1,-1 1,-2-1,-2 1,-2 0,-2 0,-8-28,14 54,-2 1,0-1,0 1,-1 0,-1 0,0 0,-1 1,0 0,-1 0,-1 0,1 1,-2 0,0 0,-1 0,8 9,0 1,-1-1,1 1,0 0,0 0,-1 0,1 0,-1 0,1 1,-1-1,1 1,-1-1,1 1,-1 0,0 0,1 0,-1 0,1 1,-1-1,1 1,-1 0,1-1,-1 1,1 0,0 0,-1 1,1-1,0 0,0 1,0-1,0 1,0 0,0 0,1-1,-1 1,0 1,-50 81,39-48,3 1,0 0,3 1,1 0,2 0,1 0,2 0,2 0,1 0,4 9,-3-18,1 0,2-1,1 0,1 0,2-1,0 0,2 0,1-1,1-1,1 0,3 1,-14-20,0 0,1 0,-1-1,2 0,-1 0,0 0,1-1,0 1,0-1,0-1,0 1,1-1,-1 0,1-1,0 1,0-1,0-1,0 1,0-1,1 0,-1-1,0 0,0 0,0-1,1 1,-1-2,0 1,0-1,0 0,0 0,-1-1,1 0,4-3,6-6,-1 0,0-2,-1 0,-1-1,0 0,-1-1,-1 0,0-1,-1-1,-1 0,2-6,-1 4,-11 21,0-1,0 0,0 0,1 0,-1 0,0 0,0 0,0 1,0-1,0 0,0 0,1 0,-1 0,0 0,0 0,0 0,0 0,1 0,-1 0,0 0,0 1,0-1,0 0,1 0,-1 0,0 0,0 0,0 0,0-1,1 1,-1 0,0 0,0 0,0 0,0 0,1 0,-1 0,0 0,0 0,0 0,0 0,0-1,0 1,1 0,-1 0,0 0,-2 18,-32 153,34-167,1 0,0-1,-1 1,1-1,1 1,-1-1,0 1,1-1,0 0,-1 0,1 1,1-1,-1 0,0-1,1 1,-1 0,1-1,0 0,0 1,0-1,0 0,0 0,1-1,-1 1,1-1,-1 0,1 0,-1 0,1 0,-1 0,1-1,0 0,-1 1,1-1,0-1,0 1,-1-1,1 1,-1-1,3-1,30-4</inkml:trace>
  <inkml:trace contextRef="#ctx0" brushRef="#br0" timeOffset="783.973">3041 571,'-16'-5,"-10"-3,-4-3,-3-2,3-1,2 0,5 2</inkml:trace>
  <inkml:trace contextRef="#ctx0" brushRef="#br0" timeOffset="966.484">2427 410,'24'0,"30"-2,28-3,22-1,17 0,8 2,-18 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9:58.2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88 171,'-1'67,"-3"1,-3-1,-3 0,-3 0,-12 32,4-43,14-57,8-57,55-458,-50 479,-6 58,2-1,0 1,1 0,2-1,0 0,1 2,-4-16,0 0,1 1,-1-1,1 0,1-1,-1 1,1 0,0-1,0 0,0 0,1 0,0 0,0-1,0 0,1 0,-1 0,1-1,0 0,0 0,0 0,2 0,-3-2,0 0,1 0,-1-1,1 0,-1 0,0 0,1-1,-1 1,0-1,1-1,-1 1,0-1,0 0,0 0,0 0,0-1,-1 1,1-1,-1 0,1-1,-1 0,7-5,-1 0,0-1,-1 0,0-1,0 0,-2-1,6-8,51-140,-59 143,-8 22,-8 30,-2 34,3 1,4-1,2 1,5 67,0-124,15 94,-16-106,0 0,1 0,-1 0,0 0,1 0,-1 0,1 0,-1 0,1 0,-1 0,1 0,0 0,0 0,-1 0,1-1,0 1,0 0,0 0,0-1,0 1,0-1,0 1,0-1,0 1,0-1,0 0,0 1,0-1,0 0,1 0,-1 0,0 0,0 0,0 0,0 0,0 0,1 0,-1-1,0 1,0 0,0-1,0 1,0-1,0 1,0-1,0 1,0-1,0 0,0 0,0 0,42-45,-17 9,-2-1,-2-2,-1 0,-2-1,-2 0,-2-2,-2 0,-1 0,-2-3,-18 99,3-1,2 1,3 30,-1-71,1-1,1 0,-1 0,2 0,0 0,0 0,1 0,0 0,1 0,0-1,1 0,0 0,0 0,1 0,1-1,-1 0,2 0,-1-1,1 0,0 0,1-1,0 0,9 5,-12-8,1 0,0-1,0 0,0 0,0-1,1 0,-1 0,1 0,-1-1,1 0,-1-1,1 0,0 0,-1-1,1 1,-1-2,1 1,-1-1,1 0,-1-1,0 0,0 0,0 0,0-1,-1 0,1 0,-1-1,0 1,-1-2,1 1,0-1,9-17,-1-1,0-1,-2 0,-1-1,-1 0,-1 0,-1-1,-2 0,0 0,-2-1,-1 0,-2 0,0 0,-2-5,3-79,-2 111,1 0,-1-1,1 1,0 0,-1 0,1-1,0 1,0 0,-1 0,1 0,0 0,0 0,0 0,1 1,-1-1,0 0,0 0,0 1,1-1,-1 1,0-1,0 1,1-1,-1 1,0 0,1 0,-1-1,1 1,-1 0,0 0,1 1,-1-1,1 0,-1 0,0 1,1-1,-1 0,0 1,0 0,1-1,24 6</inkml:trace>
  <inkml:trace contextRef="#ctx0" brushRef="#br0" timeOffset="255.722">1452 65,'9'20,"10"16,10 11,10 9,8 4,4 1,0-1,-1-4,-2-7,-8-9,-8-10,-7-9,-8-13,-4-13,-3-12,-2-3</inkml:trace>
  <inkml:trace contextRef="#ctx0" brushRef="#br0" timeOffset="416.145">1920 65,'-19'-3,"-12"7,-10 13,-8 21,-4 18,1 17,-1 11,2 8,5 2,6-7,10-17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09:56.6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1 361,'18'-4,"18"-7,16-3,10-2,9 2,3 4,-1 2,-7 4,-10 7,-12 4,-13 5,-13-1</inkml:trace>
  <inkml:trace contextRef="#ctx0" brushRef="#br0" timeOffset="189.49">108 482,'20'2,"19"1,16 0,12-1,11 0,5-4,1-2,-6-4,-15-1</inkml:trace>
  <inkml:trace contextRef="#ctx0" brushRef="#br0" timeOffset="489.227">736 1,'-54'16,"52"-15,1-1,0 1,-1 0,1-1,0 1,0 0,0 0,-1 0,1 0,0 0,1 1,-1-1,0 0,0 0,0 0,1 1,-1-1,0 1,1-1,-1 0,1 1,0-1,-1 1,1-1,0 1,0-1,0 1,0-1,0 1,1-1,-1 1,0-1,1 1,-1-1,1 0,-1 1,6 6,-1-1,1 0,0 0,1-1,0 1,0-1,0-1,1 0,-1 0,1 0,0-1,1 0,-1-1,1 1,4-1,-7 0,185 61,-132-47,-2 3,0 1,30 18,-81-37,0 1,0-1,0 1,-1 0,1 1,-1-1,0 1,0 0,0 0,-1 1,1-1,-1 1,0 0,0 0,-1 0,1 1,-1 0,0-1,-1 1,0 0,0 0,0 0,0 0,-1 1,0-1,0 0,-1 7,-3-4,0 0,-1 0,0-1,-1 1,0-1,0 0,0 0,-1 0,-1-1,1 0,-1 0,0-1,-4 3,-39 31,-2-2,-1-3,-2-2,-34 14,37-20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37.7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0 228,'3'3,"4"0,9-1,10 1,12 1,12-1,7 1,7-2,0 0,-3 1,-5 1,-8-1,-9-1,-10 0,-7-1,-7-3,-7-3,-4-1</inkml:trace>
  <inkml:trace contextRef="#ctx0" brushRef="#br0" timeOffset="407.515">374 1,'0'1,"-1"-1,0 1,0 0,1-1,-1 1,1 0,-1 0,1-1,-1 1,1 0,-1 0,1 0,0 0,-1 0,1 0,0 0,0 0,0 0,-1-1,1 1,0 0,0 0,1 0,-1 0,0 0,0 0,0 0,1 0,-1 1,2 5,0 1,0-1,1 1,0-1,0 0,1 0,-1 0,2-1,-1 1,1-1,0 0,0 0,1-1,-1 1,1-1,0 0,1-1,-1 0,1 0,0 0,2 0,21 10,0-2,1-2,1 0,14 1,-33-8,11 3,-12-5,-1 1,1 1,-1-1,0 2,0-1,0 2,0-1,-1 2,0-1,0 1,0 1,-1 0,0 0,0 1,-1 0,2 2,-9-5,0 0,0 1,-1-1,1 1,-1-1,0 1,0-1,-1 0,0 1,0-1,0 0,-1 1,1-1,-1 0,0 0,-1 0,1 0,-1-1,0 1,0-1,-1 1,1-1,-1 0,0-1,0 1,0-1,-1 1,-2 0,-22 23,-1-2,-2-2,0 0,-1-2,-3-1,0-2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36.7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0,'10'16,"8"12,10 8,6 5,1 2,3 3,-2 0,-3 2,-7 0,-4-5,-6-4,-6-5,-5-7</inkml:trace>
  <inkml:trace contextRef="#ctx0" brushRef="#br0" timeOffset="263.067">295 28,'-12'13,"-5"17,-5 13,-6 17,-2 10,-3 11,-3 4,-1-1,0-5,6-17</inkml:trace>
  <inkml:trace contextRef="#ctx0" brushRef="#br0" timeOffset="563.79">441 535,'87'-296,"-82"281,1 27,1 57,-3 0,-5 45,1-39,-1-31,-1-27,2 0,0 0,1 0,0 0,2 0,0-1,2 6,5-2,1-7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35.5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268 5,'-13'-2,"0"0,-1 2,1-1,-1 2,1-1,0 2,0 0,-1 1,-8 3,16-5,1 2,-1-1,1 0,-1 1,1 0,0 1,0-1,0 1,1 0,-1 0,1 0,0 1,0-1,1 1,-1 0,1 0,0 0,0 1,1-1,0 1,0 0,-1 3,0-1,1-1,0 0,0 1,1-1,0 1,0 0,1-1,0 1,0 0,1-1,0 1,0-1,1 1,0-1,0 1,1-1,0 0,0 0,1 0,-1-1,2 1,-1-1,1 0,0 0,1 1,135 57,-130-58,0 0,0 1,-1 0,1 1,-2 0,1 0,-1 1,-1 0,2 3,-7-9,0 1,-1 0,1-1,-1 1,0 0,0 1,0-1,-1 0,0 0,1 1,-1-1,-1 1,1-1,-1 1,0-1,0 1,0-1,0 1,-1-1,0 0,0 1,0-1,0 1,-1-1,0 0,0 0,0 1,-1 0,-1 0,0 0,0 0,0 0,0-1,-1 1,0-1,0 0,0-1,0 1,-1-1,1 0,-1-1,0 1,1-1,-1 0,0 0,-1-1,-2 1,-126 2,94-6,27 2,-14 0,28 0,0 0,1 0,-1 0,0 0,0 0,0 0,0-1,0 1,0 0,0 0,0 0,0 0,0 0,0-1,0 1,0 0,0 0,0 0,0 0,-1 0,1-1,0 1,0 0,0 0,0 0,0 0,0 0,0 0,0 0,0-1,19-5,5-3</inkml:trace>
  <inkml:trace contextRef="#ctx0" brushRef="#br0" timeOffset="413.424">455 580,'4'3,"6"8,0-2,0 1,1-1,1-1,-1 0,1 0,1-1,-1-1,1 0,1-1,-1 0,0-1,1-1,0 0,0 0,9-1,-20-2,1-1,-1 0,1 0,-1 0,0 0,1 0,-1-1,0 1,0-1,0 0,0 0,0 0,0 0,-1 0,1-1,-1 1,1-1,-1 0,0 0,0 0,0 0,0 0,-1 0,1 0,-1-1,0 1,0 0,0-1,-1 1,1-1,-1 1,1-2,-1-1,1 0,0 0,-1 0,-1 0,1 0,-1 0,0 0,0 0,0 0,-1 0,0 0,0 1,0-1,-1 1,0 0,0-1,-1 1,-3-4,2 4,-1 1,0-1,-1 1,1 1,-1-1,0 1,0 0,0 1,0-1,0 1,0 1,-1-1,1 1,0 1,-1-1,1 1,-1 1,1-1,-1 1,1 1,-7 1,-1 1,1 0,-1 1,1 0,0 1,1 1,-1 0,1 1,0 0,1 1,-4 4,8-5,0 0,0 1,1 0,1 0,-1 0,1 1,1 0,0 0,0 0,-2 10,-2 7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34.2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1 254,'87'11,"438"-8,-519-3,-4 0,1-1,-1 1,1-1,-1 1,1 0,0 0,-1 0,1 0,-1 1,1-1,-1 1,1 0,-1-1,1 1,-1 0,1 0,-1 1,0-1,0 0,0 1,1 0,-1-1,-1 1,1 0,0 0,0 0,-1 0,1 1,-13 14,1-11</inkml:trace>
  <inkml:trace contextRef="#ctx0" brushRef="#br0" timeOffset="493.193">549 1,'-1'0,"1"1,-1 0,0 0,0-1,1 1,-1 0,0 0,1 0,-1 0,1 0,-1 0,1 0,-1 0,1 0,0 0,0 0,-1 0,1 0,0 0,0 0,0 0,0 0,0 1,0-1,0 0,1 0,-1 0,0 0,1 0,-1 0,1 0,-1 0,1 0,-1 0,1 0,0 0,4 4,1 1,0-1,1-1,-1 1,1-1,0 0,0 0,0-1,0 0,1-1,-1 1,8 0,18 8,-11-3,0 0,-1 1,1 2,-2 0,0 1,0 1,-1 1,0 0,-2 2,0 0,5 6,-20-19,0-1,0 1,0-1,-1 1,1 0,-1 0,1 0,-1 0,0 0,0 0,-1 0,1 0,0 0,-1 0,0 1,0-1,0 0,0 0,0 0,-1 0,0 1,1-1,-1 0,0 0,0 0,-1 0,1-1,-1 1,1 0,-1 0,0-1,0 1,0-1,0 0,-1 1,1-1,-1 0,-1 1,-120 67,85-52,-60 29,91-40,12-8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32.4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15,'5'7,"5"6,7 6,4 5,3 2,2 3,2 5,2 2,1 2,2 2,-1-2,-2-2,-3-4,-3-4,-4-5,-5-6</inkml:trace>
  <inkml:trace contextRef="#ctx0" brushRef="#br0" timeOffset="293.114">334 1,'-10'7,"-4"11,-5 10,-6 11,-5 10,-5 9,-3 3,-2 0,1-3,6-5,5-9,12-12,10-11</inkml:trace>
  <inkml:trace contextRef="#ctx0" brushRef="#br0" timeOffset="699.126">521 616,'80'70,"-78"-68,1-1,0 0,-1 1,1-1,0 0,0 0,0-1,0 1,0 0,0-1,0 0,0 0,0 0,0 0,0 0,0-1,0 1,0-1,0 0,0 0,0 0,-1 0,1 0,0-1,-1 1,1-1,-1 0,1 1,-1-1,0 0,0-1,0 1,0 0,5-6,-2 0,1 0,-1-1,0 0,-1 0,0 0,0 0,-1 0,0-1,-1 0,0 1,0-1,-1 0,-1 0,1-4,-1 8,-1 0,1 1,-1-1,0 0,0 1,0-1,-1 1,0-1,0 1,-1 0,1-1,-1 1,0 0,-1 1,1-1,-1 1,0-1,0 1,0 0,0 1,-1-1,0 1,1 0,-1 0,-1 0,-4-1,8 3,-1 0,1 0,-1 1,1 0,-1-1,1 1,-1 0,0 0,1 0,-1 1,1-1,-1 1,1-1,-1 1,1 0,-1 0,1 0,0 0,-1 0,1 1,0-1,0 1,0-1,0 1,0 0,1 0,-1 0,0 0,1 0,-2 2,-36 72,14 13,18-48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43.8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316 4,'-23'0,"9"-2,-1 1,0 0,0 1,1 1,-1 1,0 0,1 1,-1 0,1 1,0 1,0 0,1 1,-1 0,1 1,1 1,-3 1,10-2,1 1,-1-1,2 1,-1 0,1 0,0 0,1 0,-1 0,2 1,-1-1,1 1,1-1,-1 1,1-1,1 1,0-1,0 1,1-1,-1 1,2-1,-1 0,1 0,1 0,0 0,3 6,6 4,0 0,1-1,1 0,0-1,1-1,1 0,0-1,9 4,40 35,-13 8,-52-60,0 1,0-1,0 1,0 0,0 0,0 0,-1 0,1-1,-1 1,1 0,-1 0,0 0,1 0,-1 0,0 0,0 0,-1 0,1 0,0 0,-1 0,1 0,-1 0,0 0,1 0,-1 0,0-1,0 1,0 0,0-1,-1 1,1 0,0-1,-1 0,1 1,-1-1,1 0,-2 1,-8 3,0 0,-1-1,0-1,1 0,-1 0,0-1,0-1,0 0,0 0,-1-1,-3-1,1 1,-120-2,169-4,-9 3</inkml:trace>
  <inkml:trace contextRef="#ctx0" brushRef="#br0" timeOffset="501.962">530 472,'5'-6,"1"1,0 1,1-1,-1 1,1 0,0 0,0 1,0 0,0 0,1 1,-1 0,1 0,-1 1,1 0,0 0,-1 1,1 0,0 0,-1 1,1 0,0 0,-1 1,1 0,-1 0,4 2,-8-2,-1-1,1 1,-1 0,0 0,1 0,-1 0,0 1,0-1,0 0,-1 1,1 0,0-1,-1 1,0 0,0 0,0 0,0 0,0-1,0 1,-1 1,1-1,-1 0,0 0,0 0,0 0,-1 0,1 0,-1 0,0 2,-1 4,-1-1,0 1,0-1,-1 0,0 0,-1 0,0-1,0 0,-5 6,-9 7,-1-1,-1-1,0-1,-1 0,-8 2,-62 50,91-69,0 1,0-1,0 1,0 0,0-1,0 1,0 0,0 0,0 0,0 0,1 0,-1 0,0 0,0 0,1 0,-1 0,1 0,-1 0,1 0,0 1,-1-1,1 0,0 0,0 0,0 1,0-1,0 0,0 0,0 1,0-1,0 0,1 0,-1 1,0-1,1 0,-1 0,1 0,0 0,-1 0,1 0,0 0,-1 0,1 0,0 0,0 0,0 0,0-1,0 1,0 0,0 0,0-1,0 1,0-1,0 1,1-1,-1 0,0 1,0-1,0 0,1 0,-1 0,0 0,0 0,1 0,35 6,0-2,1-1,-1-2,0-1,0-2,30-6,-63 7,47-3,0-3,-1-2,26-9,-69 15,-22 5,0-1,4-2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42.9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1 228,'4'0,"9"2,11 1,13 0,16-1,12 0,10-1,4-1,2 0,-5 3,-9 0,-10-1,-13 0,-14 0</inkml:trace>
  <inkml:trace contextRef="#ctx0" brushRef="#br0" timeOffset="377.789">442 0,'6'11,"0"-1,1-1,0 1,0-1,1 0,0-1,0 1,1-2,0 1,1-1,0-1,0 0,0 0,0-1,1 0,0-1,0 0,1-1,5 1,99 27,-81-24,-1 3,1 0,-2 2,23 12,-53-23,1 0,0 1,-1-1,0 1,1 0,-1 0,0 0,0 1,0-1,0 1,-1-1,1 1,-1 0,1 0,-1 0,0 1,0-1,0 0,-1 1,1-1,-1 1,0-1,0 1,0 0,-1 0,1-1,-1 1,0 0,0 0,0 0,0 0,-1-1,1 1,-1 0,0 0,-1 1,-7 8,0 0,-1 0,-1-1,0 0,0-1,-1 0,-1-1,0 0,0-1,-1-1,0 0,-1-1,-157 80,155-78,15-5,8-3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41.4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1,'9'14,"10"13,9 12,6 10,4 6,2 5,2 1,-2-2,-2-6,-4-3,-3-10,-5-10,-7-11</inkml:trace>
  <inkml:trace contextRef="#ctx0" brushRef="#br0" timeOffset="255.512">405 1,'-19'18,"-12"20,-10 19,-5 16,-4 12,-2 6,0 5,5-3,9-11,9-19</inkml:trace>
  <inkml:trace contextRef="#ctx0" brushRef="#br0" timeOffset="623.829">525 496,'6'-8,"1"-1,-1 1,2 1,-1-1,1 2,0-1,1 1,0 0,0 0,0 1,0 1,1-1,0 1,0 1,0 0,0 0,0 1,1 1,-1 0,1 0,-1 1,8 0,-13 1,1 0,-1 1,0 0,1 0,-1 0,0 0,-1 1,1-1,0 1,-1 1,1-1,-1 1,0-1,0 1,-1 0,1 1,-1-1,0 1,0-1,0 1,-1 0,1 0,-1 0,0 0,-1 1,1-1,-1 0,0 1,-1-1,1 1,-1-1,0 1,0-1,-1 1,0-1,0 0,0 1,0-1,-2 4,-7 14,0 0,-2 0,0-1,-2 0,0-1,-1-1,-1-1,-1 0,-1-1,-2 1,11-10,-21 33,42-34,81-26,177-54,-178 50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38.9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347 0,'-16'0,"0"1,-1 1,1 1,0 0,0 1,0 0,1 2,0 0,0 0,0 2,0-1,-8 8,11-8,0 1,1 0,0 1,1 0,-1 0,2 1,-1 1,2-1,-1 2,2-1,-1 1,1 0,1 1,5-10,0-1,0 0,1 0,-1 1,1-1,0 0,0 1,0-1,0 1,0-1,0 0,0 1,1-1,-1 0,1 0,0 1,0-1,0 0,0 0,0 0,0 0,0 0,1 0,-1 0,1 0,0-1,-1 1,1 0,0-1,0 1,0-1,0 0,0 0,1 1,81 25,-79-26,13 3,120 36,-130-37,0 0,-1 1,1 0,-1 1,0-1,0 1,-1 1,1-1,-1 1,0 0,-1 1,1-1,-1 1,-1 0,3 5,-5-8,-1 0,1 0,-1 0,-1 1,1-1,0 0,-1 1,0-1,0 0,0 1,-1-1,1 0,-1 1,0-1,0 0,-1 0,1 0,-1 0,0 0,0 0,0 0,-1 0,1-1,-1 1,0-1,0 0,0 0,0 0,-1 0,1-1,-1 1,1-1,-1 0,0 0,0 0,0 0,0-1,-1 0,1 0,0 0,-3 0,-13 4,0-2,-1 0,1-1,-1-1,-17-1,0 0,23 8,34 3,-8-8</inkml:trace>
  <inkml:trace contextRef="#ctx0" brushRef="#br0" timeOffset="1580.477">642 548,'22'-57,"-12"42,80-138,-90 153,0 1,0-1,0 0,0 1,0-1,0 0,0 1,0-1,0 0,0 1,0-1,0 0,0 0,0 1,0-1,1 0,-1 1,0-1,0 0,0 0,0 1,1-1,-1 0,0 0,0 1,1-1,-1 0,0 0,1 0,-1 1,0-1,0 0,1 0,-1 0,0 0,1 0,-1 0,0 0,1 0,-1 0,0 0,1 0,-1 0,0 0,1 0,-1 0,0 0,1 0,-1 0,0 0,1 0,-1-1,0 1,1 0,-1 0,0 0,0-1,1 1,-1 0,0 0,0-1,0 1,1 0,0 36,-1-32,6 170,-4 92,-15-201,13-64,-1 1,0-1,1 1,-1-1,0 0,0 1,0-1,0 0,0 1,0-1,0 0,-1 0,1 0,0 0,0 0,-1 0,1-1,-1 1,1 0,-1-1,1 1,-1-1,1 1,-1-1,0 0,1 0,-1 0,0 0,1 0,-1 0,1 0,-1 0,0-1,1 1,-1-1,1 1,-2-1,-38-30,42 30,0 0,-1 0,1 0,0 1,0-1,0 0,0 0,0 1,0-1,0 1,0-1,0 1,0-1,0 1,0-1,0 1,0 0,0 0,1 0,-1-1,0 1,0 0,0 0,0 1,0-1,1 0,-1 0,1 0,247-7,-211 4</inkml:trace>
  <inkml:trace contextRef="#ctx0" brushRef="#br0" timeOffset="1835.449">1377 788,'-7'0,"-11"5,-3 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51.4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381 1,'-23'11,"-18"13,-12 14,-6 12,0 13,6 12,10 9,11 8,15 3,18-2,21-7,22-11,20-17,13-18,-7-15</inkml:trace>
  <inkml:trace contextRef="#ctx0" brushRef="#br0" timeOffset="359.229">782 335,'-48'-9,"37"10,-1 0,1 1,0 0,-1 1,1 1,0-1,1 2,-1-1,1 2,0-1,0 1,0 1,1 0,0 0,1 1,-1 0,1 0,1 1,0 0,0 0,1 1,0 0,0 0,1 1,1-1,0 1,0 0,1 0,0 0,1 1,0-1,1 1,1-1,0 11,1-16,0 0,1-1,0 1,0-1,0 1,0-1,1 0,0 0,0 0,1 0,-1-1,1 1,0-1,0 0,0 0,1 0,0-1,-1 1,1-1,0 0,1-1,-1 1,0-1,1 0,-1 0,1-1,5 1,7 2,0-2,1 0,0 0,-1-2,1-1,0 0,-1-1,5-2,-2 0,0-1,0-1,-1 0,0-2,0 0,-1-2,0 0,0-1,-1-1,-1 0,6-6,15-18</inkml:trace>
  <inkml:trace contextRef="#ctx0" brushRef="#br0" timeOffset="615.636">1156 135,'7'12,"6"9,7 12,3 8,1 9,-2 10,-4 10,-17 16,-27 21,-36 24,-44 24,-4-15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1:48.2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333 67,'-21'10,"0"1,1 0,0 2,0 0,2 1,-1 1,2 1,0 1,1 0,1 1,1 1,-2 3,4 1,1 0,0 1,2 1,1 0,1 0,1 0,1 1,1 0,2 0,1 0,0 0,2 1,1-1,1 0,5 16,-5-24,2 1,0-1,1-1,0 1,2-1,0 0,1 0,1-1,0 0,1-1,1 0,0-1,1 0,0-1,1-1,1 0,0-1,1 0,14 5</inkml:trace>
  <inkml:trace contextRef="#ctx0" brushRef="#br0" timeOffset="450.219">641 294,'-85'250,"60"-167,-3-1,-30 59,47-122,11-19,0-1,0 1,1 0,-1 0,0-1,0 1,0 0,0 0,0-1,0 1,0 0,0 0,0-1,-1 1,1 0,0 0,0-1,0 1,0 0,0 0,0 0,0-1,-1 1,1 0,0 0,0 0,0-1,0 1,-1 0,1 0,0 0,0 0,-1 0,1-1,0 1,0 0,-1 0,1 0,0 0,0 0,-1 0,1 0,0 0,0 0,-1 0,1 0,0 0,0 0,-1 0,6-31,2 1,0-1,2 1,7-12,-7 14,120-307,-97 281,-31 53,-1 1,1 0,0 0,-1 0,1 0,0 0,-1 1,1-1,-1 0,1 0,0 0,-1 1,1-1,-1 0,1 0,-1 1,1-1,0 0,-1 1,1-1,-1 1,0-1,1 1,-1-1,1 1,-1-1,0 1,1-1,-1 1,0 0,0-1,1 1,-1-1,0 1,0 0,0-1,0 1,0 0,0-1,0 1,0 0,0-1,0 1,0 0,0 0,25 192,-18-145,3 0,2-1,2 0,2-1,2 0,20 36,-18-41,-16-30</inkml:trace>
  <inkml:trace contextRef="#ctx0" brushRef="#br0" timeOffset="630.56">467 629,'11'0,"16"-2,16-4,17-2,15-2,7 0,2 2,-14 2</inkml:trace>
  <inkml:trace contextRef="#ctx0" brushRef="#br0" timeOffset="1034.531">267 1378,'-19'11,"-12"11,-8 13,-1 14,0 14,4 13,7 10,8 3,9 0,13-3,12-8,14-7,14-12,8-13,6-15,-7-12</inkml:trace>
  <inkml:trace contextRef="#ctx0" brushRef="#br0" timeOffset="1294.938">427 1605,'0'0</inkml:trace>
  <inkml:trace contextRef="#ctx0" brushRef="#br0" timeOffset="1888.359">454 1712,'-3'72,"-2"-1,-4 1,-3-2,-4 8,3-37,5-56,5-28,1-1,3 0,1 0,2 1,2-1,3-2,-8 37,0 0,0 1,1-1,0 0,1 0,0 1,0 0,1-1,0 1,1 1,-1-1,1 1,1-1,-1 1,1 1,1-1,-1 1,1 0,0 1,0 0,6-3,-9 7,-1 0,1 1,-1 0,1 0,-1 0,1 0,-1 0,1 1,-1 0,1-1,-1 1,0 1,1-1,-1 0,0 1,0 0,0-1,0 1,0 0,0 1,-1-1,1 0,-1 1,1 0,-1-1,1 2,3 4,0 1,-1-1,0 1,0 0,-1 1,0-1,0 1,0 5,-3-10,0 1,-1-1,1 1,-1-1,-1 1,1-1,-1 1,0-1,0 1,-1-1,1 0,-1 0,0 1,-1-1,1-1,-1 1,0 0,0-1,0 1,-1-1,0 0,0 0,0 0,0-1,0 0,-1 1,0-1,-4 2,7-4,1-1,1 0,-1 0,0 0,1 0,-1 0,1 0,-1 0,0 1,1-1,-1 0,1 0,-1 0,0 1,1-1,-1 0,1 1,-1-1,1 0,-1 1,1-1,-1 1,1-1,0 0,-1 1,1-1,0 1,-1 0,1-1,0 1,0-1,-1 1,1-1,0 1,0 0,0-1,0 1,0-1,0 1,0 0,0-1,0 1,0 0,0-1,0 1,0-1,0 1,1-1,-1 1,0 0,0-1,1 1,-1-1,0 1,1-1,-1 1,1-1,-1 1,0-1,1 0,-1 1,1-1,0 1,138 21,-128-19,-1 1,0 1,0-1,0 2,-1 0,1 0,-1 0,-1 1,2 2,-7-6,0-1,-1 1,1-1,-1 1,0 0,0 0,0 0,0 0,0 1,-1-1,1 0,-1 1,0-1,0 1,0-1,-1 1,1-1,-1 1,0 0,0-1,0 1,0-1,-1 1,1 0,-1-1,0 1,0-1,0 1,-2 1,-5 5,0 0,-1-1,-1 1,0-2,0 0,0 0,-1-1,0 0,-1-1,0 0,1-1,-2 0,1-1,0 0,-1-1,-7 1,-43 3,62-8,0 1,0-1,0 1,0-1,0 1,0-1,1 0,-1 1,0-1,0 0,1 0,-1 0,0 0,1 1,-1-1,1 0,-1 0,1 0,0 0,-1 0,1 0,0 0,0 0,-1 0,1 0,0 0,0-1,0 1,0 0,1 0,-1 0,0 0,0 0,1 0,-1 0,0 0,1 0,-1 0,1 0,-1 0,1 1,0-1,-1 0,1 0,0 0,0 1,-1-1,1 0,0 1,0-1,0 1,0-1,0 1,0-1,20-22</inkml:trace>
  <inkml:trace contextRef="#ctx0" brushRef="#br0" timeOffset="2153.821">1069 1365,'20'2,"17"8,8 13,1 14,-5 15,-10 14,-9 12,-10 8,-12 6,-16 6,-19 1,-17 0,-14-5,-8-12,7-20</inkml:trace>
  <inkml:trace contextRef="#ctx0" brushRef="#br0" timeOffset="2536.496">1269 0,'14'5,"11"12,8 20,6 24,0 24,-4 23,-8 20,-13 16,-21 12,-26 10,-34 2,-4-28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2:53.4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808 1078,'16'-2,"12"-1,8 0,2 1,0 0,-5 1,-3 1,-4 0,-5 0,-6-3,-7 1,-8-1,-6 1,-2 0</inkml:trace>
  <inkml:trace contextRef="#ctx0" brushRef="#br0" timeOffset="3342.191">407 1052,'100'17,"11"-4,0-5,19-5,269 10,-132 4,-199-12,1-2,-1-3,40-6,69-1,132 0,22 1,-248 0,-49 2,-1 2,1 2,0 0,16 4,-8 0,1-2,-1-2,1-1,0-3,86-2,196 7,-138 7,-76-28,81 12,-167 6,0-2,-1 0,1-2,-1-1,-1 0,1-2,-1-1,-1 0,21-14,-33 14,0-1,-1 1,0-2,-1 1,0-1,-1-1,-1 1,0-1,0 0,2-11,-7 21,8-22,-2-1,-1 0,-2 0,0-1,-1-13,5-27,23-133,-31 188,0 1,-1 0,0-1,-1 1,-1 0,0 0,0 0,-1 1,0-1,-1 1,0 0,-1 0,0 0,0 1,-1 0,0 0,-1 1,0 0,0 0,-4-2,-64-9,32 13,37 4,-39-10,-1 1,0 3,-40-2,27 7,1-4,-1-2,-5-4,-72-17,-1 7,-45 1,-63 8,161 9,-121 3,-171 38,-113 14,82-10,38 16,12-7,177-36,-80-8,236-2,1 1,1 0,-1 2,1 1,0 1,0 1,1 1,-14 9,27-12,0 0,0 0,1 1,0 0,1 0,0 1,0 0,1 1,0-1,1 1,-4 8,-17 28,21-36,2 1,-1 0,2 0,-1 0,1 0,1 1,0-1,1 1,0-1,0 0,1 1,1-1,2 7,-4-18,1 10,0 10,1-1,1 1,1-1,0 0,2 0,0-1,1 1,1-1,0-1,6 8,4-2,2-1,0-1,1-1,2-1,21 15,-9-7,-21-15,-3-1</inkml:trace>
  <inkml:trace contextRef="#ctx0" brushRef="#br0" timeOffset="4737.454">6169 344,'-14'-15,"-1"1,-1 1,0 0,0 2,-1-1,0 2,-1 0,-1 2,1 0,-1 0,-1 2,1 1,-1 0,0 1,-5 1,-6 0,0 1,0 1,0 2,0 2,0 0,0 2,-28 9,42-9,0 1,0 1,1 0,-1 1,2 1,0 1,0 0,0 0,1 2,1 0,0 0,1 1,0 1,-4 7,2 0,0 2,2 0,0 0,2 1,1 0,0 1,2 0,1 0,1 1,1 0,1-1,2 3,1-18,1 1,1-1,0 1,0-1,1 0,0 1,1-2,0 1,1 0,0-1,0 0,1 0,0 0,1-1,0 0,0 0,1-1,0 1,0-2,0 1,1-1,0-1,0 0,8 4,27 12,2-2,-1-2,2-2,0-2,1-2,0-2,0-2,1-2,0-2,26-4,-37 1,0-1,0-2,0-2,-1-1,0-2,0-2,-1-1,9-5,-28 8,0 1,0-2,-1 0,0-1,-1-1,0-1,0 0,-2 0,1-1,-2-1,1-1,-2 1,0-2,-1 0,-1 0,0 0,3-12,-6 11,-1 0,-1-1,-1 0,0 0,-1 0,-1 0,-1 0,-1 0,0 0,-1 0,-1 1,-1-1,0 0,-2 1,0 0,0 0,-2 1,0 0,-1 0,0 1,-1 0,-1 0,-1 1,0 1,0 0,-2 1,-7-6,-2 0,-1 0,-1 2,0 1,-1 1,-1 1,0 2,-1 0,0 2,0 1,-1 1,0 2,0 0,0 3,-1 0,1 1,-1 2,1 2,-1 0,1 2,0 1,1 1,-1 2,2 0,-1 2,1 2,1 0,0 1,1 2,-8 7,-62 60,14 3</inkml:trace>
  <inkml:trace contextRef="#ctx0" brushRef="#br0" timeOffset="13020.786">5701 437,'-14'16,"0"1,2 0,0 1,1 1,0 0,2 0,0 1,-5 18,12-30,-1 1,1 0,1 0,0-1,0 1,1 0,-1 0,2 0,0 0,0 0,0-1,1 1,0 0,1-1,0 1,1-1,-1 0,1 0,1 0,0-1,0 1,3 2,-1-2,0 0,1-1,0 1,0-1,1-1,0 0,0 0,0-1,1 0,0 0,0-1,0-1,0 1,1-2,-1 1,1-2,0 1,-1-1,4-1,-9-2,1-1,0 0,-1 0,0 0,0-1,0 0,0 0,0 0,-1 0,0-1,0 0,0 0,0 0,-1 0,0 0,0-1,0 0,-1 1,0-1,1-3,3-6,-1-1,0 0,0 0,-2 0,0 0,-1-1,-1 1,0-1,-1 1,-1-1,-2-10,2 19,-1 1,1-1,-1 1,-1-1,1 1,-1 0,-1 0,1 0,-1 0,-1 1,1-1,-1 1,0 0,0 0,-1 1,1 0,-1 0,-1 0,1 1,-1 0,1 0,-1 0,0 1,-1 0,-3-1,2 2,-1-1,1 2,-1-1,0 1,0 1,1 0,-1 0,0 1,0 0,1 1,-1 0,1 0,-1 1,1 0,0 1,0 0,0 1,1-1,0 2,0-1,0 1,0 0,1 1,0 0,0 0,1 0,0 1,0 0,1 0,0 1,1-1,-1 3,-2 3,2 0,0 1,0-1,2 1,-1 0,2 0,0 0,1 0,1 0,0 1,1-1,0 0,1 0,1 0,1 0,0-1,1 1,0-1,5 8,-5-14,-1-1,2 0,-1-1,1 1,0-1,0 0,1-1,0 1,0-1,0 0,0-1,1 0,0 0,-1-1,2 0,-1 0,0-1,0 0,1 0,-1-1,1 0,0-1,-1 0,1 0,-1-1,1 0,0 0,-1-1,0 0,1-1,-1 0,0 0,0 0,-1-1,1 0,1-2,0-3,0-1,0 0,-1-1,0 1,0-2,-2 1,1-1,-2 0,1 0,-2 0,1-1,-2 0,0 0,0 0,-1 0,-1 0,0-1,-1 1,-1-12,0 7,-1 0,-1 0,0 1,-1-1,-1 1,-1 0,0 0,-2 1,1 0,-2 0,0 1,-1 0,-1 0,-6-7,13 17,-1 0,1-1,-1 1,1 1,-2-1,1 1,0 0,-1 0,0 0,0 1,0 0,0 0,0 0,-1 1,1 0,-1 1,0-1,1 1,-1 0,0 1,0-1,0 2,1-1,-1 1,0 0,0 0,1 0,-1 1,1 0,-1 1,1-1,0 1,0 1,-2 0,-4 9,1 0,1 1,0 0,1 0,0 1,1 0,1 1,0-1,1 2,1-1,0 0,2 1,0 0,0 0,2 0,0 0,1 0,2 13,-4-19,2-1,0 0,0 1,0-1,2 0,-1 1,1-1,1 0,0 0,0 0,1-1,0 1,0-1,1 0,1 0,0 0,0-1,0 0,1 0,0 0,1-1,0 0,0-1,0 0,1 0,0-1,0 0,6 3,-4-4,0 0,0-1,0 0,1-1,-1 0,1 0,-1-1,1-1,-1 0,1-1,0 0,-1-1,0 0,1 0,-1-2,0 1,0-1,-1-1,1 0,-1 0,0-1,0-1,-1 0,0 0,0 0,0-1,-1-1,-1 1,1-1,-1 0,-1-1,0 0,3-6,-5 5,-1-1,0 1,0-1,-1 0,-1 0,0 0,-1 0,0-1,-1 1,0 0,-1 0,0 0,-1 1,0-1,-1 1,-1-1,1 1,-2 0,1 1,-2-1,1 1,-1 0,-1 1,0 0,0 0,-1 0,0 1,0 1,-1 0,-9-6,7 6,0 0,-1 1,1 1,-1 0,0 0,0 1,-1 1,1 0,-11 0,18 2,1 1,-1 0,0 0,1 0,-1 1,1-1,-1 2,1-1,-1 0,1 1,0 0,-1 0,1 1,0-1,1 1,-1 0,0 0,1 1,0-1,0 1,0 0,0 0,0 1,1-1,0 1,-4 10,0 1,2 0,0 0,1 0,0 0,1 0,1 1,1 0,0-1,1 1,1 0,1 4,3 66</inkml:trace>
  <inkml:trace contextRef="#ctx0" brushRef="#br1" timeOffset="49787.986">140 1975,'136'33,"-75"-23,0-2,1-3,44-4,-3 2,12 5,1 6,23 9,248 21,15 6,-15-16,-129 1,39 3,59-14,132 11,15-13,-129-6,13-17,-143 0,149 0,-324-3,-1-4,0-2,65-20,261-50,-375 76,0-1,0-2,0 1,-1-2,0-1,0 0,-1-1,0-1,-1 0,-1-1,5-5,-10 7,0 0,-1-1,0 0,0-1,-1 0,0 0,-2-1,1 0,-1 0,-1-1,0 1,-1-1,-1 0,0-1,-1 1,0-8,1 9,-1 1,-1-1,0 0,0 1,-1-1,-1 0,0 1,-1-1,0 1,-1-1,-1 1,1 0,-2 0,0 0,0 1,-5-6,-133-139,134 147,0 0,-1 1,0 0,0 0,-1 1,0 0,0 1,-1 0,0 1,0 0,0 1,0 0,-1 1,1 1,-1 0,-1 0,-26-3,-213-41,188 33,-1 2,0 3,0 3,-1 3,-40 5,-137-7,83-2,-139 14,-397-5,27-3,-82-49,172 37,145-15,-166-5,517 35,-1 4,1 3,1 4,0 4,-22 10,66-16,1 1,0 2,2 2,-1 1,2 2,1 1,-8 8,29-17,0 1,1 0,1 1,0 1,1-1,0 2,1-1,1 1,1 1,0-1,1 1,1 0,0 1,1-1,1 1,1 0,0 17,2-23,1 0,0 0,0 0,1-1,1 1,0 0,1-1,0 0,1 1,19 36</inkml:trace>
  <inkml:trace contextRef="#ctx0" brushRef="#br1" timeOffset="51423.546">5928 1359,'-25'-10,"-1"0,0 2,0 0,-1 2,0 1,0 2,0 0,-1 2,1 0,-1 2,1 2,-20 3,35-3,-1 0,0 1,1 1,-1-1,1 2,0 0,1 0,0 1,0 1,0 0,1 0,0 1,1 0,0 1,0 0,1 1,0-1,1 1,0 1,1-1,0 1,1 1,1-1,0 1,0-1,1 1,1 0,0 0,0 0,2 1,0-1,0 0,1 2,6 17,1-1,2-1,1 1,1-2,1 0,2 0,1-1,1-1,1-1,2 0,0-1,6 2,0 4,2-1,1-2,2 0,0-3,7 4,-21-18,-1 0,2-1,-1-1,1-1,1-1,-1 0,1-1,0-1,1-1,-1-1,13 1,-17-4,-1-1,1 0,-1-1,0-1,1 0,-1-1,-1 0,1-1,-1-1,0 0,0-1,0 0,-1-1,0 0,-1-1,0 0,7-8,5-7,-1 0,-2-2,0 0,-2-1,0-1,-2 0,3-11,-4 6,-2 0,-1 0,-1-1,-2-1,-2 0,-1 0,-1-1,-2 1,-2-1,-2-9,1 27,-2-1,0 1,-1 0,-1 0,0 1,-2-1,0 1,-1 0,0 1,-1-1,-1 1,-1 1,0 0,-1 0,-1 1,0 1,-1 0,0 0,-1 1,-13-8,8 9,-2 0,1 1,-1 1,0 1,-1 1,0 1,0 1,0 1,0 1,-1 1,0 0,1 2,-1 1,0 1,1 0,-14 5,-1 1,2 1,-1 2,1 1,1 2,0 1,1 2,1 1,0 2,-23 20,32-22,1 2,0 0,2 1,1 2,0 0,2 0,0 2,2 0,-11 25,19-35,1 0,0 1,1 0,1 0,0 0,1 1,1-1,1 1,0 0,1-1,1 1,0-1,2 1,-1-1,2 1,0-1,1 0,2 1,2 3,2-1,0-1,1 1,0-2,2 0,0-1,1 0,0-1,2 0,-1-2,2 0,0-1,0 0,1-2,1 0,0-1,22 9,2-2,0-2,0-1,1-3,1-2,0-1,2-3,-9 0,1-2,0-2,0-1,-1-2,1-2,-1-2,0-1,-1-2,1-1,-2-3,0-1,-1-1,0-2,7-7,-32 18,0-1,-1 0,1-1,-2 0,1 0,-2-1,1 0,-1-1,-1 0,0 0,0-1,-1 0,-1 0,0 0,0-1,-1 1,-1-1,0 0,-1 0,0 0,-1-1,-1 1,0-5,-3-2,0 1,-2-1,0 1,-1 0,-1 1,-1 0,0 0,-2 0,0 1,0 0,-2 1,-7-7,-7-9,-3 2,0 1,-2 2,0 1,-21-12,24 17,-1 2,0 1,-2 2,0 1,0 1,-2 1,0 2,0 1,-1 2,1 2,-2 0,1 3,-1 0,1 3,-1 1,0 1,-3 2,20 1,0 0,1 1,0 1,0 0,1 2,0 0,1 0,-1 1,2 1,0 1,0 0,1 1,0 0,1 1,1 0,0 1,1 1,1-1,0 1,1 1,1 0,1 0,-1 4,-1 5,1-1,2 1,0 1,2-1,1 1,1-1,1 1,1-1,2 1,0-1,2 0,1 0,1 0,1-1,1 0,2-1,0 1,2-2,0 0,1-1,2 0,0-1,1-1,1 0,1-2,1 0,0-1,2 0,4-2,1 0,0-2,1-1,0-2,1 0,0-2,0-1,1-1,-1-2,1-1,1-1,-1-2,0-1,0-1,24-5,-31 3,0 0,-1-2,0-1,0 0,0-2,-1 0,0-2,-1 0,0-1,-1-1,0-1,-1 0,-1-2,0 0,-1-1,-1 0,-1-2,0 1,-1-2,7-15,-10 13,-1-1,-1 0,-1 0,-1-1,-1 0,-1 0,-1 0,-2-1,0 1,-1-1,-2 1,0 0,-2 0,0 0,-2 0,-1 0,0 1,-2 0,-1 1,0 0,-2 1,-1 0,0 0,-1 1,-2 1,0 1,0 0,-2 1,0 1,-1 1,-9-6,7 8,-2 1,0 0,0 2,-1 1,0 0,-1 2,1 1,-1 1,-1 1,1 1,-1 1,1 2,-1 0,1 2,-1 1,1 0,0 2,0 1,1 1,0 1,0 2,0 0,1 1,1 1,-12 9,7-3,1 1,0 1,2 2,0 0,2 1,1 1,0 1,2 1,1 1,1 1,1 0,2 1,1 1,1 0,1 0,2 1,1 1,2-1,1 1,1 0,2 0,1 14,2-28,1 0,0 0,1 0,1 0,1 0,1-1,0 0,1 0,1 0,1-1,0-1,1 1,0-1,1-1,1 0,1-1,0 0,0-1,1 0,1-1,2 1,8 2,0-1,1 0,0-3,1 0,0-1,1-2,-1-1,1-1,1-1,-1-1,0-2,12-1,1-2,1-2,-2-1,1-2,-1-2,0-1,-1-3,0-1,10-6,-25 9,0-1,-1-1,-1-1,0-1,-1-1,-1-1,16-17,-28 25,0 0,0-1,0 1,-2-2,1 1,-1-1,-1 0,0 0,0-1,-1 1,-1-1,0 0,0 0,-2-1,1 1,-1 0,-1-6,-12-65</inkml:trace>
  <inkml:trace contextRef="#ctx0" brushRef="#br1" timeOffset="72468.795">6984 1065,'-7'-10,"3"2,0 1,-1 0,0 0,0 0,-1 1,0 0,0 0,0 0,-1 1,1 0,-7-3,12 7,1 1,-1 0,0 0,0 0,1 0,-1 0,0 0,1 0,-1 1,0-1,1 0,-1 0,0 0,1 1,-1-1,0 0,1 1,-1-1,0 0,1 1,-1-1,1 1,-1-1,1 1,-1-1,1 1,0 0,-1-1,1 1,0-1,-1 1,1 0,0-1,0 1,-1 0,1-1,0 1,0 0,0-1,0 1,0 0,0 0,0-1,0 1,0 0,0-1,1 1,0 40,0-39,45 286,-34-92,-12 125,2 66,40-24,-5-81,-27-86,-18 196,-7-43,-12 182,15-184,3 418,1 33,-1-482,20-66,-12 28,0-90,1 261,-1-425,0-24,1 0,0 0,0 0,0-1,-1 1,1 0,0 0,0 0,0 0,-1 0,1 0,0 0,0 0,-1 0,1-1,0 1,0 0,0 0,-1 0,1 0,0 0,0 1,-1-1,1 0,0 0,0 0,-1 0,1 0,0 0,0 0,0 0,-1 0,1 1,0-1,0 0,0 0,0 0,-1 0,1 1,0-1,0 0,0 0,0 0,0 1,0-1,-1 0,1 0,0 0,0 1,0-1,0 0,0 0,0 1,0-1,0 0,0 0,0 1,0-1,0 0,0 0,0 1,0-1,1 0,-7-10</inkml:trace>
  <inkml:trace contextRef="#ctx0" brushRef="#br1" timeOffset="73784.28">6744 4301,'-5'16,"1"0,0 1,2-1,0 1,1-1,0 1,2 0,0 0,0-1,2 1,0-1,5 14,9 23,2-2,3 0,8 11,18 42,-33-68,-1 0,-1 0,-3 1,-1 0,-1 1,-2 0,-2 0,-2 1,-1-1,-2 1,-14 19,15-58,0 1,-1-1,1 0,-1 1,1-1,0 0,-1 1,1-1,-1 0,0 1,1-1,-1 0,1 0,-1 0,1 1,-1-1,1 0,-1 0,0 0,1 0,-1 0,1 0,-1 0,0 0,1 0,-1 0,1-1,-1 1,1 0,-1 0,1 0,-1-1,0 1,1 0,-1-1,1 1,0 0,-1-1,1 1,-1-1,1 1,0-1,-1 1,1-1,0 1,-1-1,1 1,0-1,0 1,0-1,-1 0,1 1,0-1,-37-97,29 68,-175-605,131 472,52 162,-1 0,1 0,0 0,0-1,0 1,0 0,0 0,1 0,-1 0,0-1,0 1,1 0,-1 0,1 0,-1 0,1 0,-1 0,1 0,0 0,0 0,-1 0,1 0,0 0,0 1,0-1,0 0,0 1,0-1,0 0,0 1,0-1,0 1,0 0,0-1,0 1,1 0,-1 0,0-1,0 1,0 0,0 0,1 1,-1-1,0 0,0 0,0 0,0 1,1-1,-1 0,1 1,10-1,206-40,-151 25,1 3,51-3,-110 14,-1 0,0 1,0 0,0 0,1 1,-1 0,0 0,0 1,0 0,0 0,-1 1,1 0,-1 0,1 1,5 4,-11-5,-1 1,1 0,-1-1,1 1,-1 0,0 0,0 0,-1 0,1 0,-1-1,0 1,0 0,0 0,-1 0,0 0,1 0,-1 0,0 0,-1 0,1-1,-1 1,0 0,-1 1,-2 9,-177 558,103-312,72-244,7-20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4:41.3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20427 1163,'5'0,"1"0</inkml:trace>
  <inkml:trace contextRef="#ctx0" brushRef="#br0" timeOffset="162946.017">7902 2820,'0'0</inkml:trace>
  <inkml:trace contextRef="#ctx0" brushRef="#br0" timeOffset="184263.183">4921 4478,'11'548,"-9"-351,-1 157,15-1,26 85,89 280,-106-538,-29-167,-3-41,-4-86,7 48</inkml:trace>
  <inkml:trace contextRef="#ctx0" brushRef="#br0" timeOffset="186617.186">4934 4719,'-11'-514,"11"506,-1 6,0 1,1-1,-1 0,1 1,0-1,-1 0,1 0,0 0,0 1,0-1,0 0,0 0,0 0,1 0,-1 1,1-1,-1 0,1 0,-1 1,1-1,0 1,0-1,0 0,0 1,0-1,0 1,1 0,-1-1,0 1,1 0,-1 0,1 0,-1 0,1 0,-1 0,1 0,0 1,-1-1,1 1,0-1,0 1,0 0,134 11,33-5,99-11,-66-1,-7 5,468-14,245-11,-308 12,-539 10,727-31,429 17,-858 6,689-12,1827 25,-2104 29,-482-14,473-8,-254-8,-11 14,177-15,-656 1,1 1,-1 1,0 0,0 2,0 0,13 5,80-1,84 3,64-11,-119-1,-138 1,0 0,0-1,-1 1,1 0,0 0,0 0,0 0,0 0,-1 1,1-1,0 0,0 1,0-1,-1 1,1 0,0 0,-1-1,1 1,-1 0,1 0,-1 1,1-1,-1 0,0 0,1 1,-1-1,0 1,0-1,0 1,0-1,0 1,-1 0,1-1,0 3,12 55,-2 1,2 60,-12-103,48 588,3-5,-30-328,-13 165,3 241,-23-187,11-426,2-1,3 0,3 0,2 0,19 58,10 45,3 63,-34-181,-1-12</inkml:trace>
  <inkml:trace contextRef="#ctx0" brushRef="#br0" timeOffset="188964.313">5147 7165,'14'1459,"-26"-1015,12-438,5 54,-5-59,0 1,0-1,1 1,-1-1,1 0,-1 1,1-1,0 0,-1 1,1-1,0 0,0 0,0 0,0 1,0-1,0 0,0-1,0 1,1 0,-1 0,0 0,1-1,-1 1,0 0,1-1,-1 1,0-1,1 0,-1 0,1 1,-1-1,1 0,-1 0,1 0,0-1,6-1,1 0,-1-1,0 0,0-1,-1 0,1 0,-1-1,0 1,0-2,0 0,10-6,-13 10,17-15,2 2,0 0,0 2,1 0,1 2,0 1,0 1,12-3,21 5,0 2,0 2,1 3,-1 3,15 4,1-2,1201 16,-922-23,2195 45,-841-9,112-8,-579-28,707-12,-1689 6,886-57,-1139 65,594-83,-436 41,-100 6,-46 34,-4 0,0 1,1-2,-1 0,0-1,0 0,-1-1,1 0,10-7,-18 7,0 0,-1 0,0-1,0 0,0 0,-1 0,1 0,-2-1,1 1,-1-1,0 1,0-1,0 0,-1 0,0 0,-1 0,0 0,0 0,-1-6,-3-22,-2 0,-2 0,-1 1,-1 0,-2 0,-11-21,13 31,0 0,-2 1,0 0,-2 1,0 0,-2 1,0 1,-15-14,-10-2</inkml:trace>
  <inkml:trace contextRef="#ctx0" brushRef="#br0" timeOffset="190627.327">6591 4531,'-2'7,"-1"9,0 11,1 12,0 11,1 8,0 6,1 3,-2 2,-1-4,0-14</inkml:trace>
  <inkml:trace contextRef="#ctx0" brushRef="#br0" timeOffset="190877.83">6551 5133,'4'-2,"7"-1,5 0,8-2,5 1,4-3,-1 1,0 2,-3 0,-8 2</inkml:trace>
  <inkml:trace contextRef="#ctx0" brushRef="#br0" timeOffset="191130.685">6458 4464,'-3'0,"7"3,11 2,15 1,13-1,14-1,7-1,-6-1</inkml:trace>
  <inkml:trace contextRef="#ctx0" brushRef="#br0" timeOffset="191477.188">7059 5226,'0'4,"1"-1,-1 0,1 0,0 1,0-1,0 0,1 0,-1 0,1 0,0 0,0-1,0 1,0 0,0-1,0 1,1-1,-1 0,1 0,-1 0,1 0,0 0,0-1,0 1,0-1,0 0,0 0,1 0,-1 0,0 0,0-1,1 1,-1-1,0 0,1 0,-1-1,0 1,1 0,-1-1,0 0,0 0,1 0,-1 0,0-1,0 1,0-1,0 1,-1-1,1 0,2-2,-1-2,0 0,0 0,0 0,-1-1,0 1,0-1,-1 0,0 0,0 0,-1 0,1 0,-2 0,1 0,-1 0,0 0,0-1,-1 1,0 0,0 0,-1 0,0 0,0 0,-1 1,1-1,-1 0,-1 1,1 0,-1 0,-1 0,1 0,-1 1,-1-1,2 2,0 1,0 0,0 0,-1 0,1 1,-1-1,0 1,1 0,-1 1,0-1,0 1,0 0,-1 0,1 1,0-1,0 1,0 0,-1 1,1-1,0 1,0 0,0 0,0 1,0-1,0 1,0 0,1 0,-1 1,1 0,-1 0,1 0,0 0,0 0,0 1,1 0,-1-1,1 2,0-1,0 0,-1 3,3-5,0 1,0-1,1 1,-1-1,0 1,1 0,0-1,0 1,0 0,0 0,0-1,0 1,1 0,-1-1,1 1,0 0,-1-1,1 1,1-1,-1 0,0 1,1-1,-1 0,1 1,-1-1,1 0,0 0,0 0,1 0,19 16</inkml:trace>
  <inkml:trace contextRef="#ctx0" brushRef="#br0" timeOffset="191829.455">8329 4612,'2'11,"1"13,2 12,1 10,-2 8,-1 5,0 4,-4 0,-4-3,-1-8,1-12</inkml:trace>
  <inkml:trace contextRef="#ctx0" brushRef="#br0" timeOffset="192078.343">8289 5106,'7'5,"9"1,8 0,10-2,8-3,3-4,-1-2,-5 0,-11 1</inkml:trace>
  <inkml:trace contextRef="#ctx0" brushRef="#br0" timeOffset="192350.265">8209 4518,'-2'-5,"1"-1,5 1,10 2,10 3,9 1,8 2,5 2,0 1,-8 0</inkml:trace>
  <inkml:trace contextRef="#ctx0" brushRef="#br0" timeOffset="192598.729">8677 5187,'24'-205,"-15"92,-6 91,1 54,-5 105,0-52,3-1,7 36,0-67,2-10</inkml:trace>
  <inkml:trace contextRef="#ctx0" brushRef="#br0" timeOffset="192967.085">9866 4545,'0'11,"-2"14,-3 10,-3 10,0 7,1 7,2 5,2 2,1 0,3-3,5-5,2-8,0-10,2-10,-2-9</inkml:trace>
  <inkml:trace contextRef="#ctx0" brushRef="#br0" timeOffset="193147.83">9759 5159,'9'0,"12"0,12 0,7-2,6-3,1-1,-4-1,-7 0,-11 2</inkml:trace>
  <inkml:trace contextRef="#ctx0" brushRef="#br0" timeOffset="193344.279">9799 4505,'0'-7,"12"-5,14 1,15 1,12 3,3 2,-8 2</inkml:trace>
  <inkml:trace contextRef="#ctx0" brushRef="#br0" timeOffset="193711.892">10160 4986,'8'-5,"0"0,0 0,0 1,0 0,1 1,-1 0,1 0,0 1,0 0,0 1,0 0,0 0,1 1,-1 0,0 0,0 1,0 1,0-1,0 1,0 1,0 0,-1 0,1 1,-1 0,5 3,-10-4,-1 0,1 0,-1 0,1 1,-1-1,0 1,0-1,-1 1,1 0,-1 0,1-1,-1 1,-1 0,1 0,0 1,-1-1,0 0,0 0,0 0,-1 0,1 0,-1 0,0 0,-1 4,-46 88,-85 71,130-163,1-3,0 0,1 1,-1-1,1 1,0-1,-1 1,1-1,0 1,0 0,0-1,0 1,0 0,1 0,-1 0,0 0,1 0,-1 0,1 0,0 0,0 0,0 0,0 0,0 0,0 0,0 0,1 0,-1 0,1 0,0 0,-1 0,1 0,1 1,3-1,0 0,0 0,0 0,0-1,0 0,0 0,1 0,-1-1,1 1,-1-1,0-1,5 0,58-5,-1-4,0-2,32-12,-60 15,53-13</inkml:trace>
  <inkml:trace contextRef="#ctx0" brushRef="#br0" timeOffset="194044.783">11551 4545,'-3'-16,"-2"-5,-1 5,-1 13,0 15,1 15,0 15,0 8,2 8,1 5,2 1,2-1,2-3,0-4,0-7,-2-8,1-10</inkml:trace>
  <inkml:trace contextRef="#ctx0" brushRef="#br0" timeOffset="194298.625">11471 5159,'9'-2,"10"-1,10 0,10 1,5-2,2 0,-2-1,-9-1</inkml:trace>
  <inkml:trace contextRef="#ctx0" brushRef="#br0" timeOffset="194553.129">11417 4411,'14'-3,"18"0,17 1,16-1,11 2,1 0,-12 0</inkml:trace>
  <inkml:trace contextRef="#ctx0" brushRef="#br0" timeOffset="194912.379">11952 4758,'201'68,"-199"-68,0 1,0-1,0 0,0 1,0-1,0 1,0 0,0 0,0-1,-1 1,1 0,0 1,-1-1,1 0,-1 0,1 1,-1-1,1 1,-1-1,0 1,0 0,0-1,0 1,0 0,0 0,0 0,-1 0,1 0,-1-1,1 1,-1 0,0 0,1 1,-1-1,0 0,-1 0,1 0,0 0,-1 0,1 0,-1 0,-7 9,-1 0,0-1,0 0,-1-1,-1 0,0-1,-8 6,-2 1,-48 43,68-57,1 1,0-1,0 0,0 0,0 0,0 0,0 0,0 1,0-1,0 0,0 0,1 0,-1 0,0 0,1 0,-1 1,1-1,-1 0,1 0,0-1,0 1,-1 0,1 0,0 0,0 0,0-1,0 1,0 0,0-1,0 1,0 0,0-1,0 0,0 1,0-1,0 0,0 1,0-1,0 0,1 0,-1 0,0 0,0 0,0 0,0 0,1-1,90 18,-69-15,0 1,0 2,-1 0,1 1,-1 1,-1 2,0 0,0 1,6 4,-24-12,0-1,0 1,0 0,-1 0,1 0,0 0,-1 0,0 0,1 1,-1 0,0-1,0 1,0 0,-1 0,1 0,-1 0,0 0,1 0,-1 0,-1 0,1 1,0-1,-1 0,0 1,0-1,0 0,0 1,0-1,0 0,-1 1,0-1,0 0,0 1,0-1,0 0,-1 0,0 1,-10 10,-1-1,0 0,-1-1,-1 0,0-1,0-1,-1 0,0-1,0-1,-1-1,-1 0,1-1,-4 0,-23 7</inkml:trace>
  <inkml:trace contextRef="#ctx0" brushRef="#br0" timeOffset="195244.525">13141 4411,'0'4,"0"9,0 11,0 13,0 9,0 9,0 5,3 2,2 0,3-2,1-4,0-5,-1-6,-2-12</inkml:trace>
  <inkml:trace contextRef="#ctx0" brushRef="#br0" timeOffset="195519.955">13089 5067,'16'0,"14"0,9 0,7-3,0-2,-3-1,-9 0</inkml:trace>
  <inkml:trace contextRef="#ctx0" brushRef="#br0" timeOffset="195698.049">13035 4318,'16'2,"14"3,14 1,10 1,3 1,-8-3</inkml:trace>
  <inkml:trace contextRef="#ctx0" brushRef="#br0" timeOffset="196060.506">13542 4772,'-38'297,"37"-294,1-1,-1 0,1 1,0-1,0 0,0 0,0 1,0-1,1 0,-1 1,0-1,1 0,0 0,0 1,-1-1,1 0,1 0,-1 0,0 0,0 0,1-1,-1 1,1 0,-1 0,1-1,0 1,0-1,0 0,0 1,0-1,0 0,0 0,0 0,1 0,8-2,1 1,-1-1,0-1,0 0,0-1,0 0,0-1,0 0,-1 0,0-1,0-1,0 1,-1-2,1 1,-2-1,1-1,-1 0,0 0,0 0,-1-1,0 0,-1-1,31-60,-46 79,1 5,1 1,1 0,0 0,2 1,-1-1,2 1,0 0,1 0,0 0,2 1,0-1,0 0,2 0,0 0,0 0,2 0,0 0,1-1,0 0,2 0,-1 0,2 0,2 3,74 75,-43-57</inkml:trace>
  <inkml:trace contextRef="#ctx0" brushRef="#br0" timeOffset="196546.759">14639 4612,'-10'30,"5"119,7-1,15 93,-3-159,24-100,44 13,-65 5,0 0,0-2,0 0,0 0,0-2,12-4,-12 1</inkml:trace>
  <inkml:trace contextRef="#ctx0" brushRef="#br0" timeOffset="196810.525">14585 4505,'5'-3,"8"0,8 1,11-1,10 4,8 3,2 6,-8 1</inkml:trace>
  <inkml:trace contextRef="#ctx0" brushRef="#br0" timeOffset="197074.357">15066 5013,'9'48,"1"0,3 0,1-1,3-1,2-1,13 23,-6-5,-26-62,-1 0,0 1,1-1,-1 0,0 0,0 0,0 0,0 0,0 0,0 0,0 0,0 0,0 0,0 0,-1-1,1 1,0-1,0 1,-1-1,1 1,0-1,-1 0,1 1,-1-1,1 0,0 0,-1 0,1 0,-1 0,1-1,0 1,-1 0,1-1,0 1,-70-9,35-1</inkml:trace>
  <inkml:trace contextRef="#ctx0" brushRef="#br0" timeOffset="197243.919">15027 4959,'16'-6,"16"-6,17-2,18-1,18-1,15 1,14 3,-14 3</inkml:trace>
  <inkml:trace contextRef="#ctx0" brushRef="#br0" timeOffset="197580.058">16484 4545,'2'21,"1"17,0 14,2 10,-1 8,0 3,-1 1,-1-4,-1-4,-3-8,-3-13,-1-14</inkml:trace>
  <inkml:trace contextRef="#ctx0" brushRef="#br0" timeOffset="197827.272">16417 5240,'10'0,"8"0,12 0,9-2,5-4,2-2,-3 0,-4-1,-8-1,-10 0</inkml:trace>
  <inkml:trace contextRef="#ctx0" brushRef="#br0" timeOffset="198082.58">16377 4371,'20'0,"21"0,19 0,16 2,7 4,-9 0</inkml:trace>
  <inkml:trace contextRef="#ctx0" brushRef="#br0" timeOffset="198354.047">16885 4893,'-14'15,"0"1,1 1,0 0,1 0,2 1,-1 1,2 0,1 0,0 1,1 0,2 1,0-1,1 1,3-14,2-1,-1 1,1-1,0 1,0-1,1 0,0 0,0 0,0 0,1 0,0 0,0 0,1-1,-1 1,1-1,0 0,1-1,-1 1,1-1,0 1,0-1,0-1,5 3,-1 0,1-1,0 0,0 0,1-1,-1-1,1 0,0 0,0-1,0 0,0-1,1 0,-1-1,4-1,-10 1,-1 0,0-1,1 0,-1 0,0 0,0-1,0 1,0-1,0 0,0 0,0 0,-1-1,1 1,-1-1,0 0,1 0,-1 0,-1-1,1 1,0-1,-1 1,0-1,0 0,0 0,0 0,0 0,-1 0,0 0,0 0,0-1,0 1,-1 0,0-1,1 1,-2 0,1-1,0 1,-1 0,0-1,0 1,0 0,-1 0,1 0,-1 0,0 0,0 0,-1-1,0 1,1 1,0 0,-1 0,0 0,0 0,0 0,0 1,0-1,0 1,-1 0,1 0,-1 0,0 1,1-1,-1 1,0 0,0 0,0 0,0 0,0 1,0-1,0 1,0 0,0 1,0-1,0 1,0-1,0 1,1 0,-1 1,0-1,0 1,1-1,-1 1,1 0,-1 1,1-1,0 0,0 1,0 0,-1 1,-12 15</inkml:trace>
  <inkml:trace contextRef="#ctx0" brushRef="#br0" timeOffset="198693.015">18034 4384,'-9'12,"-5"12,-1 12,3 10,3 12,3 7,6 6,4 5,1 3,3-1,0-4,0-8,0-11,-3-10,-1-10,-2-12</inkml:trace>
  <inkml:trace contextRef="#ctx0" brushRef="#br0" timeOffset="198895.673">17968 5173,'-3'-3,"3"0,7 3,7 1,8 0,7 0,6 0,1-2,-3-4,-5-5,-8-1</inkml:trace>
  <inkml:trace contextRef="#ctx0" brushRef="#br0" timeOffset="199099.41">17875 4398,'9'-7,"14"-2,17 0,13 3,9 1,-6 2</inkml:trace>
  <inkml:trace contextRef="#ctx0" brushRef="#br0" timeOffset="199433.516">18248 4839,'17'-2,"-14"0,1 0,0 1,0 0,-1 0,1 0,0 0,0 1,0-1,0 1,0 0,0 0,0 0,0 1,0 0,0-1,0 2,0-1,-1 0,1 1,0-1,-1 1,1 0,-1 0,0 0,0 1,1-1,-2 1,1 0,0 0,0 0,-1 0,0 0,1 1,-1-1,0 2,3 20,-2 1,-1 0,0 0,-2 0,-1 0,-1 0,-2 0,0 0,-5 12,3-6,-2 11,-1 6,2-1,2 1,1 21,9-32,-2-29</inkml:trace>
  <inkml:trace contextRef="#ctx0" brushRef="#br0" timeOffset="199629.703">18289 5267,'13'0,"17"0,16 0,14-3,11-2,4-3,-11 0</inkml:trace>
  <inkml:trace contextRef="#ctx0" brushRef="#br0" timeOffset="200620.266">6511 2339,'5'418,"-12"447,-16-385,25-400,3-18</inkml:trace>
  <inkml:trace contextRef="#ctx0" brushRef="#br0" timeOffset="201242.139">8182 2285,'0'12,"0"19,0 27,0 32,2 27,1 23,2 15,3 7,4 0,3-6,0-13,1-11,-1-15,-2-14,-4-15,-4-23</inkml:trace>
  <inkml:trace contextRef="#ctx0" brushRef="#br0" timeOffset="201865.744">9866 2245,'0'21,"3"22,0 22,2 23,3 22,1 16,3 17,1 12,0 6,1 1,-1-5,4-8,2-11,2-16,3-17,-3-26</inkml:trace>
  <inkml:trace contextRef="#ctx0" brushRef="#br0" timeOffset="202366.135">11524 2352,'0'12,"0"16,3 23,0 25,2 24,0 23,-1 20,2 15,-1 11,1 1,3-3,1-10,1-15,-1-32</inkml:trace>
  <inkml:trace contextRef="#ctx0" brushRef="#br0" timeOffset="202900.099">12901 2219,'16'7,"7"9,5 10,2 16,-4 17,-5 20,-3 20,-4 15,-6 13,0 10,-3 7,-2 2,3-4,6-8,6-10,8-16,6-18,-2-26</inkml:trace>
  <inkml:trace contextRef="#ctx0" brushRef="#br0" timeOffset="203432.05">14759 2459,'0'3,"-2"9,-3 16,-4 25,1 25,1 25,2 19,2 15,6 8,9 3,9-4,9-7,5-12,4-16,0-17,-7-24</inkml:trace>
  <inkml:trace contextRef="#ctx0" brushRef="#br0" timeOffset="203913.392">16417 2433,'-2'16,"-1"18,0 21,0 20,2 20,-1 20,2 14,2 13,6 6,3 1,5-3,4-6,3-11,0-16,-4-28</inkml:trace>
  <inkml:trace contextRef="#ctx0" brushRef="#br0" timeOffset="204380.749">17914 2379,'2'14,"1"13,-2 16,-2 19,-2 17,-2 17,2 16,2 14,6 10,7 5,11 3,8 0,3-2,0-4,-5-26</inkml:trace>
  <inkml:trace contextRef="#ctx0" brushRef="#br0" timeOffset="205472.118">9853 6698,'0'474,"0"-451,8-34,9-74,-3 0,-4-1,-4 0,-4 0,-4-11,2 78,1 6,-1 0,-1-1,0 1,-1 0,0-1,-1 1,-2-5,5 18,0 1,0-1,0 0,0 0,0 1,0-1,1 0,-1 0,0 1,0-1,0 0,0 1,0-1,0 0,0 0,0 1,0-1,0 0,-1 0,1 1,0-1,0 0,0 1,0-1,0 0,0 0,0 1,-1-1,1 0,0 0,0 0,0 1,-1-1,1 0,0 0,0 0,-1 0,1 1,0-1,0 0,-1 0,1 0,0 0,0 0,-1 0,1 0,0 0,-1 0,1 0,0 0,0 0,-1 0,1 0,0 0,-1 0,1 0,0 0,0 0,-1 0,1-1,0 1,0 0,-1 0,0 6,0 0,1 0,0 0,-1 0,2 0,-1 0,1 0,0 0,0 0,1 0,0 0,0-1,0 1,0-1,1 1,0-1,0 0,1 0,0 0,-1 0,2-1,-1 0,0 1,1-1,0-1,0 1,0-1,0 0,0 0,1-1,-1 1,1-1,0 0,0-1,0 1,-1-1,1 0,1-1,10-2,0-2,-1 0,1-1,-1 0,-1-1,1-1,-1-1,0 0,0-1,-1 0,-1-1,1-1,-2 0,1-1,-2 0,0-1,0 0,3-6,61-83,-76 103,1-1,0 0,-1 1,1-1,0 0,-1 1,1-1,0 0,0 1,-1-1,1 0,0 1,0-1,0 1,0-1,0 1,0-1,-1 0,1 1,0-1,0 1,0-1,0 1,0-1,1 0,-1 1,0-1,0 1,0-1,0 1,0-1,1 0,-1 1,0-1,0 0,1 1,-1-1,0 0,0 1,1-1,-1 0,0 1,1-1,-1 0,0 0,1 1,-1-1,1 0,-1 0,0 0,1 0,-1 0,1 1,-1-1,1 0,-1 0,1 0,-1 0,0 0,1 0,-1-1,1 1,-1 0,1 0,-1 0,0 0,1 0,-1-1,-34 262,30-225,0-9,1 0,1-1,1 1,2 0,0 0,2-1,1 1,4 12,-6-34,0 0,0-1,0 1,0-1,1 1,0-1,-1 0,2 0,-1 0,0-1,1 1,0-1,0 0,0 0,4 2,23 10</inkml:trace>
  <inkml:trace contextRef="#ctx0" brushRef="#br0" timeOffset="205765.802">10682 6590,'-7'28,"1"0,2 0,0 0,3 0,0 1,1-1,2 1,1-1,1 0,7 23,-9-43,0 0,1 0,0-1,0 0,1 1,0-1,0 0,0-1,1 1,0-1,0 0,1 0,0-1,0 1,0-1,1 0,-1-1,1 0,0 0,1 0,-1-1,0 0,1-1,7 2,-10-3,-1-2,0 1,1 0,-1-1,1 1,-1-1,0-1,0 1,1 0,-1-1,0 0,0 0,-1 0,1-1,0 1,-1-1,1 0,-1 0,0 0,0 0,0-1,-1 1,1-1,-1 0,1 0,44-104,22-262,-59 341</inkml:trace>
  <inkml:trace contextRef="#ctx0" brushRef="#br0" timeOffset="205964.868">11297 6456,'4'21,"7"11,5 9,10 7,9 4,10 3,8 0,8 1,4-3,0-3,-4-6,-8-8,-8-10,-10-10,-11-7</inkml:trace>
  <inkml:trace contextRef="#ctx0" brushRef="#br0" timeOffset="206213.188">11805 6617,'-13'4,"-15"9,-13 11,-13 15,-9 15,-5 11,0 9,4 5,12-2,14-13</inkml:trace>
  <inkml:trace contextRef="#ctx0" brushRef="#br0" timeOffset="206626.387">12393 6483,'-1'9,"0"0,0 0,1 0,0 0,0 0,1 0,0 0,1 0,0 0,0-1,1 1,0-1,1 1,0-1,0 0,0 0,1-1,1 1,-1-1,1-1,0 1,2 0,237 246,-213-189,-32-62,1 0,-1 1,0-1,0 0,0 0,-1 1,1-1,0 0,-1 0,1 0,-1 0,0 0,0 0,0 1,0-2,0 1,0 0,0 0,-1 0,1 0,-1-1,1 1,-1-1,1 1,-1-1,0 0,0 0,0 1,0-1,0 0,-8 3,-1 0,0 0,1-1,-1 0,0 0,-1-2,1 1,0-1,0-1,-1 0,1-1,0 0,0 0,-1-1,1-1,1 0,-1-1,0 0,-3-2,11 5,0-1,-1 0,1 1,0-2,0 1,0 0,0-1,0 1,1-1,-1 0,1 0,0 0,0 0,0 0,0 0,0 0,1-1,-1 1,1-1,0 1,0-1,0 0,1 1,-1-1,1 0,0 0,0 1,0-1,1 0,-1 0,1 1,0-1,0 0,0 1,0-1,1 1,0 0,0-2,13-19,0 1,2 0,0 1,2 1,0 1,3-1,21-23,-23 24,-1-1,-2-1,0-1,-1 0,-1-1,-1 0,-1-1,0-3,-12 25,1 0,-1 0,1 0,-1 0,0 0,0-1,0 1,0-1,-1 1,1 0,-1-1,0 1,0-1,0 1,-1-1,1 1,-1 0,0-1,0 1,0 0,0 0,-1-1,1 1,-1 0,0 0,0 0,0 1,0-1,0 0,0 1,-1 0,0-1,1 1,-1 0,0 0,-3-1,-3 2,0 0,-1 1,1 1,-1-1,1 1,0 1,-1 0,1 0,0 1,0 0,1 0,-1 1,0 1,1-1,0 1,0 0,1 1,0 0,-1 0,2 1,-1 0,1 0,0 0,1 1,0 0,-3 4,6-8,0 0,0 0,0 0,0 0,1 1,0-1,0 0,0 1,0-1,0 1,1-1,0 1,0-1,0 1,1 1,8 22</inkml:trace>
  <inkml:trace contextRef="#ctx0" brushRef="#br0" timeOffset="206883.311">13302 6496,'-16'5,"-10"6,-4 5,-1 5,6 6,10 2,11 4,11 0,5-5</inkml:trace>
  <inkml:trace contextRef="#ctx0" brushRef="#br0" timeOffset="207142.618">13435 7018,'-4'2,"-2"1</inkml:trace>
  <inkml:trace contextRef="#ctx0" brushRef="#br0" timeOffset="207397.935">13797 6698,'37'-141,"7"2,8-5,-38 112,-6 27,-9 23,-16 116,7-63,3 0,2 1,5 20,5-46,1 0,3 0,2-1,3 2,10 44,-17-53,-3-11</inkml:trace>
  <inkml:trace contextRef="#ctx0" brushRef="#br0" timeOffset="207398.935">13823 7085,'16'0,"19"0,17 0,18 0,15 0,16 0,9 0,4 0,-4 0,-20 0</inkml:trace>
  <inkml:trace contextRef="#ctx0" brushRef="#br0" timeOffset="209883.413">5682 6029,'0'38,"20"-59,-13 32,-7-11,0 0,0-1,0 1,0 0,0 0,0 0,0 0,0-1,0 1,1 0,-1 0,0 0,0 0,0 0,0-1,0 1,0 0,1 0,-1 0,0 0,0 0,0 0,1 0,-1 0,0 0,0 0,0 0,0 0,1-1,-1 1,0 0,0 0,0 0,1 1,-1-1,0 0,0 0,0 0,1 0,-1 0,3-8</inkml:trace>
  <inkml:trace contextRef="#ctx0" brushRef="#br0" timeOffset="211510.637">5936 6176,'-11'123,"13"-112,1-25,-1 4,0 0,-1 0,-1-1,0 1,0 0,-1 0,-1-1,1 1,-1 0,-1 0,0 1,-1-1,0 1,0-1,-1 1,0 0,0 1,-1-1,0 1,-1 0,0 1,0-1,0 1,-1 1,0-1,-1 2,1-1,-1 1,0 0,-1 1,1 0,-1 0,-7-1,10 4,-1 1,1 0,0 0,0 0,-1 1,1 0,0 0,0 1,0 0,0 0,0 1,1 0,-1 0,1 0,0 1,0 0,0 1,0-1,1 1,-1 0,1 0,-3 5,-6 7,0 1,2 1,0 0,1 0,1 1,-6 17,6-17,2 1,0-1,1 1,2 1,0-1,1 1,1 0,1 0,1 0,1 0,1 0,3 15,-2-29,1-1,0 0,0 0,0 0,1 0,0-1,1 1,0-1,-1 0,2 0,-1-1,1 1,0-1,0-1,0 1,1-1,-1 0,1 0,0-1,1 0,-1 0,0-1,8 2,10 1,0 0,1-1,0-2,0 0,0-2,13-2,12-2,0-2,-1-2,-1-3,1-2,-2-1,16-9,-12 0</inkml:trace>
  <inkml:trace contextRef="#ctx0" brushRef="#br0" timeOffset="212260.593">5803 7045,'-7'23,"2"1,0-1,1 1,2 0,1 0,0 0,2 0,1 0,0 0,2 0,1-1,1 1,1-1,0-1,2 1,3 3,-1-3,-6-17,-6-17,-90-306,88 305,0 1,0 0,0 0,1 0,0-1,1 1,0-1,1 1,1-1,-1 1,2-1,0 1,0 0,1-1,0 1,4-8,-3 15,-1 0,0 1,1-1,0 1,0 0,0 0,0 0,1 1,-1-1,1 1,-1 0,1 1,0-1,-1 1,1 0,0 0,0 0,0 0,0 1,0 0,0 0,0 1,3 0,8 1,0 0,0 2,-1 0,1 1,-1 0,10 6,50 40,-74-49,1-1,-1 1,1 0,-1 0,1 0,-1 1,0-1,0 0,0 0,0 1,-1-1,1 1,-1-1,1 0,-1 1,0-1,0 1,0-1,0 1,0-1,0 1,-1-1,1 0,-1 1,0-1,0 1,0-1,0 0,0 0,0 0,-1 0,1 0,-1 0,-1 2,-6 5,-1 0,0 0,-1-1,0 0,-1-1,1 0,-1-1,-13 5,-35 20,60-31,-1 1,1-1,-1 0,1 0,-1 0,1 0,0 1,-1-1,1 0,-1 0,1 1,0-1,-1 0,1 1,0-1,-1 0,1 1,0-1,0 0,-1 1,1-1,0 1,0-1,0 1,-1-1,1 0,0 1,0-1,0 1,0-1,0 1,0-1,0 1,0-1,0 1,0-1,0 1,0-1,1 0,-1 1,0-1,0 1,0-1,1 1,-1-1,0 0,0 1,1-1,-1 0,0 1,1-1,-1 0,0 1,1-1,-1 0,1 0,-1 1,0-1,31 13,-27-12,19 7,-1-3,0 2,-1 0,0 2,-1 0,0 1,0 1,-1 1,0 0,-1 2,-1 0,8 9,-23-21,0 0,0 0,-1 0,1 0,-1 1,1-1,-1 1,0-1,0 1,0-1,0 1,0 0,-1 0,1-1,-1 1,0 0,0 0,0 0,0-1,0 1,0 0,-1 0,0-1,1 1,-1 0,0-1,0 1,0 0,-1-1,1 0,-1 1,-12 12,0 0,-2-1,1-1,-2 0,1-2,-2 1,0-2,0-1,-1 0,0-1,-8 2,-64 23,57-22</inkml:trace>
  <inkml:trace contextRef="#ctx0" brushRef="#br0" timeOffset="212830.362">5869 7927,'-28'474,"50"-563,1-12,-4 14,3 0,16-33,-2 53,-35 66,0 1,0-1,0 1,1-1,-1 1,0 0,0-1,1 1,-1 0,0 0,1 0,-1 0,0 0,1 0,-1 1,0-1,0 0,1 1,-1-1,0 1,0-1,1 1,-1-1,0 1,0 0,0 0,0 0,0-1,0 1,0 0,0 0,-1 0,1 0,0 0,-1 1,1-1,0 0,-1 0,1 0,-1 1,0-1,1 0,-1 1,0-1,0 0,0 0,0 1,0-1,0 1,68 228,-34-102,5-12,41 80,-73-178</inkml:trace>
  <inkml:trace contextRef="#ctx0" brushRef="#br0" timeOffset="213082.534">5869 8288,'23'0,"21"-2,16-3,13-4,4-1,-6 0,-15 2</inkml:trace>
  <inkml:trace contextRef="#ctx0" brushRef="#br0" timeOffset="214081.588">1378 6189,'279'-25,"566"35,-165-22,372 9,-881 6,-47 28,41-13,-109-13,-114-5,39 0</inkml:trace>
  <inkml:trace contextRef="#ctx0" brushRef="#br0" timeOffset="-214431.404">1925 7352,'-55'-6,"95"9,0-2,1-1,32-5,-23 2,1332-43,-1146 33,493-12,-528 12,79 13,-361 16,42-8</inkml:trace>
  <inkml:trace contextRef="#ctx0" brushRef="#br0" timeOffset="-213512.345">1953 8623,'176'-23,"-109"11,162-16,1 11,99 10,-47 0,674-21,-257 29,-520-14,-217 12,24 1</inkml:trace>
  <inkml:trace contextRef="#ctx0" brushRef="#br0" timeOffset="-212851.302">11671 7700,'5'18,"5"16,9 10,10 7,11 2,8-2,7-2,6-5,1-8,0-8,-5-8,-6-10,-13-7</inkml:trace>
  <inkml:trace contextRef="#ctx0" brushRef="#br0" timeOffset="-212523.946">12540 7606,'-284'279,"277"-271,-1-1,2 1,-1 0,1 1,1-1,-1 1,1 1,1-1,0 1,0-1,1 1,0 0,1 0,0 1,1-1,0 0,0 1,1-1,0 0,3 11,5 15,2-1,2 1,2-2,9 19,17 43,-24-49,-3 0,-1 1,-3 1,-2 0,-2 0,-2 13,-1 0</inkml:trace>
  <inkml:trace contextRef="#ctx0" brushRef="#br0" timeOffset="-211733.338">12099 9076,'14'1064,"1"-250,25 450,-44-937,4-320,-1 0,1 0,-1 0,0 0,-1 0,0-1,0 1,0 0,-1-1,0 1,0-1,0 0,-1 0,0 0,0-1,-1 1,0-1,0 0,0-1,0 1,-1 0,-6 1</inkml:trace>
  <inkml:trace contextRef="#ctx0" brushRef="#br0" timeOffset="-200982.435">13169 12018,'0'67,"1"64,-6 0,-18 109,0-107,18-125,4-33,1 24,6-206,17-68,5-128,-25 337,-2 65,0-1,0 1,1 0,-1 0,0 0,0 0,1 0,-1 0,0 0,1 0,-1 0,1 1,-1-1,1 1,0-1,-1 1,1-1,-1 1,1 0,0 0,-1 0,1 0,0 0,-1 0,1 0,0 1,-1-1,1 1,-1-1,1 1,-1-1,1 1,-1 0,1 0,-1 0,0 0,1 0,-1 0,0 0,0 0,12 4,34 9,0-3,2-2,-1-1,40-1,57 9,-142-15,1-2,0 1,1 1,-1-1,0 0,0 1,0 0,0 0,0 0,0 1,0-1,0 1,0 0,0 0,-1 0,1 1,-1-1,0 1,0 0,0 0,0 0,0 0,-1 1,1-1,-1 1,2 2,-3 5</inkml:trace>
  <inkml:trace contextRef="#ctx0" brushRef="#br0" timeOffset="-200657.307">13115 12205,'18'4,"16"2,12 3,13 1,7-1,7-2,-1-2,-5-2,-8-1,-8-1,-12-2,-12 3,-12 1,-12-1,-7 0</inkml:trace>
  <inkml:trace contextRef="#ctx0" brushRef="#br0" timeOffset="-197070.198">2902 5882,'-1'1,"1"-1,0 1,0-1,0 1,0-1,0 1,0-1,0 1,0-1,0 1,0-1,0 1,0 0,0-1,1 1,-1-1,0 1,0-1,1 0,-1 1,0-1,0 1,1-1,-1 1,1-1,-1 0,0 1,1-1,-1 0,1 1,-1-1,1 0,-1 0,1 1,-1-1,1 0,-1 0,1 0,-1 0,1 0,-1 1,1-1,-1 0,1 0,-1 0,1-1,0 1,116 58,-58-31,-2 2,-2 3,4 5,-51-32,-1 1,1-1,-1 1,-1 0,1 0,-1 1,0 0,-1 0,0 1,1 1,-6-6,1 0,-2 1,1-1,0 0,0 0,-1 1,0-1,0 0,0 0,0 0,0 0,0 0,-1 0,0 0,1-1,-1 1,0-1,0 1,-1-1,1 1,0-1,-1 0,1 0,-1 0,0-1,0 1,1-1,-1 1,0-1,0 0,-4 1,-1 3,-287 164,220-109,67-39,12-6</inkml:trace>
  <inkml:trace contextRef="#ctx0" brushRef="#br0" timeOffset="-196418.88">3196 7071,'18'3,"1"0,-1 1,1 1,-1 1,-1 1,18 8,-3 0,0 3,-1 0,-1 2,-1 1,6 8,-32-28,-1 0,0 0,1 1,-1 0,0-1,0 1,0 0,0 0,0 0,0 0,0 0,-1 0,1 1,-1-1,0 1,0-1,0 1,0-1,0 1,0 0,-1-1,1 1,-1 0,0 0,1-1,-1 1,-1 0,1 0,0-1,-1 1,1 0,-1-1,0 1,-1 1,-9 8,-1-1,-1-1,0 0,0 0,-1-1,-12 5,-9 6,-235 164,234-155</inkml:trace>
  <inkml:trace contextRef="#ctx0" brushRef="#br0" timeOffset="-195863.87">3142 8208,'-14'5,"30"6,199 74,-202-77,0 0,-1 1,1 0,-2 1,1 1,-2-1,1 2,-1-1,-1 2,5 8,-10-15,0 1,-1-1,0 1,0 0,0 0,-1 0,0 1,-1-1,0 0,0 1,0-1,-1 1,0-1,0 1,-1-1,0 1,-1-1,1 1,-1-1,-1 0,1 0,-3 4,-3 0,0-1,0 1,-1-1,0-1,-1 0,0 0,-1-1,1 0,-2-1,1 0,-1-1,0 0,0-1,0 0,-1-1,0-1,0 0,-7 1,-94 38,90-28,8-1</inkml:trace>
  <inkml:trace contextRef="#ctx0" brushRef="#br0" timeOffset="-165165.484">429 8462,'23'-11,"0"1,1 1,0 2,0 0,1 1,0 2,0 0,17 1,-37 3,0 0,0 1,-1 0,1 0,0 0,0 1,-1-1,1 1,-1 0,1 1,-1-1,0 1,0 0,0 0,0 0,-1 0,1 1,-1-1,0 1,0 0,0 0,0 0,-1 0,1 1,-1-1,0 1,-1-1,1 1,-1 0,0 0,0-1,-1 1,1 0,-1 1,1 22,-1-1,-1 0,-1 1,-2-1,-1 0,0-1,-2 1,-2 0,-17 82,28-74,-2-35,1 1,-1-1,1 1,-1-1,1 1,-1-1,1 1,-1-1,1 1,-1-1,1 0,-1 1,1-1,0 0,-1 1,1-1,0 0,-1 0,1 0,0 0,-1 1,1-1,0 0,0 0,-1 0,1 0,0-1,-1 1,1 0,0 0,-1 0,1-1,0 1,-1 0,1 0,-1-1,1 1,0-1,-1 1,1 0,-1-1,1 1,-1-1,0 1,1-1,-1 0,1 0,10-10,-1 0,-1-1,1-1,-2 1,0-2,0 1,-1-1,-1 0,1-3,-4 9,146-347,-139 336,-12 45,-12 21,2 0,2 1,3 1,-2 45,8-72,1 0,1 0,1 0,1 0,1-1,1 1,1-1,1 0,1 0,0-1,2 0,2 3,-9-18,1 4,1 0,1 0,-1-1,1 0,1 0,0-1,0 0,0 0,1 0,6 4,-13-11,0 1,0-1,0 1,-1-1,1 0,0 0,0 0,0 1,0-1,0 0,0 0,0 0,0 0,0-1,0 1,0 0,-1 0,1 0,0-1,0 1,0-1,0 1,-1 0,1-1,0 0,0 1,-1-1,1 1,0-1,-1 0,1 1,0-1,-1 0,1 0,-1 1,1-1,-1 0,0 0,1 0,-1 0,0-1,10-39,-10 41,3-30</inkml:trace>
  <inkml:trace contextRef="#ctx0" brushRef="#br0" timeOffset="-164897.912">709 8689,'-99'29,"87"-21,29-5,264-8,-132-2,51 7,-167 3</inkml:trace>
  <inkml:trace contextRef="#ctx0" brushRef="#br0" timeOffset="-164545.05">1324 8769,'-6'20,"1"-1,0 1,2 1,0-1,2 0,0 1,1-1,1 0,3 17,-2-32,0 1,1-1,0 0,0 0,0 0,0 0,1-1,0 1,0-1,0 0,0 0,1-1,0 1,0-1,0 0,0 0,0 0,0-1,1 0,-1 0,1 0,-1-1,1 0,0 0,0 0,0-1,-1 0,1 0,0 0,0-1,0 0,-1 0,1 0,0-1,-1 0,1 0,-1 0,0-1,0 0,0 0,0 0,0 0,0-1,-1 0,0 0,0 0,3-4,-2 1,0-1,0 0,-1 0,0 0,-1-1,0 1,0-1,0 0,-1 0,-1 0,0 0,0 0,0 0,-1 0,-1 0,1 0,-2 0,1 0,-1 0,0 0,-1 0,0 0,-1 1,1 0,-2 0,1 0,-1 0,0 0,-6-6,8 12,0-1,0 1,1 0,-1 0,0 0,-1 0,1 0,0 1,-1-1,1 1,0 0,-1 0,0 0,1 1,-1-1,1 1,-1 0,0 0,1 0,-1 0,1 1,-1-1,0 1,1 0,-1 0,1 0,0 1,-1-1,1 1,0 0,0 0,-1 1,-8 5,1 1,0 1,1-1,0 2,1-1,0 2,-6 8,-17 29,3-3</inkml:trace>
  <inkml:trace contextRef="#ctx0" brushRef="#br0" timeOffset="-163436.623">255 7085,'21'-5,"1"1,0 1,0 1,0 1,0 1,0 1,4 1,-19-1,1 0,-1 0,0 1,0 0,0 1,-1-1,1 1,0 0,-1 1,0 0,0 0,0 0,0 1,-1-1,0 2,0-1,0 0,0 1,-1 0,0 0,0 0,-1 1,2 2,-1 4,0 0,0 0,-1 0,-1 0,0 1,-1 0,-1-1,0 1,-1-1,0 1,-1-1,-3 14,-4 10,-2-1,-2 0,-1-1,-2 0,7-13,22-28,14-21,-1 0,-2-2,-1-1,-1-1,-1 0,-2-2,-1 0,-2-1,-1-1,-2 0,-1-1,-2 0,-2-2,-6 17,-4 15,-3 16,-7 33,2 0,1 1,3 0,1 11,4-44,-3 13,1 1,2 0,0 0,1 0,2-1,1 1,0 0,8 22,-10-43,0 1,1-1,0 1,0-1,0 0,1 1,-1-1,1 0,0-1,0 1,1 0,-1-1,1 0,-1 0,1 0,0 0,0-1,0 1,1-1,-1 0,0 0,1-1,0 1,-1-1,1 0,0 0,0-1,-1 1,1-1,0 0,0 0,0-1,0 0,-1-3,0 0,0 0,0 0,0-1,-1 0,1 0,-1 0,0 0,-1 0,1-1,-1 1,0-1,-1 1,1-1,-1 0,0 0,-1 1,1-1,-1 0,0 0,-1 0,1 0,-2-2,0-27</inkml:trace>
  <inkml:trace contextRef="#ctx0" brushRef="#br0" timeOffset="-163184.293">616 7286,'-19'-3,"-12"0,-5 0,-2 3,6 4,10 3,15 1,16-2,19-1,15-4,15-4,10-4,6-4,-1 1,-6 2,-15 2</inkml:trace>
  <inkml:trace contextRef="#ctx0" brushRef="#br0" timeOffset="-162764.083">1070 7539,'4'-24,"1"-1,2 1,0 0,1 1,1 0,1 0,2 1,5-9,12-7,-23 42,-17 89,-1 0,4 1,4 80,4-168,1-5,-1 0,1 1,-1-1,1 1,-1-1,0 1,1-1,-1 1,0-1,0 1,0 0,-1-1,1 1,0-1,0 1,-1-1,1 1,-1-1,1 1,-1-1,0 0,1 1,-1-1,0 0,0 0,0 1,0-1,0 0,0 0,-1 0,1 0,0 0,0 0,-1-1,1 1,-1 0,1-1,0 1,-1-1,1 1,-2-1,-38-28,41 27,1 0,-1 1,0-1,1 0,-1 0,1 0,-1 1,1-1,0 0,-1 0,1 1,0-1,-1 1,1-1,0 1,0-1,-1 1,1-1,0 1,0 0,0-1,0 1,0 0,0 0,0-1,-1 1,1 0,0 0,0 0,0 0,0 0,0 1,0-1,0 0,0 0,1 0,211-9,-185 3</inkml:trace>
  <inkml:trace contextRef="#ctx0" brushRef="#br0" timeOffset="-161685.255">0 5868,'3'-7,"0"0,1 0,-1 0,1 1,0 0,1 0,0 0,0 0,0 0,0 1,1 0,0 1,0-1,1 1,-1 0,1 0,0 1,0 0,0 0,0 1,0 0,1 0,-1 1,1-1,-1 2,1-1,-1 1,1 0,-1 1,5 0,-7 0,0 0,0 1,1-1,-1 1,0 0,-1 1,1-1,0 1,-1 0,1 0,-1 0,0 0,0 1,0 0,-1 0,1 0,-1 0,0 1,0-1,-1 1,1 0,-1-1,0 1,0 0,-1 0,1 1,-1-1,0 4,2 9,-1 0,-1 1,0-1,-2 0,0 1,-1-1,-4 16,-84 251,85-258,4-27,1 0,0 1,0-1,0 0,0 1,0-1,0 0,0 1,0-1,0 0,0 1,0-1,0 0,0 1,0-1,0 0,0 1,0-1,0 0,1 1,-1-1,0 0,0 0,0 1,0-1,1 0,-1 0,0 1,0-1,1 0,-1 0,0 1,0-1,1 0,-1 0,0 0,1 0,-1 1,0-1,1 0,-1 0,0 0,1 0,-1 0,0 0,1 0,-1 0,0 0,1 0,-1 0,0 0,1 0,-1 0,0-1,1 1,-1 0,0 0,1 0,-1 0,0-1,1 1,-1 0,0 0,0 0,0-1,1 1,-1 0,0-1,0 1,0 0,69-76,-55 57,10-12,-1-1,-2-1,-1-1,-2-1,-1 0,-2-2,-1 0,-3 0,0-1,-3 0,3-26,-11 63,1-1,0 1,-1 0,0-1,1 1,-1-1,0 1,0-1,0 1,0-1,0 1,0-1,0 1,0-1,-1 1,1-1,0 1,-1 0,1-1,-1 1,0-1,0 1,1 0,-1 0,0-1,0 1,0 0,0 0,0 0,0 0,-1 0,1 0,0 1,0-1,-1 0,1 0,-1 1,-3 3,1 0,-1 1,1 0,0 0,0 0,1 1,0-1,-1 1,1 0,1 0,-1 0,1 0,0 1,0-1,0 1,0-2,-7 20,0 0,1 0,1 1,2 0,0 0,2 0,0 0,2 1,1-1,1 1,1-1,1 1,1-1,2 0,0-1,4 8,-5-21,0-1,0 1,1-1,0-1,1 1,0-1,1 0,0-1,0 0,0 0,1 0,1-1,-1-1,1 0,10 5,-18-10,0 0,0-1,0 0,1 1,-1-1,0 0,0 0,0 0,1 0,-1-1,0 1,0-1,0 1,0-1,0 0,1 0,-1 1,-1-2,1 1,0 0,0 0,0 0,-1-1,1 1,0-1,-1 0,0 1,1-1,-1 0,0 0,0 0,0 0,0 0,0 0,0 0,-1 0,1-2,8-19</inkml:trace>
  <inkml:trace contextRef="#ctx0" brushRef="#br0" timeOffset="-161432.223">322 6015,'-19'-2,"-12"-1,-5 3,0 0,5 2,7 1,15 1,17 0,20-1,23-4,20-5,17-7,12-3,2 1,-16 3</inkml:trace>
  <inkml:trace contextRef="#ctx0" brushRef="#br0" timeOffset="-160965.943">762 6123,'6'-4,"0"1,0 0,0 0,0 1,1 0,-1 0,1 0,0 1,-1 0,1 0,0 1,-1 0,1 0,0 0,0 1,-1 0,1 0,1 1,-3 0,-1-1,1 1,-1 0,1 0,-1 0,0 0,0 1,0 0,0 0,0 0,-1 0,1 0,-1 1,0 0,0 0,0 0,-1 0,1 0,-1 0,0 0,0 1,-1-1,1 1,-1 0,0-1,0 1,0 0,-1 0,0 0,0-1,0 1,0 0,-1 0,0 0,0-1,-1 4,-6 17,-2 0,0 0,-1-1,-2-1,0 0,-2-1,0 0,-2-1,0-1,-1-1,-1 0,-2 0,-18 26,39-44,0-1,0 1,0 0,0 0,0-1,0 1,0 0,0-1,0 1,1 0,-1-1,0 1,0-1,1 1,-1 0,1-1,-1 1,0-1,1 1,-1-1,1 1,-1-1,1 1,-1-1,1 1,0-1,-1 0,1 1,-1-1,1 0,0 0,-1 1,1-1,0 0,-1 0,1 0,0 0,-1 0,1 0,0 0,-1 0,1 0,0 0,-1 0,1-1,26 3,-1-2,1-1,-1-1,1-1,-1-2,3-1,33-5,-14 5,-11 3</inkml:trace>
  <inkml:trace contextRef="#ctx0" brushRef="#br1" timeOffset="-129532.196">3743 5307,'-6'8,"1"1,0 0,0 0,1 0,0 1,1-1,0 1,0 0,1 0,0 0,1 0,0 0,1 1,0-1,0 0,1 0,2 6,-2 21,-1-28,0 0,1 0,0 0,1 0,0 0,0 0,1 0,0-1,0 0,4 5,-6-9,1-1,0 0,1 0,-1-1,0 1,1 0,-1-1,1 0,0 1,0-1,0 0,0 0,0-1,1 1,-1-1,0 1,1-1,-1 0,1 0,-1-1,1 1,-1-1,1 0,0 0,-1 0,1 0,2-1,3 0,-1-1,1 0,-1-1,1 0,-1 0,0 0,0-1,-1-1,1 1,-1-1,0 0,0-1,0 0,-1 0,0 0,0-1,-1 0,1 0,-2 0,1-1,-1 0,0 1,2-7,1-6,0-1,-1 0,0 0,-2-1,-1 1,-1-1,0 1,-2-1,-1-2,1 15,-1 0,-1 0,1 0,-1 1,-1-1,0 1,0 0,0-1,-1 1,0 1,-1-1,0 1,0-1,-1 2,1-1,-2 0,1 1,-1 0,1 1,-2-1,1 1,-1 1,1 0,-1 0,0 0,-4-1,9 5,1-1,0 0,-1 1,0-1,1 1,-1 0,1 0,-1 0,1 0,-1 0,1 1,-1-1,1 1,-1-1,1 1,-1 0,1 0,0 0,-1 0,1 1,0-1,0 1,0-1,0 1,0 0,0 0,1-1,-1 1,0 0,1 1,0-1,-1 0,1 0,0 2,-31 87,32-89,-15 71,4 1,3 0,2 33,4-50</inkml:trace>
  <inkml:trace contextRef="#ctx0" brushRef="#br1" timeOffset="-128854.957">3891 6483,'-8'9,"0"0,0 0,1 1,0 0,1 0,0 0,1 1,0 0,1 0,0 0,1 1,0-1,1 1,0 0,0-1,2 1,-1 0,1 0,1 0,0 0,1 0,1-1,-1 1,2 0,-1-1,2 0,-1 0,2 0,-1-1,2 0,-1 0,1 0,1-1,0 1,-6-7,1 0,0 0,0-1,0 1,0-1,0 1,0-1,1 0,-1 0,1 0,-1-1,1 1,0-1,0 0,-1 0,1 0,0-1,0 1,0-1,0 0,0 0,0 0,0-1,0 1,0-1,0 0,0 0,-1 0,1-1,0 0,-1 1,1-1,-1 0,0-1,1 1,-1 0,0-1,-1 0,2 0,5-9,-1-1,0 0,-1 0,-1 0,0-1,-1 1,0-2,-1 1,0 0,-1-1,-1 1,-1-1,0 0,0 0,-2 0,0 0,0 1,-3-6,2 8,-1 0,0 0,-1 0,0 0,-1 0,0 1,-1 0,0 0,-1 0,-6-7,10 14,0 0,0 1,-1-1,1 0,-1 1,0 0,0 0,0 0,-1 0,1 1,0-1,-1 1,0 0,0 1,1-1,-1 1,0 0,0 0,0 0,-1 1,1 0,0 0,0 0,0 1,0 0,0-1,-3 3,-1 1,1 2,0-1,0 1,0 0,1 1,0 0,0 0,0 0,1 1,0 0,1 1,0-1,0 1,1 0,0 0,1 0,-1 0,2 1,-1-1,2 1,-1 0,1 0,1 0,0 4,-1 47,6-6</inkml:trace>
  <inkml:trace contextRef="#ctx0" brushRef="#br1" timeOffset="-128164.802">4078 7807,'-2'13,"-1"7,0-1,1 1,1 0,1 0,1 0,0 0,2 0,0 0,3 6,-5-22,0-1,1 1,0 0,0-1,0 0,0 1,0-1,1 0,0 0,-1 0,1 0,0-1,0 1,1-1,-1 0,0 0,1 0,-1 0,1 0,0-1,0 0,-1 0,1 0,0 0,0 0,0-1,0 0,0 0,0 0,0 0,0 0,0-1,0 0,0 0,-1 0,1 0,0-1,0 1,1-2,6-4,1 0,-1-1,0 0,-1-1,1 0,-2-1,0 0,0 0,0-1,-2 0,1-1,-1 0,-1 0,0 0,-1-1,0 1,-1-1,-1-1,0 1,0 0,-2-1,0 0,0 1,-1-1,0 0,-2 1,1-1,-4-8,5 18,-1 0,0 0,0 0,0 0,0 0,-1 0,0 0,0 1,0-1,0 1,0 0,-1-1,1 1,-1 0,0 0,0 0,0 1,0-1,0 1,-1 0,1 0,-1 0,0 0,1 0,-1 1,0 0,0 0,0 0,0 0,0 1,0-1,0 1,0 0,0 0,0 0,0 1,0 0,-3 0,-9 7,1 1,0 0,0 1,0 1,2 0,-1 1,1 0,1 1,0 1,1 0,1 0,0 1,1 0,0 1,1 0,-1 5,-16 31</inkml:trace>
  <inkml:trace contextRef="#ctx0" brushRef="#br1" timeOffset="-96881.63">10869 11523,'-6'-1,"0"-1,0 2,0-1,0 1,0 0,0 0,1 0,-1 1,0 0,0 0,0 1,1 0,-1-1,1 2,-1-1,1 1,0 0,0 0,0 0,0 1,1 0,-4 3,-2 2,1 0,0 0,1 1,0 1,1-1,0 1,1 0,0 1,1-1,0 1,0 0,2 1,-1-1,2 1,-1-1,2 1,0 0,0 3,1 7,0 0,2 0,0 0,2-1,0 1,2-1,2 6,-5-20,0 0,0-1,1 1,0-1,0 0,1 0,0-1,0 1,0-1,1 0,0 0,0-1,1 1,-1-2,1 1,0-1,0 0,1 0,-1-1,1 0,5 2,7-1,1-1,0-1,-1-1,1 0,0-2,8-1,-24 1,0 0,0 0,0 0,0-1,0 0,0 0,0 0,-1-1,1 1,-1-1,1 0,-1 0,0-1,-1 1,1-1,0 0,-1 0,0 0,0-1,0 1,-1-1,0 1,1-1,-1-2,6-11,-2-1,0 0,-1 0,-1 0,1-18,0-23,-3 0,-2 0,-3-1,3 52,1-1,-2 1,1-1,-1 1,-1-1,0 1,0 0,0-1,-2 1,1 0,-1 1,0-1,-1 1,0-1,0 2,-1-1,0 0,0 1,-1 0,1 1,-2-1,1 1,-1 1,0-1,0 1,0 1,-1 0,0 0,0 0,0 1,-6-1,-113 5,120 2,1-1,0 2,-1-1,1 1,0 0,1 0,-1 1,1 0,0 0,0 1,0 0,1 0,0 0,0 0,1 1,0 0,0 0,0 0,1 0,-1 4,-4 13,2 0,0 1,2-1,1 1,1 0,0 0,3 0,2 22,-2 9,-1-37,-1-9,0 0,0 0,1-1,0 1,1 0,0 0,1 0,0-1,0 1,1-1,0 1,1-1,0 0,1 0,0-1,0 1,0-1,1 0,1-1,3 4,1 0,1-2,0 1,1-2,0 0,0 0,0-1,1-1,0 0,1-1,-1 0,1-1,0-1,15 1,-20-2,0-2,0 1,0-1,0-1,0 0,1 0,-2-1,1 0,0-1,0 0,-1 0,0-1,1 0,-1-1,-1 0,1-1,3-3,-1-1,-1 0,-1-1,0 0,0-1,-1 0,-1 0,0-1,0 0,-1 0,-1 0,0-1,-1 0,-1 0,0 0,-1 0,0-4,0-2,-1-1,-1 0,0 0,-2 0,0 0,-2 0,0 1,-1 0,-1 0,-1 0,-1 0,0 1,-2 1,0-1,-1 1,-1 1,0 0,-11-10,15 22,0-1,-1 1,1 1,-1 0,0 0,0 1,-1 0,1 0,0 1,-1 0,0 1,1 0,-1 0,0 1,0 1,1-1,-1 2,-4 0,4 0,1 0,-1 1,1 0,0 1,0 0,0 0,1 0,0 1,-1 1,2 0,-1 0,1 0,0 1,0 0,0 0,1 0,1 1,-1 0,1 1,0-1,1 1,0 0,1 0,-1 0,2 0,-1 1,1 2,-18 46,14-41,0 0,0 0,2 0,0 1,1-1,1 1,0 0,1 10,3-17,0-1,0 0,1 0,0 0,1 0,0 0,1-1,0 0,0 1,1-2,0 1,1-1,-1 0,2 0,-1-1,1 0,0 0,0-1,1 0,0 0,0-1,1-1,-1 1,1-1,0-1,2 1,-1-3,0 0,-1 0,1-1,0-1,-1 0,1 0,-1-1,1 0,-1-1,0 0,0-1,0 0,0 0,-1-1,0 0,0-1,0 0,0-1,0-1,0-1,0-1,-1-1,0 1,-1-1,0-1,-1 1,-1-1,1 0,-2 0,0-1,0 0,-3 12,7-22,0-1,-1 1,-1-1,-1 0,-2 0,0-1,-1 1,-2-1,-1 1,0-1,-2 1,-1 0,0 0,-2 0,-1 0,-4-6,9 21,-2 0,1 1,-1-1,0 1,-1-1,0 1,-1 1,1-1,-1 1,-1 0,1 0,-1 1,0 0,-1 0,0 0,0 1,0 0,0 1,-1 0,1 0,-1 1,-1 0,-7 1,0 0,-1 2,1 0,0 1,-1 0,1 2,0 0,0 1,0 0,-15 7,24-6,1-1,0 1,1 0,-1 1,1 0,0 0,0 0,1 1,0-1,0 1,0 1,1-1,0 1,1-1,-1 4,-36 123,33-105,2 1,1-1,1 1,2 0,1 0,1 11,1-26,0-1,1 0,0 0,1 0,1 0,0 0,1-1,0 0,1 0,0-1,1 0,1 0,0-1,2 2,-5-6,0-1,0 0,1 0,0 0,0-1,0 0,1-1,0 1,0-1,0-1,0 0,0 0,1 0,-1-1,1 0,0-1,0 0,0-1,-1 1,1-2,0 1,0-1,0 0,-1-1,1 0,0-1,-1 0,1 0,10-5,0-1,-1-1,0-1,-1 0,-1-1,1-1,-2 0,0-1,0-1,-2 0,0-1,8-13,-13 18,-2 0,0-1,0 1,-1-1,-1 0,0 0,0-1,-1 1,-1-1,0 0,-1 0,0 0,-1 1,0-1,-1 0,-1 0,0 0,-1 1,0-1,-4-9,2 9,-1 1,0 0,0 1,-1 0,0 0,-1 0,-1 1,0 0,0 0,-1 1,0 1,0-1,-7-3,10 8,1 0,-1 1,0-1,0 1,0 1,0-1,-1 1,1 1,0-1,-1 1,1 1,-1-1,0 1,1 0,-1 1,1 0,-1 0,1 1,0 0,-1 0,1 0,0 1,0 0,-1 2,-91 73,77-57</inkml:trace>
  <inkml:trace contextRef="#ctx0" brushRef="#br1" timeOffset="-86916.147">5174 2953,'-10'13,"1"-1,1 1,0 0,0 1,1 0,1 0,0 0,1 1,5-14</inkml:trace>
  <inkml:trace contextRef="#ctx0" brushRef="#br2" timeOffset="-75671.11">2219 5454,'-12'32,"5"23,2 1,3-1,2 19,0-66,0 15,1 1,1-1,1 0,1 0,0 0,5 10,-7-27,0 0,1 1,0-1,0 0,0-1,1 1,-1 0,1-1,1 0,-1 0,1 0,0 0,0-1,0 0,0 0,1 0,0-1,0 0,0 0,0 0,0-1,0 0,1 0,3 0,-3-1,0 0,0-1,0 0,0 0,-1-1,1 0,0 0,0-1,-1 0,1 0,-1 0,1-1,-1 0,0 0,0 0,0-1,-1 0,1 0,-1-1,0 1,0-1,-1 0,3-4,3-3,-1 0,-1-1,0 0,0-1,-2 0,0 0,0 0,-1-1,-1 0,0-1,0-4,-1 0,0 0,-2 0,0 0,-1 0,-1 0,-1 0,-1 0,-1 0,0 0,-1 1,-2-1,0 1,-1 1,0 0,-2 0,0 0,-1 1,-7-6,16 20,0 0,0 0,0 1,-1-1,1 1,-1 0,0 0,0 0,0 0,0 0,0 1,0 0,0-1,0 1,-1 0,1 0,0 1,-1-1,1 1,-1-1,1 1,-1 0,1 1,-1-1,1 0,0 1,-1 0,1 0,0 0,-1 0,1 0,0 1,0 0,-2 1,-5 5,0 0,0 2,1-1,0 1,0 0,1 1,1 0,0 0,-2 4,-78 172,51-90</inkml:trace>
  <inkml:trace contextRef="#ctx0" brushRef="#br2" timeOffset="-74818.873">2354 6577,'-7'23,"2"0,0 0,2 0,1 0,0 1,2-1,1 1,0-1,2 0,1 1,2 5,-5-19,1 1,1-1,0 0,0 0,0-1,2 1,-1-1,1 1,0-1,1-1,0 1,1-1,-1 0,2-1,-1 1,1-1,0-1,0 0,1 0,0 0,0-1,0 0,10 2,-15-6,1 0,0-1,0 0,0 0,0 0,-1-1,1 1,0-1,0 0,-1-1,1 1,0-1,-1 0,0 0,1 0,-1-1,0 0,0 1,0-1,-1-1,1 1,-1 0,0-1,0 0,0 0,1-1,4-7,-1 1,-1-1,1 0,-2-1,0 0,0 0,-2 0,3-12,-3 13,-1-1,0 1,-1-1,-1 1,0-1,0 1,-2-1,1 1,-1 0,-1-1,0 1,-1 0,-1 0,1 1,-2 0,1-1,-2 2,0-1,0 1,0 0,-1 0,-1 1,0 0,0 1,-1 0,0 0,-1 1,7 4,0 1,-1 1,0-1,1 1,-1-1,0 1,0 1,1-1,-1 1,0 0,0 0,0 0,0 1,0-1,0 1,1 0,-1 1,0-1,1 1,-1 0,1 0,0 0,-1 1,1 0,0 0,0 0,1 0,-1 0,-2 4,-6 6,1 0,1 1,0 0,0 1,2 0,0 0,-5 15,-17 56,7-3</inkml:trace>
  <inkml:trace contextRef="#ctx0" brushRef="#br2" timeOffset="-73794.258">2300 7927,'38'-110,"49"-100,-87 210,0-1,0 0,0 1,0-1,0 0,0 0,0 0,0 1,0-1,0 0,1 0,-1 1,0-1,0 0,1 0,-1 1,0-1,1 0,-1 1,1-1,-1 1,1-1,-1 0,1 1,0-1,-1 1,1 0,0-1,-1 1,1-1,0 1,-1 0,1 0,0-1,0 1,-1 0,1 0,0 0,0 0,0 0,-1 0,1 0,0 0,0 0,-1 0,1 0,1 135,4 228,-5-327,2-7,-2 0,-1-1,-1 1,-2 0,-3 14,6-41,0-1,0 1,0-1,0 0,-1 1,1-1,0 0,-1 1,1-1,-1 0,1 1,-1-1,1 0,-1 0,0 1,0-1,0 0,0 0,0 0,0 0,0 0,0 0,0 0,0-1,0 1,0 0,-1-1,1 1,0 0,-1-1,1 0,0 1,-1-1,1 0,0 0,-1 0,1 1,-1-1,1-1,-1 1,1 0,0 0,-1-1,1 1,0 0,-1-1,1 1,0-1,0 0,-1 1,1-1,0 0,0 0,0 0,0 0,-3-1,1-1,-1 0,1 1,0-1,0-1,0 1,0 0,1-1,0 1,-1-1,1 0,0 0,0-1,3 4,1-1,-1 1,1 0,-1 0,1 0,-1 0,1 0,-1 0,1 0,0 1,0-1,-1 1,1-1,0 1,0-1,0 1,0 0,-1 0,1 0,0 0,0 0,1 1,4-1,33-5,-1-1,1-2,-1-2,0-1,-1-2,0-2,11-8,1-2</inkml:trace>
  <inkml:trace contextRef="#ctx0" brushRef="#br2" timeOffset="-73109.047">4399 5146,'-14'9,"-15"13,-22 15,-22 16,-24 16,-22 18,-21 14,-16 12,-9 6,3-2,29-20</inkml:trace>
  <inkml:trace contextRef="#ctx0" brushRef="#br2" timeOffset="-72322.035">4331 6256,'-13'9,"-19"17,-21 22,-25 27,-27 29,-24 27,-20 19,15-15</inkml:trace>
  <inkml:trace contextRef="#ctx0" brushRef="#br2" timeOffset="-71780.591">4505 7499,'-20'20,"-23"24,-27 25,-26 26,-25 22,-20 17,13-14</inkml:trace>
  <inkml:trace contextRef="#ctx0" brushRef="#br2" timeOffset="-65095.343">8583 2232,'0'465,"14"-273,-1-18,27 155,-32-167,6 15,33 156,-4-101,17-44,10 26,33 0,-7 19,-81-206,30 54,-4 2,3 18,-18-35,2 0,3-2,3-2,10 9,170 282,-68-110,-73-107,21 17,75 58,-133-167,1-2,3-1,1-2,2-2,29 18,-41-29,0 1,-2 2,-1 0,14 21,60 66,-57-68,-2 2,30 48,125 212,-108-162,51 117,-5 110,-98-284,-5 2,-2 9,-23-74,-1 0,-1 0,-2 1,-1 0,-1 7,2 10,1 0,3 0,1-1,2 0,6 9,2 17,20 66,39 178,-57-186,-5 0,-3 129,-13-195,12 292,0-190,-9 73,23 147,-12-250,-10-124,0-27,-4-20,-1-8</inkml:trace>
  <inkml:trace contextRef="#ctx0" brushRef="#br2" timeOffset="-64198.567">10267 7379,'27'-2,"0"1,1 2,-1 1,0 1,-1 1,1 2,-1 0,0 2,19 8,337 118,-376-132,-4-1,-1 0,1 0,0 0,0 0,0 0,0-1,0 1,0-1,0 1,0-1,0 0,0 0,1 0,-1 0,0 0,0 0,0 0,0-1,0 1,0-1,0 0,0 1,0-1,0 0,-1 0,1 0,0-1,0 1,-1 0,1 0,-1-1,1 1,-1-1,1-1,1-13,-2 0</inkml:trace>
  <inkml:trace contextRef="#ctx0" brushRef="#br2" timeOffset="-63949.783">10990 7219,'-5'-12,"-3"-3,-1 3,1 8,0 11,-1 12,1 11,0 10,0 10,3 5,1 4,5 2,5-3,8-4,5-7,1-10,-2-10</inkml:trace>
  <inkml:trace contextRef="#ctx0" brushRef="#br2" timeOffset="-63080.847">10949 7299,'-1'1,"0"-1,-1 1,1-1,-1 1,1-1,-1 1,0-1,1 0,-1 0,1 0,-1 0,0 0,1 0,-1 0,1-1,-1 1,1 0,-1-1,1 1,-1-1,1 0,-1 1,1-1,0 0,-1 0,1 0,0 0,0 0,-1-1,1 2,0 0,-1 0,1 0,-1 0,1 0,0 0,-1 0,1 0,0 1,-1-1,1 0,0 1,0-1,-1 1,1 0,0-1,0 1,0 0,0 0,-1-1,1 1,0 0,1 0,-1 0,0 0,0 1,0-1,1 0,-1 0,0 0,1 1,-1-1,1 0,0 1,-1-1,1 0,0 1,-8 17,1 0,1 1,1 0,1 0,0 1,2-1,0 1,2-1,0 1,1-1,4 20,-3-25,2 0,-1-1,2 0,0 0,1 0,0 0,1-1,6 8,-2-4</inkml:trace>
  <inkml:trace contextRef="#ctx0" brushRef="#br2" timeOffset="-62698.879">10308 7379,'-5'-8,"9"11,6 4,49 35,26 20,3-4,2-3,23 6,-102-56,68 19,-77-24,-1 0,0-1,0 1,0-1,0 1,0-1,0 0,0 1,0-1,0 0,0 0,0 0,-1 0,1 0,0 0,-1 0,1 0,0 0,-1 0,1 0,-1 0,0 0,1 0,-1 0,0-1,0 1,0 0,1 0,-1 0,0-1,-1 1,1 0,0 0,0 0,0 0,-1-1,1 1,-1 0,1 0,-1 0,1 0,-1 0,0 0,1 0,-1 0,0 0,0 0,0 0,-9-16</inkml:trace>
  <inkml:trace contextRef="#ctx0" brushRef="#br2" timeOffset="-61828.966">10401 7352,'-12'-2,"20"18,19 14,1-1,2-2,1-1,1-1,1-2,29 16,-9-4,62 44,-115-79,0 1,1 0,-1 0,0-1,1 1,-1 0,1-1,-1 1,1-1,-1 1,1 0,0-1,-1 1,1-1,0 0,-1 1,1-1,0 1,-1-1,1 0,0 0,0 1,-1-1,1 0,0 0,0 0,0 0,-1 0,1 0,0 0,0 0,0 0,-1 0,1-1,0 1,0 0,-1 0,1-1,0 1,0 0,-1-1,1 1,0-1,-1 1,1-1,-1 1,1-1,-1 0,1 1,-1-1,1 0,-1 1,1-1,-1 0,0 1,1-2,-5-12,-1-1,-1 1,0 0,0 0,-2 1,1 0,-2 0,0 1,0-1,2 4,-57-82,63 88,1 1,0-1,0 0,0 1,0-1,0 0,0 1,1-1,0 0,-1 1,1-1,0 1,0-1,0 1,1-1,-1 1,0 0,1-1,0 1,-1 0,1 0,0 0,0 0,0 1,0-1,1 1,-1-1,0 1,1 0,-1-1,1 1,-1 1,1-1,-1 0,1 0,0 1,0 0,9-6,67-31,-128 52,7 1,-229 78,248-88,58-12,266-98,-558 193,235-83,80-25,13 3,1 3,46-1,-86 16,-31-2,-1 0,1 0,-1 0,1 0,-1 1,1-1,-1 0,1 0,-1 0,0 0,1 1,-1-1,1 0,-1 0,1 1,-1-1,0 0,1 1,-1-1,0 1,1-1,-1 0,0 1,0-1,1 1,-1-1,0 1,0-1,0 1,1-1,-1 1,0-1,0 1,0-1,0 1,0-1,0 1,0-1,0 1,0-1,0 1,-1-1,1 1,0-1,0 1,0-1,-1 0,1 1,0-1,0 1,-1-1,1 1,0-1,-1 0,1 1,-1-1,1 0,-37 31,14-16</inkml:trace>
  <inkml:trace contextRef="#ctx0" brushRef="#br2" timeOffset="-54534.162">11604 11055,'-194'142,"-172"166,196-160,13-15,-280 251,328-269,98-102</inkml:trace>
  <inkml:trace contextRef="#ctx0" brushRef="#br2" timeOffset="-54260.204">10040 11216,'23'25,"23"22,27 19,23 13,23 9,17 1,9 3,3-4,-3-3,-10-5,-12-4,-19-8,-26-17</inkml:trace>
  <inkml:trace contextRef="#ctx0" brushRef="#br2" timeOffset="-53230.664">11430 13141,'-1'-15,"0"0,1 0,1-1,0 1,1 0,0 0,1 1,1-1,0 1,1-1,1 1,0 0,1 1,1 0,0 0,0 1,1-1,1 2,0 0,1 0,0 0,0 2,6-5,-15 13,-2 0,1 0,0 0,0-1,0 1,0 0,0 0,0 0,1 0,-1 0,0 0,1 0,-1 0,0 1,1-1,-1 0,1 1,-1-1,1 1,-1 0,1-1,-1 1,1 0,-1 0,1 0,0 0,-1 0,1 1,-1-1,1 0,-1 1,1-1,-1 1,1-1,-1 1,0 0,1-1,0 2,0 4,0 0,-1 0,1 0,-1 0,-1 0,1 1,-1-1,0 0,0 1,-1-1,0 0,0 0,0 1,-1 7,-53 408,53-407,-4 58,-5 1,-2-2,-18 55,31-124,-1 1,1-1,-1 1,0-1,0 0,-1 1,1-1,0 0,-1 0,0 0,0 0,0 0,0 0,0 0,-1-1,1 1,-1-1,0 0,1 0,-1 0,0 0,0 0,0-1,-1 1,1-1,0 0,-1 0,1 0,-7-2,0-1,1 0,-1-1,0 0,1-1,0 0,0-1,0 1,-2-3,-22-10,-4 0,52 16,127 5,113-13,-104 2,91 2,-265 0,10 0</inkml:trace>
  <inkml:trace contextRef="#ctx0" brushRef="#br2" timeOffset="-51617.553">11591 12860,'-129'141,"-41"28,159-159,-94 73,105-83,0 0,0-1,0 1,0 0,0-1,0 1,0 0,0-1,-1 1,1 0,0-1,0 1,0 0,0-1,0 1,0 0,-1 0,1-1,0 1,0 0,0 0,-1-1,1 1,0 0,0 0,-1-1,1 1,0 0,-1 0,1 0,0 0,0 0,-1-1,1 1,0 0,-1 0,1 0,0 0,-1 0,1 0,0 0,-1 0,22-23,1 0,0 1,2 1,0 2,14-9,-32 24,174-118,-158 112,-22 10,1 1,-1-1,0 0,1 0,-1 1,0-1,0 0,1 0,-1 1,0-1,0 0,0 1,1-1,-1 0,0 1,0-1,0 0,0 1,0-1,1 0,-1 1,0-1,0 0,0 1,0-1,0 1,0-1,0 0,-1 1,1-1,0 0,0 1,0-1,0 0,0 1,0-1,-1 0,1 1,0-1,0 0,-1 1,1-1,0 0,0 0,-1 1,1-1,0 0,-1 0,1 0,0 1,0-1,-1 0,1 0,-1 0,1 0,0 0,-1 0,1 0,0 0,-1 0,1 0,0 0,-1 0,1 0,-1 0,1 0,-154 116,76-62,59-39,32-16,41-29,-3-2,45-36,-66 46,121-101,-137 119,-19 25,3-16,-11 42,2 1,2 1,2 0,2 0,3 0,1 0,3 3,10 101,22 90,-32-225,8 50,-12-57,-5-22,-4-4,3 11,0 1,0 0,0 0,0 0,0 1,-1 1,1-1,0 1,-1 1,0-1,1 2,-2-1,-20-1,-171-24,201 25,0-1,0 1,0 0,0 0,0-1,0 1,0 0,0 0,0-1,0 1,0 0,0 0,0-1,0 1,0 0,0 0,0-1,0 1,0 0,-1 0,1-1,0 1,0 0,0 0,0-1,0 1,-1 0,1 0,0 0,0 0,0-1,-1 1,1 0,0 0,0 0,-1 0,1 0,0 0,0 0,-1 0,1-1,0 1,0 0,-1 0,1 0,0 0,0 0,27-4,-26 4,161-10,97 7,-159 4,31-1,-299 3,168-3,1 1,-1-1,0 0,1 1,-1-1,0 0,0 1,1-1,-1 1,0-1,0 0,0 1,0-1,1 1,-1-1,0 1,0-1,0 1,0-1,0 0,0 1,0-1,0 1,0-1,0 1,0-1,-1 1,1-1,0 0,0 1,0-1,-1 1,1-1,0 0,0 1,-1-1,1 0,0 1,-1-1,1 0,0 1,-1-1,1 0,0 0,-1 1,1-1,-1 0,1 0,0 0,-1 0,1 1,-1-1,1 0,-1 0,1 0,-1 0,1 0,0 0,-1 0,1 0,-1-1,1 1,-1 0,1 0,-1 0,1 0,0 0,-1-1,23-3,-10-3</inkml:trace>
  <inkml:trace contextRef="#ctx0" brushRef="#br2" timeOffset="-46077.26">7420 3114,'-1'0,"1"0,-1-1,1 1,-1 0,1 0,0-1,-1 1,1 0,-1-1,1 1,0-1,-1 1,1-1,0 1,0 0,-1-1,1 1,0-1,0 1,0-1,0 1,0-1,-1 1,1-1,0 1,0-1,0 1,0-1,0 1,1-1,-1 0,0 1,0-1,0 1,0 0,1-1,-1 1,0-1,0 1,1-1,-1 1,0-1,1 1,-1 0,0-1,1 1,-1 0,1-1,-1 1,0 0,21-32,-20 30,141-206,-107 153,-35 55,0-1,0 1,0 0,0-1,0 1,1-1,-1 1,0 0,0-1,0 1,0 0,1-1,-1 1,0 0,0-1,1 1,-1 0,0-1,1 1,-1 0,0 0,0-1,1 1,-1 0,1 0,-1 0,0 0,1-1,-1 1,0 0,1 0,-1 0,1 0,-1 0,0 0,1 0,-1 0,1 0,-1 0,0 0,1 0,-1 1,1-1,-1 0,0 0,1 0,-1 0,0 1,1-1,-1 0,0 0,1 1,-1-1,0 0,0 0,1 1,-1-1,0 0,0 1,1-1,-1 0,0 1,0-1,0 1,0-1,0 0,0 1,1-1,-1 1,2 31,-2-28,-22 206,0-32,21 72,1-248,1 0,-1 1,0-1,0 0,0 1,0-1,0 0,-1 0,1 1,-1-1,0 0,1 0,-1 0,0 0,0 1,0-1,0 0,-1-1,1 1,0 0,-1 0,0-1,1 1,-1 0,0-1,0 0,0 1,0-1,0 0,0 0,0 0,0 0,0-1,0 1,0 0,-1-1,1 0,0 1,-1-1,0 0,-101-17,217 2,171 1,-315-1,15 7</inkml:trace>
  <inkml:trace contextRef="#ctx0" brushRef="#br2" timeOffset="-44780.371">7634 2767,'-24'13,"-168"169,38-49,196-176,120-109,-128 130,-33 30,-63 75,-19 9,68-74,14-18,-1-1,0 1,0 0,0 0,0 0,1-1,-1 1,0 0,0 0,1 0,-1 0,0 0,0-1,1 1,-1 0,0 0,0 0,1 0,-1 0,0 0,0 0,1 0,-1 0,0 0,1 0,-1 0,0 0,0 0,1 0,-1 0,0 0,0 0,1 0,-1 1,0-1,0 0,1 0,-1 0,0 0,0 1,0-1,1 0,-1 0,0 0,0 1,0-1,0 0,1 0,-1 1,0-1,0 0,0 0,0 1,0-1,44-33,-1-2,-2-2,-1-2,31-41,-41 47,-29 33,-1 1,0-1,0 0,0 0,0 1,1-1,-1 0,0 0,0 0,1 1,-1-1,0 0,0 0,1 0,-1 0,0 0,0 0,1 1,-1-1,0 0,1 0,-1 0,0 0,1 0,-1 0,0 0,0 0,1 0,-1 0,0-1,1 1,-1 0,0 0,0 0,1 0,-1 0,0 0,0-1,1 1,-1 0,0 0,0 0,1-1,-1 1,0 0,-11 31,10-27,-15 40,2 0,1 2,3 0,2 0,1 0,3 1,2 0,2 14,13 164,-20-189,-7-43,-2 1,0 1,0 1,-1 0,1 1,-1 1,0 0,0 2,-2 0,16 0,226 0,-224 0,1-1,0 1,0 0,-1-1,1 1,0 0,0-1,0 1,-1-1,1 1,0 0,0-1,0 1,0-1,0 1,0 0,0-1,0 1,0-1,0 1,0-1,0 1,1 0,-1-1,0 1,0-1,0 1,0 0,1-1,-1 1,0 0,0-1,1 1,-1 0,0-1,1 1,-1 0,0 0,1-1,-1 1,0 0,1 0,-1 0,0 0,1-1,-11-5,-6-8,1-1</inkml:trace>
  <inkml:trace contextRef="#ctx0" brushRef="#br2" timeOffset="-43631.451">7473 2914,'-50'59,"-3"-2,-60 49,100-97,31-28,1 0,-4 4,0 0,0 2,2 0,-1 0,19-9,-26 24,-17 12,-8 3,0 0,0-1,-2-1,0-1,-13 8,-4 4,30-18,20-13,11-9,0-1,-2-2,0 0,0-1,-2-2,-1 0,9-11,6-20,-33 44,1 1,0-1,0 1,0 0,1 0,0 0,0 1,0-1,1 1,0 0,0 1,0 0,1 0,-1 0,1 0,0 1,0 0,6-1,-12 4,0 0,0-1,0 1,0 0,0 0,0 0,0 0,0 0,0 0,0 0,0 0,0 1,0-1,0 0,0 0,0 1,0-1,0 1,0-1,0 1,-1-1,1 1,0 0,0-1,0 1,-1 0,1 0,0 0,-1-1,1 1,-1 0,1 0,-1 0,1 0,-1 0,0 0,1 0,-1 0,0 0,0 0,0 0,0 0,0 0,0 0,0 0,0 0,0 1,-11 52,-34 67,31-92,2 1,2 1,0-1,2 2,1-1,2 1,1 0,0 26,17 77,-13-133,0 0,0 0,0 0,0 0,0 0,0 0,-1 0,1 0,-1 0,1 0,-1 0,0 0,0-1,0 1,0 0,0 0,0-1,0 1,0 0,-1-1,1 0,-1 1,1-1,-1 0,0 0,1 1,-1-1,0-1,0 1,0 0,0 0,1-1,-1 1,0-1,0 1,0-1,0 0,0 0,0 0,0 0,0 0,0-1,0 1,0 0,0-1,0 0,0 1,-5-3,2 1,-1-1,0 0,0-1,1 1,0-1,0 0,0 0,0-1,1 0,-1 0,6 4,-1 0,1 1,0-1,-1 0,1 0,0 0,0 1,0-1,-1 0,1 1,0-1,0 0,0 1,0 0,0-1,0 1,0-1,0 1,1 0,-1 0,0 0,0 0,0 0,0 0,0 0,0 0,0 0,0 0,1 0,-1 1,1-1,357 1,-394 9,19-8</inkml:trace>
  <inkml:trace contextRef="#ctx0" brushRef="#br0" timeOffset="15418.454">9224 3141,'-4'10,"114"-161,-9 8,-100 141,26-29,-27 31,0-1,1 0,-1 1,1-1,-1 1,1-1,-1 1,1 0,0-1,-1 1,1-1,-1 1,1 0,0-1,-1 1,1 0,0 0,-1 0,1-1,0 1,0 0,-1 0,1 0,0 0,-1 0,1 0,0 1,0-1,-1 0,1 0,0 0,-1 1,1-1,0 0,-1 1,1-1,-1 0,1 1,-1-1,1 1,0-1,-1 1,0-1,1 1,-1-1,1 1,-1 0,1 0,7 81,-8-64,-4 340,-8-200,11-153,-1 0,0 0,1-1,-2 1,1 0,0-1,-1 0,0 0,0 0,0 0,-1 0,1 0,-1-1,0 0,0 0,0 0,0 0,-1-1,1 1,-1-1,1 0,-1 0,0-1,0 0,0 1,1-2,-1 1,-1 0,1-1,0 0,0 0,0-1,0 0,-23 4,45 2,103-21,103-4,-221 20</inkml:trace>
  <inkml:trace contextRef="#ctx0" brushRef="#br0" timeOffset="16600.806">11016 2968,'-8'-3,"0"1,-1 0,1 1,0 0,-1 0,1 1,-1 0,1 0,-1 1,1 1,-1-1,1 1,0 0,0 1,0 0,0 0,0 1,1 0,0 0,0 1,0 0,0 0,0 1,1-1,0 2,-4 5,4 0,1 1,0 0,1 0,1 0,0 1,1-1,0 1,1 0,1-1,0 1,1 0,0 0,1-1,1 1,0-1,1 0,0 0,5 10,-2-12,1 1,0-1,1-1,0 1,1-1,0-1,1 0,0-1,0 1,0-2,1 0,1 0,-1-1,1-1,0 0,0-1,0 0,1-1,-1-1,1 0,0 0,0-2,-1 1,1-2,0 0,0-1,-1 0,1-1,-1 0,1-1,-1-1,-1 0,1-1,-1 0,2-2,-6 2,-1 0,1-1,-1 0,-1 0,1-1,-1 0,-1 0,0 0,0-1,0 0,-1 0,0 0,-1 0,0 0,-1-1,0 0,0 1,-1-1,0 0,-1 0,0 0,-1-6,0-1,-1 0,-1 0,0 0,-1 1,-1 0,-1-1,0 2,-1-1,-1 1,0 0,-1 0,-9-9,12 16,-2 0,1 0,-1 1,0 0,-1 1,0 0,0 0,0 1,-1 0,1 1,-1 0,0 0,-1 1,1 0,0 1,-1 0,1 1,-1 0,0 1,1 0,-1 0,0 1,1 1,-1 0,1 0,-1 1,1 0,0 1,-5 3,-1 0,1 0,0 2,0 0,0 1,2 0,-1 1,1 1,1 0,0 0,0 1,-5 10,11-15,1 0,0 0,0 0,1 1,0-1,1 1,0 0,0 0,1 0,0 0,0 1,1-1,0 1,1-1,0 0,1 1,0-1,0 1,1-1,0 0,4 8,19 35</inkml:trace>
  <inkml:trace contextRef="#ctx0" brushRef="#br0" timeOffset="17144.958">12019 3275,'16'-25,"2"0,0 1,2 2,20-19,-6 6,-7 5,180-207,-178 205,-25 35,-8 48,-11 51,5 1,4 0,5 1,8 59,19-40,-17-98</inkml:trace>
  <inkml:trace contextRef="#ctx0" brushRef="#br0" timeOffset="18167.255">13716 3195,'344'-326,"-281"264,-63 63,0-1,0 1,0-1,0 0,0 1,0-1,0 1,0-1,1 0,-1 1,0-1,0 0,0 1,1-1,-1 0,0 1,1-1,-1 0,0 0,0 1,1-1,-1 0,0 0,1 0,-1 1,1-1,-1 0,0 0,1 0,-1 0,0 0,1 0,-1 0,1 0,-1 0,0 0,1 0,-1 0,1 0,-1 0,0 0,1 0,-1 0,1 0,-1-1,0 1,1 0,-1 0,0 0,1-1,-1 1,0 0,0-1,1 1,-1 0,0 0,0-1,1 1,-1 0,0-1,0 1,0-1,0 1,1 0,-1-1,0 1,0 0,0-1,0 1,0-1,-7 34,5-26,-9 53,3 0,3 1,2 0,2-1,8 58,-1 79,-6-185,1-5,-1-1,0 0,0 1,-1-1,1 1,-2-1,1 0,-1 1,1-1,-2 0,1 0,-1 0,0 1,0-6,0 1,-1-1,1 0,0 0,0 0,0 0,-1-1,1 1,0-1,-1 0,1 0,0 0,0 0,-1-1,1 1,0-1,-1 0,1 0,0 0,0 0,0-1,0 1,0-1,0 0,1 0,1 2,1-1,0 1,0-1,0 0,0 1,0-1,0 1,0-1,1 0,-1 1,0-1,0 1,0-1,1 1,-1-1,0 0,0 1,1-1,-1 1,0-1,1 1,-1 0,1-1,-1 1,1-1,-1 1,1 0,-1-1,1 1,-1 0,1 0,-1-1,1 1,-1 0,1 0,0 0,-1 0,1 0,-1 0,1-1,0 2,-1-1,1 0,-1 0,1 0,0 0,-1 0,1 0,-1 1,1-1,-1 0,1 0,-1 1,1-1,0 0,260-12,-96 7,-147 3,-7-1</inkml:trace>
  <inkml:trace contextRef="#ctx0" brushRef="#br0" timeOffset="20102.989">15748 2994,'-10'-2,"-1"0,0 1,0 0,0 1,0 0,0 1,0 0,0 1,0 0,1 1,-1 0,1 1,-1 0,1 0,1 1,-1 0,1 1,-6 4,2 1,0 0,1 1,0 0,1 1,1 0,0 0,1 1,0 1,1 0,0 0,2 0,0 1,0 0,2 0,0 1,0-1,1 5,3-14,0 0,0 0,1 0,0 0,0 0,0 0,1 0,0 0,1 0,-1-1,1 1,1-1,-1 0,1 0,0 0,0 0,1-1,0 1,0-1,0 0,0-1,1 0,0 1,1-1,10 6,-1-1,1-1,1-1,-1 0,1-2,1 0,-1 0,14 0,-11 0,1-2,0 0,0-1,1-1,-1-1,0-1,0 0,0-2,0-1,0-1,0-1,-1 0,0-2,4-3,-19 7,0-1,0 0,0 0,-1 0,0-1,0 1,0-1,-1-1,0 1,0-1,-1 1,0-1,0 0,0 0,-1-1,0 1,0 0,-1-1,0 1,0-1,-1 1,0-1,0 1,-1-1,0 1,-1-1,1 1,-1-1,0 1,-1 0,0 0,-3-5,-3-9,0 1,-2 1,0-1,-1 2,-1 0,-1 0,-1 1,0 1,-1 0,-1 1,-7-5,14 13,0 0,0 0,0 1,-1 0,0 1,0 0,-1 1,1 0,-1 1,0 0,0 0,0 2,0 0,0 0,-1 1,1 0,0 1,0 0,0 1,0 1,-7 2,7 0,-1 1,2 0,-1 1,0 0,1 0,1 1,-1 1,1 0,1 1,0-1,0 2,1-1,0 1,1 1,0-1,1 1,0 0,1 1,0-1,1 1,0 0,1 0,1 0,0 1,1-1,0 3,3 49</inkml:trace>
  <inkml:trace contextRef="#ctx0" brushRef="#br0" timeOffset="21087.358">16978 3141,'37'-26,"-2"-2,-1-2,-1-1,-2-1,-1-2,-2-1,-1-1,10-22,-25 41,-12 17,0 0,0 0,0 0,0 1,0-1,0 0,0 0,0 0,0 0,0 1,0-1,0 0,0 0,0 0,1 0,-1 1,0-1,0 0,0 0,0 0,0 0,0 0,1 0,-1 0,0 1,0-1,0 0,0 0,1 0,-1 0,0 0,0 0,0 0,0 0,1 0,-1 0,0 0,0 0,0 0,1 0,-1 0,0 0,0 0,0 0,0 0,1 0,-1 0,-5 22,5-21,-8 33,0 0,3 1,0 0,3 0,0 0,3 0,1 0,1 0,8 34,38 119,-48-185,-1 0,0 1,0-1,0 0,0 1,-1-1,0 0,1 0,-1 1,0-1,-1 0,1 0,0 0,-1 0,0 0,0-1,0 1,0 0,0-1,0 1,-1-1,1 0,-1 0,1 0,-1 0,0 0,0 0,0-1,0 0,0 1,0-1,0 0,-1-1,-8 4,0-1,-1-1,1 0,-1-1,0-1,1 0,-1 0,-2-1,-6-5,32-4,32 0,0 3,0 1,25 1,-37 2,79-6,111 7,-221 1,0 1,1 0,-1-1,0 1,1 0,-1-1,1 1,-1 0,0 0,1-1,-1 1,1 0,-1 0,1 0,-1 0,1 0,-1 0,1-1,-1 1,1 0,-1 0,1 1,-1-1,1 0,-1 0,1 0,-1 0,0 0,1 0,-1 1,1-1,-1 0,1 0,-1 1,0-1,1 0,-1 0,1 1,-1-1,0 1,0-1,1 0,-1 1,0-1,1 1,-1-1,0 0,0 1,0-1,0 1,0-1,1 1,-1-1,0 1,0-1,0 1,0-1,0 1,0-1,0 1,-1-1,1 1,0-1,0 1,0-1,0 1,-1-1,1 0,0 1,0-1,-12 6</inkml:trace>
  <inkml:trace contextRef="#ctx0" brushRef="#br3" timeOffset="43415.51">4265 0,'0'15,"0"16,0 10,0 10,0 10,0 8,0 4,0 4,0-1,0-4,0-5,0-7,0-9,0-12,0-13,0-13</inkml:trace>
  <inkml:trace contextRef="#ctx0" brushRef="#br3" timeOffset="43733.689">4292 26,'-16'14,"-14"11,-12 10,-9 11,-6 9,-4 4,2 1,5-2,8-8,12-8,12-13</inkml:trace>
  <inkml:trace contextRef="#ctx0" brushRef="#br3" timeOffset="43986.016">4118 360,'-20'21,"-14"15,-11 9,-1 6,0 0,5 0,8-3,9-8,9-7,7-10</inkml:trace>
  <inkml:trace contextRef="#ctx0" brushRef="#br3" timeOffset="44156.574">4144 628,'-15'14,"-13"13,-8 9,-7 5,-1 3,2 0,7-2,9-7,9-6,9-9,6-7</inkml:trace>
  <inkml:trace contextRef="#ctx0" brushRef="#br3" timeOffset="44417.862">4211 841,'-13'10,"-12"6,-6 6,0 4,3 2,6 0,7-1,11-7,6-5</inkml:trace>
  <inkml:trace contextRef="#ctx0" brushRef="#br3" timeOffset="48144.221">4279 440,'188'1,"-74"12,214-13,-129-14,195 6,-136-5,-4 7,-157 7,127-1,-223 0,1 1,-1-1,0 0,1 0,-1 1,1-1,-1 1,1-1,-1 1,0 0,0-1,1 1,-1 0,0 0,0 0,0 0,0 0,0 0,0 0,0 0,0 1,0-1,0 0,-1 0,1 1,-1-1,1 1,-1-1,1 0,-1 1,0-1,0 1,1-1,-1 1,0-1,0 1,-10 61,6-42,-8 113,-1-1,-1-39,8 83,7-109,-1 235,15-196,-8 5,36 70,30 32,-18-66,-33-42,-9 33,-14-25,1-114,0 0,0 0,0 0,-1 0,1 0,0 0,0 0,-1 0,1 0,0 0,0 0,-1 0,1 0,0 0,0 0,-1 0,1 1,0-1,0 0,-1 0,1 0,0 0,0 0,0 1,0-1,-1 0,1 0,0 0,0 0,0 1,0-1,-1 0,1 0,0 1,0-1,0 0,0 0,0 0,0 1,0-1,0 0,0 0,0 1,-6-12</inkml:trace>
  <inkml:trace contextRef="#ctx0" brushRef="#br3" timeOffset="50984.29">11538 2459,'-8'-263,"-6"-207,8-52,34 77,-28 294,7 123,-1 18</inkml:trace>
  <inkml:trace contextRef="#ctx0" brushRef="#br3" timeOffset="53486.752">6217 374,'149'25,"444"-23,3411-2,-3654 13,-76-13,-303 29,24-23,1 1,0-1,0 1,1 0,0 1,0-1,0 0,1 1,0 0,1 0,0-5,1-1,-1 0,1 0,0 1,0-1,0 0,0 0,0 1,1-1,-1 0,1 0,-1 0,1 0,0 1,-1-1,1 0,0 0,1 0,-1-1,0 1,1 0,-1 0,1-1,-1 1,1-1,0 1,-1-1,1 1,0-1,0 0,0 0,0 0,0 0,0-1,0 1,1 0,1 0,0 0,0 0,0-1,0 1,0-1,0 0,0 0,0 0,0 0,0-1,0 0,0 0,-1 0,1 0,0 0,0-1,-1 0,1 0,-1 0,1 0,-1 0,0-1,0 1,0-1,0 0,-1 0,1 0,-1 0,1 0,-1-1,0 1,-1-1,1 1,0-1,-1 0,0 0,0 0,0 0,-1 1,1-1,-1 0,0 0,0 0,0 0,0 0,-1-2,-1 1,0-1,0 1,0-1,-1 1,0 0,0 0,0 0,0 1,-1-1,0 1,0-1,0 1,0 1,-1-1,0 0,0 1,0 0,0 0,0 1,0 0,-1-1,1 2,-1-1,0 1,1-1,-1 2,0-1,0 1,1 0,-4 0,2-1,1 1,-1 1,0-1,1 1,0 0,-1 1,1-1,0 1,-1 0,1 1,0 0,1-1,-1 2,0-1,1 1,0 0,0 0,0 0,0 1,1 0,-1 0,1 0,1 0,-1 1,1-1,0 1,-1 1,3-4,0-1,0 0,0 0,0 1,0-1,0 0,1 1,-1-1,1 1,-1-1,1 1,0-1,0 1,0-1,0 1,1-1,-1 1,1-1,-1 0,1 1,0-1,0 0,0 1,0-1,1 0,-1 0,0 0,1 0,0 0,-1 0,1 0,0-1,0 1,0 0,0-1,0 0,0 0,1 1,-1-1,1 0,2 1,0-1,-1 1,1-1,0 0,0 0,0-1,0 0,0 1,-1-2,1 1,0 0,0-1,0 0,0 0,0-1,-1 1,1-1,-1 0,1 0,-1-1,0 1,0-1,0 0,0 0,0 0,-1-1,1 1,-1-1,0 0,0 0,0 0,-1 0,1 0,-1-1,0 1,1-4,-2 2,0-1,0 1,-1 0,0 0,0 0,0-1,-1 1,0 0,0 0,-1 0,1 0,-1 0,-1 0,1 0,-1 1,0-1,-1 0,3 3,-1 1,0-1,0 1,-1-1,1 1,0 0,-1-1,0 1,1 1,-1-1,0 0,0 1,0-1,0 1,0 0,0 0,0 0,-1 0,1 1,0-1,0 1,-1 0,1 0,0 0,-1 0,1 1,0-1,0 1,0 0,-1 0,1 0,-3 2,0-1,1 1,-1-1,0 2,1-1,0 0,-1 1,1 0,1 0,-1 1,1-1,-1 1,1 0,1 0,-1 0,1 1,0-1,0 1,0 0,1 0,0 0,0 0,1 0,0 0,0 1,0-1,1 0,-1 1,2-1,-1 1,1-1,0 0,0 0,0 1,1-1,0 0,0 0,1-1,0 1,0 0,1 1,4 0,1 1,0-1,0-1,1 1,-1-2,1 1,0-1,1-1,-1 0,1 0,0-1,0-1,0 0,0 0,1-1,-1 0,0-1,1 0,-1-1,0-1,0 1,0-2,0 0,0 0,0-1,9-4,-14 5,0 0,-1-1,1 0,0 0,-1 0,0-1,0 1,0-1,-1-1,0 1,0 0,0-1,-1 0,1 0,-1 0,-1 0,1-1,-1 1,0-1,-1 0,1 1,-1-1,-1 0,1 0,-1 1,-1-1,1 0,-1 0,0 0,0 0,-2-7,-1 0,0 1,0-1,-1 1,-1 0,0 0,-1 1,-1 0,0 0,-4-5,8 12,0 0,-1 0,1 0,-1 1,0-1,0 1,-1 0,1 1,-1-1,0 1,0 0,0 1,0-1,-1 1,1 1,-1-1,1 1,-1 0,0 0,1 1,-1 0,0 0,-1 1,0 2,-1 0,1 0,0 1,0 0,0 1,0 0,1 0,0 1,0 0,0 0,1 0,0 1,0 0,0 0,1 1,0-1,1 1,0 0,0 0,1 1,-1-1,2 1,0 0,0 0,0 0,1 0,0 0,1 8,0-13,0 1,0-1,1 0,-1 1,1-1,0 0,0 0,1 0,-1 0,1 0,0 0,0 0,0 0,0-1,1 1,0-1,-1 1,1-1,1 0,-1 0,0-1,1 1,-1-1,1 1,0-1,0 0,0-1,0 1,0-1,0 1,20 1</inkml:trace>
  <inkml:trace contextRef="#ctx0" brushRef="#br3" timeOffset="54781.009">6230 374,'-3'-1,"0"0,-1 1,1 0,-1 0,1 0,0 0,-1 1,1-1,0 1,0 0,-1 0,1 0,0 0,0 1,0-1,0 1,0 0,0 0,1 0,-1 0,1 0,-1 0,1 1,0 0,0-1,0 1,0 0,0 0,1 0,-1 0,1 0,0 0,0 0,0 0,0 1,0-1,1 0,0 3,1-1,0 0,1-1,-1 1,1-1,0 0,0 0,1 1,0-2,-1 1,1 0,0 0,1-1,-1 0,1 1,-1-1,1-1,0 1,0 0,0-1,1 0,-1 0,0 0,1-1,0 1,-1-1,1 0,0 0,-1-1,1 0,0 1,0-2,-1 1,1 0,0-1,-1 0,1 0,0 0,-1-1,1 0,-1 1,0-1,0-1,1 1,2-3,-3 2,1 0,-1 0,0 0,0 0,0-1,0 1,-1-1,0 0,1 0,-1 0,-1-1,1 1,-1-1,0 0,0 1,0-1,0 0,-1 0,0 0,0 0,0 0,-1-1,1 1,-1 0,-1 0,1 0,-1-1,0 1,0 0,0 0,-1 0,1 0,-1 1,-1-1,1 0,-1 1,1-1,-1 1,-1 0,1 0,0 0,-1 1,0-1,0 2,1-1,-1 1,0 0,-1 0,1 1,0-1,0 1,-1 0,1 0,0 0,-1 1,1 0,-1-1,1 2,-1-1,1 0,-1 1,1 0,0 0,-1 0,1 1,0-1,0 1,0 0,0 0,0 0,0 1,1-1,-1 1,1 0,0 0,0 1,0-1,0 0,0 1,1 0,-1 0,1-1,0 1,0 1,1-1,-1 3,-2-1,1 1,-1 0,2 0,-1 1,1-1,0 0,1 1,0-1,0 1,0 0,1-1,0 1,1 0,0-1,0 1,0-1,1 1,0-1,1 0,0 0,0 0,0 0,1 0,0-1,0 1,1-1,-1 0,1-1,1 1,-1-1,1 0,0 0,0 0,0-1,1 0,0-1,0 1,0-1,0 0,-1-2,0 0,0 0,0-1,0 0,0 0,0 0,0-1,-1 0,1 0,0 0,0-1,-1 0,1 0,0 0,-1-1,0 0,0 0,0 0,0-1,0 1,-1-1,1 0,-1-1,0 1,-1-1,1 0,-1 0,0 0,0 0,0 0,-1-1,1 1,-1-1,-1 0,1 1,-1-1,0 0,0 0,-1 0,0 0,0 0,0 0,-1 0,0 0,0-2,-2-5,-1 0,1 1,-2-1,0 1,0 0,-1 0,-1 1,0 0,0 0,-1 0,-1 1,0 0,0 1,-1 0,0 0,8 7,-1 1,1 0,0 0,0 0,-1 0,1 0,-1 0,1 1,-1-1,1 1,-1-1,0 1,1 0,-1 0,1 0,-1 1,1-1,-1 1,0-1,1 1,0 0,-1 0,1 0,-1 0,1 0,0 1,0-1,0 0,0 1,0 0,0 0,0-1,0 1,1 0,-1 1,1-1,-1 1,-9 12,0 1,1 1,1 0,0 0,1 1,1 0,1 0,-3 17,8-33,0 0,0 1,1-1,-1 0,1 1,-1-1,1 0,0 1,0-1,0 0,0 1,1-1,-1 0,1 1,-1-1,1 0,0 0,0 1,0-1,0 0,0 0,0 0,1 0,-1 0,1-1,-1 1,1 0,0-1,0 1,-1-1,1 1,0-1,0 0,0 0,1 0,-1 0,0 0,0 0,1-1,-1 1,0-1,1 0,-1 1,0-1,1 0,-1 0,0-1,1 1,-1 0,0-1,5-1,-1 0,0-1,0 0,0 0,-1 0,1-1,-1 1,0-1,0-1,0 1,0-1,-1 0,0 0,0 0,0 0,-1-1,1 0,-1 0,-1 0,1 0,-1 0,0 0,0-3,-1 8,-1 1,0 0,0-1,1 1,-1-1,0 0,0 1,0-1,1 1,-1-1,0 1,0-1,0 1,0-1,0 1,0-1,0 0,0 1,-1-1,1 1,0-1,0 1,0-1,0 1,-1-1,1 1,0-1,-1 1,1-1,0 1,-1-1,1 1,0 0,-1-1,1 1,-1 0,1-1,-1 1,1 0,-1 0,1-1,-1 1,1 0,-1 0,1 0,-1 0,1-1,-1 1,0 0,1 0,-1 0,1 0,-1 0,1 1,-1-1,1 0,-1 0,-11 5</inkml:trace>
  <inkml:trace contextRef="#ctx0" brushRef="#br3" timeOffset="61882.634">16350 2472,'-5'-4,"0"0,0-1,1 0,0 0,0 0,1-1,-1 1,1-1,0 0,0 0,1 0,0 0,0 0,0-1,1 1,0-4,-5-25,1 0,2-1,2 1,1-1,2 1,3-15,0-127,-46-75,11 104,13 25,6 0,5-112,7-42,-18 171,34 112,-5 3</inkml:trace>
  <inkml:trace contextRef="#ctx0" brushRef="#br3" timeOffset="63833.524">11711 508,'618'24,"295"5,526-21,-387-2,-935-20,153 0,-136 15,-132 0,1 0,-1 0,0 1,0-1,0 1,0-1,0 1,0 0,-1-1,1 1,-1 0,1 0,-1 1,0-1,1 0,-1 0,0 1,0-1,-1 0,1 1,-1-1,1 1,-1-1,0 1,1-1,-1 1,-1-1,1 1,0-1,-1 1,1-1,-1 1,1-1,-1 0,0 1,0-1,-1 0,1 0,0 1,-3 15,-8 113,6 1,6 7,0-54,-1 52</inkml:trace>
  <inkml:trace contextRef="#ctx0" brushRef="#br3" timeOffset="74832.909">8182 2393,'0'-555,"14"368,-11 144,3 0,2 1,9-32,-11 21,7-18,-11 69,-1 1,1-1,0 1,0 0,0 0,0-1,0 1,0 0,0 1,1-1,-1 0,0 1,0-1,1 1,-1 0,0 0,1-1,-1 2,0-1,1 0,-1 0,0 1,0-1,1 1,-1 0,0 0,2 1,16 1,209 0,162-28,238 16,608 4,33 32,-349-20,445 0,-847-9,2117 2,-1897 15,-329-2,-424-13,-7 0</inkml:trace>
  <inkml:trace contextRef="#ctx0" brushRef="#br3" timeOffset="76768.626">9813 2365,'10'-34,"-1"-1,-1 0,-2 0,1-34,-2-399,3 84,-13 342,-11 61,11 86,5-103,0 0,1 1,-1-1,1 0,-1 0,1 0,0 0,0 0,0-1,0 1,0 0,0 0,1-1,-1 1,0 0,1-1,0 0,-1 1,1-1,0 0,0 0,-1 0,1 0,0 0,0 0,0 0,0-1,0 1,0-1,0 1,1-1,-1 0,0 0,0 0,0 0,0 0,1-1,4 1,-1-1,1 0,0 0,-1 0,0-1,1 0,-1-1,0 1,0-1,0 0,4-3,-5 1,0 0,0 0,-1 0,1 0,-1-1,0 1,0-1,-1 0,0-1,0 1,0-1,-1 1,0-1,0 0,-1 1,0-1,0 0,-1 0,1 0,-1 0,-1 0,1 0,-1 0,-1 0,1 1,-1-1,0 0,-1 1,0-1,0 1,0 0,-1 0,1 0,-1 0,-1 1,1 0,-1 0,0 0,0 0,-1 1,1-1,-1 2,0-1,0 0,0 1,-1 0,1 1,-1 0,1 0,-1 0,0 0,1 2,0-1,0 1,0 0,0 0,0 1,0 0,0 0,0 0,0 1,1 0,-1 0,0 0,1 1,0-1,0 1,0 1,0-1,0 1,0 0,1 0,0 0,0 1,0-1,0 1,1 0,0 0,0 0,-2 5,1-3,1 0,0 1,0-1,1 1,0-1,0 1,0 0,1 0,1 0,-1 0,1 0,1-1,-1 1,1 0,0 0,1 0,0 0,1-1,-1 1,1-1,4 6,-2-5,1-1,0 0,1 0,0-1,0 0,0 0,1-1,-1 1,1-2,1 1,-1-1,1 0,-1-1,1 0,0-1,0 1,1-2,-1 1,0-1,0-1,1 0,2 0,-5 0,1 0,-1 0,1-1,-1 0,0-1,1 1,-1-1,0-1,0 1,0-1,0-1,-1 1,1-1,-1 0,0-1,0 1,0-1,-1 0,0-1,0 1,0-1,-1 0,1 0,-1-1,-1 1,1-1,1-7,-3 8,-1 0,0 0,0-1,0 1,-1-1,0 1,-1 0,1-1,-1 1,0 0,-1-1,0 1,0 0,0 0,0 0,-1 1,0-1,0 0,-1 1,0 0,0 0,0 0,0 0,-1 1,1 0,-1 0,0 0,-1 0,1 1,-1 0,1 0,-1 0,0 1,0 0,0 0,-1 0,1 1,0 0,0 0,-1 0,1 1,-1 0,1 1,0-1,-6 2,0 2,1 0,0 1,1 0,-1 0,1 1,0 1,1 0,-1 0,1 1,1 0,-1 0,2 1,-1 0,1 1,0-1,1 1,0 1,1-1,0 1,-3 9,7-16,0 0,0 1,0-1,1 0,-1 0,1 0,0 1,0-1,1 0,-1 0,1 1,0-1,0 0,0 0,1 0,-1 0,1 0,0-1,0 1,1-1,-1 1,1-1,-1 1,1-1,0 0,0 0,1-1,-1 1,0-1,1 1,0-1,-1 0,1-1,0 1,0-1,0 1,0-1,0 0,2 0,7 2,-1-1,1 1,-1-2,1 0,0-1,-1 0,1 0,0-2,0 1,-1-2,1 0,-1 0,0-1,0 0,0-1,-1-1,0 0,0 0,9-8,-17 11,0 0,-1 0,1 0,0 0,-1-1,0 1,0-1,0 0,-1 0,1 0,-1 1,0-1,0-1,0 1,0 0,-1 0,0 0,1 0,-2 0,1-1,0 1,-1 0,0 0,0 0,0 0,0 0,-1 0,0 0,0 1,0-1,0 1,0-1,-1 1,1-1,-1 1,0 0,0 1,-2-3,-3-3,0 1,-1 0,0 0,0 1,-1 0,1 1,-1 0,0 0,0 1,-1 0,-9-1,14 3,0 1,0 0,0 0,0 1,0 0,0 0,0 0,0 1,1 0,-1 0,0 0,0 1,0 0,1 0,-1 1,1-1,0 1,0 0,0 0,0 1,0 0,-2 2,2-1,0 0,1 0,-1 0,1 0,0 1,1-1,0 1,-1 0,2 0,-1 1,1-1,0 1,0-1,1 1,0-1,0 1,0 0,1 0,0-1,0 1,1 0,0 0,0-1,1 1,-1-1,1 1,1-1,-1 0,1 1,0-1,1-1,0 1,-1 0,2-1,-1 0,1 0,-1 0,5 3,-1-4,0 0,-1-1,2 0,-1 0,0 0,0-1,1 0,-1-1,1 0,-1 0,1-1,0 0,-1-1,1 0,4-1,-8 1,0 0,0 0,0-1,0 0,0 0,-1 0,1 0,0-1,-1 0,0 0,0 0,0-1,0 1,0-1,-1 0,1 0,-1 0,0 0,0-1,-1 1,0-1,1 0,-1 1,-1-1,1 0,-1 0,1-8,-1 0,-1 1,0-1,-1 0,0 1,-1-1,0 1,-1-1,0 1,-1 0,-1 0,0 0,0 1,-1 0,-1 0,0 0,0 1,-1 0,0 0,-1 1,0 0,-7-5,13 11,0 0,0 0,-1 1,1 0,-1-1,0 1,1 0,-1 1,0-1,0 1,0 0,0 0,-1 0,1 0,0 1,0-1,0 1,-1 0,1 0,0 1,0 0,0-1,-1 1,1 1,0-1,0 0,0 1,1 0,-1 0,0 0,1 0,-1 1,1 0,0-1,0 1,0 0,-1 2,0 0,0 1,0 0,1 0,0 0,0 0,0 1,1-1,0 1,0-1,0 1,1 0,0 0,1-1,0 1,0 0,0 0,1 0,-1 0,2 0,-1-1,2 5,14 39</inkml:trace>
  <inkml:trace contextRef="#ctx0" brushRef="#br3" timeOffset="78266.976">12995 2339,'-6'-125,"-6"1,-24-107,7 51,20 70,-12-57,22 165,-1 1,0-1,0 0,-1 1,1-1,0 0,-1 0,1 1,-1-1,1 1,-1-1,0 0,0 1,1-1,-1 1,0 0,0-1,-1 1,1 0,0 0,0-1,-1 1,1 0,0 0,-1 0,1 1,-1-1,1 0,-1 0,0 1,1-1,-1 1,0 0,1-1,-1 1,0 0,0 0,1 0,-1 0,0 0,1 1,-1-1,0 0,1 1,-1-1,0 1,1 0,-1-1,1 1,-1 0,1 0,-2 1,1 0,0 1,0-1,0 1,0-1,0 1,0 0,1 0,-1-1,1 1,0 0,0 0,0 0,0 1,1-1,-1 0,1 0,-1 0,1 1,1-1,-1 0,0 0,1 0,-1 1,1-1,0 0,0 0,0 0,0 0,1 0,-1-1,1 1,0 0,0-1,0 1,0-1,0 1,0-1,1 0,-1 0,1 0,0 0,6 2,-1-1,1 1,0-2,0 1,0-1,0-1,1 1,-1-1,0-1,1 0,-1 0,1-1,-1-1,0 1,0-1,0-1,0 1,0-2,0 1,-1-1,0-1,1 1,5-6,-11 7,0 0,0 0,0 0,0 0,-1-1,1 1,-1-1,0 0,0 1,-1-1,1 0,-1 0,1 0,-1 0,-1-1,1 1,-1 0,1 0,-1-1,0 1,-1 0,1 0,-1 0,0-1,0 1,0 0,0 0,-1 0,1 0,-1 1,-2-5,-3-2,1-1,-1 1,-1 0,0 0,0 1,-1 0,0 1,0 0,-1 0,-5-2,9 5,0 0,-1 1,1 0,-1 0,0 1,0 0,0 0,0 0,-1 1,1 0,-1 1,1 0,-1 0,1 0,-1 1,0 0,1 1,-1-1,0 2,1-1,-1 1,1 0,0 0,-1 1,1 0,0 0,1 1,-1 0,1 0,-1 1,1 0,-5 4,7-1,0 0,0 0,1 0,0 0,0 1,1-1,0 1,0-1,1 1,0 0,1 0,0 0,0-1,1 1,0 0,0 0,1-1,0 1,1-1,0 1,0-1,1 0,0 0,0-1,1 1,0-1,0 0,1 0,0-1,0 1,1-1,-1-1,1 1,0-1,1 0,6 3,-4-2,0 0,1 0,-1-1,1-1,0 0,0 0,1-1,-1 0,1-1,-1 0,1-1,0 0,0-1,-1-1,1 0,0 0,-1-1,1 0,-1-1,0-1,0 0,0 0,0-1,0 0,2-3,-8 3,0-1,0 1,-1-1,0 0,0-1,0 1,-1-1,0 1,0-1,0 0,-1 0,0 0,-1 0,1-1,-1 1,-1 0,0-1,0 1,0-1,-1-3,-1-3,0 1,-1 0,0 0,-1 0,0 0,-1 0,-1 1,0 0,0 0,-8-9,11 16,-1-1,0 1,0 0,0 0,-1 1,1-1,-1 1,0 0,0 0,-1 1,1-1,-1 1,0 1,0-1,0 1,0 0,0 0,0 1,-1-1,1 1,0 1,-1-1,1 1,-1 0,1 1,0 0,-1 0,1 0,0 1,0-1,-6 4,5-2,0 1,0 1,0-1,1 1,0 0,0 1,0 0,1 0,-1 0,1 0,1 1,-1 0,1 0,1 0,-1 0,1 1,0-1,1 1,0 0,0 0,0 0,1 0,1 0,-1 0,1 0,1 0,-1 0,1 0,1 0,-1 0,1 0,1 0,0-1,0 1,0-1,1 0,0 0,0 0,2 2,47 43,5-9</inkml:trace>
  <inkml:trace contextRef="#ctx0" brushRef="#br3" timeOffset="79907.2">14719 2580,'4'-7,"0"1,0 0,-1-1,1 0,-1 0,-1 0,0 0,0 0,0 0,-1-1,0 1,0-1,0 1,-1-4,0 1,4-77,-4-1,-10-70,3 63,-17-346,23 438,1-24,-2-1,-2 0,0 1,-1 0,-2 0,-10-26,17 52,0 0,0 0,0 0,-1 0,1 0,0 0,0 0,-1 0,1 0,-1 0,1 0,0 0,-1 0,0 1,1-1,-1 0,0 0,1 0,-1 1,0-1,0 0,1 1,-1-1,0 1,0-1,0 1,0-1,0 1,0 0,0-1,0 1,0 0,0 0,0 0,0 0,0 0,0 0,0 0,0 0,0 0,0 0,0 1,0-1,0 0,0 1,0-1,0 0,0 1,1 0,-1-1,0 1,0-1,0 1,1 0,-1 0,-6 9,0 1,2 0,-1 0,1 0,1 1,0 0,1 0,0 0,1 0,0 0,1 0,0 1,0-12,1 1,0-1,-1 0,1 1,0-1,0 0,0 1,0-1,0 1,0-1,0 0,1 1,-1-1,0 0,1 1,-1-1,1 0,0 1,-1-1,1 0,0 0,0 0,-1 0,1 0,0 0,0 0,0 0,0 0,1 0,-1 0,0-1,0 1,0 0,1-1,-1 1,0-1,1 1,-1-1,0 0,1 0,-1 0,0 1,1-1,-1 0,0-1,1 1,-1 0,1 0,-1-1,0 1,1 0,0-1,5-2,0-1,1 0,-2 0,1 0,0-1,-1 0,0 0,0 0,0-1,-1 0,0 0,0-1,0 1,-1-1,0 0,0 0,-1-1,0 1,0-1,-1 1,0-1,0 0,0 0,-1 0,-1 0,1 0,-2 0,1 0,-1 0,0 0,0 0,-1 0,0 0,-1 1,1-1,-2 1,1-1,-1 1,-1-2,0 2,-1-1,0 1,-1 0,1 1,-1-1,0 1,-1 1,1-1,-1 1,0 0,-7-2,12 5,-1 1,1-1,-1 1,0 0,1 0,-1 0,0 0,0 1,1 0,-1-1,0 1,0 1,0-1,1 0,-1 1,0 0,1 0,-1 0,0 0,1 1,-1-1,1 1,0 0,0 0,-1 0,1 1,0-1,1 1,-3 1,0 3,1 1,0-1,0 1,1-1,0 1,0 0,1 0,0 1,0-1,1 0,0 1,0-1,1 1,0-1,1 1,0-1,0 0,1 1,0-1,0 0,1 0,0 0,1 0,-1-1,2 1,-1-1,1 0,0 0,0-1,1 1,-1-1,2 0,-1-1,2 2,1-1,0 1,1-1,0-1,0 0,1 0,-1-1,1-1,0 1,0-2,0 1,0-2,1 1,-1-2,2 1,-8-1,1 0,-1 0,0-1,1 0,-1 0,0 0,1 0,-1-1,0 0,0 0,-1 0,1-1,0 0,-1 1,1-2,-1 1,0 0,0-1,0 0,-1 0,1 0,-1 0,0-1,0 1,0-1,-1 0,0 0,0 0,0 0,0-2,0-1,0-1,-1 0,0 1,0-1,-1 0,0 0,-1 0,0 0,0 1,-1-1,0 0,0 1,-1-1,0 1,-1 0,0 0,0 0,-1 1,0-1,0 1,0 0,-1 1,0-1,-1 1,0 0,1 1,-2 0,1 0,-1 0,-5-2,8 6,-1 0,0 0,1 0,-1 1,0 0,1 0,-1 0,0 1,1 0,-1 0,1 0,-1 1,1 0,0 0,0 0,-1 1,1-1,1 1,-1 0,0 1,1-1,0 1,-4 4,2-2,0 0,1 0,-1 1,1 0,1 0,-1 0,1 0,0 1,1-1,0 1,0 0,1 0,0 1,0-1,0 7,2-11,0-1,0 0,0 0,1 0,-1 0,1 0,0 1,0-1,0 0,0 0,0-1,1 1,-1 0,1 0,0-1,0 1,0-1,0 1,0-1,1 0,-1 0,1 0,-1 0,1 0,0-1,0 1,-1-1,1 0,0 0,0 0,3 1,2-1,-1 1,1-1,0 0,0 0,0-1,0 0,0-1,-1 0,1 0,0 0,0-1,3-1,-4 0,1-1,-1 1,0-1,-1 0,1 0,-1-1,1 0,-1 0,-1-1,1 0,-1 0,0 0,0 0,-1-1,1 0,-3 3,0 0,0 1,-1-1,1 0,-1 0,0-1,0 1,0 0,0 0,-1 0,0-1,0 1,0 0,0-1,0 1,-1 0,0 0,0 0,0 0,-1-1,1 2,-1-1,0 0,0 0,0 0,-1 1,1-1,-2 0,0 0,0 0,0 0,0 1,-1-1,0 1,1 0,-1 1,0-1,0 1,0 0,-1 0,1 1,0-1,-1 1,1 0,-1 1,1-1,-1 1,0 0,1 1,-1-1,1 1,-1 0,1 0,0 1,-1 0,1 0,0 0,0 0,0 1,0 0,1 0,-1 0,1 1,0-1,0 1,0 0,0 0,0 1,3-3,-1 1,1 0,-1 0,1 0,0 0,0 0,0 0,0 0,1 0,-1 0,1 0,0 0,0 0,0 1,0-1,1 0,-1 0,1 0,0 0,0 0,0 0,0 0,0 0,1 0,-1 0,1-1,0 1,1 1,67 59,-14-29</inkml:trace>
  <inkml:trace contextRef="#ctx0" brushRef="#br3" timeOffset="81814.638">17901 2539,'12'-250,"-11"-391,-2 586,-3 0,-1 0,-4 0,-1 1,-9-22,9 57,-1 34,8-8,1 0,0 0,1 0,-1 1,2-1,-1 0,1 1,0-1,0 1,1-1,0 0,0 1,1 2,0-9,-1 1,1-1,-1 0,1 1,0-1,-1 0,1 0,0 0,0 0,0 0,0 0,0-1,0 1,0 0,0-1,0 0,0 1,0-1,0 0,0 0,0 0,0-1,0 1,0 0,0-1,0 1,0-1,0 0,0 0,0 0,0 0,0 0,-1 0,1 0,0 0,-1-1,1 1,-1-1,0 1,1-1,0-1,2-2,-1 0,1-1,-1 0,0 0,0 0,0 0,-1 0,0 0,-1-1,1 1,-1-1,0 1,-1-1,1 0,-1 1,-1-1,1 1,-1-1,-1-2,1 5,1 0,-1 0,0 0,-1 1,1-1,-1 1,1-1,-1 1,0-1,0 1,-1 0,1 0,-1 0,1 0,-1 1,0-1,0 1,0-1,0 1,-1 0,1 0,-1 1,1-1,-1 1,0-1,1 1,-1 0,0 1,0-1,0 1,1-1,-1 1,-2 0,1 1,1-1,0 1,0 0,0 0,0 0,0 1,0-1,0 1,0 0,1 0,-1 0,1 0,-1 1,1 0,0-1,0 1,0 1,0-1,1 0,-1 0,1 1,0 0,0-1,0 1,0 0,1 0,0 0,-1 4,0-1,0 0,1 0,0 0,1 0,-1 0,1 0,1 0,-1 0,1 0,0 0,1 0,0-1,0 1,0 0,1-1,0 1,1 0,1 0,0 0,1 0,0 0,0-1,0 0,1 0,0-1,0 0,0 0,1-1,-1 1,1-2,0 1,0-1,1 0,-1-1,1 0,-1 0,1-1,0 0,0-1,-1 0,1 0,0 0,-1-1,1-1,0 0,-1 0,1 0,-1-1,0 0,0-1,0 0,0 0,-1-1,-3 1,0 0,-1 0,0 0,0-1,0 1,0-1,-1 0,0 0,0 0,0 0,0 0,-1 0,0 0,0 0,0-1,-1 1,0 0,0-1,0 1,-1 0,1-1,-1 1,-1 0,1 0,-1 0,0 0,0 0,0 0,-1 0,1 1,-1-1,0 1,-1-1,0 1,1-1,0 1,-1-1,0 1,0 0,0 0,0 0,-1 1,1-1,-1 1,0 0,0 1,0-1,-1 1,1 0,0 0,-1 0,1 1,-1 0,0 0,1 1,-1-1,0 1,0 0,1 1,-1-1,0 1,1 1,-1-1,1 1,-1-1,-3 3,4-1,0-1,0 1,0 0,1 0,-1 0,1 1,0 0,0 0,1 0,-1 0,1 0,-1 1,1-1,1 1,-1 0,1 0,0 0,0 0,0 0,1 1,-1-1,1 0,1 1,-1-1,1 1,0-1,0 1,1-1,-1 1,1-1,0 0,1 1,-1-1,1 0,0 0,1 0,-1 0,1 0,0 0,0-1,0 0,4 5,0-4,1-1,-1 1,0-1,1-1,0 1,0-1,0 0,0-1,1 0,-1-1,1 1,-1-1,1-1,-1 0,1 0,-1-1,1 0,-1 0,1-1,-1 0,0 0,0-1,0 0,0-1,-1 0,1 0,3-3,19-52,-29 57,1 0,0 1,0-1,0 0,-1 1,2-1,-1 1,0 0,0 0,0 0,0 0,1 0,-1 0,1 1,-1-1,0 1,1 0,-1-1,1 1,-1 0,1 0,-1 1,1-1,7 0,324-27,-45 4,136 11,85 23,-469-15,-53-4,-3 3</inkml:trace>
  <inkml:trace contextRef="#ctx0" brushRef="#br3" timeOffset="84881.537">20253 1150,'-26'-5,"9"2,1 0,-1 1,1 1,-1 0,0 2,-14 1,24 1,1 0,-1 0,1 1,0 0,0 0,1 1,-1-1,1 1,0 1,0-1,0 0,1 1,0 0,0 0,1 1,-1-1,1 1,1-1,-1 1,1 0,0 0,1 0,0 1,0-4,0 0,1 0,0 1,-1-1,2 0,-1 1,0-1,1 0,0 1,0-1,0 0,1 0,-1 0,1 0,0 0,0 0,1-1,-1 1,1-1,-1 1,1-1,0 0,0 0,1 0,-1 0,1-1,-1 1,1-1,1 0,7 5,1-1,-1-1,1 0,1-1,-1-1,1 0,-1 0,10 0,-5-2,1 1,-1-2,0-1,1 0,-1-1,16-4,-29 5,-1 0,1-1,0 1,0-1,-1 0,1 0,-1 0,0-1,1 0,-1 1,0-2,-1 1,1 0,-1-1,1 1,-1-1,0 0,0 0,-1-1,1 1,-1 0,0-1,0 1,0-1,-1 0,0 0,1-1,-2-6,-1 0,0 1,-1-1,0 1,-1-1,0 1,-1 0,0 0,-1 0,0 1,0-1,-1 1,-1 1,0-1,0 1,-1 0,0 1,0-1,-1 2,0-1,-5-2,6 3,-1 1,0 0,0 0,-1 1,1 0,-1 0,0 1,0 1,-1-1,1 2,-1 0,1 0,-1 0,0 2,0-1,1 1,-1 1,0 0,0 1,1 0,-1 0,1 1,0 0,-1 1,2 0,-7 4,7-1,-1 0,1 0,0 1,1 0,0 1,0 0,1 0,0 0,1 1,0 0,0 1,1-1,1 1,0 0,0 0,1 1,0-1,1 1,1-1,-1 1,2 2,0-8,1 0,-1 0,2 0,-1 0,0 0,1-1,0 1,1-1,-1 1,1-1,0 0,0 0,1 0,-1 0,1-1,0 1,1-1,-1 0,1 0,-1-1,1 1,0-1,2 0,35 19</inkml:trace>
  <inkml:trace contextRef="#ctx0" brushRef="#br3" timeOffset="85419.1">21015 882,'-6'23,"-3"18,0 14,2 7,3 4,0 0,3-4,0-7,1-5,0-6,1-7,-3-10,-3-8,-1-9</inkml:trace>
  <inkml:trace contextRef="#ctx0" brushRef="#br3" timeOffset="85670.939">20856 1135,'-3'-2,"2"-1,4 0,7 1,12 1,13 0,15 0,11-1,10-4,7 1,-2-3,-4-1,-14 0</inkml:trace>
  <inkml:trace contextRef="#ctx0" brushRef="#br3" timeOffset="85918.81">21631 855,'13'0,"17"0,11 0,11 0,8 0,0 0,-6 0,-9 0,-12 0</inkml:trace>
  <inkml:trace contextRef="#ctx0" brushRef="#br3" timeOffset="86382.429">21631 841,'-9'22,"2"-1,1 1,0 0,2 0,0 1,1-1,2 1,0 0,3 20,-2-38,0-2,-1 1,1-1,0 1,0-1,0 1,1-1,-1 0,1 1,0-1,0 0,0 1,0-1,0 0,1 0,-1 0,1 0,0 0,0 0,0-1,1 1,-1-1,2 2,35-22,-32 12,-2 0,0 1,1 0,-1 0,1 0,0 1,1 0,-1 0,1 1,0 0,-1 0,1 0,0 1,1 0,-1 1,0-1,1 1,-1 1,1-1,-1 1,0 1,1-1,-1 1,1 1,-1-1,0 1,6 3,-7-2,0 1,0 0,-1 1,1-1,-1 1,0 0,0 0,-1 1,1 0,-1 0,-1 0,1 0,-1 0,0 1,0-1,-1 1,0 0,0 0,-1 0,1 0,-2 0,1 0,-1 0,0 0,0 0,-1 0,0 0,0 0,-1 0,0 0,0 0,0 0,-1-1,0 1,-1-1,1 0,-1 0,-4 5,-6-1,-1 1,-1-2,0 0,0-1,0 0,-1-1,0-1,-1-1,1-1,-1 0,0-1,0-1,0 0,0-2,0 0,0-1,-2-1,63-9,-7 5</inkml:trace>
  <inkml:trace contextRef="#ctx0" brushRef="#br3" timeOffset="86787.374">22165 828,'24'164,"-19"-138,13 63,4-2,4 0,3-2,21 39,-44-110,1-1,0 0,1 0,1 0,-1-1,10 8,-17-18,0-1,0 0,0 0,1 0,-1 0,1 0,-1 0,1 0,-1 0,1 0,-1-1,1 1,0-1,-1 1,1-1,0 0,-1 1,1-1,0 0,0 0,-1 0,1-1,0 1,-1 0,1-1,0 1,-1-1,1 1,0-1,-1 0,1 1,-1-1,1 0,-1 0,0 0,1 0,-1-1,0 1,44-56,-43 54,36-64,-3-1,-3-1,-3-3,-3 0,16-75,-27 56,-15 90,0-1,0 0,0 0,0 1,-1-1,1 0,-1 0,1 1,-1-1,0 1,1-1,-1 0,0 1,0-1,0 1,0 0,0-1,-1 1,1 0,0 0,-1 0,1 0,-1 0,1 0,-1 0,1 0,-1 1,-1-2,-23-5</inkml:trace>
  <inkml:trace contextRef="#ctx0" brushRef="#br3" timeOffset="87485.509">20682 1082,'4'0,"4"0,6 0,6 0,5 0,7 0,8 0,5 0,5 0,3 0,1 0,-4 0,-6-2,-10-1</inkml:trace>
  <inkml:trace contextRef="#ctx0" brushRef="#br3" timeOffset="87733.845">20976 788,'2'20,"1"21,0 17,-1 14,-2 9,-7 2,-6-2,-1-15</inkml:trace>
  <inkml:trace contextRef="#ctx0" brushRef="#br3" timeOffset="88369.177">20294 1109,'-9'-6,"-65"-37,71 41,1 1,-1 0,0 1,0-1,0 0,0 1,0 0,0 0,0 0,0 0,0 0,0 0,0 1,0 0,1-1,-1 1,0 0,0 0,0 1,1-1,-1 1,1-1,-1 1,1 0,0 0,-1 0,-8 12,0 0,1 1,1 0,1 0,0 0,1 1,0 1,2-1,0 1,0 0,2 0,0 0,0 13,2-27,0 0,0 0,0 0,1 0,-1 0,1 0,0 0,0 0,0 0,0 0,1 0,-1 0,1 0,-1 0,1 0,0 0,0-1,1 1,-1 0,0 0,1-1,0 1,-1-1,1 1,0-1,1 0,-1 0,0 0,0 0,1 0,-1-1,1 1,0-1,-1 1,1-1,0 0,0 0,0 0,0 0,0-1,0 1,0-1,9-2,0 0,0-1,-1-1,1 0,-1 0,0-1,0 0,-1-1,0 0,0-1,0 0,-1-1,0 0,0 0,-1-1,0 0,0-1,0 0,0 1,-1-1,0-1,0 1,-1-1,-1 0,0-1,-1 1,0-1,0 0,-1 0,-1 0,0 0,-1-1,0 1,-1-1,0 1,-2-9,1 19,0-1,0 1,-1-1,1 1,-1-1,1 1,-1 0,0 0,0-1,0 2,0-1,-1 0,1 0,0 1,-1-1,1 1,-1-1,1 1,-1 0,0 0,0 1,1-1,-1 0,0 1,0 0,0-1,0 1,1 0,-1 1,0-1,0 0,0 1,0 0,1-1,-1 1,0 0,1 1,-1-1,1 0,-1 1,1-1,-1 1,1 0,0 0,0 0,0 0,-1 1,-80 80,47-35</inkml:trace>
  <inkml:trace contextRef="#ctx0" brushRef="#br3" timeOffset="91535.829">20588 1884,'-18'5,"-16"8,-10 8,-5 13,-3 16,3 18,4 15,9 15,10 10,16 5,19 0,19-4,19-9,15-12,12-14,8-14,-1-14,-14-15</inkml:trace>
  <inkml:trace contextRef="#ctx0" brushRef="#br3" timeOffset="92187.624">21150 2566,'-3'-28,"1"-1,1 1,2-1,1 1,1-1,2 1,0 0,2 0,1 1,2 0,0 0,2 1,12-22,-23 47,-1 0,0-1,1 1,-1-1,0 1,1 0,-1-1,1 1,-1 0,1 0,0-1,-1 1,1 0,0 0,0 0,0 0,0 0,0 0,0 0,0 0,0 0,0 0,0 1,1-1,-1 0,0 1,0-1,1 1,-1-1,0 1,1 0,-1 0,1 0,-1-1,0 1,1 0,-1 1,1-1,-1 0,0 0,1 1,-1-1,0 0,1 1,-1 0,4 8,-1 0,-1 0,0 0,0 1,0 0,-1 0,-1-1,0 1,0 0,-1 7,1 2,6 121,-7 1,-6-1,-5 2,-16-9,18-111</inkml:trace>
  <inkml:trace contextRef="#ctx0" brushRef="#br3" timeOffset="92548.984">20856 1978,'0'-7,"-3"-2,0 3,-2 9,-1 10,2 14,0 12,4 11,5 11,7 6,7 1,-1-11</inkml:trace>
  <inkml:trace contextRef="#ctx0" brushRef="#br3" timeOffset="93019.515">21590 2005,'0'2,"0"8,0 13,0 14,0 13,3 11,2 6,3 2,1-12</inkml:trace>
  <inkml:trace contextRef="#ctx0" brushRef="#br3" timeOffset="93485.803">21965 2005,'5'20,"10"21,12 19,10 15,8 16,1 12,-7 10,-11 7,-23 8,-35 5,-43 4,-44-1,-4-24</inkml:trace>
  <inkml:trace contextRef="#ctx0" brushRef="#br1" timeOffset="-86916.147">5105 3012</inkml:trace>
  <inkml:trace contextRef="#ctx0" brushRef="#br1" timeOffset="-120318.691">6083 4139</inkml:trace>
  <inkml:trace contextRef="#ctx0" brushRef="#br2" timeOffset="-70946.917">7723 6189</inkml:trace>
  <inkml:trace contextRef="#ctx0" brushRef="#br1" timeOffset="-120318.691">10858 9067</inkml:trace>
  <inkml:trace contextRef="#ctx0" brushRef="#br1" timeOffset="-120318.691">11584 11069,'8'28,"125"424,-94-297,-24-86,3 0,3-1,19 38,-2-26,-31-76,-11-19,-8-14,-4-4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12.89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218 122,'-111'-35,"106"36,1 0,0 1,0-1,0 1,0 0,0 0,0 0,0 0,1 1,-1-1,1 1,-1 0,1 0,0 1,0-1,1 0,-1 1,1 0,0 0,0-1,0 1,0 0,1 1,-1-1,1 0,0 0,0 1,1-1,-1 0,1 2,-9 38,2 1,2 0,2 0,2 0,2 1,2-1,-1-19,1 0,1-1,1 1,1-1,3 6,-6-23,0 1,1-1,0 1,0-1,1-1,0 1,0-1,1 1,-1-2,2 1,-1-1,1 1,0-2,0 1,1-1,4 2,-8-4,1-1,-1-1,1 1,-1-1,1 1,0-1,-1-1,1 1,0-1,0 0,0 0,-1 0,1 0,0-1,0 0,-1 0,1 0,0-1,-1 1,0-1,1 0,-1-1,0 1,0-1,0 0,0 1,0-2,-1 1,0 0,3-4,5-6,0-1,-1-1,0 0,-1 0,-1-1,0 0,4-15,0-7,-2-1,-1 0,-2-1,-2 0,-1-1,-3 1,-1 0,-1-1,-6-23,5 46,0 0,-2 1,0-1,-1 1,0-1,-2 1,0 1,-4-7,11 21,-1 0,0 1,0-1,1 0,-1 0,0 1,-1-1,1 1,0-1,0 1,-1-1,1 1,0 0,-1 0,0-1,1 1,-1 0,0 0,1 1,-1-1,0 0,0 1,0-1,0 1,1-1,-1 1,0 0,0 0,0 0,0 0,0 0,0 0,0 0,0 1,0-1,0 1,1-1,-1 1,0 0,0 0,1 0,-1 0,0 0,1 0,-1 0,1 1,-1-1,1 0,-1 2,-10 11,0 1,2 0,0 1,0 0,2 0,-4 9,-70 178,48-101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13.7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20 305,'-5'19,"0"0,2 0,0 0,1 1,1-1,0 1,2-1,0 1,1-1,1 0,1 0,1 0,7 17,-10-31,0 0,1-1,-1 1,1-1,1 0,-1 0,0 0,1 0,0 0,0-1,0 0,0 0,1 0,-1 0,1-1,0 1,0-1,-1 0,1-1,1 1,-1-1,0 0,0 0,0-1,1 0,-1 0,0 0,0 0,1-1,-1 0,0 0,0 0,0 0,0-1,0 0,4-3,3-1,-1-1,0 0,-1 0,0-2,0 1,0-1,-1-1,-1 1,0-2,0 1,-1-1,0 0,-1 0,0-1,-1 0,3-7,2-10,-2 0,0-1,-2 0,-1 0,-2 0,0-19,-2 29,-1 0,-1 1,-1-1,0 0,-1 1,-2 0,0-1,-1 2,-1-2,7 17,-1 0,0 0,0 0,-1 0,1 0,-1 0,1 0,-1 0,0 1,0-1,0 1,0 0,-1-1,1 1,-1 0,1 0,-1 0,0 1,1-1,-1 1,0-1,0 1,0 0,0 0,0 1,-1-1,1 0,0 1,0 0,0 0,-1 0,1 0,0 0,0 1,0-1,0 1,-1 0,-1 1,-5 4,0 0,1 1,0 0,0 1,0 0,1 0,0 1,1 0,0 0,-4 7,-37 62,7 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14.49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29 174,'-6'14,"1"1,1-1,0 1,1-1,0 1,1 0,1 0,0 0,1 1,1-1,0 0,1 0,1 0,0-1,1 1,1-1,0 0,1 0,0 0,1-1,1 1,0-2,1 1,0-1,1-1,0 0,1 0,0-1,3 2,-12-10,1 0,-1 0,1 0,-1 0,1 0,0-1,0 1,-1-1,1 1,0-1,0 0,1 0,-1-1,0 1,0-1,0 1,0-1,1 0,-1 0,0-1,0 1,0 0,1-1,-1 0,0 0,0 0,0 0,0 0,-1-1,1 0,0 1,0-1,-1 0,3-2,6-10,-1 0,-1 0,0-2,0 1,-2-1,0 0,0 0,-2-1,0 0,-1 0,0-5,3-8,0-1,-3 0,0-1,-2 1,-2-1,-1 1,-1-1,-3-10,5 38,0-1,0 1,-1-1,0 1,0-1,0 1,0 0,-1 0,1 0,-1 0,0 0,0 0,-1 0,1 0,-1 1,0-1,0 1,0 0,0 0,-1 0,1 0,-1 1,0-1,0 1,0 0,0 0,0 0,0 1,0 0,-4-2,0 5,1-1,0 1,0 0,1 1,-1-1,0 1,1 1,-1-1,1 1,0 0,1 1,-1-1,1 1,-1 0,1 2,-50 51,6 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18.3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0,'62'268,"34"1,-88-240,3 18,3 1,1-2,3 0,1-2,18 30,4-11,36 69,-58-86,-8-16,1-1,1-1,2 1,1-2,14 17,52 103,-45-70,26 38,43 41,-67-100,-3 1,19 40,31 51,19 24,-11-13,-14-29,-2 12,-60-105,1-1,2-1,2 0,3 1,201 285,-194-280,1-1,2-1,1-2,7 2,46 46,338 329,-278-257,15 32,118 125,-110-144,31 31,62 90,-179-187,21 23,-6 4,0 13,-53-67,4-3,29 29,2-12,-40-45,-2 2,-3 1,-1 2,2 9,158 340,-175-356,63 122,36 108,-39-56,-9 3,7 68,96 373,-137-495,-8 2,-8 2,-4 44,43 337,-47-406,-2 147,-11-246,-3-47,0 0,0-1,0 1,-1 0,1-1,0 1,0 0,0-1,0 1,0 0,0-1,0 1,0 0,0-1,1 1,-1 0,0-1,0 1,0 0,0 0,0-1,1 1,-1 0,0-1,0 1,0 0,1 0,-1 0,0-1,0 1,1 0,-1 0,0 0,0-1,1 1,-1 0,0 0,1 0,-1 0,0 0,1 0,-1 0,0 0,1 0,-1 0,0 0,1 0,-1 0,0 0,0 0,1 0,-1 0,0 0,1 0,-1 0,0 1,1-1,-1 0,0 0,0 0,1 0,-1 1,0-1,0 0,1 0,-1 1,0-1,10-29,0-7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19.18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1 525,'25'9,"0"2,-1 2,0 0,-1 1,-1 1,0 1,-1 1,-1 1,0 1,-2 1,0 0,4 8,-6-8,-3-2,0-1,1-1,1 0,0-1,1-1,1 0,0-1,1-1,11 6,-24-16,0 0,0 0,0-1,0 1,1-1,-1-1,0 1,1-1,-1 0,1 0,-1 0,0-1,1 0,-1 0,0 0,0-1,0 1,1-1,-2-1,1 1,0-1,0 0,-1 0,0 0,1 0,-1-1,0 0,-1 0,4-3,11-18,-1 1,-2-2,0 0,-1-1,-2 0,-1-1,-1-1,-2 1,0-2,-2 1,-1-1,-2-1,10-89,-6 0,-6-53,-1 146,5-40,-1 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26.9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1444 604,'1'-17,"-1"0,0 0,-1 0,-1 1,-1-1,0 0,-2 1,1 0,-2 0,0 0,-3-4,-5 3,0 0,-1 1,0 1,-2 0,1 1,-2 1,0 0,0 2,-1 0,-1 1,0 1,0 0,-1 2,0 1,0 0,-5 1,-21-9,0 3,-1 2,0 1,0 3,-1 3,1 1,-47 5,60 3,0 2,1 1,0 1,1 2,1 1,0 2,1 1,0 1,2 2,-8 8,22-19,0 1,1 0,0 1,1 1,1 0,0 1,0 1,1-1,1 2,0-1,1 2,1-1,0 1,1 0,1 1,-2 7,0 14,2 1,1 0,2 0,2 0,4 36,-1-56,1 1,1-1,1 0,1 0,0 0,1-1,1 0,1 0,1-1,0 0,1-1,1 0,0-1,1 0,1-1,5 4,27 22,1-3,2-2,1-1,2-3,1-3,7 2,-26-20,0-1,1-2,-1-1,1-1,0-3,1 0,-1-2,0-2,0-2,0 0,0-3,-1 0,0-3,13-5,-23 9,1-1,-2-1,1-1,-1-1,0-1,-1-1,0-1,-1-1,-1-1,0-1,-1 0,-1-1,0-2,-2 1,5-8,-1-5,-1-2,-1 0,-2-1,-1-1,-1 0,7-37,-15 49,-2 0,0-1,-2 0,0 1,-2-1,-1 0,0 0,-2 0,-1 1,-1 0,0 0,-2 0,-1 0,-1 1,-1 0,0 1,-2 0,-8-10,-10-11,-2 2,-1 0,-2 3,-2 1,-2 2,-7-4,19 19,-1 0,-1 2,-1 2,-1 0,0 2,0 1,-1 2,-1 1,0 2,0 1,0 1,-1 2,1 1,-1 2,0 1,1 2,0 1,-1 2,1 1,1 1,-14 7,-5 2,1 3,1 2,1 2,1 2,1 3,1 1,1 3,26-19,1 1,1 1,1 1,0 1,1 0,0 0,2 1,0 1,-2 8,10-20,0 1,0 0,1 0,0 0,1 0,0 0,0 0,1 0,1 1,-1-1,1 1,1-1,0 0,0 1,1-1,0 0,0 0,1 0,1 0,-1 0,1-1,1 0,4 7,61 57,-34-45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28.7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198 351,'-22'28,"0"2,2 0,1 1,1 1,2 1,1 1,2 0,1 0,2 1,1 1,2 0,1 4,2-3,1 1,2 0,1-1,3 1,0 0,3-1,1 0,7 19,-7-32,1-2,1 1,1-1,1-1,1 1,1-2,1 0,0-1,2 0,0-1,1-1,1 0,16 11,-25-20,2-1,-1 0,1-1,0 0,0 0,1-1,0-1,0 0,0 0,0-1,0-1,1 0,-1-1,1 0,-1-1,1 0,0-1,-1 0,1-1,-1-1,0 0,0-1,0 0,0 0,-1-2,11-5,10-11,-2-1,-1-1,0-2,-2-1,-1-1,-1-1,-2-1,-1-1,-1-1,13-28,-14 21,-1 0,-1-1,-3-1,-1-1,-2 0,-2 0,-2-1,-2-1,-2 1,-1-1,-3 0,-1 1,-2-1,-3 1,-1-1,-2 2,-1-1,-3 1,-2 1,-13-26,19 48,-2 1,-1 0,0 0,-1 2,-1-1,0 2,-1 0,-6-4,13 13,0-1,0 1,0 1,-1 0,0 0,0 0,-1 1,1 1,-1 0,0 0,0 1,0 0,0 0,0 1,0 1,0 0,0 0,-4 1,0 3,1 1,0 1,0 0,1 0,0 1,0 1,0 0,1 0,0 1,1 1,0 0,1 0,0 1,0 0,1 1,0 0,-4 11,-44 74,5 2,4 3,-7 33,36-90,-36 88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8:38.6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125 148,'0'-2,"-1"1,0-1,0 1,0-1,0 1,0-1,0 1,0-1,0 1,-1 0,1 0,-1 0,1 0,-1 0,1 0,-1 0,1 0,-1 0,0 1,1-1,-1 1,0-1,0 1,0 0,1-1,-1 1,0 0,0 0,0 1,1-1,-1 0,0 0,0 1,1-1,-1 1,0 0,1-1,-1 1,0 0,1 0,-1 0,1 0,0 0,-1 1,1-1,0 0,0 1,-1-1,1 0,0 1,0-1,1 1,-1 0,0 0,-5 7,0 1,0 0,1 0,1 1,-1-1,2 1,0 0,0 0,1 1,0-1,1 0,0 1,1-1,0 0,2 8,0 177,-3-192,1 0,0-1,0 1,1 0,-1-1,1 1,0 0,0-1,0 1,0-1,1 0,-1 1,1-1,0 0,0 0,0 0,1 0,-1 0,1 0,-1-1,1 1,0-1,0 0,0 0,0 0,0 0,1 0,-1-1,0 1,1-1,-1 0,2 0,117 0,-117-3,0 0,0 0,0 0,-1 0,1-1,-1 0,1 0,-1 0,0-1,0 1,-1-1,1 0,-1 0,1 0,-1 0,-1-1,1 0,-1 1,1-1,-1 0,0-1,10-16,-1 5,0 0,-2-1,0 0,-1-1,-1 1,-1-1,0-1,-1 1,-2-1,0 0,1-20,-7-106,3 141,-1-1,0 1,-1 0,1 0,-1 0,0 0,0 1,0-1,-1 0,0 1,0 0,0-1,0 1,-1 0,1 1,-1-1,0 1,0-1,-1 1,1 1,0-1,-1 0,-3 0,-2-2,0 1,-1 1,1-1,-1 2,0-1,0 2,0-1,0 2,0-1,-10 2,16 1,-1 1,1 0,0 0,0 0,0 0,0 1,0 0,1 0,0 0,0 0,0 1,0 0,1 0,0 0,0 0,0 0,0 1,1-1,0 1,0 0,1-1,-1 1,1 4,-10 17,-6 14,0-2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2.7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143 176,'0'0,"-1"-1,1 1,0 0,0-1,0 1,0 0,-1-1,1 1,0 0,0 0,-1-1,1 1,0 0,0 0,-1-1,1 1,0 0,-1 0,1 0,0-1,-1 1,1 0,0 0,-1 0,1 0,-1 0,1 0,0 0,-1 0,1 0,0 0,-1 0,1 0,-1 0,1 0,0 0,-1 0,1 1,0-1,-1 0,1 0,0 0,-1 1,1-1,0 0,0 0,-1 1,1-1,0 0,0 0,-1 1,1-1,0 0,0 1,0-1,0 0,-1 1,1-1,0 0,0 1,0-1,0 0,0 1,0-1,0 1,0-1,0 0,0 1,-10 30,10-31,-11 55,2 1,2 0,3 0,2 7,2-41,1 0,1-1,1 1,0-1,2 1,6 17,-9-32,1 0,0 1,0-1,1 0,0-1,0 1,0-1,1 0,0 0,0 0,1-1,-1 1,1-1,0-1,1 1,-1-1,1 0,0 0,0-1,6 2,-6-3,0-1,0 0,0 0,1-1,-1 0,0 0,0 0,1-1,-1 0,0-1,0 1,0-1,0-1,0 1,-1-1,1-1,-1 1,0-1,1-1,9-5,-1-2,-1 0,0 0,-1-1,0-1,10-14,-8 8,-2-1,0 0,-1-1,-1 0,-2-1,0 0,-1 0,-1-1,-1 0,-2-1,0 1,-1-1,-2 1,0-1,-2 0,-1 0,-1 1,-1-1,-4-13,5 28,0 0,-1 1,0-1,0 1,-1 0,-1 1,1-1,-1 1,-1 0,1 1,-1-1,-1 1,1 0,-1 1,0 0,-1 0,0 1,1 0,-2 1,1 0,0 0,-1 1,0 0,0 0,0 1,0 1,0 0,0 0,0 1,0 0,0 1,0 0,-1 0,1 1,-6 3,-1 3,0 1,1 0,0 2,1 0,0 0,1 2,0-1,1 2,0 0,1 1,1 0,0 0,1 1,1 1,1 0,0 0,1 0,1 1,0 0,0 5,-22 78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3.4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22 206,'-5'29,"1"0,2 1,1 0,1-1,2 1,1 0,1-1,2 0,2 7,-4-26,1 0,-1 0,2-1,-1 0,2 0,-1 0,1-1,0 0,1 0,-1-1,2 0,-1 0,1-1,0 0,0-1,1 0,0 0,-1-1,2 0,-1-1,0 0,1 0,-1-1,1-1,0 0,-1 0,1-1,0-1,0 1,-1-2,8-1,0 0,0-1,0-1,-1-1,0 0,0-1,0-1,-1-1,-1 0,1-1,-1-1,-1 0,0-1,-1 0,0-1,-1-1,0 0,3-6,-6 8,-2 0,1 0,-2-1,1 0,-2 0,0-1,0 1,-2-1,1 0,-2 0,0 0,0 0,-2-1,1 1,-2 0,0-1,-1 1,0 0,-1 0,-1 0,0 0,-2-4,1 7,0 1,0 0,-1 0,0 0,-1 0,0 1,0 0,-1 1,0 0,-1 0,0 1,0-1,0 2,-1 0,0 0,0 1,-1 0,1 0,-1 1,0 1,0 0,-1 0,1 1,-1 1,1 0,-1 0,1 1,-1 1,1 0,-1 1,1 0,-8 2,3 1,2 1,-1 0,1 1,0 1,0 0,1 0,0 2,1 0,0 0,0 1,1 0,0 1,1 1,1-1,-2 5,-5 9,1 1,1 0,1 1,2 1,1 0,1 0,-1 12,-9 55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4.1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0 339,'26'-49,"2"2,2 1,2 1,1 1,14-10,3 0,-50 55,0-1,0 0,0 0,0 1,0-1,0 0,0 1,0-1,1 0,-1 0,0 1,0-1,0 0,0 0,0 0,1 1,-1-1,0 0,0 0,0 0,1 1,-1-1,0 0,0 0,1 0,-1 0,0 0,0 1,1-1,-1 0,0 0,1 0,-1 0,0 0,0 0,1 0,-1 0,0 0,0 0,1 0,-1 0,0 0,1-1,-1 1,0 0,0 0,1 0,-1 0,0 0,0-1,1 1,-1 0,0 0,0 0,0-1,1 1,-1 0,-9 25,-18 34,3 1,3 2,2 0,3 1,-5 48,1 16,12-101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4.4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0,'16'0,"14"3,14 0,12-1,14 1,9-2,4-2,-12-1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5.7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1091 1,'-14'9,"-13"10,-16 11,-14 11,-16 13,-13 11,-13 9,-12 12,-8 8,-6 7,-1 2,9-5,23-19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6.0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775 1,'-16'13,"-15"15,-14 12,-17 15,-16 12,-14 14,-15 11,-10 9,-5 2,18-16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6.2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768 1,'-16'11,"-17"11,-13 11,-16 6,-10 6,-7 4,-2 4,3 0,4 2,9 2,8 0,9 3,14-1,11-10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6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724 0,'-5'16,"-12"10,-20 9,-19 6,-17 5,-10 4,-9 0,1 0,7-1,13-2,16-2,17-4,16-10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6.8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706 1,'-20'16,"-19"9,-16 11,-12 4,-8 6,-8 2,-1 1,5 2,9-2,12-1,13-3,15-8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7.1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826 1,'-5'16,"-10"11,-16 12,-20 7,-18 5,-14 3,-9 2,-1 0,2-3,9-1,8 0,13 0,14 0,15-9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7.4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683 1,'-14'18,"-18"15,-17 14,-16 7,-14 7,-8 1,-1-1,5-3,12-3,16-4,18-6,14-11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7.6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726 0,'-21'14,"-18"8,-16 9,-12 7,-8 4,-8 4,-1 3,1 3,6 1,13-1,17-7,17-12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07.9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482 0,'-18'16,"-13"10,-10 4,-9 5,-6 3,-4 2,0 1,5 0,6 0,13 0,11-7</inkml:trace>
  <inkml:trace contextRef="#ctx0" brushRef="#br0" timeOffset="1">1231 668,'-20'21,"-21"15,-19 11,-15 7,-11 3,-9 1,11-10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16.5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 0,'-4'2,"0"0,-1 0,1 1,0-1,1 1,-1 0,0 0,1 1,0-1,0 0,0 1,0 0,0 0,1 0,-1 0,1 0,0 1,1-1,-1 0,1 1,0 0,0-1,0 1,0 0,1-1,0 1,0 1,-5 209,-3 23,8-177,14 95,14 80,-2-52,1-20,-21-127,2 0,1 0,2-2,15 35,55 209,-62-236,1-1,2-1,1 0,6 2,118 166,-17 5,-29-35,-95-163,2 1,0-1,2 0,-1-1,2 0,0 0,0-1,14 12,-11-11,-1 1,-1 1,-1 0,0 0,-1 1,0 2,14 25,45 117,14 4,-64-133,0 1,-3 0,0 2,-1 5,4 8,1-1,3 0,2-2,4 4,66 139,32 25,-49-94,-53-80,0-1,0-1,3-1,15 15,57 50,-30-9,50 56,-14-4,41 48,-2 2,19 72,-24-38,-41-62,52 76,25 29,-87-96,164 395,-163-273,-1 11,-5-95,-2 33,-27-79,-30-64,-22 93,-3-197,0 0,0 0,0 0,1 0,-1 0,0 0,1 0,-1 0,0 0,0 0,1 0,-1 0,0 0,0 0,0 0,1 0,-1 0,0 0,0 1,1-1,-1 0,0 0,0 0,0 0,1 0,-1 1,0-1,0 0,0 0,0 0,0 1,1-1,-1 0,0 0,0 1,0-1,0 0,0 0,0 1,0-1,0 0,0 0,0 1,0-1,0 0,0 0,0 1,2-13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28.2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830 170,'1'-4,"-1"-1,0 1,0 0,0 0,0-1,-1 1,0 0,0 0,0 0,0 0,0 0,-1 0,0 0,0 0,0 0,0 1,-1-1,1 1,-1 0,0-1,0 1,0 1,0-1,-1 0,0 0,-123-53,112 51,-1 2,0 0,0 0,0 2,0 0,0 0,0 2,0 0,-1 1,2 0,-1 2,0-1,1 2,-1 0,1 1,1 1,-1 0,1 1,0 0,1 2,0-1,-1 3,1 1,1 0,1 1,0 1,1 0,1 0,0 1,1 0,1 1,0 0,1 0,1 0,-1 11,0-10,-9 31,3 1,2 1,1-1,4 1,0 44,0-18,2-59,1 0,2 0,0 1,0-1,2 0,0 0,2 2,-1-8,1 1,0-2,1 1,0 0,1-1,0 0,1-1,0 1,1-1,0 0,0-1,1 0,1 0,-1-1,1-1,7 5,6 2,0 0,1-2,0 0,1-2,0-1,0 0,1-2,0-2,2 0,5 1,-18-2,1-1,0-1,-1-1,1 0,0-1,0 0,13-3,-8-1,-1-2,1 0,-1-1,0-1,-1-1,0-1,0-1,7-6,14-11,-2-2,0-2,-2-2,7-10,-31 32,-1 0,0-1,0 0,-2 0,1-1,-2 0,0-1,0 0,-2 0,0-1,0 0,-2 0,0 0,-1-1,0 1,-1-2,-4-16,-1 0,-1 1,-1 0,-3 0,0 1,-2 0,-2 0,-8-17,14 37,0 0,0 1,-1 0,-1 0,0 1,0 0,-1 0,0 1,-1 0,0 1,0 0,-1 0,0 1,0 0,-3 1,-186-112,180 111,0 1,1 0,-2 2,1 0,0 1,-1 1,0 1,1 1,-1 1,-14 2,-18-1,38-1,0 0,0 1,0 0,1 1,-1 1,1 0,0 1,0 1,1 0,-1 1,1 0,1 1,0 1,0 0,0 0,1 2,-4 1,1 0,0 1,1 1,0 0,2 1,-1 0,2 1,0 0,1 0,1 1,0 1,-4 14,6 2,1 1,1 0,2 1,2-1,2 18,-1 3,0-36,1 1,1-1,1 0,1 1,1-2,1 1,0-1,1 0,2 0,0-1,0 0,2-1,0 0,1-1,0-1,2 0,9 8,-7-9,0-1,0-1,1-1,0 0,1-2,1 0,-1-1,1 0,7 0,3-2,0-1,0-1,0-1,1-2,-1-1,23-3,-31-1,1-1,-1 0,0-2,0-1,-1-1,0 0,0-2,1-1,-2 1,-2 2,0-1,-1 0,-1-2,0 0,0-1,-2 0,1-1,-2-1,0 0,0-1,-2-1,0 0,1-3,1-1,-1 0,0-2,-2 1,-1-1,-1-1,0 1,-2-1,-1-1,-1 1,0-14,-4 36,3-20,-2-1,-1 1,-1 0,-1 0,0 0,-2 0,-1 0,0 1,-2-1,0 1,-5-7,5 15,0 0,-1 1,-1 0,0 1,0 0,-1 0,-1 1,1 0,-2 1,1 0,-1 1,-1 0,1 1,-1 0,-1 1,-9-3,-150-45,149 49,0 1,0 1,0 2,-1 0,1 1,-10 3,16-2,-1-1,1 0,0 2,-1 0,1 1,0 1,0 1,0 1,1 0,0 1,0 1,0 0,1 1,1 1,-1 1,-3 3,-7 14,0 0,2 2,1 0,1 2,-7 17,18-28,1 0,0 1,2 0,1 0,1 1,1 0,0 0,2 1,1-1,1 1,1 9,0-11,-1-6,0 0,1 1,1-1,0 0,2 0,0 0,0 0,1 0,1 0,1-1,0 0,4 5,0-1,0-1,1 0,1-1,1 0,0-1,1 0,1-1,0-1,1 0,0-2,1 1,1-2,0 0,0-1,1-1,1-1,-1-1,1 0,0-2,2 0,172-4,-156-5,-1-2,0-2,-1-1,25-10,-25 8,-15 5,-1-1,-1 0,1-2,-1 0,-1-1,0-1,0 0,-1-1,0-2,-1 1,-1-2,0 0,-1-1,-1 0,8-13,-7 9,0 0,-1-1,-1-1,-2 0,0-1,-1 0,-1 0,-1-1,-1 1,-1-2,-2 1,0 0,-1-1,-2 0,0 1,-2-1,-5-23,3 29,-1 1,0 0,-2 0,0 1,-1 0,-1 0,0 1,-1 0,-1 0,-1 1,0 1,-1 0,0 1,-1 0,-1 1,0 0,0 2,-1-1,-1 2,-3-2,-41-8,0 2,-1 3,-1 3,0 2,-1 3,1 3,-13 3,54 1,0 2,0 0,0 1,1 1,0 2,0 0,0 1,1 1,0 0,1 2,0 1,0 0,2 1,-1 1,-12 13,10-3,0 1,2 1,1 1,1 0,1 1,-7 21,19-43,-8 16,0 1,2 1,1-1,0 2,2-1,1 1,1 0,1 0,2 0,0 0,1 0,2 0,1 6,5-8,0-1,2 1,0-2,2 1,0-1,2-1,0 0,1-1,1-1,1 0,16 13,-15-16,1 0,1-2,0 0,1-2,0 0,1-1,0-1,0-1,1-1,0-1,10 1,-2-2,-1-1,1-1,0-2,0-1,0-2,10-2,-9-2,-1-1,0-2,-1-1,0-1,0-2,-1-1,13-9,-9 6,-9 5,0-2,-2 0,1-1,-2-1,9-9,18-53,-23 27,-12 25,-8 12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31.0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42 626,'50'-69,"-10"18,-2-2,-3-2,-2-2,-2 0,11-37,11-95,-50 221,-12 126,-6 0,-8-2,-40 144,55-270,-64 186,72-215,-1 1,1 0,0-1,-1 1,0-1,1 1,-1-1,0 1,1-1,-1 1,0-1,0 0,0 0,-1 1,1-1,0 0,0 0,0 0,-1 0,1 0,-1-1,1 1,-1 0,1-1,-1 1,1-1,-1 1,1-1,-1 0,0 1,1-1,-1 0,0 0,1 0,-1-1,1 1,-1 0,0 0,-1-1,-117-63,114 60,19 6,-5-1,389 38,35-16,-401-21,-18-1,0 0,0-1,0 0,0-1,0 0,0-1,0-1,1 0,4-6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32.1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1903 757,'-8'-34,"-2"1,-1 1,-1 0,-2 0,-1 2,-2-1,0 2,-2 0,-2 2,0 0,-2 1,0 1,-18-13,0 2,-2 1,-1 3,-2 1,0 2,-3 2,0 3,-1 1,-1 3,-2 2,1 3,-2 1,-20 0,44 9,-1 1,0 1,0 1,1 2,-1 2,0 0,0 2,1 2,0 0,0 2,0 2,1 0,1 2,0 1,0 1,2 2,0 0,0 2,-16 15,4 7,2 2,1 0,3 3,1 1,3 1,1 1,3 1,1 2,3 0,3 1,1 1,0 16,-1-4,4 0,2 1,3 0,3 0,3 0,2 1,4-1,3 1,2-2,3 1,4-1,5 11,-9-44,2 0,1-2,1 0,1 0,2-2,1 0,1-1,1-1,1-1,1-1,2-2,0 0,2-1,0-2,1-1,24 11,3-6,2-1,1-3,0-3,1-3,0-2,1-2,0-3,0-3,58-5,-60 0,1-3,-1-3,0-2,-1-2,0-3,-1-3,0-2,-2-3,-1-2,-1-2,-1-3,-1-1,-2-3,19-19,-23 14,-2-2,-2-1,-1-3,-3-1,-1-2,-3-1,-2-2,-2-1,-2-1,-3-1,10-37,-21 52,-1-1,-2 0,-2-1,-2 0,-2-1,-1 1,-3-1,-1 1,-2-1,-1 1,-3 0,-1 0,-2 1,-2 0,-2 1,-17-36,24 59,-1 0,-1 0,0 1,-1 0,0 1,-1 0,-1 1,-12-11,24 23,-1 0,0 0,0 1,0-1,0 0,0 0,0 1,0-1,0 0,-1 1,1-1,0 1,0-1,0 1,-1 0,1 0,0-1,0 1,-1 0,1 0,0 0,-1 0,1 1,0-1,0 0,-1 0,1 1,0-1,0 1,0-1,0 1,-1-1,1 1,0 0,-7 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40.3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0 202,'14'-1,"0"-2,0 0,0 0,-1-1,0-1,0 0,0-1,0 0,0-2,-3 3,46-26,-1-3,44-35,-98 68,-1 0,1-1,0 1,0 0,0 0,-1 0,1 0,1 0,-1 0,0 0,0 0,0 0,0 1,1-1,-1 0,0 1,0-1,1 1,-1-1,1 1,-1 0,0 0,1 0,-1-1,1 1,-1 1,1-1,-1 0,0 0,1 0,-1 1,1-1,-1 1,0-1,0 1,1-1,-1 1,0 0,0 0,1-1,-1 1,0 0,0 0,0 0,0 0,0 1,-1-1,1 0,0 0,0 0,-1 1,1-1,-1 0,1 1,2 18,-2 1,0-1,0 1,-2-1,-1 1,-2 8,-7 30,-3-1,-19 54,2-9,-1 16,30-117,0-1,0 1,0 0,0-1,0 0,0 1,0-1,0 0,-1 0,1 0,0-1,-1 1,1 0,-1-1,1 0,-1 1,1-1,-1 0,1 0,-1-1,1 1,0 0,-1-1,1 0,-1 1,1-1,0 0,-1 0,1 0,0-1,0 1,0 0,0-1,0 0,-11-3,-74-15,82 24,26 2,52 3,0-4,66-3,-73-2,223 6,-238 3,-46-5,0-10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45.5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8,'0'-1,"0"1,0 0,0-1,1 1,-1 0,0-1,0 1,0 0,0-1,0 1,1 0,-1-1,0 1,0 0,0 0,1-1,-1 1,0 0,1 0,-1-1,0 1,0 0,1 0,-1 0,0 0,1 0,-1-1,0 1,1 0,-1 0,0 0,1 0,-1 0,0 0,1 0,-1 0,1 0,-1 0,0 0,1 0,-1 0,0 1,1-1,-1 0,0 0,1 0,-1 0,0 1,0-1,1 0,-1 0,0 1,0-1,1 0,-1 0,0 1,0-1,0 0,1 1,-1-1,0 0,0 0,0 1,0-1,0 1,10 24,4 55,-3 0,-1 39,5 39,53 375,27 283,-55-281,-25 256,-14-591,6 3,8-1,9 0,13 24,0-28,-10 1,-1 104,-30 206,-3-248,18 142,2-258,2 8,-7 1,-9 93,-22-17,9-113,6 1,4 39,13-251,-7 53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39:46.4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76,'-1'16,"0"-1,2 1,0-1,0 0,2 1,0-1,0 0,1 0,1-1,1 1,0-1,1 0,0-1,3 4,50 91,-37-69,-1 1,-2 0,-2 1,5 21,-23-61,9 43,-9-43,1 0,-1 0,0 0,0 0,0 0,0 0,0 0,0 0,0 0,0 0,0 0,0 0,0 0,-1 0,1-1,0 1,-1 0,1 0,-1 0,1 0,-1 0,1-1,-1 1,0 0,1 0,-1-1,0 1,0-1,1 1,-1 0,0-1,0 0,0 1,0-1,0 1,0-1,1 0,-1 0,-1 1,-1-2,0 0,1-1,-1 1,1 0,-1-1,1 0,0 1,0-1,0 0,0 0,0 0,0 0,0-1,0 1,1 0,0-1,-1 1,1-1,0 0,0 1,0-1,0 0,1 0,-1-1,-7-35,1 0,2 0,1-1,2 1,2-1,4-23,7-196,-11 255,0 0,-1-1,1 1,-1 0,0 0,0 0,0 0,-1 0,1 0,-1 0,0 0,0 1,0-1,-1 1,1-1,-1 1,0 0,0 0,0 0,0 1,-1-1,1 1,-1-1,-6-6,33 12,522 92,-516-88,-28-7,-1 0,1 0,-1 0,0 0,1 1,-1-1,1 0,-1 0,1 1,-1-1,0 0,1 0,-1 1,0-1,1 1,-1-1,0 0,0 1,1-1,-1 1,0-1,0 0,0 1,1-1,-1 1,0-1,0 1,0-1,0 1,0-1,0 1,0-1,0 1,0-1,0 0,0 1,0-1,-1 1,1-1,0 1,0-1,0 1,-1-1,1 0,0 1,0-1,-1 1,1-1,0 0,-1 1,1-1,0 0,-1 0,1 1,-1-1,1 0,0 0,-1 1,1-1,-1 0,1 0,-1 0,1 0,-1 0,1 0,-41 35,19-17,1 0,1 2,1 0,-14 19,11-3,1 1,2 1,1 0,2 1,-9 38,-4 18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0:08.2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96 2406,'19'99,"2"99,-8 1,-10 126,-4-232,-7 212,-13-1,-17 23,10-136,-27 264,54-433,1-13</inkml:trace>
  <inkml:trace contextRef="#ctx0" brushRef="#br0" timeOffset="1855.74">257 2540,'-10'-21,"1"0,1-1,1 0,0 0,2 0,1-1,1 0,0 0,2 0,1-19,0 11,-2 0,-1 1,-1 0,-2 0,-6-21,7 40,4 10,0 0,0 0,0 0,0 0,1 0,-1-1,0 1,1 0,-1 0,1-1,-1 1,1 0,-1-1,1 1,0 0,0-1,0 1,0 0,0-1,0 1,0-1,0 1,0 0,1-1,-1 1,1 0,-1 0,1-1,-1 1,1 0,0 0,-1-1,1 1,0 0,0 0,0 0,0 0,0 0,15-1,-1 1,0 1,0 0,0 1,0 0,0 1,0 1,9 3,224 76,-140-62,1-5,1-4,0-6,0-4,80-11,18 3,344 4,332-10,-188-26,270-10,704 41,-642-44,-86 1,526-6,-213 48,97 48,-1082-39,373 14</inkml:trace>
  <inkml:trace contextRef="#ctx0" brushRef="#br0" timeOffset="4229.769">190 4919,'-16'102,"2"26,5 0,6 1,6 14,-2-96,1 0,3 0,1-1,3 1,1-2,3 1,1-2,3 1,9 15,-23-53,0-1,0 1,1-1,0 0,0 0,0 0,1 0,0-1,0 0,0 0,1 0,0-1,0 0,0 0,0 0,1-1,-1 0,1 0,0 0,0-1,0 0,0-1,0 1,3-1,10-3,0-2,0 0,0-1,-1-1,17-7,51-14,-3 14,2 3,-1 5,80 4,-110 1,613 1,1084-19,-975-13,1023-25,-78 72,-575-5,-599-10,155 29,-266-7,1135 62,320 34,-1304-87,-550-31,54 4,0-4,61-9,-151 8,70-15,-70 15,1-1,-1 0,0 0,1 0,-1 0,0 0,0 0,0 0,0-1,0 1,0-1,0 0,-1 1,1-1,0 0,-1 0,0 0,1 0,-1-1,0 1,0 0,0 0,0-1,-1 1,1 0,-1-1,1-1,-1 1,-1 1,0 0,1 0,-1-1,0 1,0 0,0 0,-1 0,1 0,0 0,-1 0,1 0,-1 1,0-1,1 0,-1 1,0 0,0-1,0 1,0 0,0 0,-1 0,1 0,0 0,-1 0,-21-13,-1-7,20 15,-1 1,1 0,-1 1,0-1,-1 1,1 0,-1 1,0-1,0 1,-3-1,-124-16,133 20,0 0,0 0,0 0,0 0,0-1,0 1,0 0,0-1,-1 1,1 0,0-1,0 1,1-1,-1 0,0 1,0-1,0 0,0 0,0 1,1-1,-1 0,0 0,1 0,-1 0,1 0,-1 0,1 0,-1 0,1 0,0 0,-1 0,1 0,0-1,0 1,0 0,0 0,0 0,0 0,0 0,0 0,1 0,-1-1,0 1,21-51,-17 45,8-13,-2 0,-1-1,0 0,-2 0,0-1,-1 0,-2 0,0-3,-3 21,-1 1,0-1,0 1,0 0,-1-1,1 1,-1-1,0 1,0 0,0 0,0-1,-1 1,1 0,-1 0,0 0,1 0,-1 1,-1-1,1 0,0 1,-1 0,1-1,-1 1,0 0,0 0,0 1,0-1,0 0,0 1,-1-1,-31-8</inkml:trace>
  <inkml:trace contextRef="#ctx0" brushRef="#br0" timeOffset="5400.419">2289 0,'4'107,"4"0,6 0,14 53,0-16,-7 2,-6 0,-6 1,-7 0,-7 2,-47 309,51-448,0-6,0 1,1 0,-1-1,1 1,0 0,0 0,1-1,-1 1,1 0,0-1,1 1,-1 0,1-1,-1 0,2 2,13-7,-11-9</inkml:trace>
  <inkml:trace contextRef="#ctx0" brushRef="#br0" timeOffset="6372.047">2315 2633,'0'19,"0"14,0 11,0 8,3 3,0 2,0 0,0-10</inkml:trace>
  <inkml:trace contextRef="#ctx0" brushRef="#br0" timeOffset="6574.867">2276 3128,'18'0,"13"0,8 0,4 0,2 0,-3 0,-5-3,-10 0</inkml:trace>
  <inkml:trace contextRef="#ctx0" brushRef="#br0" timeOffset="6860.632">2276 2607,'18'-4,"18"-5,16-2,12 1,10 1,-8 3</inkml:trace>
  <inkml:trace contextRef="#ctx0" brushRef="#br0" timeOffset="7112.296">2783 3048,'0'7,"0"1,0 0,1-1,0 1,1 0,-1-1,1 0,1 1,0-1,0 0,0 0,0 0,1-1,0 1,1-1,0 0,0 0,0-1,0 1,1-1,0 0,0-1,0 1,1-1,0-1,-1 1,1-1,0 0,1 0,-1-1,0 0,1-1,-1 1,1-2,0 1,-1-1,1 0,0 0,6-2,-10 2,0-1,0 0,0 0,0 0,0 0,-1-1,1 1,0-1,0 0,-1 0,0-1,1 1,-1-1,0 0,0 1,0-1,0 0,-1-1,1 1,-1-1,0 1,0-1,0 1,-1-1,1 0,-1 0,0 0,0 0,0 0,0 0,-1 0,0 0,0 0,0 0,0-1,-1 1,0-3,-1-3,0-1,0 1,-1 0,-1 0,0 0,0 0,-1 0,0 1,-1 0,0 0,0 1,-1-1,0 1,-1 1,1-1,-1 1,-1 1,0-1,1 2,-2-1,1 1,-1 0,1 1,-3 0,7 3,1 1,-1 0,1-1,-1 2,1-1,-1 0,1 1,-1 0,1 0,-1 1,1-1,0 1,0 0,0 0,0 0,0 0,0 1,0 0,1-1,0 1,-1 1,1-1,0 0,0 1,1 0,-1-1,1 1,0 0,0 0,0 1,0-1,1 0,0 1,0-1,0 1,0-1,1 1,-1-1,1 1,0-1,1 1,-1 0,12 38,8-5</inkml:trace>
  <inkml:trace contextRef="#ctx0" brushRef="#br0" timeOffset="7787.333">4040 508,'1'1,"-1"-1,0 0,0 1,0-1,1 0,-1 1,0-1,0 0,1 0,-1 1,0-1,1 0,-1 0,0 0,1 1,-1-1,0 0,1 0,-1 0,1 0,-1 0,0 0,1 0,-1 1,1-1,-1 0,0-1,1 1,-1 0,0 0,1 0,-1 0,1 0,-1 0,0 0,1 0,-1-1,0 1,1 0,-1 0,0-1,1 1,-1 0,0 0,0-1,1 1,-1 0,0-1,0 1,0 0,1-1,-1 1,0 0,0-1,0 1,0 0,0-1,0 1,0-1,0 1,1 0,-1-1,-1 1,1-1,0 1,0 0,0-1,0 1,11 32,15 217,-23-194,35 881,-36-901,1-10</inkml:trace>
  <inkml:trace contextRef="#ctx0" brushRef="#br0" timeOffset="8161.246">4214 2526,'-2'21,"-1"17,0 12,1 9,0 3,1 1,3-4,1-6,0-10</inkml:trace>
  <inkml:trace contextRef="#ctx0" brushRef="#br0" timeOffset="8426.781">4107 2968,'18'4,"16"2,8 0,6-1,0-4,-4-2,-8-3,-8-1</inkml:trace>
  <inkml:trace contextRef="#ctx0" brushRef="#br0" timeOffset="8728.664">4054 2406,'-5'-7,"6"-2,14 3,15 2,17 4,11 5,8 3,-8 0</inkml:trace>
  <inkml:trace contextRef="#ctx0" brushRef="#br0" timeOffset="9011.371">4549 3075,'9'-43,"-2"-1,-2 1,-1-1,-3-32,0 75,-1 1,0-1,1 0,-1 0,0 0,0 0,0 0,0 0,1 1,-1-1,0 0,-1 0,1 0,0 0,0 0,0 0,0 0,-1 1,1-1,0 0,-1 0,1 0,-1 0,1 1,-1-1,1 0,-1 1,0-1,1 0,-1 1,0-1,1 1,-1-1,0 1,0-1,-4 16,2 0,0 1,1 0,1-1,0 1,1 0,2 14,-2-13,1-1,1 1,1 0,0-1,1 1,1-1,0 0,1-1,1 1,1-1,0-1,1 1,0-1,1-1,5 6,21 17</inkml:trace>
  <inkml:trace contextRef="#ctx0" brushRef="#br0" timeOffset="9461.146">5858 307,'30'199,"-9"1,-8 1,-10 34,-12 525,8-733,-1 20,2-1,2 1,5 19,-2-41</inkml:trace>
  <inkml:trace contextRef="#ctx0" brushRef="#br0" timeOffset="9910.972">5965 2633,'0'26,"0"16,3 13,0 9,0 2,-1-1,-1-2,0-8,0-13</inkml:trace>
  <inkml:trace contextRef="#ctx0" brushRef="#br0" timeOffset="10211.026">5886 3115,'20'4,"16"2,14-2,9-5,1-4,-4-3,-11-3,-11 1</inkml:trace>
  <inkml:trace contextRef="#ctx0" brushRef="#br0" timeOffset="10495.053">5871 2513,'5'-2,"13"3,16 5,22 3,14 2,-5-1</inkml:trace>
  <inkml:trace contextRef="#ctx0" brushRef="#br0" timeOffset="10778.219">6367 3007,'33'-15,"0"0,2 2,-1 2,2 1,23-3,-57 13,3-2,1 1,-1-1,1 1,0 1,-1-1,1 1,0 0,-1 0,1 1,0 0,-1 0,1 0,0 0,-1 1,0 0,1 0,3 3,-8-3,0 1,0 0,0 0,-1 0,1 0,-1 0,1-1,-1 1,0 0,0 0,0 0,-1 0,1 0,-1 0,1 0,-1 0,0-1,0 1,-1 0,1-1,0 1,-1-1,1 1,-1-1,0 1,0-1,0 0,-2 2,-193 232,195-235,0 1,1 0,-1 0,0 0,1 0,0 0,-1 1,1-1,0 0,0 1,1-1,-1 1,0-1,1 1,-1-1,1 1,0-1,0 1,0-1,0 1,0-1,1 1,-1-1,1 1,0-1,-1 1,1-1,0 1,0-1,1 0,-1 0,0 0,1 0,0 0,0 1,4 0,1 1,-1-1,1 0,0-1,0 0,0 0,0 0,1-1,-1 0,0 0,1-1,2 0,62-2,-1-3,0-4,0-2,52-17,-97 22,98-22</inkml:trace>
  <inkml:trace contextRef="#ctx0" brushRef="#br0" timeOffset="11193.521">7931 374,'23'121,"-5"2,-6-1,-4 26,-5-97,9 324,-6-133,31 196,-30-393</inkml:trace>
  <inkml:trace contextRef="#ctx0" brushRef="#br0" timeOffset="11628.09">8118 2674,'-2'20,"-1"17,0 10,1 6,0 4,1 1,0-1,3-2,1-7,0-11</inkml:trace>
  <inkml:trace contextRef="#ctx0" brushRef="#br0" timeOffset="11912.068">8011 3195,'18'5,"15"-1,12-4,6-4,2-3,-4-3,-10 0</inkml:trace>
  <inkml:trace contextRef="#ctx0" brushRef="#br0" timeOffset="12195.903">7998 2607,'11'-4,"18"-3,19 2,18 0,14 4,3 4,-11 2</inkml:trace>
  <inkml:trace contextRef="#ctx0" brushRef="#br0" timeOffset="12461.6">8425 2901,'17'7,"0"-2,0 0,1-1,-1-1,1 0,0-2,0 0,0-1,4-1,20 2,-41-1,0-1,0 1,1-1,-1 1,0 0,0-1,0 1,0 0,0 0,0 0,0 0,1 0,-1 0,0 0,0 0,0 0,0 1,0-1,0 0,0 1,0-1,0 1,0-1,0 1,0 0,0-1,0 1,0 0,0 0,-1-1,1 1,0 0,-1 0,1 0,0 0,-1 0,1 0,-1 0,1 0,-1 0,0 0,0 0,1 0,-1 1,0-1,0 0,0 0,0 0,0 0,0 0,0 0,-1 1,1-1,0 0,-1 0,1 0,-1 0,1 0,-75 65,21-23,53-42,0 0,-1-1,1 1,0 0,0 0,0 0,0 0,0 0,1 0,-1 0,0 0,0 1,1-1,-1 0,1 0,-1 1,1-1,-1 0,1 1,0-1,0 0,0 1,-1-1,1 0,1 1,-1-1,0 0,0 1,0-1,1 0,-1 1,1-1,-1 0,1 1,-1-1,1 0,0 0,-1 0,1 0,0 0,0 0,0 0,0 0,0 0,0 0,0 0,0 0,1-1,-1 1,13 6,1-1,0-1,0 0,0-1,0 0,1-1,2-1,26 7,-27-6,0 0,0 2,-1 0,0 1,0 0,0 1,-1 1,0 1,11 8,-24-16,0 1,0 0,0 0,0 0,0 1,-1-1,1 0,-1 1,0-1,1 1,-1-1,0 1,-1 0,1-1,0 1,-1 0,1 0,-1 0,0-1,0 1,0 0,0 0,-1 0,1-1,-1 1,0 0,0-1,0 1,0 0,0-1,0 1,-1-1,1 0,-1 1,1-1,-1 0,0 0,0 0,0 0,-1 1,-12 8,0 0,-1-1,0-1,-1 0,0-1,0-1,0-1,-1 0,0-1,-1-1,1-1,0 0,-1-2,-8 0,-7 1</inkml:trace>
  <inkml:trace contextRef="#ctx0" brushRef="#br0" timeOffset="13074.519">9802 214,'14'14,"6"15,3 15,1 17,-3 20,-2 20,-6 19,-4 17,-4 12,-2 5,-3-2,0-5,4-10,3-14,6-15,2-16,-1-16,-3-19</inkml:trace>
  <inkml:trace contextRef="#ctx0" brushRef="#br0" timeOffset="13577.89">10163 2620,'0'21,"0"17,-2 15,-1 6,0 5,-1 1,-4-4,-1-5,0-13</inkml:trace>
  <inkml:trace contextRef="#ctx0" brushRef="#br0" timeOffset="13812.784">10030 3222,'16'0,"14"0,11 0,8-3,5-2,-1-1,-4 1,-6-1,-11 0</inkml:trace>
  <inkml:trace contextRef="#ctx0" brushRef="#br0" timeOffset="14000.31">10030 2406,'9'-2,"12"-1,16 0,16 1,12 0,8 1,0 3,-7 3,-14 1</inkml:trace>
  <inkml:trace contextRef="#ctx0" brushRef="#br0" timeOffset="14361.132">10618 2807,'-17'43,"1"1,2 0,3 1,1 0,-1 25,10-66,0-1,1 0,-1 0,1 1,0-1,0 0,0 1,0-1,1 0,-1 1,1-1,0 0,0 0,0 0,0 0,1 0,-1 0,1 0,0 0,0 0,0-1,0 1,0-1,1 1,-1-1,1 0,-1 0,1 0,0 0,0 0,0-1,0 0,0 1,0-1,2 1,6-3,0 0,0 0,0-1,0-1,-1 0,1 0,-1-1,0 0,0-1,0 0,0 0,-1-1,0-1,0 1,-1-1,5-6,-2 4,-1-1,0 0,0 0,-1-1,0 0,-1-1,-1 1,0-2,0 1,-1-2,-6 14,0 0,-1 0,1 0,0 0,0 0,-1 0,1 0,0 0,0 0,-1-1,1 1,0 0,0 0,-1 0,1 0,0 0,0 0,0-1,-1 1,1 0,0 0,0 0,0-1,0 1,-1 0,1 0,0 0,0-1,0 1,0 0,0 0,0-1,0 1,0 0,0 0,0-1,0 1,0 0,0 0,0-1,0 1,0 0,0 0,0-1,0 1,0 0,0 0,0-1,0 1,-8 12,1 1,-1 0,2 0,0 1,1 0,0 0,1 0,0 0,1 1,1 6,0-1,0 0,2 1,1-1,0 0,2 1,0-1,1 0,1 0,1-1,1 0,1 0,6 11,10 22</inkml:trace>
  <inkml:trace contextRef="#ctx0" brushRef="#br0" timeOffset="15005.539">11767 334,'9'14,"-3"217,36 418,-38-615,13 116,-6 0,-8 1,-8 66,-4-141</inkml:trace>
  <inkml:trace contextRef="#ctx0" brushRef="#br0" timeOffset="15394.71">11728 2781,'0'14,"0"11,0 10,0 8,0 7,-3 3,0 2,0-2,-2-2,0-4,2-5,0-10</inkml:trace>
  <inkml:trace contextRef="#ctx0" brushRef="#br0" timeOffset="15669.003">11661 3329,'20'-5,"14"-1,8-2,3-2,-1 1,-3-1,-9 0,-10 1</inkml:trace>
  <inkml:trace contextRef="#ctx0" brushRef="#br0" timeOffset="15962.059">11620 2660,'16'-5,"19"-1,15 1,12 0,7 2,2 1,-8 5,-14 3</inkml:trace>
  <inkml:trace contextRef="#ctx0" brushRef="#br0" timeOffset="16244.8">12088 3088,'5'16,"3"12,1 8,1 2,-1 0,-1 0,0-2,-3-5,-3-3,-6-4,-5-4,-9-5,-6-5,-3-7,-1-8,-1-11,4-1</inkml:trace>
  <inkml:trace contextRef="#ctx0" brushRef="#br0" timeOffset="16245.8">12022 2981,'18'-5,"17"-3,17-5,13-3,11-3,9-3,3-2,-13 3</inkml:trace>
  <inkml:trace contextRef="#ctx0" brushRef="#br0" timeOffset="16761.154">13171 521,'50'-73,"-50"73,0-1,0 1,0 0,0-1,0 1,0 0,0-1,0 1,1 0,-1-1,0 1,0 0,0-1,0 1,1 0,-1 0,0-1,0 1,1 0,-1 0,0-1,1 1,-1 0,0 0,1 0,-1-1,0 1,1 0,-1 0,0 0,1 0,-1 0,0 0,1 0,-1 0,1 0,-1 0,0 0,1 0,-1 0,0 0,1 0,-1 0,0 0,1 1,-1-1,0 0,1 0,-1 0,0 0,1 1,-1-1,0 0,0 0,1 1,-1-1,0 0,0 1,0-1,1 0,-1 1,0-1,0 0,0 1,0-1,0 1,4 28,-4-28,5 362,4-214,4 45,-8 1,-20 191,-49 2,60-348,3-12</inkml:trace>
  <inkml:trace contextRef="#ctx0" brushRef="#br0" timeOffset="17437.895">13238 2914,'0'3,"3"4,-1 9,1 8,-3 11,-1 12,-3 8,-3 9,-3 5,1 0,-1-5,2-14</inkml:trace>
  <inkml:trace contextRef="#ctx0" brushRef="#br0" timeOffset="17710.971">13104 3475,'16'-2,"16"-1,15-2,8-2,2-1,-3 0,-7-2,-12 1</inkml:trace>
  <inkml:trace contextRef="#ctx0" brushRef="#br0" timeOffset="17978.627">13064 2741,'21'-3,"20"0,19 1,15 2,11 3,-9 2</inkml:trace>
  <inkml:trace contextRef="#ctx0" brushRef="#br0" timeOffset="18244.723">13732 3022,'-7'0,"0"2,0-1,0 1,0 0,0 1,1-1,-1 1,1 1,-1-1,1 1,0 0,1 1,-1-1,1 1,0 0,0 0,0 1,1 0,-1 0,1 0,1 0,-1 0,1 1,1-1,-2 4,-4 13,1 2,1-1,1 0,1 1,1 0,2 0,0 0,2 0,0 0,2 0,1 0,1 0,-4-17,1 1,0-1,1-1,0 1,1 0,-1-1,1 0,0 1,1-2,0 1,0 0,1-1,-1 0,1 0,1-1,-1 0,1 0,0 0,0-1,0 0,1 0,-1-1,1 0,0 0,0-1,0 0,0 0,0-1,0 0,4-1,-3 1,0-1,0-1,-1 0,1 0,0-1,-1 0,1 0,-1-1,0 0,0-1,0 1,0-1,-1-1,1 0,-1 0,0 0,-1-1,1 0,-1 0,0-1,-1 0,0 0,0 0,0 0,-1-1,0 0,0 0,-1 0,0 0,1-8,-3 13,0 0,-1 0,1 1,-1-1,0 0,0 0,0 0,0 0,0 0,-1 0,1 0,-1 0,0 1,0-1,0 0,0 0,0 1,0-1,-1 1,0-1,1 1,-1 0,0-1,0 1,0 0,0 0,-1 0,1 1,0-1,-1 1,1-1,-1 1,0 0,1 0,-1 0,0 0,0 0,0 1,0-1,0 1,1 0,-1-1,0 2,0-1,0 0,-3 1,-6 3,1 0,-1 0,1 1,0 1,0 0,0 1,1 0,0 0,0 1,1 0,0 1,1 0,0 0,0 1,1 0,0 1,0-1,2 1,-3 5,-20 43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1:00.3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4004 509,'-41'14,"1"2,1 2,1 2,0 1,-15 13,37-25,0 0,1 1,0 0,1 1,0 1,1 1,0 0,1 0,0 1,1 1,1 0,0 0,-2 6,1 10,0 0,3 1,0 0,2 1,1-1,2 1,1 0,2 0,1 0,1 0,2 0,1 0,2-1,5 13,2-3,3-1,1-1,1 0,3-2,20 29,-30-49,1-2,0 1,1-1,1-1,0-1,1 0,1-1,0 0,0-2,1 0,1-1,14 5,15 3,0-2,2-2,-1-3,1-1,1-3,48 0,-78-10,0-1,-1 0,0-2,0-1,0 0,-1-1,0-1,0-1,-1-1,-1 0,1-2,-2 0,0 0,6-8,-11 10,1 1,-2-2,0 0,0 0,-1-1,0 0,-1 0,-1-1,0 0,-1 0,0-1,-2 1,1-1,-2 0,1-8,8-58,-4-2,-4 1,-4-29,-2 88,0 0,-2 0,-1 0,-1 0,-1 1,-1 0,0 0,-2 1,-1 0,0 1,-1 0,-2 1,0 0,-1 1,0 0,-12-8,6 2,-1 0,-1 2,-1 1,-1 0,-1 2,-1 1,0 1,-2 2,1 0,-2 2,0 1,-27-6,-116 15,174 3</inkml:trace>
  <inkml:trace contextRef="#ctx0" brushRef="#br1" timeOffset="19510.225">2453 603,'-246'11,"227"-14,0 1,0 0,0 2,0 0,0 1,0 1,0 1,0 0,0 2,-4 1,6 2,0 0,0 1,0 1,1 0,1 1,0 1,0 0,1 2,1-1,0 1,1 1,1 1,0-1,1 2,0-1,2 1,0 1,1-1,1 1,-4 16,-7 37,3 2,3-1,3 1,3 35,7-86,0-1,2 0,0 0,1 0,2 0,0-1,1 0,1-1,0 1,2-2,0 1,2-2,2 4,23 34,3-1,2-3,3-1,6 3,-35-37,1-1,1-1,1 0,0-1,0-1,1-2,1 0,0 0,0-2,1-1,0-1,0-1,9 1,-8-5,0 0,0-1,0-1,0-2,-1 0,1-2,-1 0,0-1,0-2,-1 0,18-10,-2 1,13-4,0-3,-1-2,-1-2,43-34,-78 49,0 0,0-1,-1-1,-1 0,-1-1,0 0,-1-1,0 0,-2-1,0 0,-1 0,-1-1,0 0,-2 0,0 0,-1 0,0-17,1-8,-2-1,-2 0,-2 0,-2 1,-2-1,-2 1,-2 1,-2 0,-1 0,-3 1,-1 1,-2 0,-1 1,-3 2,-1 0,-13-14,20 29,0 0,-1 1,-2 1,0 1,-1 1,-1 1,0 0,-2 2,0 1,0 0,-2 2,0 1,-6-1,25 11,-1 0,1 1,-1-1,1 2,-1-1,0 1,1 0,-1 1,0 0,1 0,-1 0,1 1,-1 0,1 1,0-1,0 2,0-1,0 1,1 0,0 0,-1 0,1 1,1 0,-1 1,1-1,0 1,0 0,0 0,-1 4,-13 25</inkml:trace>
  <inkml:trace contextRef="#ctx0" brushRef="#br2" timeOffset="28845.958">407 536,'-16'1,"0"0,0 2,0 0,1 0,-1 2,1 0,0 0,0 2,0-1,1 2,0 0,0 1,1 0,0 1,1 1,0 0,1 0,0 1,1 1,0 0,1 0,1 1,0 0,0 0,-4 15,-5 23,2 0,2 1,3 1,2 0,2 0,3 0,2 1,4 21,-2-48,1 0,1 0,1 0,1 0,2-1,0 0,2-1,1 1,1-2,2 1,0-2,2 0,0 0,2-2,9 11,-1-7,1 0,1-2,1-1,2-1,0-2,1 0,1-3,0 0,1-2,1-2,15 4,-24-9,1-2,1 0,-1-1,1-2,0-1,0-1,-1-1,1-2,0 0,0-2,-1-1,0-1,0-1,0-1,17-9,-21 7,-1 0,0-2,-1 0,0-2,-1 0,0-1,-1-1,-1 0,-1-2,0 0,-1 0,-1-1,-1-1,-1-1,-1 0,0 0,-2-1,0 0,-2-1,0 0,-2 0,1-8,-4-25,-3 1,-2 0,-3 0,-2 0,-2 1,-9-22,19 74,-34-149,-39-101,68 232,-1 1,-1 0,0 1,-1 0,-1 0,-1 0,0 1,-1 1,-1 0,-1 0,0 1,-1 1,-1 0,0 1,-1 1,0 0,0 1,-2 1,-5-2,5 7,0 2,-1 1,1 0,-1 1,0 1,1 1,-1 0,1 1,-1 1,1 1,0 1,0 1,1 0,0 1,0 1,0 0,1 1,-9 8,-92 55</inkml:trace>
  <inkml:trace contextRef="#ctx0" brushRef="#br2" timeOffset="31984.02">7146 3665,'20'13,"14"12,8 11,3 7,2 9,-2 4,-2 2,-6-3,-5-5,-7-7,-7-11</inkml:trace>
  <inkml:trace contextRef="#ctx0" brushRef="#br2" timeOffset="32250.865">7533 3597,'-21'9,"-13"12,-7 14,-7 15,-1 12,0 10,5 3,6 1,11-6,10-15</inkml:trace>
  <inkml:trace contextRef="#ctx0" brushRef="#br2" timeOffset="32518.462">7734 3932,'9'-8,"0"1,0 0,1 1,0 0,1 0,-1 1,1 0,0 1,0 1,0 0,1 0,-1 1,1 0,-1 1,1 0,0 1,-1 1,1 0,0 0,-1 1,1 0,2 2,-11-3,0 1,0-1,0 1,0 0,0 0,0 0,-1 0,1 0,-1 0,1 1,-1-1,0 1,0 0,0 0,0-1,0 1,-1 1,0-1,1 0,-1 0,0 0,0 1,-1-1,1 0,-1 1,0-1,1 1,-2-1,1 0,0 1,-1-1,1 1,-1-1,0 0,0 0,0 1,-1-1,1 0,-1 0,0 0,0 0,-11 15,0 0,-2-1,0-1,-1 0,0-1,-2-1,1-1,-8 4,-38 32,37-18,27-30,-1 0,0 0,0 0,0 0,0 0,1-1,-1 1,0 0,1 0,-1 0,1 0,-1-1,1 1,-1 0,1-1,0 1,-1 0,1-1,0 1,-1-1,1 1,0-1,0 1,-1-1,1 1,0-1,0 0,0 1,0-1,0 0,0 0,0 0,-1 0,1 0,0 0,0 0,0 0,0 0,0 0,0 0,0-1,0 1,32 1,1-2,0-2,-1 0,0-3,2-1,-4 2,62-12</inkml:trace>
  <inkml:trace contextRef="#ctx0" brushRef="#br3" timeOffset="-13917.58">10769 6178,'-23'-3,"0"1,1 1,-1 1,0 1,0 1,1 1,-1 1,1 1,0 1,1 1,-20 8,8 10,32-24,1 0,-1 0,1-1,0 1,0 0,-1 0,1 0,0 0,0 0,0 0,0-1,0 1,0 0,0 0,0 0,0 0,1 0,-1 0,0-1,0 1,1 0,-1 0,1 0,-1-1,1 1,-1 0,1 0,-1-1,1 1,0-1,-1 1,1 0,0-1,-1 1,1-1,0 0,0 1,0-1,-1 1,1-1,0 0,0 0,1 1,13 5,1-1,-1 0,1-1,1 0,-1-2,6 1,3 1,28 3,-25-4,0 1,0 1,0 2,-1 0,7 5,-31-11,-1-1,1 1,-1 0,1 0,-1 0,1 0,-1 0,0 0,0 1,0-1,1 1,-1-1,-1 1,1 0,0 0,0 0,-1 0,1 0,-1 0,0 0,1 1,-1-1,0 1,0-1,-1 0,1 1,0 0,-1-1,0 1,1-1,-1 1,0-1,0 1,-1 0,1-1,0 1,-1-1,0 1,1-1,-1 1,0-1,0 1,-1-1,0 1,-7 7,0-1,0 0,-1-1,-1 0,1-1,-1 0,0-1,-1 0,0 0,0-2,0 1,0-1,-1-1,1 0,-1-1,-10 0,-57 2,71-5</inkml:trace>
  <inkml:trace contextRef="#ctx0" brushRef="#br3" timeOffset="-13648.905">11089 6552,'0'-16,"2"-10,4-7,2-5,2 0,0 3,0 7,-3 11,-6 16,-7 17,-6 18,-2 11,1 10,3 7,3 4,2 2,3-10</inkml:trace>
  <inkml:trace contextRef="#ctx0" brushRef="#br3" timeOffset="-13182.795">10809 6873,'-19'-5,"-1"1,0 1,0 0,0 2,0 0,-3 1,18 0,0 0,1 0,-1 1,0 0,0 0,1 0,-1 0,1 1,-1 0,1 0,0 0,-1 0,1 1,0-1,1 1,-1 0,0 1,1-1,0 0,0 1,0 0,0 0,0 0,1 0,-1 0,1 0,0 1,1 0,-1-1,1 0,1 0,-1 1,1-1,0 0,0 1,0-1,0 0,1 0,-1 1,1-1,0 0,1 0,-1 0,1 0,-1 0,1 0,1-1,-1 1,0 0,1-1,0 0,-1 0,4 3,85 59,-52-44,-25-16,-1 1,1 0,-1 2,-1-1,1 1,-1 1,-1 0,0 1,0 0,-1 1,0 0,-1 0,0 1,0 1,-2-1,0 1,2 4,-8-14,-1 0,1 0,0 0,-1 1,0-1,0 0,0 0,0 0,0 0,-1 1,0-1,1 0,-1 0,0 0,0 0,-1 0,1 0,0-1,-1 1,0 0,0-1,0 1,0-1,0 1,0-1,-1 0,1 0,-1 0,1-1,-1 1,0 0,0-1,0 0,0 1,0-1,-1 0,-13 4,0 0,-1-1,1 0,-1-2,0 0,0-1,0-1,0 0,1-2,-1 0,-3-1,-22-15,43 17,1-1,-1 1,1 0,0 0,0 0,-1 0,1 0,0 0,0 0,0 1,0-1,0 0,0 0,0 1,0-1,0 0,0 1,0 0,1-1,-1 1,0-1,0 1,0 0,1 0,-1 0,0 0,1 0,-1-1,37-7,3 0</inkml:trace>
  <inkml:trace contextRef="#ctx0" brushRef="#br3" timeOffset="-12898.713">11089 7327,'3'4,"0"1,0-1,0 0,1 0,-1 0,1 0,0-1,0 1,0-1,1 0,-1 0,1-1,0 0,0 1,0-2,0 1,0 0,0-1,0 0,0 0,1-1,-1 1,0-1,4-1,0 1,0 0,-1-1,1 0,0-1,-1 1,0-2,1 1,-1-1,0-1,0 0,-1 0,1 0,-1-1,6-4,-10 7,-1-1,0 1,1 0,-1-1,0 0,0 1,0-1,-1 0,1 0,-1 0,1 0,-1 0,0 0,0-1,-1 1,1 0,-1-1,1 1,-1 0,0-1,0 1,-1 0,1-1,-1 1,1 0,-1 0,0-1,0 1,0 0,-1 0,1 0,-1 0,0 1,0-1,0 0,0 1,0-1,-3-1,-3-3,0 1,-1 0,0 0,-1 1,1 0,-1 1,0 0,0 0,0 1,0 0,-1 1,1 0,-1 1,0 0,1 1,-1 0,0 1,1 0,-1 0,-8 3,13-2,1 0,1 0,-1 0,0 1,0-1,1 1,-1 0,1 1,0-1,0 1,1 0,-1 0,1 0,-1 0,1 0,0 1,1 0,-1-1,1 1,0 0,-1 5,-6 25</inkml:trace>
  <inkml:trace contextRef="#ctx0" brushRef="#br3" timeOffset="-14758.861">10702 5335,'-13'-7,"1"1,-1 0,-1 1,1 0,-1 1,0 1,0 0,0 1,0 0,0 1,0 1,-8 0,15 1,-1 0,1 0,0 1,-1-1,1 1,0 1,0 0,0 0,0 0,1 1,-1 0,1 0,0 0,0 1,1 0,-1 0,1 1,0 0,1-1,-1 1,1 1,0-1,1 1,-1 0,2-2,0-1,0 0,0 1,1-1,0 1,0-1,0 1,0 0,1-1,0 1,0 0,0-1,0 1,1 0,0-1,0 1,0-1,0 1,1-1,0 1,0-1,0 0,0 0,1 0,0 0,-1 0,1-1,1 1,-1-1,0 0,2 1,173 114,-177-117,8 5,-1 1,1 0,-1 1,0 0,-1 0,0 1,-1 0,1 0,-2 0,1 1,-1 0,-1 0,0 0,0 2,-3-10,-1 0,0 0,0 1,0-1,0 0,-1 0,1 1,-1-1,1 0,-1 0,0 0,0 0,1 0,-2 0,1 0,0 0,0 0,0 0,-1-1,1 1,-1-1,0 1,1-1,-1 1,0-1,0 0,0 0,0 0,0 0,0 0,0 0,0 0,0-1,-2 1,-80 8,79-9,-103-2,113 1,9 0</inkml:trace>
  <inkml:trace contextRef="#ctx0" brushRef="#br3" timeOffset="-14449.16">10795 5670,'3'-4,"0"0,0 1,0 0,1-1,0 1,-1 0,1 1,0-1,0 1,1 0,-1 0,0 0,1 0,-1 1,1 0,0 0,-1 0,1 1,4-1,-5 0,4-1,-1 0,1 1,0 0,0 0,0 1,0 0,0 0,0 1,-1 0,1 0,0 0,0 1,-1 1,1-1,0 2,-7-3,0 0,1 0,-1 0,0 0,0 0,0 0,0 0,-1 0,1 0,0 1,0-1,-1 0,1 1,-1-1,1 0,-1 1,1-1,-1 1,0-1,0 1,0-1,0 1,0-1,0 1,0-1,0 0,-1 1,1-1,0 1,-1-1,1 0,-1 1,0-1,1 0,-2 2,-32 43,-15 3,34-37,1 1,1 1,1 0,0 1,0 1,2-1,0 2,9-16,0 0,0 1,1-1,-1 1,0-1,1 1,0-1,-1 0,1 1,0 0,-1-1,1 1,0-1,0 1,0-1,0 1,1-1,-1 1,0-1,1 1,-1-1,1 1,-1-1,1 1,0-1,0 0,-1 1,1-1,0 0,0 0,0 0,0 1,1-1,-1 0,1 0,56 17,-6-14,0-2,0-3,0-2,36-7,-15 1</inkml:trace>
  <inkml:trace contextRef="#ctx0" brushRef="#br0" timeOffset="5111.072">8255 7327,'18'11,"38"3,1-3,0-2,1-2,34-3,-65-2,131 5,-47-3,0 4,89 20,-157-19,1-1,0-2,1-2,-1-3,1-1,-1-2,6-2,273-3,-256-3,-67 10,0 0,0 0,0 0,-1 0,1-1,0 1,0 0,-1 0,1 0,0 0,0 0,0 0,0 0,-1 0,1 0,0-1,0 1,0 0,-1 0,1 0,0 0,0-1,0 1,0 0,0 0,0 0,0-1,-1 1,1 0,0 0,0 0,0-1,0 1,0 0,0 0,0-1,0 1,0 0,0 0,0 0,0-1,0 1,0 0,1 0,-1-1,0 1,0 0,0 0,0 0,0 0,0-1,0 1,1 0,-1 0,0 0,0 0,0-1,0 1,1 0,-1 0,0 0,0 0,-14-7</inkml:trace>
  <inkml:trace contextRef="#ctx0" brushRef="#br0" timeOffset="5978.683">7146 7140,'-5'-4,"-1"0,5 6,7 9,7 9,8 12,10 5,8 7,7 2,5 1,2-4,0-7,-3-5,-7-5,-9-7,-11-7</inkml:trace>
  <inkml:trace contextRef="#ctx0" brushRef="#br0" timeOffset="6451.011">7480 7060,'-11'12,"-11"12,-9 11,-5 12,-6 8,-3 7,0 2,3-1,8-5,11-4,8-11,10-11,5-12</inkml:trace>
  <inkml:trace contextRef="#ctx0" brushRef="#br0" timeOffset="6917.626">7693 7567,'0'8,"-1"-1,1 0,1 0,-1 1,1-1,1 0,-1 0,1 0,0 0,1 0,-1 0,1-1,1 1,-1-1,1 0,0 0,1 0,0-1,-1 1,2-1,-1 0,0-1,1 1,0-1,0 0,1 0,-1-1,1 0,-1 0,1 0,0-1,0 0,0 0,0-1,0 0,0 0,1-1,-1 0,0 0,0-1,1 1,-1-2,0 1,0-1,0 0,0 0,-1-1,1 0,0 0,-1-1,0 0,0 0,0 0,-1-1,1 1,-1-1,0-1,0 1,-1-1,0 0,0 0,0 0,3-7,-4 4,0-1,-1 0,0 1,-1-1,0 0,0 0,-1 0,0 0,-1 0,0 0,-1 0,0 1,0-1,-2-2,2 6,1 0,-1 1,-1-1,1 1,-1 0,0-1,0 1,-1 1,0-1,1 0,-2 1,1 0,0 0,-1 0,0 1,1-1,-1 1,-1 0,1 0,0 1,-1 0,0 0,1 0,-3 0,1 1,1 1,-1 0,1 1,-1-1,1 1,-1 0,1 1,0-1,0 1,-1 1,1-1,0 1,1 0,-1 0,1 1,-1 0,-3 3,-78 79,37-26</inkml:trace>
  <inkml:trace contextRef="#ctx0" brushRef="#br0" timeOffset="8433.268">8670 7167,'24'18,"16"3,137 86,23 54,-199-160,1 1,-1-1,0 0,1 0,-1 1,0-1,0 1,0-1,0 1,-1-1,1 1,0-1,-1 1,1 0,-1-1,1 1,-1 0,0 0,0-1,0 1,0 0,0 0,0-1,0 1,0 0,-1 0,1-1,-1 1,1 0,-1-1,0 1,0 0,0-1,0 1,0-1,0 0,0 1,0-1,0 0,-1 0,1 1,0-1,-1 0,1 0,-1-1,1 1,-1 0,0 0,1-1,-3 1,-144 100,48-40</inkml:trace>
  <inkml:trace contextRef="#ctx0" brushRef="#br1" timeOffset="21018.462">8402 6284,'-18'3,"11"-3,0 0,0 1,1 0,-1 0,0 0,1 1,-1 0,1 1,0 0,0 0,0 0,0 0,0 1,0 0,-1 2,6-5,1 0,0 1,0-1,0 0,0 0,0 0,0 0,0 1,0-1,0 0,0 0,1 0,-1 0,0 0,1 0,-1 1,1-1,-1 0,1 0,0 0,-1-1,1 1,0 0,0 0,0 0,0 0,0-1,-1 1,1 0,0-1,1 1,-1-1,0 1,0-1,0 0,0 1,0-1,0 0,0 0,1 0,-1 0,0 0,0 0,1 0,30 7,0-1,1-2,0-1,26-1,-8 0,184 10,93 6,205-20,-327-4,-149 19,-73-27,1 6</inkml:trace>
  <inkml:trace contextRef="#ctx0" brushRef="#br1" timeOffset="21333.734">9191 6124,'1'5,"-1"0,1 0,1 0,-1 0,1 0,0-1,0 1,0-1,0 1,1-1,0 0,0 0,0 0,0 0,1-1,0 1,-1-1,1 0,0 0,0 0,5 1,102 50,-110-54,200 73,-199-72,0-1,0 1,0 0,0 0,0-1,0 1,0 1,-1-1,1 0,0 0,-1 1,1-1,-1 0,0 1,1 0,-1-1,0 1,0 0,0 0,0-1,0 1,0 0,0 0,-1 0,1 0,-1 0,0 0,1 0,-1 0,0 1,0-1,0 0,0 0,-1 0,1 0,-1 0,1 0,-1 0,0 0,1 0,-1 0,0-1,0 1,0 0,-1 0,-12 15,0-1,-1 0,-1-1,-1-1,0-1,0 0,-1-1,-18 8,22-11,-185 102,106-64</inkml:trace>
  <inkml:trace contextRef="#ctx0" brushRef="#br1" timeOffset="22069.353">7146 5803,'7'16,"8"14,14 12,11 7,10 7,8 3,2 0,2-2,-7-5,-9-7,-11-5,-11-11</inkml:trace>
  <inkml:trace contextRef="#ctx0" brushRef="#br1" timeOffset="22350.752">7627 5777,'-18'11,"-16"16,-8 16,-6 14,0 12,2 8,6 4,8-3,9-3,9-10,6-15</inkml:trace>
  <inkml:trace contextRef="#ctx0" brushRef="#br1" timeOffset="22617.426">7814 6271,'4'-18,"5"-13,2-8,-1-2,-1 2,-3 5,-2 12,-2 20,-4 19,-1 18,0 14,0 11,6 6,8 1,10-2,5-7,-1-14</inkml:trace>
  <inkml:trace contextRef="#ctx0" brushRef="#br2" timeOffset="31081.216">8054 4680,'0'1,"-1"1,1-1,-1 0,1 0,0 0,-1 0,1 1,0-1,0 0,0 0,0 1,0-1,0 0,0 0,1 1,-1-1,0 0,1 0,-1 0,1 0,-1 0,1 1,-1-1,1 0,0 0,0 0,-1 0,1-1,0 1,0 0,0 0,0 0,0-1,0 1,0 0,0-1,0 1,1-1,-1 0,0 1,0-1,1 0,53 12,33-10,-1-4,0-4,51-11,-58 8,313-49,-393 58,0 1,0-1,0 0,0 0,0 1,0-1,0 0,1 0,-1 1,0-1,0 0,0 0,0 1,0-1,0 0,1 0,-1 0,0 1,0-1,0 0,1 0,-1 0,0 0,0 1,0-1,1 0,-1 0,0 0,0 0,1 0,-1 0,0 0,0 0,1 0,-1 0,-8 8,5-4,1 1,0 1,0-1,0 0,1 0,-1 1,1-1,1 1,-1-1,1 1,0-1,0 1,0-1,1 1,0-1,0 0,0 1,1-1,0 0,0 0,0 0,1 0,-1 0,2 1,9 31,1 25,-4 0,-2 0,-3 0,-3 1,-2 0,-6 31,3 8,3-53,2 0,3 0,1-1,7 19,-2 4,-11-70,0 1,1-1,-1 0,1 0,-1 1,1-1,0 0,-1 0,1 0,0 0,0 0,0 0,0 0,0 0,0 0,0 0,0 0,0-1,0 1,1 0,-1-1,0 1,0-1,1 1,-1-1,0 0,1 1,-1-1,0 0,1 0,-1 0,0 0,1 0,-1 0,1-1,-1 1,51-12,76-28,50 30,1 7,-1 9,46 12,-158-13,48 2,-121-7</inkml:trace>
  <inkml:trace contextRef="#ctx0" brushRef="#br2" timeOffset="33733.873">8910 4988,'7'6,"7"6,5 4,4 2,3 1,4-2,1 0,0-4,-3-4,-2-6,-3-5,-5-7,-4-9,-4-9,-1-5,-1-7,0-6,-3 4</inkml:trace>
  <inkml:trace contextRef="#ctx0" brushRef="#br2" timeOffset="52554.55">5541 1833,'-3'-1,"0"0,1 1,-1-1,0 1,0 0,0 0,0 0,0 0,0 0,1 1,-1-1,0 1,0 0,0 0,1 0,-1 0,1 0,-1 1,1-1,-1 1,1-1,0 1,-1 0,1 0,0 0,0 0,1 1,-1-1,0 0,1 1,0-1,-1 1,1 0,0-1,0 1,0 0,1 0,-1 2,-18 162,18-151,-1 141,-8 105,1-175,4 1,3-1,6 26,2 7,-5 0,-14 110,-13 242,1-197,-10 67,-2 216,23-404,-10 126,12 2,-1 131,14 261,12-279,28 202,-34 35,-2-394,-2-46,12 47,59 371,19 77,-89-663,4 37,2 0,4-1,2-1,2-1,25 52,-32-87,2-1,1-1,0 0,2-2,0 1,1-2,1 0,1-1,1-1,0-1,0 0,2-2,0 0,12 4,-29-15,-1 1,1-2,-1 1,1 0,0-1,0 0,0 0,0 0,0-1,0 0,0 1,0-2,0 1,0-1,-1 0,1 0,0 0,0 0,0-1,-1 0,1 0,-1 0,1-1,3-5,0-1,-1 0,0 0,-1-1,0 0,-1 0,0 0,0-1,-1 1,-1-1,1 0,-2 0,1-6,-3 17,21-102,-5 0,-5-1,-4 0,-4-13,1 10,53-1003,-45 793,0-690,-18 864,7 0,18-126,41-243,34 39,-86 412,101-691,17-152,-96 569,-11-193,-6-15,-28 84,16 422,-1-1,-2 1,-2-1,-1 1,-1 0,-3 1,0 0,-14-30,-3 12,14 30,1-1,0 0,2 0,1-1,-1-7,5 10,2 8,0 0,-1 1,-1-1,0 1,-1 0,-1 0,0 1,0 0,-4-5,-2 1,-1 0,0 1,-1 0,-1 1,0 1,-1 0,-1 1,0 1,0 1,-1 0,-1 1,1 1,-1 1,0 0,-1 2,0 0,0 1,0 1,0 1,0 1,-1 1,-10 1,21 1,1 0,0 1,0 0,1 0,-1 1,1 0,-1 1,1 0,-1 1,-4 2,-161 99,102-63</inkml:trace>
  <inkml:trace contextRef="#ctx0" brushRef="#br2" timeOffset="56880.12">11477 3116,'-3'1,"0"1,0 0,1 0,-1 0,1 0,-1 0,1 0,0 0,0 1,0-1,0 1,0 0,0 0,1-1,-1 1,1 0,-1 2,-2 7,1 1,0-1,0 0,1 1,1 0,0-1,1 1,0 0,1-1,0 1,1 0,0-1,1 0,1 1,3 8,-3-11,0 0,0-1,1 1,0-1,1 0,0 0,1-1,-1 0,1 0,1 0,0-1,0 0,0-1,1 0,0 0,0-1,0 0,1 0,0-1,0-1,0 1,0-2,0 1,1-1,1-1,-7-1,1 0,-1 0,1-1,-1 1,1-1,-1-1,1 1,-1-1,0 0,0 0,0 0,0-1,0 0,0 0,-1 0,1-1,-1 1,0-1,0 0,0 0,-1-1,1 1,-1-1,0 0,0 1,-1-1,0-1,1 1,4-16,-1-1,-1 0,-1 0,0-1,-2 1,-1-1,-1 1,0-1,-2 1,0 0,-2-1,-1 1,0 0,-6-14,8 25,-1-1,0 1,0 0,-1 0,0 1,-1-1,0 1,-1 0,0 1,0 0,-1 0,0 0,-1 1,-2-2,7 8,0 0,0 0,0 1,0-1,-1 1,1 0,0 0,0 0,-1 1,1-1,-1 1,1 0,0 1,-1-1,1 1,0-1,-1 1,1 1,0-1,0 0,0 1,0 0,0 0,-1 1,-85 66,79-61,1 2,0-1,1 1,0 1,1 0,0 0,0 1,1-1,1 2,0-1,1 1,0 0,1 0,0 0,1 2,3-11,-1 0,2-1,-1 1,0 0,1 0,0-1,0 1,0 0,0-1,1 1,-1-1,1 1,0-1,0 0,0 0,0 0,1 0,-1 0,1 0,0-1,2 3,19 12</inkml:trace>
  <inkml:trace contextRef="#ctx0" brushRef="#br3" timeOffset="-20166.483">17400 6859,'9'14,"10"11,10 8,10 6,5 2,4 2,1-1,-4-1,-7-5,-7-7,-10-9</inkml:trace>
  <inkml:trace contextRef="#ctx0" brushRef="#br3" timeOffset="-19800.917">18027 6873,'0'0,"0"1,-1-1,1 0,0 0,-1 0,1 1,0-1,-1 0,1 0,0 0,-1 0,1 0,0 0,-1 0,1 0,-1 0,1 0,0 0,-1 0,1 0,0 0,-1 0,1 0,0 0,-1 0,1 0,0-1,-1 1,1 0,0 0,-1 0,1-1,0 1,-1 0,1 0,0-1,0 1,-1 0,1 0,0-1,0 1,0 0,0-1,-1 1,1 0,0-1,0 1,0-1,0 1,0 0,0-1,0 1,0 0,0-1,0 1,0-1,0 1,0 0,0-1,0 1,1 0,-1-1,0 1,0 0,0-1,0 1,-28 17,6-2,1 1,0 1,1 1,1 0,0 2,2 0,0 1,-8 15,20-24,0 1,2-1,-1 1,2 0,0 0,0 0,1 1,1-1,0 0,1 0,0 1,1-1,1 2,0 110,-21-40,12-69,2 0,0 0,1 0,0 1,1-1,1 1,1 0,1-1,0 1,1-1,0 1,4 9,57 86,-43-84</inkml:trace>
  <inkml:trace contextRef="#ctx0" brushRef="#br3" timeOffset="-11834.074">17894 8103,'5'235,"-1"-54,-11 81,-69 517,59-396,17 0,30 176,28 157,-54-629</inkml:trace>
  <inkml:trace contextRef="#ctx0" brushRef="#br3" timeOffset="-8222.063">18870 10923,'-15'41,"1"0,2 1,2 1,2-1,2 1,1 1,3-1,1 1,5 35,-1-62,1-44,-1 12,-2 7,14-63,-3-2,-4 1,-2-1,-4-1,-3 1,-3 0,-4 0,7 63,-1 0,-1 0,0 0,0 0,-1 1,-1-1,1 1,-6-8,10 17,0 1,1-1,-1 0,0 1,1-1,-1 0,0 0,1 1,-1-1,1 0,-1 0,1 0,-1 1,1-1,-1 0,0 0,1 0,-1 0,1 0,-1 0,1 0,-1 0,1 0,-1 0,1 0,-1-1,1 1,-1 0,1 0,-1 0,0 0,1-1,-1 1,1 0,-1-1,0 1,1 0,-1-1,0 1,1 0,-1-1,0 1,0 0,1-1,-1 1,0-1,0 1,0-1,1 1,-1-1,0 1,0 0,0-1,0 1,0-1,0 1,0-1,0 1,0-1,0 1,0-1,-1 1,1-1,0 1,0-1,10 2,168 10,52-10,-107-1,10 11,-96 0</inkml:trace>
  <inkml:trace contextRef="#ctx0" brushRef="#br3" timeOffset="-7932.103">18776 10990,'14'12,"24"3,28-1,19-2,10-4,-12-3</inkml:trace>
  <inkml:trace contextRef="#ctx0" brushRef="#br2" timeOffset="58043.04">13241 3264,'2'-17,"1"1,0 0,1 1,0-1,2 1,0 0,0 0,3-3,5-14,86-226,-100 258,1 1,-1-1,0 1,0-1,1 0,-1 1,0-1,1 0,-1 1,0-1,1 0,-1 1,0-1,1 0,-1 0,1 0,-1 1,0-1,1 0,-1 0,1 0,-1 0,1 0,-1 0,1 0,-1 0,0 0,1 0,-1 0,1 0,-1 0,1 0,-1 0,1-1,-1 1,0 0,1 0,-1 0,1-1,-1 1,0 0,1 0,-1-1,0 1,1 0,-1-1,0 1,0-1,1 1,-1 0,0-1,0 1,0-1,1 1,-1 0,0-1,0 1,0-1,0 1,0-1,0 1,0-1,0 1,0-1,0 1,0 0,0-1,-1 0,10 38,-4 262,-6-188,0 72,0-181,1 0,-1-1,0 1,0-1,1 1,-1-1,0 0,0 1,0-1,-1 0,1 0,0 0,0 0,-1 0,1 0,0 0,-1 0,1 0,-1-1,1 1,-1 0,0-1,1 0,-1 1,1-1,-1 0,0 0,1 0,-1 0,0 0,1 0,-1 0,0 0,1-1,-1 1,1-1,-1 1,0-1,1 0,-1 0,1 1,0-1,-1-1,-7 0,40 5,0-1,0-1,0-2,0-1,14-3,-5 1,117-9,-147 14,-7 2</inkml:trace>
  <inkml:trace contextRef="#ctx0" brushRef="#br2" timeOffset="59317.91">15007 3236,'24'-25,"-1"-2,0 0,-2-2,-2 0,0-1,-2-1,-2-1,0 0,-2-1,-2 0,0-7,13-31,-24 71,1-1,-1 1,1 0,-1-1,0 1,1 0,0-1,-1 1,1 0,-1 0,1 0,-1 0,1-1,-1 1,1 0,0 0,-1 0,1 0,-1 0,1 0,-1 1,1-1,0 0,-1 0,1 0,-1 0,1 1,-1-1,1 0,-1 0,1 1,-1-1,1 1,-1-1,1 0,-1 1,0-1,1 1,-1-1,0 1,1-1,-1 1,0-1,0 1,1-1,-1 1,0-1,0 1,0-1,0 1,0 0,0-1,0 1,0-1,0 1,0-1,0 1,0 0,0-1,0 1,-1 0,5 26,-1 0,-1 0,-1 1,-2-1,-1 1,-1-1,-6 26,5-27,2-11,-5 21,2 1,1 0,2 0,1 1,3-1,0 0,6 24,-6-56,-1-4,-1 0,1 0,0 0,-1 0,1 0,-1 0,1 0,-1 0,1 0,-1 0,0 0,1 0,-1 0,0 0,0 0,0 0,0 1,0-1,0 0,0 0,0 0,-1 0,1 0,0 0,-1 0,1 0,-1 0,1 0,-1 0,1 0,-1 0,0 0,1 0,-1 0,0 0,0-1,0 1,1 0,-1-1,0 1,0-1,0 1,0-1,0 1,0-1,0 1,-1-1,-47-13,49 12,0 1,0-1,0 1,0-1,-1 1,1 0,0-1,0 1,0-1,0 1,0-1,1 1,-1 0,0-1,0 1,0-1,0 1,0-1,1 1,-1 0,0-1,0 1,0 0,1-1,-1 1,0 0,1-1,-1 1,0 0,1-1,-1 1,0 0,1 0,-1 0,1-1,-1 1,0 0,1 0,-1 0,1 0,-1 0,1 0,-1 0,0 0,1 0,-1 0,1 0,-1 0,1 0,-1 0,0 0,1 0,-1 0,1 1,-1-1,0 0,1 0,-1 0,1 1,0-1,74-10,0 4,0 4,7 2,-76 1,-8-1</inkml:trace>
  <inkml:trace contextRef="#ctx0" brushRef="#br2" timeOffset="62124.307">16971 3090,'0'-1,"0"1,1 0,-1-1,0 1,0-1,0 1,0-1,0 1,0 0,0-1,0 1,0-1,0 1,0-1,0 1,0 0,0-1,-1 1,1-1,0 1,0 0,0-1,-1 1,1-1,0 1,-1 0,1-1,0 1,0 0,-1 0,1-1,0 1,-1 0,1 0,-1-1,1 1,0 0,-1 0,1 0,-1 0,1 0,-1 0,1 0,0 0,-1 0,1 0,-1 0,1 0,-1 0,1 0,0 0,-1 0,1 0,-1 0,1 0,0 1,-1-1,1 0,-1 0,1 1,0-1,-1 0,1 0,0 1,-22 20,18-12,1-1,-1 1,2-1,-1 1,1 0,0 0,1 0,0 0,0 0,1 0,1 1,-1-1,1 0,1 0,0 0,0 0,0-1,1 1,1 0,0-1,0 0,0 0,1 0,4 5,-2-3,1 1,0-2,0 1,1-1,0 0,0-1,1 0,0-1,1 0,-1 0,1-1,1-1,-1 0,1 0,0-1,0-1,12 2,-11-3,-1-2,1 0,0 0,-1-1,1-1,0 0,-1-1,0 0,0-1,0 0,0-1,0-1,-1 1,0-2,0 0,-1 0,0-1,0 0,-1 0,0-1,0-1,-1 1,0-1,-1-1,0 0,-1 0,0 0,-1 0,0-1,0 0,-1 0,-1 0,0-1,-1 0,0 3,-1 0,-1 0,1 0,-1-1,-1 1,0 0,0 0,-1 0,-1 0,1 1,-2-1,1 0,-1 1,-1 0,1 0,-2 0,1 1,-1 0,0 0,-1 0,0 1,0 0,-1 0,0 0,0 1,0 1,-1-1,0 1,0 1,0 0,-1 0,-6-1,0 1,0 0,-1 1,0 1,1 1,-1 0,0 1,0 1,1 0,-1 2,0-1,1 2,0 1,0 0,0 0,1 2,-1 0,2 1,-1 0,1 1,-3 4,11-9,0 1,0 0,1 0,0 1,0-1,0 1,1 0,0 1,0-1,0 1,1 0,0 0,1 0,-1 0,1 0,0 0,1 1,0-1,0 1,1-1,0 1,0-1,1 1,0-1,0 1,0-1,1 1,0-1,1 0,0 0,2 3,18 28,3-6</inkml:trace>
  <inkml:trace contextRef="#ctx0" brushRef="#br2" timeOffset="62806.022">18924 3330,'34'-30,"0"-1,-2-2,-2-1,-1-1,-1-2,-2-1,-2-1,-2-1,-1-1,-2-1,0-6,3 8,-16 42,-2 58,-5 86,-2-80,2 1,3-1,3 0,3 0,3 0,12 34,-2-40</inkml:trace>
  <inkml:trace contextRef="#ctx0" brushRef="#br3" timeOffset="-25067.068">23161 4118,'1'-2,"0"0,0-1,0 1,0 0,1 0,-1-1,1 1,0 0,-1 0,1 1,0-1,0 0,0 1,1-1,-1 1,0 0,0-1,1 1,-1 0,1 1,-1-1,1 0,-1 1,1-1,2 1,30-2,-1 2,1 2,-1 1,24 6,18 1,160 6,147-13,-257-3,-57-1,934-27,-909 20,101-10,1 8,171 16,-256-1,-86 0,-22-5</inkml:trace>
  <inkml:trace contextRef="#ctx0" brushRef="#br3" timeOffset="-24206.655">25180 2554,'0'-1,"-1"0,1-1,0 1,0 0,-1 0,1 0,-1 0,1 0,-1 0,0-1,1 1,-1 0,0 1,0-1,1 0,-1 0,0 0,0 0,0 1,0-1,0 0,0 1,0-1,-1 1,1-1,0 1,0-1,0 1,0 0,-1 0,1 0,0-1,0 1,-1 0,1 1,0-1,0 0,0 0,-1 0,1 1,0-1,0 1,0-1,0 1,0-1,0 1,0 0,0-1,-1 2,-1 6,0 0,0 0,1 1,0 0,1-1,0 1,0 0,1 0,0-1,0 1,1 0,-1 12,1 107,1 33,-16 109,-9-81,-13 159,45-205,-3-115</inkml:trace>
  <inkml:trace contextRef="#ctx0" brushRef="#br3" timeOffset="-23541.419">25126 4573,'0'16,"0"15,-2 10,-1 8,0 4,-1 3,-3 1,0-3,-2-4,0-5,-2-8,2-11</inkml:trace>
  <inkml:trace contextRef="#ctx0" brushRef="#br3" timeOffset="-23291.494">24926 5174,'9'3,"10"2,6 1,6 0,4-2,1-2,-4 0,-4-3,-8-2</inkml:trace>
  <inkml:trace contextRef="#ctx0" brushRef="#br3" timeOffset="-22981.775">24980 4507,'0'-5,"9"-1,14 0,15 1,14 2,8 1,-7 0</inkml:trace>
  <inkml:trace contextRef="#ctx0" brushRef="#br3" timeOffset="-22698.006">25433 4721,'76'13,"96"27,-169-40,0 1,0 0,0 0,0 0,0 1,-1-1,1 0,-1 1,1 0,-1 0,1 0,-1 0,0 0,0 0,0 1,0-1,0 0,-1 1,1 0,-1-1,0 1,0 0,0 0,0 0,0 0,0 0,-1 0,1 0,-1 0,0 0,0 0,0 0,0 0,-1 0,1 0,-1 0,0 0,0 0,-108 205,104-194,0 0,1 1,1-1,0 1,1-1,0 1,2 0,-1-1,2 1,0 0,1 0,0-1,1 1,1-1,0 0,1 0,1 0,0-1,0 1,2-1,0 0,8 12,-2-6</inkml:trace>
  <inkml:trace contextRef="#ctx0" brushRef="#br3" timeOffset="-22416.048">25433 5174,'16'-2,"19"-1,22 0,23 1,22 1,-7 0</inkml:trace>
  <inkml:trace contextRef="#ctx0" brushRef="#br3" timeOffset="-21047.72">26142 4011,'88'-4,"0"4,0 3,0 5,0 3,-1 4,-1 4,-1 4,-1 3,-1 4,-1 3,4 7,-67-31,7 1,-1 2,0 1,-1 0,0 2,-2 1,0 1,-19-14,-1 0,0 0,0 0,0 1,-1-1,1 1,-1-1,0 1,0 0,0-1,-1 1,1 0,-1 0,0 0,0-1,0 1,-1 0,1 0,-1 0,0-1,0 1,0 0,0-1,-1 1,1-1,-1 0,0 1,0-1,0 0,-3 3,-8 21,-2 26,1 0,4 1,1 0,3 0,2 1,3-1,4 39,12 117,10-1,9-1,8-1,53 142,-78-285,29 121,-8 2,-9 1,-3 47,19 549,-27-116,-18-598,-1-61,0 0,-1 0,0 0,0-1,-1 1,0-1,-1 0,0 0,-4 7,-11 24,17-35,1-1,-1 0,0 1,0-1,0 0,0-1,0 1,-1 0,1 0,-1-1,0 0,1 1,-1-1,0 0,-1-1,1 1,0 0,0-1,-1 0,1 1,-1-2,1 1,-1 0,0-1,1 1,-1-1,-2 0,-103-18,85 12,-168-31,-193-10,259 34,-558-67,-551-53,1068 121,-136 8,347-17,-33 15</inkml:trace>
  <inkml:trace contextRef="#ctx0" brushRef="#br3" timeOffset="-17167.031">22987 6378,'0'4,"0"1,0-1,0 0,1 1,-1-1,1 0,0 0,1 1,-1-1,1 0,0 0,0 0,0-1,0 1,1 0,-1-1,1 0,0 1,0-1,0 0,0-1,1 1,-1 0,1-1,0 0,0 0,0 0,0 0,0-1,0 1,0-1,0 0,0 0,1-1,1 1,-5-1,0 0,0 0,1 1,-1-1,0 0,1 0,-1 0,0 0,1-1,-1 1,0 0,0 0,1-1,-1 1,0-1,0 1,1-1,-1 0,0 1,0-1,0 0,0 0,0 0,0 0,0 0,0 0,-1 0,1 0,0 0,0 0,-1 0,1 0,-1-1,1 1,-1 0,0 0,1-1,-1 1,0 0,0-1,0 1,0-1,-15-54,13 52,0 1,0 0,0 0,0-1,0 1,0 0,-1 1,0-1,1 0,-1 1,0 0,0-1,-1 1,1 0,0 0,-1 1,1-1,-1 1,1 0,-1 0,0 0,1 0,-1 1,0-1,0 1,1 0,-3 0,-8 7</inkml:trace>
  <inkml:trace contextRef="#ctx0" brushRef="#br3" timeOffset="-16886.176">23014 6766,'1'1,"0"1,-1-1,1 0,0 1,0-1,0 0,0 0,0 0,0 0,0 0,0 0,1 0,-1 0,0 0,1-1,-1 1,1 0,-1-1,0 1,1-1,-1 0,1 1,-1-1,1 0,-1 0,1 0,0 0,-1 0,1 0,-1 0,1-1,-1 1,1-1,-1 1,0-1,1 1,-1-1,0 0,1 0,-1 0,2-1,1-1,-1 0,0 0,-1 0,1 0,0 0,-1-1,0 1,0-1,0 0,0 1,0-1,-1 0,1-2,-1 3,0 1,0-1,0 0,0 0,-1 1,1-1,-1 0,1 0,-1 0,0 0,0 0,-1 0,1 1,0-1,-1 0,0 0,0 0,0 1,0-1,0 0,0 1,-1-1,1 1,-1-1,0 1,1 0,-1 0,0 0,-1 0,1 0,0 0,0 0,-1 1,1-1,-1 1,0 0,1 0,-1 0,0 0,0 0,1 0,-1 1,0-1,0 1,-1 0,3 0,0 0,0 1,0-1,0 0,0 1,0-1,0 1,1-1,-1 1,0-1,0 1,0 0,1-1,-1 1,0 0,0 0,1-1,-1 1,1 0,-1 0,1 0,-1 0,1 0,0 0,-1 0,1 0,0 0,0 0,0 0,0 0,-1 0,2 0,-1 0,0 0,0 0,0 0,0 0,1 0,-1 0,0 0,1 0,-1 0,1-1,-1 1,1 0,-1 0,1 0,-1 0,1-1,0 1,0 0,-1-1,1 1,0 0,0-1,0 1,0-1,14 15</inkml:trace>
  <inkml:trace contextRef="#ctx0" brushRef="#br3" timeOffset="-16617.069">23415 6726,'14'-73,"3"2,18-48,-13 50,-7 20,-10 47,-6 19,-2 16,-9 70,6 0,4 70,8-94,-5-52</inkml:trace>
  <inkml:trace contextRef="#ctx0" brushRef="#br3" timeOffset="-16331.57">23388 6899,'23'-2,"16"-1,14-2,8 0,8 1,-8 0</inkml:trace>
  <inkml:trace contextRef="#ctx0" brushRef="#br3" timeOffset="-16330.57">24150 6926,'7'-9,"2"-3</inkml:trace>
  <inkml:trace contextRef="#ctx0" brushRef="#br3" timeOffset="-18672.266">20594 6391,'13'232,"-12"-41,-9-218,2-55,4 0,6-58,-3 124,0-1,1 1,1 0,0 0,1 0,1 0,0 0,5-7,-10 23,0 0,0 1,0-1,0 0,0 1,0-1,0 0,0 1,1-1,-1 0,0 1,0-1,0 0,0 1,1-1,-1 0,0 0,0 1,1-1,-1 0,0 0,0 0,1 1,-1-1,0 0,1 0,-1 0,0 0,1 0,-1 1,0-1,1 0,-1 0,0 0,1 0,-1 0,0 0,1 0,-1 0,1 0,-1 0,0-1,1 1,-1 0,0 0,0 0,1 0,-1 0,0-1,1 1,-1 0,0 0,0 0,1-1,-1 1,0 0,0-1,1 1,-1 0,0-1,4 37,-4-35,-1 44,0-33,1 0,0 0,0 0,1 0,1 0,0 0,3 8,-4-18,0 0,0 0,0 0,0-1,0 1,0 0,1-1,-1 1,0-1,1 1,0-1,-1 1,1-1,0 0,0 0,-1 0,1 0,0 0,0-1,0 1,0 0,0-1,0 0,0 1,1-1,-1 0,0 0,0 0,0 0,0 0,0-1,0 1,0-1,0 1,0-1,0 0,0 0,1 0,72-43,-61 31,0 0,0-1,-1-1,-1 0,-1-1,0-1,-1 1,-1-1,0-1,0-3,-12 73,-11 110,5 110,9-238</inkml:trace>
  <inkml:trace contextRef="#ctx0" brushRef="#br3" timeOffset="-18367.303">21182 6458,'-7'11,"0"0,1 1,1-1,0 1,0 1,1-1,1 1,0-1,1 1,0 0,1 0,0 0,1 0,0 0,1 0,1 0,0 0,1 0,0-1,1 1,1-1,-1 0,2 0,0-1,0 1,1-1,1-1,3 5,-8-12,-1 0,1 0,0 0,0-1,0 1,0-1,0 1,0-1,1-1,-1 1,1 0,-1-1,1 1,0-1,0 0,0-1,-1 1,1-1,0 1,0-1,0 0,0 0,0-1,0 1,0-1,-1 0,1 0,0 0,0-1,-1 1,4-3,4-6,-1-2,0 1,0-1,-1-1,0 0,-2 0,1 0,-1-1,-1 0,-1-1,0 1,-1-1,0 0,0-4,47-230,-44 221</inkml:trace>
  <inkml:trace contextRef="#ctx0" brushRef="#br3" timeOffset="-18099.014">21570 6352,'21'18,"15"15,13 11,10 7,6 7,1 1,-3 1,-9-3,-8-4,-11-10,-8-9,-8-11</inkml:trace>
  <inkml:trace contextRef="#ctx0" brushRef="#br3" timeOffset="-17832.597">22051 6432,'-20'6,"-19"10,-13 13,-8 11,-2 10,0 8,7 3,9 0,14-3,16-10,10-12</inkml:trace>
  <inkml:trace contextRef="#ctx0" brushRef="#br3" timeOffset="-17433.27">22359 6404,'-3'1,"-1"1,1-1,0 0,-1 1,1 0,0 0,0 0,0 0,0 0,1 1,-1-1,1 1,-1-1,1 1,0 0,0 0,0 0,0 1,1-1,-1 0,1 0,0 1,0-1,0 1,0 0,1-1,-1 1,1-1,0 1,0 0,0-1,1 1,-1-1,1 1,0-1,0 1,0-1,1 1,-1-1,1 0,0 1,8 12,1 0,1 0,0-1,1 0,1-1,0-1,1 0,11 7,-6-5,-2 1,0 0,-1 1,-1 1,7 11,-21-28,0 1,-1 0,1-1,0 1,-1 0,0 0,0 0,1 1,-1-1,0 0,-1 0,1 1,0-1,-1 0,1 1,-1-1,0 0,0 1,1-1,-2 1,1-1,0 1,0-1,-1 0,0 1,1-1,-1 0,0 1,0-1,0 0,0 0,-1 0,1 0,0 0,-1 0,0 0,1-1,-1 1,0 0,-1 0,-5 2,-1 0,0 0,0-1,0 0,-1-1,1 0,-1 0,0-1,1 0,-1-1,0 0,1-1,-1 0,0 0,1-1,-1 0,1-1,-8-3,15 6,1-1,-1 1,1-1,0 1,-1-1,1 0,0 0,0 0,-1 0,1 0,0 0,0 0,0 0,0 0,0-1,1 1,-1 0,0 0,1-1,-1 1,0-1,1 1,0 0,-1-1,1 1,0-1,0 1,0-1,0 1,0-1,0 1,0-1,0 1,1-1,-1 0,31-45,47-28,37-47,-108 115,-1-1,0 0,-1 0,0 0,0-1,-1 0,0 0,-1 0,1 0,-2 0,1-1,-1 0,-1 1,0-1,0 0,-1 1,0-1,-1 0,0 0,0 1,-2-5,1 10,0 1,-1 0,1 0,-1 0,1 0,-1 0,0 1,0-1,0 1,0 0,0 0,-1 0,1 0,-1 1,1-1,-1 1,1 0,-1 0,0 0,0 0,0 1,1 0,-1 0,0 0,0 0,0 0,0 1,-3 0,1 0,0 0,0 1,0 0,0 0,1 0,-1 1,0 0,1 0,0 0,-1 1,1-1,1 1,-1 1,1-1,-1 1,1-1,-2 4,5-6,0 0,0 0,0 0,0 0,0 1,0-1,0 0,1 0,-1 1,1-1,0 0,-1 1,1-1,0 1,0-1,1 0,-1 1,0-1,1 0,0 1,-1-1,1 0,0 0,0 0,0 1,1-1,-1 0,0 0,1-1,-1 1,1 0,0 0,-1-1,2 1,21 17</inkml:trace>
  <inkml:trace contextRef="#ctx0" brushRef="#br2" timeOffset="63573.476">20795 3370,'233'-266,"-116"106,-109 156,-10 19,-4 7,-62 282,63-269,2 1,1 0,2-1,1 1,2-1,1 1,8 26,10 13,0-14</inkml:trace>
  <inkml:trace contextRef="#ctx0" brushRef="#br2" timeOffset="66939.285">22587 3277,'-1'-1,"1"0,-1 0,0 0,0 0,1 0,-1 0,0 1,0-1,0 0,0 1,0-1,1 1,-1-1,-1 1,1-1,0 1,0-1,0 1,0 0,0 0,0 0,0-1,0 1,0 0,-1 0,1 1,0-1,0 0,0 0,0 0,0 1,0-1,0 1,0-1,0 1,0-1,0 1,0-1,0 1,0 0,0 0,1-1,-1 1,0 0,0 0,1 0,-1 1,-33 47,27-36,0 0,1 0,1 0,0 1,1 0,0 0,1 0,1 0,0 1,1-1,0 1,1-1,1 0,0 1,3 9,-2-19,1 0,0 0,-1 0,2 0,-1-1,1 1,-1-1,1 0,0 0,1 0,-1-1,1 1,-1-1,1 0,0 0,0-1,1 0,-1 1,0-2,1 1,-1-1,1 1,0-2,-1 1,1-1,0 1,-1-2,1 1,0 0,-1-1,1 0,-1-1,1 1,-1-1,1 0,-1-1,0 1,0-1,0 0,0 0,2-2,4-3,0 0,-1-1,0 0,0-1,-1 0,0 0,-1-1,0-1,-1 1,0-1,-1 0,0 0,-1-1,0 0,-1 0,-1 0,0 0,0-1,-2 1,1-1,-2 0,0 1,0-1,-2 1,0-1,0 1,-1-1,0 1,-2 0,1 0,-1 1,-2-3,3 10,0 0,0 0,0 0,-1 0,1 1,-1-1,0 1,-1 0,1 1,-1-1,0 1,1 0,-1 1,0-1,-1 1,1 1,0-1,-1 1,1 0,-1 0,1 1,-1 0,1 0,-1 0,1 1,-1 0,1 0,0 1,-1 0,1 0,0 0,0 1,0 0,0 0,1 0,-1 1,1 0,-3 2,1 1,0-1,1 1,-1 1,1-1,0 1,1 0,0 0,0 1,1 0,0-1,1 1,0 1,0-1,1 0,0 1,0-1,1 1,1 0,0-1,0 1,0 0,1-1,1 1,0 0,3 8,16 42</inkml:trace>
  <inkml:trace contextRef="#ctx0" brushRef="#br2" timeOffset="67671.594">24244 3249,'142'-179,"-74"63,-68 116,0 0,0 0,0 0,0 0,0 1,0-1,1 0,-1 0,0 0,0 0,0 0,0 0,0 0,0 0,1 0,-1 0,0 1,0-1,0 0,0 0,1 0,-1 0,0 0,0 0,0 0,0 0,1 0,-1 0,0 0,0 0,0 0,0 0,0-1,1 1,-1 0,0 0,-4 23,3-22,-29 155,7 1,7 4,14-129,1-18,1 0,-2 0,0 0,0 0,-1 0,-1 0,-5 11,8-23,0 0,0-1,0 1,0 0,-1-1,1 1,-1-1,1 0,-1 1,1-1,-1 0,0 0,0 0,0 0,1 0,-1 0,0-1,0 1,0-1,0 1,0-1,0 0,0 0,0 1,-1-2,1 1,0 0,0 0,0-1,0 1,0-1,0 1,0-1,1 0,-1 0,0 0,0 0,-1-1,4 2,-1 1,0-1,1 0,-1 0,0 0,0 0,1 0,-1 0,0 0,1 0,-1 0,0 0,1 0,-1 0,0 0,1 0,-1 0,0 0,0-1,1 1,-1 0,0 0,1 0,-1 0,0-1,0 1,1 0,-1 0,0 0,0-1,0 1,1 0,-1 0,0-1,0 1,0 0,0-1,0 1,0 0,1 0,-1-1,0 1,0 0,0-1,0 1,0 0,0-1,0 1,0 0,0-1,0 1,-1 0,1 0,0-1,0 1,0 0,0-1,0 1,0 0,-1 0,225 8,-135-6,-63-1</inkml:trace>
  <inkml:trace contextRef="#ctx0" brushRef="#br1" timeOffset="87786.745">12239 2328,'0'0,"0"1,1-1,-1 0,0 1,1-1,-1 1,0-1,1 0,-1 1,0-1,1 0,-1 0,1 1,-1-1,1 0,-1 0,1 0,-1 1,0-1,1 0,-1 0,1 0,-1 0,1 0,-1 0,1 0,-1 0,1 0,-1 0,1 0,-1-1,1 1,-1 0,1 0,-1 0,1-1,-1 1,0 0,1 0,-1-1,1 1,-1 0,0-1,1 1,-1-1,0 1,1 0,-1-1,0 1,0-1,0 1,1-1,-1 1,0-1,0 1,0-1,6-29,43-517,-15 207,-10-203,-52-84,29 597,0 21,0 0,-1 0,0 0,0 0,-1 0,-1 0,1 0,-1 0,-1 0,-1-3,4 12,0-1,0 1,0-1,0 1,0 0,0-1,0 1,0-1,0 1,-1-1,1 1,0-1,0 1,-1 0,1-1,0 1,0-1,-1 1,1 0,0-1,-1 1,1 0,-1 0,1-1,0 1,-1 0,1 0,-1-1,1 1,-1 0,1 0,-1 0,1 0,0 0,-1 0,1 0,-1 0,1 0,-1 0,1 0,-1 0,1 0,-1 0,1 0,-1 0,1 1,-1-1,1 0,0 0,-1 1,1-1,-1 0,1 0,0 1,-1-1,1 0,0 1,-1-1,1 1,0-1,0 0,-1 1,-8 29,10-26,-1 1,2-1,-1 0,0 0,1 0,-1 0,1 0,0 0,1-1,-1 1,1-1,-1 1,1-1,0 0,0 0,1 0,-1 0,0-1,1 1,0-1,0 0,-1 0,1 0,0-1,1 1,-1-1,0 0,0 0,0-1,1 1,-1-1,4 0,-4 1,88 17,1-3,1-6,-1-3,39-4,-102-2,1176-27,-747 8,2713-28,-1386 26,-585 3,945-19,-176 22,-47 67,-571-52,-1363-1,8 1,0-1,-1 1,1 0,0 0,0 0,0 0,-1 1,1-1,0 1,0-1,0 1,0 0,0 1,0-1,0 0,0 1,0 0,8 17,4-10</inkml:trace>
  <inkml:trace contextRef="#ctx0" brushRef="#br1" timeOffset="90317.375">17907 2622,'6'-9,"0"-1,-1 1,0-1,-1 0,0-1,0 1,-1-1,0 1,-1-1,0 0,-1 0,-1 0,1 0,-2 0,0-11,2-26,63-611,-23-174,-30 37,-11 794,0 1,1 0,-1 0,0 0,0-1,0 1,0 0,0 0,0 0,0-1,0 1,-1 0,1 0,0 0,-1-1,1 1,-1 0,1 0,-1 0,0 0,1 0,-1 0,0 0,0 0,1 0,-1 1,0-1,0 0,0 0,0 1,0-1,0 0,-1 1,1-1,0 1,0 0,0-1,0 1,-1 0,1 0,0 0,0 0,0 0,-1 0,1 0,0 0,0 0,0 0,-1 1,1-1,0 0,0 1,0-1,0 1,0 0,0-1,0 1,-1 0,-8 7,0 0,0 0,1 1,0 1,1-1,0 2,0-1,1 1,0 0,1 0,1 1,-2 4,4-12,0 1,0 0,1 0,-1 0,1 0,1 0,-1 0,0 1,1-1,0 0,1 1,-1-1,1 1,0-1,0 1,1 0,0-1,0 0,0 1,0-1,1 0,0 1,0-1,0 0,1 0,0-1,0 1,0 0,0-1,1 0,0 0,0 0,0 0,0-1,4 3,-3-4,1 0,0 0,0 0,0-1,0 0,0 0,0-1,0 0,0 0,0 0,0-1,0 0,0 0,0 0,-1-1,1 1,0-2,-1 1,1-1,-1 1,1-1,-1-1,0 1,-1-1,1 0,-1 0,1 0,-1-1,-1 0,1 1,0-1,-1 0,0-1,0 1,-1-1,0 1,0-1,0 0,0 0,-1 1,0-1,0 0,-1-1,0 1,0 0,0 0,-1 0,1 0,-2 0,1 0,-2-5,0 5,1 0,-1 0,0 1,-1-1,0 1,0-1,0 1,0 0,-1 1,1-1,-1 1,-1 0,1 0,0 0,-1 1,0 0,0 0,-6-2,9 4,0-1,-1 1,1 0,0 1,-1-1,1 1,-1-1,1 1,-1 0,0 0,1 1,-1-1,1 1,0 0,-1-1,1 2,-1-1,1 0,0 1,0-1,0 1,0 0,0 0,0 0,1 0,-1 1,0-1,1 1,0 0,0 0,0-1,0 1,0 0,0 1,0 1,-1 2,0 0,1 1,0-1,0 1,1-1,0 1,0 0,1 0,0-1,0 1,1 0,0 0,0-1,1 1,0 0,0-1,1 0,0 1,0-1,0-1,1 1,2 2,0 1,1-1,0 1,1-1,0 0,0-1,1 0,0-1,1 1,-1-2,1 1,1-1,-1-1,1 0,5 1,-13-4,1-1,-1 0,1 1,0-1,-1-1,1 1,0-1,0 1,0-1,0 0,-1-1,1 1,0 0,0-1,0 0,-1 0,1 0,-1-1,1 1,-1-1,1 0,-1 0,0 0,1 0,-1 0,-1-1,1 0,0 1,-1-1,1 0,-1 0,0 0,0-1,0 1,1-2,2-9,-1 0,0-1,-1 1,-1-1,0 0,-1 1,-1-1,0 0,-1 0,-1 0,0 1,-1-1,0 1,-1 0,-1-1,0 2,-1-1,-7-11,11 21,0-1,-1 1,1 0,-1 0,0 0,-1 1,1-1,0 1,-1 0,0-1,0 2,0-1,0 0,0 1,-1 0,1 0,-1 0,1 1,-1-1,0 1,0 0,1 0,-1 1,0 0,0-1,0 2,0-1,0 0,1 1,-1 0,0 0,0 1,1-1,-5 3,-4 4,0 1,0 0,1 1,1 1,-1 0,2 0,0 1,0 0,1 1,0 0,1 1,1-1,0 2,1-1,0 1,1 0,1 0,1 0,0 0,1 1,0-1,1 1,1 4,1 57</inkml:trace>
  <inkml:trace contextRef="#ctx0" brushRef="#br1" timeOffset="92070.098">23188 2768,'-8'-35,"33"-268,-22-89,-18 0,-21-41,34 415,-7-79,4 1,4-1,4 0,15-90,34-130,-51 314,0-1,-1 1,1-1,-1 1,0-1,0 1,0-1,0 1,-1-1,1 1,-1-1,0 1,0 0,0-1,-1 1,1 0,-1 0,0 0,1 0,-1 0,-1 0,1 1,0-1,-1 1,1-1,-1 1,0 0,0 0,0 0,0 0,0 1,0-1,1 2,0-1,0 1,1 0,-1-1,0 1,1-1,-1 0,1 0,-1 1,0-1,1 0,0 0,-1-1,1 1,0 0,-1 0,1-1,0 1,0 0,0-1,0 1,1-1,-1 1,0-1,0 0,1 1,-1-1,1 0,0 0,-1 1,1-1,0 0,0 0,0 1,0-1,1 0,0-35,0 56,-2-12,1-1,-1 1,1-1,0 1,1-1,-1 1,1-1,1 0,-1 1,1-1,0 0,1 0,-1 0,1 0,0-1,0 1,1-1,0 0,0 1,0-2,1 1,-1 0,1-1,0 0,1 0,-1-1,1 1,-1-1,1 0,0-1,0 1,6 0,-1-2,0-2,0 1,-1-2,1 1,0-1,-1-1,1 0,-1-1,0 1,0-2,0 0,-1 0,1-1,-1 0,0 0,-1-1,0 0,0-1,0 1,-1-2,-1 1,1-1,-1-1,-3 6,-1 0,0 0,0 0,-1 0,1-1,-1 1,0-1,0 1,0-1,-1 1,1-1,-1 0,0 1,-1-1,1 1,-1-1,0 1,0-1,0 1,-1-1,0 1,1 0,-1 0,-1 0,1 0,-1 0,1 0,-1 1,0-1,-1 1,1 0,0 0,-1 0,0 0,0 1,0-1,-2 0,0-1,-1 1,1-1,-1 1,1 1,-1-1,0 1,0 1,0-1,0 1,0 0,0 1,0 0,0 0,0 0,0 1,0 0,0 0,0 1,0 0,0 0,1 1,-1-1,1 2,-1-1,1 1,0-1,1 2,-1-1,1 1,-1 0,2 0,-1 0,0 1,1-1,0 1,0 0,1 0,0 1,0-1,0 1,-1 4,4-7,-1 0,1-1,0 1,0 0,1-1,-1 1,1-1,-1 1,1-1,0 1,1-1,-1 1,0-1,1 0,0 0,0 1,0-1,0-1,0 1,1 0,-1 0,1-1,0 0,0 1,0-1,0 0,0 0,0-1,1 1,6 3,-1-1,1 0,0-1,0 0,0-1,0 0,1-1,-1 0,9 0,-14 0,0-1,-1 0,1 0,0 0,-1 0,1-1,-1 0,1 1,0-2,-1 1,0-1,1 1,-1-1,0-1,0 1,0 0,0-1,0 0,-1 0,1 0,-1 0,0-1,0 1,0-1,0 0,-1 0,1 0,-1 0,0 0,0 0,-1-1,1 1,-1-1,0 1,0-1,-1 0,1 1,-1-1,0-4,-4 1,1 0,-2 0,1 0,-1 0,0 1,-1 0,0 0,0 0,0 1,-1 0,0 0,0 0,-1 1,1 0,-1 1,0 0,-1 0,1 0,-1 1,1 1,-8-2,11 1,-1 1,0 0,1 0,-1 1,0 0,0 0,0 0,0 1,0-1,0 1,0 1,0-1,1 1,-1 0,0 1,0-1,0 1,1 0,-1 1,1-1,0 1,0 0,0 0,0 1,0 0,1-1,-1 2,1-1,0 0,0 1,1 0,-2 2,-7 30</inkml:trace>
  <inkml:trace contextRef="#ctx0" brushRef="#br1" timeOffset="93582.071">28107 202,'0'0,"-1"0,1 0,-1 0,1 1,-1-1,1 0,-1 0,1 0,-1 0,1 0,-1 0,1 0,-1 0,1 0,-1 0,1 0,-1 0,1 0,-1 0,1-1,-1 1,1 0,-1 0,1-1,-1 1,1 0,-1 0,1-1,0 1,-1-1,1 1,0 0,-1-1,1 1,0-1,-1 1,1-1,0 1,0-1,0 1,-1-1,1 1,0-1,0 1,0-1,0 1,0-1,0 1,0-1,0 1,0-1,0 1,0-1,1 1,-1-1,0 1,0-1,0 1,1-1,-1 0,39-5,500 2,629 25,-1058-15,-108-6,-1-1,1 1,0 0,-1 0,1 0,0 0,0 0,-1 0,1 1,0-1,-1 1,1-1,-1 1,1-1,0 1,-1 0,1 0,-1 0,0 0,1 0,-1 0,0 0,1 0,-1 0,0 1,0-1,0 1,0-1,0 1,-1-1,1 1,0-1,-1 1,1-1,-1 1,0 0,1-1,-1 1,0 1,-11 180,4-125,-38 605,44-634,1-14,-1 0,0-1,0 0,-2 1,0-1,0 0,-1 0,-2 3,5-15,0 0,0-1,0 1,0 0,0 0,0-1,0 1,-1-1,1 1,-1-1,1 1,-1-1,1 0,-1 0,0 0,0 0,1 0,-1 0,0 0,0-1,-2 1,4-2</inkml:trace>
  <inkml:trace contextRef="#ctx0" brushRef="#br1" timeOffset="93900.415">29137 1445,'30'6,"29"6,29-1,23-1,18-2,13-4,4-1,0-2,-6 2,-11 0,-17-1,-17 0,-21 0,-26-2,-24 1,-22-1,-18 0,-6 0</inkml:trace>
  <inkml:trace contextRef="#ctx0" brushRef="#br1" timeOffset="94184.626">29337 1445,'-9'22,"-8"20,-5 14,-3 8,-3 5,0-1,-1-4,3-9,6-11,8-14,7-11</inkml:trace>
  <inkml:trace contextRef="#ctx0" brushRef="#br1" timeOffset="94468.724">29658 1512,'-20'16,"-16"16,-9 13,-4 9,5 4,7 1,10-7,14-7,17-11,16-12,13-11,2-8</inkml:trace>
  <inkml:trace contextRef="#ctx0" brushRef="#br1" timeOffset="94718.396">29912 1512,'-23'14,"-14"13,-10 11,-3 7,1 1,8 1,10-6,13-8,16-9,20-9,20-11,16-14,-2-4</inkml:trace>
  <inkml:trace contextRef="#ctx0" brushRef="#br1" timeOffset="94719.396">30233 1485,'-18'14,"-15"13,-11 11,-8 11,-1 6,2 3,8-4,13-7,16-9,18-11,21-10,22-12,17-14,-4-6</inkml:trace>
  <inkml:trace contextRef="#ctx0" brushRef="#br1" timeOffset="94985.063">30581 1539,'-18'9,"-18"10,-11 10,-9 11,-5 6,4 3,7-3,12-4,15-8,18-6,19-9,18-8,14-9,-2-6</inkml:trace>
  <inkml:trace contextRef="#ctx0" brushRef="#br1" timeOffset="95267.031">30768 1740,'-5'18,"-5"13,-7 7,1-1</inkml:trace>
  <inkml:trace contextRef="#ctx0" brushRef="#br2" timeOffset="105645.51">13990 2782,'-2'-1,"0"0,0 1,1-1,-1 0,0 0,0 0,1 0,-1 0,1 0,-1-1,1 1,-1-1,1 1,0-1,0 1,0-1,0 1,0-1,0 0,0 0,0 0,1 1,-1-1,1 0,-1 0,1 0,0 0,0 0,0 0,0 0,0-2,17-63,-11 50,5-22,-1-1,-2 0,-1-1,-3 1,-1-1,-2 0,-2 0,-1 1,-8-35,-7-25,-16-146,34 246,0 0,0-1,-1 1,1 0,0 0,0 0,0 0,-1 0,1 0,0 0,0 0,0 0,-1 0,1 0,0 0,0 0,0 1,-1-1,1 0,0 1,0-1,-1 0,1 1,0-1,-1 1,1-1,-1 1,1-1,0 1,-1 0,1-1,-1 1,0 0,1-1,-1 1,1 0,-1 0,0-1,0 1,1 0,-1 0,0-1,0 1,0 1,15 13,-4-10,0 1,1-2,-1 1,1-2,0 1,0-2,0 0,0 0,1-1,-1 0,0-1,1-1,7-1,12 2,425 6,559-7,-458-6,1535-21,2456 29,-3642-14,-111-11,-408 32,-206-4,-180-3,0 0,1 0,-1 1,0-1,-1 1,1 0,0-1,0 1,-1 0,1 0,-1 0,1 0,-1 0,0 0,0 1,0-1,0 0,0 1,-1-1,1 1,-1-1,1 0,-1 1,0-1,0 1,0-1,0 1,-1-1,1 1,-1-1,1 1,-1-1,0 0,0 1,0-1,0 0,-1 2,-1 11,-8 66,-1-14,3 0,3 1,2-1,4 1,3 0,9 54,3-57,1-11</inkml:trace>
  <inkml:trace contextRef="#ctx0" brushRef="#br2" timeOffset="107481.291">21784 2581,'9'-35,"-2"-1,-2-1,-1 1,-2-1,-1 1,-4-31,3 61,-33-486,19 414,3 95,8 2,0 0,1 0,1 0,1 0,0 0,1 1,2-1,0 0,-3-18,0 1,0-1,1 1,-1-1,1 0,-1 1,1-1,-1 0,1 0,0 1,-1-1,1 0,0 0,0 0,0 0,0 0,0 0,0 0,0 0,1 0,-1 0,0-1,0 1,1 0,-1-1,0 1,1-1,-1 0,0 1,1-1,-1 0,1 0,-1 0,0 0,1 0,-1 0,1 0,-1-1,1 1,-1 0,0-1,1 1,-1-1,0 1,0-1,1 0,-1 1,0-1,0 0,0 0,0 0,0 0,0 0,0 0,0 0,0-1,2-1,-1 0,1 0,-1 0,0-1,0 1,0-1,-1 1,1-1,-1 1,1-1,-1 0,-1 0,1 0,0 1,-1-1,0 0,0 0,0 0,0 0,-1 0,0 0,1 1,-1-1,-1 0,1 0,0 1,-1-1,0 1,0-1,0 1,0 0,-1 0,1 0,-1 0,1 0,-1 0,0 1,0 0,-1-1,1 1,0 0,-1 0,1 1,-1-1,0 1,1 0,-1 0,0 0,0 0,0 1,0-1,1 1,-1 0,0 0,0 1,-1-1,-2 3,0 0,0 0,0 0,1 1,-1 0,1 1,0-1,0 1,1 0,0 0,0 1,0 0,0 0,1 0,0 0,0 1,1-1,-1 1,1 0,1 0,-1 3,1-5,1 0,-1 0,1 0,0 1,1-1,-1 0,1 1,0-1,1 1,-1-1,1 0,0 1,0-1,0 0,1 0,0 0,0 0,1 0,-1 0,1-1,0 1,0-1,0 0,1 0,-1 0,1 0,0 0,0-1,5 3,-1-1,1 0,-1-1,1 0,0-1,1 0,-1 0,1-1,-1 0,1-1,-1 0,1 0,0-1,0-1,-1 1,1-2,0 1,-1-1,1-1,-1 1,0-2,0 1,0-1,0-1,-1 1,0-1,0-1,2-1,-6 3,-1-1,0 1,1-1,-2 1,1-1,0 0,-1 0,0 0,0 0,-1-1,1 1,-1 0,0-1,-1 1,1-1,-1 1,0-1,0 1,-1-1,0 1,0 0,0-1,-2-4,-1-4,-1 1,-1-1,-1 1,1 0,-2 0,0 0,0 1,-5-3,5 5,0 1,0 1,-1 0,0 0,-1 0,1 2,-1-1,-10-4,17 9,0 1,0-1,0 1,-1 0,1 0,0 0,-1 1,1-1,-1 1,1-1,0 1,-1 0,1 1,-1-1,1 0,-1 1,1 0,0 0,-1 0,1 0,0 1,0-1,0 1,0 0,0-1,0 2,0-1,1 0,-1 0,1 1,0-1,-1 2,-3 6,0 0,1 1,0 0,0 0,1 0,1 1,0-1,1 1,0 0,1 0,0-1,0 1,2 0,-1 0,2 0,-1 0,2 0,-1-1,4 8,-2-8,0 0,1-1,0 1,1-1,0 0,0 0,1-1,1 1,-1-2,1 1,1-1,2 1,-7-5,0-1,1 1,0-1,0 0,0-1,0 1,0-1,1 0,-1 0,1-1,-1 0,1 1,-1-2,1 1,0-1,0 0,-1 0,1 0,0-1,-1 0,1 0,0-1,-1 1,0-1,5-2,-2-2,0 0,1 0,-2-1,1 0,-1-1,0 1,-1-1,0-1,0 1,0-1,-1 0,-1 0,0 0,0-1,0 0,-1 0,-1 0,0 0,0 0,-1 0,0 0,-1-1,0 1,-1 0,0-1,0 1,-1 0,-2-4,4 10,-2 0,1 0,0 0,-1 0,1 0,-1 1,0-1,-1 0,1 1,-1-1,1 1,-1 0,0 0,0 0,0 0,-1 0,1 1,-1 0,1-1,-1 1,0 0,0 1,0-1,0 1,0 0,0 0,0 0,0 0,0 1,-1 0,1 0,0 0,0 0,-1 1,1-1,0 1,0 0,0 0,0 1,0-1,0 1,-8 3,0 1,1 0,0 0,0 1,1 1,0 0,0 0,1 1,0 0,1 1,-1-1,2 2,0-1,0 1,1 0,0 1,1 0,3-9,1 1,0 0,0 0,0 0,0 0,1 0,-1 0,1 0,0 0,0 0,1 0,-1 0,1 0,0 0,0 0,0 0,1 0,-1-1,1 1,0 0,0-1,0 0,1 1,-1-1,1 0,0 0,-1 0,1-1,1 1,-1-1,0 1,1-1,-1 0,1 0,3 1,4 2,1-1,0 0,0 0,0-1,0-1,1 0,-1-1,1 0,-1-1,1 0,-1-1,1 0,-1-1,0-1,1 0,-1 0,-1-1,7-4,-13 6,-1 0,0-1,0 0,0 0,0 0,0-1,-1 1,0-1,1 0,-1 0,-1 0,1 0,0 0,-1-1,0 1,0-1,0 0,-1 0,0 1,0-1,0 0,0 0,-1 0,0 0,0 0,0-2,-1-4,-1 0,0 1,-1-1,0 1,0-1,-1 1,-1 0,0 0,0 1,-1 0,-4-6,2 5,0 0,0 0,-1 1,0 1,-1-1,0 2,0-1,-11-5,17 11,-1-1,1 1,-1 0,0 0,0 0,0 1,0 0,0 0,0 0,0 0,0 1,0 0,0 0,0 0,0 1,0 0,0 0,0 0,0 0,0 1,0 0,0 0,0 0,2 1,-1-1,1 0,0 1,0-1,0 1,0 0,0 0,1 0,-1 0,1 1,0-1,0 1,0-1,1 1,-1 0,1 0,0-1,0 1,0 0,0 0,1 0,-1 0,1 0,0 0,1 1,-1-1,1 0,1 8,0-1,1 0,0 0,1 0,1 0,0 0,0-1,6 8,16 23</inkml:trace>
  <inkml:trace contextRef="#ctx0" brushRef="#br2" timeOffset="108870.81">15822 2541,'0'-614,"1"600,-10-41,8 55,0 0,0-1,0 1,0 0,0 0,0-1,-1 1,1 0,0 0,0 0,0 1,0-1,0 0,0 0,0 0,0 1,0-1,0 1,0-1,0 1,0-1,0 1,0-1,0 1,0 0,1-1,-1 1,0 0,0 0,1 0,-1 0,1 0,-1-1,1 1,-1 1,1-2,-9 12,0 0,1 0,1 1,0 0,1 0,0 1,1 0,0 0,1 0,1 1,0-1,1 6,1-17,1 1,-1 0,1 0,0-1,1 1,-1 0,0 0,1-1,0 1,0 0,0-1,0 1,1-1,-1 1,1-1,0 0,0 0,0 0,1 0,-1 0,1 0,-1 0,1-1,0 0,0 1,0-1,0 0,1 0,-1-1,0 1,1-1,-1 1,1-1,0 0,-1-1,1 1,0 0,-1-1,1 0,0 0,0 0,-1-1,1 1,2-2,0 0,0 0,0 0,0-1,-1 0,1 0,-1-1,0 1,0-1,0 0,-1 0,1-1,-1 0,0 1,0-1,-1-1,1 1,-1 0,0-1,-1 0,1 1,-1-1,0 0,-1 0,0-1,1-3,-1 5,0 0,0 0,-1 0,1 0,-1 0,0 0,-1 0,1 0,-1 0,0 0,0 0,-1 0,0 0,1 1,-2-1,1 1,0-1,-1 1,0 0,0 0,0 0,0 0,-1 0,0 1,1 0,-1-1,0 1,-1 1,1-1,-1 1,1-1,-5 0,5 2,1 0,-1 0,1 1,-1 0,1-1,-1 1,1 0,-1 1,1-1,-1 1,1-1,-1 1,1 0,-1 1,1-1,0 0,0 1,0 0,0 0,0 0,0 0,0 0,0 0,1 1,-1 0,1-1,0 1,0 0,0 0,0 0,0 0,1 0,-1 2,-1 0,0 1,1 0,0 0,0 0,0 0,1 0,0 1,0-1,0 0,1 1,0-1,0 1,1-1,-1 0,2 0,-1 1,1-1,1 3,1-2,1-1,0 0,0 0,1-1,0 1,0-1,0 0,1-1,-1 0,1 0,0 0,0-1,1 0,-1 0,1-1,-1 0,1 0,0-1,0 0,0 0,-1-1,1 0,0 0,0-1,0 0,0 0,-1-1,1 0,0 0,-1-1,0 0,0 0,0-1,0 0,0 0,-1-1,1 0,-1 0,0 0,0-2,-1-1,0 1,-1-1,0 0,-1 0,1 0,-2-1,1 1,-1-1,0 0,-1 1,0-1,-1 0,0 0,0 0,0 0,-1 0,-1 1,0-1,0 0,0 1,-1 0,-1-1,1 1,-1 0,0 0,-1 1,0 0,0-1,-1 2,0-1,0 1,0-1,-8-4,12 10,1 0,-1-1,0 1,0 0,-1 0,1 0,0 0,0 0,0 1,-1-1,1 1,0-1,-1 1,1 0,0 0,-1 0,1 0,-1 0,1 0,0 1,0-1,-1 1,1 0,0 0,0 0,0 0,-1 0,1 0,0 0,1 1,-1-1,0 1,0-1,1 1,-1 0,0 0,1 0,0 0,0 0,-1 0,1 0,0 1,-4 6,0 0,1 0,0 1,0 0,1-1,1 1,0 0,0 0,0 1,2-1,-1 0,1 0,1 1,0-1,0 0,1 0,0 0,1 0,0 0,1 1,-4-10,1 1,0 0,-1-1,1 1,0-1,0 0,0 1,0-1,0 1,0-1,0 0,0 0,1 0,-1 0,0 0,1 0,-1 0,1 0,-1-1,1 1,-1 0,1-1,0 1,-1-1,1 0,0 1,-1-1,1 0,0 0,-1 0,1 0,0-1,-1 1,1 0,0-1,-1 1,1-1,-1 1,1-1,-1 0,1 0,-1 0,1 0,0 0,7-12</inkml:trace>
  <inkml:trace contextRef="#ctx0" brushRef="#br2" timeOffset="109899.659">14110 2006,'0'0,"0"-1,-1 0,1 0,0 0,-1 0,1 1,-1-1,1 0,-1 1,0-1,1 0,-1 1,0-1,1 1,-1-1,0 1,0-1,0 1,1-1,-1 1,0 0,0-1,0 1,0 0,0 0,1 0,-1 0,0 0,0 0,0 0,0 0,0 0,0 0,0 0,0 1,1-1,-2 1,-417-2,67 0,-687 13,117 80,455-35,-24-20,-318-19,788-19,34 2,70 26,-60-22</inkml:trace>
  <inkml:trace contextRef="#ctx0" brushRef="#br2" timeOffset="110950.868">14164 1860,'-10'-6,"0"1,0 1,0-1,-1 2,1-1,-1 2,0-1,0 1,0 1,-4 0,10 1,0 0,1 0,-1 0,0 1,0 0,1 0,-1 0,0 1,1-1,0 1,-1 0,1 1,0-1,0 1,0-1,0 1,1 0,-1 1,1-1,-1 1,1-1,1 1,-1 0,-2 4,2-3,0 0,1 0,-1 0,1 0,0 0,1 1,-1-1,1 1,0-1,0 1,1-1,0 1,0 0,0-1,0 1,1-1,0 1,0-1,1 1,0-1,0 1,0-1,0 0,1 0,0 0,0-1,0 1,0 0,1-1,0 0,0 0,0 0,0-1,1 1,-1-1,1 0,0 0,0-1,0 1,0-1,1 0,1 0,3 0,0 0,0-1,0 0,0 0,0-1,0-1,0 0,0 0,0-1,0 0,0 0,0-1,-1-1,0 0,8-4,-11 5,-1 0,0 0,0 0,0-1,-1 0,1 0,-1 0,0 0,0-1,0 0,-1 0,1 0,-1 0,0 0,-1-1,1 1,-1-1,-1 0,1 1,-1-1,1 0,-2 0,1 0,-1 0,0 0,0 0,0-1,-2-3,-1 1,1-1,-2 1,1 0,-1 0,0 0,-1 1,0 0,-1 0,1 0,-2 0,1 1,-1 0,0 0,0 1,-1 0,0 0,0 0,0 1,-1 1,1-1,-1 2,0-1,-1 1,1 0,-1 1,1 0,-1 1,1 0,-1 0,0 1,0 0,1 1,-1 0,0 0,1 1,-1 1,1-1,0 1,0 1,0 0,0 0,1 1,-1 0,1 1,0-1,1 1,-1 1,-3 4,7-7,0 1,1 0,-1-1,1 1,0 1,0-1,1 0,-1 1,1-1,0 1,1 0,-1 0,1-1,0 1,1 0,0 0,0 0,0 0,0 0,1 0,0 0,0 0,1-1,-1 1,1 0,1-1,-1 1,1-1,0 0,0 0,0 0,1 0,0 0,0-1,3 3,6 1,0-1,1-1,0 0,0 0,1-2,-1 0,1 0,0-2,0 0,0 0,0-1,0-1,0-1,12-1,-11 0,-1 0,1-1,0 0,-1-1,1-1,-1-1,0 0,8-5,-18 8,0 0,0 0,0-1,0 1,0-1,-1 0,1 0,-1-1,0 1,0-1,-1 0,0 0,0 0,0-1,0 1,-1 0,0-1,0 0,0 0,-1 0,0 1,0-1,0 0,-1-1,0-2,-1 0,-1 1,0-1,0 1,0-1,-1 1,0 0,-1 0,0 0,0 0,-1 1,0 0,0 0,0 0,-1 0,0 1,-1 0,1 0,-1 1,0 0,-1 0,1 0,-1 1,0 1,0-1,0 1,0 0,-1 1,1 0,-1 0,1 1,-1 0,0 0,1 1,-1 1,0-1,0 1,-3 1,3 2,-1-1,1 1,0 1,1 0,-1 0,1 1,0 0,0 0,0 1,1 0,0 0,1 1,0 0,0 0,0 0,1 1,0 0,1 0,0 0,0 1,1-1,1 1,-1 0,1 1,2-7,-1 0,1 0,-1 1,1-1,1 0,-1 1,1-1,-1 0,1 0,0 1,1-1,-1 0,1 0,0 0,0 0,0-1,0 1,1-1,-1 1,1-1,0 0,0 0,0 0,0 0,1 0,-1-1,1 1,0-1,0 0,2 1,5 1,1 1,-1-2,1 1,0-2,0 1,0-2,1 0,-1 0,0-1,5-1,-9 1,1 0,-1-1,1 0,-1 0,0-1,1 0,-1-1,0 0,0 0,0-1,-1 0,1 0,-1-1,0 1,0-2,-1 1,0-1,0 0,1-1,-6 6,-1-1,1 0,0 0,-1 1,1-1,-1 0,1 0,-1 0,0 1,0-1,0 0,0 0,0 0,0 0,0 1,-1-1,1 0,-1 0,1 0,-1 1,0-1,0 0,1 1,-1-1,0 1,-1-1,1 1,0-1,0 1,-1 0,1 0,0-1,-1 1,1 0,-1 0,0 0,1 1,-1-1,0 0,-1 0,-26-13</inkml:trace>
  <inkml:trace contextRef="#ctx0" brushRef="#br2" timeOffset="111967.58">10007 1165,'187'-364,"-178"345,-8 20,0 0,0-1,-1 1,1 0,0 0,0 0,-1 0,1 0,-1 0,1 0,-1 0,1 0,-1 0,0 0,1 1,-1-1,0 0,0 0,0 0,0 0,0 1,0-1,0 0,0 0,0 0,-1 0,1 0,0 0,-1 1,-57 594,50-534,8-61,1 0,0 0,0-1,0 1,-1 0,1 0,0-1,0 1,0-1,0 1,0-1,0 1,1-1,-1 1,0-1,0 0,0 0,0 0,0 1,1-1,-1 0,0 0,0-1,0 1,0 0,0 0,0-1,1 1,-1 0,0-1,0 1,0-1,7 0,288-28,-258 22</inkml:trace>
  <inkml:trace contextRef="#ctx0" brushRef="#br2" timeOffset="112318.204">9526 309,'4'-7,"7"0,5 6,5 12,5 13,6 17,4 12,0 8,-2 4,-6-10</inkml:trace>
  <inkml:trace contextRef="#ctx0" brushRef="#br2" timeOffset="112801.777">10474 229,'5'11,"8"18,13 19,11 21,7 15,-5-5</inkml:trace>
  <inkml:trace contextRef="#ctx0" brushRef="#br2" timeOffset="114181.87">9231 2193,'5'0,"8"0,11 0,12 0,15 3,11 2,12 3,7 5,-2 5,-7 1,-16-3</inkml:trace>
  <inkml:trace contextRef="#ctx0" brushRef="#br2" timeOffset="130011.745">20087 10108,'-319'-133,"282"118,0 2,-1 1,0 2,-1 1,0 2,0 2,-1 2,1 1,-1 3,1 0,-1 3,-37 8,-12 12,2 5,1 3,1 4,2 3,-7 8,55-29,0 2,1 1,1 2,1 1,1 1,1 2,2 1,0 1,2 1,2 2,0 0,2 2,0 4,-3 21,2 2,2 1,4 0,2 1,3 1,3 0,2 3,-2 30,4 0,4 0,5 3,-1-65,2 1,1-1,2 0,1-1,2 0,1-1,2 0,1 0,2-2,1 0,1-1,1-1,2-1,19 19,-6-12,2-1,1-2,2-2,1-1,1-3,1-1,1-2,1-2,2-2,-1-2,29 5,18 2,2-5,0-4,1-5,0-3,50-5,-116-1,0-1,0-2,0-1,-1-1,0-1,1-2,-2-1,1-1,-1-2,-1 0,0-2,-1-1,20-14,-10-2,-2-2,-2-1,-1-1,-1-2,-2-1,-2-1,-1-2,-2 0,-2-1,-2-1,4-16,1-16,-3-1,-4 0,-3-1,-4-1,-2 0,-4 0,-4-18,0 31,-2 0,-3 0,-3 1,-3 0,-3 1,-8-22,14 58,-2 0,0 0,-2 1,0 0,-2 1,-1 1,-1 0,0 1,-2 0,-1 2,0 0,-2 1,0 2,-1 0,-20-12,8 13,0 1,-1 2,-1 2,0 1,0 1,-1 2,0 2,0 2,0 1,-1 2,1 1,-32 6,-122 13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06.7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161 118,'-8'5,"1"0,-1 0,1 0,0 1,0 0,1 0,0 1,0 0,0 0,1 1,0-1,1 1,0 0,0 0,0 1,1-1,0 1,1-1,0 1,0 4,-4 8,1 1,0-1,2 1,1-1,0 1,2 0,0 0,2-1,0 1,2 0,0-1,1 0,1 0,7 15,-11-31,0 0,0-1,1 1,0 0,0-1,0 0,0 1,0-1,1 0,0-1,0 1,0-1,0 0,0 0,1 0,0 0,-1-1,1 0,0 0,0 0,0 0,0-1,0 0,1 0,-1 0,0-1,0 0,1 0,-1 0,0-1,1 1,0-2,3-1,-1-1,0 0,-1-1,1 0,-1 0,0 0,0-1,0 0,-1-1,0 1,0-1,-1 0,0-1,0 1,-1-1,0 0,0 0,0-3,3-6,-1-1,-1 1,0-1,-2 0,0 0,-1 0,0-1,-2-10,0 14,-2-1,1 1,-2 0,0 0,-1 0,0 0,-1 1,-1-1,0 1,-1 1,0-1,-1 1,-1 0,0 1,-1 0,0 1,-12-11,21 20,-1 0,0 1,0-1,1 0,-1 1,0-1,0 1,0 0,-1 0,1 0,0 0,0 0,-1 0,1 0,0 1,-1-1,1 1,-1 0,1 0,-1 0,1 0,-1 0,1 0,0 1,-1-1,1 1,-1 0,1-1,0 1,0 0,0 0,-1 1,1-1,0 0,0 1,0-1,1 1,-1 0,0 0,-3 8,-1 0,2 1,-1 0,2 0,-1 1,2-1,-1 0,2 1,-1 0,2-1,-1 1,2 0,0 3,22 129,-2-83</inkml:trace>
  <inkml:trace contextRef="#ctx0" brushRef="#br0" timeOffset="480.729">616 52,'-5'-51,"-3"66,-23 244,9 32,27-225,-5-65,0-1,0 1,1-1,-1 1,0-1,0 1,0-1,0 1,1-1,-1 1,0-1,1 1,-1-1,0 1,1-1,-1 0,0 1,1-1,-1 0,1 1,-1-1,1 0,-1 1,0-1,1 0,-1 0,1 0,0 1,-1-1,1 0,-1 0,1 0,-1 0,1 0,-1 0,1 0,-1 0,1 0,-1 0,1 0,0-1,-1 1,1 0,-1 0,1 0,-1-1,1 1,-1 0,0-1,1 1,-1 0,1-1,-1 1,0 0,1-1,-1 1,0-1,1 1,-1-1,0 1,0-1,1 1,-1-1,0 1,20-35,0-18,-17 42,0 0,1 1,0-1,1 1,0 0,0 0,1 1,0 0,1 0,0 0,0 1,1 0,4-3,-10 9,1 0,-1 1,1 0,0 0,0 0,-1 0,1 0,0 0,0 1,0-1,0 1,0 0,0 0,0 0,0 0,0 0,0 1,0 0,-1-1,1 1,0 0,0 0,0 1,-1-1,1 0,-1 1,1 0,-1-1,0 1,1 0,-1 0,0 1,56 78,-50-66,-1 1,0 0,-1 0,0 0,-2 1,0-1,1 12,-4-26,-1 0,0 0,-1 0,1 0,0 0,0 0,-1 0,0 0,1 0,-1 0,0 0,0 0,0 0,0 0,0 0,0-1,0 1,-1-1,1 1,-1-1,1 1,-1-1,0 0,1 1,-1-1,0 0,0 0,0-1,0 1,0 0,0 0,0-1,0 0,0 1,-2-1,-76 1,2-10,71 9,7 2</inkml:trace>
  <inkml:trace contextRef="#ctx0" brushRef="#br0" timeOffset="883.959">1565 239,'-28'2,"-1"2,2 0,-1 2,1 2,0 0,0 2,1 1,-19 10,42-19,-8 2,1 0,0 1,-1 0,2 1,-1 0,1 1,0 0,0 0,1 1,0 0,-5 7,13-14,-1 0,1 0,0 0,-1 0,1 0,0 0,0 0,-1 1,1-1,0 0,0 0,0 0,1 0,-1 0,0 1,0-1,1 0,-1 0,0 0,1 0,-1 0,1 0,-1 0,1 0,0 0,-1 0,1 0,0 0,0-1,0 1,0 0,0 0,0-1,0 1,0-1,0 1,1 0,44 18,-41-17,115 30,-89-26,1 2,-1 1,-1 1,1 2,-2 1,0 1,22 15,-48-28,-1 0,1 1,-1-1,1 1,-1-1,0 1,0 0,0 0,0 0,0 0,0 0,-1 1,1-1,-1 0,1 1,-1-1,0 1,0 0,0-1,0 1,-1 0,1 0,-1-1,1 1,-1 0,0 0,0 0,0-1,-1 1,1 0,-1 0,1 0,-1-1,0 1,-7 5,0-1,0 0,-1 0,0-1,0 0,0-1,-1 0,0-1,1 0,-2 0,1-1,0 0,-10 1,12-2,-323 68,269-59</inkml:trace>
  <inkml:trace contextRef="#ctx0" brushRef="#br0" timeOffset="1296.867">0 1041,'141'15,"52"-10,1-10,152-23,-343 27,265-26,88-9,11 16,-337 20,-25 2,-18 1,-2 2,3 1</inkml:trace>
  <inkml:trace contextRef="#ctx0" brushRef="#br0" timeOffset="1664.387">2300 346,'-5'5,"-1"0,1 1,0 0,0 0,1 0,0 0,0 1,0 0,1 0,0 0,0 0,1 0,0 1,0-1,1 1,0-1,0 1,0 0,1-1,1 1,-1 1,1-7,0 0,1 0,-1 0,0 0,1 0,-1 0,1 0,-1 0,1-1,0 1,0-1,0 1,0-1,0 1,0-1,0 0,1 0,-1 0,0-1,0 1,1 0,-1-1,1 0,-1 1,0-1,1 0,-1 0,1 0,-1-1,1 1,-1 0,1-1,3 0,0-1,0 0,0 0,0 0,0-1,0 1,-1-1,1-1,-1 1,0-1,4-3,-7 5,1 0,-1 1,0-1,0 0,0 0,-1 0,1-1,0 1,-1 0,1-1,-1 1,0-1,0 1,0-1,0 1,0-1,-1 0,1 0,-1 1,0-1,1 0,-1 0,-1 1,1-1,0 0,-1 0,1 1,-1-1,0 0,0 1,0-1,0 0,0 1,-1 0,1-1,-1 1,-1-2,-3-1,0 1,0 0,-1 0,1 0,-1 1,0 0,0 0,0 1,-1-1,1 2,0-1,-1 1,1 0,-1 1,0 0,1 0,-1 0,1 1,-1 0,1 1,0 0,-8 2,12-2,-1-1,1 1,0 0,0 0,0 0,0 0,0 1,0-1,1 1,-1-1,1 1,0 0,-1 0,1 0,1 0,-1 1,0-1,1 1,0-1,0 1,0-1,-1 3,-1 20</inkml:trace>
  <inkml:trace contextRef="#ctx0" brushRef="#br0" timeOffset="1919.707">2421 934,'9'-9,"5"-10,3-6,-2-4,-3 1,-9 3,-11 6,-9 9,-10 12,-6 13,-1 8,4 7,9 1,11-5,17-6,7-8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8.7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435 49,'-12'-7,"1"1,-2 0,1 0,-1 1,1 1,-1 0,-1 1,1 0,0 1,-1 1,1 0,-1 0,1 2,-1-1,1 2,-1 0,1 1,0 0,0 0,0 2,0 0,1 0,0 1,0 1,0 0,1 0,0 1,-2 3,8-8,0 1,0-1,1 1,-1 0,1 1,0-1,0 1,0 0,1 0,0 0,0 0,0 1,1-1,-1 1,1 0,1 0,-1 0,1 0,0 0,0 0,1 0,0 0,0 0,0 0,1 4,4 1,1-1,0-1,0 1,1-1,0 0,1 0,0-1,0 0,0-1,1 0,0 0,1 0,2 0,279 167,-284-169,-3-3,1 1,-1-1,0 1,0 0,-1 0,1 0,-1 1,0-1,1 1,-1 0,-1 0,1 0,-1 0,1 0,-1 0,1 3,-4-4,-1 0,1-1,0 0,0 1,-1-1,0 0,1 0,-1 0,0 0,0 0,0 0,0 0,0-1,-1 1,1-1,0 1,-1-1,1 0,-1 0,1 0,-1 0,0-1,1 1,-1-1,0 1,0-1,-3 2,-47 11,0-1,-1-3,-43 2,65-10,13-2</inkml:trace>
  <inkml:trace contextRef="#ctx0" brushRef="#br0" timeOffset="298.212">636 424,'16'-2,"1"0,-1 1,0 0,1 1,-1 1,0 1,1 0,-1 1,0 1,-1 0,1 1,1 2,-12-6,-1 0,1 1,-1-1,1 1,-1 0,0 1,0-1,0 1,0 0,0 0,-1 0,1 0,-1 1,0-1,0 1,0 0,0 0,-1 0,1 0,-1 1,0-1,0 0,-1 1,1 0,-1-1,0 1,-1 0,1-1,-1 1,0 0,0 0,0 0,-1 0,-5 8,-1 0,-1-1,0 0,0 0,-2-1,1 0,-1-1,-1 1,0-2,0 0,-1 0,0-1,-3 1,-1 3,-102 81,117-92,0-1,0 1,1 0,-1 0,0-1,1 1,-1 0,0 0,1 0,-1 0,1 0,-1 0,1 0,-1 0,1 0,0 0,0 0,-1 0,1 0,0 0,0 0,0 0,0 0,0 1,1-1,-1 0,0 0,0 0,1 0,-1 0,0 0,1 0,-1 0,1 0,0 0,39 16,12-13,1-1,-1-3,0-2,0-3,45-9,2-1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7.2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0,'9'20,"10"19,13 11,10 9,7 4,2-1,0-1,-8-4,-10-8,-12-9,-8-12</inkml:trace>
  <inkml:trace contextRef="#ctx0" brushRef="#br0" timeOffset="248.861">348 0,'-16'20,"-14"21,-11 17,-6 12,-1 6,3 1,4-3,9-8,11-15</inkml:trace>
  <inkml:trace contextRef="#ctx0" brushRef="#br0" timeOffset="518.14">496 375,'11'-4,"1"0,0 1,0 0,0 1,1 1,-1 0,0 0,1 1,-1 1,0 0,1 0,-1 2,0-1,9 4,-18-4,0 0,0 0,0 0,-1 1,1-1,0 1,-1 0,0 0,0 0,1 0,-2 0,1 0,0 0,-1 1,1-1,-1 0,0 1,0-1,0 1,-1 0,1-1,-1 1,0 0,0-1,0 1,-1 0,1-1,-1 1,0-1,0 1,0-1,-1 2,-3 11,-1 0,-1 0,-1 0,0-1,-1 0,-3 3,-65 93,76-110,0 1,0-1,0 0,0 1,0-1,0 1,1-1,-1 1,1 0,-1-1,1 1,-1-1,1 1,0 0,0-1,0 1,0 0,0-1,0 1,1 0,-1-1,0 1,1 0,-1-1,1 1,0-1,-1 1,1-1,0 1,0-1,0 0,0 1,0-1,0 0,0 0,1 1,-1-1,0 0,1-1,-1 1,1 0,-1 0,1 0,-1-1,1 1,0-1,-1 1,2-1,18 5,-1-1,1-1,0-1,0-1,0-1,0-1,0-1,12-2,-23 3,92-13,-1-4,25-11,-28 4</inkml:trace>
  <inkml:trace contextRef="#ctx0" brushRef="#br0" timeOffset="720.995">1592 308,'16'0,"19"0,19-2,19-4,15 0,11 1,6 1,0-1,-5 1,-13 0,-20 1</inkml:trace>
  <inkml:trace contextRef="#ctx0" brushRef="#br0" timeOffset="1007.819">2207 40,'3'9,"0"-1,1 1,0-1,0 0,1-1,0 1,0-1,1 0,0 0,0-1,1 1,-1-2,1 1,1-1,6 4,122 59,28-7,-162-61,0 1,0-1,-1 0,1 1,0 0,0-1,0 1,-1 0,1 0,0 0,-1 0,1 0,-1 0,1 0,-1 1,0-1,1 0,-1 1,0-1,0 1,0 0,0-1,0 1,0 0,-1-1,1 1,-1 0,1 0,-1 0,1 0,-1 0,0-1,0 1,0 0,0 0,0 0,-1 0,1 0,0 0,-1 0,-5 6,0 0,-1-1,0 0,0 0,-1 0,0-1,0 0,0-1,-1 1,-2 0,-7 5,-34 21,23-16,0 2,1 2,2 0,0 2,-4 4,14-6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6.6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389 59,'-12'-8,"-1"1,0 0,-1 0,0 2,1-1,-2 2,1 0,0 1,-1 0,0 1,0 0,1 2,-1 0,0 0,0 1,0 1,1 1,-1 0,1 0,-15 7,25-9,0 0,0 0,0 0,1 1,-1 0,0 0,1 0,-1 0,1 1,0-1,-1 1,1 0,0 0,1 0,-1 0,1 0,-1 1,1-1,0 1,0 0,0-1,1 1,-1 0,1 0,0 0,0 0,1 0,-1 0,1 1,0-1,0 0,0 0,0 0,1 2,6 5,0 0,1 0,1-1,-1 0,2 0,-1-1,1-1,1 1,-1-1,1-1,1 0,-1-1,1 0,5 1,-8-2,193 105,-198-108,-1-1,0 1,0 0,0 0,0 0,0 0,0 0,-1 1,1-1,-1 1,1 0,-1 0,0 0,0 0,-1 0,1 0,0 0,-1 1,0-1,0 1,0-1,0 1,0-1,-1 1,0-1,0 1,0 0,0-1,0 1,-1-1,1 1,-1 0,0-1,0 0,-1 1,-7 5,-1-1,0 0,-1-1,0 0,0-1,-1 0,1-1,-1 0,0-1,0 0,-1-1,1 0,-13 0,-59 11,52-10</inkml:trace>
  <inkml:trace contextRef="#ctx0" brushRef="#br0" timeOffset="270.277">696 514,'73'-276,"-98"414,7 1,6 0,5 115,7-187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5.8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0 281,'23'-2,"21"-1,16 0,13 1,8 0,6 1,-2 3,-4 1,-6-1,-16 1</inkml:trace>
  <inkml:trace contextRef="#ctx0" brushRef="#br0" timeOffset="315.156">574 0,'16'14,"0"-1,1-1,0 0,1-1,0-1,1-1,0 0,0-2,1 0,0-1,0-1,14 1,-33-5,345 74,-336-73,-1 1,0 0,0 0,0 1,-1 0,1 0,-1 1,0 0,7 6,-13-8,-1 0,1-1,-1 1,0 0,0 0,0 0,-1 0,1 0,-1 0,1 0,-1 0,0 0,0 0,0 0,-1 0,1 0,-1 0,1 0,-1-1,0 1,0 0,-1 0,1 0,0-1,-1 1,0-1,0 1,1-1,-1 0,-1 0,1 1,0-1,0-1,-1 1,1 0,-2 0,-110 99,84-77,0 1,2 1,2 1,0 2,-6 10,12-8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5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 0,'5'23,"6"21,5 14,7 12,4 4,5 1,1-4,-1-9,-3-14,-4-16,-7-12</inkml:trace>
  <inkml:trace contextRef="#ctx0" brushRef="#br0" timeOffset="254.319">249 13,'-18'21,"-13"17,-9 15,-3 11,3 6,6 6,8-2,10-14</inkml:trace>
  <inkml:trace contextRef="#ctx0" brushRef="#br0" timeOffset="470.743">409 509,'49'-89,"-32"62,-2-1,0 0,-2-1,-1 0,-2-1,-11 24,-6 19,-3 12,0 0,2 1,1 0,1 0,1 0,1 1,1 0,2 0,2 26,0-41,0-1,1 0,0 1,1-1,0 0,1 0,0-1,1 1,0-1,0 0,1 0,1-1,0 0,0 0,0 0,1-1,1 0,-1 0,7 3,24 13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4.3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467 76,'-18'-11,"-1"1,0 1,0 1,-1 0,0 1,0 1,-1 1,0 1,0 1,0 1,0 1,-7 0,20 1,1-1,-1 1,0 0,0 1,0 0,1 0,-1 0,1 1,-1 0,1 1,0 0,0 0,0 1,0-1,0 1,1 1,-1-1,1 1,1 0,-1 1,1-1,0 1,0 0,0 1,1-1,0 1,0 0,1 0,0 0,0 0,0 0,1 1,0-1,0 5,3-3,-1 0,1 1,1-1,0-1,0 1,0 0,1 0,1-1,0 0,0 0,0 0,1 0,0 0,1-1,-1 0,1 0,4 3,124 97,56 15,-153-87,-36-34,0 0,-1 0,1 0,0 0,-1 0,1 0,-1 0,1 0,-1 0,0 0,0 0,1 0,-1 0,0 0,0 0,0 0,0 0,0 0,0 0,0 0,0 1,-1-1,1 0,0 0,-1 0,1 0,-1 0,1 0,-1 0,1 0,-1-1,0 1,1 0,-1 0,0 0,0-1,0 1,1 0,-1-1,0 1,0-1,-1 1,-13 5,0 0,0-1,0-1,-1-1,1 0,-1-1,0-1,0 0,-14-2,22 2,-176-12,160 5</inkml:trace>
  <inkml:trace contextRef="#ctx0" brushRef="#br0" timeOffset="307.688">547 611,'2'6,"1"1,0-1,1 0,-1 0,1-1,0 1,0-1,1 0,0 0,0 0,0 0,0-1,1 0,0 0,0-1,0 1,0-1,0-1,1 1,-1-1,1 0,-1 0,1-1,0 0,0 0,0-1,0 0,-1 0,1-1,0 1,0-1,0-1,-1 1,1-1,0-1,-1 1,0-1,0 0,0 0,0-1,0 0,0 0,-1 0,0-1,0 0,0 0,-1 0,3-4,-4 5,0 0,0 0,-1 0,1 0,-1-1,0 1,-1-1,1 0,-1 0,0 1,0-1,0 0,-1 0,0 0,0 0,0 0,0 0,-1 0,0 0,0 1,0-1,0 0,-1 0,0 1,0-1,0 1,-1 0,1-1,-1 1,0 0,0 1,-1-1,1 0,-2 0,-2 0,1 0,-1 1,0 0,-1 0,1 0,0 1,-1 0,0 0,1 1,-1 0,0 1,0 0,1 0,-1 0,0 1,0 0,1 0,-1 1,-5 2,-12 5,0 0,0 1,1 2,1 1,-2 1,-30 20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3.6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1 255,'18'0,"22"0,20 0,16 0,13 0,5 0,0 0,-4 0,-11-2,-14-2,-19 1</inkml:trace>
  <inkml:trace contextRef="#ctx0" brushRef="#br0" timeOffset="299.305">563 0,'27'41,"3"-17,2-1,0-2,1-1,1-2,1 0,30 8,-32-11,146 73,-177-87,0 0,0-1,0 1,0 0,0 0,0 0,0 0,-1 1,1-1,0 0,-1 1,1-1,-1 1,1-1,-1 1,0 0,0 0,1 0,-1-1,-1 1,1 0,0 0,0 1,-1-1,1 0,-1 0,0 0,1 0,-1 0,0 0,0 1,-1-1,1 0,0 0,-1 0,1 0,-1 0,0 0,1 0,-1 0,-1 1,-7 5,0-1,0 0,0 0,-1-1,0-1,-1 1,1-2,-1 1,-4 0,-6 3,-118 56,112-47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32.9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0,'7'18,"8"18,12 14,10 11,10 8,6 1,3-3,1-7,-4-13,-12-13</inkml:trace>
  <inkml:trace contextRef="#ctx0" brushRef="#br0" timeOffset="190.026">388 67,'-14'0,"-13"7,-11 9,-7 9,-1 8,1 9,7 8,10 7,10 3,9 1,7-11</inkml:trace>
  <inkml:trace contextRef="#ctx0" brushRef="#br0" timeOffset="480.245">576 388,'-3'6,"0"-1,0 1,0 0,1-1,0 1,0 0,1 1,-1-1,1 0,1 0,-1 0,1 1,0-1,1 0,0 1,-1-1,2 0,-1 0,1 0,0 0,0 0,1 0,0-1,0 1,0-1,0 0,1 1,2 1,0-4,0 1,0-1,1-1,-1 1,1-1,-1-1,1 1,0-1,-1 0,1 0,0-1,0 0,0 0,-1-1,1 0,0 0,0 0,-1-1,1 0,-1 0,0-1,1 0,-1 0,0 0,-1-1,1 0,-1 0,1 0,-1-1,0 0,-1 0,1 0,-1 0,0-1,-1 0,1 0,-1 0,0 0,0 0,-1-1,0 1,0-1,-1 1,0-1,0 0,0 0,-1 1,0-1,0-3,-1 6,-1-1,1 1,-1-1,0 1,0-1,-1 1,1 0,-1 0,0 0,0 1,0-1,0 1,-1-1,1 1,-1 0,0 0,0 1,0-1,0 1,-1 0,1 0,-1 0,1 1,-1-1,0 1,1 0,-1 1,0-1,0 1,1 0,-1 0,0 0,0 1,1 0,-1 0,0 0,1 0,-1 1,1 0,-1 0,1 0,0 0,0 1,0-1,0 1,0 0,0 1,1-1,0 0,0 1,0 0,-2 2,-3 17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42.7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429 48,'-20'-11,"-19"-4,-16 0,-12 9,-4 10,3 15,12 15,16 11,27 9,39 2,44-3,44-9,42-12,26-11,-18-10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43.4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1,'-16'20,"-12"23,-6 20,3 18,11 12,23 8,27-1,30-6,6-18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44.0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189 0,'-21'12,"-13"14,-8 18,2 16,6 12,17 9,22 6,29-2,28-6,5-16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44.5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105 1,'-11'22,"-9"22,-5 21,1 18,6 13,12 8,18 3,23-2,24-4,23-8,-4-20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44.8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1,'19'22,"9"22,8 17,0 13,-7 13,-7 10,-18 8,-29 6,-42 1,-10-19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7:41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174 130,'-11'34,"-1"-1,-2 0,-1-1,-1-1,-2 0,-7 8,-30 55,47-78,19-29,46-83,-5-2,0-10,-3 7,-16 46,-32 55,-1 0,0-1,1 1,-1 0,1 0,-1 0,1 0,-1 0,1 0,-1 0,1 0,-1 0,1 0,-1 0,1 0,-1 0,1 1,-1-1,1 0,-1 0,1 0,-1 1,1-1,-1 0,0 1,1-1,-1 0,0 1,1-1,-1 0,0 1,1-1,-1 1,0-1,0 1,1-1,-1 0,0 1,0-1,0 1,0-1,0 1,0-1,0 1,0-1,0 1,0-1,0 1,0-1,0 1,0-1,0 1,0-1,0 1,-1-1,1 1,5 194,-2-141,3 0,1 0,4-1,1 0,3-1,2-1,3 1,-13-34</inkml:trace>
  <inkml:trace contextRef="#ctx0" brushRef="#br0" timeOffset="250.343">41 358,'27'6,"30"4,29 1,27 1,15-1,-13-3</inkml:trace>
  <inkml:trace contextRef="#ctx0" brushRef="#br0" timeOffset="1050.267">401 1441,'-27'279,"14"-142,10-128,-1-21,-13-82,4-1,1-50,12 131,0-1,0 1,2-1,0 1,0-1,5-12,-6 23,0 0,1 0,0 0,-1 0,1 1,1-1,-1 0,0 1,1 0,0-1,0 1,0 0,0 1,0-1,1 0,-1 1,1 0,-1 0,1 0,0 0,0 1,0-1,0 1,0 0,4-1,5 3,0 0,0 0,-1 1,1 0,-1 2,1-1,-1 1,0 1,-1 0,1 1,-1 0,0 1,0 0,-1 0,0 1,0 1,2 3,41 47,-52-57,0 0,1 0,-1 1,0-1,0 0,0 1,0-1,-1 1,1-1,-1 1,1 0,-1-1,0 1,0-1,0 1,0 0,-1-1,1 1,-1-1,1 1,-1-1,0 1,0-1,0 1,0-1,-1 0,1 0,-2 2,-9 7,-2-1,0 0,0-1,-1 0,0-1,0-1,-1 0,0-1,0-1,0 0,-1-1,-12 1,17-2,-98 22,127-18,29-2,-20-4,0 2,0 0,-1 2,1 1,-1 1,-1 1,1 1,-1 1,1 2,-20-10,0 1,-1-1,1 1,-1 0,0 1,0-1,0 1,-1-1,1 1,-1 1,0-1,0 0,0 1,0-1,-1 1,0 0,0-1,0 1,-1 0,0 1,0-1,0 0,0 0,-1 0,0 1,0-1,0 0,-1 0,1 0,-1 1,-1-1,1 0,-1 0,0 0,0-1,0 2,-10 7,1 0,-2-1,1 0,-2-1,0 0,0-1,-1-1,0 0,0-1,-1-1,0 0,0-1,-7 1,-142 42,87-32</inkml:trace>
  <inkml:trace contextRef="#ctx0" brushRef="#br0" timeOffset="2517.065">976 291,'12'20,"10"21,10 19,7 15,4 14,-1 9,-8 6,-16 6,-26 3,-28 0,-9-19</inkml:trace>
  <inkml:trace contextRef="#ctx0" brushRef="#br0" timeOffset="3072.58">1176 1454,'19'18,"14"20,9 17,2 15,-7 11,-9 9,-17 4,-21 2,-23 1,-5-16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8:16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26791 3488,'-9'-4,"0"1,0 0,0 1,0 0,-1 1,1 0,-1 0,1 1,-1 0,1 0,-1 1,1 1,0-1,-1 2,1-1,0 1,0 1,1-1,-1 2,1-1,0 1,0 0,0 1,-5 4,12-9,0 0,-1 0,1 0,-1 0,1 0,0 1,0-1,0 0,0 1,0-1,0 0,0 1,0 0,0-1,1 1,-1-1,1 1,-1 0,1-1,0 1,-1 0,1 0,0-1,0 1,0 0,1 0,-1-1,0 1,1 0,-1-1,1 1,-1 0,1-1,0 1,-1-1,1 1,0-1,0 1,0-1,1 0,-1 1,0-1,0 0,1 0,-1 0,0 0,1 0,-1 0,1 0,0-1,-1 1,1 0,1-1,5 3,1-1,0 0,1-1,-1 0,0-1,0 0,0 0,0-1,0 0,1 0,-1-1,-1 0,1-1,0 0,-1-1,1 1,-1-2,7-3,-1-1,0-1,0 0,-1-1,-1 0,0-1,-1-1,0 1,0-2,-2 1,1-3,12-28,-1-1,-3-2,-2 0,-1 0,-3-1,-2-1,-1-10,5-61,-13 119,-1 1,0-1,1 1,-1-1,0 1,0-1,1 1,-1-1,0 1,0-1,0 1,1-1,-1 0,0 1,0-1,0 1,0-1,0 1,0-1,0 0,0 1,0-1,-1 1,1-1,0 1,0-1,0 1,-1-1,1 1,0-1,-1 1,1-1,0 1,-1-1,1 1,-1-1,1 1,-1 0,1-1,0 1,-1 0,0-1,1 1,-1 0,1 0,-1 0,1-1,-1 1,1 0,-1 0,0 0,1 0,-1 0,1 0,-1 0,1 0,-1 0,0 0,1 1,-22 29,9 2,2 0,1 1,2 0,1 0,1 1,2 0,2 0,1 0,1 0,3 11,-2-20,2-1,0 1,1 0,2-1,0 0,2 0,1-1,0 0,2 0,0-1,2 0,1-1,5 6,-14-22,-1-1,1 1,-1-1,1-1,0 1,1-1,-1 1,1-2,-1 1,1-1,0 1,0-2,0 1,0-1,0 1,0-2,0 1,1-1,-1 0,0 0,0-1,0 1,0-2,1 1,-1 0,0-1,-1 0,1-1,0 1,-1-1,1 0,-1-1,0 1,0-1,11-8,-1 0,0-1,-1 0,-1-1,0 0,-1-2,0 1,-2-1,1-1,-2 0,0 0,-2-1,0 0,0 0,-2-1,0-1,0-15,-5 34,1 0,-1 1,0-1,0 0,0 1,0-1,0 0,0 0,0 1,0-1,0 0,0 1,0-1,-1 0,1 1,0-1,0 0,-1 1,1-1,0 0,-1 1,1-1,-1 1,1-1,-1 1,1-1,-1 1,1-1,-1 1,1 0,-1-1,0 1,1 0,-1-1,0 1,1 0,-1 0,0-1,1 1,-1 0,0 0,1 0,-2 0,-2 3,-1 0,0 0,1 0,0 0,0 1,0 0,0 0,0 0,1 0,0 1,0-1,0 1,1 0,-1-1,1 1,0 1,0-1,0 2,-3 6,0 1,1-1,0 1,1 0,1 1,0-1,1 0,0 0,1 1,1-1,0 0,1 1,1-1,0 0,1 0,0-1,1 1,1-1,0 0,0 0,2-1,1 2,35 39,0-12</inkml:trace>
  <inkml:trace contextRef="#ctx0" brushRef="#br0" timeOffset="-2564.047">21711 3648,'6'36,"1"-1,1-1,2 1,2-2,1 1,2-2,5 8,-18-35,1 3,1-1,0 1,0-1,0 0,1 0,0 0,1 0,-1-1,1 0,1 0,-1-1,1 0,1 1,-6-5,-1-1,1 1,-1-1,1 1,0-1,0 0,-1 0,1 0,0 0,-1 0,1 0,0 0,-1-1,1 1,0-1,-1 1,1-1,-1 1,1-1,-1 0,1 0,-1 0,0 0,1 0,-1 0,0 0,0 0,1-1,-1 1,0 0,0-1,-1 1,1-1,0 0,24-56,23-199,-48 253,1 0,-1 1,1-1,0 0,1 0,-1 0,1 1,-1-1,1 0,0 1,0 0,1-1,-1 1,1 0,0 0,0 1,-1-1,2 0,-1 1,0 0,0 0,1 0,0 0,-1 0,4 0,2 0,0 1,0 1,0-1,1 2,-1-1,0 1,0 1,9 1,31 9</inkml:trace>
  <inkml:trace contextRef="#ctx0" brushRef="#br0" timeOffset="-1715.571">22527 3742,'-8'-6,"1"1,-1 0,1 0,-2 0,1 1,0 1,-1-1,0 1,1 1,-1-1,0 1,-1 1,1 0,0 0,0 1,0 0,-1 1,1 0,0 0,0 1,0 0,0 0,0 1,1 1,-1-1,1 1,0 1,0 0,0 0,1 0,-2 2,1 1,1 0,0 1,0 0,1 0,0 0,0 1,1 0,1 0,0 0,-2 8,4-14,1 0,-1 1,1-1,1 1,-1-1,0 1,1 0,0-1,0 1,1 0,-1-1,1 1,0-1,0 1,1-1,-1 1,1-1,0 0,0 0,0 0,1 0,-1 0,1 0,0-1,0 1,1 0,1-1,0 1,0-2,0 1,0 0,0-1,1 0,-1 0,1-1,-1 0,1 0,-1 0,1 0,0-1,0 0,-1 0,1-1,0 1,-1-1,1-1,-1 1,1-1,3-1,5-3,0 1,0-2,-1 0,0 0,0-1,-1-1,0 0,2-3,-5 4,0-1,-1 0,0-1,-1 0,1 0,-2 0,0-1,0 0,-1 0,0-1,-1 1,0-1,-1 0,1-9,-9 14,-4 22,7-11,0 1,1-1,-1 0,1 1,0-1,0 1,1-1,0 1,0-1,0 1,0-1,0 1,1-1,0 1,0-1,0 1,1-1,-1 0,1 1,0-1,0 0,0 0,1-1,0 1,-1 0,1-1,1 0,-1 1,0-1,1-1,-1 1,1 0,3 1,5 0,0-1,0 0,0-1,0 0,0-1,0 0,1-1,-1 0,0-1,1 0,-1-1,0 0,0-1,0-1,-1 0,1 0,-1-1,0-1,0 0,0 0,-1-1,0-1,-1 1,1-1,-2-1,1 0,12-19,-1-1,-2 0,-1-2,-1 0,-2 0,-1-2,-1 1,-2-2,-1 1,-2-2,1-19,7-29,-4-2,0-61,-10 130,-1 0,0-1,-1 1,-1 0,-1-1,0 1,-3-8,5 22,1 0,-1 0,0 0,1 0,-1-1,-1 1,1 0,0 1,0-1,-1 0,1 0,-1 0,1 1,-1-1,0 1,0-1,0 1,1 0,-1 0,0 0,-1 0,1 0,0 0,0 0,0 1,-1-1,1 1,0 0,0-1,-1 1,1 0,0 0,-1 1,1-1,0 0,0 1,-1-1,1 1,0 0,0 0,0 0,0 0,0 0,0 0,0 1,0-1,0 0,1 1,-1 0,1-1,-1 1,-12 14,0 1,1 0,1 0,1 2,0-1,1 1,2 1,0 0,0 0,2 0,1 1,0 0,2 0,-1 11,0-1,1 0,1 1,2 0,1-1,1 1,2-1,1 0,2 0,1 0,1-1,2 0,0-1,2 0,2-1,0 0,2-2,1 1,1-2,6 5,-21-25,-1 0,1 0,0 0,0-1,1 0,-1 0,1 0,0 0,0-1,0 0,0 0,1 0,-1-1,1 0,0 0,-1 0,1-1,0 1,0-1,0-1,0 1,0-1,0 0,0-1,0 1,0-1,2-1,0-5,0 0,-1-1,0 0,0 0,-1-1,0 1,-1-1,0-1,0 1,-1-1,0 0,0 0,-1 0,-1 0,0-1,0 0,5-13,11-24,-17 48,0 1,0-1,1 0,-1 1,0-1,0 1,0-1,1 1,-1 0,0-1,0 1,0 0,0 0,0 0,0 0,0 0,-1 0,1 0,0 0,0 0,-1 0,1 0,-1 0,1 0,-1 1,1-1,-1 0,0 0,0 1,0-1,1 0,-1 1,0-1,0 1,7 15,-4-4,1 0,0-1,1 0,1 0,0 0,1-1,0 0,0 0,1 0,1-1,0-1,0 1,4 2,-11-11,0 0,0 0,0 0,0 0,0-1,0 1,0-1,0 1,0-1,0 0,0 0,0 0,0 0,0 0,1 0,-1 0,0-1,0 1,0-1,0 1,0-1,0 0,0 0,-1 0,1 0,0 0,0-1,-1 1,1 0,-1-1,1 1,-1-1,1 1,-1-1,0 0,1-1,33-71,-32 69,-1 0,0 0,0-1,-1 1,0-1,0 0,0 1,0-1,-1 0,0 0,0 1,0-1,-1 0,0 1,0-1,-1 0,1 1,-1-1,-1 1,1 0,0 0,-1 0,0 0,-1 0,1 1,-1-1,0 1,0 0,0 0,-1 0,-1 1,1 1,-1 1,0-1,0 1,0 0,0 0,-1 1,1 0,0 0,0 0,0 1,0 0,0 0,0 0,0 1,0 0,1 0,-1 1,0-1,1 1,0 1,0-1,0 1,0-1,0 1,1 1,0-1,0 1,0-1,0 1,1 0,-1 1,2-1,-1 1,0-1,1 1,0 0,0 0,1 0,0 0,-4 34</inkml:trace>
  <inkml:trace contextRef="#ctx0" brushRef="#br0" timeOffset="-1184.099">23677 3863,'25'-345,"-32"307,7 37,0 1,0-1,0 0,-1 1,1-1,0 1,0-1,-1 0,1 1,-1-1,1 1,0-1,-1 1,1 0,-1-1,1 1,-1-1,1 1,-1 0,1-1,-1 1,0 0,1-1,-1 1,1 0,-1 0,0 0,1 0,-1 0,1 0,-1 0,0 0,1 0,-1 0,0 0,1 0,-1 0,0 0,1 0,-1 1,1-1,-1 0,1 0,-1 1,0-1,1 0,-1 1,1-1,-1 1,1-1,0 1,-1-1,1 1,-1-1,1 1,-1 1,1 0,-1 0,0 0,1 0,0 0,-1 0,1 0,0 0,0 0,0 0,0 0,1 0,-1 0,1 0,-1 0,1 0,-1 0,1 0,0 0,0 0,0 0,0-1,0 1,1 0,-1-1,1 1,-1-1,1 1,-1-1,1 0,0 1,-1-1,1 0,0 0,0-1,0 1,0 0,2 0,23 12,1-2,0-1,1-1,0-1,0-1,1-2,16 0,-16 0,91 17,-119-21,1 0,-1 1,0-1,0 1,0 0,0 0,0-1,0 1,-1 0,1 0,-1 1,1-1,-1 0,0 1,0-1,0 0,0 1,0-1,0 1,-1-1,1 1,-1 0,0-1,0 1,0 0,0-1,0 1,0 0,-1-1,1 1,-1-1,0 1,0-1,0 1,0 37,2-36,0 0,1 1,-1-1,1-1,0 1,0 0,1 0,-1-1,1 1,0-1,0 0,0 0,0 0,0 0,0-1,1 1,0-1,-1 0,1 0,0 0,0 0,0-1,0 0,0 0,3 1,2 0,1 0,-1 0,1-1,0 0,0-1,-1 0,1-1,0 0,-1 0,10-3,-12 1,1-1,-1 0,0 0,0-1,-1 0,1 0,-1 0,0-1,-1 0,1 0,-1-1,0 1,-1-1,0 0,0 0,0-1,-1 1,0-1,0 0,-1 0,0 0,0 0,0-7,3 4,-6 35,-1-2,-1-5,0 0,2 0,0 0,1 0,1-1,1 1,0 0,1 0,2 6,17 4,-11-26</inkml:trace>
  <inkml:trace contextRef="#ctx0" brushRef="#br0" timeOffset="-997.594">24465 3194,'-7'18,"7"15,13 11,15 8,3-6</inkml:trace>
  <inkml:trace contextRef="#ctx0" brushRef="#br0" timeOffset="-597.157">24879 3555,'90'-240,"50"-37,-138 273,34-95,-36 98,0 0,0 1,1-1,-1 0,0 0,0 0,0 0,0 0,0 1,0-1,0 0,0 0,0 0,-1 0,1 1,0-1,0 0,-1 0,1 1,-1-1,1 0,0 0,-1 1,1-1,-1 0,0 1,1-1,-1 1,0-1,1 1,-1-1,0 1,1-1,-1 1,0 0,0-1,0 1,1 0,-1 0,0 0,0-1,0 1,1 0,-1 0,0 0,0 0,0 0,0 1,0-1,1 0,-1 0,0 0,0 1,1-1,-1 0,0 1,0-1,1 1,-1-1,0 1,-9 5,1 0,0 1,0 0,1 1,0 0,0 0,1 0,0 1,-3 4,-6 8,1 1,0 0,2 0,1 2,0-1,2 2,1-1,0 2,2-1,1 1,1 0,2 0,0 0,2 0,0 1,2-1,1 0,1 0,2 0,0 0,2 0,0-1,2 0,1-1,1 0,1 0,8 11,-7-17,1-1,0-1,1 0,1-1,0-1,10 7,-18-16,0 1,0-1,1 0,-1-1,1 0,0 0,0-1,0 0,1-1,-1 0,1 0,-1-1,1 0,0-1,6 0,-11-1,1 0,-1-1,0 1,0-1,-1 0,1 0,0 0,-1-1,1 0,-1 0,0 0,0 0,0-1,0 1,-1-1,1 0,-1 0,0 0,0-1,0 1,-1-1,0 1,0-1,0 0,1-4,1-5,0 1,-1-1,-1-1,0 1,-1 0,-1 0,0-1,-2-11,2 19,-1 1,1-1,-1 1,-1 0,1-1,-1 1,0 0,0 0,-1 0,0 0,0 1,0-1,-1 1,1 0,-1 0,-2-2,5 6,-1 1,1-1,0 1,0-1,0 1,0 0,0-1,-1 1,1 0,0 0,0 0,0 0,-1 0,1 0,0 0,0 0,0 1,-1-1,1 0,0 1,0-1,0 1,0-1,0 1,0-1,0 1,0 0,0 0,0-1,0 1,0 0,0 0,1 0,-1 0,0 0,1 0,-1 0,1 0,-1 0,1 0,-1 1,1-1,0 0,0 0,-1 0,1 1,0-1,0 0,0 0,0 0,1 1,-1 0,1 8,1 1,1 0,0-1,0 1,1-1,0 0,1 0,0 0,1-1,0 0,0 0,1 0,0-1,0 0,1 0,0-1,1 0,-1 0,1-1,1 0,2 1,69 41,1-7</inkml:trace>
  <inkml:trace contextRef="#ctx0" brushRef="#br0" timeOffset="-66296.426">1124 1015,'31'71,"-4"2,-2 2,5 34,-16-59,2 8,-2-4,2-1,2 0,4 1,-5-26,-16-28,-1 0,0 1,1-1,-1 0,1 1,-1-1,0 0,1 1,-1-1,1 0,-1 0,1 0,-1 1,1-1,-1 0,1 0,-1 0,1 0,-1 0,1 0,0 0,-1 0,1 0,-1 0,1 0,-1 0,1-1,-1 1,1 0,-1 0,1 0,-1-1,0 1,1 0,-1-1,1 1,-1 0,0-1,1 1,-1 0,0-1,1 1,-1-1,0 1,1-1,-1 1,0-1,0 1,0-1,0 1,1-1,-1 1,0-1,0 1,0-1,27-115,-22 84,60-557,-61 549,0 28,-2 28,16 166,-7-110</inkml:trace>
  <inkml:trace contextRef="#ctx0" brushRef="#br0" timeOffset="-65436.628">1913 1630,'1'-45,"0"28,0 0,-1 0,-1 0,0-1,-1 1,-1 0,-1 1,0-1,-6-13,9 28,0 0,0 0,0-1,-1 1,1 0,0 0,-1 0,0 0,1 0,-1 1,0-1,0 0,0 1,0 0,0-1,0 1,0 0,-1 0,1 0,0 0,-1 0,1 1,-1-1,1 1,-1 0,1 0,-1-1,1 1,-1 1,1-1,0 0,-1 1,1-1,-1 1,1 0,0 0,-1 0,1 0,0 0,-2 1,-5 6,0 0,0 1,1 0,0 1,0 0,1 0,1 0,-1 1,2 0,-1 0,2 1,-1-1,2 1,0 0,0 0,1 0,0 0,1 1,1 10,-1-20,1 0,0 1,0-1,1 0,-1 0,1 0,-1 0,1 0,0 0,0 0,0 0,1 0,-1 0,1-1,-1 1,1-1,0 1,0-1,0 1,0-1,1 0,-1 0,1 0,-1 0,1-1,0 1,-1-1,1 1,0-1,0 0,0 0,0 0,0-1,0 1,0-1,1 0,-1 1,0-1,0-1,0 1,0 0,0-1,1 0,6-3,0-1,-1 0,0 0,0-1,0-1,0 0,-1 0,0 0,-1-1,1 0,-2-1,1 1,-1-1,0 0,-1-1,0 0,-1 0,0 0,0 0,-1 0,-1-1,0 0,0 1,0-10,-10 49,7-25,-2 101,3-101,1-1,-1 0,1 0,0 1,0-1,0 0,0 0,1 0,-1 0,1 0,-1-1,1 1,0 0,0-1,1 1,-1-1,0 0,1 1,0-1,-1-1,1 1,0 0,0-1,0 1,0-1,0 0,0 0,0 0,1 0,0 0,1-1,1 0,-1 0,1 0,-1 0,1-1,-1 0,0 0,1 0,-1-1,0 0,0 0,0 0,0-1,0 1,-1-1,1 0,-1-1,0 1,1-1,-2 0,1 0,0 0,-1 0,0-1,1 0,4-8,0 0,-1-1,0 1,-1-1,0-1,-1 1,-1-1,1-8,6-121,-11 143,1 1,-1-1,0 0,0 1,1-1,-1 0,0 1,1-1,-1 1,1-1,-1 0,1 1,-1-1,1 1,-1-1,1 1,0 0,-1-1,1 1,-1 0,1-1,0 1,-1 0,1 0,0-1,-1 1,1 0,0 0,0 0,-1 0,1 0,0 0,0 0,-1 0,1 0,0 1,-1-1,1 0,0 0,-1 1,1-1,0 0,-1 1,1-1,-1 0,1 1,0-1,5 2,218 30,-218-31,1 1,-1-1,0 1,0 1,0-1,0 1,0 0,0 0,-1 0,1 1,-1 0,0 0,0 0,-1 1,1 0,-1 0,0 0,0 0,-1 0,1 1,-1 0,-1 0,1-1,1 7,0 9,0 1,-1-1,-2 1,0 0,-1 0,-2 12,0-4,2-28,-1 0,1-1,0 1,-1 0,1 0,0-1,0 1,0 0,0-1,0 1,1 0,-1 0,0-1,1 1,-1 0,1-1,0 1,0-1,-1 1,1-1,0 1,0-1,0 0,1 1,-1-1,0 0,0 0,1 0,-1 0,1 0,-1 0,1 0,-1 0,1 0,-1-1,1 1,0-1,-1 1,1-1,0 0,-1 0,1 0,0 1,0-2,-1 1,1 0,0 0,10-4,-1-1,0 0,0 0,-1-1,0 0,0-1,0 0,-1-1,0 0,0 0,-1-1,0 0,1-2,0 1,-1-1,0 0,0 0,-1-1,0 0,-1 0,-1 0,0-1,0 0,-1 0,-1 0,-1-1,2-9,-4 22,0 1,1-1,-1 1,0-1,0 1,0-1,1 1,-1-1,0 1,0-1,0 1,0-1,0 0,0 1,0-1,0 1,0-1,-1 1,1-1,0 1,0-1,0 1,0-1,-1 1,1-1,0 1,-1-1,1 1,0 0,-1-1,1 1,0-1,-1 1,1 0,-1-1,1 1,-1 0,1 0,-1-1,1 1,-1 0,1 0,-1 0,1 0,-1 0,1-1,-1 1,1 0,-1 0,1 0,-1 0,1 1,-1-1,0 0,1 0,-22 25,16-13,0 0,1 1,1-1,0 1,1 0,0 0,1 1,0-1,1 0,1 6,-1-15,1 1,1-1,-1 1,1-1,0 1,0-1,0 1,0-1,1 0,0 1,0-1,0 0,0 0,1 0,-1-1,1 1,0-1,0 1,0-1,1 0,-1 0,1 0,0-1,0 1,0-1,0 0,0 0,0 0,0-1,1 1,3-1,31 3,-2-6</inkml:trace>
  <inkml:trace contextRef="#ctx0" brushRef="#br0" timeOffset="-65266.084">2875 1135,'9'18,"3"7</inkml:trace>
  <inkml:trace contextRef="#ctx0" brushRef="#br0" timeOffset="-64319.385">3544 1523,'-34'-23,"0"0,-2 3,0 1,-1 1,-14-3,48 19,-1 1,0-1,0 1,0-1,0 1,0 0,0 1,-1-1,1 1,0 0,0 0,0 0,-1 0,1 1,0-1,0 1,0 0,0 1,0-1,0 1,0-1,0 1,1 0,-1 1,1-1,-1 1,1-1,0 1,0 0,0 0,1 1,-1-1,-1 2,1 3,0-1,0 0,1 1,0 0,0 0,1 0,0-1,0 1,1 0,0 0,0 0,1 0,0 0,0 0,1 0,0 0,0-1,1 1,0-1,1 1,1 1,-3-3,1-1,1 0,-1 0,0 0,1 0,0 0,0-1,1 0,-1 0,1 0,0 0,0-1,0 0,1 0,-1 0,1-1,-1 0,1 0,0 0,0 0,0-1,0 0,0-1,0 1,0-1,0 0,0-1,2 0,-3 0,1 0,-1-1,0 0,0 0,0 0,0-1,0 0,0 0,-1 0,1 0,-1-1,0 0,0 0,0 0,-1 0,0 0,1-1,-1 0,-1 1,1-1,-1 0,0-1,2-4,0-4,0-1,0 0,-1 0,-1 0,-1-1,0 1,-1-15,-2 90,26 44,-23-100,1-1,-1 0,1 0,0 0,-1 1,2-2,-1 1,0 0,0 0,1-1,0 1,-1-1,1 0,0 0,0 0,0 0,0 0,1-1,-1 1,0-1,1 0,-1 0,1 0,-1 0,1-1,-1 1,1-1,1 0,0-1,1 0,-1-1,0 1,0-1,0 0,0 0,0-1,-1 0,1 1,0-2,-1 1,0 0,0-1,0 0,0 0,-1 0,0 0,1 0,0-3,45-95,-32 37,-2 0,-3-2,-4 1,-2-1,-3-46,-7-4,-4 132,-6 200,13-175,1-35,-2 51,2 1,3-1,2 1,2-1,5 12,12-14,-22-54,-1 1,1-1,-1 0,1 0,-1 0,1 0,-1 0,1-1,-1 1,1 0,-1-1,1 1,-1-1,1 1,-1-1,0 0,1 0,-1 0,0 1,0-1,0 0,0 0,1-1,-1 1,-1 0,1 0,0 0,0-1,0 1,-1-1,1 1,0 0,-1-1,0 1,1-2,1-1,6-7,2-6,0 0,2 2,0-1,1 1,13-12,-23 24,1 0,-1 1,1-1,0 1,0-1,0 1,0 0,0 0,1 1,-1 0,0-1,1 1,-1 1,1-1,-1 1,1-1,0 1,-1 1,1-1,-1 1,1-1,-1 1,1 1,-1-1,0 0,1 1,3 2,6 5,0-1,0 2,-1 0,0 1,-1 0,0 1,-1 0,0 1,-1 0,-1 1,0 0,-1 0,0 1,3 9,-9-21,-1 0,0 0,0 0,0 1,0-1,0 0,0 0,-1 0,0 1,1-1,-1 0,-1 1,1-1,0 0,-1 1,1-1,-1 0,0 0,0 0,-1 0,1 0,0 0,-1 0,0 0,0 0,0-1,0 1,0-1,0 1,-1-1,1 0,-1 0,0 0,1 0,-1-1,0 1,0-1,0 1,0-1,-2 0,-3 1,-1-1,0 0,1 0,-1-1,0 0,1-1,-1 0,0 0,1-1,-1 0,1 0,0-1,0 0,0-1,0 0,0 0,1-1,0 1,0-2,0 1,0-1,1 0,0 0,0-1,1 1,0-2,-2-2,6 6,1 0,-1 1,1-1,0 0,0 0,0 0,1 1,-1-1,1 0,0 0,0 1,0-1,1 1,-1-1,1 1,0-1,0 1,0 0,0 0,1 0,-1 0,1 0,-1 1,1-1,0 1,0 0,1 0,-1 0,0 0,1 0,-1 1,1-1,-1 1,1 0,0 0,1 0,104-46,3 5,24-1,-27 19,-108 24,1 0,-1 0,1 0,-1 0,1 0,-1 0,0 0,1 1,-1-1,1 1,-1-1,0 1,0-1,1 1,-1 0,0 0,0 0,0-1,0 1,0 0,0 0,0 1,0-1,0 0,0 0,0 0,-1 1,1-1,-1 0,1 0,-1 1,1-1,-1 1,0-1,1 0,-1 1,0-1,0 1,0-1,0 2,-15 58,12-54,-8 21,7-18,-1 1,1-1,1 1,0-1,1 1,0 0,0 0,1 1,1-1,0 7,2-14,-1-1,1 1,1 0,-1-1,1 1,-1-1,1 1,0-1,0 0,0-1,0 1,1 0,-1-1,1 0,0 1,0-2,0 1,0 0,0-1,0 1,0-1,0-1,0 1,1 0,-1-1,0 0,0 0,1 0,-1-1,0 1,0-1,1 0,-1 0,0 0,0-1,1 0,28-9</inkml:trace>
  <inkml:trace contextRef="#ctx0" brushRef="#br0" timeOffset="-64069.537">4506 1015,'-9'16,"3"12,13 10,5-1</inkml:trace>
  <inkml:trace contextRef="#ctx0" brushRef="#br0" timeOffset="-62998.372">4881 1429,'26'-71,"-4"-2,-2-1,-4 0,4-48,-17 101,0 8,-1 0,0 0,-1-1,0 1,-1 0,-1 0,0 0,0-1,-2 1,3 12,0 0,0 0,0 1,0-1,0 0,-1 0,1 1,0-1,-1 0,1 0,0 1,-1-1,1 1,-1-1,1 0,-1 1,1-1,-1 1,1-1,-1 1,1-1,-1 1,0-1,1 1,-1 0,0-1,0 1,1 0,-1 0,0 0,0-1,1 1,-1 0,0 0,0 0,1 0,-1 0,0 0,0 0,1 1,-1-1,0 0,0 0,1 1,-1-1,0 0,1 1,-1-1,0 0,1 1,-1-1,1 1,-1-1,0 1,1 0,0-1,-1 1,1 0,-8 7,1 1,0 0,1 0,0 1,1-1,0 1,1 1,-2 5,-10 24,3 2,1 0,2 0,2 1,1 1,3-1,2 1,1-1,4 26,-1-47,2 0,0 0,1 0,1 0,1-1,1 0,6 10,-11-23,2 0,-1 0,1 0,1 0,-1-1,1 0,1 0,-1 0,1-1,0 0,1 0,-1-1,1 0,0 0,0-1,1 0,-1-1,1 1,2-1,-4-2,-1 0,1 0,0-1,0 0,0 0,0-1,0 0,0 0,-1 0,1-1,-1 0,1-1,-1 1,1-1,-1 0,0-1,0 1,-1-1,1-1,-1 1,0-1,0 1,1-3,4-4,0-1,-1 0,0-1,-1 0,0 0,-1 0,-1-1,0 0,-1-1,0 0,-1 2,0-1,-1 1,-1-1,0 0,-1 1,-1-1,0-12,0 26,0-1,0 0,0 0,1 0,-1 0,0 1,0-1,0 0,0 0,0 0,0 1,-1-1,1 0,0 0,0 0,-1 1,1-1,0 0,-1 0,1 1,-1-1,1 0,-1 1,1-1,-1 0,1 1,-1-1,0 1,1-1,-1 1,0-1,1 1,-1 0,0-1,0 1,1 0,-1-1,0 1,0 0,0 0,1 0,-1 0,0 0,0 0,0 0,0 0,1 0,-1 0,0 0,0 1,0-1,1 0,-1 0,0 1,0-1,1 1,-1-1,0 1,1-1,-1 1,0 0,-6 9,0 0,1 0,0 1,1 0,0 0,1 0,0 1,1 0,0-1,1 1,0 0,0 4,1-9,-1 0,1 1,1-1,-1 0,1 0,0 1,1-1,0 0,0 0,0 0,1 0,0 0,1 0,-1 0,1-1,0 1,1-1,0 0,0 0,0 0,1 0,0-1,0 0,0 0,0 0,1 0,0-1,0 0,0-1,5 3,13 2,0-2,0 0,1-2,0-1,0-1,0-1,0 0,0-3,0 0,22-5,-45 7,5 0,0 0,0-1,1 0,-1 0,0-1,0 0,-1 0,1 0,0-1,-1 0,1-1,-1 1,0-1,0 0,0-1,-1 1,0-1,1 0,-2-1,5-4,61-109,-48 73,-1 0,-2-2,-3 0,-1-1,-3-1,-2 0,-2-1,-2 0,-2-2,-3 42,0 1,-1-1,0 0,0 0,-1 0,-1 1,0-1,0 0,-1 1,0 0,-1-1,0 2,0-1,-3-3,4 11,1 0,-1 0,0 0,0 0,0 0,0 1,0-1,0 1,-1 0,1 0,0 0,-1 0,1 1,-1-1,1 1,-1 0,1 0,0 0,-1 0,1 1,-1-1,1 1,-1 0,1 0,0 0,0 1,0-1,-1 1,1 0,1-1,-1 1,0 1,0-1,1 0,-1 1,1-1,0 1,0 0,0 0,0 0,0 0,0 0,0 2,-8 15,0 1,1 0,2 0,0 0,1 1,1 0,1 0,1 1,1-1,1 1,1-1,1 1,1-1,1 0,0 1,3 0,-1 9,2-1,1 0,1-1,2 0,1 0,1-1,2-1,0 0,2-1,1-1,2 0,52 32,-70-56,1-1,0 1,0-1,0 0,0 0,0 0,1 0,-1-1,0 1,0-1,0 0,1 0,-1 0,0 0,0-1,1 1,-1-1,0 0,0 0,0 0,0 0,0 0,0-1,0 1,-1-1,1 0,0 0,9-11,-1-1,-1 0,0 0,0-1,-2 0,0-1,0 0,-2 0,0 0,-1-1,0 0,-1 0,0-11,5-56,-9 85,-1 0,1 0,0-1,-1 1,1 0,-1 0,1 0,-1-1,1 1,-1 0,1 0,-1-1,0 1,1 0,-1-1,0 1,0-1,0 1,1-1,-1 0,0 1,0-1,0 0,0 1,0-1,1 0,-1 0,0 0,0 0,0 0,0 0,0 0,0 0,0 0,0 0,0-1,0 1,1 0,-1 0,0-1,0 1,0-1,0 1,1-1,-1 1,0-1,1 0,-1 1,0-1,1 0,-1 1,1-1,-1 0,1 0,-1 1,1-1,-1 0,1 0,0 0,0 0,-1 0,1 0,0 1,0-1,0 0,0 0,0 0,0 0,0 0,0-1,-11 17,1-1,0 2,0-1,2 1,0 1,1 0,0 0,2 0,0 1,1-1,-1 7,4-17,0-1,0 1,0 0,1 0,0 0,0 0,1 0,0 0,0 0,0 0,1-1,0 1,1 0,-1-1,1 0,0 0,1 0,0 0,0 0,0 0,0-1,1 0,3 2,3 1,0-1,1 0,-1-1,2 0,-1-1,0 0,1-1,0-1,11 2,53 9</inkml:trace>
  <inkml:trace contextRef="#ctx0" brushRef="#br0" timeOffset="-55635.734">1 1549,'20'-4,"19"-4,18-3,15 0,12 3,2 4,-13 3</inkml:trace>
  <inkml:trace contextRef="#ctx0" brushRef="#br0" timeOffset="-55431.249">147 2512,'16'10,"19"2,22-3,23-8,20-5,10-6,-14 0</inkml:trace>
  <inkml:trace contextRef="#ctx0" brushRef="#br0" timeOffset="-54533.132">1900 2325,'-20'-5,"1"2,-1 0,0 1,1 1,-1 1,0 1,0 0,1 2,-1 0,1 1,0 1,0 1,0 1,1 1,0 0,-13 9,27-16,0 1,1 0,-1 0,1 1,0-1,0 1,0 0,0 0,0 0,0 0,1 0,0 0,-1 1,1-1,0 1,1-1,-1 1,1 0,-1 0,1 0,1 0,-1 0,0 0,1 0,0 0,0 0,0 0,0 0,1 0,-1 0,1 1,4 2,-1 1,1-1,0 0,0 0,1-1,0 0,0 0,0 0,1 0,0-1,0 0,3 1,380 199,-318-140,-70-63,0 1,0 0,0-1,-1 1,1 0,-1 0,0-1,0 1,0 0,0 0,-1 0,1 1,-1-1,0 0,1 0,-2 0,1 0,0 0,0 0,-1 0,0 0,0 0,0 0,0 0,0 0,0 0,-1 0,-1 2,-5 3,0-1,0 1,-1-1,0-1,0 1,-1-2,0 1,0-1,0-1,-1 0,1 0,-1-1,0-1,0 1,0-2,-3 1,8-1,0 1,0-1,-1-1,1 1,0-1,0 0,0 0,-1-1,1 1,0-2,0 1,0-1,0 1,0-2,-4-1,10 3,-1 0,0-1,1 1,-1 0,1-1,-1 1,1 0,0-1,0 1,-1-1,1 1,0 0,0-1,0 1,1-1,-1 1,0 0,1-1,-1 1,0 0,1-1,-1 1,1 0,0-1,0 1,-1 0,1 0,0 0,0 0,0 0,0 0,0 0,0 0,0 0,0 0,1 1,-1-1,0 0,0 1,1-1,-1 1,0 0,1-1,-1 1,1 0,-1 0,1 0,23-10,1 1,-1 2,2 1,-1 0,1 2,0 2,-1 0,8 2,-8 0,0-1,-1-2,1 0,-1-1,0-2,0 0,-1-2,0-1,9-4,-25 8,-1 0,1-1,-1 0,0 0,0 0,-1-1,0 0,0 0,-1-1,0 0,0 0,0 0,-1 0,-1-1,1 1,-1-1,-1 0,0 0,0 0,0 0,-1-1,-1 1,0 0,0-1,1 9,-1-1,0 1,1-1,-1 1,0-1,0 0,1 1,-1-1,0 1,-1-1,1 1,0-1,0 0,-1 1,1-1,-1 1,1-1,-1 1,0 0,0-1,1 1,-1 0,0-1,0 1,0 0,-1 0,1 0,0 0,0 0,-1 0,1 0,0 0,-1 0,1 1,-1-1,1 0,-1 1,1 0,-1-1,1 1,-1 0,1 0,-1-1,0 1,1 1,-1-1,1 0,-1 0,1 0,-1 1,1-1,-1 1,0 0,-7 6,1 1,0 0,0 0,1 1,0 0,0 0,1 0,1 1,-1 0,2 0,-1 1,1-1,1 1,0 0,-1 10,2-14,1 0,0-1,0 1,0-1,1 1,1 0,-1 0,1-1,0 1,0-1,1 1,0-1,0 1,0-1,1 0,0 0,0 0,0-1,1 1,0-1,0 1,1-1,-1-1,3 2,9 4,0 0,1-2,0 0,0-1,1 0,0-2,0 0,0-1,1-1,0-1,-1 0,17-1,65 4</inkml:trace>
  <inkml:trace contextRef="#ctx0" brushRef="#br0" timeOffset="-62327.113">7768 1736,'0'-20,"-2"-29,3 1,2 0,2 1,2-1,6-15,-13 60,0 0,0 0,1 0,0 0,-1 0,1 0,0 0,0 0,1 0,-1 0,1 0,-1 0,1 1,0-1,0 1,0-1,0 1,1 0,-1 0,0 0,1 0,0 0,-1 1,1-1,0 1,0 0,0-1,0 1,0 0,0 1,0-1,0 1,0-1,0 1,1 0,2 0,6 7,0 1,0 0,-1 0,0 1,-1 1,0 0,-1 0,0 1,0 0,-1 0,3 6,-9-14,69 113,-70-113,0-1,0 0,-1 1,1-1,0 1,-1-1,0 1,1-1,-1 1,0 0,0-1,-1 1,1-1,0 1,-1-1,1 1,-1-1,0 1,0-1,0 0,0 1,-1-1,1 0,0 0,-1 0,0 0,1 0,-1 0,0 0,0-1,0 1,0-1,0 1,0-1,-1 0,1 0,0 0,-1 0,1 0,-1 0,1-1,-3 1,-4 2,0-1,-1 0,1-1,0 0,-1 0,1-1,-1 0,1 0,-1-1,1-1,-1 0,-3-1,12 3,0 0,1 0,-1 0,0 0,1 0,-1 0,0-1,1 1,-1 0,0 0,1 0,-1-1,0 1,1 0,-1-1,1 1,-1-1,1 1,-1 0,1-1,-1 1,1-1,-1 1,1-1,0 0,-1 1,1-1,0 1,-1-1,1 0,0 1,0-1,0 0,0 1,0-1,-1 0,1 1,0-1,1 0,-1 1,0-1,0 0,0 1,0-1,0 0,1 1,-1-1,0 0,1 0,31-18,314-53,-344 71,1 1,0-1,-1 1,1-1,-1 0,1 0,-1 0,1 0,-1-1,1 1,-1-1,0 1,0-1,0 0,0 0,0 0,0 0,-1 0,1 0,-1-1,1 1,-1 0,0-1,0 1,0-1,0 0,0 1,-1-1,1 1,-1-1,0 0,0 0,0 1,0-1,0-2,-2 0,1 0,-1 0,0 1,0-1,-1 1,1-1,-1 1,0 0,0 0,-1 0,1 0,-1 1,0 0,0-1,0 1,0 0,0 1,-1-1,1 1,-1 0,0 0,0 0,-1 1,3 2,0 0,0 0,0 1,0-1,1 1,-1 0,1 0,-1 0,1 0,-1 0,1 1,0-1,0 1,0-1,1 1,-1 0,1 0,-1 0,1 0,0 0,0 0,0 0,0 0,1 0,-1 0,1 0,0 1,0-1,0 0,0 0,1 1,-1 4,-1 0,2 0,-1-1,1 1,1 0,-1-1,1 1,0-1,1 1,0-1,0 0,1 0,-1-1,2 1,-1-1,1 1,-1-1,2-1,-1 1,2 0,5 4,-1-1,2-1,-1 0,1-1,0 0,1-1,-1-1,1 0,0-1,6 1,66 11,-2-6</inkml:trace>
  <inkml:trace contextRef="#ctx0" brushRef="#br0" timeOffset="-59301.697">14372 1309,'40'-45,"-1"-2,-2-1,-3-2,-1-2,-3-1,-1-5,-14 27,-3-1,0-1,-2 0,-1 0,-2-1,-2 0,0 0,-2-4,-3 35,1 0,0 0,-1 0,0-1,0 1,0 0,0 0,0 0,-1-1,1 1,-1 0,0 0,0 0,0 0,0 0,-1 0,1 0,-1 0,0 1,1-1,-1 1,-1-1,1 1,0 0,0-1,-1 1,1 0,-1 1,0-1,0 0,0 1,1 0,-1-1,0 1,-3 0,0 2,0 0,1 1,-1 0,1 0,0 0,-1 1,1-1,0 1,1 0,-1 1,0 0,1-1,0 1,0 1,0-1,-1 2,-14 17,1 1,2 1,0 1,2 0,0 0,2 2,1-1,2 2,0-1,2 1,1 1,1-1,0 28,4-41,1-1,1 1,0-1,1 1,1-1,0 0,1 0,1 0,0 0,1-1,1 0,0 0,0 0,2-1,0 0,0-1,1 0,0-1,1 0,1 0,0-1,0-1,1 0,0 0,0-1,1-1,0-1,11 4,-6-4,0 0,0-2,1 0,-1-1,1-1,0-1,0-1,0 0,0-2,-1 0,1-1,-1-2,3 0,-8 1,0 0,-1-1,1-1,-1 0,0-1,-1 0,1-1,-1-1,-1 0,0 0,0-1,-1 0,0-1,-1 0,0-1,-1 0,0 0,0-2,-6 11,0 0,0 0,0 0,-1 0,1 0,-1 0,0 0,0 0,0 0,0-1,0 1,-1 0,0-1,0 1,0 0,0-1,0 1,0-1,-1 1,0 0,0 0,0-1,0 1,0 0,0 0,-1 0,0 0,1 0,-1 0,0 1,-1-1,1 1,0-1,-1 1,1 0,-3-2,-3 2,-1 0,1 1,-1 0,1 0,-1 1,0 0,1 0,-1 1,1 0,-1 0,1 1,-1 0,1 1,0 0,0 0,0 1,0 0,1 0,-1 1,1 0,0 0,1 1,-2 2,1-3,1 0,1 1,-1 0,1 0,0 1,1 0,-1-1,2 2,-1-1,0 0,1 1,0 1,2-5,0-1,1 0,-1 0,1 1,-1-1,1 0,0 1,0-1,1 0,-1 1,1-1,-1 0,1 1,0-1,0 0,1 0,-1 0,1 0,-1 0,1 0,0-1,0 1,0-1,1 1,-1-1,1 1,-1-1,1 0,0 0,1 0,2 1,0 0,0 0,0-1,1 0,-1 0,1 0,-1-1,1 0,-1-1,1 1,0-1,-1-1,1 1,0-1,-1 0,1 0,-1-1,1 0,-1 0,0-1,4-1,-1 0,0-1,0 0,0 0,-1-1,0 0,0 0,0-1,-1 0,0-1,0 1,-1-1,0-1,4-7,-4-3,-6 19,0 0,0 0,0 0,-1 0,1 0,0 0,0 1,0-1,0 0,-1 0,1 0,0 0,0 0,0 0,0 0,-1 0,1 0,0 0,0 0,0 0,-1 0,1 0,0-1,0 1,0 0,0 0,0 0,-1 0,1 0,0 0,0 0,0 0,0 0,0-1,-1 1,1 0,0 0,0 0,0 0,0 0,0-1,0 1,0 0,0 0,0 0,0-1,-3 4,1 1,1-1,-1 0,0 0,1 1,-1-1,1 1,0-1,0 1,0-1,1 1,-1 0,1-1,0 1,0 0,0-1,1 1,-1 0,1-1,0 1,0 0,0-1,0 0,1 1,0-1,-1 0,1 1,0-1,1 0,-1 0,0-1,1 1,-1 0,4 1,11 6,2-1,-1-1,1-1,0-1,0 0,1-1,-1-1,1-1,0-1,0-1,0-1,11-1,55 3</inkml:trace>
  <inkml:trace contextRef="#ctx0" brushRef="#br0" timeOffset="-58018.36">17232 1389,'145'-395,"-143"390,-2 4,0-1,0 1,0-1,1 1,-1 0,0-1,1 1,-1-1,1 1,0 0,-1 0,1-1,0 1,-1 0,1 0,0 0,0 0,0 0,0 0,0 0,1 0,-1 0,0 0,0 1,1-1,-1 0,0 1,0-1,1 1,-1-1,1 1,-1 0,0 0,1 0,-1 0,1 0,0 0,3 4,0 1,0 0,0 0,0 0,-1 0,0 1,0 0,0 0,-1 0,0 0,0 2,6 8,78 158,-86-172,1-1,-1 1,0 0,1 0,-1 0,0 0,0 0,-1 0,1 0,0 0,-1 0,1 1,-1-1,1 0,-1 0,0 1,0-1,0 0,0 0,-1 1,1-1,-1 0,1 0,-1 0,0 0,0 0,0 0,0 0,0 0,0 0,0 0,-1 0,1 0,-1-1,1 1,-1-1,1 1,-1-1,0 0,0 1,-1-1,-4 0,1 0,-1 0,1-1,-1 0,1-1,-1 1,1-1,-1-1,1 1,-1-1,1 0,0-1,0 1,0-1,0 0,1-1,-1 1,1-1,0 0,0 0,0-1,4 4,0 0,0 0,0 0,0 1,0-1,0 0,1 0,-1 0,0 0,1-1,-1 1,1 0,-1 0,1 0,-1 0,1 0,0-1,0 1,-1 0,1 0,0-1,0 1,0 0,1 0,-1-1,0 1,0 0,1 0,-1 0,0 0,1-1,-1 1,1 0,0 0,-1 0,1 0,0 0,0 0,0 0,-1 0,1 1,0-1,0 0,0 0,0 1,0-1,1 1,-1-1,0 1,0-1,1 1,66-20,14 9,-57 9,-1 0,0-2,1-1,-2 0,1-2,-1-1,0-1,-1-1,6-3,-25 11,1 0,-1 0,0 0,0 0,0-1,0 1,-1-1,1 1,-1-1,1 0,-1 0,0 0,0-1,-1 1,1 0,0-1,-1 1,0-1,0 1,0-1,0 0,-1 1,1-1,-1 0,0 0,0 1,-1-1,1 0,-1 1,1-1,-1 0,0 1,-1-1,1 1,-1-1,1 1,-1 0,-2-3,3 3,0 1,-1 0,1 0,0 0,-1 0,0 0,1 0,-1 0,0 0,0 1,0-1,0 1,0-1,0 1,-1 0,1 0,0 0,-1 0,1 0,-1 0,1 1,-1 0,1-1,-1 1,1 0,-1 0,1 0,-1 0,1 1,-1-1,1 1,-1-1,1 1,-1 0,1 0,0 0,0 0,-1 0,1 1,0-1,0 1,0-1,0 1,1 0,-1 0,-1 2,0 4,0 1,0 0,1 1,1-1,-1 0,2 0,-1 1,1-1,1 1,-1-1,2 0,-1 0,1 1,1-1,0-1,0 1,0 0,1-1,1 1,-1-1,1 0,1-1,-1 1,1-1,1 0,-1 0,1-1,1 0,-1 0,0 0,1-1,-1 0,1 0,0-1,1 0,-1 0,1-1,0 0,-1-1,1 0,0 0,0-1,1 0,-1 0,0-1,0-1,0 1,0-2,0 1,0-1,0 0,0-1,0 0,-1 0,1-1,-1 0,0-1,0 0,-1 0,5-5,15-17,0-2,-3-1,0-1,-2-1,-1-1,15-34,20-35,-3-3,-6-1,24-84,-65 173,-1 0,0 0,-1-1,-1 0,-1 0,0-17,-2 33,0 0,0 0,-1 0,1 0,0-1,-1 1,1 0,-1 0,0 0,0 0,1 1,-1-1,-1 0,1 0,0 0,0 1,-1-1,1 1,-1-1,1 1,-1-1,1 1,-1 0,0 0,0 0,0 0,0 0,0 0,0 1,0-1,0 0,0 1,0 0,0-1,0 1,0 0,0 0,0 0,0 1,0-1,-1 0,1 1,0-1,0 1,0 0,1-1,-1 1,0 0,0 0,0 1,0-1,1 0,-1 1,0 0,-17 10,1 2,0 0,1 2,1-1,1 2,0 0,1 1,0 1,2 0,0 0,2 1,0 1,-7 21,6-17,1 1,2 0,1 1,0 0,2 0,2 1,0-1,2 1,0-1,2 1,2 0,0-1,2 0,0 0,2 0,1 0,2-1,0-1,2 0,0 0,2-1,1 0,0-2,2 0,1 0,11 10,-21-24,-1-1,1 0,0 0,1-1,-1 0,1 0,0-1,1 0,-1-1,1 0,0 0,0-1,0 0,1-1,-1 0,1-1,-1 0,1-1,-1 0,1 0,-1-1,1-1,-1 0,0 0,1-1,-1 0,0-1,-1 0,1 0,-1-1,6-5,-1-2,-1-2,-1 0,-1 0,0-1,-1 0,0-1,-1 0,-1-1,-1 0,0 0,-1 0,-1-1,0 0,-2 0,0 0,0-14,-7-21,4 52,0 0,-1-1,1 1,0 0,-1 0,1 0,-1 0,0 0,1 0,-1 1,0-1,1 0,-1 0,0 0,0 1,0-1,0 0,0 1,0-1,0 1,0-1,0 1,0-1,0 1,0 0,0 0,0-1,-1 1,1 0,0 0,0 0,0 0,0 0,0 1,0-1,-1 0,1 0,0 1,0-1,0 1,0-1,-1 1,-4 3,0 0,0 0,0 0,0 1,1 0,0 0,0 1,0-1,0 1,1 0,0 0,0 1,1-1,0 1,0 0,1 0,-1 0,1 0,1 0,0 0,0 1,0-1,1 0,0 1,0-1,1 0,0 4,2-3,-1 0,2 0,-1-1,1 0,0 0,0 0,1 0,0 0,0-1,1 0,0 0,0-1,0 1,1-1,-1-1,1 1,0-1,1 0,4 1,12 5,0 0,0-2,1-1,0-1,18 1,41 3,-8-4</inkml:trace>
  <inkml:trace contextRef="#ctx0" brushRef="#br0" timeOffset="-57434.422">19318 1135,'-6'-6,"0"1,0-1,-1 1,0 0,0 1,0 0,-1 0,1 1,-1-1,0 2,0-1,-2 0,6 3,1-1,-1 1,0-1,1 1,-1 0,1 1,-1-1,0 1,1-1,-1 1,1 0,-1 0,1 1,-1-1,1 1,0-1,0 1,0 0,0 0,0 1,0-1,0 1,1-1,-1 1,1 0,0 0,0 0,-1 1,1 1,-1 0,1 0,1 0,-1 1,1-1,0 0,0 1,1-1,-1 0,1 1,0-1,1 1,-1-1,1 0,0 1,1-1,-1 0,1 0,0 0,0 0,1 0,-1 0,1-1,0 1,0-1,1 1,-1-1,1-1,0 1,0 0,0-1,1 0,-1 0,1 0,0 0,-1-1,3 1,9 3,0 0,1-1,0-1,0-1,0 0,0-1,1-1,-1-1,0 0,1-1,-1-1,0-1,0 0,0-1,0-1,-1-1,0 0,0-1,0-1,-1 0,0-1,-1-1,0 0,0-1,-1 0,-1-1,11-13,-4 1,-1 0,-2 0,0-2,-2 0,-1-1,-1 0,-1-1,0-6,54-233,-50 192,-3 0,-4 0,-3-1,-3 0,-7-57,4 120,0 0,-1 0,-1 0,0 0,-1 1,0-1,-1 1,0 0,-1 1,-4-7,8 16,-1 0,1 0,-1 0,1 0,-1 0,1 0,-1 1,0-1,0 1,0 0,0 0,0 0,0 0,0 1,0-1,0 1,0-1,0 1,0 0,-1 1,1-1,0 0,0 1,0 0,0 0,0 0,0 0,0 0,0 0,1 1,-1-1,0 1,1 0,-1 0,1 0,0 0,-1 0,1 1,0-1,0 1,1-1,-1 1,1 0,-1 0,0 1,-13 21,0 1,2 0,1 0,1 2,1-1,1 1,2 1,1-1,1 1,1 1,2-1,1 4,1 29,3 0,2 0,3-1,3 1,2-2,3 0,3 0,2-2,16 27,-30-64,2-1,0 1,1-2,1 0,1 0,1-1,0 0,1-1,1-1,9 7,-21-20,1-1,-1 0,1 0,0-1,0 1,0-1,0 0,0 0,0 0,1-1,-1 1,0-1,0 0,0 0,1-1,-1 1,0-1,0 0,0 0,0 0,0 0,0-1,0 0,0 0,-1 0,1 0,-1 0,1-1,-1 0,89-89,-91 91,89-118,-70 99,-20 20,0 0,1-1,-1 1,0 0,1 0,-1-1,0 1,1 0,-1 0,0 0,1 0,-1 0,0 0,1-1,-1 1,1 0,-1 0,0 0,1 0,-1 0,0 0,1 1,-1-1,1 0,-1 0,0 0,1 0,-1 0,0 0,1 1,-1-1,0 0,1 0,-1 1,0-1,1 0,-1 0,0 1,0-1,1 0,-1 1,0-1,0 0,0 1,0-1,1 0,-1 1,0-1,0 1,0-1,0 0,0 1,0-1,0 0,0 1,0-1,0 1,0-1,0 0,0 1,0-1,-1 0,1 1,0-1,-26 138,26-137,-6 75,6-74,0 1,0-1,1 0,-1 0,0 0,1 0,0 0,-1 1,1-1,0 0,0-1,0 1,0 0,1 0,-1 0,0-1,1 1,-1 0,1-1,0 0,-1 1,1-1,0 0,0 0,0 0,0 0,0 0,0 0,0 0,0-1,0 1,0-1,1 0,26-2,0-7</inkml:trace>
  <inkml:trace contextRef="#ctx0" brushRef="#br0" timeOffset="-57185.071">20321 881,'-16'-2,"-10"-3,-5-3,-1-3,-1-1,0-1,-5-1,4 2</inkml:trace>
  <inkml:trace contextRef="#ctx0" brushRef="#br0" timeOffset="-57002.026">19612 547,'21'0,"20"0,23 0,24 2,22 3,18 4,8 3,3 6,-23-1</inkml:trace>
  <inkml:trace contextRef="#ctx0" brushRef="#br0" timeOffset="-56819.513">20696 1028,'-7'14,"-5"11,1 8,1 3,5 2,7 0,11-5,12-8,9-8,5-9,-2-16,-6-5</inkml:trace>
  <inkml:trace contextRef="#ctx0" brushRef="#br0" timeOffset="-56818.513">20681 440,'0'18,"5"9,1-1</inkml:trace>
  <inkml:trace contextRef="#ctx0" brushRef="#br0" timeOffset="-61251.475">9800 1563,'183'-307,"-167"277,-3 0,0 0,-2-1,-1-1,-2 0,-1 0,-1 0,-2-1,-1 0,-2 0,-2-14,1 43,0 0,0 0,0 0,-1 0,0 0,1 0,-2 1,1-1,0 0,-1 1,1-1,-1 1,0-1,0 1,-1 0,1 0,-1 0,1 0,-1 0,0 0,0 1,0-1,0 1,-1 0,1 0,-1 0,1 1,-1-1,0 1,1 0,-1 0,-3-1,1 3,1 0,-1 0,1 0,0 0,-1 1,1 0,0 0,0 0,0 1,0 0,1 0,-1 0,1 0,0 1,0-1,0 1,0 0,0 1,1-1,-1 2,-51 103,49-90,0 0,2 0,0 0,1 1,1 0,0-1,2 1,0 0,2 0,0 0,1-1,1 1,1-1,0 0,2 0,0-1,1 0,1 0,0 0,1-1,1-1,1 0,1 0,0-2,1 1,0-2,16 13,-15-16,2 0,-1 0,1-1,1-2,-1 1,1-2,1 0,-1-2,9 2,-19-5,0 1,1-2,-1 1,1-1,-1 0,0-1,1 0,-1 0,0-1,0 0,0 0,0-1,0 0,0-1,-1 1,1-2,-1 1,0-1,0 0,-1 0,1-1,0-1,1-3,-1 0,0-1,-1 1,0-1,-1 0,0-1,-1 1,0-1,-1 0,0 0,-1 0,0-1,-1 1,0 0,-1-1,0 1,-1 0,-1-2,2 13,0-1,0 1,0 0,0 0,0 0,0-1,-1 1,1 0,0 0,-1 0,1 0,-1-1,1 1,-1 0,1 0,-1 0,0 0,0 0,1 0,-1 1,0-1,0 0,0 0,0 1,0-1,0 0,0 1,0-1,0 1,0-1,-1 1,1 0,0-1,0 1,0 0,0 0,-1 0,1 0,0 0,0 0,-1 0,1 0,0 0,0 1,0-1,0 0,-2 1,-45 37,41-31,0 2,1-1,1 1,-1 0,1 0,1 0,0 1,0 0,1 0,0 0,1 0,-1 3,2-8,1 1,0-1,0 0,0 1,0-1,1 0,0 1,0-1,0 0,0 0,1 0,0 0,0 0,1 0,-1-1,1 1,0-1,0 0,0 0,1 0,0 0,0 0,0-1,0 1,1-1,16 8,0-2,1 0,0-2,1 0,-1-2,1 0,1-1,-1-2,0 0,1-2,-1 0,16-3,17 1,0-2,-1-2,1-3,-2-2,1-3,-2-1,15-9,-64 22,4 0,1-1,-1-1,0 1,0-2,0 1,0-1,-1 0,0 0,0-1,0 0,-1 0,0-1,0 0,0-1,-5 7,0 0,-1-1,1 1,-1-1,1 1,-1-1,0 1,1-1,-1 1,0-1,0 1,0-1,0 1,-1-1,1 1,0-1,-1 1,1 0,0-1,-1 1,0-1,1 1,-1 0,0-1,0 1,0 0,0 0,0 0,0 0,0 0,0 0,0 0,0 0,-1 0,0 0,-52-19,44 17,-1 2,1-1,-1 1,0 1,1 0,-1 0,0 1,1 1,-1 0,1 0,-1 1,1 0,0 1,0 0,1 1,-1 0,1 0,0 1,0 0,1 0,0 1,0 1,0-1,1 1,0 0,1 1,-6 8,11-14,0 0,0-1,0 1,1 0,-1 0,1 0,-1 0,1 0,0 0,0 0,1-1,-1 1,0 0,1 0,0 0,0 0,-1-1,2 1,-1 0,0-1,1 1,-1-1,1 1,0-1,-1 1,1-1,0 0,1 0,-1 0,0-1,0 1,1 0,-1-1,1 1,0-1,-1 0,1 0,0 0,0 0,-1-1,2 1,11 3,-1-1,1-1,-1-1,1 0,0 0,0-2,-1 0,1 0,-1-2,1 1,-1-2,0 0,0-1,0 0,-1-1,1-1,-1 0,-1 0,0-2,0 1,0-2,-1 1,5-7,-12 12,0 0,0-1,0 1,-1-1,1 0,-1 0,0 0,-1 0,1-1,-1 1,0-1,0-1,-13 13,5 4,1-1,0 1,0 0,1 1,1-1,-1 1,2-1,-1 1,1 0,1 1,2-9,0 0,1 0,-1-1,1 1,-1-1,1 1,0-1,0 0,0 1,0-1,1 0,-1 0,0-1,1 1,-1 0,1-1,0 1,0-1,-1 0,1 0,0 0,0-1,0 1,0-1,0 1,0-1,0 0,0 0,0 0,0 0,0-1,0 1,0-1,0 0,1 0,177-11,-135 10</inkml:trace>
  <inkml:trace contextRef="#ctx0" brushRef="#br0" timeOffset="-60279.051">11952 1403,'-5'-8,"-1"1,0 0,-1 0,1 1,-1 0,-1 0,1 0,-1 1,0 0,0 1,-1 0,1 0,-1 1,0 0,0 0,0 1,0 0,0 1,-1 0,1 0,0 1,-1 0,1 1,0 0,0 0,-1 1,1 0,0 1,0 0,1 1,-6 2,11-5,0 1,0 0,0 0,1 0,-1 1,0-1,1 1,0-1,-1 1,1 0,0 0,0 0,0 0,1 0,-1 0,1 0,0 1,0-1,0 1,0-1,1 1,-1-1,1 1,0-1,0 1,0-1,0 1,1-1,0 1,-1-1,1 1,0-1,1 0,-1 1,1-1,-1 0,1 0,0 0,0 0,0 0,1-1,-1 1,2 1,6 1,0-1,0-1,0 1,0-2,1 1,-1-2,1 1,0-1,-1-1,1 0,0 0,-1-1,1-1,-1 1,1-2,-1 1,0-2,0 1,0-1,0-1,0 0,-1 0,0-1,0 0,-1-1,0 0,6-5,58-88,-67 136,-2 5,1 0,3-1,1 1,2-1,2-1,1 0,2-1,2 0,8 12,1 5,-3 0,-2 2,12 54,-31-105,0 0,0 0,0 0,-1 0,0 0,0 0,-1 1,1-1,-2 0,1 0,0 1,-1-1,0 0,-1 0,0 0,1 0,-2 0,1 0,-1 0,0-1,0 1,0-1,-1 0,0 0,0 0,0 0,-1-1,0 0,1 0,-1 0,-3 1,-2-3,0 0,-1-1,0 0,1-1,-1 0,1-1,-1 0,0 0,1-1,0-1,0 0,-1 0,2-1,-1 0,0-1,1 0,0 0,0-1,0 0,1-1,0 0,0 0,1-1,0 0,0 0,1-1,-2-2,2 2,0 0,1-1,0 0,0 0,1 0,0 0,1-1,0 1,1-1,0 0,1 0,0 0,0 0,1 1,1-1,0 0,0 0,1 0,1 0,0 1,0-1,1 1,0 0,1 0,2-3,12-17,2 1,2 1,0 1,2 1,0 1,2 1,1 1,1 2,0 1,2 1,0 1,1 2,1 1,19-5,-44 17,6-3,0 1,0 0,0 1,1 0,-1 1,1 1,0 0,4 1,-17 1,1 1,-1 0,0 0,0 0,0 0,0 0,-1 1,1-1,0 0,0 1,-1 0,1-1,-1 1,0 0,1 0,-1 0,0 0,0 0,0 0,0 0,0 0,-1 0,1 0,-1 0,1 1,-1-1,0 0,0 0,0 1,0-1,0 0,0 0,-1 0,1 1,-1-1,0 0,0 2,1 26,2-25,0 0,0 0,1 0,0 0,0-1,0 1,0-1,0 0,1 0,0 0,0 0,0-1,0 0,1 1,-1-2,1 1,0 0,0-1,0 0,0 0,0 0,0-1,0 0,1 0,-1 0,0-1,1 0,-1 0,1 0,-1 0,0-1,1 0,-1 0,0 0,0-1,0 0,0 0,0 0,0-1,0 1,-1-1,1 0,-1-1,0 1,0-1,0 0,-1 0,1 0,-1 0,0 0,0-1,0 0,-1 0,3-4,-4 2,-1 1,1-1,-1 1,0-1,-1 1,0 0,0-1,0 1,-1 0,0-1,0 1,0 0,-1 0,0 1,0-1,0 0,-1 1,0 0,0 0,0 0,-1 0,1 1,-1 0,0 0,-1 0,-2-1,4 2,0 0,-1 0,1 1,-1 0,0 0,1 0,-1 0,0 1,0 0,0 0,0 0,0 0,-1 1,1 0,0 0,0 1,0-1,0 1,0 0,0 0,0 1,0 0,0-1,1 2,-1-1,1 0,-1 1,1 0,0 0,0 0,0 1,1-1,-2 3,-1 1,1 1,0 0,0 0,1 0,0 0,1 1,-1-1,2 1,-1 0,1 0,1 0,0 0,0 0,0 9,1-13,0-1,1 1,-1-1,1 1,-1-1,1 1,0-1,1 0,-1 1,1-1,0 0,0 0,0 0,1 0,-1-1,1 1,0-1,0 1,0-1,1 0,-1 0,1 0,0-1,-1 1,1-1,0 0,0 0,1 0,-1-1,3 1,26 2,-2-6</inkml:trace>
  <inkml:trace contextRef="#ctx0" brushRef="#br0" timeOffset="-60035.701">12835 868,'-16'-2,"-15"1,-10 6,-6 8,-1 12,5 8,10 7,10 4,17 1,8-6</inkml:trace>
  <inkml:trace contextRef="#ctx0" brushRef="#br0" timeOffset="-59868.22">12875 1483,'2'18,"6"11,7 4,12 0,11-4,16-7,16-7,-2-6</inkml:trace>
  <inkml:trace contextRef="#ctx0" brushRef="#br0" timeOffset="-50963.041">8624 3047,'15'-38,"0"-1,-3 0,-1-1,-2 0,-2 0,-2-1,-1 0,-2 0,-2 0,-2 0,-3-14,4 49,0 4,0 1,1-1,-1 1,1-1,0 1,-1-1,1 1,0-1,0 1,0-1,0 1,0-1,0 1,0-1,1 0,-1 1,0-1,1 1,-1 0,1-1,0 1,-1-1,1 1,0 0,0-1,0 1,0 0,0 0,0 0,0 0,1 0,-1 0,0 0,1 0,-1 0,2 0,98 12,-83-8,103 29,-115-30,-1 0,0 1,1 0,-1 1,0-1,-1 1,1 0,-1 0,0 0,0 0,0 1,0 0,-1 0,0 0,0 0,0 0,0 1,-1-1,1 5,1 10,-1 1,-1-1,-1 1,0-1,-2 1,0-1,-3 14,-2 33,5-63,1 0,-1 0,1-1,0 1,0 0,1 0,-1 0,1 0,-1-1,1 1,0 0,1-1,-1 1,1 0,-1-1,1 0,0 1,1-1,-1 0,0 0,1 0,0 0,-1-1,1 1,0-1,0 0,1 1,-1-1,0-1,1 1,-1 0,1-1,0 0,3 1,6 0,1-1,0-1,0 0,0-1,0 0,0-1,0-1,-1 0,1-1,-1 0,0-1,0 0,-1-1,1-1,-1 0,-1-1,8-6,-11 8,0 0,-1-1,0 0,0 0,-1 0,0-1,0 0,-1-1,0 1,0-1,-1 0,0 0,-1 0,0-1,0 1,-1-1,0 0,-1 1,0-1,-1 0,1 0,-2 0,0 0,0 1,-1-1,0 0,-2-4,3 12,0 0,0 0,0 0,-1 0,1 0,-1 1,1-1,-1 0,0 1,1-1,-1 1,0-1,0 1,0 0,0 0,0 0,-1 0,1 0,0 1,0-1,-1 1,1-1,0 1,-1 0,1 0,0 0,-1 0,1 0,0 0,-1 1,1-1,0 1,0 0,-1 0,1 0,0 0,0 0,0 0,0 0,0 1,0-1,1 0,-1 1,0 0,1 0,-1-1,1 1,-1 0,1 0,-1 1,-3 4,0 0,0 0,1 1,0 0,0 0,1 0,0 0,0 0,1 0,0 1,0-1,1 1,0 0,1-1,0 1,0 0,1-1,0 1,0 0,1-1,0 1,1-1,-1 0,2 0,-1 0,1 0,1 0,-1-1,1 0,0 0,1 0,0-1,0 0,4 4,1-3,1 0,-1 0,1-1,1-1,-1 0,1-1,0 0,0-1,43 9</inkml:trace>
  <inkml:trace contextRef="#ctx0" brushRef="#br0" timeOffset="-50632.901">9840 2620,'-13'-3,"-1"2,1 0,-1 1,0 0,1 1,-1 0,0 1,-6 2,15-3,0 1,0-1,0 1,0 0,1 0,-1 0,1 1,-1-1,1 1,0 0,0 1,0-1,0 1,1-1,-1 1,1 0,0 0,0 1,1-1,-1 1,1-1,0 1,-1 4,2-4,0-1,1 1,-1-1,1 1,0 0,1-1,-1 1,1-1,0 1,0-1,0 0,1 1,-1-1,1 0,0 0,1 0,-1 0,1 0,-1 0,1-1,0 0,0 1,1-1,1 1,93 64,-96-67,86 57,-86-57,-1 0,0 0,0 0,-1 1,1-1,0 0,0 1,0-1,-1 0,1 1,-1-1,1 1,-1-1,0 1,1-1,-1 1,0-1,0 1,0 0,0-1,-1 1,1-1,0 1,0-1,-1 1,1-1,-1 1,0-1,1 0,-1 1,0-1,0 0,0 1,0-1,0 0,0 0,0 0,0 0,0 0,-2 1,-55 37,52-36,-95 40,95-46,16-6,-9 9,21-16</inkml:trace>
  <inkml:trace contextRef="#ctx0" brushRef="#br0" timeOffset="-49933.706">10174 2659,'-12'38,"1"0,3 1,1 0,1 0,3 1,1 22,1-56,2 363,4-214,-4-128,-1 0,-1 0,-1-1,-2 1,0 0,-3 5,-11 5,18-37,-1 1,1 0,-1 0,1 0,-1-1,1 1,-1 0,1-1,-1 1,0-1,1 1,-1-1,0 1,0-1,1 1,-1-1,0 0,0 1,0-1,1 0,-1 0,0 1,0-1,0 0,0 0,0 0,1 0,-1 0,0 0,0 0,0-1,0 1,0 0,1 0,-1-1,0 1,0 0,0-1,1 1,-1-1,0 1,0-1,-2-3,0 0,1 0,-1 0,1-1,0 1,0-1,0 1,1-1,-1 0,1 1,0-1,1 0,-1-4,-4-57,2 0,4-1,3 1,9-49,-9 72,37-337,-22 291,-17 87,0 0,0 0,0 0,0 1,1-1,-1 0,1 1,-1-1,1 1,0 0,-1 0,1 0,0 0,0 0,-1 1,1-1,0 1,0 0,0 0,0 0,0 0,0 1,0-1,-1 1,1-1,0 1,0 0,-1 0,1 0,0 1,-1-1,1 0,-1 1,0 0,1 0,0 1,5 0,44 21,-1 1,0 3,13 12,-63-40,0 0,0 0,-1 0,1 0,0 0,0 1,-1-1,1 0,0 0,0 0,-1 1,1-1,0 1,-1-1,1 0,0 1,-1-1,1 1,-1-1,1 1,-1 0,1-1,-1 1,1-1,-1 1,1 0,-1-1,0 1,0 0,1 0,-1-1,0 1,0 0,0 0,0-1,0 1,0 0,0 0,0 0,0-1,0 1,0 0,0 0,0-1,-1 1,1 0,0 0,-1-1,1 1,0 0,-1-1,1 1,-1-1,1 1,-1 0,1-1,-1 1,0-1,1 1,-1-1,0 0,1 1,-1-1,0 0,1 1,-1-1,-1 0,-10 2,-1 0,1-1,-1 0,1-1,-1-1,0 0,1-1,-1 0,1-1,0 0,-2-2,8-2,26 5,50 4,-42 1,1-1,-1-1,0-2,1-1,-1-1,0-1,0-2,-1-1,1-1,-1-1,8-5,-28 10,-1 0,0-1,-1 0,1 1,-1-2,0 1,0-1,0 1,-1-1,0-1,0 1,0-1,-1 1,0-1,0 0,-2 3,0 0,0 1,0-1,0 0,0 0,-1 0,0 0,0 1,0-1,0 0,0 0,-1 0,0 0,0 0,0 1,0-1,0 0,-1 1,0-1,0 1,0 0,0-1,0 1,0 0,-1 0,0 0,0 1,1-1,-2 1,3 0,-1 0,0 1,0 0,0-1,-1 1,1 0,0 0,0 0,-1 0,1 1,0-1,-1 1,1-1,-1 1,1 0,0 0,-1 0,1 0,-1 0,1 0,-1 1,1-1,0 1,-1 0,1 0,0 0,0 0,-1 0,1 0,0 1,0-1,0 0,0 1,1 0,-1 0,0-1,1 1,-1 0,1 0,-5 6,0 1,1-1,0 1,1 0,0 0,0 0,1 0,0 1,0 2,1-4,0 0,1 1,-1-1,2 1,-1-1,1 1,1-1,-1 1,2-1,-1 1,1-1,0 1,1-1,0 0,0 0,0 0,1-1,1 1,-1-1,1 0,0 0,1-1,0 1,0-1,0-1,1 1,-1-1,1 0,1 0,0 0,5 0,0 1,1-2,-1 1,1-2,0 0,0-1,0 0,1-1,48 2</inkml:trace>
  <inkml:trace contextRef="#ctx0" brushRef="#br0" timeOffset="-48299.034">11311 2659,'-10'2,"1"0,-1 0,1 1,0 0,0 0,0 1,1 1,-1-1,1 2,0-1,0 1,1 0,-1 0,2 1,-1 0,1 0,0 1,0 0,1 0,0 0,0 1,1-1,0 1,1 0,0 0,0 1,1-1,0 1,0 7,1-12,1-1,0 1,0-1,0 1,1-1,0 0,-1 1,1-1,1 0,-1 1,1-1,0 0,0 0,0 0,0-1,1 1,-1 0,1-1,0 1,0-1,0 0,1 0,-1-1,1 1,-1 0,1-1,0 0,0 0,0 0,0-1,1 1,-1-1,0 0,1 0,0 0,10 0,0-1,0 0,0-1,0-1,-1 0,1-1,0 0,-1-1,0-1,0 0,0-1,0-1,-1 0,0-1,-1 0,0-1,0 0,-1-1,0 0,0-1,-1 0,-1-1,0 0,2-4,17-32,-2-2,-2-1,-3-1,-1-1,-3-1,-3 0,-1-1,-3-1,-2-8,-5 46,5-27,-2 1,-2-2,-2-29,-10 33,8 42,0-1,0 0,-1 1,1-1,0 1,-1-1,1 0,-1 1,1-1,-1 1,1-1,-1 1,1 0,-1-1,1 1,-1-1,0 1,1 0,-1-1,0 1,1 0,-1 0,0 0,1-1,-1 1,0 0,1 0,-1 0,0 0,0 0,1 0,-1 1,0-1,1 0,-1 0,0 0,1 1,-1-1,0 0,1 0,-1 1,1-1,-1 1,1-1,-1 1,1-1,-1 1,1-1,-1 1,1-1,-1 1,1-1,0 1,-1 0,1-1,-11 14,1 1,0 0,1 0,1 1,0 0,1 0,1 1,0 0,-1 10,-2 7,0 0,3 0,0 1,3 0,0 0,3 1,0-1,3 0,1 0,4 12,-4-24,2 0,1-1,0 0,2 0,0 0,2-2,0 1,1-1,1-1,1 0,1-1,0 0,2-2,0 0,0 0,3-1,57 25,-76-40,1 0,-1 0,0 0,1 0,-1-1,1 1,-1 0,0-1,1 1,-1-1,0 1,0-1,1 0,-1 0,0 1,0-1,0 0,0 0,0 0,0 0,0 0,0 0,0-1,-1 1,1 0,0 0,-1-1,1 1,-1 0,1-1,-1 1,0 0,1-1,-1 1,0-1,0 1,0 0,0-1,0 1,-1-1,1 1,0 0,-1-1,1 1,0 0,-1-1,0 1,1 0,-1 0,0-1,0 1,0 0,-10-29,-2 1,-1 0,-1 1,-1 1,-2 0,0 1,-9-6,-1-5,-1 2,-3 1,0 1,-2 2,-1 1,-2 2,-15-8,49 35,-5-5,20 9,80 21,0-4,1-5,25-1,-97-11,444 39,-449-40,-30 0,-18 0,0 1,0 2,1 1,-1 1,-15 7,39-11,0 0,0 0,1 1,-1 0,1 0,0 1,0 0,0 0,0 1,1-1,0 2,0-1,1 0,0 1,0 0,0 1,1-1,0 1,0-1,1 1,0 0,1 0,-1 5,1-7,1 1,1-1,-1 1,1 0,0-1,1 1,-1 0,2-1,-1 1,0-1,1 1,0-1,1 0,0 1,0-1,0-1,0 1,1 0,0-1,0 0,0 0,1 0,0 0,0-1,0 0,1 0,-1 0,1 0,0-1,0 0,0-1,0 1,0-1,1 0,-1-1,1 1,0-1,-1 0,1-1,0 0,-1 0,1 0,0-1,-1 0,1-1,4-1,-1-1,0-1,0 0,-1 0,0-1,0 0,0 0,0-1,-1 0,0-1,-1 0,0 0,0-1,1-3,72-134,-79 145,11-21,-12 22,0-1,0 1,1 0,-1 0,0-1,0 1,0 0,1 0,-1-1,0 1,0 0,1 0,-1 0,0 0,1-1,-1 1,0 0,1 0,-1 0,0 0,1 0,-1 0,0 0,0 0,1 0,-1 0,0 0,1 0,-1 0,0 0,1 0,-1 0,0 1,1-1,-1 0,0 0,0 0,1 0,-1 1,0-1,0 0,1 0,-1 0,0 1,0-1,1 0,-1 0,0 1,0-1,0 0,0 1,0-1,0 0,1 0,-1 1,0-1,0 0,0 1,0-1,0 0,0 1,0-1,0 0,0 1,0-1,0 0,-1 1,13 64,-11-53,0-1,1 0,0 0,1 0,0-1,1 1,0 0,0-1,1 0,1 1,-5-10,0 1,0-1,0 1,0-1,0 0,0 1,1-1,-1 0,0 0,0 0,1 0,-1 0,1 0,-1 0,1-1,-1 1,1-1,0 1,-1-1,1 1,-1-1,1 0,0 0,0 0,-1 0,1 0,0 0,-1 0,1 0,0-1,-1 1,1-1,-1 1,1-1,-1 0,1 1,-1-1,1 0,-1 0,1 0,-1 0,0 0,0-1,0 1,1 0,-1-1,0 1,0-2,13-16,-1-2,0 0,-2-1,0 0,-2 0,2-10,7-13,-9 24,-2 3,0 1,1 0,1 0,1 0,11-13,-20 29,0-1,0 1,0 0,1 0,-1 0,0 0,1 0,-1 0,1 0,-1 1,1-1,-1 0,1 1,-1-1,1 1,0 0,-1-1,1 1,0 0,-1 0,1 0,0 0,-1 0,1 1,0-1,-1 0,1 1,0 0,-1-1,1 1,-1 0,1-1,-1 1,0 0,1 0,-1 0,0 0,0 1,1-1,-1 0,0 0,0 1,0-1,0 1,-1-1,1 1,0-1,-1 1,1-1,-1 2,12 17,-2 2,-1-1,-1 1,0 1,-2 0,-1 0,0 0,-2 1,28 107,-28-124,0 0,0-1,1 1,-1-1,2 1,-1-1,1 0,0-1,0 1,0-1,1 0,-1 0,1-1,1 0,-1 0,1 0,-1-1,1 0,0 0,0 0,0-1,1-1,-1 1,4 0,8 0,0 0,1-2,-1 0,1-1,-1-1,1 0,-1-2,17-5,-21 5,-1 0,0 0,-1-2,1 1,-1-2,0 0,-1-1,0 0,0 0,0-2,-1 1,-1-1,0-1,0 0,-1 0,0-1,-1 0,0-1,-1 0,-1 0,0 0,-1-1,1-3,-5 14,1 1,-1-1,0 0,-1 0,1 0,0 0,-1 0,0 0,1 0,-1 0,0 0,-1 0,1 0,-1 0,1 1,-1-1,0 0,0 0,0 0,0 0,0 1,-1-1,1 1,-1-1,0 1,0-1,0 1,0 0,0 0,0 0,-1 0,1 0,-1 1,1-1,-1 1,1 0,-1-1,0 1,-3 0,0 1,0 1,0 0,-1 1,1-1,0 1,0 1,0-1,1 1,-1 0,1 0,-1 1,1-1,0 1,0 0,1 1,-1-1,1 1,0 0,0 0,1 0,-1 0,1 1,0 0,1-1,0 1,-1 0,2 0,-1 1,1-1,0 0,0 0,0 1,1-1,0 2,1-3,0 1,0-1,1 1,-1-1,1 1,0-1,1 0,-1 0,1 0,0 0,0-1,1 1,-1-1,1 0,0 0,0 0,0 0,1-1,-1 1,1-1,0 0,0-1,0 1,1-1,13 6,0 0,0-2,1 0,0-1,0-1,1-1,18 2,-1 0,1-3,0-1,0-2,0-2,0-1,-1-3,1 0,29-12,-61 18,-1-1,0 0,0 0,0 0,-1-1,1 0,-1 0,1 0,-1-1,0 0,0 0,-1 0,1 0,-1-1,0 0,0 0,0 0,-1 0,0-1,0 0,0 1,0-1,-1 0,0 0,-1 0,1 0,-1-1,0 1,-1-2,-1 3,0-1,0 1,-1-1,0 1,0 0,0 0,-1 0,0 0,0 0,0 1,0-1,-1 1,0 0,0 0,0 0,0 0,-1 1,1 0,-1 0,0 0,0 0,0 1,0 0,0 0,-1 0,1 1,0 0,-1 0,0 0,1 0,-1 1,1 0,-1 0,1 1,-1-1,0 1,1 1,0-1,-1 1,1 0,0 0,0 0,0 1,0 0,0 0,-3 3,1 0,0 0,1 1,0 0,0 1,1-1,0 1,0 0,1 1,0-1,0 1,1 0,0-1,1 1,0 1,-1 4,3-10,-1 1,1-1,-1 0,1 0,0 0,1 0,-1 0,1 0,-1 1,1-1,0 0,1-1,-1 1,1 0,0 0,0 0,0-1,0 1,1-1,-1 0,1 0,0 0,0 0,0 0,0 0,1-1,-1 0,1 0,-1 0,1 0,0 0,0 0,-1-1,1 0,3 0,1 1,1-1,0 0,0 0,-1-1,1 0,0-1,0 0,0 0,-1-1,1 0,-1-1,1 0,-1 0,0-1,0 0,-1 0,1-1,-1 0,0 0,0 0,0-1,-1 0,0-1,0 0,0 0,-1 0,0 0,-1-1,0 1,0-1,0 0,0-3,-5 11,0 1,1-1,-1 0,1 1,-1-1,1 0,-1 0,1 0,-1 0,0 1,1-1,-1 0,1 0,-1 0,0 0,1 0,-1 0,1-1,-1 1,0 0,1 0,-1 0,1 0,-1-1,1 1,-1 0,0-1,1 1,-1 0,1-1,0 1,-1-1,1 1,-1 0,1-1,0 1,-1-1,1 1,0-1,-1 0,1 1,0-1,0 1,0-1,0 1,-1-1,1 0,0 1,0-1,0 0,-1 6,0 0,0 0,1 0,-1 1,1-1,0 0,1 0,-1 0,1 0,0 0,0 0,1 0,-1 0,1 0,0 0,1-1,-1 1,1-1,0 1,0-1,0 0,0 0,1 0,0-1,0 1,0-1,0 0,0 0,0-1,1 1,0-1,-1 0,1 0,3 1,21 9,0-1,0-2,1 0,0-2,1-2,0 0,5-2,56 6</inkml:trace>
  <inkml:trace contextRef="#ctx0" brushRef="#br0" timeOffset="-47782.903">15481 2726,'-1'169,"8"1,20 110,-15-201,-13-79,1-1,-1 1,1 0,-1-1,1 1,-1-1,1 1,-1 0,0 0,1-1,-1 1,1 0,-1 0,0 0,1-1,-1 1,1 0,-1 0,0 0,1 0,-1 0,0 0,1 1,-1-1,1 0,-1 0,0 0,1 1,-1-1,1 0,-1 0,0 1,1-1,-1 0,1 1,-1-1,1 1,0-1,-1 1,1-1,-1 1,1-1,0 1,-1-1,1 1,0 0,0-1,-1 1,1-1,0 1,0 0,0-1,0 1,0 0,0-1,0 1,0-1,0 1,0 0,0-1,0 1,1 0,-1-1,0 1,0-1,1 1,-13-14,2 0,0 0,0-1,2 0,-1-1,2 0,0 0,1 0,0-1,0-6,-3-10,2-1,1 0,2 0,2 0,0 0,2-1,2 1,1 0,2 0,1 0,1 1,2 0,1 0,1 1,2 0,1 1,5-5,-12 21,1 0,0 1,0 1,1 0,1 0,0 0,1 1,0 1,0 0,1 0,1 1,0 1,0 0,0 1,3-1,-14 7,0 0,0 1,1-1,-1 0,0 1,1-1,-1 1,1 0,-1-1,1 1,-1 1,0-1,1 0,-1 0,1 1,-1 0,0-1,1 1,-1 0,0 0,0 0,1 0,-1 1,0-1,0 0,-1 1,1 0,0-1,0 1,-1 0,1 0,-1 0,1 0,-1 0,0 0,0 1,0-1,0 0,0 0,-1 1,1-1,-1 1,1 1,-1 6,-1 0,0 0,0 0,-1 0,0 0,-1 0,0 0,-1 0,0-1,0 0,-1 0,0 0,-1 0,0-1,0 0,-1 0,1 0,-2-1,1 0,-1-1,0 1,-1-2,-8 6,11-7,0 0,0 0,-1-1,1 0,-1 0,0-1,0 1,1-1,-1-1,-1 0,1 0,-2 0,9-1,-1 0,1 0,-1 0,1 0,-1 0,1 0,-1 0,1 0,-1 0,1 0,0 0,-1-1,1 1,-1 0,1 0,-1-1,1 1,0 0,-1 0,1-1,0 1,-1 0,1-1,0 1,-1-1,1 1,0 0,0-1,0 1,-1-1,1 1,0-1,0 1,0-1,0 1,0 0,0-1,0 1,0-1,0 1,0-1,0 1,0-1,0 1,0-1,0 1,1-1,-1 1,0 0,0-1,0 1,1-1,-1 1,0 0,1-1,8-14</inkml:trace>
  <inkml:trace contextRef="#ctx0" brushRef="#br0" timeOffset="-47152.953">16030 2552,'-9'8,"0"0,1 0,0 1,1 0,0 1,0-1,1 1,-1 4,5-11,0 0,1 0,0 1,0-1,0 0,0 0,0 1,1-1,-1 0,1 1,0-1,0 1,0-1,1 0,-1 1,1-1,0 0,-1 1,2-1,-1 0,0 0,1 0,-1 0,1 0,0 0,0 0,0-1,0 1,1-1,0 2,7 2,0 0,0 0,1-1,0 0,0-1,0-1,0 1,0-2,1 1,0-2,-1 1,1-2,0 1,0-2,-1 0,1 0,0-1,7-2,-15 3,0 1,0-1,-1 0,1-1,-1 1,1-1,-1 1,1-1,-1 0,0 0,0-1,0 1,0-1,0 1,-1-1,1 0,-1 0,0 0,1 0,-1 0,-1-1,1 1,0-1,-1 1,0-1,0 0,0 1,0-1,-1 0,1 0,-1 1,0-1,0 0,0 0,-1 0,1 1,-1-1,0-1,-5-7,0 0,-1 1,0 0,0 0,-1 0,-1 1,0 0,0 1,-1 0,0 1,-1 0,1 0,-2 1,1 0,-1 1,0 1,0 0,0 0,-1 1,-3 0,-10-1,18 8,20 4,16 2,1-1,0-1,0-2,0-1,1-1,6-1,-33-2,263 8,-258-8,-5 0,0-1,0 0,0 1,0-1,0 1,-1 0,1 0,0 0,0 0,0 0,0 1,0-1,0 1,0 0,0 0,-1 0,1 0,0 1,-1-1,1 1,-1-1,1 1,-1 0,0 0,0 0,0 0,0 1,0-1,0 0,-1 1,1-1,-1 1,0 0,1-1,-1 1,0 0,-1 0,1 2,-1 33,8 65,-7-100,0 1,0-1,1 0,-1 0,1 0,0 0,0 0,0 0,0-1,0 1,0-1,1 1,0-1,-1 0,1 0,0 0,0 0,0 0,0-1,0 0,0 1,1-1,-1 0,0 0,1-1,-1 1,0-1,2 0,5-1,0-1,0 0,-1-1,1 0,-1-1,1 0,-1 0,-1-1,1 0,-1-1,0 1,0-2,0 1,-1-1,0 0,0-1,-1 0,0 0,0 0,4-9,64-107,-74 123,0 1,0 0,0-1,-1 1,1-1,0 1,0 0,0-1,0 1,0-1,1 1,-1 0,0-1,0 1,0-1,0 1,0 0,0-1,1 1,-1-1,0 1,0 0,1-1,-1 1,0 0,0 0,1-1,-1 1,0 0,1 0,-1-1,0 1,1 0,-1 0,1 0,-1 0,0-1,1 1,-1 0,1 0,-1 0,0 0,1 0,-1 0,1 0,-1 0,0 0,1 0,-1 0,1 1,-1-1,0 0,1 0,-1 0,1 0,-1 1,0-1,1 0,-1 0,0 1,7 26,-6-23,0 10,0 0,1-1,1 0,0 0,1 1,1-2,0 1,0-1,1 1,1-2,0 1,1-1,0 0,0 0,1-1,1 0,-1-1,2 0,-1 0,1-1,106 38,-59-33</inkml:trace>
  <inkml:trace contextRef="#ctx0" brushRef="#br0" timeOffset="-46119.175">17700 2605,'-9'-2,"-1"0,0 1,0 0,0 0,0 1,1 0,-1 1,0 0,0 0,0 1,1 1,-1-1,1 1,0 1,-1 0,2 0,-1 1,0 0,1 1,0 0,0 0,1 1,0-1,0 2,0-1,1 1,0 0,1 0,-3 5,7-11,-1 0,0 1,1-1,0 1,-1-1,1 1,0 0,0 0,1-1,-1 1,1 0,-1 0,1 0,0 0,0-1,0 1,0 0,1 0,-1 0,1 0,-1-1,1 1,0 0,0-1,1 1,-1 0,0-1,1 0,0 1,-1-1,1 0,0 0,0 0,0 0,0 0,1 0,-1 0,0-1,1 1,-1-1,1 0,0 0,0 0,7-2,-1 0,1-1,-1 0,0-1,1 0,-1-1,-1 0,1 0,0 0,-1-1,0-1,0 0,-1 0,1 0,-1-1,-1 0,1 0,-1 0,-1-1,1 0,3-7,17-30,-2-2,-2 0,-2-1,-2-1,-2-1,-2 0,-3-1,-2-1,3-50,-8 69,0 14,-1 0,-2-1,0 1,0 0,-2-1,0 1,-3-8,4 26,0-1,0 1,0-1,0 1,-1-1,1 1,-1 0,1-1,-1 1,1-1,-1 1,0 0,1 0,-1-1,0 1,0 0,0 0,0 0,0 0,0 0,-1 0,1 0,0 0,0 1,-1-1,1 0,0 1,-1-1,1 1,-1-1,1 1,-1 0,1 0,-1-1,1 1,0 0,-1 0,1 1,-1-1,1 0,-1 0,1 1,-1-1,0 1,-55 42,43-23,0 0,2 1,1 1,0-1,2 2,0-1,2 2,0-1,1 0,2 1,1 0,0 0,2 1,0-1,2 0,1 0,1 0,4 14,-3-16,2-1,0 0,1 0,2 0,0-1,1-1,0 1,2-2,0 1,2-2,-1 0,2 0,1-1,0-1,0-1,2 0,0-2,0 1,1-2,11 4,-25-12,1 0,0-1,0 0,0 0,0-1,0 0,1 0,-1 0,0-1,1 1,-1-2,0 1,0-1,1 0,-1 0,0 0,0-1,0 0,0-1,0 1,-1-1,1 0,-1 0,1-1,-1 1,0-1,-1-1,1 1,-1-1,1 1,-1-1,-1 0,1-1,1-2,2-7,-1 0,-1-1,0 1,-1-1,-1 0,-1 0,0 0,0 0,-2-1,0 1,-9-25,9 41,-1-1,1 0,0 1,-1-1,1 1,0-1,-1 1,1-1,-1 1,1-1,-1 1,1-1,-1 1,1 0,-1-1,1 1,-1 0,0-1,1 1,-1 0,1 0,-1 0,0-1,1 1,-1 0,0 0,1 0,-1 0,0 0,1 0,-1 0,0 1,1-1,-1 0,0 0,1 0,-1 1,1-1,-1 0,1 1,-1-1,0 0,1 1,-1-1,1 1,-1-1,1 1,0-1,-1 1,1-1,-1 1,1-1,0 1,0-1,-1 1,1 0,0 0,-5 7,1 0,0 1,0 0,1 0,0 0,1 0,0 0,0 0,1 0,0 1,1-1,0 1,0-1,1 0,0 1,1-1,0 0,2 5,-3-9,0-1,1 0,-1 1,1-1,0 0,0 0,1 0,-1 0,1-1,0 1,0-1,0 1,0-1,1 0,-1 0,1-1,0 1,0-1,0 1,0-1,0-1,0 1,0 0,1-1,-1 0,1 0,-1 0,1-1,-1 0,1 1,-1-2,1 1,0 0,-1-1,1 0,-1 0,0 0,1-1,0 0,5-6,0 0,-1-1,-1 0,1-1,-1 0,-1 0,0-1,0 0,-1 0,-1 0,0-1,0 0,-1 0,1-9,-2 14,50-149,-53 154,0 1,1-1,-1 0,1 0,-1 0,1 1,0-1,0 0,0 1,0-1,0 1,0-1,0 1,0 0,1-1,-1 1,1 0,-1 0,1 0,-1 0,1 0,-1 0,1 0,0 1,0-1,-1 0,1 1,0 0,0-1,0 1,-1 0,1 0,0 0,0 0,0 0,0 0,0 1,-1-1,160 63,-154-61,1 0,-1 0,-1 1,1 0,0 0,-1 0,1 1,-1 0,0 0,0 1,-1-1,1 1,-1 1,0-1,-1 1,1 0,-1 0,0 0,-1 0,1 1,-1 0,0-1,-1 1,2 5,-4 35,-1-43,0 1,0-1,0 1,1-1,0 0,0 1,0-1,1 1,-1-1,1 1,0-1,0 0,1 0,-1 1,1-1,0 0,0 0,0 0,1-1,-1 1,1-1,0 1,0-1,0 0,0 0,1 0,1 1,2-2,0 1,0-2,1 1,-1-1,0 0,1 0,0-1,-1 0,1 0,-1-1,1 0,-1 0,1-1,-1 1,0-2,0 1,0-1,0 0,0-1,-1 0,1 0,-1 0,0-1,0 1,-1-2,0 1,1-1,-2 1,1-1,-1 0,4-7,0-2,0 1,-1-1,-1-1,0 0,-1 1,0-2,-1-2,-7 37,0-1,2 1,0-1,1 1,0-1,3 14,-2-25,0-1,0 1,0 0,1 0,0-1,0 1,0-1,1 0,0 0,0 0,0 0,0 0,1 0,0-1,0 0,0 0,0 0,1 0,0-1,0 1,0-1,0-1,5 3,17 3</inkml:trace>
  <inkml:trace contextRef="#ctx0" brushRef="#br0" timeOffset="-45952.114">19078 1978,'7'20,"6"17,6 10,0-3</inkml:trace>
  <inkml:trace contextRef="#ctx0" brushRef="#br0" timeOffset="-45382.601">19372 2405,'6'-6,"54"-54,-2-2,10-20,-53 61,0 0,-1-1,-1-1,-1 0,-1 0,-2-1,0-1,-1 0,1-13,-9-59,-1 94,1 0,-1 0,0 0,0-1,0 1,-1 0,1 0,-1 1,0-1,1 0,-1 0,0 1,-1-1,1 1,0 0,-1 0,1 0,-1 0,0 0,0 0,1 1,-1-1,0 1,0 0,-1 0,1 0,-2 0,-1 1,-1 1,1 0,0 1,-1 0,1 0,0 0,0 1,0-1,1 1,-1 1,1-1,0 1,-1 0,2 0,-1 1,0 0,1-1,0 1,0 1,0-1,1 0,0 1,0 0,-1 3,-11 21,1 0,1 1,2 0,1 1,2 0,1 1,1 0,2 0,2 0,0 14,1-25,0 0,1 1,1-1,1 0,1 1,1-1,1-1,1 1,1-1,1 0,1 0,0-1,2 0,0-1,1 0,1-1,1 0,1-1,0-1,1 0,2 0,-13-12,0 0,0-1,1 1,-1-1,1 0,0-1,-1 0,1 1,0-2,1 1,-1-1,0 0,0 0,1-1,-1 1,0-2,0 1,1-1,-1 1,0-2,0 1,0-1,0 0,0 0,0-1,0 1,-1-1,6-4,2-6,-1 0,0-1,0-1,-1 0,-1 0,-1-1,0-1,-1 1,-1-1,0-1,-2 1,4-17,-9 28,-6 26,2-4,0 0,1 1,1-1,1 1,0 0,1-1,1 1,0 0,1-1,1 1,-2-14,0 0,0 0,1 0,-1-1,0 1,1-1,0 1,-1-1,1 1,0-1,0 0,0 0,1 0,-1 0,0-1,1 1,0 0,-1-1,1 0,0 1,-1-1,1 0,0-1,0 1,0 0,0-1,0 0,0 1,0-1,0 0,0-1,0 1,0-1,0 1,-1-1,1 0,0 0,0 0,0 0,-1 0,1-1,-1 1,1-1,5-4,-1-1,0 0,0 1,-1-2,1 1,-2-1,1 0,-1 0,-1-1,1 0,-1 1,-1-1,0-1,0 1,-1 0,0-1,0 1,-1-1,0 0,-1 1,0-1,-2-8,2 15,0 1,0-1,0 0,-1 0,1 1,-1-1,1 0,-1 1,0-1,0 1,0-1,-1 1,1-1,-1 1,1 0,-1-1,0 1,0 0,0 0,0 0,0 1,0-1,0 0,-1 1,1 0,0-1,-1 1,1 0,-1 0,0 0,1 1,-1-1,0 1,0-1,1 1,-1 0,0 0,0 0,1 0,-1 1,0-1,0 1,1 0,-1-1,1 1,-1 1,0-1,1 0,0 0,-2 2,-2 1,1 1,1 0,-1-1,1 2,-1-1,1 0,1 1,-1 0,1 0,0 0,1 0,-1 0,1 1,0-1,1 1,-1-1,1 1,-3 33</inkml:trace>
  <inkml:trace contextRef="#ctx0" brushRef="#br0" timeOffset="-45000.107">20267 2646,'-7'-63,"2"-1,3 0,3-8,-2 70,1 0,0 1,0-1,0 0,0 0,0 0,1 1,-1-1,0 0,1 0,0 1,-1-1,1 0,0 1,0-1,-1 1,1-1,0 1,1-1,-1 1,0-1,0 1,1 0,-1 0,1 0,-1 0,1 0,-1 0,1 0,-1 0,1 1,0-1,0 1,-1-1,1 1,0 0,0-1,-1 1,1 0,0 0,0 0,0 0,-1 1,1-1,0 0,1 1,3 1,0 0,0 1,0-1,0 1,-1 0,1 1,-1-1,0 1,0 0,0 0,-1 1,0-1,1 1,-1 0,-1 0,1 1,-1-1,0 1,0 0,-1-1,1 2,2 9,0 0,-1 0,0 1,-2 0,0-1,0 1,-2 5,-1 82,2-102,0 1,1 0,-1-1,1 1,0-1,0 0,0 1,0-1,0 0,0 0,0 0,1 0,-1-1,1 1,-1-1,1 1,0-1,0 0,-1 0,1 0,0 0,0-1,0 1,0-1,0 0,0 0,0 0,0 0,0 0,1-1,1 1,40 3,1-3,-1-2,0-2,0-2,32-8,23-20,-68 16</inkml:trace>
  <inkml:trace contextRef="#ctx0" brushRef="#br0" timeOffset="-54284.286">3610 2566</inkml:trace>
  <inkml:trace contextRef="#ctx0" brushRef="#br0" timeOffset="-54017.002">3610 2566,'4'2,"0"0,-1 0,1 0,-1 0,1 0,-1 1,0 0,0 0,0 0,-1 0,1 0,-1 0,1 1,-1-1,0 1,-1-1,1 1,0 0,-1 0,1 4,14 86,-16-92,2 97,-4 1,-5-1,-4 0,-4 0,-11 26,24-113,-59 293,52-279,9-25,0-1,-1 0,1 0,-1 1,1-1,0 0,-1 0,1 0,-1 0,1 0,-1 1,1-1,-1 0,1 0,-1 0,1 0,0 0,-1 0,1 0,-1-1,1 1,-1 0,1 0,-1 0,1 0,0-1,-1 1,1 0,-1 0,1-1,0 1,-1 0,1-1,0 1,-1 0,1-1,0 1,0 0,-1-1,1 1,0-1,0 1,0 0,-1-1,1 1,0-1,0 1,0-1,0 1,0-1,0 1,0-1,0 1,0 0,0-1,0 1,0-1,1 1,-1-1,0 1,0-1,-24-159,-1-54,8-60,15 250,1 0,1 0,0 0,2 0,1 0,1 0,1 1,1-1,2 1,0 0,7-13,-13 32,1 0,-1 1,1-1,0 1,-1 0,2 0,-1 0,0 0,0 1,1-1,0 1,-1 0,1 0,0 0,0 0,0 1,0 0,0-1,1 1,-1 1,0-1,0 1,1 0,-1 0,0 0,1 0,-1 1,0 0,0 0,0 0,1 0,-1 1,0-1,1 2,5 1,-1 1,0 0,0 1,0 0,-1 0,0 1,0 0,0 0,-1 1,0 0,-1 0,0 1,0 0,-1 0,0 0,3 9,-7-15,0 0,-1-1,0 1,1 0,-1 0,0 0,0 0,-1-1,1 1,-1 0,1 0,-1-1,0 1,0 0,0-1,0 1,-1-1,1 1,-1-1,1 1,-1-1,0 0,0 0,0 0,0 0,0 0,-1 0,-67 38,0-17,43-16</inkml:trace>
  <inkml:trace contextRef="#ctx0" brushRef="#br0" timeOffset="-53467.444">3971 2966,'-5'-378,"0"342,31 58,94 35,-9-6,-105-45,1 1,-1 0,0 0,0 0,-1 1,0 0,0 0,-1 0,0 1,0-1,-1 1,0 0,-1 0,0 0,0 0,-1 1,0-1,-1 0,0 1,0-1,-1 0,0 1,-2 2,3 7,-1-16,1 0,0 0,-1 0,1 0,0 1,1-1,-1 0,1 0,-1 0,1 0,0 0,0 0,0 0,0 0,1 0,-1-1,1 1,0 0,0-1,0 0,0 1,0-1,0 0,1 0,-1 0,1 0,-1 0,1-1,0 1,0-1,1 1,7 0,-1-1,1 0,0-1,-1 0,1-1,0 0,-1 0,1-1,-1-1,1 0,-1 0,0-1,0 0,-1-1,1 0,-1 0,0-1,0-1,0 0,1 1,-1-1,0 0,0-1,0 0,-1 0,0-1,-1 0,0 0,-1 0,1-1,-2 0,1-1,-2 1,1-1,-1 0,-1 0,2-10,-4 19,-1 0,1 0,-1 0,0 0,0 1,0-1,0 0,0 0,0 0,0 0,-1 0,1 0,0 0,-1 0,0 1,1-1,-1 0,0 0,0 1,0-1,0 1,0-1,-1 1,1-1,0 1,-1 0,1-1,-1 1,1 0,-1 0,0 0,1 0,-1 0,0 1,0-1,0 0,1 1,-1-1,0 1,0 0,0 0,0 0,0 0,0 0,0 0,0 0,0 0,1 1,-1-1,0 1,0 0,0-1,1 1,-1 0,0 0,1 0,-2 1,-2 3,0 0,0 0,0 1,1-1,-1 1,1 0,1 0,-1 1,1-1,1 1,-1 0,1-1,0 1,0 0,1 0,0 1,0-1,1 0,0 0,0 0,1 1,0-1,0 0,0 0,1 0,0 0,1-1,-1 1,1 0,1-1,-1 1,3-2,0 1,0-1,1-1,-1 1,1-1,0 0,0 0,0-1,1 0,-1 0,1-1,0 0,0 0,0-1,0 0,3 0,37 2</inkml:trace>
  <inkml:trace contextRef="#ctx0" brushRef="#br0" timeOffset="-53067.512">4853 2633,'15'4,"-1"0,0 0,1-1,0-1,0-1,0 0,-1-1,1 0,0-2,0 1,0-2,-1 0,1-1,-1 0,0-1,0 0,-1-2,1 1,10-8,-12 7,-1 1,1-1,-1-1,0 0,-1-1,0 0,-1 0,1-1,-2-1,1 1,-2-1,1-1,-2 1,1-1,-2 0,1-1,-2 1,0-1,0 0,-1 0,-1-1,0 1,-1 0,0-10,0 15,-1 0,1-1,-2 1,1-1,-1 1,0 0,-1 0,0-1,0 1,-1 0,0 1,-1-1,1 0,-1 1,-1 0,1 0,-1 0,-1 1,-3-5,7 10,0 0,0 0,1 0,-1 0,0 1,0-1,0 1,0-1,0 1,-1 0,1 0,0-1,0 2,0-1,0 0,0 0,0 1,0-1,0 1,0-1,0 1,0 0,0 0,0 0,1 0,-1 0,0 0,1 0,-1 1,0-1,1 1,0-1,-1 1,0 1,-38 66,27-23,2 0,2 1,2 0,2 1,2-1,3 43,0-82,28 862,-38-719,1-106</inkml:trace>
  <inkml:trace contextRef="#ctx0" brushRef="#br0" timeOffset="-52169.889">4987 3101,'43'-11,"-1"-2,0-2,27-14,-67 29,33-14,-1-1,-1-2,0-1,-1-1,-1-2,-1-1,-1-2,1-2,1-19,-30 44,-1 0,1 0,-1 0,0-1,1 1,-1 0,0 0,1-1,-1 1,0 0,0 0,0-1,0 1,-1 0,1-1,0 1,0 0,-1 0,1-1,-1 1,1 0,-1 0,1 0,-1 0,0 0,0 0,1 0,-1 0,0 0,0 0,0 0,0 0,0 0,0 1,0-1,-1 1,1-1,0 0,-2 0,0 0,1-1,-1 1,0 1,0-1,0 0,0 1,0-1,0 1,0 0,0 0,0 0,0 0,0 0,0 1,0 0,0-1,0 1,0 0,0 0,1 1,-1-1,0 1,1-1,-1 1,1 0,0 0,-1 0,1 0,0 0,-1 1,-1 3,1-1,-1 0,1 1,0 0,0-1,0 1,1 1,0-1,0 0,1 0,-1 1,2-1,-1 1,0 2,2 0,0 0,1 0,0 0,0 0,1 0,0-1,1 1,0-1,0 0,0 0,1 0,1-1,-1 0,1 0,0 0,1-1,-1 1,1-2,1 1,-1-1,1 0,0 0,0-1,0 0,0-1,1 0,0 0,0-1,-1 0,1 0,0-1,1 0,-1-1,1 0,-6-1,0 1,1-1,-1-1,0 1,0-1,0 1,0-1,-1 0,1-1,0 1,-1 0,0-1,1 0,-1 0,0 0,0 0,-1-1,1 1,-1-1,0 1,1-1,-2 0,1 0,0-2,26-101,-14-26,-14 133,-1-2,1 1,0 0,0-1,0 1,0 0,0-1,0 1,0 0,0 0,0-1,1 1,-1 0,0-1,1 1,-1 0,1 0,0 0,-1 0,1-1,0 1,0 0,-1 0,1 0,0 0,0 1,0-1,0 0,0 0,1 1,-1-1,0 0,0 1,0-1,1 1,-1-1,0 1,0 0,1 0,-1-1,0 1,1 0,0 0,118 54,-90-42,-23-11,0 1,0 0,-1 0,1 1,0-1,-1 2,0-1,0 1,0 0,0 0,-1 0,1 1,-1 0,0 0,0 0,-1 1,0 0,0-1,0 2,-1-1,3 5,-13 141,8-149,-1 0,1 0,0 0,0 0,0 0,0 0,0-1,1 1,-1 0,1-1,0 1,0-1,0 1,0-1,0 0,0 0,1 0,-1 0,1 0,-1-1,1 1,0-1,-1 1,1-1,0 0,0 0,1 0,85 6,-62-9,0-2,0 0,0-2,0 0,-1-2,-1-1,1-2,-1 0,-1-1,12-9,-36 21,0-1,0 1,1-1,-1 1,0 0,1-1,-1 1,0-1,1 1,-1 0,1-1,-1 1,1 0,-1 0,0-1,1 1,-1 0,1 0,-1 0,1-1,-1 1,1 0,0 0,-1 0,1 0,-1 0,1 0,-1 0,1 0,-1 0,1 1,-1-1,1 0,-1 0,1 0,-1 1,1-1,-1 0,1 0,-1 1,0-1,1 0,-1 1,1-1,-1 1,0-1,1 0,-1 1,0-1,0 1,1-1,-1 1,0-1,0 1,0-1,0 1,1-1,-1 1,0-1,0 1,0-1,0 1,0-1,0 1,0-1,-1 1,7 17,-2-14,1 0,-1 0,1 0,0 0,0-1,0 0,1 0,-1 0,1-1,-1 0,1 0,0 0,0-1,0 0,0 0,0-1,0 1,0-1,0 0,0-1,0 0,0 0,0 0,-1 0,1-1,0 0,0 1,0-1,0 1,-1-1,1 0,-1 0,1-1,-1 0,0 0,0 0,0 0,-1-1,1 0,-1 0,0 0,0 0,0-1,0 1,-1-1,0 0,0-1,0 1,-1 0,1-1,-1 1,-1-1,1 0,-1 1,0-1,0 0,-1 0,1 0,-1 0,-1 0,1 0,-1 1,0-1,0 0,-2-4,1 4,-1 1,1-1,-1 1,0-1,0 1,0 0,-1 1,0-1,0 1,0-1,0 1,-1 0,0 0,1 1,-2 0,1 0,0 0,0 0,-1 1,0 0,1 0,-1 0,0 1,0 0,0 0,0 0,0 1,0 0,0 0,0 1,0-1,0 1,1 0,-1 1,0 0,0 0,-3 1,2 2,0 1,0-1,1 1,-1 1,1-1,0 1,1 0,0 0,0 1,1-1,-1 1,2 0,-1 1,1-1,0 0,1 1,-2 8,3-11,0-1,0 0,1 0,-1 1,1-1,0 0,1 1,-1-1,1 0,0 0,0 1,1-1,0 0,0 0,0 0,0-1,1 1,-1 0,1-1,1 0,-1 0,0 0,1 0,0 0,0-1,0 1,0-1,1 0,-1 0,2 0,32 10,-1-5</inkml:trace>
  <inkml:trace contextRef="#ctx0" brushRef="#br0" timeOffset="-51916.54">6792 2526,'-10'-16,"-4"-10,-5 0,-4 4,-2 8,1 13,-1 14,1 13,3 15,3 8,5-4</inkml:trace>
  <inkml:trace contextRef="#ctx0" brushRef="#br0" timeOffset="-51744.998">6792 3034,'13'4,"12"2,11 0,12-1,12-7,15-8,-7-4</inkml:trace>
  <inkml:trace contextRef="#ctx0" brushRef="#br0" timeOffset="-13402.297">254 4423,'-6'0,"4"0,13 0,18 0,18 0,18-2,14-3,8-1,5 1,-3 1,-10 2,-16 0,-16 3,-14 2,-15 0,-12 2,-11 2,-3 0</inkml:trace>
  <inkml:trace contextRef="#ctx0" brushRef="#br0" timeOffset="-12569.002">2246 3996,'-4'20,"-2"19,0 16,4 12,4 8,6 4,5-2,1-3,2-11,-3-13,-3-16</inkml:trace>
  <inkml:trace contextRef="#ctx0" brushRef="#br0" timeOffset="-12200.414">2072 4023,'-26'-55,"27"55,-1 0,0 0,0 0,1 0,-1 0,0 0,0 1,1-1,-1 0,0 0,0 0,1 0,-1 0,0 0,1 0,-1 0,0 0,0 0,1 0,-1 0,0 0,0-1,1 1,-1 0,0 0,0 0,1 0,-1 0,0-1,0 1,0 0,1 0,-1 0,0 0,0-1,0 1,1 0,-1 0,0-1,0 1,0 0,0 0,0-1,0 1,0 0,0 0,0-1,0 1,198 149,-155-117,-1 1,-1 2,-2 2,-2 2,-1 1,-2 1,3 10,-31-41,0 0,0 1,-1 0,-1 0,0 1,0-1,-1 1,0 6,-2-14,-1 0,0 0,0 1,0-1,0 0,-1 0,1 0,-1 0,0 0,0 0,-1 0,1 0,-1 0,0-1,0 1,0-1,0 1,-1-1,0 0,1 0,-1 0,0 0,0 0,-1-1,1 1,-1 0,-6 2,1-1,0 0,-1 0,0 0,0-1,0-1,0 0,0 0,-1-1,1 0,0-1,-1 0,1-1,-9-1,-144-37,149 34,-49-16,117 22,3 2,3-1</inkml:trace>
  <inkml:trace contextRef="#ctx0" brushRef="#br0" timeOffset="-11848.33">3196 4371,'-10'-6,"0"1,-1 1,1 0,-1 0,0 1,0 0,0 1,0 0,-1 1,1 0,0 1,-1 0,1 1,0 0,-1 1,1 0,0 1,-1 0,-4 1,0 1,1 1,-1 0,1 1,0 0,1 1,0 1,0 0,1 1,0 1,0 0,2 0,-1 1,1 1,1 0,0 1,9-12,-1 0,1 0,0 0,0 1,0-1,0 0,1 0,-1 1,1-1,-1 1,1-1,0 0,0 1,0-1,0 1,0-1,0 1,1-1,-1 0,1 1,0-1,0 0,0 1,0-1,0 0,0 0,0 0,1 0,-1 0,1 0,0 0,-1-1,1 1,0 0,0-1,0 0,0 1,0-1,0 0,1 0,15 5,1 0,-1-2,1 0,0-1,0-1,0-1,0-1,0 0,0-1,0-2,0 0,9-3,19-3,-1-2,0-3,-1-2,0-1,-2-2,0-3,0-1,33 1,-57 21</inkml:trace>
  <inkml:trace contextRef="#ctx0" brushRef="#br0" timeOffset="-10529.785">3343 4464,'-24'-33,"23"30,-1 0,1 1,-1-1,0 0,0 0,0 1,0-1,0 1,-1 0,1-1,-1 1,0 0,1 1,-1-1,0 0,0 1,0 0,0-1,0 1,0 0,-1 1,-18-2,1 1,-1 1,0 1,1 1,-1 1,1 0,0 2,-14 5,-12 1,-168 43,213-54,0 1,0 0,0-1,0 1,0 0,0 0,1 1,-1-1,0 0,1 0,-1 1,1-1,-1 1,1 0,0-1,0 1,0 0,0 0,0-1,0 1,0 0,0 0,1 0,-1 0,1 0,0 0,-1 0,1 0,0 1,0-1,0 0,0 0,1 0,-1 0,1 0,-1 0,1 0,0 0,-1 0,1 0,1 1,-1 1,1-1,0 1,0 0,0 0,0-1,0 1,1-1,-1 0,1 1,0-1,0-1,0 1,0 0,1-1,-1 1,1-1,0 0,-1 0,1-1,0 1,0-1,0 0,0 0,0 0,0 0,1-1,-1 0,0 0,0 0,0 0,1-1,220-60,80-5,-302 65,1 1,0-1,-1 0,1 0,-1 0,1-1,-1 1,1-1,-1 0,0 0,0 0,0 0,0 0,0-1,-1 1,1-1,-1 0,1 0,-1 0,0 0,0 0,-1-1,1 1,-1 0,1-1,-1 1,0-1,0 0,-1 1,1-1,-1 0,1 1,-1-1,-1 0,1-2,0 5,-1 0,1-1,-1 1,1 0,-1 0,1 0,-1 0,1 0,-1 0,0 0,0 0,0 0,0 0,1 0,-1 1,0-1,0 0,-1 1,1-1,0 0,0 1,0-1,0 1,0 0,-1-1,1 1,0 0,0 0,0 0,-1 0,1 0,0 0,0 0,-1 0,1 0,0 1,0-1,0 0,-1 1,1-1,0 1,0-1,0 1,0 0,0-1,0 1,0 0,0 0,0 0,0 0,1 0,-1 0,0 0,1 0,-1 0,0 0,1 0,-1 0,1 0,0 0,-1 1,1-1,-3 7,0 1,0-1,1 0,1 1,-1-1,1 1,0 0,1-1,0 1,1 0,0-1,0 1,1 0,0-1,0 0,2 4,1-6,1-1,0-1,0 1,1-1,-1 0,1 0,0-1,0 0,0 0,0-1,0 0,1 0,-1 0,1-1,-1 0,1-1,-1 0,1 0,0 0,-1-1,1 0,-1-1,2 0,108-16,-63 7</inkml:trace>
  <inkml:trace contextRef="#ctx0" brushRef="#br0" timeOffset="-9951.275">4145 4357,'-17'-2,"-1"2,1 0,-1 1,1 1,-1 0,1 2,0 0,0 0,1 2,-1 0,1 1,0 1,1 0,0 1,0 0,1 2,0-1,-1 4,-32 43,46-56,0 1,0 0,0 0,1-1,-1 1,1 0,-1 0,1 0,0 0,-1 0,1 0,0 0,0 0,1 0,-1 0,0 0,0 0,1 0,0-1,-1 1,1 0,0 0,0 0,0-1,0 1,0 0,0-1,0 1,1-1,-1 1,0-1,1 0,-1 1,1-1,0 0,7 3,-1 1,1-1,0-1,1 0,-1 0,1-1,-1 0,1-1,0 0,0 0,62 1,0-3,0-4,0-2,-1-4,11-5,-59 12,231-41,-253 44,1 1,-1-1,1 1,-1 0,1 0,-1 0,1 0,-1 0,1 0,-1 0,1 0,-1 0,1 1,-1-1,1 1,-1-1,0 1,1 0,-1-1,0 1,1 0,-1 0,0 0,0 0,0 0,0 0,0 0,0 0,0 0,0 1,0-1,-1 0,1 1,0 0,4 3,1 0,0-1,0 0,0 0,0-1,0 0,0 0,1 0,0-1,0 0,-1 0,1-1,0 1,0-2,0 1,1-1,-1 0,0 0,0-1,0 0,0 0,0-1,-1 0,1 0,1-1,-4 2,0-1,1 0,-1 0,0 0,0 0,-1 0,1-1,0 0,-1 0,1 0,-1 0,0 0,0-1,0 1,-1-1,1 0,-1 0,0 0,0 0,0 0,-1 0,0-1,1 1,-1 0,-1-1,1 1,-1-1,1 1,-1-1,-1 1,1-1,-1 1,1-1,-1 1,-1-1,1 1,0 0,-1 0,0-1,0 1,0 1,-2-2,-1-1,-1 0,0 0,-1 1,1 0,-1 0,0 0,-1 1,1 0,-1 1,1-1,-1 2,0-1,0 1,-1 0,1 1,0-1,0 2,-1-1,1 1,-1 1,1-1,0 2,0-1,-1 1,1 0,0 1,0-1,1 2,-1-1,1 1,-1 0,1 1,-1 1,1 0,0 1,1 0,-1 0,1 1,1-1,0 1,0 0,0 1,1-1,0 1,1 0,-1 0,2 0,0 0,0 1,-1 9,3-16,0 0,0 0,0 0,1 0,-1 0,1 0,0 0,-1 1,1-2,1 1,-1 0,0 0,1 0,-1 0,1-1,0 1,0-1,0 1,0-1,0 0,1 0,-1 0,1 0,-1 0,1-1,0 1,0-1,0 0,0 1,0-1,5 1,0 0,1 0,-1 0,0-1,1-1,-1 1,1-1,-1-1,1 0,4-1,32-7</inkml:trace>
  <inkml:trace contextRef="#ctx0" brushRef="#br0" timeOffset="-9700.94">4960 3970,'-15'-12,"-13"-3,-6 3,-4 10,2 13,6 10,6 12,9 9,11 6,13 2,4-7</inkml:trace>
  <inkml:trace contextRef="#ctx0" brushRef="#br0" timeOffset="-9536.381">5014 4451,'21'9,"15"-2,15-4,18-9,17-9,-6-1</inkml:trace>
  <inkml:trace contextRef="#ctx0" brushRef="#br0" timeOffset="-8901.259">6819 4477,'0'-55,"3"1,3-1,1 1,10-27,15-6,-31 85,0 0,0-1,1 1,-1 0,1 0,0 0,-1 0,1 0,0 1,0-1,0 1,0-1,1 1,-1 0,0 0,0-1,1 2,-1-1,1 0,-1 0,1 1,-1-1,1 1,0 0,-1 0,1 0,-1 0,1 0,-1 1,1-1,-1 1,1 0,2 0,8 7,1 0,-1 1,-1 1,0 0,0 0,-1 1,0 0,-1 1,0 1,-1-1,2 4,-4-7,0-1,-1 1,0 0,0 0,-1 1,0-1,-1 1,0 1,-1-1,1 0,-2 1,0-1,0 1,-1 2,-3-9,0 1,-1 0,1-1,-1 0,0 1,-1-1,1 0,-1-1,0 1,1-1,-2 1,1-1,0-1,-1 1,1 0,-1-1,0 0,1 0,-1 0,0-1,0 0,0 0,-1 0,1 0,0-1,0 0,0 0,-3-1,-31-6,38 7,0-1,1 1,-1 0,0 0,1 0,-1-1,0 1,1 0,-1-1,1 1,-1 0,1-1,-1 1,1-1,-1 1,1-1,-1 1,1-1,-1 1,1-1,0 0,-1 1,1-1,0 1,0-1,0 0,-1 1,1-1,0 0,0 1,0-1,0 0,0 0,0 1,0-1,0 0,0 1,1-1,-1 0,0 1,0-1,0 1,1-1,-1 0,0 1,1-1,-1 1,1-1,-1 1,1-1,-1 1,1-1,-1 1,1-1,6-4,0 0,1 0,0 0,0 1,0 0,1 1,-1 0,1 0,0 1,0 0,2 0,3-2,301-55,-314 58,9 0,-1 0,1-1,-1-1,1 0,-1 0,0-1,-1 0,1 0,-1-1,1 0,-1 0,-1-1,6-5,-12 8,0 0,0 0,-1-1,1 1,-1 0,0-1,0 1,0 0,0-1,0 1,-1 0,1-1,-1 1,0 0,0 0,0 0,-1-1,1 1,-1 1,1-1,-1 0,0 0,0 1,0-1,-1 1,1-1,-1 1,1 0,-1 0,0 0,1 0,-1 1,0-1,0 1,-1 0,1-1,0 1,-3 0,4 0,0 1,1 0,-1-1,0 1,0 0,0 0,0 0,0 0,1 0,-1 0,0 0,0 1,0-1,0 1,1-1,-1 1,0 0,1 0,-1-1,0 1,1 0,-1 1,1-1,-1 0,1 0,0 1,0-1,0 1,-1-1,1 1,0-1,1 1,-1 0,0-1,0 1,1 0,-12 67,14-62,-1-1,1 1,1-1,-1 1,1-1,0 0,0 0,1-1,0 1,0 0,0-1,0 0,1 0,0-1,0 1,1-1,-1 0,1 0,0-1,0 0,0 0,0 0,1 0,17 6,0-1,0-1,1-1,0-2,12 1,34 3</inkml:trace>
  <inkml:trace contextRef="#ctx0" brushRef="#br0" timeOffset="-8197.135">8890 4397,'3'-4,"15"-17,-1 0,-1-1,-2-1,0 0,-1-1,-1-1,-2 0,0-1,-2 1,0-2,-2 1,2-23,-7 44,-1 0,1 0,-1 0,0 0,-1 0,1 0,-1 0,0 0,0 0,0 0,-1 0,0 0,0 1,0-1,0 1,-1 0,1-1,-1 1,0 0,-1 1,1-1,-1 0,1 1,-1 0,0 0,0 0,-1 0,1 1,-1 0,1 0,-1 0,-2-1,4 3,1 0,-1 0,1 0,-1 1,0-1,1 1,-1-1,1 1,-1 0,1 0,-1 0,1 0,0 0,-1 1,1-1,0 1,0-1,0 1,0 0,0 0,1 0,-1 0,1 0,-1 0,1 0,-1 1,1-1,0 0,0 1,0-1,1 1,-1-1,1 1,-1-1,1 1,0 0,0-1,0 1,0 0,0-1,1 1,-1-1,1 1,0-1,-1 1,1-1,0 1,1-1,-1 0,0 1,1-1,-1 0,1 0,0 0,0 1,10 6,0 0,0-1,1 0,0-1,0 0,1-1,0-1,0 0,0-1,0 0,12 0,-25-3,42 8,-29-7,0 1,0 0,0 0,-1 2,0 0,0 0,0 1,0 1,6 5,-15-8,0 0,0 0,-1 1,0 0,0-1,0 1,-1 0,1 0,-1 1,0-1,-1 0,0 1,1-1,-1 1,-1 0,1-1,-1 1,0-1,-1 1,1 0,-1-1,0 1,0-1,-3 6,2 69,3-77,0 0,0 0,0 0,0 0,1-1,-1 1,1 0,0-1,0 1,0-1,0 0,1 0,-1 0,0 0,1 0,-1 0,1-1,0 1,0-1,0 1,-1-1,1 0,0 0,0-1,1 1,-1-1,0 1,0-1,0 0,94-5,-72 1,0-1,-1-2,1-1,-1 0,5-4,-20 8,0-1,0 0,-1 0,1 0,-1-1,0 0,-1-1,0 0,0 0,0-1,-1 1,0-1,0-1,3-6,-7 10,-1 0,1 0,-1 0,0 0,0 0,-1 0,1 0,-1 0,0 0,-1 0,1 0,-1 0,0 0,0 0,-2-5,2 8,0-1,0 1,0 0,0-1,0 1,-1 0,1 0,-1-1,1 1,-1 0,0 1,0-1,0 0,0 0,0 1,0 0,0-1,-1 1,1 0,0 0,-1 0,1 0,-1 0,1 1,-1-1,1 1,-1-1,0 1,1 0,-1 0,-1 1,-1 1,0 0,1 1,-1 0,1 0,0 0,0 1,0-1,0 1,0 0,1 0,0 0,0 1,0-1,0 1,1 0,0-1,0 1,0 0,0 0,1 1,0-1,0 0,0 0,1 1,0-1,0 0,0 0,0 1,1-1,1 3,-1-1,0 0,1 0,0 0,0-1,0 1,1 0,0-1,1 0,-1 0,1 0,0 0,1 0,-1-1,1 0,0 0,1 0,-1-1,1 1,0-1,0-1,3 2,7 4,1-2,1 0,-1 0,1-2,1 0,-1-2,10 2,29 1</inkml:trace>
  <inkml:trace contextRef="#ctx0" brushRef="#br0" timeOffset="-7851.06">10201 4050,'-10'1,"1"2,-1-1,1 1,-1 1,1 0,0 0,1 1,-1 0,1 1,0-1,0 1,0 1,1 0,0 0,1 0,-1 1,1 0,1 0,0 1,0-1,0 1,1 0,1 0,-1 1,0 6,3-13,0 1,0-1,1 1,0-1,-1 1,1 0,0-1,1 1,-1-1,1 1,0 0,-1-1,1 1,1-1,-1 0,1 1,-1-1,1 0,0 0,0 0,0 0,0 0,1-1,-1 1,1 0,0-1,0 0,0 0,0 0,0 0,0 0,0-1,1 1,-1-1,0 0,1 0,-1 0,2 0,156 18,-160-19,-1 0,1 0,0 0,0 0,0 0,0 1,0-1,-1 0,1 1,0-1,0 0,0 1,-1-1,1 1,0-1,-1 1,1 0,0-1,-1 1,1 0,-1-1,1 1,-1 0,1 0,-1-1,0 1,1 0,-1 0,0 0,1 0,-1-1,0 1,0 0,0 0,0 0,0 0,0 0,0 0,0-1,0 1,-1 0,1 0,0 0,0 0,-1 0,1-1,-1 1,1 0,-1 0,1-1,-1 2,-34 33,12-17,-2-2,0 0,-1-2,0-1,-27 10,11-14,35-11</inkml:trace>
  <inkml:trace contextRef="#ctx0" brushRef="#br0" timeOffset="-7085.733">10642 4197,'-15'32,"2"0,2 0,1 1,1 1,2-1,1 2,2-1,1 0,2 1,1-1,5 30,1 51,-1-61,-2-1,-3 1,-2 0,-7 44,-21-13,29-83,0 0,0 1,-1-1,1 0,0 0,-1 0,0 0,1 0,-1-1,0 1,0 0,0-1,0 1,0-1,0 0,0 0,-1 0,1 0,0 0,-1 0,1-1,-1 1,1-1,0 1,-1-1,1 0,-1 0,1 0,-1 0,1-1,-1 1,1-1,-1 1,-3-5,0 1,0-1,0 0,1 0,0 0,0-1,0 0,1 0,0 0,0 0,0-1,1 1,0-1,1 0,-1 0,1 0,0-1,1 1,-1-3,-8-44,3 0,1 0,3-1,3 0,1 1,4-1,1 1,3 0,15-47,-16 64,1 0,3 1,1 1,16-31,-29 63,1 1,-1-1,1 1,0 0,0-1,0 1,0 0,0 0,0 0,0 0,1 0,-1 0,1 0,0 0,0 0,-1 1,1-1,0 1,0-1,0 1,1 0,-1 0,0 0,0 0,1 0,-1 1,0-1,1 1,-1-1,1 1,-1 0,1 0,-1 0,0 0,1 0,-1 1,1-1,-1 1,0-1,1 1,1 1,11 9,0 2,0-1,-2 2,1 0,-2 1,0 0,0 0,-2 2,5 8,10 37,-24-60,-1 0,0 0,1 0,-1 0,0 0,0 0,0-1,0 1,-1 0,1 0,0 0,-1 0,1 0,-1-1,0 1,0 0,0 0,1-1,-2 1,1-1,0 1,0-1,0 1,-1-1,1 0,0 1,-1-1,1 0,-1 0,0 0,1 0,-1-1,-1 2,-2-1,0 1,0-1,0 0,0 0,0-1,0 0,-1 0,1 0,0 0,0-1,0 0,-1 0,1 0,0 0,0-1,1 0,-1 0,0-1,1 1,-1-1,1 0,0 0,0 0,-1-2,4 5,0-1,0 1,0-1,0 0,1 0,-1 1,0-1,0 0,1 0,-1 0,1 0,-1 0,1 0,-1 0,1 0,0 0,-1 0,1 0,0 0,0 0,0 0,-1 0,1 0,0 0,1 0,-1 0,0 0,0 0,0 0,1 0,-1 0,0 0,1 0,-1 0,1 0,-1 0,1 0,0 0,-1 0,1 0,0 1,0-1,-1 0,1 1,0-1,0 0,0 1,0-1,0 1,1-1,53-17,80-3,-86 15,0-1,0-3,-1-2,43-18,-85 29,0-1,0-1,-1 1,0-1,1 0,-1-1,0 1,0-1,-1 0,1 0,-1 0,0-1,0 1,0-1,-1 0,1 0,-1-1,0 1,0-3,-3 7,0 0,1 0,-1 0,0 0,0 0,0-1,0 1,0 0,-1 0,1 0,0 0,0-1,-1 1,1 0,-1 0,1 0,-1 0,1 0,-1 0,0 0,1 0,-1 0,0 1,0-1,0 0,0 0,0 1,0-1,0 0,0 1,0-1,0 1,0-1,0 1,0 0,0-1,0 1,-1 0,1 0,0 0,0 0,0 0,-1 0,-52 8,45-4,0 1,1 1,0-1,0 1,1 0,-1 1,1 0,1 0,-1 1,1-1,0 1,1 1,0-1,-2 6,5-10,-1 1,1 0,0 0,0 1,1-1,0 0,0 1,0-1,0 0,1 1,0-1,0 1,0-1,1 1,0-1,0 1,0-1,1 0,0 0,0 0,0 0,0 0,1 0,0 0,0-1,2 4,7 0,0 1,0-2,0 1,1-2,0 0,1 0,-1-1,1-1,0 0,0-1,1-1,-1 0,0-1,1 0,-1-1,1-1,10-1,53-3</inkml:trace>
  <inkml:trace contextRef="#ctx0" brushRef="#br0" timeOffset="-6651.801">11779 4143,'-10'7,"1"0,-1 1,2 0,-1 0,1 0,1 1,-1 1,2-1,-1 1,1 0,1 1,0-1,2-4,0 1,0-1,1 1,0-1,0 1,1 0,0 0,0-1,1 1,0 0,0 0,0 0,1 0,0-1,0 1,1 0,0 0,0-1,1 0,2 7,-2-9,0 0,0 0,0 0,0-1,1 1,-1-1,1 0,0 0,0 0,0 0,0-1,0 1,1-1,-1 0,1-1,0 1,-1-1,1 0,0 0,0 0,0-1,-1 0,1 0,0 0,0 0,0-1,0 0,0 0,9-2,1 0,-2-2,1 1,0-2,-1 0,0 0,0-1,-1-1,1 0,7-8,-1-1,0-1,-1 0,-1-2,-1 0,0 0,-2-2,0 0,-2 0,0-1,-2-1,5-13,6-27,-1-2,-4 0,-3-1,-1-10,-9 52,7-34,-3-1,-3 0,-3-27,-10 56,9 30,-1 1,0 0,1 0,-1 0,0 0,0-1,1 1,-1 0,0 0,0 1,1-1,-1 0,0 0,1 0,-1 0,0 1,0-1,1 0,-1 1,0-1,1 0,-1 1,1-1,-1 1,1-1,-1 1,1-1,-1 1,1-1,-1 1,1 0,-1-1,1 1,0 0,-1-1,1 1,0 0,0-1,0 1,-1 0,-10 22,1 0,1 0,0 1,2 0,1 0,1 1,1 0,1 0,1 10,-3-1,2 1,1-1,2 1,1 0,2-1,1 1,2-1,1 0,2 0,1-1,2-1,1 1,2-2,1 0,19 28,-30-51,0-1,1 0,0 0,0-1,1 0,-1 0,1 0,1-1,-1 0,1 0,0-1,0 0,6 2,8-3</inkml:trace>
  <inkml:trace contextRef="#ctx0" brushRef="#br0" timeOffset="-6217.961">11886 3903,'86'16,"0"-4,26-3,16 3,-70-8,-1 3,0 3,-1 1,-1 4,0 1,49 23,-96-36,-1 0,1 1,-1-1,0 2,0-1,0 1,-1 0,0 0,0 1,0-1,0 2,-1-1,0 0,0 1,-1 0,0 0,0 1,-1-1,0 1,0-1,0 1,-1 0,-1 0,1 0,-1 0,0 8,-30 63,8-33,21-44,0 0,0-1,0 1,1-1,-1 1,0 0,1-1,-1 1,1-1,0 1,-1-1,1 1,0-1,0 0,0 1,0-1,0 0,0 0,1 0,-1 0,0 0,0 0,1 0,-1 0,1 0,-1-1,1 1,-1 0,1-1,-1 1,1-1,-1 0,1 0,0 1,-1-1,1 0,-1 0,1-1,0 1,-1 0,1 0,-1-1,1 1,-1-1,1 1,-1-1,2 0,8-1,1 1,-1-2,0 1,0-2,-1 1,1-1,-1-1,1 0,-2-1,1 1,2-3,-9 5,1 1,0-1,-1 0,0 0,1-1,-1 1,0 0,-1-1,1 0,-1 0,0 0,0 0,0 0,0 0,-1 0,1-1,-1 1,0 0,0-1,-1 1,0-1,1 0,-1 1,-1-1,1 1,-1-1,0 1,0-1,0 1,-1-1,0 0,0 1,0-1,-1 1,1-1,-1 1,0 0,-1 0,1 0,-1 1,1-1,-1 1,0 0,0 0,-1 0,1 0,-1 1,1 0,-1 0,0 0,0 0,0 1,0 0,0 0,-3 0,-1 0,0 0,-1 1,0 0,1 0,-1 1,1 0,0 1,-1 0,1 1,0 0,0 0,0 1,-3 2,4-1,-1 1,1-1,0 2,1-1,-1 1,1 0,1 1,-1-1,1 1,1 0,-1 1,-1 5,5-10,0 0,0 0,0 0,1 1,0-1,0 0,0 1,0-1,1 1,-1-1,1 1,0-1,1 1,-1 0,1-1,0 0,0 1,0-1,1 0,-1 1,1-1,0 0,1 0,-1 0,1-1,-1 1,1 0,2 1,1 0,1 1,0-1,1-1,-1 1,1-1,0-1,0 1,0-1,0-1,1 1,-1-1,1-1,-1 0,1 0,8 0,32-2</inkml:trace>
  <inkml:trace contextRef="#ctx0" brushRef="#br0" timeOffset="-5954.657">13088 3822,'-7'-5,"-1"1,0 0,0 0,-1 1,1 0,-1 0,1 1,-1 0,0 1,0 0,0 0,0 1,1 0,-1 1,0 0,0 0,0 0,0 1,1 1,-1 0,1 0,0 0,0 1,0 0,0 1,1 0,-1 0,1 1,1 0,-1 0,-1 2,0 3,1 0,0 0,1 1,0 0,0 0,2 1,-1 0,2 0,0 0,0 0,1 0,1 1,0-1,1 0,0 1,1-1,1 0,0 1,0-1,2 0,-1 0,2-1,0 1,0-1,1 0,1 0,0-1,0 1,1-2,5 5,6 9,0 0,2-2,1 0,1-2,1 0,0-2,1 0,1-2,1-1,1-1,-1-1,2-2,0 0,0-2,23 3,139 11,-98-19</inkml:trace>
  <inkml:trace contextRef="#ctx0" brushRef="#br0" timeOffset="-4865.546">15134 3970,'-15'43,"2"1,1 1,3 0,2 0,2 0,2 1,2 30,0-62,-1 117,1-43,-4 0,-6 21,11-105,-1 2,1 1,-1-1,0 1,-1-1,1 1,-1-1,0 0,-1 0,0 0,0 0,0-1,-1 1,1-1,-1 0,-2 2,4-6,1-1,-1 0,1 0,-1 1,0-1,1 0,-1 0,0 0,1-1,-1 1,1 0,-1-1,1 1,-1-1,0 1,1-1,0 0,-1 0,1 1,-1-1,1 0,0 0,0 0,0-1,-1 1,1 0,0 0,0-1,1 1,-1 0,0-1,0 1,1-1,-1 1,1-1,-1 1,1-1,-1 0,1 1,0-1,0 0,-15-45,2-1,1 0,3 0,3-1,-1-28,4 49,-5-46,3 0,4-1,5-44,-5 114,1 0,0 1,0-1,1 0,-1 1,1-1,0 1,1-1,-1 1,1-1,-1 1,1 0,1-1,-1 1,0 0,1 1,0-1,0 0,0 1,1-1,-1 1,1 0,-1 0,1 1,0-1,2 0,3 2,0 1,-1 0,1 0,0 1,0 0,0 1,0-1,-1 2,1-1,-1 1,0 1,0-1,0 1,3 3,25 11,-1 2,-1 1,-1 2,12 12,-42-33,-1-1,0 0,0 0,0 0,0 1,0-1,0 0,-1 1,1-1,0 1,-1 0,1 0,-1-1,0 1,0 0,0 0,0 0,0 0,0 1,0-1,0 0,-1 0,1 0,-1 1,0-1,0 0,0 0,0 1,0-1,0 0,-1 2,-3 0,-1-1,0 0,0 0,0 0,-1-1,1 1,-1-1,1 0,-1-1,0 0,1 0,-1 0,0 0,0-1,-1 0,-1 1,-9 1,0 0,0-2,1 0,-1-1,0 0,-8-3,26 4,-1 0,1 0,0-1,0 1,-1-1,1 1,0 0,-1-1,1 1,0-1,-1 0,1 1,-1-1,1 1,-1-1,1 0,-1 1,1-1,-1 0,0 0,1 1,-1-1,0 0,0 0,0 0,0 1,1-1,-1 0,0 0,0 0,0 1,-1-1,1 0,0 0,0 0,0 1,-1-1,1 0,0 0,-1 1,1-1,0 0,-1 0,1 1,-1-1,1 1,-1-1,0 0,1 1,-1-1,1 1,-1-1,0 1,0 0,1-1,-1 1,0 0,0-1,1 1,-1 0,0 0,0 0,0 0,0 0,26-10,1 2,0 0,0 2,1 1,0 2,0 0,10 1,-19 1,-2-1,5 0,-1 0,1 1,0 0,0 2,0 1,-1 0,1 2,18 5,-37-8,0-1,1 1,-1 0,0 0,0 0,0 0,0 1,0-1,0 1,-1-1,1 1,0-1,-1 1,1 0,-1 0,0 0,1 0,-1 0,0 0,0 0,0 0,-1 0,1 1,0-1,-1 0,0 1,1-1,-1 0,0 1,0-1,0 0,0 1,-1-1,1 0,-1 0,0 2,-2 6,2-9,0 0,0 0,1 0,-1 1,1-1,-1 0,1 0,-1 0,1 1,-1-1,1 0,0 1,0-1,0 0,0 0,0 1,0-1,0 0,0 1,1-1,-1 0,0 1,1-1,-1 0,1 0,-1 0,1 1,0-1,-1 0,1 0,0 0,0 0,0 0,0 0,0 0,0-1,0 1,1 0,8 2,0-2,1 1,-1-1,1-1,0 0,-1 0,1-1,-1-1,1 0,-1 0,0-1,8-3,65-38,-81 42,1-1,-1 1,1-1,-1 1,0-1,0 0,0 1,0-1,-1 0,1 0,-1-1,0 1,0 0,0 0,0-1,0 1,-1 0,1-1,-1 1,0-1,0 1,-1-1,1 1,-1 0,1-1,-1 0,-4-4,0 1,0-1,0 1,-1 0,0 0,0 1,-1 0,0 0,0 0,0 1,-1 0,0 1,0-1,0 2,0-1,-1 1,1 0,-1 1,-5-1,3-1,1 1,-1 0,0 1,0 0,0 0,0 2,0-1,0 1,-11 2,4 10,39 2,14-7,-1 0,1-3,0 0,0-3,8-1,-9 1,231 4,-261-6,-1 1,0 0,1 0,-1 0,0 0,1 0,-1 1,0-1,1 1,-1 0,0 0,0 0,0 1,0-1,0 1,0 0,0-1,0 1,-1 0,1 1,-1-1,0 0,1 1,-1 0,0-1,0 1,-1 0,1 0,-1 0,1 0,0 1,2 39,-4-38,-1 0,1 0,0 1,0-1,1 0,0 0,0 0,0 0,0-1,1 1,-1 0,1 0,0-1,1 1,-1-1,1 0,0 0,0 0,0 0,1 0,-1-1,1 1,0-1,0 0,0 0,1 0,-1-1,4 2,-2-2,1-1,0 0,0 0,0 0,0-1,0 0,1 0,-1-1,0 1,0-2,-1 1,1-1,0 0,0-1,-1 1,1-1,-1 0,0-1,0 0,0 0,0 0,0-1,8-7,-1 0,0-1,0 0,-2-1,0 0,0-1,-1 0,1-3,17-43,-28 61,0 1,1-1,-1 0,0 1,0-1,0 0,1 0,-1 0,0 1,0-1,1 0,-1 0,0 0,1 0,-1 0,0 1,0-1,1 0,-1 0,0 0,1 0,-1 0,0 0,1 0,-1 0,0 0,1 0,-1 0,0 0,1 0,-1 0,0-1,0 1,1 0,-1 4,2 6,-1 0,2 0,-1-1,1 1,1-1,-1 0,2 0,-1 0,1 0,0-1,1 0,0 0,1 0,-1-1,1 0,1 0,-1-1,1 0,8 5,6 2,1 0,1-2,-1 0,2-2,-1 0,1-2,2-1,55 12</inkml:trace>
  <inkml:trace contextRef="#ctx0" brushRef="#br0" timeOffset="-3869.212">17300 4090,'-10'3,"-1"1,1-1,0 2,0 0,0 0,1 1,0 0,0 0,0 1,1 0,0 1,1 0,-1 0,1 1,1 0,0 0,0 0,1 1,0 0,1 0,0 0,0 0,-1 7,4-15,0-1,0 1,0 0,1-1,-1 1,0 0,1 0,-1-1,1 1,0 0,-1 0,1 0,0 0,0 0,0-1,0 1,1 0,-1 0,0 0,1 0,-1 0,1-1,0 1,0 0,-1-1,1 1,0 0,1-1,-1 1,0-1,0 0,1 1,-1-1,0 0,1 0,-1 1,1-1,0-1,-1 1,1 0,0 0,0-1,-1 1,1 0,1-1,4-1,0-1,0 0,0-1,0 1,0-1,0-1,-1 1,0-1,1 0,-1-1,-1 1,1-1,3-4,-8 8,24-25,-1 0,-1-2,-1-1,-2-1,-1-1,-1 0,-2-1,-1-1,-2-1,-1 0,-1 0,-2-1,-2 0,-1-1,-2 0,-1 0,-2-17,0 43,-1 0,0-1,0 1,-1 0,0 0,-1 0,0-1,-4-8,6 18,0 0,-1 0,1 0,0 0,-1 0,1 0,-1 0,1 1,-1-1,0 0,1 0,-1 0,0 0,1 1,-1-1,0 0,0 1,0-1,0 1,0-1,0 1,0-1,0 1,0-1,0 1,0 0,0 0,0 0,0-1,0 1,0 0,0 0,0 1,0-1,0 0,0 0,0 0,-1 1,1-1,-32 32,17-4,2 1,2 1,0 0,2 1,1 0,2 1,1 0,2 0,0 0,3 0,0 3,1-14,0 0,2 0,0 0,1 0,1-1,1 1,1-1,1 0,7 14,-10-25,1 0,0 0,0-1,1 0,0 0,1 0,0-1,0 0,0 0,1 0,0-1,0-1,0 1,1-1,0-1,0 1,0-2,1 1,-1-1,1-1,4 1,-5-2,1 0,-1-1,1 0,-1-1,1 0,-1 0,1-1,-1 0,0-1,0 0,0 0,0-1,0 0,-1-1,0 0,0 0,0-1,0 0,-1 0,0-1,0 1,5-7,-1 0,0 0,0-1,-1-1,-1 0,-1 0,0 0,-1-1,0 0,-1-1,-1-2,1-39,-6 56,0 1,0 0,0 0,0-1,0 1,0 0,-1 0,1-1,0 1,-1 0,1 0,-1 0,1-1,-1 1,0 0,1 0,-1 0,0 0,0 0,0 0,0 0,0 1,0-1,0 0,0 0,0 1,0-1,0 1,0-1,0 1,-1-1,1 1,0 0,0-1,-1 1,1 0,0 0,0 0,-1 0,1 0,-1 1,-3 1,0 1,0 0,0 0,1 0,-1 1,1-1,0 1,0 0,0 1,1-1,0 0,-1 1,2 0,-1 0,0 0,1 0,0 0,0 1,1-1,-1 0,1 1,0 0,1 3,-1-1,1-1,0 1,0 0,1-1,0 1,0-1,1 1,0-1,1 0,-1 1,1-1,1 0,-1-1,1 1,0-1,1 1,-1-1,1-1,1 1,-1-1,1 0,0 0,0 0,0-1,0 0,1 0,0-1,0 1,0-2,1 1,-2 0,0-1,0 0,0 0,0 0,0-1,1 0,-1 0,0 0,1-1,-1 0,1 0,-1-1,0 0,1 0,-1 0,0-1,0 0,0 0,0-1,0 0,0 0,-1 0,0 0,1-1,-1 0,0 0,-1 0,1-1,-1 0,0 0,0 0,0 0,-1-1,0 1,2-5,1-8,-1 0,0 0,-2 0,0 0,-1-1,-1 1,0-1,-2 0,0 1,-3-14,3 26,1 4,-1 1,1 0,-1 0,1-1,-1 1,1 0,0 0,0-1,0 1,0 0,0-1,0 1,0 0,0-1,0 1,0 0,1-1,-1 1,1 0,-1 0,1-1,-1 1,1 0,0 0,0 0,-1 0,1 0,0 0,0 0,0 0,0 0,0 0,0 1,0-1,0 0,1 1,-1-1,1 0,105 26,-6-2,79 26,-175-48,-1 1,0-1,0 1,0 1,0-1,0 0,-1 1,1 0,-1 0,1 0,-1 0,0 0,0 1,-1-1,1 1,-1 0,0 0,0 0,0 0,0 0,-1 1,1-1,-1 0,0 1,-1-1,1 2,-1 39,-1-41,0 0,0 0,0 0,1 0,0 0,0 1,0-1,0 0,0 0,1 0,0 0,0 0,0 0,0 0,0 0,1 0,0 0,0 0,0-1,0 1,1-1,-1 0,1 1,0-1,0-1,0 1,0 0,1-1,-1 1,1-1,-1 0,4 1,3 0,0-1,1 0,-1-1,0-1,1 1,-1-1,0-1,1 0,-1-1,0 0,0 0,0-1,0 0,-1-1,1 0,-1 0,0-1,0-1,0 1,-1-2,0 1,0-1,0 0,-1 0,0-1,-1 0,0 0,0-1,0 0,-1 0,3-8,-3 2,0 0,-1 0,-1 0,0-1,-1 1,-1-1,0-14,-7 80,5-40,0 0,1 0,0-1,0 1,1 0,0 0,1-1,0 1,0-1,1 1,0-1,1 0,0 0,0-1,1 1,0-1,1 0,0 0,0 0,1-1,0 0,0-1,5 5,16 3</inkml:trace>
  <inkml:trace contextRef="#ctx0" brushRef="#br0" timeOffset="-3610.347">19011 3595,'-2'18,"3"18,9 11,3-2</inkml:trace>
  <inkml:trace contextRef="#ctx0" brushRef="#br0" timeOffset="-3229.793">19238 4090,'48'-60,"6"-1,-3-4,-3-1,-3-2,-3-2,-3-2,-3-2,-2-4,-30 69,0 1,0-1,-1-1,-1 1,0 0,0 0,-1-1,0 1,0-1,-1 0,0 1,-1-1,0 1,-1-1,0 1,0 0,-3-6,4 12,0 1,-1 0,1 0,-1 0,0 0,0 0,1 0,-1 1,0-1,0 1,-1-1,1 1,0 0,0-1,-1 1,1 0,-1 1,1-1,-1 0,1 1,-1-1,1 1,-1 0,0 0,1 0,-1 0,1 1,-1-1,1 0,-1 1,1 0,-1 0,1 0,-1 0,0 0,-5 3,0 1,0-1,0 2,1-1,-1 1,1 0,1 0,-1 1,-3 5,-7 14,2 1,1 1,1 0,1 1,2 1,1-1,1 1,2 1,1 0,1-1,2 1,1 0,1 1,3 13,-2-14,1 0,1 0,2 0,1-1,1 0,2 0,1 0,1-1,1-1,2 0,1-1,1 0,9 9,-19-28,1-1,-1 0,2 0,-1-1,1 1,0-1,1-1,-1 0,8 3,-13-6,0-1,1 0,-1 0,1 0,-1 0,1-1,-1 1,1-1,-1 0,1 0,-1 0,1-1,-1 1,1-1,-1 0,1 0,-1 0,0 0,1 0,-1-1,0 0,0 1,0-1,0 0,0-1,-1 1,1 0,1-2,5-11,1 0,-2-1,0 0,-1 0,-1 0,0-1,-1 0,-1 0,-1-1,0 1,-1-1,-1 1,-1-1,0 0,1 0,0 9,0 0,0 0,-1-1,0 1,-1 0,0 0,-1 0,1 0,-2 0,0-2,3 11,0-1,-1 1,1-1,0 1,0-1,-1 1,1-1,0 1,-1-1,1 1,-1 0,1-1,-1 1,1 0,-1-1,1 1,-1 0,1-1,-1 1,1 0,-1 0,1 0,-1-1,1 1,-1 0,0 0,1 0,-1 0,1 0,-1 0,0 0,1 0,-1 1,1-1,-1 0,1 0,-1 0,0 1,1-1,-1 0,1 0,-1 1,1-1,0 0,-1 1,1-1,-1 1,1-1,0 1,-1-1,1 1,0-1,-1 1,1-1,0 1,-6 9,0 1,1 0,0 0,1 0,0 1,0-1,2 1,-1 0,2 0,-1 0,2 0,0 0,0 0,1 2,0-3,1-1,0 1,0-1,1 1,1-1,-1 0,2 0,-1 0,1-1,1 0,0 0,0 0,1 0,0-1,0 0,1-1,0 0,1 0,-1 0,1-1,0-1,1 1,-1-2,1 1,0-1,1-1,-1 0,45 14</inkml:trace>
  <inkml:trace contextRef="#ctx0" brushRef="#br0" timeOffset="-2979.454">20455 4103,'9'23,"5"18,3 12,-2 11,-3 5,-13 3,-20 0,-22-5,-24-8,-2-13</inkml:trace>
  <inkml:trace contextRef="#ctx0" brushRef="#br0" timeOffset="999.93">2287 5400,'0'25,"2"28,5 29,7 23,5 16,-1 8,-3 2,-5-2,-8-8,-9-13,-3-25</inkml:trace>
  <inkml:trace contextRef="#ctx0" brushRef="#br0" timeOffset="1534.05">2166 6108,'-9'-62,"0"2,1 0,4-1,2-7,2 60,-1 0,2 0,-1 1,1-1,0 0,0 1,1-1,0 0,1 1,-1 0,2 0,-1-1,1 2,0-1,0 0,0 1,1 0,0 0,1 0,-1 1,1 0,0 0,0 0,6-2,-1 4,0 0,0 1,1 1,-1 0,1 0,0 1,-1 0,1 1,-1 1,1 0,-1 0,0 1,0 1,0 0,0 0,-1 1,0 0,1 1,-2 0,1 1,-1 0,0 0,-1 1,1 0,-1 2,-5-8,-1 0,1 0,-1 0,0 1,0-1,0 1,0-1,0 1,-1 0,1 0,-1 0,0 0,0 0,0 0,0 0,0 0,-1 0,1 1,-1-1,0 0,0 0,0 1,0-1,-1 0,1 0,-1 0,0 0,0 1,0-1,0 0,0-1,-1 1,0 0,1 0,-1 0,0-1,-2 2,-5 0,0 0,0 0,0-1,-1 0,0-1,1 0,-1 0,0-1,0 0,0-1,0 0,0-1,0 0,0-1,0 0,1 0,-1-1,1 0,-1-1,1 0,0 0,1-1,-3-1,-24-25,34 30,1 0,0 1,-1-1,1 0,0 0,-1 0,1 1,0-1,0 0,0 0,-1 0,1 0,0 0,0 0,1 0,-1 1,0-1,0 0,0 0,0 0,1 0,-1 1,0-1,1 0,-1 0,1 0,-1 1,1-1,-1 0,1 1,0-1,-1 0,1 1,0-1,-1 1,1-1,0 1,0 0,-1-1,1 1,0-1,0 1,0 0,0 0,0 0,-1 0,1-1,0 1,1 0,15-3,1 1,0 0,0 1,0 1,0 1,0 1,0 0,-1 1,6 2,14 1,-5-1,26 5,1-2,0-3,0-3,44-4,-89 1,0-2,-1 0,1 0,-1-2,1 1,-1-2,0 0,-1 0,1-1,-2-1,4-2,-9 5,0 1,0-1,-1 0,0-1,0 1,0-1,-1 0,1-1,-2 1,1-1,-1 1,0-1,0 0,0 0,-1 0,-1-1,1 1,-1-1,0 1,-1 0,0-7,0 9,-1 0,1 1,-1-1,-1 1,1-1,-1 1,1-1,-1 1,-1 0,1 0,0 0,-1 0,0 0,0 1,0-1,-1 1,1 0,-1 0,1 0,-1 0,0 1,0-1,0 1,-1 0,1 0,0 1,-1-1,1 1,-1 0,0 0,1 0,-1 1,0 0,1 0,-1 0,0 0,1 1,-1 0,0 0,1 0,-1 0,1 1,0 0,-1 0,1 0,-1 1,-5 4,-1 0,1 0,1 1,0 1,0 0,0 0,1 1,0 0,1 0,0 0,1 1,0 0,1 1,0-1,1 1,0 0,-1 10,3-18,1 1,0 0,1 0,-1-1,1 1,0 0,0 0,1 0,-1 0,1-1,0 1,0 0,1-1,-1 1,1 0,0-1,0 0,1 0,-1 1,1-1,0-1,0 1,0 0,1-1,-1 1,1-1,0 0,0-1,0 1,0 0,0-1,3 1,15 4,0-1,0 0,0-2,1-1,0-1,-1 0,1-2,0-1,0 0,-1-2,4-1,76-9</inkml:trace>
  <inkml:trace contextRef="#ctx0" brushRef="#br0" timeOffset="2664.914">4466 5520,'-25'6,"0"2,0 0,1 2,0 0,1 2,0 0,1 2,0 1,-10 9,-53 55,83-77,1-1,-1 1,0 0,1-1,0 1,-1 0,1 0,0 0,0 0,0 0,0 0,1 0,-1 0,0 0,1 0,0 0,-1 1,1-1,0 0,0 0,0 1,0-1,1 0,-1 0,0 0,1 0,0 1,-1-1,1 0,0 0,0 0,0 0,1-1,-1 1,0 0,1 0,-1-1,1 1,-1-1,1 1,0-1,0 1,0-1,-1 0,1 0,0 0,1 0,-1-1,0 1,16 4,0 0,1-2,-1 0,1-1,-1-1,1 0,0-2,-1 0,1-1,-1-1,5-2,59-9,0-3,-1-5,-1-2,69-33,-134 51,-26 13,-10 7,-19 36,39-49,0 0,1 1,-1-1,0 1,1-1,-1 1,1-1,0 1,-1-1,1 1,0 0,0-1,0 1,0-1,0 1,1-1,-1 1,0-1,1 1,-1-1,1 1,-1-1,1 1,0-1,0 1,-1-1,1 0,0 0,0 1,0-1,1 0,-1 0,0 0,0 0,1 0,-1 0,0-1,2 2,9 2,0-1,0 1,1-2,-1 0,1 0,-1-1,1-1,0 0,0-1,-1 0,1-1,-1 0,1-1,-1 0,3-2,53-31,-67 35,1 0,-1-1,1 1,-1 0,0-1,1 1,-1-1,0 1,0-1,0 1,0-1,-1 0,1 0,0 0,-1 1,1-1,-1 0,1 0,-1 0,0 0,0 0,0 0,0 1,0-1,-1 0,1 0,0 0,-1 0,1 0,-1 1,0-1,0 0,0 0,0 1,0-1,0 1,0-1,-1 0,-7-7,-1 1,0 0,-1 0,0 1,0 1,-1 0,0 0,0 1,0 0,0 1,-1 1,-12-2,8 0,-1 1,1 0,-1 2,0 0,0 1,-1 0,1 2,-5 1,25 1,14-2,1 0,-1 0,1-2,-1 0,1-1,15-4,-19 4,37-5,0-3,-1-1,0-3,-1-1,0-3,-2-2,0-2,-1-2,24-18,-54 31,-1 0,-1-1,0-1,-1 0,0 0,-1-1,-1-1,0 0,5-11,-10 17,-2 1,1 0,-1-1,-1 1,1-1,-1 0,-1 0,0 0,0 0,-1 0,0 0,0 0,-1 0,0 0,-1 0,0 0,-1 0,1 1,-4-7,5 10,-1 0,0 1,1-1,-1 1,-1 0,1-1,-1 1,1 0,-1 0,-1 1,1-1,0 1,-1-1,0 1,1 0,-1 0,-1 1,1-1,0 1,-1 0,1 0,-1 0,1 1,-1 0,0 0,1 0,-1 0,0 1,0-1,0 1,0 1,0-1,1 1,-1-1,0 1,0 1,1-1,-1 1,1 0,-1 0,1 0,0 0,-4 3,-4 10,1 0,0 0,1 1,0 1,2 0,0 0,0 0,2 1,0 0,2 1,0-1,0 1,2 0,0 16,-2-8,1 0,1 0,1 0,2 0,1 0,1 0,1-1,1 1,2-1,0 0,2 0,1-1,1 0,8 12,-12-28,-1 0,1 0,1-1,0 0,0 0,1-1,0 0,0 0,0-1,1 0,0-1,0 0,1-1,-1 0,1 0,0-1,0-1,0 0,0 0,0-1,0 0,1-1,-1-1,0 0,0 0,1-1,-1 0,-1-1,1 0,0-1,6-3,-3-2,-12 8,-1 0,0-1,1 1,-1 0,1 0,0-1,-1 1,1 1,0-1,0 0,-1 0,1 1,0-1,0 1,0-1,0 1,0 0,0 0,0-1,0 2,0-1,0 0,-1 0,1 1,0-1,0 1,0-1,0 1,0 0,-1 0,1-1,0 2,-1-1,1 0,-1 0,2 1,0 4,1 0,1 0,-1-1,1 0,0 0,0 0,0 0,1-1,-1 0,1 0,0 0,1-1,-1 0,0 0,1 0,0-1,-1 0,1-1,4 1,-6 0,1-1,0-1,-1 1,1-1,0 0,0 0,-1 0,1-1,0 0,-1 0,1-1,-1 1,1-1,-1 0,0-1,0 1,0-1,0 0,0-1,-1 1,1-1,-1 1,0-2,0 1,0 0,-1-1,1 1,-1-1,0 0,-1 0,1 0,-1-1,0 1,0 0,-1-1,1 1,-1-1,-1 0,1 1,-1-1,0 0,-2-2,-1 1,0 0,-1-1,1 2,-2-1,1 0,-1 1,1 0,-2 0,1 0,-1 0,0 1,0 0,0 0,-1 1,0 0,1 0,-2 1,1-1,0 2,-1-1,1 1,-1 0,0 0,1 1,-1 0,0 1,0-1,0 1,0 1,0 0,0 0,1 1,-1-1,0 2,1-1,0 1,-1 0,1 1,0-1,0 1,1 1,-1-1,1 1,0 1,1-1,-1 1,1 0,0 0,-3 5,6-7,1 0,0 0,0 0,0 1,0-1,1 0,-1 0,1 1,0-1,0 0,1 0,0 1,-1-1,1 0,0 0,1 0,-1 0,1 0,0 0,0 0,0-1,1 1,-1-1,1 1,-1-1,4 2,24 23</inkml:trace>
  <inkml:trace contextRef="#ctx0" brushRef="#br0" timeOffset="3398.039">6471 5601,'-16'-7,"0"1,0 1,-1 0,1 2,-1 0,0 0,-1 2,1 0,-4 1,13 0,0 1,0 0,0 0,1 1,-1 0,0 0,0 0,1 1,0 1,-1-1,1 1,0 0,1 1,-1 0,1 0,0 0,0 1,1-1,-1 1,-1 4,3-5,0 0,0 0,1 1,-1-1,1 1,0 0,1 0,0 1,0-1,0 0,0 1,1-1,0 1,1-1,-1 1,1-1,1 1,-1 0,1-1,0 1,0-1,1 1,0-1,0 0,1 0,0 0,0 0,0 0,0-1,1 1,3 2,1-3,1 0,0-1,1 0,-1 0,1-1,-1 0,1-1,0 0,0-1,0 0,0 0,0-1,1 0,-1-1,0 0,0-1,-1 0,1-1,0 0,-1 0,1-1,-1 0,0-1,0 0,-1 0,1-1,-1 0,4-4,-4 3,0 0,-1 0,0 0,0-1,-1 0,0-1,-1 1,0-1,0 0,-1 0,0-1,0 1,-1-1,0 0,-1 0,1-10,-6 10,-2 26,3-4,2-1,-1 1,1 0,1-1,0 1,1-1,0 1,0-1,2 0,-1 1,5 6,-6-13,0 0,0 0,1 0,0-1,0 1,0-1,0 0,1 0,0 0,0 0,0-1,0 1,0-1,1 0,0 0,-1-1,1 1,0-1,0 0,0-1,1 1,-1-1,0 0,0 0,1-1,2 1,0-2,-1 1,0-1,0-1,0 1,0-1,0-1,0 1,0-1,0 0,-1-1,0 0,0 0,0 0,0 0,0-1,-1 0,0 0,0-1,2-2,3-6,1-1,-2 0,0 0,-1-1,0 0,-2-1,3-6,5-12,-7 49,-6-9,27 110,-26-111,0 0,0 0,0 0,0-1,0 1,1-1,0 0,-1 0,1 0,0 0,1 0,-1 0,1-1,-1 0,1 0,-1 0,1 0,0 0,0-1,0 1,0-1,0 0,1-1,-1 1,0-1,4 1,2-3,0 0,0 0,-1-1,1-1,0 1,-1-1,0-1,0 0,0 0,-1-1,0 0,0 0,0-1,-1 0,0-1,0 1,-1-1,1-1,-2 1,0-1,0 0,0 0,-1 0,0-1,-1 1,0-1,1-10,1-25,-15 71,10-19,0 1,0-1,1 0,0 1,0-1,0 0,1 0,1 0,-1 0,1 0,0-1,0 1,1-1,0 1,0-1,0-1,1 1,0 0,0-1,1 0,-1-1,1 1,0-1,0 0,1 0,-1-1,1 0,0 0,-1 0,1-1,0 0,1 0,-1-1,23 6,0-1,1-2,-1-1,1-1,0-2,5-1,37-4</inkml:trace>
  <inkml:trace contextRef="#ctx0" brushRef="#br0" timeOffset="3750.682">7969 5667,'-12'-7,"1"-1,-1 1,-1 1,1 0,-1 1,0 0,0 1,-1 1,-5-1,15 3,-1 0,0 1,0-1,1 1,-1 0,0 1,0-1,1 1,-1 0,0 0,1 0,-1 0,1 1,-1 0,1 0,0 0,0 1,0-1,0 1,0 0,1 0,-1 0,1 1,0-1,0 1,0 0,0 0,-1 2,2-2,1-1,-1 1,0 0,1 0,0 0,0 0,0 0,1 1,-1-1,1 0,0 0,0 0,0 1,1-1,0 0,-1 0,1 0,1 0,-1 0,1 0,-1 0,1-1,0 1,0 0,1-1,-1 0,1 1,0-1,0 0,0 0,0-1,0 1,1 0,-1-1,1 0,-1 0,1 0,0-1,0 1,0-1,0 0,1 1,4-1,-1 1,0-1,1-1,-1 1,0-1,1-1,-1 0,1 0,-1 0,0-1,0-1,0 1,0-1,0 0,0-1,-1 0,0 0,0-1,0 0,0 0,-1-1,0 1,0-1,0-1,-1 1,0-1,0 0,0 0,-1 0,-1-1,2-1,-2-18,-7 31,5-1,0 0,1 0,-1 0,1 0,0 0,0 0,0-1,0 1,0-1,1 1,-1-1,1 0,-1 0,1 0,0 0,0-1,0 1,0-1,0 1,0-1,0 0,1 0,30 9,0-1,1-2,1-1,-1-1,1-3,32-1,-41 0,64 2</inkml:trace>
  <inkml:trace contextRef="#ctx0" brushRef="#br0" timeOffset="4652.772">9506 5654,'28'-23,"0"-2,-2-1,0-1,-2-1,-2-2,0 0,-2-1,-1-1,-2 0,-1-2,-2 0,-1-1,-1 0,-2-1,-2 0,1-16,-11-49,1 97,1 0,-1 0,0-1,0 1,-1 0,1 0,-1 0,0 0,0 1,0-1,0 0,-1 1,1-1,-1 1,0 0,0 0,0 0,-1 0,1 1,-1-1,-2 0,4 2,0 0,-1 1,0-1,1 1,-1-1,1 1,-1 0,1 0,-1 0,0 0,1 0,-1 1,1-1,-1 1,1 0,-1 0,1 0,-1 0,1 0,0 0,0 1,-1-1,1 1,0-1,0 1,1 0,-1 0,0 0,0 0,1 0,0 0,-1 1,-37 81,30-48,2 1,1 1,2-1,1 1,2-1,2 1,1 0,2-1,2 0,7 24,-10-44,1-1,1 1,1-1,0-1,1 1,0-1,1 0,1 0,1-1,0 0,0-1,2 0,-1-1,2 0,-1-1,2-1,-1 1,1-2,1 0,2 0,-12-7,0-1,1 1,-1-1,1-1,-1 1,1-1,-1 0,1 0,-1 0,0-1,1 0,-1 0,1 0,-1-1,0 1,0-1,0-1,0 1,0-1,0 1,-1-2,0 1,1 0,-1-1,0 0,0 0,-1 0,2-2,11-15,0 0,-2-1,-1-1,0 0,1-7,31-64,-45 95,0-1,0 0,1 1,-1-1,0 0,0 1,0-1,1 0,-1 0,0 1,0-1,0 0,1 0,-1 1,0-1,1 0,-1 0,0 0,0 1,1-1,-1 0,0 0,1 0,-1 0,0 0,1 0,-1 0,0 0,1 0,-1 0,0 0,1 0,-1 0,0 0,1 0,-1 0,0 0,1 0,-1-1,0 1,1 0,-1 0,0 0,1 0,-1-1,0 1,0 0,1 0,-1-1,0 1,0 0,0 0,1-1,-1 1,0 0,0-1,0 1,0 0,0-1,0 1,0 0,1-1,-1 1,0 0,0-1,0 1,3 32,-3-27,1 10,1 1,0 0,1-1,0 1,1-1,1 0,1 2,-3-12,-1 0,1 0,0 0,0 0,1 0,-1 0,1-1,0 0,1 0,-1 0,1 0,-1-1,1 1,0-1,0 0,1-1,-1 1,0-1,1 0,4 1,5-2,0 0,0-1,0-1,0 0,0-1,0 0,0-1,-1-1,0 0,1-1,-1-1,-1 0,1-1,-1 0,-1-1,1-1,-1 0,-1 0,3-4,-6 6,-1 1,-1-1,0-1,0 1,0-1,-1 0,0 0,0-1,-1 1,0-1,-1 0,0 0,0 0,-1-1,1-1,8 36,-6-8,1 1,1-1,1 0,0 0,1-1,0 0,11 12,-16-23,0 0,0 0,0-1,1 0,0 1,-1-2,2 1,-1 0,0-1,1 0,-1 0,1-1,0 0,0 0,0 0,0-1,0 1,0-1,1-1,-1 1,0-1,0-1,1 1,-1-1,0 0,4-2,0-2,0 1,0-1,-1-1,0 0,0 0,0 0,-1-1,0-1,-1 1,1-1,-2-1,1 1,-1-1,0 0,-1-1,0 1,0-1,-1 0,0 0,-1-1,-1 1,1-1,-1 1,2-1,-1 24,-3 0,1 0,0 0,1-1,0 1,1-1,1 1,0-1,1 0,0 0,1-1,0 1,0-1,2-1,-1 1,1-1,3 2,4-1</inkml:trace>
  <inkml:trace contextRef="#ctx0" brushRef="#br0" timeOffset="4904.097">11110 5172,'22'5,"22"3,3 1</inkml:trace>
  <inkml:trace contextRef="#ctx0" brushRef="#br0" timeOffset="5182.866">12006 5213,'2'45,"3"0,1 0,7 23,-2-15,42 214,-49-258,-3-14,0-20,-1 21,-8-118,-5 1,-5 1,-32-111,20 93,20 56,11 81,0-1,0 0,0 0,1 0,-1 1,1-1,-1 0,1 1,-1 0,1-1,0 1,0 0,0 0,0 0,0 0,0 0,0 0,0 1,0-1,0 1,0-1,0 1,0 0,1 0,-1 0,0 0,0 0,0 0,0 1,1-1,-1 1,0-1,0 1,2 1,1-2,275 46,-130-21,-92-14</inkml:trace>
  <inkml:trace contextRef="#ctx0" brushRef="#br0" timeOffset="5347.95">12006 5400,'16'4,"21"2,22-2,22-5,25-4,18-3,-11-1</inkml:trace>
  <inkml:trace contextRef="#ctx0" brushRef="#br0" timeOffset="5947.348">13985 5614,'0'-26,"-2"-14,3-1,2 0,1 1,2-1,3-3,-9 39,0 1,1 0,0 0,0 0,0 0,1-1,-1 1,1 1,0-1,0 0,0 0,1 1,-1-1,1 1,0 0,0 0,0 0,0 0,1 1,-1-1,1 1,0 0,-1 0,1 0,0 0,0 1,0-1,0 1,1 0,-1 0,0 1,3-1,8 6,-1 0,0 1,0 1,0 0,-1 1,0 1,0 0,-1 0,0 1,-1 1,10 11,-17-18,92 107,-95-110,0 0,0 0,0 0,0 0,0 0,0 1,0-1,0 0,-1 1,1-1,0 1,-1-1,1 1,-1-1,0 1,0-1,1 1,-1-1,0 1,0-1,0 1,0-1,-1 1,1-1,0 1,-1-1,1 1,-1-1,1 1,-1-1,0 1,1-1,-1 0,0 1,0-1,0 0,0 0,0 0,0 0,-1 0,1 0,0 0,-1 0,-9 2,1-1,-1-1,0 0,0 0,0-1,0 0,0-1,0 0,0-1,1 0,-1-1,-6-2,-34-20,51 24,0 0,-1 0,1 0,0 0,0 0,0 1,0-1,0 0,0 0,0 0,1 0,-1 0,0 0,0 1,1-1,-1 0,1 0,-1 0,0 1,1-1,-1 0,1 1,0-1,-1 0,1 1,0-1,-1 1,1-1,0 1,0-1,-1 1,1-1,0 1,0 0,0-1,-1 1,1 0,0 0,0 0,0 0,0 0,0 0,26-7,-1 2,1 1,0 1,-1 1,1 1,8 2,16-1,-17-1,9 1,0-2,-1-2,1-1,41-12,-77 15,0 0,0-1,0 0,-1-1,1 1,-1-1,0-1,0 1,0-1,5-5,-9 8,-1 1,0-1,1 0,-1 0,0 0,0 0,0 0,0 0,0 0,0 0,0-1,-1 1,1 0,-1 0,0-1,0 1,0 0,0-1,0 1,0 0,0-1,-1 1,1 0,-1 0,0-1,0 1,1 0,-1 0,-1 0,1 0,0 0,0 0,-1 1,1-1,-1 0,-1-1,-3-2,1 0,-1 0,-1 1,1 0,-1 0,1 0,-1 1,0 0,0 0,0 0,-1 1,1 1,-1-1,1 1,-1 0,0 1,-1 0,4-1,1 1,-1 1,1-1,-1 1,1-1,-1 1,1 0,0 1,0-1,-1 1,1 0,0 0,1 0,-1 1,0-1,0 1,1 0,0 0,0 0,0 0,0 1,0-1,0 1,1 0,0-1,0 1,0 0,0 1,-1 2,3 0,0 0,0 0,1-1,-1 1,1 0,1-1,0 1,0 0,0-1,0 0,1 0,0 0,1 0,-1 0,1 0,0-1,0 0,1 0,0 0,0 0,0-1,0 1,1-1,-1-1,1 1,0-1,0 0,1 0,1 0,28 11,0-2,1-1,0-2,1-1,0-2,0-2,0-1,0-2,23-3,48-1</inkml:trace>
  <inkml:trace contextRef="#ctx0" brushRef="#br0" timeOffset="12316.364">16751 5307,'-1'-5,"-1"1,0 0,0 0,-1-1,1 2,-1-1,0 0,0 0,0 1,-1 0,1 0,-1 0,0 0,1 0,-1 1,-1-1,1 1,0 0,0 0,-1 1,1 0,-1-1,1 1,-5 0,2 0,0 0,0 1,0-1,0 2,0-1,0 1,0 0,0 0,0 1,0 0,0 0,0 0,1 1,-1 0,1 1,0-1,0 1,0 1,1-1,-1 1,1 0,0 0,0 0,1 1,-1-1,1 1,1 0,-1 2,0-3,1 1,0 0,0 0,0 0,1 0,0 0,0 1,1-1,0 1,0-1,0 1,1-1,0 1,0-1,1 1,-1 0,1-1,1 1,0-1,0 0,0 0,0 1,1-1,0-1,0 1,1 0,0-1,0 0,0 1,2 1,8 2,1-1,-1 0,1-1,1-1,-1 0,1-1,0 0,0-2,0 0,1 0,-1-2,1 0,-1-1,1-1,-1 0,16-3,-3 2,0-2,0 0,0-2,0-1,-1-1,0-2,-1 0,0-2,22-14,-17-3,-32 28,1 1,0-1,-1 0,1 1,-1-1,1 0,-1 0,1 0,-1 1,0-1,1 0,-1 0,0 0,0 0,0 0,0 0,0 1,0-1,0 0,0 0,0 0,0 0,0 0,0 0,-1 0,1 0,0 1,-1-1,1 0,0 0,-1 0,1 1,-1-1,1 0,-1 0,0 1,1-1,-1 1,0-1,0 1,0-1,-1 0,0 0,0 1,-1-1,1 1,0-1,0 1,0 0,0 0,-1 0,1 1,0-1,0 0,0 1,0-1,0 1,-1 0,1 0,0-1,1 1,-1 1,0-1,0 0,0 0,1 1,-1-1,0 1,1-1,0 1,-1 0,1 0,0 0,0-1,0 1,0 0,0 0,0 1,1-1,-1 0,1 0,-1 0,1 0,0 0,0 1,0-1,0 0,0 0,0 0,1 1,-1-1,1 1,3 3,0-1,1 0,0 0,-1 0,2-1,-1 1,0-1,1 0,0-1,0 0,0 0,0 0,0 0,1-1,-1 0,1-1,0 1,-1-1,1-1,0 1,0-1,0 0,0-1,-3 2,0 0,-1 0,1-1,0 0,0 0,-1 0,1 0,0-1,0 1,-1-1,1 0,0 0,-1 0,1-1,-1 1,1-1,-1 0,0 0,0 0,0 0,0-1,0 1,0-1,-1 1,1-1,-1 0,0 0,0-1,0 1,0 0,0-1,-1 1,1-1,-1 1,0-1,0-1,-1-2,-1-1,0 1,0 0,-1-1,1 1,-2 0,1 0,-1 0,0 0,0 1,-1-1,0 1,0 0,-1 0,0 0,0 1,0-1,0 1,-1 0,0 1,0 0,0 0,-1 0,1 0,-1 1,0 0,0 1,0-1,0 1,0 1,-1-1,1 1,-5 0,5 2,0 0,0 0,0 1,1 0,-1 0,1 0,-1 1,1 0,0 0,0 0,0 1,1 0,-1 0,1 1,0-1,0 1,0 0,1 1,0-1,0 1,0 0,1 0,0 0,0 0,0 0,1 1,0 0,0-1,1 1,-1 0,2 0,-1-1,1 1,0 0,0 0,1 0,0 0,0 0,0-1,1 1,0 0,3 5,16 20</inkml:trace>
  <inkml:trace contextRef="#ctx0" brushRef="#br0" timeOffset="12983.125">17487 5226,'65'803,"-64"-740,-1-63,-1 0,1-1,0 1,0 0,0 0,0 0,0 0,0-1,0 1,0 0,-1 0,1 0,0 0,0-1,0 1,0 0,-1 0,1 0,0 0,0 0,0 0,0 0,-1 0,1 0,0 0,0 0,0-1,-1 1,1 0,0 0,0 0,-1 0,1 1,0-1,0 0,0 0,-1 0,1 0,0 0,0 0,0 0,0 0,-1 0,1 0,0 0,0 1,0-1,-1 0,-6-23,-7-46,4 0,2-1,2-34,2 21,-15-189,18 266,1 4,-1 0,0 1,1-1,0 1,-1-1,1 0,0 1,0-1,0 0,0 1,0-1,0 0,0 1,1-1,-1 0,1 1,-1-1,1 1,0-1,-1 1,1-1,0 1,0-1,0 1,0 0,0-1,0 1,1 0,-1 0,0 0,0 0,1 0,-1 0,1 0,-1 1,1-1,6 3,1 0,-1 0,0 1,-1 0,1 1,0-1,-1 1,0 1,4 3,8 3,149 106,-138-81,-30-35,1 0,-1 0,0 0,1 0,-1 0,0 0,0 0,0 0,0 0,0 0,0 0,-1 0,1 0,0 0,0 0,-1 0,1 0,-1 0,1 0,-1 0,1 0,-1 0,1 0,-1 0,0-1,1 1,-1 0,0 0,0-1,0 1,0-1,1 1,-1-1,0 1,0-1,0 1,0-1,0 0,0 1,-1-1,-13 4,0 0,1-1,-2 0,1-2,0 1,0-2,0 0,-1-1,1-1,-2 0,17 2,-1 1,0-1,1 0,-1 0,0 1,0-1,1 0,-1 0,0 0,0 0,1 0,-1 0,0 0,0-1,1 1,-1 0,0 0,0 0,1-1,-1 1,0 0,1-1,-1 1,1-1,-1 1,0-1,1 1,-1-1,1 1,-1-1,1 1,-1-1,1 0,0 1,-1-1,1 0,0 1,-1-1,1 0,0 1,0-1,0 0,0 0,-1 1,1-1,0 0,0 0,1 1,-1-1,0 0,0 0,0 1,0-1,1 0,-1 0,0 1,1-1,-1 0,0 1,1-1,-1 1,1-1,-1 0,1 1,-1-1,20-13,-1 0,2 1,0 1,0 1,1 0,0 2,2 0,-14 5,152-54,-121 53,-40 5,0 1,0-1,-1 0,1 1,0-1,0 1,0-1,0 1,-1 0,1-1,0 1,0 0,-1-1,1 1,-1 0,1 0,-1 0,1-1,-1 1,1 0,-1 0,0 0,1 0,-1 0,0 0,0 0,0 0,0 0,0 0,0 0,0 0,0 0,0 0,0 0,0-1,-1 2,1 1,-1 2,0-1,0 1,0 0,1 0,-1 0,1 0,0 0,1 0,-1-1,1 1,0 0,1 0,-1-1,1 1,0 0,0-1,0 0,0 1,1-1,0 0,0 0,0-1,0 1,0 0,3 0,56 20,-29-18</inkml:trace>
  <inkml:trace contextRef="#ctx0" brushRef="#br0" timeOffset="13233.511">18115 5092,'-9'14,"1"13,10 9,15 8,5-4</inkml:trace>
  <inkml:trace contextRef="#ctx0" brushRef="#br0" timeOffset="14214.934">18663 5453,'-4'-7,"0"1,0-1,-1 1,0 0,-1 0,1 1,-1-1,0 1,0 0,-1 1,1 0,-1 0,0 0,0 1,-1 0,1 0,-1 1,1 0,-1 0,0 1,1-1,-1 2,0-1,-6 2,4 3,-1 0,1 1,0 1,1-1,-1 2,1-1,0 1,0 1,1 0,0 0,1 0,0 1,0 0,0 1,1-1,1 1,0 1,0-1,4-7,0 0,0-1,0 1,1 0,-1-1,1 1,-1 0,1 0,0 0,0-1,0 1,1 0,-1 0,1-1,-1 1,1 0,0-1,0 1,0 0,0-1,1 1,-1-1,1 0,-1 0,1 1,0-1,0 0,0 0,0 0,0-1,1 1,-1 0,0-1,1 0,-1 1,1-1,-1 0,1 0,0-1,-1 1,1 0,1-1,5 2,-1 0,1 0,-1-1,1 0,0-1,0 0,-1 0,1-1,0 0,0 0,-1-1,1 0,-1-1,0 0,0 0,0-1,0 0,0 0,-1-1,0 0,0 0,0-1,0 0,-1 0,0-1,0 1,-1-1,3-5,-1-24,-7 36,-1-1,1 1,-1 0,1 0,-1 0,1 0,-1 0,1 0,-1 0,0 0,1 0,-1 0,1 0,-1 0,1 0,-1 0,1 0,-1 1,1-1,-1 0,1 0,-1 1,1-1,-1 0,1 1,0-1,-1 0,1 1,-1-1,1 1,0-1,0 1,-1-1,1 1,0-1,0 0,-1 1,1 0,0-1,0 1,0-1,0 1,0-1,0 1,0-1,0 1,0-1,0 1,0-1,0 1,0 0,0-1,0 1,1-1,-1 1,-2 5,0 1,1-1,0 0,0 1,0-1,1 1,0-1,0 1,1 0,0-1,0 0,0 1,1-1,0 0,0 1,1-1,-1 0,1-1,1 1,-1 0,1-1,0 0,0 0,1 0,-1 0,1-1,0 0,0 0,1 0,-1 0,1-1,-1 0,1 0,0-1,1 0,-1 0,0 0,1 0,-1-1,7 0,-8-1,-1-1,1 0,0 0,0 0,-1 0,1-1,-1 0,1 0,-1 0,0 0,0-1,0 0,0 0,0 0,-1 0,0 0,1-1,-1 1,0-1,0 0,-1 0,1 0,0-4,37-107,-35 94,-4 9,1-1,1 1,0-1,0 1,2 0,-1 0,1 0,1 1,0 0,1 0,0 0,1 1,0 0,0 1,9-9,-13 18,-1-1,0 0,0 1,0 0,1 0,-1 0,0 0,0 0,0 1,1-1,-1 1,0 0,0 0,0 0,0 0,0 1,0-1,-1 1,1-1,0 1,-1 0,1 0,-1 1,0-1,1 0,-1 1,0-1,-1 1,1 0,0 0,-1-1,0 1,1 0,-1 0,0 0,0 1,-1-1,1 0,-1 0,0 1,9 29,-2 0,-2 1,-1 0,-1 0,-2 0,-2 11,2 37,1-51,1 0,1 0,1-1,2 0,1 0,11 27,-13-44,0 0,0 0,1 0,1-1,0 0,1 0,0-1,0 0,2-1,-1 0,1-1,0 0,1 0,0-1,11 5,-21-12,-1 1,1-1,0 0,-1 0,1 0,0 0,0 0,0 0,0 0,0-1,0 1,0-1,0 1,0-1,0 0,0 0,1 0,-1 0,0 0,0 0,0 0,0-1,0 1,0-1,0 0,0 0,0 1,0-1,0 0,0-1,-1 1,1 0,0 0,-1-1,1 1,-1-1,1 0,-1 1,0-1,0 0,0 0,1-1,0-7,-1-1,0 0,-1 1,0-1,-1 0,0 1,-1-1,0 1,0-1,-1 1,-1 0,0 0,0 0,-5-7,-8-17,-3 0,0 2,-2 0,-2 1,0 2,-2 0,-1 2,-2 1,0 1,-2 1,-30-17,56 38,4 3,1 0,-1 0,0 0,0 0,1 0,-1 0,0 0,0 0,1 0,-1 0,0-1,1 1,-1 0,0 0,1-1,-1 1,0 0,1-1,-1 1,0-1,1 1,-1-1,1 1,-1-1,1 1,-1-1,1 0,0 1,-1-1,1 0,0 1,-1-1,1 0,0 1,0-1,0 0,0 0,-1 1,1-1,0 0,0 1,0-1,1 0,-1 0,0 1,0-1,0 0,0 0,1 1,-1-1,0 0,1 1,-1-1,207-20,91-3,-219 27,-78-3,0 1,0-1,0 1,0-1,1 1,-1 0,0 0,0-1,-1 1,1 0,0 0,0 0,0 0,0 0,-1 0,1 0,-1 1,1-1,0 0,-1 0,0 0,1 1,-1-1,0 0,0 0,0 1,0-1,0 0,0 1,0-1,0 0,0 0,0 1,-1-1,1 0,-1 0,1 1,-1-1,1 0,-1 0,0 0,1 0,-1 0,0 0,0 0,0 0,0 0,0 0,0-1,0 1,0 0,-12 41,14-40,1 0,0 1,1-1,-1 0,0-1,0 1,1 0,-1-1,1 1,0-1,-1 0,1 0,0 0,0 0,-1-1,1 1,0-1,0 1,0-1,3 0,-3 0,8 2,0 0,0-1,0 0,0-1,0-1,0 1,0-2,0 0,0 0,0-1,0 0,-1-1,1 0,-1 0,3-3,-9 4,-1-1,0 1,0 0,-1-1,1 0,-1 0,0 0,0 0,0 0,0 0,0 0,-1-1,0 1,0-1,0 1,-1-1,0 1,1-1,-2 1,1-1,0 1,-1-1,0 1,0-1,0 1,0 0,-1-1,0 1,0 0,0 0,0 0,-1 0,1 1,-1-1,0 1,0-1,-1 1,1 0,-1 0,1 1,-1-1,0 1,0 0,0-1,0 2,0-1,-1 0,1 1,0 0,-1 0,1 0,-1 1,-1-1,-6 5,1 0,1 1,-1-1,0 2,1 0,0 0,1 1,-1 0,1 1,1 0,-1 0,1 1,1 0,-1 0,2 1,4-9,0 1,0 0,0 0,0 0,0 0,1 0,-1 0,1 0,0 0,-1 1,1-1,0 0,0 1,1-1,-1 1,0-1,1 1,0 0,-1-1,1 1,0-1,0 1,1 0,-1-1,0 1,1-1,0 1,-1-1,1 1,0-1,0 1,1-1,-1 0,0 1,1-1,-1 0,1 0,0 0,0 0,0-1,0 1,0 0,30 8,2-6</inkml:trace>
  <inkml:trace contextRef="#ctx0" brushRef="#br0" timeOffset="14467.259">19919 5013,'-18'-3,"-12"0,-9 0,-2 5,4 7,6 9,8 7,8 8,8 4,7-5</inkml:trace>
  <inkml:trace contextRef="#ctx0" brushRef="#br0" timeOffset="14719.096">19826 5440,'12'16,"10"7,8 3,11-4,13-5,15-6,13-5,-7-3</inkml:trace>
  <inkml:trace contextRef="#ctx0" brushRef="#br0" timeOffset="14933.562">20709 5440,'0'18,"2"18,1 11,0 7,-1 1,0-1,-6-7,-6-8,-8-10,-2-11</inkml:trace>
  <inkml:trace contextRef="#ctx0" brushRef="#br0" timeOffset="16051.625">22928 5146,'-4'17,"1"1,0 0,2-1,0 1,1 0,0 0,2 0,3 17,-4-28,1 0,-1-1,1 1,1 0,-1-1,1 1,0-1,1 0,-1 0,1 0,1 0,-1-1,1 0,0 0,0 0,0 0,1-1,-1 0,1 0,0 0,0-1,1 0,4 2,-4-4,-1 1,1-1,0 0,-1-1,1 0,-1 0,1 0,0-1,-1 0,1 0,-1-1,1 1,-1-1,0-1,0 1,0-1,0-1,0 1,-1-1,1 1,-1-2,0 1,0 0,-1-1,1 0,-1 0,0-1,0 1,-1-1,0 0,0 0,0 0,0 0,-1 0,0 0,-1-1,1 1,-1-1,0 1,-1-1,0-4,0 7,0 0,-1-1,0 1,0 0,0 0,0 0,0 0,-1 0,0 0,0 0,0 0,0 0,-1 1,0-1,1 1,-1 0,0 0,-1 0,1 0,0 0,-1 1,0 0,1 0,-1 0,0 0,0 0,0 1,0-1,0 1,-1 0,1 0,-4 1,0-2,-1 1,0 1,1 0,-1 0,0 1,1 0,-1 0,1 1,-1 0,1 0,0 1,0 0,0 1,0 0,0 0,0 1,3-2,1 1,0-1,0 1,0-1,0 1,1 0,-1 1,1-1,0 1,1-1,-1 1,1 0,0 0,0 0,0 0,0 0,1 1,0-1,0 0,1 1,0-1,0 5,6 25</inkml:trace>
  <inkml:trace contextRef="#ctx0" brushRef="#br0" timeOffset="16434.767">23436 5413,'-14'-30,"1"0,1 0,2-1,1-1,1 0,2 0,1 0,2-1,1 1,1-1,3-7,-2 35,0 3,-1 0,1 0,0 0,0 0,0 0,0 0,0 1,0-1,1 0,-1 0,0 0,1 0,0 1,-1-1,1 0,0 1,0-1,0 0,0 1,0-1,0 1,1 0,-1-1,0 1,1 0,-1 0,1 0,-1 0,1 0,0 0,1-1,71 28,-51-14,273 121,-291-130,61 37,-64-39,-1 0,1 1,0-1,-1 1,1-1,-1 1,1-1,-1 1,0 0,0 0,1 0,-1 0,-1 0,1 0,0 0,0 0,-1 0,1 0,-1 0,0 1,0-1,1 0,-1 0,-1 0,1 0,0 1,0-1,-1 0,0 0,1 0,-1 0,-49 61,50-62,-1 0,1 1,0-1,-1 0,1 1,0-1,0 0,0 1,0-1,1 1,-1-1,0 0,0 1,1-1,-1 0,1 0,-1 1,1-1,0 0,-1 0,1 0,0 1,0-1,0 0,0 0,0 0,0-1,0 1,0 0,0 0,0 0,0-1,0 1,1-1,-1 1,0-1,1 1,-1-1,0 0,1 0,-1 1,0-1,1 0,-1 0,0 0,1-1,-1 1,0 0,1-1,-1 1,47 9,1-2,0-2,24-2,-12-1</inkml:trace>
  <inkml:trace contextRef="#ctx0" brushRef="#br0" timeOffset="17050.462">24518 5119,'-8'-5,"0"0,-1 1,0 0,0 0,0 1,0 0,0 1,-1 0,1 0,-1 1,1 0,-1 1,0 0,1 0,-1 1,0 1,1 0,0 0,-1 0,1 1,0 1,0 0,1 0,-1 0,1 1,0 1,0-1,0 1,1 0,0 1,0 0,1 0,0 1,0-1,0 1,1 1,1-1,-2 2,5-6,-1-1,1 1,-1-1,1 1,0-1,1 1,-1 0,0-1,1 1,0 0,0-1,0 1,0 0,1-1,0 1,-1 0,1-1,1 1,-1-1,0 1,1-1,0 0,-1 1,1-1,1 0,-1 0,0-1,1 1,-1 0,1-1,0 1,0-1,0 0,0 0,0 0,1 0,-1-1,2 1,4 1,1 0,-1 0,1-2,0 1,0-1,-1 0,1-1,0 0,0-1,0 0,0 0,-1-1,1 0,-1-1,1 0,-1-1,0 0,0 0,-1-1,1 0,-1 0,0-1,0 0,-1-1,0 0,0 0,0 0,-1-1,0 0,-1 0,3-5,7-23,-1 1,-2-2,-2 0,-1 0,-2-1,-2 1,-1-2,-1-34,-3 62,5-44,-4 0,-1-1,-3 1,-4-11,7 62,-1 1,1-1,-1 0,0 1,0-1,0 1,0-1,-1 1,1 0,-1-1,0 1,0 0,0 0,-1 0,1 0,-1 0,0 0,2 3,-1 0,1-1,0 1,-1 0,1 0,-1 0,1 0,-1 0,1 0,0 1,-1-1,1 0,-1 1,1-1,0 1,-1-1,1 1,0 0,0 0,0-1,-1 1,1 0,0 0,0 0,0 0,0 0,1 0,-1 1,0-1,0 0,1 0,-1 1,-8 15,0-1,2 1,0 0,1 1,1 0,0 0,1 0,1 0,1 1,1-1,0 3,-1 11,2 0,1 0,1 0,2-1,1 1,2-1,0 0,3-1,0 0,2 0,1-1,1-1,2 0,0-1,18 21,-25-38,-1 0,1-1,0-1,1 0,0 0,1 0,-1-2,1 1,1-1,-1-1,4 1,-10-4,0 0,0-1,0 0,0 0,0 0,0 0,0-1,0 0,0 0,1-1,-1 1,0-1,0 0,0-1,0 1,-1-1,1 0,0 0,-1 0,1-1,-1 1,0-1,1 0,-1-1,-1 1,1-1,0 1,2-5,4-7,-1 0,0-1,-1 0,-1 0,0-1,-2 0,3-7,6-18,-14 42,0 0,0 0,0 0,0 0,0 0,1 0,-1 1,0-1,0 0,0 0,0 0,1 0,-1 0,0 0,0 0,0 0,0 0,1 0,-1 0,0 0,0 0,0 0,0 0,1 0,-1 0,0 0,0 0,0 0,0-1,1 1,-1 0,0 0,0 0,0 0,0 0,0 0,1 0,-1-1,0 1,0 0,1 24,-1-22,-1 13,0-5,1 0,0 0,0 0,1 0,0 0,0 0,1-1,1 1,0 0,0-1,1 1,0-1,0 0,2 1,9 6</inkml:trace>
  <inkml:trace contextRef="#ctx0" brushRef="#br0" timeOffset="17215.005">24986 4798,'14'12,"13"7,7 6,-2-1</inkml:trace>
  <inkml:trace contextRef="#ctx0" brushRef="#br0" timeOffset="17867.917">25200 4998,'7'58,"-6"-37,1-1,0 0,2 0,0 0,1 0,1 0,1-1,1 0,1 0,8 13,-17-31,1 1,-1-1,1 1,0-1,-1 0,1 0,0 1,0-1,0 0,0 0,0 0,0 0,0 0,0 0,0 0,0 0,0-1,1 1,-1 0,0-1,1 1,-1-1,0 1,1-1,-1 0,1 1,-1-1,1 0,-1 0,1 0,-1 0,0 0,1-1,-1 1,1 0,-1-1,0 1,1-1,-1 1,0-1,1 0,-1 1,0-1,0 0,1 0,-1 0,0 0,37-121,12 18,-48 100,1 0,0 0,1 0,-1 1,1-1,0 1,-1 0,1 0,1 0,-1 1,0 0,1-1,-1 1,1 1,-1-1,1 1,0-1,0 1,0 1,0-1,0 1,0 0,-3 0,0 0,1 0,-1 0,0 1,0-1,0 1,0 0,0-1,0 1,0 0,0 0,0 0,0 1,0-1,-1 0,1 1,0-1,-1 1,1-1,-1 1,0 0,0 0,1 0,-1-1,0 1,0 0,-1 0,1 1,0-1,-1 1,5 73,-5-33,0-40,1 0,-1 0,1 0,-1 1,1-1,0 0,0 0,0 0,1 0,-1 0,1-1,0 1,-1 0,1-1,0 1,1-1,-1 0,0 0,1 0,-1 0,1 0,0 0,-1 0,1-1,0 0,0 1,0-1,0 0,0 0,0-1,1 1,2-1,9 2,1-2,-1 0,0 0,1-2,-1 0,0 0,1-2,-1 0,-1 0,1-2,-1 0,0 0,0-1,-1-1,0 0,3-3,58-16,-62 25,1 0,-1 0,0-1,0 0,0-1,0-1,-1 0,7-4,-14 7,-1 0,1 0,-1-1,0 1,0-1,0 0,0 1,-1-1,1 0,-1-1,0 1,0 0,0-1,0 1,-1-1,1 0,-1 1,0-1,0 0,0 0,0 0,-1 0,0 0,0 0,0 0,0 0,0 0,-2-3,1 3,0 0,0 0,0 0,-1 0,0 1,0-1,0 1,0-1,0 1,-1 0,1 0,-1 0,0 0,0 0,0 1,0-1,0 1,-1 0,1 0,-1 0,0 0,1 1,-1-1,0 1,0 0,0 0,0 1,0-1,0 1,-3-1,-1 0,1 1,-1 0,0 1,1 0,-1 0,1 0,0 1,-1 0,1 0,0 1,0 0,1 0,-1 1,-2 1,3 0,1 1,-1-1,1 1,0 0,0 1,1-1,-1 1,2 0,-1 0,1 0,0 0,0 1,1-1,0 1,0 0,1 0,0-1,0 1,1 0,0 0,1 0,-1 0,2 0,-1 0,1-1,0 1,0-1,1 1,0-1,1 0,-1 0,2 0,-1 0,0-1,1 0,0 0,2 1,9 8,1 0,0-1,1-1,0-1,1-1,0 0,1-1,0-1,1-2,0 0,0 0,12 0,36 9</inkml:trace>
  <inkml:trace contextRef="#ctx0" brushRef="#br0" timeOffset="18118.913">26617 5239,'9'16,"8"14,5 14,6 10,1 10,-6 10,-14 4,-31 0,-46-9,-13-16</inkml:trace>
  <inkml:trace contextRef="#ctx0" brushRef="#br0" timeOffset="15316.584">21457 5253,'0'23,"3"18,0 10,2 2,0-2,-1-9,0-11</inkml:trace>
  <inkml:trace contextRef="#ctx0" brushRef="#br0" timeOffset="15737.454">21363 5065,'36'0,"-1"1,1 2,-1 2,0 1,-1 2,0 1,0 1,10 6,-34-12,-1 1,0 0,0 0,0 0,-1 1,0 1,0-1,-1 1,1 0,-2 1,1 0,-1 0,0 1,-1-1,0 1,0 0,-1 1,0-1,0 1,-1 0,-1-1,1 1,-2 1,0-1,0 0,0 0,-1 0,-1 1,-1 7,-23 72,24-89,1-1,-1 1,1 0,0 0,-1 0,1 0,0 0,0-1,-1 1,1 0,0 0,0 0,0 0,0 0,1 0,-1 0,0 0,0 0,0-1,1 1,-1 0,0 0,1 0,-1 0,1-1,-1 1,1 0,-1 0,1-1,0 1,-1-1,1 1,0 0,-1-1,1 1,0-1,0 1,0-1,-1 0,1 1,0-1,0 0,0 0,0 1,0-1,0 0,0 0,-1 0,1 0,0 0,0 0,1-1,50-9,-36 3,0-2,-1 0,-1 0,1-1,-1-1,-1-1,0 0,-1 0,0-1,-1-1,0 0,-2 0,8-14,-5 10,-11 18,-1-1,1 1,-1 0,1 0,-1 0,1 0,-1 0,1 0,-1 0,1 0,-1 0,1 0,-1 0,1 0,-1 0,0 0,1 0,-1 1,1-1,-1 0,1 0,-1 0,1 1,-1-1,0 0,1 1,-1-1,0 0,1 1,-1-1,0 0,1 1,-1-1,0 1,0-1,0 1,1-1,-1 1,0-1,0 0,0 1,0-1,0 1,0-1,0 1,0-1,0 1,0-1,0 1,0-1,0 1,0-1,0 1,0-1,-1 1,1-1,0 1,0-1,-1 0,1 1,0-1,1 9,2-1,-1-1,2 1,-1-1,1 0,0 0,0 0,1-1,0 1,0-1,1 0,0 0,0-1,0 0,1 0,-1-1,1 1,1-1,13 7,-1-1,2-1,-1-1,2-1,9 2,61 10,-4-6</inkml:trace>
  <inkml:trace contextRef="#ctx0" brushRef="#br0" timeOffset="19146.798">2621 6803,'2'16,"1"19,2 19,1 17,-2 9,-3 6,-4-2,-4-7,-3-10,1-17</inkml:trace>
  <inkml:trace contextRef="#ctx0" brushRef="#br0" timeOffset="19649.743">2527 7164,'-1'-13,"-5"-39,3 0,1 0,4-1,1 1,8-37,-10 82,-1 1,2-1,-1 1,1 0,0-1,0 1,1 0,0 0,0 1,0-1,1 1,0-1,0 1,0 0,0 0,1 1,0-1,0 1,0 0,1 1,-1-1,1 1,0 0,0 0,0 1,0 0,6-2,-4 4,0 0,1 1,-1-1,0 1,0 1,0 0,0 0,0 0,-1 1,1 0,-1 1,1 0,-1 0,0 0,-1 1,1 0,-1 0,0 1,0 0,-1 0,1 0,-1 1,-1-1,1 1,-1 0,0 1,-1-1,0 1,1 4,-3-7,-1 0,1 0,-2 0,1 0,0 0,-1 0,0 0,0-1,-1 1,1 0,-1-1,0 1,0-1,0 1,-1-1,0 0,1 0,-2 0,1 0,0-1,-1 1,-3 2,-1 1,-1-1,0 1,0-1,0-1,-1 0,0 0,0-1,0 0,-10 2,18-5,-1 0,1 0,-1-1,1 1,-1-1,0 1,0-1,1 0,-1 0,0 0,1 0,-1 0,0-1,0 1,1-1,-1 0,1 1,-1-1,1-1,-1 1,1 0,-1-1,1 1,0-1,-1 0,3 1,0 0,0 0,0 0,0 0,1 0,-1 0,0 1,0-1,1 0,-1 0,1 0,-1 0,0 1,1-1,0 0,-1 0,1 1,-1-1,1 0,0 1,0-1,-1 1,1-1,0 1,0-1,0 1,-1-1,1 1,0 0,0 0,0-1,0 1,1 0,18-5,2 0,-1 1,0 2,1 0,-1 1,16 2,-6-1,7-1,-14 3,0-1,0-1,0-1,0-2,0 0,-1-2,1 0,-1-1,0-2,-1 0,0-2,18-10,-36 18,1-1,-1 0,0-1,-1 1,1-1,0 0,-1 1,0-2,0 1,0 0,-1-1,1 1,-1-1,0 1,-1-1,1 0,-1 0,0 0,0 0,0 0,-1 0,1 0,-1-1,-1 1,1 0,-1 0,0 0,0 0,0 0,-1 0,1 0,-1 1,0-1,-1 0,1 1,-1 0,0-1,0 1,-1 0,1 1,-1-1,1 1,-1-1,0 1,-1 0,-2-1,2 1,1 2,-1-1,0 0,1 1,-1 0,0 0,0 1,0-1,0 1,0 0,0 0,0 1,1 0,-1-1,0 2,0-1,0 0,1 1,-1 0,1 0,-1 0,1 1,0 0,0-1,0 1,0 1,1-1,-1 0,0 3,-1-2,0 2,1-1,0 1,0-1,0 1,1 0,0 1,0-1,0 0,1 1,0 0,0-1,1 1,0 0,0 0,0 0,1 0,0 0,1 0,0 5,1-5,0 0,1 0,0 0,0 0,1-1,0 0,0 1,0-1,1-1,-1 1,1-1,1 0,-1 0,1 0,0-1,0 1,0-2,2 1,10 6,1-1,0-1,0-1,1 0,0-2,1 0,84 13,-3-7</inkml:trace>
  <inkml:trace contextRef="#ctx0" brushRef="#br0" timeOffset="19914.003">4894 6831,'-7'18,"-2"13,0 8,2 4,2-1,2-2,4-7,1-8</inkml:trace>
  <inkml:trace contextRef="#ctx0" brushRef="#br0" timeOffset="20488.74">4519 6644,'10'-7,"1"0,0 1,0 1,0-1,1 2,0 0,0 0,0 1,0 1,0 0,10 0,-7 0,-1 1,0 0,0 1,1 1,-1 0,0 1,0 1,0 0,0 1,0 0,-1 1,0 1,0 0,0 0,-1 2,0-1,0 2,-1-1,0 2,-1-1,1 2,-2-1,0 1,0 1,-1-1,4 8,-3 4,0 0,-2 0,0 0,-1 1,-2 0,0 0,-2 1,-1-1,0 0,-3 17,2-13,-1-28,1 1,0 0,-1 0,1 0,0 0,0-1,-1 1,1 0,0 0,0 0,0 0,0 0,0 0,0-1,0 1,1 0,-1 0,0 0,0 0,1 0,-1-1,0 1,1 0,-1 0,1 0,-1-1,1 1,0 0,-1-1,1 1,-1-1,1 1,0-1,0 1,-1-1,1 1,0-1,0 1,0-1,-1 0,1 0,0 1,0-1,0 0,0 0,0 0,0 0,0 0,-1 0,1 0,0 0,0 0,0-1,0 1,0 0,-1-1,1 1,0 0,0-1,0 1,-1-1,2 0,20-13,-1-1,0-1,-2-1,1 0,5-9,60-51,-84 76,0 0,0-1,1 1,-1-1,1 1,-1 0,1 0,-1-1,1 1,0 0,-1 1,1-1,0 0,0 0,0 1,0-1,0 1,0-1,-1 1,1 0,0 0,0 0,0 0,0 0,0 0,0 1,0-1,0 1,0-1,0 1,0 0,-1-1,2 2,27 76,-28-72,-1 1,0-1,1 0,0 0,1 0,-1-1,1 1,1 0,-1-1,0 0,1 0,0 0,1 0,-1-1,1 1,0-1,0 0,0-1,0 1,0-1,1 0,0 0,0-1,0 0,0 0,0 0,0-1,0 0,0 0,1 0,-1-1,4 0,-1-2,-1 0,0-1,0 0,0 0,-1-1,1 0,-1 0,0-1,0 1,0-2,-1 1,0-1,0 0,0 0,-1-1,0 0,3-4,1-4,1-1,-2-1,0 0,-1 0,-1 0,0-1,1-12,3-36,-2-2,-4 1,-3-62,-1 27,5-82,-5 172,-1 27,-14 184,10 112,23-124,-16-174,1-1,0 0,1-1,0 1,1-1,0 1,1-2,0 1,1 0,0-1,0-1,1 1,1-1,1 1,24 12,-4-10</inkml:trace>
  <inkml:trace contextRef="#ctx0" brushRef="#br0" timeOffset="20733.103">5428 6590,'21'11,"22"4,25 0,18-4,16-2,6-4,-2-2,-18-2</inkml:trace>
  <inkml:trace contextRef="#ctx0" brushRef="#br0" timeOffset="21132.05">6150 7151,'-2'-42,"3"1,1-1,2 0,9-38,-1 3,-11 28,-14 57,11-5,0 0,1 1,-1-1,1 0,0 1,0-1,0 0,0 1,0-1,1 1,0-1,0 1,0 0,0-1,0 1,1-1,-1 1,1-1,0 1,0-1,0 0,1 1,-1-1,1 0,0 0,-1 0,2 0,-1 0,0 0,2 1,7 1,0-1,1 0,-1-1,1 0,0 0,0-1,0-1,0 0,0-1,0 0,1-1,47 4,-55-3,0 0,-1 0,1 1,-1 0,1 0,-1 0,0 0,1 1,-1 0,0 0,0 0,0 0,0 0,0 1,0 0,-1 0,0 0,1 0,-1 0,0 1,0 0,-1-1,1 1,-1 0,0 0,0 0,0 1,-1-1,1 0,-1 1,0-1,0 1,-1-1,-9 110,9-112,0-1,0 1,0-1,0 1,1-1,-1 1,0-1,1 1,-1-1,1 1,-1-1,1 1,0-1,-1 1,1-1,0 0,0 0,0 1,0-1,0 0,1 0,-1 0,0 0,0 0,1 0,-1-1,0 1,1 0,-1-1,1 1,-1-1,1 1,-1-1,1 0,-1 1,1-1,0 0,62-2,-57 1,34-5</inkml:trace>
  <inkml:trace contextRef="#ctx0" brushRef="#br0" timeOffset="21381.368">7073 7178,'0'0</inkml:trace>
  <inkml:trace contextRef="#ctx0" brushRef="#br0" timeOffset="21952.468">8343 6951,'-20'-3,"0"1,0 0,0 2,0 1,1 0,-1 1,0 1,0 1,1 1,0 1,0 0,0 1,1 1,0 1,1 1,0 0,0 2,0 0,-23 40,40-50,-1-1,1 0,-1 1,1-1,0 0,-1 1,1-1,0 1,0-1,0 0,0 1,0-1,0 1,1-1,-1 0,0 1,1-1,-1 0,1 1,-1-1,1 0,0 1,0-1,-1 0,1 0,0 0,0 0,0 0,0 0,0 0,0 0,1 0,-1-1,0 1,0 0,1-1,-1 1,0-1,1 1,-1-1,0 1,1-1,-1 0,13 2,1-1,-1 0,0-1,1-1,-1 0,0-1,0-1,0 0,0 0,0-2,-1 0,0 0,0-1,0-1,2-2,0 2,-2-1,1-1,-1 0,0-1,-1 0,0-1,0 0,-1-1,-1 0,0-1,-1 0,0-1,-1 0,-1 0,0-1,-1 1,0-2,-1 1,-1 0,0-1,-2 0,1 0,-1-13,-3-1,-2 0,0 1,-2-1,-1 1,-2 0,0 0,-12-24,-18-12,37 65,1-1,-1 1,0-1,0 1,1 0,-1 0,0-1,0 1,0 0,0 0,1 0,-1 0,0 0,0 0,0 0,0 0,1 0,-1 0,0 1,0-1,0 0,1 1,-1-1,0 0,0 1,1-1,-1 1,0-1,1 1,-1-1,0 1,1-1,-1 1,1 0,-1-1,1 1,-1 0,1 0,0-1,-1 1,1 0,0 0,0 0,-1-1,1 1,0 0,0 0,0 0,0 0,0 0,-8 30,1 1,1-1,2 2,1-1,2 0,1 17,0-31,-2 10,2 1,1-1,1 0,1 0,2 0,1 0,1-1,1 1,6 10,-11-31,1-1,1 0,-1 0,1 0,0-1,0 1,1-1,-1 0,1-1,0 0,0 1,1-2,-1 1,1-1,0 0,0 0,0-1,0 0,0-1,1 1,-1-1,1 0,-1-1,0 0,1 0,-1-1,1 0,-1 0,0-1,0 1,1-2,5-2,2 0,-1 0,0-1,-1 0,1-2,-1 1,-1-2,1 0,-1 0,-1-1,0 0,0-1,-1 0,-1-1,0 0,0-1,-1 0,1-3,-7 13,-1 0,1 1,-1-1,0 0,0 0,0 0,0 0,0 0,0 0,-1 0,0-1,0 1,0 0,0 0,0 0,0 0,-1 0,0 0,1 0,-1 0,0 0,0 0,-1 0,1 0,-1 0,1 1,-1-1,0 1,0-1,0 1,0 0,-1-1,1 1,-1 1,1-1,-1 0,1 0,-1 1,0 0,0-1,0 1,0 0,0 0,0 1,0-1,0 1,0-1,-3 1,2 0,0 0,1 0,-1 1,0-1,0 1,1 0,-1 0,0 0,1 1,-1-1,1 1,-1 0,1 0,0 0,0 0,0 0,0 1,0 0,1-1,-1 1,1 0,-1 0,1 0,0 1,1-1,-1 0,0 1,1-1,0 1,0 0,0-1,0 1,0 0,1 0,0 0,0-1,0 1,0 0,0 0,1-1,0 1,-1 0,2 0,-1-1,0 1,1-1,-1 1,1-1,0 0,0 0,0 1,1-1,0 0,9 5,1-1,0 0,0-1,1 0,0-1,0 0,0-1,1-1,-1 0,1-1,0-1,5 0,-9 0,75 7</inkml:trace>
  <inkml:trace contextRef="#ctx0" brushRef="#br0" timeOffset="23150.857">10174 6884,'-17'-9,"0"1,0 1,-1 0,0 2,0 0,0 0,-1 2,0 0,-2 2,16 0,-1 0,0 1,1 0,-1 0,0 0,1 1,-1-1,1 2,-1-1,1 0,-1 1,1 0,0 1,0-1,0 1,0 0,0 0,1 0,-1 1,1-1,0 1,0 0,0 1,1-1,-1 1,1-1,0 1,1 0,-1 0,1 0,0 1,0-1,0 0,1 1,0-1,0 1,0 0,1-1,0 1,0 3,1-5,-1 0,1 0,0-1,0 1,0 0,1-1,-1 1,1-1,0 1,0-1,0 0,0 0,1 0,-1 0,1 0,0-1,0 1,0-1,0 0,0 1,0-2,1 1,-1 0,1-1,-1 1,1-1,0 0,-1 0,1 0,3 0,2 0,-1-1,1 0,-1 0,1 0,-1-1,1-1,-1 1,0-1,0-1,0 1,0-2,0 1,4-3,-1-1,-1 0,0-1,0 0,-1-1,0 0,-1 0,0-1,-1 1,1-2,-2 1,0-1,0 0,-1-1,0 1,-1-1,0 0,-1 0,0-1,-1 1,-1 0,0-4,2-25,-3 1,-1-1,-2 1,-2 0,-9-38,-16-33,9 79,21 32,-1-1,0 1,0 0,0 0,0 0,1 0,-1 0,0 0,0 1,0-1,0 0,0 0,1 0,-1 1,0-1,0 1,1-1,-1 0,0 1,0-1,1 1,-1 0,1-1,-1 1,0-1,1 1,-1 0,1 0,-1-1,1 1,0 0,-1 0,1-1,0 1,0 0,-1 0,1 0,0 0,0 0,0-1,0 2,-8 23,1 1,1 1,2-1,0 1,2-1,0 11,2-29,-3 31,2 0,2 0,2 0,1 0,4 14,-5-41,-1 0,2 0,0 0,0 0,1 0,1-1,-1 0,2 0,0 0,0-1,1 0,0 0,1-1,0 0,0-1,1 0,0 0,6 3,0-4,0 0,1-1,0-1,0 0,0-1,0-1,1-1,-1 0,1-2,0 1,-1-2,1-1,0 0,-1-1,0-1,0 0,0-2,0 0,-1 0,0-2,0 0,0-1,-8 4,0 0,-1-1,0 0,0 0,0 0,-1-1,1 0,-2 0,6-8,-10 13,1 0,-1-1,1 0,-1 1,0-1,0 0,0 0,-1 0,1 1,0-1,-1 0,0 0,0 0,0 0,0 0,0 0,-1 0,1 0,-1 0,0 0,0 1,0-1,0 0,0 1,-1-1,1 0,-1 1,1 0,-1-1,0 1,0 0,-1-1,-5-3,0 1,-1 0,0 0,0 1,0 0,0 1,-1 0,1 0,-1 1,0 0,0 1,0 0,0 0,0 1,1 0,-1 1,0 1,0-1,0 1,1 1,-1 0,1 0,-2 2,1-2,1 1,0 1,0 0,0 0,0 1,1 0,0 1,1-1,-1 2,1-1,0 1,1 0,0 0,0 1,1-1,0 1,1 0,0 1,0-1,-1 9,4-16,1 1,0 0,0-1,0 1,0 0,0-1,0 1,1-1,-1 1,1 0,0-1,0 1,0-1,0 1,0-1,1 0,-1 0,1 1,-1-1,1 0,0 0,0-1,0 1,0 0,0 0,0-1,0 0,1 1,-1-1,1 0,-1 0,1 0,-1 0,1-1,-1 1,1-1,0 1,7 1,1-1,0 0,0 0,-1-1,1-1,0 0,0 0,7-2,-1-3,0 0,0 0,0-2,-1 0,0-1,11-9,23-11,-49 29,0-1,1 1,-1 0,0-1,1 1,-1 0,0 0,1 0,-1 0,1 0,-1 1,0-1,1 0,-1 1,0-1,0 0,1 1,-1 0,0-1,0 1,0 0,0 0,1-1,-1 1,0 0,-1 0,1 0,0 0,0 0,0 0,-1 1,1-1,0 0,-1 0,1 1,-1-1,1 0,-1 0,0 1,0-1,1 0,-1 1,0-1,0 1,0-1,-1 0,4 8,0 0,0-1,0-1,0 1,1 0,1-1,-1 0,1 0,0 0,0-1,1 0,0 0,0 0,1 0,-1-1,1 0,0-1,0 1,1-1,0-1,-1 0,1 0,0 0,0-1,1 0,-1 0,7-1,-6 0,-1-1,1-1,0 1,-1-2,1 1,-1-1,1 0,-1-1,0 0,0 0,0-1,0 0,-1 0,0-1,0 0,0 0,0-1,-1 0,0 0,0 0,0-2,5-5,-2-1,1 0,-2-1,0 0,-1-1,0 1,-2-1,0 0,0-1,0-7,6-54,-3 0,-3-65,2-24,23-59,-23 206,-3 32,-27 192,1-79,-17 148,38-263,0-1,0 1,1 0,0-1,0 1,1 0,1-1,-1 1,2-1,-1 0,1 0,1 0,-1 0,2 0,-1 0,1-1,0 0,1 0,0-1,0 1,1-1,0-1,0 1,0-1,6 3,3-3,0-1,0 0,0-1,0-1,1-1,-1 0,1-1,-1-1,1-1,-1 0,1-1,-1-1,1 0,-1-1,0-1,-1-1,1 0,-1-1,0 0,-1-1,0-1,11-9,-15 11,0-1,-1-1,0 1,0-2,-1 1,0-1,-1 0,3-5,-7 10,-1 1,0-1,1 1,-1-1,-1 0,1 0,-1 0,0 0,0 0,0 0,-1 0,1 0,-1-1,-1 1,1 0,-1 0,0 0,0 0,0 0,-1 0,-1-3,2 6,0-1,0 1,0 0,-1 0,1 0,-1 0,1 1,-1-1,0 0,1 1,-1-1,0 1,0-1,0 1,0 0,0 0,-1 0,1 0,0 0,-1 0,1 1,0-1,-1 1,1 0,0 0,-1-1,1 1,-1 1,1-1,0 0,-1 1,1-1,0 1,-1 0,1 0,0-1,0 2,0-1,-1 0,1 0,0 1,1-1,-1 1,0-1,0 1,1 0,-2 1,-1 2,0 0,0 1,1-1,-1 1,1-1,1 1,-1 0,1 0,0 0,0 1,1-1,0 0,0 1,0-1,1 1,0-1,0 1,1-1,-1 1,1-1,1 0,-1 1,1-1,2 4,0 1,1-1,0 0,0 0,1 0,1-1,-1 0,1 0,1-1,-1 0,2 0,-1-1,1 0,0 0,1 0,85 30,-91-36,0 0,0 0,0 0,1-1,-1 0,0 0,0 0,0-1,1 1,-1-1,0 0,0 0,0 0,0-1,0 1,0-1,0 0,-1 0,1-1,-1 1,1-1,1-1,10-17</inkml:trace>
  <inkml:trace contextRef="#ctx0" brushRef="#br0" timeOffset="23401.259">10830 6456,'18'0,"31"0,41-3,49-9,46-12,-9-2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27.7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3.6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52,'-2'-7,"8"-2,17 1,22-2,23 2,17 2,10 2,3 7,-6 11,-17 10,-21 2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3.7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46,'25'2,"26"1,28-2,22-4,20-6,14-3,7-3,-21 2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4.1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 92,'1'2,"0"1,0 0,1-1,-1 1,1-1,-1 1,1-1,0 1,0-1,0 0,0 0,0 0,0 0,1-1,-1 1,1-1,-1 1,1-1,0 0,-1 0,1 0,0 0,0 0,0-1,0 1,-1-1,1 0,0 0,0 0,0 0,0 0,0-1,0 1,0-1,-1 0,1 0,0 0,0 0,-1-1,1 1,-1-1,1 1,-1-1,0 0,0 0,1 0,-1 0,0 0,-1 0,1-1,0 1,-1-1,1 1,-1-1,0 0,0 1,0-1,0 0,-1 0,1 0,-1 1,1-1,-1 0,0 0,0 0,0 0,-1-1,0 0,-1 0,1 1,-1-1,0 1,-1 0,1-1,0 1,-1 0,0 0,1 1,-1-1,0 1,-1-1,1 1,0 0,-1 0,1 0,-1 0,0 1,1 0,-1 0,0 0,0 0,0 0,0 1,0-1,0 1,0 0,0 0,1 1,-1-1,0 1,0 0,0 0,0 0,1 1,-1-1,0 1,1 0,-1 0,1 0,-3 3,3-1,0 1,1-1,0 1,0-1,0 1,0 0,1 0,0 0,0 0,0 0,1 1,-1-1,1 0,0 0,1 0,-1 0,2 3,4 26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4.3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124 93,'26'-32,"-26"31,1 0,0-1,0 1,0 0,0-1,-1 1,1-1,-1 1,1 0,-1-1,0 0,1 1,-1-1,0 1,0-1,0 1,0-1,0 1,-1-1,1 1,0-1,-1 1,1-1,-1 1,1-1,-1 1,0 0,1-1,-1 1,0 0,0 0,0-1,0 1,0 0,0 0,-1 0,1 0,0 0,0 1,-1-1,1 0,-1 1,1-1,0 0,-1 1,1 0,-1-1,0 1,1 0,-4-1,0 0,0 1,0 0,0 0,-1 0,1 1,0-1,0 1,0 0,1 1,-1-1,0 1,0 0,1 0,-1 0,1 1,0 0,-1 0,1 0,1 0,-1 1,0-1,1 1,0 0,0 0,0 0,0 0,-1 4,4-6,1 0,0 0,-1 0,1-1,0 1,0 0,0 0,0-1,1 1,-1 0,0-1,1 1,-1-1,1 1,-1-1,1 0,0 0,-1 0,1 0,0 0,0 0,0 0,0-1,0 1,0-1,0 1,0-1,0 0,0 0,0 0,0 0,0 0,0 0,1 1,36 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4.6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81 161,'-3'13,"-2"17,-3 12,-3 9,-1 11,1 4,0 1,2-3,3-8,2-12,4-13,2-11</inkml:trace>
  <inkml:trace contextRef="#ctx0" brushRef="#br0" timeOffset="250.328">14 228,'0'16,"0"14,4 11,11 8,12 5,15 0,12-5,7-6,4-11,-4-10,-9-9,-13-7</inkml:trace>
  <inkml:trace contextRef="#ctx0" brushRef="#br0" timeOffset="500.66">454 1,'-6'20,"-3"21,0 17,2 14,3 9,3 4,4-1,5-6,0-15</inkml:trace>
  <inkml:trace contextRef="#ctx0" brushRef="#br0" timeOffset="816.814">669 656,'14'-70,"-4"0,2-54,-12 121,1-4,0-1,0 1,-1 0,0-1,0 1,-1 0,0 0,-1-1,1 1,-1 0,0 0,-1 0,0 1,0-1,-3-4,5 10,-1 0,1 0,0 1,-1-1,1 0,0 1,-1-1,1 1,-1-1,1 1,-1 0,1 0,-1 0,1 0,-1 0,1 0,0 0,-1 0,1 0,-1 1,1-1,-1 0,1 1,-1 0,1-1,0 1,0 0,-1-1,1 1,0 0,0 0,0 0,0 0,0 0,0 1,0-1,0 0,0 0,0 1,1-1,-1 0,0 1,1-1,0 0,-1 1,1-1,0 1,-1-1,1 1,0-1,0 1,0-1,0 1,1-1,-1 1,0-1,1 1,-1-1,1 0,-1 1,1-1,0 0,-1 1,1-1,0 0,0 0,1 2,2 0,0 1,0-1,0 0,1 0,0 0,-1-1,1 1,0-1,0 0,0 0,0-1,1 0,-1 0,0 0,1 0,-1-1,1 0,-2 0,225 10,-227-10,-1 0,1 0,-1 0,1 0,-1 1,0-1,1 0,-1 1,0-1,1 1,-1 0,0-1,1 1,-1 0,0 0,0 0,0 0,0 0,0 0,0 0,0 0,0 0,0 0,-1 0,1 1,0-1,-1 0,1 1,-1-1,1 0,-1 1,0-1,1 1,-1-1,0 1,0-1,0 0,0 1,0-1,-1 1,1-1,0 1,-1-1,1 0,-1 1,1-1,-1 0,0 1,1-1,-1 0,0 0,0 0,0 0,0 0,0 1,-30 55,23-46,0 1,1 0,1 1,0 0,1 0,0 0,1 1,0-1,1 1,1 0,0 0,1 6,1-16,1 0,0 0,-1-1,2 1,-1 0,0-1,1 1,0-1,-1 0,1 1,1-1,-1 0,0 0,1 0,0-1,-1 1,1-1,0 1,0-1,1 0,-1 0,0 0,1-1,-1 1,1-1,-1 0,1 0,0 0,-1 0,1-1,118 6,-63-12,-1-3,-1-2,23-9,-10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3.0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1,'0'20,"0"16,0 14,0 6,0 2,0-4,0-7,2-10,6-12,6-11,0-9</inkml:trace>
  <inkml:trace contextRef="#ctx0" brushRef="#br0" timeOffset="251.838">202 1,'0'6,"0"10,0 11,0 10,2 5,3 5,3-1,3-4,1-7,1-9,-1-9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1.7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458 133,'-6'30,"3"-22,-11-23,8 7,0 0,-1 0,0 0,0 1,-1 0,1 0,-2 1,1 0,-1 1,0 0,0 0,0 0,-1 1,0 1,1 0,-1 0,0 1,-1 0,1 1,0 0,0 0,-1 1,1 1,0 0,-10 2,9 1,0 0,1 0,-1 2,1-1,0 1,0 1,1-1,0 2,0-1,0 1,1 1,1-1,-1 2,1-1,1 1,0 0,0 0,1 0,0 1,1 0,0 0,1 0,0 0,1 1,0 4,-2 5,2-1,1 1,0 0,2 0,0 0,2 0,0-1,1 1,1-1,1 0,1 0,0 0,10 15,-10-23,0-1,1 0,1 0,-1-1,2 0,0-1,0 0,0 0,1-1,0-1,1 0,0 0,0-1,0-1,1 0,-1 0,1-1,1-1,-1 0,0-1,1-1,-1 0,1 0,0-2,20 0,0-3,1-1,-2-1,1-2,-1-1,0-1,-1-2,0-2,-1-1,-1-1,0-1,-1-2,-1-1,0-2,-22 17,2 0,-1 0,0-1,0 1,0-1,-1-1,0 0,0 1,-1-2,0 1,0-1,2-4,-7 11,1-1,-1 1,1 0,-1 0,0-1,0 1,0 0,0-1,0 1,0 0,0-1,0 1,0 0,0 0,-1-1,1 1,-1 0,1 0,-1-1,1 1,-1 0,0 0,1 0,-1 0,0 0,0 0,0 0,0 0,0 0,0 0,0 0,0 1,0-1,0 0,0 1,-1-1,1 1,0 0,0-1,-1 1,1 0,0-1,-1 1,1 0,0 0,-1 0,-63 3,54 0,0 1,0 0,0 1,0 0,1 1,0 0,0 0,1 1,0 0,0 1,1 0,-1 0,2 1,-1 0,1 1,1-1,0 1,0 1,1-1,0 1,1 0,0 0,1 0,-2 9,4-17,1 0,-1 1,1-1,-1 0,1 0,0 0,0 0,0 1,1-1,-1 0,1 0,0 0,0 0,0 0,0 0,0 0,1 0,-1 0,1-1,0 1,0 0,0-1,0 0,0 1,1-1,-1 0,1 0,-1 0,1 0,0-1,-1 1,1-1,0 0,0 0,0 0,0 0,0 0,1-1,-1 1,0-1,5 1,-1-1,1 0,-1-1,1 1,-1-1,1-1,-1 0,0 0,1 0,-1-1,0 0,-1 0,1-1,0 0,-1 0,0 0,0-1,0 0,-1 0,0 0,0-1,0 0,4-6,0-2,0 0,0-1,-1 0,-1-1,-1 0,0 0,-1 0,-1-1,0 1,-1-2,-1 1,-2 8,0 18,-1 11,0 0,1 0,1 1,1-1,1 0,1 0,1-1,0 1,1-1,1 0,1 0,1-1,7 11,-13-25,0 1,0-1,1 0,0 0,-1-1,1 1,0-1,1 0,-1 0,0 0,1 0,0-1,-1 0,1 0,0 0,0-1,1 1,-1-1,0 0,0-1,0 1,1-1,1 0,16-6</inkml:trace>
  <inkml:trace contextRef="#ctx0" brushRef="#br0" timeOffset="981.588">1207 440,'0'-14,"0"0,0 0,1 0,1 0,1 1,0-1,0 0,4-6,-4 17,1-1,0 1,0 0,0 0,0 0,0 0,1 1,-1 0,1 0,0 0,0 0,0 1,0 0,0 0,0 0,0 0,0 1,0 0,0 0,0 0,0 1,0 0,0 0,0 0,0 0,-1 1,1 0,0 0,-1 0,1 1,0 0,3 1,-1 1,0 0,0 0,-1 0,0 1,0 0,0 0,0 0,-1 1,0 0,-1 0,0 0,0 1,0-1,-1 1,2 5,25 135,-25-60,-5 0,-3-1,-5 12,-4 155,12-249,-1 1,1 0,0 1,0-1,0 0,1 1,0-1,0 0,1 0,-1 0,1 0,1 0,-1 0,1 0,0-1,0 1,3 2,-3-7,-1 0,1 0,-1 0,1 0,-1-1,1 1,0-1,-1 0,1 0,0 0,0 0,-1 0,1-1,0 1,-1-1,1 0,-1 0,1 0,-1 0,1 0,-1 0,0-1,1 1,-1-1,0 1,0-1,0 0,0 0,-1 0,1 0,0 0,-1 0,1-1,-1 1,0-1,0 1,1-1,5-9,0 0,-1 0,-1-1,1 0,-2 0,0 0,-1 0,0-1,-1 1,0-1,-1 0,0 0,-2 1,1-1,-2 0,0 0,0 1,-1-1,-1 1,-1 0,1 0,-4-4,-1-3,0 0,-2 1,0 0,-1 1,-1 0,-1 1,0 0,-1 1,-1 1,-1 1,0 0,-1 1,-14-8,-92-27,124 48,1 0,-1-1,1 1,-1 0,1 0,-1-1,1 1,-1-1,1 1,-1 0,1-1,-1 1,0-1,1 1,-1-1,0 1,1-1,-1 1,0-1,0 1,0-1,1 0,-1 1,0-1,0 1,0-1,0 1,0-1,0 0,0 1,0-1,0 1,-1-1,1 0,0 1,0-1,0 1,-1-1,1 1,0-1,0 1,-1-1,1 1,-1-1,1 1,0-1,-1 1,1 0,-1-1,1 1,-1 0,1-1,-1 1,324-113,-315 110,25-9,2 2,-1 1,1 2,0 1,1 2,2 1,-36 3,1 0,-1 1,0-1,1 0,-1 1,0-1,0 1,0 0,0-1,0 1,1 0,-1 1,-1-1,1 0,0 0,0 1,0-1,-1 1,1 0,-1-1,1 1,-1 0,0 0,1 0,-1 0,0 0,0 0,-1 0,1 0,0 0,-1 2,4 72,-5-65,0 4,5 92,-3-103,-1-1,1 1,0-1,0 1,0-1,1 0,-1 1,1-1,0 0,0 0,0 0,0 0,0-1,1 1,-1-1,1 1,0-1,0 0,0 0,0 0,0 0,0 0,0-1,1 0,-1 1,0-1,2 0,4-1,0-1,0 0,0-1,0 0,-1 0,1-1,-1 0,0 0,1-1,-2 0,1-1,0 0,-1 0,0 0,0-1,0 0,-1-1,0 1,0-1,-1 0,0 0,0-1,4-7,4-10,-1 0,0 0,-2-1,-1-1,-2 1,4-21,-16 70,-2 2,2 0,1 0,1 1,1-1,1 13,1-31,1-1,-1 0,1 1,0-1,0 0,1 0,0 0,0 0,1 0,-1 0,1-1,0 1,1-1,-1 0,1 0,0 0,1 0,-1-1,1 1,0-1,0 0,0-1,0 1,1-1,-1 0,2 0,5 1,0-1,0 0,0 0,1-1,-1-1,1 0,0-1,-1 0,1-1,-1 0,1-1,-1-1,1 0,-1 0,0-1,-1-1,1 0,-1 0,0-1,0-1,0 0,-1 0,0-1,-1-1,0 1,0-1,-1-1,0 0,0 0,-1 0,-1-1,1 0,-2-1,0 1,1-4,1-14,0-1,-2 0,-1 0,-2-1,-1 1,-1 0,-2-1,-1 1,-1 0,-2 0,0 0,-3 1,0 0,-6-11,10 26,-1 0,0 1,-1 0,0 0,-1 0,-1 1,0 0,0 0,-9-6,17 16,0 1,-1 0,1-1,-1 1,1 0,-1 0,1 0,-1 0,0 0,1 0,-1 1,0-1,0 1,1-1,-1 1,0-1,0 1,0 0,0 0,0 0,0 0,1 0,-1 1,0-1,0 0,0 1,0 0,1-1,-1 1,0 0,1 0,-1 0,0 0,1 0,-1 0,1 0,-1 1,1-1,0 0,0 1,0-1,-1 2,-6 13,0 1,1 0,1 0,1 1,0 0,2 0,0 0,1 0,0 0,2 0,0 11,0-22,-1 31,1 0,2 0,2-1,1 1,2-1,7 21,-10-44,1 1,0-1,1 1,1-2,0 1,1-1,0 0,1 0,1-1,0-1,0 0,1 0,1-1,0 0,0-1,1 0,7 4,54 16,-1-9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6.8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254 414,'-13'-1,"1"1,0 0,-1 0,1 1,0 1,0 0,0 1,0 0,0 0,0 2,1-1,-2 2,6-3,1 1,0-1,0 1,0 0,0 1,1-1,0 1,0 0,0 1,1-1,-1 1,1 0,0 0,1 0,0 0,0 1,0-1,1 1,0 0,0 0,0 3,1-5,1-1,0 1,0 0,0 0,0-1,1 1,0 0,0-1,0 1,1-1,0 1,0-1,0 0,0 0,0 0,1 0,0 0,0 0,0-1,0 1,0-1,1 0,0 0,-1 0,1 0,0-1,0 0,1 0,0 1,5 1,-1 0,1 0,0-1,0-1,0 0,0 0,1-1,-1 0,0-1,1 0,-1 0,0-1,2-1,1-1,0-1,0 0,0-1,-1-1,1 0,-1 0,-1-1,1-1,-1 0,0 0,-1-1,0-1,-1 0,0 0,0 0,-1-1,0-1,-1 1,1-4,2-4,-1-1,-1 1,0-2,-1 1,-2-1,0 0,-1 0,-1 0,-1-1,-1 1,-2-21,1 24,-2 0,0 0,-1 1,-1-1,0 1,-2 0,0 0,0 0,-2 1,0 0,-1 0,0 1,-2 1,-4-6,15 19,-1 0,0 0,1 0,-1 0,0 0,1 1,-1-1,0 0,0 1,0-1,0 0,0 1,0-1,0 1,0-1,0 1,0 0,0-1,0 1,0 0,0 0,0 0,0 0,0 0,0 0,0 0,0 0,0 0,-1 0,1 1,0-1,0 0,0 1,0-1,0 1,0-1,1 1,-1-1,0 1,0 0,0-1,0 1,1 0,-1 0,0 0,1 0,-1 0,0-1,1 1,-1 0,1 0,0 0,-1 0,1 0,0 1,0-1,-1 1,-3 16,0 0,1 0,1 1,1 0,1-1,1 8,-1-10,-1 23,3-1,1 1,2 0,2-1,1 0,2-1,2 0,3 6,-12-36,0 1,0 0,1-1,0 0,0 1,1-2,-1 1,2 0,-1-1,1 0,0 0,0-1,0 0,1 0,0 0,0-1,0 0,0 0,1-1,0 0,-1 0,1 0,0-1,0-1,1 1,-1-1,0-1,0 0,5 0,1-5,0 0,0-1,-1 0,0-1,-1-1,1 0,-2 0,1-2,-1 1,0-1,-1-1,0 0,-1 0,0-1,-1 0,0-1,-1 0,-1 0,0 0,0-1,2-13,-5 22,0-1,0 0,-1 0,0 0,0 0,-1 0,0 0,0 0,0 0,-1-1,0 1,0 0,0 0,-1-1,0 1,0 0,-1 0,1 0,-1 0,-1 0,1 0,-3-2,4 7,-1 0,0 0,0 0,0 0,0 0,0 0,0 1,0-1,0 1,0-1,0 1,0 0,0 0,0 0,0 0,0 0,0 1,0-1,0 1,0-1,0 1,0 0,0-1,0 1,0 0,0 0,1 0,-1 1,0-1,1 0,-1 1,0 0,-46 52,44-49,1 1,-1 0,1 0,1 0,-1 0,1 0,0 0,0 1,0-1,1 1,0-1,1 1,-1 0,1-1,1 1,-1 0,1-1,0 1,1-1,-1 1,1-1,0 0,1 0,0 0,0 0,0 0,1 0,-1-1,1 1,3 1,2 1,1-1,-1-1,1 0,0 0,1-1,0 0,0-1,0 0,0-1,0 0,1-1,-1 0,1-1,0 0,22 1,-1-2,1-1,-1-2,9-2,54-12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38.5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1001,'3'-277,"-3"275,0-5,0 1,1-1,-1 1,1 0,0-1,1 1,-1 0,1 0,1-1,-1 2,1-1,0 0,0 0,1 1,0 0,2-4,-3 9,-1 1,1-1,-1 0,1 1,-1-1,0 1,1 0,-1 0,0 0,0 0,1 0,-1 0,0 0,0 1,0-1,-1 1,1 0,0-1,0 1,-1 0,1 0,-1 0,0 0,0 1,0-1,0 0,0 0,0 1,0-1,0 2,0-1,12 22,-1 0,-1 0,-1 1,-2 0,0 1,-2 0,-1 0,-1 0,-2 3,-1-29,0 1,-1-1,0 1,1-1,-1 1,0-1,0 1,0-1,0 1,0-1,0 1,0-1,0 1,-1-1,1 1,-1-1,1 1,-1-1,1 0,-1 1,0-1,0 0,0 1,0-1,0 0,0 0,0 0,0 0,0 0,0 0,-1 0,1 0,0-1,-1 1,1 0,0-1,-1 1,1-1,-1 1,1-1,-1 0,1 0,-1 1,1-1,-1 0,1 0,-1-1,0 1,1 0,-1 0,0-1,-2-2,0 0,1 0,-1 0,0-1,1 1,0-1,0 0,0 0,0 0,1 0,-1-1,1 1,0-1,1 1,-1-1,1 0,0 0,0 0,0 1,1-1,-1 0,1 0,1 0,-1 0,1 0,0 2,0 0,1 1,0-1,-1 1,1-1,0 1,1 0,-1-1,0 1,0 0,1 0,-1 1,1-1,0 0,0 1,-1 0,1 0,0 0,0 0,0 0,0 0,0 1,0-1,0 1,0 0,1 0,-1 0,0 0,1 1,2-1,21-3,5 2,-1-1,1-2,-1-1,0-2,0 0,-1-2,0-2,-1-1,21-11,-48 23,0-1,1 0,-1 0,0 0,0 0,0 0,0-1,0 1,0 0,0-1,-1 1,1-1,0 0,-1 0,0 0,1 1,-1-1,0-1,0 1,0 0,0 0,0 0,0 0,-1-1,1 1,-1 0,0-1,1 1,-1 0,0-1,0 1,-1 0,1-1,0 1,-1 0,0-1,1 1,-2-1,-4-3,-1 2,-1-1,1 1,0 0,-1 1,0 0,0 0,0 1,0 0,0 0,0 1,-1 0,1 0,0 1,-1 0,1 0,-5 2,10-2,-1 0,0 1,0 0,1 0,-1 0,1 0,-1 0,1 1,-1 0,1-1,0 1,0 1,0-1,0 0,0 1,0-1,0 1,1 0,0 0,-1 0,1 0,0 0,1 1,-1-1,0 0,1 1,0 0,0-1,0 1,0 0,1-1,-1 1,1 0,0 0,0-1,0 1,1 0,-1 0,1-1,0 1,0 0,2 2,2 6,0-1,2 0,-1 0,1-1,1 0,0 0,0 0,1-1,0-1,1 0,0 0,0 0,0-1,1-1,0 0,1 0,-1-1,1-1,0 0,0 0,1-2,-1 1,0-1,1-1,0 0,-1-1,4-1,2 0,-1-1,0-1,1 0,-1-2,-1 0,1 0,-1-2,0 0,0-1,-1-1,0 0,0-1,-1 0,0-1,-1-1,-1 0,0-1,0 0,-1-1,-1 0,0-1,-1 0,-1-1,0 1,-1-1,-1-1,-1 0,0 1,0-5,1-5,-1 0,-1 0,-2-1,0 1,-2-1,-1 1,-1 0,-1-1,-4-12,-26-32,31 69,1 1,-1-1,1 1,-1-1,1 1,-1 0,0 0,0 0,0 0,1 0,-1 0,0 0,0 1,0-1,0 1,-1-1,1 1,0 0,0 0,0 0,0 0,0 0,0 0,0 1,0-1,0 1,0-1,0 1,0 0,0 0,0 0,0 0,0 0,1 0,-1 0,-8 8,0 0,1 0,0 1,1 0,0 1,1 0,0 0,0 0,1 1,1 0,0 0,1 1,-1 3,-5 12,2 1,1 0,1 1,1 0,2-1,1 1,1 1,2-1,4 29,-3-44,0-1,2 1,-1-1,1 0,1 0,1 0,0 0,1-1,0 0,1-1,0 0,1 0,0 0,1-1,0-1,1 1,0-2,1 0,0 0,1-1,1 1,3-2,0-1,0 0,1-1,-1-1,1-1,0 0,1-2,-1 0,0 0,0-2,0 0,1-2,-1 0,-1 0,1-2,-1 0,1-1,-1-1,-1-1,0 0,0-1,0-1,-1 0,-1-1,0-1,0 0,-1-1,-1 0,0-1,0 0,-2-1,0 0,-1-1,0 0,-1-1,-1 1,2-8,-7 17,-1-1,1 1,-1 0,0-1,-1 1,0-1,0 1,0-1,-1 1,-1-5,1 10,1 0,-1 0,0-1,0 1,0 0,0 0,0 0,0 0,0 0,-1 0,1 0,-1 0,1 1,-1-1,0 1,0-1,0 1,0 0,0-1,0 1,0 0,0 0,0 0,0 1,-1-1,1 1,0-1,-1 1,1 0,0-1,-1 1,1 0,0 1,-1-1,1 0,-7 2,0 1,0 0,1 0,-1 1,1 0,0 0,0 1,0 0,1 1,-1 0,1 0,1 0,-1 1,1 0,0 0,1 0,0 1,0 0,0 0,1 0,1 1,-3 6,4-10,1 0,-1 0,1 1,1-1,-1 1,1-1,0 0,0 1,0-1,1 1,0-1,0 1,0-1,1 0,-1 0,1 0,0 0,1 0,0 0,-1 0,1-1,1 1,-1-1,1 0,0 0,0 0,0-1,0 1,0-1,1 0,0 0,-1-1,1 1,4 0,15 6,0-2,1-1,-1-1,1-1,0-1,1-1,-1-1,18-2,43-3</inkml:trace>
  <inkml:trace contextRef="#ctx0" brushRef="#br0" timeOffset="628.125">2099 681,'-4'0,"0"0,0 0,0 1,0-1,0 1,0 0,0 0,1 0,-1 0,0 1,0 0,1 0,-1 0,1 0,0 0,0 1,0-1,0 1,0 0,0 0,1 0,-1 0,1 0,0 1,0-1,0 1,0 0,1-1,-1 1,1 0,0 0,0 0,1 0,-1 0,1 0,0 0,0 0,0 2,1 1,0 0,1 0,0 0,0 0,0-1,1 1,0-1,0 1,1-1,0 0,0 0,0-1,1 1,0-1,0 0,0 0,0-1,1 1,0-1,0 0,0-1,0 0,1 0,-1 0,1-1,0 1,0-2,0 1,0-1,0 0,0 0,0-1,0 0,0 0,0-1,5-1,1-1,0 0,-1-1,1-1,-1 0,0-1,0 0,-1-1,0 0,0-1,-1 0,0-1,0 0,-1 0,0-1,3-5,4-6,-1 0,-2 0,0-1,-1-1,-1 0,-2-1,5-15,-2-9,-1 0,-3 0,-2-1,-2 0,-3 0,-1 0,-3-4,2 30,0 0,-2 1,-1-1,0 0,-2 1,-1 0,-3-6,10 26,0 0,-1 1,1-1,0 1,-1-1,1 0,-1 1,1-1,-1 1,0 0,0-1,0 1,0-1,0 1,0 0,0 0,0 0,0 0,-1 0,1 0,0 0,-1 0,1 0,0 0,-1 1,1-1,-1 1,0-1,1 1,-1-1,1 1,-1 0,0 0,1 0,-1 0,1 0,-1 0,0 0,1 1,-1-1,1 0,-1 1,1 0,-1-1,1 1,-1 0,1 0,-1-1,1 1,-1 1,-5 8,0 0,0 0,1 0,1 1,0 0,0 0,1 0,1 1,0 0,0-1,1 1,1 2,-4 33,2 1,3-1,1 1,2-1,3 0,2 0,1 0,3-1,1-1,3 0,2-1,1-1,2 0,3-1,-13-21,1 0,0-1,1-1,1 0,7 6,-17-21,-1 0,1 0,0 0,0-1,0 1,1-1,-1 0,1-1,0 1,0-1,0 0,0 0,0 0,0-1,0 0,1 0,-1 0,0 0,1-1,-1 0,1 0,-1-1,0 1,1-1,-1 0,1-1,3-2,0 0,1-1,-2 0,1-1,-1 0,0 0,0-1,0 0,-1 0,0 0,-1-1,1 0,4-9,59-120,-47 76,-37 174,14-109,-1 103,1-104,1 0,0 0,0 0,0 0,0 1,0-1,0-1,1 1,-1 0,1 0,0 0,0-1,0 1,0-1,1 0,-1 0,0 1,1-1,0-1,-1 1,1 0,0-1,0 1,0-1,0 0,0 0,0 0,0-1,1 1,2 0,0-1,0 0,0-1,0 1,0-1,0 0,0 0,0-1,-1 0,1 0,0-1,2 0,24-15</inkml:trace>
  <inkml:trace contextRef="#ctx0" brushRef="#br0" timeOffset="881.444">2955 507,'-16'0,"-10"-2,-4-1,-3-3,-2 1,-1-2,-3 1,-3-1,6 0</inkml:trace>
  <inkml:trace contextRef="#ctx0" brushRef="#br0" timeOffset="1047.002">2180 360,'21'-5,"22"-3,26-3,28 0,21 3,14 2,6 2,-1 6,-13 8,-27 2</inkml:trace>
  <inkml:trace contextRef="#ctx0" brushRef="#br0" timeOffset="2727.725">3156 694,'0'21,"0"13,2 10,4 4,-1-1,3-6,1-11,2-10,-1-10,0-13,-2-4</inkml:trace>
  <inkml:trace contextRef="#ctx0" brushRef="#br0" timeOffset="2979.053">3249 413,'5'9,"12"6,18 1,2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49.1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251 531,'-40'-1,"25"0,0 0,1 1,-1 0,0 2,1-1,-1 2,1 0,0 0,0 2,0-1,-1 2,13-5,0 0,-1 1,1-1,0 0,0 1,0 0,0-1,0 1,0 0,0 0,1 0,-1 0,1 0,-1 0,1 1,0-1,0 0,0 1,0-1,0 1,1-1,-1 1,1-1,0 1,-1-1,1 1,0-1,1 1,-1 0,0-1,1 1,-1-1,1 1,0-1,0 1,0-1,0 0,0 1,0-1,1 0,-1 0,1 0,0 0,-1 0,1 0,0-1,0 1,0 0,0-1,1 0,-1 1,0-1,1 0,8 3,-1 0,1-1,0-1,0 0,0 0,0-1,0 0,0-1,1 0,-1-1,0 0,0-1,0 0,0-1,0 0,-1-1,0 0,1-1,-1 0,-1 0,1-1,-1 0,0-1,0 0,-1 0,0-1,0 0,-1-1,0 1,6-11,2-9,-1-2,-1 0,-2 0,-1-1,-2-1,0 1,-3-1,0 0,-2-1,-2 1,-1-1,-3-23,-14-46,17 100,-1 1,1-1,-1 0,0 1,1-1,-1 1,0-1,0 1,0-1,0 1,0 0,0-1,-1 1,1 0,0 0,-1 0,1 0,-1 0,1 0,-1 0,1 1,-1-1,1 0,-1 1,0-1,1 1,-1 0,0 0,0-1,1 1,-1 0,0 1,0-1,1 0,-1 0,0 1,1-1,-1 1,0-1,1 1,-1 0,1 0,-1-1,1 1,-1 0,1 0,0 1,-1-1,1 0,-8 9,0 1,1 0,0 0,1 0,1 1,-1 0,2 0,0 1,0-1,1 1,1 0,0 1,1-1,0 0,1 1,0 0,1 8,1 0,0 0,2-1,0 1,1-1,1 0,2 0,0 0,1-1,0 0,2-1,1 0,0 0,1-1,1 0,1-2,0 1,1-2,1 0,0 0,1-2,1 0,0-1,1-1,0 0,1-2,-1 0,2-1,-1-1,1-1,17 2,-28-6,1-1,0-1,-1 1,1-2,0 0,-1 0,1-1,-1 0,1-1,-1 0,0 0,0-1,-1-1,1 0,-1 0,0-1,0 0,0 0,-1-1,0 0,-1 0,1-1,-1 0,-1-1,0 0,0 1,0-2,-1 1,2-7,-2 7,-1 1,0-1,-1 0,1 0,-2 0,1-1,-1 1,-1-1,0 1,0-1,-1 1,0-1,-1 0,0 1,0-1,-1 1,0-1,-1 1,0 0,-4-8,6 15,-1 1,1-1,-1 1,1-1,-1 1,0-1,0 1,0 0,0 0,0 0,0 0,0 0,0 1,0-1,0 1,0-1,0 1,0 0,-1 0,1 0,0 0,0 0,0 0,-1 0,1 1,0-1,0 1,0 0,0-1,0 1,0 0,0 0,0 1,0-1,0 1,-55 57,52-52,1 1,0 1,1-1,0 0,0 1,1-1,0 1,0 0,1 0,0 0,1 0,0 0,0 0,1 0,0 0,1 0,0-1,0 1,1 0,0-1,0 0,1 0,0 0,1 0,-1 0,2-1,-1 0,1 0,0 0,0-1,1 0,0 0,0 0,1 0,14 6,-1 0,1-2,1 0,0-1,0-2,1 0,0-2,0 0,0-1,0-2,1-1,-1 0,1-2,-1-1,1-1,3-2,41-14,-16-4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47.1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0 422,'56'-10,"0"-2,-1-3,-1-2,0-2,43-22,-83 34,0 0,-1-1,0 0,0-1,-1 0,0-1,0-1,-1 0,0 0,-1-2,-9 13,0-1,1 0,-1 0,0 1,0-1,0 0,-1 0,1 0,0 0,0 0,0-1,-1 1,1 0,-1 0,1 0,-1-1,1 1,-1 0,0-1,1 1,-1 0,0-1,0 1,0 0,0-1,0 1,-1 0,1 0,0-1,0 1,-1 0,1-1,-1 1,1 0,-1 0,0 0,1 0,-1-1,0 1,0 0,0 0,0 0,0 1,0-1,0 0,0 0,0 0,0 1,0-1,-1 1,1-1,0 1,0-1,-6 2,0 1,0-1,0 1,0 1,1-1,-1 1,1 0,-1 1,1-1,1 1,-1 0,0 1,1-1,0 1,0 1,0-1,1 0,0 1,-1 1,-13 21,2 0,1 0,1 2,2 0,0 1,2 0,2 0,1 1,1 0,2 0,1 0,1 1,2 0,4 25,5 57,5-1,15 46,-1-1,-27-148,3 4,0 1,-2 0,0 0,-1 0,0 0,-2 0,1 0,-2 0,0 0,-1 0,-1 0,0-1,-3 4,-9 4</inkml:trace>
  <inkml:trace contextRef="#ctx0" brushRef="#br0" timeOffset="668.214">120 823,'118'-42,"2"6,0 5,2 5,39 1,-142 21,-29 6,-40 7,1 2,0 2,1 3,-25 12,14 10,58-37,1 0,-1-1,1 1,-1 0,1 0,0-1,-1 1,1 0,0 0,0-1,0 1,0 0,0 0,-1-1,1 1,1 0,-1 0,0 0,0-1,0 1,0 0,0 0,1-1,-1 1,0 0,1 0,-1-1,0 1,1 0,-1-1,1 1,-1-1,1 1,0 0,-1-1,1 1,-1-1,1 0,0 1,0-1,-1 1,1-1,0 0,-1 0,1 1,38 11,-38-11,37 6,1-2,0-1,0-2,0-1,0-3,26-3,-64 4,6 1,0 0,-1-1,1 0,0-1,0 0,-1 0,1 0,-1-1,1 1,-1-2,0 1,0-1,1-1,-7 6,-1-1,1 1,-1-1,1 1,-1-1,0 0,1 1,-1-1,1 0,-1 0,0 1,1-1,-1 0,0 0,1 0,-1 0,0 1,1-1,-1 0,0 0,1-1,-1 1,0 0,1 0,-1 0,0 0,1 0,-1-1,1 1,-1 0,0-1,1 1,-1 0,1-1,-1 1,1-1,-1 1,1-1,-1 1,1-1,-1 1,1-1,0 1,-1-1,1 0,0 1,0-1,-1 1,1-1,0 0,0 1,0-1,0 0,0 1,0-1,0 0,0 1,0-1,0 0,0 1,0-1,1 0,-1 1,0-1,0 0,1 1,-1-1,1 0,-3 2,0 0,0-1,1 1,-1 0,0 0,1 0,-1 1,1-1,-1 0,1 1,0-1,0 1,-1-1,1 1,0-1,0 1,1 0,-1-1,0 1,0 0,1 0,-1 0,1 0,0-1,-1 1,1 0,0 0,0 0,0 0,1 0,-1 0,0 0,1 0,-1-1,1 1,0 1,1 1,0 0,0-1,0 1,1 0,-1-1,1 1,0-1,0 0,0 0,1 0,-1 0,1-1,-1 1,1-1,3 1,5 1,0-1,0 0,0 0,0-2,1 1,-1-2,1 0,-1 0,1-1,-1 0,0-1,1-1,-1 0,0-1,-1 0,1-1,-1 0,0 0,0-1,0-1,-1 0,0 0,0-1,-1-1,0 1,-1-2,2-1,9-17,-2-1,-1 0,-1-1,-1-1,-2 0,-1-1,-2 0,-1-1,-1 0,-2 0,-2 0,0-3,5-38,-2 0,-4-1,-4-23,2 93,0 1,0 0,0 0,-1-1,1 1,-1 0,0 0,0 0,0 0,0 0,-1 1,0-1,0 0,0 1,-2-4,2 7,1-1,0 1,-1 0,1 0,-1 0,1 0,-1 0,1 0,-1 0,1 0,-1 0,1 1,-1-1,1 1,0-1,-1 1,1 0,0-1,-1 1,1 0,0 0,0 0,0 0,0 0,0 0,0 0,0 0,0 0,0 1,0-1,0 0,1 1,-1-1,0 2,-14 22,2 2,0 0,2 0,1 1,1 0,1 1,2 0,1 0,-1 16,2-16,1 0,2 1,0-1,2 0,1 0,2 1,1-2,1 1,1-1,1 1,2-2,1 0,1 0,1-1,2 0,0-1,1-1,13 13,-19-27,0 0,1-1,0 0,0-1,1 0,0 0,5 0,20 8</inkml:trace>
  <inkml:trace contextRef="#ctx0" brushRef="#br0" timeOffset="1102.053">1056 395,'74'23,"1"-3,74 9,-81-17,0 3,0 2,37 17,-101-33,1 0,-1 0,0 0,0 0,0 1,1 0,-1 0,-1 0,1 0,0 1,0-1,-1 1,0 0,1 0,-1 0,0 1,-1-1,1 1,0-1,-1 1,0 0,0 0,0 0,-1 0,1 0,-1 1,0-1,0 0,0 1,-1-1,0 1,1-1,-2 0,1 1,0 0,-71 150,70-154,1 1,-1-1,1 1,0-1,0 0,0 1,0-1,0 1,0-1,0 1,0-1,0 0,1 1,-1-1,0 1,1-1,0 0,-1 1,1-1,0 0,-1 0,1 0,0 1,0-1,0 0,0 0,0 0,0 0,0-1,1 1,-1 0,0 0,0-1,1 1,-1-1,0 1,1-1,-1 1,1-1,-1 0,0 0,2 0,62-3,-57 0,0 0,-1-1,1 0,-1 0,0-1,0 0,0 0,0 0,-1-1,0 0,0 0,-1-1,0 0,0 0,0 0,-1 0,0-1,0 0,-1 1,0-1,-1-1,0 1,0 0,0-1,-1 1,0-1,-1 1,0-1,0 1,-1-1,0 1,-1 0,0-1,0 1,-3-7,3 11,0 1,0-1,0 1,0 0,-1 0,0 0,1 0,-1 0,0 1,0-1,0 1,-1 0,1-1,-1 2,1-1,-1 0,0 1,1 0,-1-1,0 2,0-1,0 0,0 1,0 0,0-1,0 2,0-1,0 0,0 1,1 0,-3 0,-5 2,0 0,1 0,-1 1,1 0,-1 1,2 0,-1 1,0 0,1 0,-6 6,10-8,0 0,0 0,0 1,0-1,1 1,0 0,0 0,0 1,1-1,-1 1,1 0,1-1,-1 1,1 1,0-1,0 0,1 0,0 1,0-1,0 1,1-1,0 1,0-1,1 1,0-1,0 1,0-1,1 0,0 1,0-1,1 0,-1 0,3 3,2-3,-1-1,1 0,0 0,0-1,0 0,0 0,1-1,0 0,0 0,0-1,0 1,0-2,0 1,0-1,1-1,-1 0,0 0,1 0,-1-1,0 0,1-1,0 0,37-8</inkml:trace>
  <inkml:trace contextRef="#ctx0" brushRef="#br0" timeOffset="1351.897">1992 275,'-20'-7,"-15"-2,-6 5,-3 7,3 9,8 8,10 10,13 7,18 4,15 1,6-5</inkml:trace>
  <inkml:trace contextRef="#ctx0" brushRef="#br0" timeOffset="1502.494">2072 810,'20'9,"21"3,22-1,20-1,16-8,13-9,7-7,-17-2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53.6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301 525,'-14'-7,"2"0,-1-1,0 2,0 0,-1 0,1 1,-1 1,-1 0,1 1,0 1,-1 0,1 1,-1 0,-8 2,19 0,0 0,-1 0,1 1,0-1,0 1,0 0,0 0,0 1,0-1,1 1,-1 0,1 0,0 0,-1 0,2 1,-1-1,0 1,1 0,-1 0,1 0,0 0,0 0,1 0,-1 0,1 1,0-1,0 1,1-1,-1 1,1 1,0 1,0-1,0 0,1 1,-1-1,1 0,1 0,-1 0,1 0,0 0,1 0,-1 0,1-1,0 1,1-1,-1 0,1 0,0 0,1 0,-1-1,1 1,3 2,-1-3,0 0,0-1,0 1,0-1,0-1,1 1,-1-1,1 0,0-1,-1 0,1 0,0-1,0 0,0 0,-1-1,1 0,0 0,0-1,-1 0,1 0,-1-1,0 0,0 0,1-1,3-2,0 0,0-1,-1 0,0-1,0 0,-1-1,0 0,0 0,-1 0,0-2,-1 1,0-1,-1 1,4-9,-1-10,-2-1,-1 0,-1 0,-2 0,-1-1,-1 1,-1-1,-2 1,-2 0,0-1,-2 2,-1-1,-1 1,-10-20,-15-29,32 77,1 0,0 1,0-1,-1 0,1 1,0-1,-1 1,1-1,-1 1,1-1,-1 1,1-1,-1 1,1-1,-1 1,1 0,-1-1,0 1,1 0,-1-1,0 1,1 0,-1 0,0 0,1 0,-1 0,0 0,1 0,-1 0,0 0,1 0,-1 0,0 0,1 0,-1 0,0 0,1 1,-1-1,0 0,1 1,-1-1,1 0,-1 1,1-1,-1 1,1-1,-1 1,1-1,-1 1,1-1,-1 1,1-1,-17 37,5 10,2 0,2 0,2 1,2 0,2 10,2-36,0 0,2 0,0 1,2-1,0 0,2-1,0 1,1-1,-4-12,1-1,0 0,0 0,1 0,0-1,0 1,1-1,-1 0,2-1,-1 1,1-1,0 0,0-1,1 0,-1 0,1-1,0 0,0 0,1 0,8 1,-7-3,1 0,0-1,0 0,0-1,0-1,0 1,0-2,0 1,0-1,-1-1,1 0,-1-1,0 0,0 0,0-1,0-1,-1 1,0-1,0-1,-1 0,1 0,-1-1,-1 0,0 0,0-1,0 1,-1-2,-1 1,0-1,0 0,0 0,-1 0,-1 0,0-1,0 1,-1-1,-1 0,0 0,0 0,-1 0,0-1,0 9,1 1,-1-1,0 1,0-1,0 1,0-1,-1 1,1-1,-1 1,1-1,-1 1,0 0,0-1,0 1,0 0,0 0,-1 0,1 0,-1 0,1 0,-1 0,0 0,0 0,0 1,0-1,0 1,0-1,0 1,0 0,-1 0,1 0,0 0,-1 0,1 1,-1-1,1 1,-1 0,1-1,-1 1,1 0,-1 0,1 1,-1-1,-2 4,-1 1,1 0,0 0,1 0,-1 0,1 1,0-1,1 1,-1 0,1 0,0 1,1-1,-1 1,1-1,1 1,-1 0,1 0,0 0,1 0,-1 0,2 0,-1-1,1 1,0 1,1 2,1 0,1 0,0-1,0 1,1-1,0 0,0-1,1 1,0-1,1 0,0 0,0-1,0 0,1 0,0-1,0 0,1-1,0 1,4 0,57 32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41.9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723 387,'-109'28,"2"4,-33 17,58-18,1 3,-59 35,135-66,0 0,0-1,0 1,0 0,0 0,1 0,-1 1,1-1,0 1,0 0,1 1,-1-1,-1 4,5-7,0 1,0-1,0 1,0 0,0-1,0 1,1 0,-1-1,1 1,-1-1,1 1,-1-1,1 1,0-1,0 1,0-1,0 0,0 1,0-1,0 0,0 0,1 0,-1 0,0 0,1 0,-1 0,1 0,-1 0,1-1,-1 1,1-1,0 1,-1-1,1 0,26 11,1-1,-1-2,1-1,1-2,17 2,-15-2,498 81,-508-81,46 2,-60-10</inkml:trace>
  <inkml:trace contextRef="#ctx0" brushRef="#br0" timeOffset="1605.01">1845 601,'1'-1,"-1"-1,0 0,0 0,0 1,0-1,0 0,0 0,-1 1,1-1,-1 0,1 1,-1-1,1 0,-1 1,0-1,0 1,0-1,0 1,0-1,0 1,0 0,-1 0,1-1,0 1,-1 0,1 0,-1 0,1 0,-1 1,1-1,-1 0,0 1,1-1,-1 1,0-1,1 1,-1 0,0 0,0 0,1 0,-1 0,0 0,0 0,1 0,-1 1,0-1,0 1,-4 1,1 1,0-1,0 1,0 0,1 0,-1 1,1 0,0-1,0 1,0 1,0-1,1 0,-1 1,1 0,1 0,-1 0,0 0,1 0,0 1,1-1,-1 1,1-1,0 1,0-1,1 1,-1 0,1-1,1 1,-1 0,1-1,0 1,0-1,0 1,1-1,0 1,0-1,1 0,-1 0,1 0,0 0,4 4,3-2,0 0,1 0,0-1,0 0,1-1,-1-1,1 1,0-2,1 0,-1 0,0-1,1-1,0 0,-1-1,1 0,-1-1,1 0,-1-1,5-1,-6 1,0-1,0 0,0 0,-1-1,1-1,-1 1,0-2,0 0,-1 0,0 0,0-1,0-1,-1 1,0-1,0-1,-1 1,0-1,-1-1,0 1,0-1,-1 0,-1-1,1 1,-2-1,1 1,-1-1,-1 0,0-1,-1 1,0 0,0-6,6 111,-4-83,1 0,0-1,0 0,1 0,1 0,0-1,0 1,1-1,0-1,2 3,-6-8,-1-1,1 1,0 0,0-1,0 1,1-1,-1 0,1 0,-1 0,1-1,-1 1,1-1,0 0,0 0,0 0,0-1,0 1,0-1,0 0,0 0,-1 0,1-1,0 1,0-1,0 0,0 0,0 0,-1-1,1 1,0-2,6-4,-1-1,0-1,-1 1,1-2,-2 1,1-1,-2 0,1 0,-1-1,-1 0,0 0,0 0,-1-1,-1 0,0 0,-1 0,0 0,0 0,-1 0,-1-4,-8-2,-6 40,12-18,1 0,0 0,0 1,0-1,0 1,1-1,0 1,0-1,0 1,0-1,1 0,0 1,0-1,0 1,0-1,1 0,0 0,-1 0,2 0,-1 0,0 0,1 0,0-1,-1 0,1 1,1-1,-1 0,0 0,1 0,0-1,-1 1,1-1,0 0,0 0,1-1,-1 1,4 0,30 7,0-1,0-3,1-1,-1-2,1-1,0-2,-1-2,1-1,-1-2,15-6,36-5</inkml:trace>
  <inkml:trace contextRef="#ctx0" brushRef="#br0" timeOffset="2001.517">3637 601,'4'6,"0"0,0 0,0 0,1-1,0 0,0 0,0 0,1 0,-1-1,1 0,0 0,0-1,1 0,-1 0,1 0,0-1,-1 0,1 0,0 0,5-1,1 1,-1-1,0 0,0-1,1 0,-1-1,0-1,0 0,0 0,0-1,0-1,6-3,-14 6,0 0,0 0,0 0,0-1,-1 0,1 0,-1 0,1 0,-1-1,1 1,-1-1,0 0,0 0,-1 0,1 0,-1 0,1-1,-1 1,0-1,0 1,0-1,-1 0,1 0,-1 0,0 0,0 0,-1 0,1 0,-1 0,0 0,0-1,0 1,0 0,-1 0,0 0,0 0,0 0,0 0,-1 0,0-1,-5-4,-1 2,1-1,-2 1,1 0,-1 1,0 0,0 0,0 1,-1 0,0 0,0 2,0-1,-1 1,1 0,-1 1,0 1,1-1,-1 2,0-1,-2 2,8-2,-1 1,0 0,0 1,1-1,-1 1,0 0,1 1,-1-1,1 1,-1 1,1-1,0 0,0 1,0 0,0 1,0-1,1 1,0-1,-1 1,1 1,1-1,-1 1,1-1,0 1,0 0,0 0,0 0,1 1,0-1,0 1,0-1,1 1,0-1,0 1,1 0,-1 0,1-1,0 1,1 0,-1 0,1-1,0 1,2 5,2-3,-1 0,1-1,0 0,0 1,1-2,0 1,1-1,-1 0,1 0,7 5,33 20</inkml:trace>
  <inkml:trace contextRef="#ctx0" brushRef="#br0" timeOffset="2721.593">4787 428,'-11'42,"3"-20,2 0,1 0,0 0,2 1,0-1,2 1,0 0,2 0,2 17,-2-35,1 1,-1-1,1-1,0 1,0 0,0 0,1-1,0 1,0-1,0 0,0 0,1 0,-1 0,1-1,0 1,0-1,0 0,1 0,-1 0,1-1,0 0,-1 0,1 0,0 0,0-1,0 0,0 0,1 0,-1 0,0-1,0 0,0 0,1-1,-1 1,0-1,0 0,0-1,0 1,0-1,0 0,0 0,-1 0,1-1,-1 0,9-6,-2-1,0 0,0-1,0 0,-2-1,1 0,-2-1,1 1,-2-2,0 1,0-1,-2 0,1-1,-2 1,0-1,-1 0,0 0,-1 0,-1 0,0 0,-1-7,-8-23,7 45,0-1,1 1,-1 0,0 0,0 0,1-1,-1 1,0 0,0 0,1 0,-1 0,0 0,0 1,1-1,-1 0,0 0,0 0,1 1,-1-1,0 0,1 1,-1-1,0 0,1 1,-1-1,0 1,1-1,-1 1,1 0,-1-1,1 1,0-1,-1 1,1 0,-1-1,1 1,0 0,0 0,-1-1,1 1,0 0,0 0,0-1,0 1,0 0,0 0,0-1,0 1,0 0,0 0,0 0,-2 8,-1 1,1-1,1 1,-1 0,2 0,-1-1,2 1,-1 0,1 0,1 0,-1-1,2 1,-1 0,1-1,1 0,0 0,0 0,1 0,0-1,0 1,1-1,0-1,1 1,-1-1,1 0,1-1,-1 1,1-1,0-1,1 0,-1 0,1 0,8 2,20 2</inkml:trace>
  <inkml:trace contextRef="#ctx0" brushRef="#br0" timeOffset="3284.117">5348 401,'-4'10,"0"-1,1 1,0 0,0 0,1 0,1 0,-1 0,2 0,-1 0,2 0,-1 1,1-1,1 0,0 0,0 0,1 0,0 0,1-1,0 0,0 1,1-1,0-1,1 1,0-1,0 0,1 0,0-1,0 1,1-2,0 1,2 0,0-2,-1-1,1 0,0 0,0-1,0 0,0-1,1-1,-1 1,1-1,-1-1,1 0,-1-1,1 0,-1 0,0-1,1 0,-1-1,0-1,9-3,-12 4,1-1,-1 0,0 0,-1 0,1-1,-1 1,0-2,0 1,0-1,-1 0,1 0,-2 0,1-1,-1 0,0 0,0 0,-1 0,0-1,0 1,-1-1,0 0,0 0,0 0,-1 0,-1 0,1-1,-2 9,1 1,-1-1,1 1,-1-1,1 0,-1 1,1-1,-1 1,1-1,-1 0,1 0,-1 1,0-1,1 0,-1 0,0 0,1 1,-1-1,1 0,-1 0,0 0,1 0,-1 0,0 0,1 0,-1-1,0 1,1 0,-1 0,1 0,-1-1,0 1,1 0,-1-1,1 1,-1 0,1-1,-1 1,1-1,-1 1,1-1,-1 1,1-1,0 1,-1-1,1 1,0-1,0 0,-1 1,1-1,0 1,0-1,0 0,0 1,0-1,0 0,0 1,-3 7,1 1,1-1,-1 1,1-1,1 1,-1 0,1 0,1-1,0 1,0 0,0-1,1 1,0-1,0 1,1-1,0 0,0 0,1 0,0 0,0-1,0 0,1 1,0-2,0 1,1 0,0-1,0 0,0-1,0 1,1-1,-1 0,1-1,0 0,1 0,-1 0,0-1,1 0,1 1,0-1,0-1,1 0,-1 0,0-1,1 0,-1 0,0-1,1-1,-1 1,0-2,0 1,0-1,0 0,-1-1,1 0,-1-1,0 1,0-1,0-1,-1 0,0 0,0 0,0-1,-1 0,0 0,0-1,-1 0,0 1,-1-2,1 1,-1-1,-1 1,0-1,0 0,-1 0,0-1,2-27,-10 52,2-2,1 0,1 0,0 0,0 1,2-1,0 0,0 1,1-1,1 1,0-1,1 0,0 0,1 0,0 0,1-1,1 0,0 0,0 0,1-1,7 9,-10-17,-1 0,1 0,-1-1,1 1,0-1,0 0,0 0,0 0,1-1,-1 0,0 1,1-1,3 0,19-1</inkml:trace>
  <inkml:trace contextRef="#ctx0" brushRef="#br0" timeOffset="3535.495">6163 200,'16'14,"6"4</inkml:trace>
  <inkml:trace contextRef="#ctx0" brushRef="#br0" timeOffset="4522.888">6659 0,'-12'67,"4"0,2 0,3 1,4-1,2 1,3-1,3 0,3 0,12 34,-21-89,11 53,2-1,3-1,5 6,-12-58,-15-40,-13-22,-3 1,-2 0,-3 2,-1 0,-2 2,-18-22,9 2,36 65,1 0,-1 0,1 0,0-1,-1 1,1 0,0 1,0-1,0 0,0 0,0 0,0 0,0 1,0-1,0 0,0 1,0-1,1 1,-1 0,0-1,0 1,1 0,-1-1,0 1,0 0,1 0,-1 0,0 0,0 1,1-1,-1 0,0 0,0 1,1-1,-1 1,1-1,197 30,159-2,-338-25,-168 67,138-63,0 0,1 0,-1 1,1 0,1 1,-1 0,1 0,1 1,0 0,1 0,-1 1,2 0,0 0,0 0,0 3,4-11,1 0,-1 0,1 0,0 0,0 0,0-1,0 1,0 0,1 0,-1 0,1 0,0-1,0 1,0 0,0 0,0-1,1 1,-1-1,1 1,0-1,0 0,-1 0,1 0,1 0,-1 0,0 0,0 0,1-1,-1 1,1-1,-1 0,1 1,0-1,0-1,-1 1,4 0,3 2,0-1,0-1,0 0,1 0,-1-1,0 0,0 0,0-1,1-1,-1 1,2-2,-1-1,0 0,0 0,-1-1,1 0,-1-1,0 0,-1 0,1-1,-1 0,-1-1,1 0,-1 0,0 0,-1-1,0 0,-1 0,0 0,0-1,-1 0,0 0,-1 0,0-1,0 1,-1-1,0-3,-11 48,8-24,0 1,0 0,2-1,-1 1,1 0,1-1,0 1,0-1,1 1,1-1,0 1,-2-7,-1 0,1 0,0-1,0 1,1-1,-1 1,1-1,0 0,-1 0,2 0,-1-1,0 1,0-1,1 1,-1-1,1 0,0 0,-1-1,1 1,0-1,0 0,0 0,0 0,0-1,1 1,-1-1,0 0,0 0,0 0,2-1,1-1,0 1,0-1,0-1,-1 0,1 0,0 0,-1 0,0-1,0 0,0-1,-1 1,1-1,-1 0,0 0,0-1,-1 0,1 0,-1-1,59-119,-41 52,-4 0,-2-1,-4 0,-4-1,0-66,-11 23,3 120,-1 0,1 0,-1 0,1 0,-1 0,0 0,1 0,-1-1,0 1,1 0,-1 0,0-1,0 1,0-1,0 1,0 0,0-1,0 0,0 1,0-1,0 0,0 1,0-1,0 0,0 0,0 0,0 0,0 0,0 0,0 0,0 0,0 0,0-1,0 1,0 0,0-1,0 1,0-1,0 1,0-1,0 1,0-1,0 0,0 1,1-1,-1 0,0 0,1 1,-1-1,0 0,1 0,-1 0,1 0,-1 0,1 0,0 0,-1 0,1 0,0 0,0 0,0 0,0 0,0 0,0 0,0-1,0 1,0 0,-13 22,2 2,0-1,1 1,1 1,2 0,0 0,1 0,2 1,0 0,2 1,-2 0,2 1,0-1,2 1,1-1,2 1,0-1,1 0,2 0,1 0,1-1,1 0,1 0,1-1,1-1,1 0,10 12,-20-29,1-1,0 1,1-1,-1 0,1-1,0 1,0-1,1 0,-1 0,1-1,0 1,0-1,0 0,0-1,0 0,1 0,-1 0,1-1,-1 0,1 0,0 0,0-1,-1 0,1 0,0-1,-1 0,1 0,-1-1,1 1,-1-2,1 1,-1-1,2 0,3-7,0 0,-1 0,0-1,-1 0,0-1,0 0,-1-1,-1 1,0-1,-1-1,0 1,-1-1,-1 0,0 0,-1-1,0 1,-1-1,-1-2,-1-10,0 27,0-1,0 1,0 0,0-1,0 1,0-1,0 1,0 0,0-1,-1 1,1 0,0-1,0 1,0 0,0 0,0-1,-1 1,1 0,0-1,0 1,0 0,-1 0,1-1,0 1,-1 0,1 0,0 0,0-1,-1 1,1 0,0 0,-1 0,1 0,0 0,-1 0,1 0,0-1,-1 1,1 0,0 0,-1 0,1 1,0-1,-1 0,1 0,-1 0,1 0,0 0,0 0,-1 0,1 0,0 1,-1-1,1 0,0 0,-1 1,1-1,0 0,0 0,0 1,-1-1,1 0,0 0,0 1,0-1,-1 0,1 1,0-1,-6 10,0 0,0 0,1 1,1 0,0 0,0 0,1 0,1 1,-1-1,2 1,0 0,0 10,0-14,1 0,0 0,0 0,1 0,0 0,0 0,1-1,0 1,0 0,1-1,0 1,0-1,1 0,0 0,0 0,1-1,0 1,0-1,0 0,1 0,0-1,0 0,0 0,1 0,-1-1,1 0,0 0,1-1,-1 1,0-2,4 2,0-1,0-1,1 0,-1-1,1 0,-1 0,1-1,10-2,21-4</inkml:trace>
  <inkml:trace contextRef="#ctx0" brushRef="#br0" timeOffset="4774.776">7341 254,'20'4,"30"5,38 2,45-1,40-1,35-3,-18-2</inkml:trace>
  <inkml:trace contextRef="#ctx0" brushRef="#br0" timeOffset="12036.195">94 1550,'1'23,"0"-1,1 1,2-1,0 0,1 0,2 0,0-1,1 0,1 0,1-1,1 0,0 0,2-2,0 1,1-2,4 4,42 22,-58-42,0-1,-1 1,1-1,0 1,-1-1,1 0,0 1,0-1,0 0,-1 0,1 0,0-1,0 1,-1 0,1 0,0-1,0 0,-1 1,1-1,-1 0,1 1,0-1,-1 0,1 0,-1-1,0 1,1 0,-1 0,0 0,0-1,0 1,0-1,0 1,0-1,0 1,0-1,-1 0,1-1,4-14,0-1,-2 0,0 0,-1 0,-1 0,-1 0,0 0,-2 0,-2-13,3 13,0 5,-1 8,1 0,0 0,0 0,1 0,-1 0,1 0,0 0,0 0,1 0,0 0,0 1,0-1,0 0,1 0,0 1,0-1,0 0,0 1,1 0,-1 0,1 0,0 0,1 0,-1 0,3-1,0 2,1 1,0-1,0 1,0 1,0-1,0 1,0 1,0-1,0 1,7 1,35 2</inkml:trace>
  <inkml:trace contextRef="#ctx0" brushRef="#br0" timeOffset="12857.022">937 1738,'-29'-9,"21"5,0 0,0 1,0 0,-1 0,1 1,-1 0,0 0,0 1,0 0,0 1,1 0,-1 0,0 1,0 0,0 1,0 0,1 0,-1 0,1 1,0 1,0 0,0 0,-6 4,9-3,1 1,-1 0,1 0,0 0,0 1,1-1,0 1,0 0,0 0,1 0,0 0,0 1,1-1,0 0,1 1,-1-1,1 1,1 4,-1-7,1-1,0 1,-1-1,1 0,1 1,-1-1,1 0,0 0,0 1,0-1,0-1,0 1,1 0,0-1,0 1,0-1,0 0,1 0,-1 0,1 0,0-1,-1 1,1-1,0 0,1 0,-1-1,0 1,0-1,1 0,-1 0,2 0,3-1,1-1,0 0,0 0,0-1,-1 0,1-1,-1 0,1-1,-1 0,0 0,-1-1,1 0,-1 0,0-1,0 0,-1 0,1-1,-2 0,1-1,-1 1,0-1,0-1,-1 1,0-1,-1 1,0-1,0-1,-1 1,0-1,1-6,-5 21,1 0,0 0,0 1,0-1,0 0,1 0,0 0,0 0,0 0,1 0,0-1,-1 1,2 0,-1-1,1 1,-1-1,1 0,0 0,1 0,-1 0,1-1,-1 1,1-1,0 0,0 0,1 0,-1-1,1 1,-1-1,1 0,0 0,0-1,0 0,0 1,0-2,0 1,2 0,-2-4,0 1,0-1,0 0,-1-1,0 1,1-1,-1 0,0 0,-1 0,1 0,-1-1,0 1,0-1,0 0,-1 0,0 0,0 0,0-1,0 1,-1 0,0-1,0 1,-1-1,1 1,-1-1,0 0,-1 0,4-39,-3 0,-1-1,-7-36,8 77,-1 4,1 1,-1-1,1 1,-1-1,1 0,-1 0,1 1,0-1,0 0,-1 0,1 1,0-1,0 0,0 0,0 0,0 1,0-1,0 0,0 0,0 0,0 0,0 1,1-1,-1 0,0 0,0 1,1-1,-1 0,1 1,-1-1,0 0,1 1,0-1,-1 0,1 1,-1-1,1 1,0-1,-1 1,1-1,0 1,-1 0,1-1,0 1,0 0,-1-1,1 1,1 0,133 71,-54-40,62 32,-139-60,-1 0,1 0,0 0,-1 1,0-1,0 1,0 0,0 0,-1 0,1 0,-1 0,0 1,-1-1,1 1,-1-1,1 1,-1-1,-1 1,1 0,-1 0,0-1,0 1,0 0,0 0,-1-1,0 1,0 0,0-1,1-1,-1 1,1-1,0 1,0-1,0 1,0-1,0 0,1 1,0-1,0 1,0-1,0 0,0 1,1-1,-1 0,1 0,0 0,0 0,0-1,0 1,0 0,1-1,-1 1,1-1,0 0,0 0,0 0,0 0,0-1,0 1,2 0,5 0,1 0,-1 0,1-1,-1-1,1 0,-1 0,1-1,-1 0,1-1,-1 0,1 0,-1-1,0-1,0 0,-1 0,1-1,-1 0,0-1,0 0,-1 0,1-1,-2 0,1 0,-1-1,0 0,0 0,-1-1,0 0,-1 0,0 0,2-6,-3 2,-1 1,-1-1,0 0,0 0,-1 0,-1 0,-1-10,-4 82,20 49,-14-104,1 1,0-1,0 0,0 0,0 0,0 0,1 0,0 0,0 0,0-1,0 1,0-1,1 0,-1 0,1-1,0 1,0-1,0 1,0-1,1 0,-1-1,1 1,22 3</inkml:trace>
  <inkml:trace contextRef="#ctx0" brushRef="#br0" timeOffset="13121.006">1966 1297,'-16'6,"-5"10,3 9,14 9,19 7,22 7,6-5</inkml:trace>
  <inkml:trace contextRef="#ctx0" brushRef="#br0" timeOffset="13948.794">2635 1685,'-22'-13,"9"4,-1 1,0 0,-1 1,0 0,0 1,0 1,-1 0,1 1,-1 1,-14-2,24 6,0 0,0 0,0 0,0 1,1-1,-1 1,0 1,1-1,-1 1,1 0,0 0,0 1,0-1,0 1,1 0,-1 1,1-1,0 1,0 0,1 0,-1 0,1 0,-1 3,0 0,0 0,0 0,1 1,0 0,0 0,1 0,0 0,0 0,1 0,1 0,0 0,0 1,0-1,1 0,1 2,-1-7,-1-1,1 0,0 0,0 0,1 0,-1 0,0 0,1 0,0 0,0-1,0 1,0-1,0 1,0-1,1 0,-1 0,1 0,0 0,-1 0,1 0,0-1,0 1,0-1,0 0,0 0,1 0,-1-1,0 1,0-1,0 1,1-1,-1 0,1 0,5-1,0 0,-1 0,1-1,0 0,-1-1,1 0,-1 0,0-1,0 0,-1 0,7-5,-4 1,0 0,0-1,-1 1,-1-2,0 1,0-1,0-1,-2 1,1-1,-1-1,-1 1,0-1,-1 0,0 0,0 0,-1 0,-1-1,0 1,-1-10,-7-22,6 44,-1 0,0-1,0 1,1 0,-1 0,0 0,1 0,-1 0,0 0,1 1,-1-1,0 0,1 0,-1 0,0 1,1-1,-1 0,0 1,1-1,-1 0,1 1,-1-1,1 1,-1-1,1 1,-1-1,1 1,-1-1,1 1,0-1,-1 1,1 0,0-1,0 1,-1 0,1-1,0 1,0 0,0-1,-5 11,1-1,0 1,0 0,1 0,1 0,0 0,1 0,0 1,0-1,1 0,1 1,0-1,0 0,1 0,1 1,2 7,-3-15,0 0,0 0,0 0,1 0,-1-1,1 1,0-1,0 0,0 1,0-1,0-1,1 1,0 0,-1-1,1 0,0 0,0 0,0 0,0-1,0 0,1 1,-1-1,0-1,1 1,-1-1,1 0,-1 0,0 0,1 0,-1-1,0 0,1 0,-1 0,0 0,0-1,0 1,0-1,0 0,0-1,0 1,-1 0,1-1,0 0,5-5,0-1,0 0,-1 0,0 0,0-1,-1-1,0 1,-1-1,0 0,-1 0,-1-1,1 1,-2-1,2-5,22-176,-21 82,-7-109,-6 204,-2 43,-2 40,4 0,2 1,3-1,3 1,3 4,-3-68,-1 13,1 0,1-1,0 1,2-1,0 0,0 0,2 0,0-1,0 0,5 6,-10-19,0-1,0 1,0-1,1 1,-1-1,1 1,-1-1,1 0,-1 0,1 0,0 0,0 0,-1 0,1 0,0 0,0-1,0 1,0-1,0 1,0-1,0 0,0 0,0 0,0 0,0 0,0 0,0-1,0 1,0 0,1-2,56-33,-37 19,-18 12,1 0,-1 0,1 1,0-1,0 1,0 0,0 0,1 1,-1 0,1 0,0 0,-1 0,1 1,0 0,0 0,0 1,0 0,0 0,0 0,0 1,0-1,-1 2,1-1,0 0,0 1,-1 0,1 1,-1-1,0 1,1 0,-1 0,3 3,-4 0,0 0,0 0,-1 1,1-1,-1 1,-1 0,1-1,-1 1,-1 0,1 1,-1-1,0 0,-1 0,1 0,-2 1,1-1,-1 0,-1 5,2-10,-1 0,0 0,0 0,0 1,0-2,0 1,0 0,0 0,-1 0,1 0,-1-1,1 1,-1-1,0 1,0-1,0 0,1 0,-1 1,0-1,0-1,-1 1,1 0,0 0,0-1,0 1,0-1,-1 0,1 0,0 1,0-2,-1 1,1 0,0 0,0-1,0 1,-1-1,1 0,-3 0,0 0,1 0,-1-1,0 0,1 0,0 0,-1-1,1 1,0-1,0 0,1 0,-1-1,1 1,-1-1,1 0,-2-3,3 4,1 0,0 0,0 0,0 0,0 0,0 0,1 0,0-1,-1 1,1 0,0 0,1-1,-1 1,0 0,1 0,0 0,0 0,0 0,0 0,0 0,1 0,-1 0,1 0,0 1,1-3,58-55,-44 47,1 2,0 0,0 1,1 1,0 0,1 2,0 0,1 1,-19 5,0 0,0 0,0 1,0-1,0 1,0 0,-1 0,1-1,0 1,0 0,0 1,0-1,0 0,0 1,0-1,0 1,0-1,0 1,-1 0,1 0,0 0,0 0,-1 0,1 0,-1 0,1 0,-1 1,1-1,-1 1,0-1,0 1,0-1,1 1,-2 0,1 0,0-1,0 1,-1 0,1 0,-1 0,1 0,-1 0,0 0,0 0,1 0,5 61,-6-47,2 1,0-1,0 0,2 0,0 0,1 0,3 7,-7-21,0 0,0 1,0-1,0 0,0 0,1 0,-1 0,1 0,-1 0,1-1,0 1,-1 0,1-1,0 0,0 1,0-1,1 0,-1 0,0 0,0 0,1 0,-1-1,0 1,1 0,-1-1,0 0,1 0,-1 0,1 0,-1 0,1 0,-1-1,0 1,1-1,-1 1,0-1,1 0,16-9</inkml:trace>
  <inkml:trace contextRef="#ctx0" brushRef="#br0" timeOffset="14768.374">3330 1310,'0'0,"-1"1,1-1,0 0,0 1,0-1,-1 1,1-1,0 0,0 1,0-1,0 1,0-1,0 1,0-1,0 1,0-1,0 0,0 1,0-1,1 1,-1-1,0 1,0-1,0 0,0 1,1-1,-1 1,0-1,0 0,1 1,-1-1,0 0,1 1,-1-1,0 0,1 0,-1 1,1-1,-1 0,0 0,1 0,-1 0,1 1,-1-1,1 0,-1 0,0 0,1 0,-1 0,1 0,-1 0,1 0,-1 0,1 0,23 7,0 0,0-2,1-1,-1 0,10-2,1 2,42 5,1-3,1-4,0-3,-73 2,-1-1,1 1,-1-1,1-1,-1 1,1-1,0 0,-1 0,0 0,1-1,-1 0,0 0,0 0,0-1,0 1,0-1,0-1,-1 1,0-1,1 1,-1-1,-1 0,1-1,-1 1,1-1,-1 1,0-1,-1 0,1 0,0-3,0-2,-1 1,0 0,-1 0,0-1,0 1,-1-1,0 1,-1-1,0 1,-1-1,1 1,-2 0,1 0,-1 0,-1 0,0 0,0 1,-1 0,0-1,0 2,0-1,-1 1,-1-1,1 2,-1-1,0 1,-1 0,1 0,-1 1,0 0,-1 1,1-1,-1 2,0-1,0 1,-5-1,6 4,1-1,-1 1,1 0,-1 1,1 0,-1 0,1 1,0-1,0 2,-1-1,1 1,1 0,-1 0,0 1,1 0,0 0,0 1,0 0,0 0,1 0,-3 4,-2 3,1-1,1 2,0-1,1 1,0 1,1-1,0 1,1 0,1 0,-2 9,1 2,1 1,2-1,0 1,2-1,0 1,2-1,1 0,1 1,1-1,1-1,1 1,1-1,2 0,0-1,1 0,2-1,0 0,1-1,2 0,0-1,1-1,4 3,-15-16,1 0,0 0,0-1,1 1,-1-2,1 1,0-1,0 0,1-1,-1 0,1 0,0-1,0 0,0 0,0-1,0 0,0-1,0 0,0-1,0 1,0-2,0 1,0-1,0-1,-1 1,1-2,3-1,11-7,0-2,-1 0,-1-2,0 0,8-10,92-64,-28 66,-82 23,-1 0,0 0,0-2,0 1,0-1,-1-1,1 1,-1-2,3-1,-11 6,0-1,1 1,-1-1,0 0,1 0,-1 0,0 0,0 0,0 0,0 0,0 0,0 0,0 0,0-1,0 1,-1 0,1-1,0 1,-1 0,1-1,-1 1,1-1,-1 1,0-1,0 1,0-1,0 1,0-1,0 1,0-1,0 1,0-1,-1 1,1-1,-1 1,1-1,-1 1,0 0,1-1,-1 1,0 0,0 0,0-1,0 1,0 0,0 0,0 0,0 0,-1 0,1 0,0 1,0-1,-1 0,-5-3,-1 0,1 1,-1-1,0 2,0-1,-1 1,1 0,0 1,-1 0,1 0,-1 1,1 0,-1 0,1 1,0 0,-1 1,1 0,0 0,0 1,0 0,0 0,0 1,1 0,0 0,-1 0,2 1,-1 1,0-1,1 1,0 0,1 0,-1 1,1 0,0-1,1 2,0-1,0 1,0-1,1 1,0 0,1 0,0 0,0 1,0 4,2-6,1 1,-1 0,2 0,-1 0,1 0,0-1,1 1,0-1,0 1,0-1,1 0,0 0,1-1,-1 1,1-1,1 0,-1 0,1-1,0 1,0-1,1-1,-1 1,1-1,0 0,0-1,0 0,1 0,-1 0,1-1,0 0,0 0,-1-1,7 0,29 4,-1-1,1-3,-1-1,1-2,40-8,-12 1</inkml:trace>
  <inkml:trace contextRef="#ctx0" brushRef="#br0" timeOffset="15020.217">5135 1764,'0'-2,"0"-3,-3-3,0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19:51.0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0 370,'180'329,"-164"-304,-7-42,-7-5,-2-3,2-1,1 0,1 1,1 0,1 0,1 0,1 1,3-3,-11 25,0 1,0 0,0 0,1 0,-1-1,0 1,1 0,-1 0,1 0,-1 0,1 0,0 0,-1 0,1 0,0 0,0 0,0 0,0 0,0 1,0-1,0 0,0 1,0-1,0 1,0-1,0 1,0-1,0 1,1 0,-1-1,0 1,0 0,0 0,1 0,-1 0,0 0,0 0,1 0,-1 1,0-1,0 0,0 1,0-1,0 1,1-1,-1 1,0-1,0 1,0 0,0 0,0-1,-1 1,1 0,0 0,0 0,0 0,-1 0,1 0,-1 0,1 0,-1 0,1 0,49 164,-48-155,1 1,0-1,0 0,1-1,0 1,0-1,2 0,-1 0,1 0,0-1,0 1,1-2,1 1,-1-1,1 0,0 0,1-1,7 4,-12-9,-1 0,1 0,0-1,0 1,0-1,0 0,0 0,-1 0,1-1,0 0,0 1,-1-1,1 0,0-1,-1 1,1-1,-1 0,1 1,-1-2,0 1,0 0,0-1,0 1,0-1,-1 0,1 0,-1 0,1 0,5-8,0 0,-1-1,0 1,-1-1,0 0,-1-1,2-7,-2 5,-1-1,0 0,-1 0,-1 0,-1 0,0 0,-1-1,-1-10,1 26,1 1,-1-1,0 1,1-1,-1 1,0-1,0 0,0 1,0-1,0 1,1-1,-1 0,0 1,0-1,-1 0,1 1,0-1,0 1,0-1,0 0,0 1,-1-1,1 1,0-1,0 1,-1-1,1 1,-1-1,1 1,0-1,-1 1,1-1,-1 1,1-1,-1 1,1 0,-1-1,1 1,-1 0,1 0,-1-1,0 1,1 0,-1 0,1 0,-1 0,0 0,1 0,-1 0,0 0,1 0,-1 0,1 0,-1 0,0 0,1 0,-1 1,1-1,-1 0,0 0,1 1,-1-1,1 0,-1 1,1-1,-1 1,1-1,0 0,-1 1,0 0,-2 8,1 0,-1 0,1 0,1 0,0 1,0-1,1 1,0-1,0 0,1 1,1-1,-1 0,1 1,1-1,0 0,0-1,1 1,0 0,1 0,-1-2,0 0,1-1,-1 1,1-1,1 0,-1-1,1 1,0-1,0 0,1 0,-1-1,1 0,0 0,0 0,1-1,-1 0,1-1,0 0,-1 0,1 0,0-1,0 0,0-1,0 0,0 0,0 0,0-1,0-1,-1 1,1-1,0 0,-1-1,1 0,-1 0,0-1,0 0,0 0,0 0,-1-1,0 0,0 0,0-1,-1 0,2-1,-1-3,-1 0,1-1,-1 1,-1-1,0 0,-1-1,0 1,-1-1,0 1,0-1,-2 1,1-1,-1 0,-1 0,0 1,-1-1,0 1,-1-1,-2-4,-9-11,13 27,1-1,-1 1,1 0,0 0,-1 0,1 0,-1 0,1 0,-1 0,1 0,-1 0,1 0,-1 0,1 0,-1 0,1 0,-1 0,1 0,-1 0,1 1,0-1,-1 0,1 0,-1 1,1-1,0 0,-1 1,1-1,0 0,-1 1,1-1,0 0,-1 1,1-1,0 1,0-1,-1 0,1 1,0-1,0 1,0-1,0 1,0-1,0 1,0-1,0 1,0-1,0 1,0-1,0 1,0-1,0 1,0-1,0 0,1 1,-1-1,0 1,0-1,1 1,-4 13,2 0,0 0,1 0,0 1,1-1,1 0,0 0,1 0,1 0,2 5,-4-12,1-1,0 1,0-1,0 0,1 1,0-2,0 1,1 0,-1-1,1 0,1 0,-1 0,0-1,1 0,0 0,0 0,1 0,-1-1,1-1,-1 1,5 0,23 4</inkml:trace>
  <inkml:trace contextRef="#ctx0" brushRef="#br0" timeOffset="832.923">1256 438,'-2'19,"0"1,2 0,0-1,1 1,1 0,1-1,0 1,3 5,-3-15,0 0,1 0,-1 0,2-1,-1 0,2 0,-1 0,1-1,0 1,1-1,0-1,0 0,1 1,-1-2,2 1,5 2,-9-6,0-1,0 0,1 0,-1 0,1-1,0 0,-1 0,1 0,0-1,0 0,-1 0,1 0,0-1,0 0,-1 0,1 0,0-1,-1 0,0 0,1 0,-1-1,0 0,0 0,0 0,-1 0,1-1,-1 0,0 0,0 0,0 0,0-1,-1 1,0-1,0 0,0 0,0 0,1-5,0 0,1-1,-2 0,1 0,-1-1,-1 1,0 0,-1-1,0 0,-1 1,0-1,0 0,-2 1,1-1,-1 1,-1-1,0 1,-1 0,4 12,-1-1,1 1,0-1,-1 1,1-1,0 1,-1-1,1 0,-1 1,1-1,0 1,-1-1,1 0,-1 1,0-1,1 0,-1 0,1 1,-1-1,1 0,-1 0,0 0,1 0,-1 0,1 0,-1 0,0 0,1 0,-1 0,1 0,-1 0,0 0,1 0,-1 0,1-1,-1 1,1 0,-1 0,1-1,-1 1,1 0,-1-1,1 1,-1-1,1 1,-1-1,1 1,0-1,-1 1,1-1,0 1,-1-1,-1 9,0-1,0 1,1 0,0 0,1 0,0 0,0 0,0 0,1 1,0-2,1 1,0 0,0 0,0 0,1-1,1 1,-1-1,1 0,0 0,1-1,-1 1,1-1,1 0,-1 0,1 0,0-1,3 2,-2-3,0-1,0 0,0-1,0 0,1 0,-1 0,1-1,-1 0,1 0,-1-1,1 0,0 0,-1-1,1 0,-1-1,1 1,-1-1,0-1,1 1,-1-1,0-1,1 0,5-4,-1 1,1-1,-2-1,1-1,-1 1,-1-2,0 1,0-1,-1-1,0 0,0-3,-9 16,0-1,1 0,-1 1,0-1,0 0,0 0,0 1,1-1,-1 0,0 0,0 1,1-1,-1 0,0 0,0 0,1 0,-1 1,0-1,0 0,1 0,-1 0,0 0,1 0,-1 0,0 0,1 0,-1 0,0 0,1 0,-1 0,0 0,1 0,-1 0,0 0,0 0,1 0,-1 0,0-1,1 1,-1 0,0 0,0 0,1 0,-1-1,0 1,0 0,1 0,0 10,1-4,0 0,1-1,-1 1,1-1,0 1,0-1,0 0,1 0,0 0,0-1,0 0,1 1,-1-1,1-1,0 1,0-1,1 0,-1 0,1 0,-1-1,1 0,0 0,0 0,-1-1,7 1,7 2,1-2,-1 0,1-2,-1 0,0-1,1-1,11-2,-1-3,-24 4,0 2,0-1,1 1,-1 0,0 0,1 0,-1 1,0 0,1 0,-1 1,0 0,6 1,2 4,1 0,0-2,1 0,-1 0,1-1,0-1,-1-1,1 0,0-1,0-1,0 0,-1-2,1 1,-1-2,1 0,-1-1,0 0,0-2,-12 7,-1-2,1 1,-1 0,1 0,-1-1,1 1,-1-1,0 0,0 0,0 0,0 0,0 0,-1 0,1 0,0-1,-1 1,0 0,0-1,1 0,-2 1,1-1,0 1,0-1,-1 0,1 0,-1 1,0-1,0 0,0 0,0 0,-1 1,1-1,-1 0,1 1,-1-1,0 0,0 1,0-1,-1 1,1-1,0 1,-1-1,-4-3,0-1,0 1,0 0,-1 0,0 1,0 0,0 0,-1 1,0-1,0 2,0-1,0 1,0 1,-1-1,1 1,-1 1,0 0,1 0,-1 0,0 1,0 1,1-1,-1 1,0 1,1 0,-1 0,1 0,0 1,-1 1,1-1,1 1,-1 1,1-1,-1 1,1 1,1-1,-1 1,1 0,0 1,0-1,1 1,-3 4,5-6,-1-1,1 0,0 1,1 0,-1 0,1 0,0 0,0 0,0 0,1 1,0-1,0 0,0 1,1-1,0 1,0-1,0 1,1-1,-1 1,1-1,1 0,-1 1,1-1,0 0,0 0,0 0,1 0,0 0,0-1,0 1,0-1,3 3,0-3,0 0,1 0,-1-1,1 0,0 0,0 0,0-1,0 0,0 0,3 0,32 4</inkml:trace>
  <inkml:trace contextRef="#ctx0" brushRef="#br0" timeOffset="1081.772">2593 183,'-13'-2,"-12"-1,-6 2,0 7,5 8,7 9,14 9,15 9,14 6,3-4</inkml:trace>
  <inkml:trace contextRef="#ctx0" brushRef="#br0" timeOffset="1964.978">2821 732,'1'1,"0"0,1 0,0 0,-1 0,1-1,-1 1,1 0,0-1,0 1,-1-1,1 0,0 1,0-1,0 0,-1 0,1 0,0 0,0 0,0-1,-1 1,1-1,0 1,0-1,-1 1,1-1,-1 0,1 0,0 0,-1 0,0 0,1 0,-1 0,0-1,1 1,-1 0,0-1,0 1,0-1,0 0,32-66,-24 32,-2 0,-2 0,-1-1,-2 1,-1-5,0 16,-1 19,-1 5,1 0,-1 0,1 0,0 0,0 0,0 0,-1 0,1 0,0 0,0 0,0 0,1 0,-1 0,0 0,0 0,0 0,1 0,-1 0,1 0,-1 0,1 0,-1 0,1 0,-1 0,1 0,0 1,-1-1,1 0,0 0,0 1,0-1,-1 1,1-1,0 0,0 1,0 0,0-1,0 1,0 0,1-1,123 55,-109-49,-1 0,0 1,0 1,0 0,-1 1,0 1,-1 0,0 1,0 0,-1 1,-1 0,0 1,0 0,-1 1,6 10,5 32,-20-49,1 1,-1-1,1 1,0-1,1 0,-1 0,1 0,1 0,-1 0,1-1,0 1,0-1,0 0,1 0,0-1,0 1,0-1,0 0,1 0,0-1,0 0,-1 0,4 1,3-3,-1-1,1-1,0 0,0 0,-1-1,1 0,-1-1,0-1,0 1,0-2,0 0,-1 0,1-1,-2 0,1 0,0-2,-1 1,-1-1,1 0,-1-1,0-1,0 3,0-1,-1-1,-1 1,0-1,0 0,0 0,-1-1,-1 0,1 0,-2 0,1 0,-2-1,1 1,-1-1,-11 26,5-3,2 0,0 0,0 0,1 0,0 0,1 0,1 0,0 0,0 0,1-1,1 1,0 0,0-1,1 1,4 5,-6-14,0 0,0-1,0 1,1-1,-1 0,1 0,-1 1,1-1,0-1,0 1,0 0,0-1,0 0,0 1,0-1,1-1,-1 1,0 0,1-1,-1 1,0-1,1 0,-1 0,1-1,-1 1,0-1,1 1,-1-1,0 0,0 0,0-1,2 0,96-56,-81 42,0 0,-1-2,0 0,-2-1,0-1,-1 0,3-8,-9 12,-14 51,3-27,0-1,1 0,-1 0,1 0,1 0,-1 1,1-1,1 0,-1 0,1 0,0 0,1-1,-1 1,1-1,1 1,-1-1,1 0,0 0,1 0,-1-1,1 0,0 1,1-2,-1 1,1-1,4 3,8 1,0-2,1 0,-1-1,1-1,0-1,0 0,0-2,1 0,-1-1,0-1,0 0,1-2,-2 0,1-2,0 0,-1 0,4-4,-5 5,1-2,-1 0,-1-2,1 1,-1-2,-1 0,1-1,-2-1,1 0,-2-1,1 0,-2-1,1-1,-2 0,0 0,-1-1,0 0,-1-1,-1 0,1-5,-2 0,-1-1,-2 1,0-1,-1 0,-1 0,-1 0,-1 0,-1 0,-1 0,-1 0,-1 0,-1 1,0-1,-2 1,-1 1,0-1,-3-1,9 16,0 0,0 1,-1-1,0 1,0-1,0 1,-1 0,0 0,0 1,0-1,-1 1,1 0,-1 0,0 0,0 1,0 0,-1 0,1 0,-1 1,0-1,1 1,-1 1,0-1,0 1,0 0,-1 0,1 1,0 0,0 0,0 0,0 1,0 0,0 0,0 0,0 1,-3 1,-4 7,1 1,0 1,1 0,0 1,1 0,0 0,1 1,1 0,0 1,1 0,1 0,0 0,1 1,0 0,2 0,0 0,0 1,1 5,0-7,0 1,1 0,0 0,1 0,1 0,1 0,0 0,1 0,1-1,0 1,1-1,1 0,0 0,1-1,0 0,2 0,-1-1,2 0,0 0,0-1,1 0,9 7,5-1,1-2,1 0,0-2,1-1,1-1,-1-1,2-2,0-1,0-1,0-2,4 0,93 12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00.6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1,'28'0,"0"1,0 1,0 2,0 1,-1 1,0 1,16 7,-40-14,-1 1,1 0,0 0,-1 0,1 0,-1 0,1 1,-1-1,0 1,1 0,-1 0,0-1,0 1,0 0,0 1,-1-1,1 0,-1 1,1-1,-1 1,0-1,0 1,0-1,0 1,0 0,-1-1,1 1,-1 0,1 0,-1 0,0-1,0 1,-1 0,1 0,-1 0,1-1,-1 1,0 0,0-1,-1 3,-7 8,0-1,-1 0,0 0,-1-1,-1-1,1 0,-2 0,1-1,-10 4,8-3,-71 47,85-56,0 0,-1-1,1 1,0-1,0 1,0 0,0-1,0 1,0 0,0-1,0 1,0-1,0 1,0 0,0-1,1 1,-1-1,0 1,0 0,1-1,-1 1,0-1,1 1,-1-1,1 1,-1-1,0 0,1 1,-1-1,1 1,-1-1,1 0,-1 1,1-1,0 0,-1 0,1 1,-1-1,1 0,0 0,-1 0,1 0,-1 0,1 0,0 0,-1 0,1 0,0 0,-1 0,1 0,-1 0,1 0,-1-1,1 1,0 0,-1-1,1 1,-1 0,1-1,0 1,2 0,5 0,12 1,1-1,-1 2,0 1,0 1,0 0,0 2,0 0,-1 1,0 1,-1 0,8 6,-23-12,0 0,-1 0,1 0,-1 0,1 1,-1-1,1 1,-1-1,0 1,0 0,-1 0,1 0,-1 0,1 0,-1 0,0 0,0 1,0-1,0 0,-1 1,0-1,1 0,-1 1,0-1,-1 1,1-1,-1 0,1 1,-1-1,0 0,0 1,0-1,-1 0,1 0,-1 0,-1 2,-11 10,0-1,-1 0,-1-1,0 0,-1-2,0 0,-1-1,0 0,0-2,-21 7,26-9,0 0,0-1,-1 0,0-1,0-1,0 0,-1-1,0 0,-5-14,20 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01.1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1 560,'39'59,"-1"2,-4 1,-2 2,-3 1,16 53,-31-88,-13-30,-1 1,1-1,-1 0,0 0,1 0,-1 1,1-1,-1 0,1 0,-1 0,0 0,1 0,-1 0,1 0,-1 0,1 0,-1 0,1 0,-1 0,1 0,-1 0,1 0,-1-1,0 1,1 0,-1 0,1 0,-1-1,0 1,1 0,-1-1,0 1,1 0,-1-1,0 1,1 0,-1-1,0 1,0-1,0 1,1 0,-1-1,0 1,0-1,0 1,0-1,0 1,0-1,0 1,0 0,0-1,0 1,0-1,0 1,0-1,0 1,0-1,0 1,0 0,-1-1,1 1,0-1,52-336,-52 333,1 0,0 0,0 0,0 0,1 0,-1 0,1 0,0 1,0-1,0 0,1 1,-1-1,1 1,0 0,-1 0,2 0,-1 1,0-1,1 1,-1-1,1 1,-1 0,1 0,0 1,0-1,0 1,0 0,0 0,0 0,0 1,1-1,-1 1,36 4,-2 5</inkml:trace>
  <inkml:trace contextRef="#ctx0" brushRef="#br0" timeOffset="844.601">816 747,'-17'-10,"0"1,-1 1,0 1,0 0,-1 1,-5 0,19 5,0 0,-1 0,1 1,0 0,-1-1,1 2,-1-1,1 1,-1 0,1 0,0 0,0 1,0 0,0 0,0 0,0 0,0 1,0 0,1 0,0 0,-1 1,1 0,0-1,0 3,-4 4,1 1,1 0,0 0,1 1,0 0,0 0,1 0,1 0,0 1,1-1,0 1,1 0,1-1,0 1,0 0,1 0,0-10,-1 0,1 0,-1 0,1 0,0 0,0 0,0 0,1 0,-1 0,1-1,-1 1,1-1,0 1,0-1,0 1,0-1,1 0,-1 0,0 0,1-1,0 1,-1 0,1-1,0 0,0 0,0 1,-1-2,1 1,0 0,0-1,1 1,-1-1,0 0,0 0,0 0,0 0,0-1,0 1,0-1,0 0,0 0,0 0,0 0,0 0,0-1,10-4,-1-1,1 0,-1-1,-1 0,0-1,0-1,0 1,-1-2,-1 1,0-1,0-1,-1 0,-1 0,0 0,0-1,-1-2,-2 38,1 62,-5-83,0 0,1 0,-1 1,1-1,-1 0,1 0,0 0,0 0,0 0,0 0,0 0,1 0,-1 0,0-1,1 1,-1 0,1-1,0 1,0-1,-1 0,1 0,0 1,0-1,0 0,0-1,0 1,0 0,1 0,-1-1,0 0,0 1,1-1,-1 0,0 0,0 0,1 0,4-3,0-1,0 1,-1-1,1-1,-1 1,0-1,0 0,-1 0,1-1,-1 1,0-1,-1-1,0 1,0-1,0 1,0-1,-1 0,0 0,-1-1,1-2,5-16,-1 0,-1-1,-1 1,-1-1,-2 0,0 0,-3-11,2 27,-2 10,1 0,0 1,-1-1,1 0,0 0,0 1,0-1,0 0,0 0,0 1,0-1,0 0,0 0,0 1,0-1,0 0,0 0,1 1,-1-1,0 0,0 1,1-1,-1 0,1 1,-1-1,0 0,1 1,-1-1,1 1,0-1,-1 1,1-1,-1 1,1-1,0 1,-1 0,1-1,0 1,-1 0,1 0,0-1,0 1,-1 0,1 0,0 0,0 0,-1 0,1 0,0 0,0 0,-1 0,1 0,0 1,0-1,-1 0,1 0,0 1,0-1,158 59,-146-55,26 8,-1 0,0 3,-2 1,10 7,-40-19,0 0,0 0,0 1,-1 0,0 0,0 0,0 0,-1 1,0 0,0 0,0 0,-1 0,0 1,0-1,-1 1,1 0,-1 0,-1-1,1 1,-1 1,-1-1,1 0,-1 0,0 0,-1 0,0 0,0 11,0-16,0-1,0 1,0 0,1-1,-1 1,1 0,-1 0,1-1,-1 1,1 0,0 0,0 0,0 0,0-1,0 1,1 0,-1 0,0 0,1-1,0 1,-1 0,1-1,0 1,0 0,0-1,0 1,0-1,0 1,0-1,0 0,1 1,-1-1,0 0,1 0,-1 0,1 0,-1 0,1 0,0-1,-1 1,1 0,0-1,0 1,-1-1,1 0,0 0,0 1,0-1,1 0,11-4,0-1,0 0,0 0,0-1,-1-1,0-1,-1 1,1-2,-1 0,-1 0,0-1,0-1,-1 0,6-8,28-46,-39 80,-5-4,0-1,1 1,1 0,-1 0,2 0,-1-1,2 1,-1-1,1 0,1 0,0 0,0 0,1-1,0 0,1 0,0-1,0 0,1 0,0 0,0-1,1 0,0-1,0 0,4 2,74 13,-50-22</inkml:trace>
  <inkml:trace contextRef="#ctx0" brushRef="#br0" timeOffset="1102.771">1765 359,'-7'14,"5"13,16 9,22 8,20 3,1-7</inkml:trace>
  <inkml:trace contextRef="#ctx0" brushRef="#br0" timeOffset="1946.048">2447 734,'-13'-11,"-1"1,0 0,-1 1,0 1,0 0,-1 1,0 1,0 0,-8-1,20 6,-1 1,1 0,0 0,-1 0,1 0,-1 1,1 0,0 0,-1 0,1 0,0 0,0 1,0 0,0 0,0 0,0 0,1 1,-1 0,1-1,-1 1,1 1,0-1,0 0,1 1,-1-1,1 1,0 0,-1 0,-3 8,0 0,0 1,1-1,1 1,0 0,0 1,2-1,-1 9,1-18,1 1,0-1,1 0,-1 1,1 0,0-1,0 1,0-1,1 1,-1-1,1 1,0-1,1 0,-1 1,1-1,0 0,0 0,0 0,0 0,1 0,-1-1,1 1,0-1,0 0,1 1,-1-1,1-1,-1 1,1 0,0-1,0 0,0 0,0 0,0 0,1-1,-1 0,0 0,1 0,-1 0,1-1,-1 1,2-1,5-3,0 0,1-1,-1 0,-1-1,1 0,-1-1,0 0,0-1,0 0,-1 0,0-1,-1 0,0 0,0-1,0-1,-1 1,-1-1,0 0,0 0,-1-1,0 0,-1 0,0 0,-1 0,2-10,-2-26,-4 47,1-1,0 1,-1 0,1 0,0 0,-1 0,1-1,0 1,-1 0,1 0,-1 0,1 0,0 0,-1 0,1 0,-1 0,1 0,0 0,-1 0,1 0,0 1,-1-1,1 0,-1 0,1 0,0 0,-1 1,1-1,0 0,0 0,-1 0,1 1,0-1,-1 0,1 1,0-1,0 0,0 1,-1-1,1 0,0 1,0-1,0 0,0 1,0-1,0 0,0 1,-1-1,1 1,0-1,0 0,0 1,1-1,-1 1,0-1,0 0,0 1,0-1,0 0,0 1,1-1,-6 21,1-1,0 0,2 1,1 0,0-1,2 1,2 20,-1-30,0-1,0 1,1-1,1 0,-1 0,2 0,-1 0,1-1,1 0,0 0,5 6,-8-12,-1 0,1 0,0 0,0 0,0 0,1-1,-1 1,1-1,-1 0,1 0,0 0,0-1,0 1,0-1,0 0,0 0,0-1,0 1,0-1,0 0,0 0,0 0,1 0,-1-1,0 0,0 0,0 0,0 0,0 0,0-1,0 0,4-3,-1 1,0-1,0-1,0 1,0-1,-1 0,0-1,0 1,-1-1,0-1,0 1,0-1,-1 1,0-1,2-8,31-132,-26 45,-5 0,-5 0,-7-54,-16-33,15 165,6 25,1 0,-1 0,1 0,-1 0,1 0,0 0,-1 0,1 0,-1 0,1 0,-1 0,1 0,-1 0,1 0,0 1,-1-1,1 0,-1 0,1 0,0 1,-1-1,1 0,0 0,-1 1,1-1,0 0,-1 1,1-1,0 0,-1 1,1-1,0 0,0 1,0-1,-1 1,1-1,0 1,0-1,0 0,0 1,0-1,0 1,0-1,0 1,0-1,0 1,0-1,0 0,0 1,0-1,1 1,-1-1,0 1,0-1,0 0,1 1,-1-1,0 0,0 1,1-1,-1 1,-8 68,4 0,2 1,3 0,4-1,2 1,3-1,19 61,-26-117,-3-10,0-1,0 1,0 0,0 0,0-1,1 1,-1 0,1 0,0-1,0 1,0-1,0 1,0-1,1 1,-1-1,1 0,-1 1,1-1,0 0,0 0,0 0,0-1,0 1,1 0,-1-1,0 1,1-1,-1 0,1 0,-1 0,1 0,0 0,-1-1,1 1,0-1,0 1,-1-1,3 0,26-9,-24 6,0 0,0 0,0 1,0-1,0 2,1-1,-1 1,1 1,-1-1,1 1,-1 0,1 1,-1 0,1 0,-1 0,0 1,1 0,-1 1,0 0,0 0,-1 0,4 3,-5-3,-1 1,0 0,0 0,0 0,0 1,-1-1,1 1,-1 0,-1 0,1 0,-1 0,1 1,-1-1,-1 1,1-1,-1 1,0 0,-1-1,1 1,-1 0,0 0,0-1,-1 1,0 0,0-1,0 1,0 0,-1-1,0 1,-1-1,1 0,-1 0,0 0,0 0,0 0,-1-1,1 1,-1-1,-1 0,-2 3,3-5,1 0,-1 0,0 0,1-1,-1 1,0-1,0 0,0 0,0 0,0 0,0-1,0 0,0 1,0-2,0 1,-1 0,1-1,0 0,0 0,0 0,1 0,-1-1,0 1,0-1,1 0,-1 0,1-1,-1 1,1-1,0 1,0-1,0 0,1 0,-1 0,1-1,-1 1,1-1,0 1,1-1,-1 0,0 1,1-1,0-1,-1-1,1 0,1-1,-1 1,1 0,0 0,0-1,1 1,0 0,0 0,0 0,1 0,0 0,0 0,1 0,-1 1,1-1,0 1,1 0,-1-1,4-2,4-5,0 1,1 0,0 1,1 0,1 0,-1 2,3-2,-8 6,0-1,1 1,-1 1,1-1,0 1,0 1,0 0,0 0,0 1,1 0,0 0,-1 1,1 0,9 1,-15 3,1 0,-1 1,0-1,0 1,-1 0,1 0,-1 0,0 1,0-1,0 1,0-1,-1 1,0 0,0 0,0 0,-1 0,0 0,0 1,0-1,0 0,-1 1,0-1,0 0,0 1,-1-1,0 1,2 5,-1-6,15 91,-15-94,1 0,0 1,-1-1,1 0,0 0,1 1,-1-1,0 0,0 0,1 0,0 0,-1-1,1 1,0 0,0-1,0 1,0-1,0 0,0 1,0-1,0 0,0 0,1 0,-1-1,0 1,1-1,-1 1,1-1,-1 0,0 1,1-1,-1-1,1 1,-1 0,1-1,-1 1,0-1,48-31,-29 8</inkml:trace>
  <inkml:trace contextRef="#ctx0" brushRef="#br0" timeOffset="2198.373">3089 359,'-12'18,"4"13,12 6,16-1,17-3,1-6</inkml:trace>
  <inkml:trace contextRef="#ctx0" brushRef="#br0" timeOffset="2549.078">3703 586,'13'-29,"-1"-2,-1 1,-2-2,-2 1,0-1,-2 0,-2-1,0 1,-3-1,-2-20,3 31,-1 0,-1 0,-1 0,-2 0,0 1,-4-14,7 32,1 0,-1 1,0-1,1 1,-1 0,0-1,-1 1,1 0,0-1,-1 1,1 0,-1 0,1 0,-1 0,0 1,0-1,0 0,0 1,0-1,-1 1,1 0,0 0,-1-1,1 2,0-1,-1 0,1 0,-1 1,0 0,1-1,-1 1,1 0,-1 0,1 0,-1 1,0-1,1 0,-3 2,-3 3,0 0,0 1,0 0,1 0,0 1,0 0,1 0,-1 1,2 0,-1 0,1 0,0 1,1 0,0 0,1 0,-1 0,1 2,-9 23,2 0,1 1,1 0,3 1,0-1,3 1,0 0,3 0,1 0,1 0,2-1,2 0,1 0,8 20,-11-38,1-1,0 0,1 0,1-1,0 0,1 0,0-1,2 0,-1-1,2 0,0-1,0 0,1-1,1 0,-1-1,2-1,3 2,-11-9,-1 0,1-1,0 1,-1-2,1 1,0-1,0 0,0 0,0-1,-1 1,1-2,0 1,-1-1,1 0,-1 0,1-1,-1 0,0 0,0 0,-1-1,1 0,-1 0,1 0,-1-1,3-3,3-4,1 0,-2-1,0 0,0-1,-1 0,-1 0,0-1,-1 0,-1 0,0-3,8-43,-13 59,-1 0,0 0,1 0,-1 0,0 0,0 0,0 0,-1-1,1 1,0 0,-1 0,0 0,1 0,-1 0,0 0,0 1,0-1,0 0,0 0,0 0,-1 1,1-1,0 1,-1-1,0 1,1 0,-1-1,-1 2,0-1,-1 1,1 0,0 1,0-1,0 0,0 1,0 0,0-1,0 1,1 1,-1-1,0 0,0 1,1-1,-1 1,1 0,-1 0,1 0,0 0,0 0,0 0,0 1,0-1,-1 2,-1 0,0 0,0 1,0 0,1 0,0 0,0 0,0 0,0 0,1 1,0 0,0-1,0 1,1 0,0 0,0 0,1 0,-1 0,1 0,1 0,-1 0,1 0,0 0,0 0,1-1,-1 1,1 0,2 3,4 0,0 0,0-1,1 0,0 0,1-1,0 0,0-1,0 0,1-1,-1 0,1 0,1-1,-1-1,0 0,1 0,0-1,10 0,90 15,0-6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04.5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1,'16'0,"14"4,11 9,8 11,2 11,0 10,-7 9,-11 7,-16 6,-24 6,-33 4,-40 0,-6-12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05.1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39,'1'-2,"-1"0,1 0,0 0,-1 0,1 0,0 0,0 0,1 0,-1 1,0-1,0 0,1 1,-1-1,1 1,0 0,-1 0,1-1,0 1,0 0,0 0,0 0,0 1,0-1,0 0,0 1,0-1,0 1,0 0,0 0,0 0,0 0,0 0,0 0,1 0,-1 1,2 0,4-2,1 1,0 1,0-1,0 2,0-1,-1 1,1 0,-1 1,1 0,-1 0,0 1,0 0,0 1,-1-1,0 1,0 1,0 0,0-1,-1 2,0-1,0 1,-1 0,4 5,-8-8,0 0,-1-1,1 1,0 0,-1 0,0 0,0 0,0 0,-1-1,1 1,-1 0,0 0,0-1,0 1,0 0,-1-1,0 1,1-1,-1 1,-1-1,1 0,0 0,-2 1,-66 62,-132 55,179-103,23-17,0 0,0 0,0-1,0 1,0 0,0 0,1 0,-1 0,0 0,0-1,1 1,-1 0,1 0,-1 0,0-1,1 1,-1 0,1-1,0 1,-1 0,1-1,-1 1,1-1,0 1,0-1,-1 1,1-1,0 1,0-1,0 0,-1 1,1-1,0 0,0 0,0 0,0 0,0 0,-1 0,1 0,0 0,0 0,0 0,0 0,0 0,-1-1,1 1,1 0,-2 0,64 3,0-1,0-4,0-3,48-10,-96 13,253-37,-152 20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10.5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1,'-3'0,"3"5,4 5,3 7,0-1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10.7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0,'-2'16,"-1"7,0 3,1-4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10.0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1,'-13'51,"3"1,3 0,1 1,3 0,2-1,5 42,-2 23,-2-109,-1-6,1 0,-1 1,1-1,0 0,0 1,0-1,0 0,0 1,0-1,1 0,-1 1,1-1,-1 0,1 0,0 0,0 0,0 0,0 1,1-2,-1 1,0 0,1 0,-1 0,1-1,0 1,-1-1,1 1,0-1,0 0,0 1,9 0,0-1,-1 0,1-1,-1 0,1 0,0-1,-1-1,1 0,0 0,10-2,214-38,-195 32</inkml:trace>
  <inkml:trace contextRef="#ctx0" brushRef="#br0" timeOffset="254.955">349 375,'-9'20,"-6"19,1 16,1 9,4 7,6 3,7 2,6-4,3-4,2-8,-2-14</inkml:trace>
  <inkml:trace contextRef="#ctx0" brushRef="#br0" timeOffset="1748.025">268 201,'0'20,"0"19,0 14,0 8,-4 7,-9 0,-2-12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11.0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18 253,'3'-33,"-2"12,0 0,2-1,1 2,0-1,1 0,2 1,0 0,1 0,8-14,-16 35,0-1,0 0,0 0,1 0,-1 0,0 0,0 1,0-1,0 0,0 0,0 0,1 0,-1 0,0 0,0 0,0 0,0 0,1 1,-1-1,0 0,0 0,0 0,1 0,-1 0,0 0,0 0,0 0,0 0,1 0,-1-1,0 1,0 0,0 0,0 0,1 0,-1 0,0 0,0 0,0 0,0 0,0 0,1-1,-1 1,0 0,-4 21,4-20,-12 60,3 1,3 0,3 0,2 0,3 1,2-1,3 0,10 35,8 37,-25-132,1 0,-1-1,0 1,0 0,0-1,0 1,0 0,-1-1,1 1,0 0,-1-1,1 1,-1 0,0-1,1 1,-1-1,0 1,0-1,0 0,0 1,0-1,0 0,-1 1,1-1,0 0,-1 0,1 0,-1 0,1-1,-1 1,1 0,-1-1,1 1,-1 0,0-1,1 0,-1 1,0-1,1 0,-1 0,0 0,1 0,-1 0,0-1,-56-13,58 14,1 0,-1 0,0 0,1 1,-1-1,1 0,-1 0,1 0,-1 0,1 0,-1 0,1 0,-1 0,1 0,-1 0,0 0,1 0,-1 0,1 0,-1 0,1-1,-1 1,1 0,-1 0,0 0,1-1,-1 1,1 0,-1-1,0 1,1 0,-1-1,0 1,1 0,-1-1,0 1,0-1,0 1,1-1,-1 1,0 0,0-1,0 1,0-1,0 1,0-1,0 1,0-1,0 1,0-1,0 1,0-1,0 1,0-1,0 1,0 0,0-1,-1 1,1-1,0 1,0-1,-1 1,1 0,0-1,0 1,-1 0,1-1,-1 1,216-5,22 11,-172-3</inkml:trace>
  <inkml:trace contextRef="#ctx0" brushRef="#br0" timeOffset="253.832">739 774,'-2'0,"-10"0,-3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09.0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123 95,'-2'42,"-2"-1,-2 1,-10 32,9-40,-53 220,41-208,14-50,1-107,7-398,-4 516,1 0,0-1,1 1,0-1,0 1,0-1,0 1,1-1,0 0,1 0,0 0,-1 0,2 0,-1 0,1-1,0 1,0-1,0 0,1 0,-1-1,1 0,1 1,-1-2,0 1,1 0,0-1,0 0,0-1,0 1,0-1,1 0,3 0,5-2,0-1,0 0,0-1,0-1,-1 0,1-1,-1-1,0 0,0-1,-1 0,1-1,-1-1,-1 0,0-1,0 0,0 0,-1-2,-1 1,0-1,0-1,6-10,-5 9,-9 32,-15 41,4-26,1 0,2 0,1 1,2 0,1 0,2 0,2 0,0-1,3 5,-3-33,0 0,0 0,0 0,1 0,-1 0,2 0,-1-1,0 1,1-1,0 0,0 0,4 2,18 13</inkml:trace>
  <inkml:trace contextRef="#ctx0" brushRef="#br0" timeOffset="300.902">752 42,'-5'118,"2"-83,1 0,1-1,2 1,2 0,1-1,2 1,4 13,-7-41,-1 0,1 0,0 0,1-1,0 1,0-1,0 0,1 0,0 0,0-1,5 5,-8-8,1 0,-1 0,1 0,0-1,0 1,-1-1,1 0,0 0,0 0,0 0,0-1,1 1,-1-1,0 1,0-1,0 0,0 0,0-1,0 1,1-1,-1 1,0-1,0 0,0 0,0-1,-1 1,1 0,0-1,0 0,10-9,0-1,-1 0,0-1,-1 0,0-1,-1 0,-1-1,0 0,-1-1,-1 1,0-1,1-8,12-26,-3-2,-2 0,-2 0,1-28,-3 36,-6 35</inkml:trace>
  <inkml:trace contextRef="#ctx0" brushRef="#br0" timeOffset="553.223">1312 1,'10'19,"9"14,13 11,14 10,16 4,16 2,12-1,5-3,-1-6,-9-10,-12-12,-16-10,-18-14,-16-13,-11-5</inkml:trace>
  <inkml:trace contextRef="#ctx0" brushRef="#br0" timeOffset="717.783">1941 29,'-16'11,"-12"15,-10 18,-13 13,-10 17,-15 11,-6 4,-4-1,6-6,17-18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07.8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1 274,'20'2,"28"1,28 0,28-1,22 0,7-1,-5-1,-17 3,-28 0</inkml:trace>
  <inkml:trace contextRef="#ctx0" brushRef="#br0" timeOffset="166.554">201 474,'16'0,"23"0,26 0,22-2,20-1,10-2,5-3,-5-2,-22 1</inkml:trace>
  <inkml:trace contextRef="#ctx0" brushRef="#br0" timeOffset="419.878">976 19,'-68'-18,"67"18,0 0,1 0,-1 0,1 0,-1 0,1 0,-1 0,1 0,-1 0,0 0,1 1,-1-1,1 0,-1 0,1 0,-1 1,1-1,-1 0,1 1,0-1,-1 0,1 1,-1-1,1 1,0-1,-1 1,1-1,0 0,0 1,-1-1,1 1,0 0,0-1,0 1,-1-1,1 1,0-1,0 1,0-1,0 1,0-1,0 1,0 0,0-1,1 1,-1-1,0 1,0-1,0 1,0-1,1 1,-1-1,0 1,1-1,-1 1,0-1,1 0,-1 1,0-1,1 1,0-1,6 9,1 0,0-1,1 0,0-1,0 0,1 0,-1-1,1-1,472 254,-468-252,-1 0,0 2,-1-1,0 2,0-1,-1 2,-1 0,1 0,0 3,-9-11,-1-1,1 1,-1-1,0 1,0 0,0 0,0-1,0 1,-1 0,0 0,1 0,-1 0,0 0,0 0,0 0,-1-1,1 1,-1 0,0 0,0 0,0 0,0-1,0 1,0 0,-1-1,1 1,-1-1,0 1,-66 54,1-19,-2-4,-40 13,73-32,-50 21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06.2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1110,'-1'-22,"0"0,2 1,0-1,2 0,0 1,2-1,0 1,4-8,-8 26,0-5,1-1,0 1,1 0,-1 0,2 0,-1 0,1 0,0 0,1 1,0 0,0 0,0 0,1 1,0 0,1-1,-3 7,0-1,-1 1,1 0,0 0,0 1,0-1,0 1,-1 0,1 0,0 0,0 0,-1 1,1 0,-1-1,0 1,1 0,-1 1,0-1,0 1,0-1,-1 1,1 0,-1 0,1 0,-1 0,0 0,0 1,0-1,-1 1,1 1,14 16,-2 0,-1 0,0 1,-2 1,-1 0,0 1,-2 0,0 2,-8-24,1 1,-1-1,0 0,0 1,0-1,0 0,0 1,0-1,0 0,-1 1,1-1,-1 0,0 1,0-1,0 0,0 0,0 0,0 0,0 0,-1 0,1 0,-1 0,0-1,1 1,-1 0,0-1,0 1,0-1,0 0,0 0,0 0,0 0,-1 0,1 0,0-1,0 1,-1-1,1 1,0-1,-1 0,1 0,-1 0,1 0,0 0,-1-1,1 1,-2-1,-60-27,62 27,1 0,-1 0,1 0,0 0,-1-1,1 1,0 0,0-1,0 1,0-1,0 1,0-1,0 0,0 1,1-1,-1 0,0 1,1-1,0 0,-1 0,1 0,0 1,0-1,0 0,0 0,0 0,1 0,-1 1,0-1,1 0,-1 0,1 1,0-1,0 0,0 1,-1-1,2 1,2-3,0 0,0 0,1 1,0-1,0 1,0 1,0-1,0 1,1 0,-1 0,1 0,-1 1,1-1,2 1,5-2,30-8,114-38,-148 45,0 0,-1 0,1-1,-1-1,0 1,-1-1,1-1,-1 1,0-1,-1 0,0-1,0 0,0 0,-1 0,1-3,-5 10,0-1,1 1,-2-1,1 1,0-1,0 1,0-1,-1 1,1-1,-1 0,1 1,-1-1,0 0,1 0,-1 1,0-1,0 0,0 0,-1 1,1-1,0 0,-1 1,1-1,-1 0,1 1,-1-1,0 1,0-1,1 0,-1 1,0 0,0-1,-1 1,1 0,0-1,0 1,-1 0,1 0,-1 0,1 0,-1 0,1 1,-1-1,1 0,-1 1,0-1,0 1,-5 1,1 1,0-1,-1 1,1 1,0 0,0-1,1 2,-1-1,0 1,1-1,0 2,0-1,0 0,1 1,0 0,-1 0,2 1,-1-1,0 1,1-1,0 1,1 0,-1 0,0 7,1-8,0 0,0 1,1-1,0 1,0-1,0 1,1-1,0 1,0 0,1-1,-1 1,1-1,0 1,1-1,-1 1,1-1,0 0,0 0,1 0,0 0,-1 0,2 0,-1-1,1 1,-1-1,1 0,0 0,0-1,1 1,-1-1,1 0,0 0,0 0,0-1,0 1,1-1,9 3,-1 0,1-1,0 0,0-2,1 0,-1 0,1-1,-1-1,0-1,1 0,-1-1,0-1,0 0,0-1,0 0,0-1,-1-1,0-1,0 0,-1 0,0-1,0-1,-1-1,0 1,0-2,-1 0,6-7,-1-14,-1 0,-2 0,0-1,-3-1,-1 0,-1 0,-2-1,-1 0,-2 0,-1-1,-2-3,4-203,-5 236,1 1,1 1,-2 0,1-1,0 1,-1 0,0 0,0-1,0 1,-1 0,1 0,-1 0,0 0,0 1,0-1,-3-3,3 7,1-1,-1 1,0 0,0-1,0 1,0 0,1 0,-1 0,0 1,0-1,0 0,1 1,-1-1,0 1,0-1,1 1,-1 0,0 0,1 0,-1 0,1 0,-1 0,1 0,0 1,0-1,-1 0,1 1,0-1,0 1,0-1,0 1,0 0,-16 23,0 1,2 1,0 0,2 1,2 1,0 0,2 0,1 1,-3 27,3-18,1 0,2 0,2 1,1-1,4 35,-1-59,1 0,1 0,0 0,0 0,2-1,0 0,0 0,2 0,-1-1,2 1,0-2,0 1,1-1,1 0,0-1,11 9,-9-10,2 0,-1-2,1 0,0 0,1-1,0-1,0 0,0-1,1-1,-1 0,1-2,0 1,0-2,0 0,0-1,0 0,0-2,0 0,1-1,-3 1,-1-1,0 0,0-1,0-1,-1 0,1-1,-1 0,-1-1,1 0,-1 0,0-2,-1 1,0-1,0-1,-1 0,0 0,-1-1,0 0,-1 0,0-1,-1 0,4-9,-6 12,-1 0,0 0,0 0,-1-1,0 1,0-1,-1 1,-1-1,1 1,-2-1,0-6,1 15,0 0,0 0,0 0,0 0,0 1,0-1,0 0,-1 0,1 0,0 0,-1 1,1-1,0 0,-1 0,1 0,-1 1,1-1,-1 0,1 1,-1-1,0 0,1 1,-1-1,0 1,1-1,-1 1,0-1,0 1,0 0,1-1,-1 1,0 0,0 0,0 0,0-1,0 1,1 0,-1 0,0 0,0 0,0 0,0 1,0-1,0 0,1 0,-1 1,0-1,0 0,0 1,0-1,-34 33,30-29,1 1,0 0,0 0,0 0,1 1,-1-1,1 1,1 0,-1-1,1 1,0 1,0-1,1 0,0 0,0 1,0-1,1 0,0 1,0-1,1 0,0 1,0-1,0 0,1 1,0-1,0 0,0 0,1-1,0 1,0 0,1-1,-1 0,1 0,0 0,0 0,1 0,0-1,5 4,4-2,0 0,0-1,1 0,0-1,0-1,0 0,3-1,48 6</inkml:trace>
  <inkml:trace contextRef="#ctx0" brushRef="#br0" timeOffset="598.283">1886 789,'-7'3,"-1"0,1 0,-1 1,1 0,0 0,1 1,-1 0,1 0,0 1,0 0,1 0,-1 0,1 0,1 1,-3 4,5-7,0 0,0 0,0 0,1 0,0 1,0-1,0 0,0 1,1-1,-1 0,1 1,0-1,1 0,-1 1,1-1,0 0,0 1,0-1,0 0,1 0,0 0,0 0,0 0,0 0,0-1,1 1,0-1,0 1,1 0,8 6,1-1,0 0,0-1,1-1,0 0,1-1,-1 0,1-1,0-1,0 0,1-1,-1-1,1 0,-1-2,1 1,11-2,-11 1,0 0,1 0,-1-2,0 0,0-1,0 0,0-1,-1-1,1-1,-1 0,0-1,-1 0,0-1,0-1,-1 0,0-1,0-1,-1 0,-1 0,0-1,0-1,7-11,-6-7,-2 0,-1-1,-1-1,-1 1,-2-1,-2-1,-1 1,-1 0,-2 0,-3-17,-4-112,-21-105,27 250,-22-72,23 88,0 1,1-1,-1 1,0-1,0 1,0 0,1-1,-1 1,0 0,0 0,0 0,0-1,1 1,-1 0,0 0,0 0,0 0,0 0,0 1,1-1,-1 0,0 0,0 0,0 1,0-1,1 0,-1 1,0-1,0 1,1-1,-1 1,0-1,1 1,-1 0,1-1,-1 1,1 0,-1-1,1 1,-1 0,1 0,-1-1,1 1,0 0,0 0,-1 0,1 0,0 0,0-1,0 1,0 0,0 0,0 0,0 0,0 0,-13 41,1 1,3 0,1 0,2 1,2 0,2 0,2-43,-5 48,1 1,3 0,3-1,1 1,2-1,3 1,2-2,2 1,17 43,-26-83,0 0,1 0,1 0,-1 0,1 0,1-1,0 0,0 0,0-1,1 0,0 0,1 0,-1-1,1 0,1 0,-1-1,1 0,0-1,0 0,0 0,0-1,1 0,0-1,-1 0,8 1,-6-4,-1 0,1 0,0-1,-1 0,0-1,0-1,0 1,0-1,0-1,-1 0,1 0,-1-1,-1 0,1-1,-1 0,0 0,5-7,9-10,-1-2,-1-1,-1 0,-1-2,-1-1,-3 7,-14 23,0 0,0 0,0 0,0 1,0-1,0 0,1 0,-1 1,0-1,0 0,0 0,0 0,1 0,-1 1,0-1,0 0,1 0,-1 0,0 0,0 0,0 0,1 0,-1 0,0 1,0-1,1 0,-1 0,0 0,1 0,-1 0,0 0,0-1,1 1,-1 0,0 0,0 0,1 0,-1 0,0 0,0 0,0 0,1-1,-1 1,0 0,0 0,0 0,1 0,-1-1,0 1,0 0,0 0,0 0,0-1,1 1,-1 0,0 0,0-1,0 1,0 0,0 0,0-1,0 24,-23 157,23-177,0 1,1-1,0 0,-1 0,1 0,0 0,0 0,1 0,-1 0,1 0,-1 0,1 0,0-1,0 1,0-1,0 1,0-1,1 0,-1 0,1 0,0 0,-1 0,1-1,0 1,0-1,0 0,0 0,0 0,0 0,1 0,-1-1,0 1,0-1,0 0,1 0,-1 0,3-1,34-5,-3-4</inkml:trace>
  <inkml:trace contextRef="#ctx0" brushRef="#br0" timeOffset="848.615">2942 562,'-13'-2,"-12"-3,-6-1,-2-2,2-1,0-2,0-1,5 1</inkml:trace>
  <inkml:trace contextRef="#ctx0" brushRef="#br0" timeOffset="1035.116">2301 335,'271'-13,"25"13,-223 0,1 4,-1 3,-1 3,12 6,-73-15,-1 1,0 0,0 0,-1 1,1 0,-1 1,1 0,-1 0,0 1,0 0,-1 1,0 0,0 0,0 1,-1 0,0 0,0 1,-1 0,0 0,0 1,-1-1,0 1,0 0,0 4,-3 3,-1 0,-1 0,0 1,-1-1,-1 0,0 0,-2 0,-3 13,-3 14,8-30,-2-1,0 0,1 1,1 0,0-1,1 1,0 0,1 0,1 0,0 0,0 0,2-1,-1 1,2-1,-1 1,2-1,3 7,22 4,-15-21</inkml:trace>
  <inkml:trace contextRef="#ctx0" brushRef="#br0" timeOffset="1268.067">3424 201,'7'2,"18"6,5 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45.6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0,'6'28,"80"55,3-4,4-4,17 6,149 123,-176-121,-61-55</inkml:trace>
  <inkml:trace contextRef="#ctx0" brushRef="#br0" timeOffset="231.381">602 13,'-14'9,"-11"13,-8 15,-8 15,-3 18,-4 12,0 8,4 3,4-6,7-8,9-18</inkml:trace>
  <inkml:trace contextRef="#ctx0" brushRef="#br0" timeOffset="584.435">949 628,'4'5,"0"1,0-1,0 0,1 0,-1 0,1-1,0 0,1 0,-1 0,1 0,0-1,0 0,0 0,0-1,0 1,1-1,-1-1,1 1,-1-1,1 0,-1-1,1 1,0-2,-1 1,1 0,0-1,-1-1,1 1,-1-1,0 0,1 0,-1-1,0 0,1 0,-1-2,-1 1,1-1,-1 0,0 0,0-1,-1 1,0-1,0 0,0 0,0-1,-1 1,0-1,-1 0,2-5,-3 8,0 1,-1-1,1 1,-1-1,0 0,0 1,0-1,0 0,0 1,-1-1,0 0,0 1,0-1,0 1,-1-1,1 1,-1 0,0 0,0-1,0 1,0 1,0-1,-1 0,1 0,-1 1,0 0,0-1,0 1,-2-1,-5-1,1 0,-1 0,0 1,0 0,0 1,0 0,0 1,-1 0,1 1,-1 0,1 0,0 1,-1 0,1 1,0 0,0 1,0 0,0 1,1 0,-1 0,1 1,0 0,1 1,-1 0,1 0,0 1,0 0,1 0,0 1,0 0,1 0,0 0,-2 6,-19 42,11-4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44.9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 0,'4'11,"9"16,9 16,9 15,7 13,6 6,2 2,0-4,-3-8,-4-9,-9-11,-10-14</inkml:trace>
  <inkml:trace contextRef="#ctx0" brushRef="#br0" timeOffset="162.562">302 94,'-18'25,"-13"24,-9 22,-5 17,0 10,2 1,7-7,10-9,8-20</inkml:trace>
  <inkml:trace contextRef="#ctx0" brushRef="#br0" timeOffset="163.562">569 535,'0'-7,"1"1,0 0,0 0,0 0,1 0,0 0,0 0,1 1,0-1,0 1,0-1,0 1,1 0,0 0,0 1,2-2,-4 3,0 1,1 0,-1-1,1 1,0 0,0 1,0-1,-1 0,2 1,-1 0,0 0,0 0,0 0,0 0,1 1,-1-1,0 1,1 0,-1 0,0 0,1 0,-1 1,0-1,1 1,-1 0,0 0,0 0,0 0,0 1,3 1,-2 0,0 0,0 0,0 0,-1 1,1 0,-1 0,0 0,0 0,0 0,0 1,-1-1,0 1,0-1,0 1,0 0,-1 0,0 0,0 0,0 0,-1 0,0 0,1 0,-2 1,1-1,-1 0,0 11,-2-1,0 1,-1-1,0 0,-1 0,-1 0,-4 8,-9 9,0-1,-2-1,-1-1,-2-1,0-1,-3 0,28-27,-1 0,1 0,-1 0,1 0,0 1,-1-1,1 0,-1 0,1 1,-1-1,1 0,-1 0,1 1,-1-1,1 1,-1-1,1 0,-1 1,1-1,-1 1,0-1,1 1,-1-1,0 1,0-1,1 1,-1 0,0-1,0 1,0-1,0 1,1 0,-1-1,0 1,0-1,0 1,0 0,-1-1,1 1,0-1,0 1,0 0,0-1,-1 1,1-1,0 1,0-1,-1 1,1-1,0 1,-1-1,1 1,-1-1,1 1,-1-1,1 0,-1 1,136-35,-99 22,48-16,-4 0</inkml:trace>
  <inkml:trace contextRef="#ctx0" brushRef="#br0" timeOffset="164.562">1210 133,'7'19,"9"14,9 14,9 9,7 8,7 1,4-1,-3-5,-4-5,-9-8,-9-6,-10-11</inkml:trace>
  <inkml:trace contextRef="#ctx0" brushRef="#br0" timeOffset="165.562">1545 187,'-14'7,"-13"11,-9 14,-8 16,-3 14,0 14,6 7,6 3,11-4,8-16</inkml:trace>
  <inkml:trace contextRef="#ctx0" brushRef="#br0" timeOffset="345.585">1772 562,'-4'20,"-7"21,-5 14,-5 12,-1 8,1 1,4-7,7-9,10-16,5-15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0:16.9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6386 2621,'-15'747,"10"-668,-14 228,20 296,50 15,-54-538,-3-75,2-19,-1-13</inkml:trace>
  <inkml:trace contextRef="#ctx0" brushRef="#br0" timeOffset="1645.657">6386 2996,'13'-240,"-5"181,-4-1,-2 1,-2-1,-3 0,-3 1,-3 0,-6-22,-34-33,50 113,-1 0,0 0,1 0,-1 0,1 0,0 0,-1 1,1-1,0 0,-1 0,1 0,0 1,0-1,0 0,0 1,0-1,-1 1,1-1,0 1,0 0,0-1,0 1,1 0,-1-1,0 1,0 0,0 0,0 0,0 0,0 0,0 0,0 1,0-1,0 0,0 0,0 1,0-1,1 1,6-1,96-7,-39 2,0 2,1 4,13 3,165 17,199-11,1451-22,-615 29,217 18,-576 24,-488-38,738 63,-342 6,-827-90,1 0,0 0,0-1,-1 1,1 0,0 0,0 0,-1 0,1 0,0 0,0 1,-1-1,1 1,0-1,0 1,-1 0,1-1,-1 1,1 0,-1 0,1 0,-1 0,1 1,-1-1,0 0,0 0,0 1,0-1,0 1,0-1,0 1,0-1,0 1,-1 0,1-1,-1 1,1 0,-1-1,0 1,1 0,-1 0,-25 154,16 44,8 0,23 175,-20-353,19 215,10-1,14 18,123 602,-36-351,-58-239,-8 18,-6 31,-57-303,0 0,1 0,0 0,0-1,1 0,1 0,0 0,1-1,5 8,3-4</inkml:trace>
  <inkml:trace contextRef="#ctx0" brushRef="#br0" timeOffset="3407.01">6307 4934,'-10'54,"2"1,3 0,3 0,1 0,8 49,-6-72,10 173,5 92,-20 231,3-513,0-11,0 0,0 1,0-1,1 0,-1 1,1-1,0 0,0 1,1-1,-1 0,1 1,0-1,0 0,1 0,-1 0,1 0,0 0,0 0,0 0,0 0,1-1,0 1,-1-1,1 0,0 0,4 3,7-2,0-1,1 0,0-1,-1 0,1-1,0-1,0 0,0-1,0-1,-1 0,8-3,456-96,-285 77,0 9,0 7,71 12,-38-2,957-13,446 24,-249 51,-459-27,-373-1,88 1,-119-23,-242-39,90 50,53-25,-411-3,-13 0</inkml:trace>
  <inkml:trace contextRef="#ctx0" brushRef="#br0" timeOffset="5099.569">6975 4640,'-4'67,"-2"1,-3-1,-3-1,-4 3,-22 71,-33 74,38-119,23-69,5-20,6-19,64-223,-31 105,-15 49,4 1,4 1,19-37,-6 54,-39 62,0 1,0-1,0 1,0 0,0-1,0 1,0 0,0 0,1 0,-1 0,0 0,0 0,0 0,0 0,0 0,0 0,0 0,0 1,0-1,0 0,0 1,0-1,0 1,0-1,0 1,0 0,0-1,0 1,0 0,-1 0,1-1,0 1,0 0,-1 0,1 0,-1 0,1 0,-1 0,1 0,-1 0,0 0,1 0,-1 0,0 0,0 0,0 1,0-1,0 0,0 0,0 0,0 0,85 251,-62-195,17 40,-5 1,7 43,-35-93,-8-38</inkml:trace>
  <inkml:trace contextRef="#ctx0" brushRef="#br0" timeOffset="5343.916">6934 5081,'21'0,"20"0,21-3,17-4,7-7,2-4,-8-5,-18 2</inkml:trace>
  <inkml:trace contextRef="#ctx0" brushRef="#br0" timeOffset="5972.572">7095 3530,'-31'288,"25"-260,6-28,0-1,-1 1,1 0,0 0,0-1,0 1,0 0,-1 0,1-1,0 1,0 0,-1 0,1 0,0-1,0 1,-1 0,1 0,0 0,0 0,-1 0,1 0,0 0,-1 0,1 0,0 0,0 0,-1 0,1 0,0 0,-1 0,1 0,0 0,0 0,-1 0,1 0,0 0,-1 0,1 0,0 1,0-1,-1 0,1 0,0 0,-8-48,2-1,3 0,2-45,0 44,3-256,0 289,0 1,0 0,2-1,0 1,0 1,2-1,0 1,1-1,-4 10,0 1,0 0,1-1,-1 1,1 0,0 1,1-1,-1 1,1 0,0 0,0 0,0 0,0 1,1 0,-1 0,1 1,0 0,0 0,0 0,0 0,0 1,3 0,-5 0,1 1,-1 0,0 0,1 0,-1 1,0-1,0 1,0 0,1 0,-1 1,0-1,0 1,0 0,-1 0,1 0,0 1,-1-1,0 1,1 0,-1 0,0 0,0 0,-1 0,1 1,-1-1,0 1,1 0,-2 0,1 0,0 0,0 1,1 5,0-1,-1 1,0 0,0 0,-1-1,0 1,-1 0,0 0,-1 0,0 0,0 0,-1 0,-1 1,-2 4,-1-1,-1 0,0 0,0-1,-1 0,-1 0,-1-1,1 0,-2-1,0 0,0 0,10-11,1 1,-1-1,1 0,0 1,-1-1,1 1,-1-1,1 1,0 0,0-1,-1 1,1-1,0 1,0 0,0-1,-1 1,1-1,0 1,0 0,0-1,0 1,0 0,0-1,0 1,1-1,-1 1,0 0,0-1,0 1,1-1,-1 1,0 0,1-1,-1 1,0-1,1 1,-1-1,1 1,-1-1,0 0,1 1,-1-1,1 1,0-1,-1 0,1 1,-1-1,1 0,-1 0,1 0,0 1,-1-1,1 0,0 0,-1 0,1 0,-1 0,1 0,0 0,-1 0,1 0,0-1,-1 1,1 0,-1 0,7 2,22 6,-1 2,1 0,-2 2,0 2,0 0,-1 2,-1 0,-1 2,0 1,15 16,-34-30,-1-1,0 1,0-1,-1 1,1 0,-1 0,0 1,0-1,-1 1,1-1,-1 1,-1 0,1 0,-1 0,0 0,0 0,-1 0,1 0,-2 0,1 0,0 0,-1 0,0 0,-1 0,0 0,1 0,-3 4,-5 0,0 0,-1-1,0 0,-1-1,1 0,-2 0,1-1,-1-1,0 0,0 0,-1-1,1-1,-1 0,0-1,0 0,-1-1,1 0,-1-1,1-1,-1 0,-38 2,1-2,0-1,0-4,-20-4,12-1</inkml:trace>
  <inkml:trace contextRef="#ctx0" brushRef="#br0" timeOffset="7209.776">1989 3183,'0'-2,"-1"1,1-1,1 1,-1 0,0-1,0 1,1-1,-1 1,0 0,1-1,-1 1,1 0,0-1,-1 1,1 0,0 0,0 0,0 0,0 0,0 0,0 0,0 0,0 0,0 0,1 0,-1 1,0-1,1 0,-1 1,0-1,1 1,-1-1,0 1,1 0,-1 0,1 0,-1 0,1 0,-1 0,0 0,1 0,-1 0,2 1,209-9,-146 9,1401-26,-461-16,-642 46,144-4,-176-6,-175 18,-44-2,-105-1,-28-3,16-6,-20 7</inkml:trace>
  <inkml:trace contextRef="#ctx0" brushRef="#br0" timeOffset="8492.44">1721 5389,'29'-16,"2"1,0 1,0 2,1 2,1 0,-1 2,2 2,-1 1,0 1,1 2,16 2,451-11,-202 9,470-42,-430 19,250 7,51 28,258-6,-885-4</inkml:trace>
  <inkml:trace contextRef="#ctx0" brushRef="#br0" timeOffset="9461.503">9073 108,'-4'93,"4"1,3 0,5-1,4 0,4 0,15 42,-7-14,163 875,-110-625,-69-330</inkml:trace>
  <inkml:trace contextRef="#ctx0" brushRef="#br0" timeOffset="9826.64">10852 1,'51'156,"-6"2,20 145,-49-162,-6 0,-6 1,-6-1,-6 1,-9 14,-36 261,53-414,-3 15,0-1,2 1,0 0,1-1,1 1,1-1,0 1,1-1,1 1,1-1,5 12,10 4</inkml:trace>
  <inkml:trace contextRef="#ctx0" brushRef="#br0" timeOffset="10194.726">12189 28,'0'18,"0"22,2 27,3 27,6 27,4 23,6 18,2 11,3 6,-1 0,-3-5,-2-11,-3-13,-1-17,0-20,0-22,-2-27</inkml:trace>
  <inkml:trace contextRef="#ctx0" brushRef="#br0" timeOffset="10592.663">13686 174,'9'14,"7"16,4 16,-1 21,-3 22,-3 20,-5 22,-2 18,-4 13,-1 9,1 0,5-7,6-9,5-15,4-16,1-18,-4-28</inkml:trace>
  <inkml:trace contextRef="#ctx0" brushRef="#br0" timeOffset="11288.558">9288 2848,'0'18,"0"18,0 11,0 10,0 6,2 1,3-1,1-4,-1-5,-1-10,-1-12</inkml:trace>
  <inkml:trace contextRef="#ctx0" brushRef="#br0" timeOffset="11544.873">9087 3316,'16'0,"16"0,15 0,10 0,5 0,3 0,-5 0,-8-2,-13-1</inkml:trace>
  <inkml:trace contextRef="#ctx0" brushRef="#br0" timeOffset="11796.201">9275 2674,'20'0,"21"3,19 2,13 3,-6 1</inkml:trace>
  <inkml:trace contextRef="#ctx0" brushRef="#br0" timeOffset="12042.64">9702 3263,'-4'8,"1"0,0 0,1 1,0-1,0 1,1-1,0 1,0 0,1 0,0 0,1-1,0 1,0 0,1-1,0 1,1-1,-1 1,2-1,-1 0,1 0,0 0,1-1,0 0,0 0,0 0,1 0,5 4,-2-6,0 0,0-1,0 0,1 0,0-1,0 0,0-1,0 0,0-1,0 0,0 0,0-1,1-1,-1 1,0-2,0 1,9-4,-12 4,1-1,-1 0,0-1,0 0,-1 0,1 0,0-1,-1 0,0 0,0-1,0 1,-1-1,0-1,1 1,-2-1,1 0,-1 0,0 0,0 0,0-1,-1 0,0 0,-1 0,2-6,-3 6,0 0,-1 0,0 0,0 0,0 0,-1 0,-1 0,1 0,-1 0,0 0,0 0,-1 1,0-1,0 1,-1 0,1 0,-1 0,-1 0,1 0,-1 1,0 0,0 0,-1 1,1-1,-1 1,0 0,0 0,-3 0,2 0,1 0,-1 1,0 0,0 0,-1 0,1 1,0 0,-1 1,0 0,1 0,-1 0,1 1,-1 0,0 1,1-1,-1 2,0-1,1 1,0 0,-1 0,1 1,0 0,0 1,0-1,1 1,-3 2,6-4,0 1,1-1,-1 1,1-1,-1 1,1 0,0 0,0 0,0 0,0 0,1 0,-1 1,1-1,0 1,0-1,0 1,1-1,-1 1,1-1,0 1,-1-1,2 1,-1 0,0-1,1 1,0-1,0 1,0-1,0 1,0-1,1 1,24 32,6-5</inkml:trace>
  <inkml:trace contextRef="#ctx0" brushRef="#br0" timeOffset="12273.024">10999 2822,'-3'18,"0"20,1 17,-1 12,-1 7,0 2,-1-3,-1-7,1-8,2-9,1-11,1-11</inkml:trace>
  <inkml:trace contextRef="#ctx0" brushRef="#br0" timeOffset="12458.041">10945 3450,'-14'-3,"-1"0,5 3,12 0,14 4,14 1,13-1,6-1,2-3,-2-4,-8-6,-12-1</inkml:trace>
  <inkml:trace contextRef="#ctx0" brushRef="#br0" timeOffset="12708.341">10825 2674,'16'-4,"21"0,20 6,14 5,9 7,-9 2</inkml:trace>
  <inkml:trace contextRef="#ctx0" brushRef="#br0" timeOffset="12969.191">11413 3517,'2'-20,"3"-16,2-12,-2-5,-1-4,-1 1,-2 8,0 17,-1 20,-2 23,-2 22,1 16,3 8,8 6,12 4,16-1,16-8,-2-13</inkml:trace>
  <inkml:trace contextRef="#ctx0" brushRef="#br0" timeOffset="13210.529">12550 2876,'-5'20,"-1"19,0 13,1 12,4 6,2 3,1 0,3-3,-1-4,0-9,0-13,-2-12</inkml:trace>
  <inkml:trace contextRef="#ctx0" brushRef="#br0" timeOffset="13468.84">12483 3423,'14'2,"15"4,15-1,13 1,8-5,0-1,-6-6,-14-1</inkml:trace>
  <inkml:trace contextRef="#ctx0" brushRef="#br0" timeOffset="13724.349">12415 2795,'16'-9,"19"-4,17 7,11 7,7 11,-10 3</inkml:trace>
  <inkml:trace contextRef="#ctx0" brushRef="#br0" timeOffset="13980.183">12897 3316,'15'-1,"-1"1,1 0,-1 2,0-1,0 1,1 1,-2 1,1 0,0 1,-1 0,0 1,0 0,0 1,5 4,-15-8,0 0,0 0,0 0,-1 0,1 1,-1-1,0 1,0-1,0 1,0 0,0 0,-1 0,0-1,0 2,0-1,0 0,0 0,-1 0,0 0,0 0,0 1,-1-1,1 0,-1 0,0 0,0 0,0 0,-2 3,-61 104,64-111,-27 36,14-20,1 0,1 0,0 2,1-1,1 1,-5 15,13-31,0 0,1 0,-1 0,1 0,-1 0,1 0,0 1,0-1,0 0,0 0,0 0,0 1,0-1,1 0,-1 0,1 0,0 0,0 0,0 0,0 0,0 0,0 0,0 0,0 0,1-1,-1 1,1 0,0-1,-1 1,1-1,0 0,0 0,0 1,76 18,-28-18,0-1,1-3,-1-3,19-4,27-6</inkml:trace>
  <inkml:trace contextRef="#ctx0" brushRef="#br0" timeOffset="14227.524">14046 2969,'-2'2,"-1"10,0 12,-1 16,-3 14,0 12,-1 8,1 3,1-2,2-7,2-11,1-13,0-14</inkml:trace>
  <inkml:trace contextRef="#ctx0" brushRef="#br0" timeOffset="14485.374">13953 3503,'7'7,"9"2,13 0,13-2,8-2,5-4,-2-7,-10-3</inkml:trace>
  <inkml:trace contextRef="#ctx0" brushRef="#br0" timeOffset="14641.981">13846 2835,'18'-2,"20"1,22 1,16 3,-5 1</inkml:trace>
  <inkml:trace contextRef="#ctx0" brushRef="#br0" timeOffset="14942.179">14314 3223,'38'10,"107"41,-143-50,0-1,-1 1,1 0,0-1,-1 1,1 0,0 0,-1 0,1 0,-1 0,1 0,-1 1,0-1,1 0,-1 1,0-1,0 1,0-1,0 1,0 0,-1-1,1 1,0 0,-1-1,1 1,-1 0,0 0,1 0,-1 0,0-1,0 1,0 0,0 0,-1 0,1 0,0-1,-1 1,0 0,1 0,-1-1,0 1,0 0,1-1,-2 2,-8 8,0-1,-1 0,0 0,0-2,-1 1,0-1,-1-1,0 0,-4 1,-46 28,62-36,1 1,-1-1,0 0,0 0,0 0,0 1,0-1,0 0,1 1,-1-1,0 1,0-1,1 1,-1-1,0 1,1 0,-1-1,0 1,1 0,-1 0,1-1,-1 1,1 0,-1 0,1 0,0-1,0 1,-1 0,1 0,0 0,0 0,0 0,0 0,0 0,0 0,0 0,0-1,0 1,0 0,0 0,1 0,-1 0,0 0,1 0,-1-1,1 1,-1 0,1 0,-1-1,1 1,-1 0,1-1,0 1,-1 0,1-1,0 1,106 26,-87-21,1 1,-1 1,0 0,-1 2,0 0,6 5,-19-11,0 0,0 0,-1 1,0 0,1 0,-2 0,1 0,-1 1,1 0,-1-1,-1 2,1-1,-1 0,-1 1,1 0,-1-1,0 1,0 0,-1 0,1 7,-2-9,-1 0,1 0,-1 0,0 0,-1 0,1 0,-1 0,0 0,0-1,0 1,-1-1,0 0,1 1,-2-1,1 0,0-1,-1 1,1-1,-1 1,0-1,-1 0,1 0,0-1,-1 0,0 1,-120 42,45-27</inkml:trace>
  <inkml:trace contextRef="#ctx0" brushRef="#br0" timeOffset="15693.335">10784 4319,'-4'59,"2"0,3 0,2 0,3 0,2-1,11 34,-5-40,-6-63,10-139,-14 97,2 0,3 1,14-48,-25 106,-3 9,0 1,1 0,0 1,1-1,1 1,1 11,1-26,1 0,0 0,0 0,1 0,-1 0,0 0,1 0,-1-1,1 1,0 0,-1-1,1 1,0-1,0 0,0 0,0 0,0 0,0 0,0 0,0 0,0-1,1 1,-1-1,0 1,0-1,1 0,-1 0,0 0,1 0,-1-1,0 1,0 0,1-1,-1 0,0 1,0-1,0 0,0 0,2-1,18-6,0-1,0-1,-1-1,0-1,-1 0,0-2,-1 0,-1-1,0-1,-1-1,-1-1,-1 0,0 0,1-6,17-31,-33 55,0 1,0-1,0 0,0 0,0 1,0-1,0 0,0 1,0-1,0 0,0 1,0-1,0 0,0 0,0 1,0-1,0 0,1 1,-1-1,0 0,0 0,0 1,0-1,1 0,-1 0,0 1,0-1,0 0,1 0,-1 0,0 1,0-1,1 0,-1 0,0 0,0 0,1 0,-1 0,0 0,1 1,-1-1,0 0,1 0,-1 0,0 0,0 0,1 0,-1 0,0-1,1 1,-1 0,0 0,1 0,-1 0,0 0,-12 201,10-165,-1 0,1 0,2 0,2 1,3 16,17 1,-9-41</inkml:trace>
  <inkml:trace contextRef="#ctx0" brushRef="#br0" timeOffset="15992.534">11494 4386,'3'322,"-2"-311,0-1,1 0,1 1,0-1,0 0,1 0,0-1,4 8,-7-15,1 0,-1 1,0-1,1 0,0 0,-1 0,1 0,0 0,0-1,0 1,0 0,0-1,1 0,-1 1,0-1,1 0,-1 0,1 0,-1-1,1 1,-1 0,1-1,-1 0,1 0,0 0,-1 0,1 0,0 0,-1 0,1-1,-1 0,1 1,-1-1,1 0,-1 0,2-1,4-3,0 0,-1 0,1-1,-1 1,-1-2,1 1,-1-1,0 0,-1 0,1 0,-2-1,1 0,-1 0,0 0,0-1,0-2,4-14,0-1,-1-1,-2 0,2-22,0-87,-7 107</inkml:trace>
  <inkml:trace contextRef="#ctx0" brushRef="#br0" timeOffset="16189.52">11934 4426,'9'20,"8"14,10 10,9 7,8 1,8 2,3-3,3-2,-3-6,-3-7,-6-10,-9-10,-10-7</inkml:trace>
  <inkml:trace contextRef="#ctx0" brushRef="#br0" timeOffset="16380.563">12335 4520,'-15'2,"-16"8,-12 11,-9 13,-7 13,-2 9,4 4,10 2,13-4,12-11</inkml:trace>
  <inkml:trace contextRef="#ctx0" brushRef="#br0" timeOffset="16790.466">12897 4305,'0'4,"1"80,-3 0,-4-1,-13 58,-1-34,20-106,0 0,0 1,1-1,-1 0,0 0,1 0,-1 1,1-1,-1 0,1 0,0 0,-1 0,1 0,0 0,0 0,0 0,-1 0,1-1,0 1,0 0,0 0,0-1,1 1,-1-1,0 1,0-1,0 1,0-1,1 0,-1 1,0-1,0 0,1 0,-1 0,0 0,0 0,0 0,1-1,-1 1,52-9,-27 1,0-2,0 0,-1-2,-1-1,0-1,0-1,-2-1,0-1,13-13,-20 20,-25 29,-1 0,2-2,1 1,1 0,0 1,2 0,0 0,1 0,1 0,0 0,2 1,0 0,1-1,1 1,1-1,1 1,0-1,2 0,0 0,1 0,1-1,3 4,32 25,-24-36</inkml:trace>
  <inkml:trace contextRef="#ctx0" brushRef="#br0" timeOffset="16973.976">13552 4453,'-16'2,"-5"3,1 3,3 3,8 3,10 3,4-3</inkml:trace>
  <inkml:trace contextRef="#ctx0" brushRef="#br0" timeOffset="17163.988">13593 4934,'-3'16,"2"5,6-3,6-7,2-5</inkml:trace>
  <inkml:trace contextRef="#ctx0" brushRef="#br0" timeOffset="17395.362">13966 4666,'16'-65,"2"-11,2 1,29-65,-42 127,-6 24,-48 237,27-97,6 1,6 7,7-140,-1 35</inkml:trace>
  <inkml:trace contextRef="#ctx0" brushRef="#br0" timeOffset="17929.12">11200 5241,'13'23,"12"21,11 16,10 13,11 4,12-1,7-7,3-11,-3-15,-8-15,-11-14,-13-17,-13-7</inkml:trace>
  <inkml:trace contextRef="#ctx0" brushRef="#br0" timeOffset="18174.464">12001 5282,'16'-5,"3"1,-9 6,-12 9,-18 14,-19 15,-14 13,-9 12,-1 6,5 2,11 1,12-4,16-2,15-6,15-7,10-5,2-12</inkml:trace>
  <inkml:trace contextRef="#ctx0" brushRef="#br0" timeOffset="18526.523">11614 6351,'-2'20,"-2"21,-1 19,0 20,-2 21,-2 24,-3 21,-5 21,-7 17,-2 18,-1 9,3 6,6 2,5-1,5-5,4-6,3-13,1-40</inkml:trace>
  <inkml:trace contextRef="#ctx0" brushRef="#br0" timeOffset="19624.484">11801 5857,'-2'-27,"-7"37,-14 57,4 1,2 1,-4 47,19-103,8-102,27-214,-33 302,1 1,-1-1,0 0,1 0,-1 0,0 1,1-1,-1 0,0 0,0 0,0 0,1 0,-1 0,0 1,0-1,0 0,-1 0,1 0,0 0,0 0,0 0,-1 1,1-1,0 0,-1 0,1 0,-1 1,1-1,-1 0,1 0,-1 1,0-1,1 1,-1-1,0 0,1 1,-1-1,0 1,0 0,1-1,-1 1,0 0,0-1,0 1,0 0,0 0,1 0,-1 0,0-1,0 1,0 0,0 1,0-1,0 0,0 0,0 0,-6 8,0 0,0 0,1 1,-1-1,2 1,0 1,0-1,0 1,1 0,-1 4,2-5,-42 129,30-71</inkml:trace>
  <inkml:trace contextRef="#ctx0" brushRef="#br0" timeOffset="20466.234">11841 8263,'22'125,"-5"1,-6 1,-5 83,-17-400,7 109,-9-186,13-65,1 314,-2 14,0-1,1 0,-1 0,1 0,1 0,-1 0,1 0,0 1,0-1,0 0,0 0,1 1,0-1,0 1,0-1,1 1,-1 0,1 0,0 0,0 0,1 1,-1-1,1 0,9 1,0 0,0 0,0 2,0-1,0 2,0-1,1 2,0 0,17 0,-3-1,2-1,1 1,-1 2,1 1,-1 2,5 2,-31-7,-1 1,1 0,0 0,-1 0,1 0,-1 1,1-1,-1 1,0 0,0 0,0 0,0 0,0 1,0-1,0 1,-1 0,0 0,1 0,-1 0,0 0,0 0,-1 0,1 1,-1-1,1 1,-1-1,0 4,-1 22</inkml:trace>
  <inkml:trace contextRef="#ctx0" brushRef="#br0" timeOffset="20641.297">11854 8303,'16'5,"17"1,16-1,16 0,10-2,-7-1</inkml:trace>
  <inkml:trace contextRef="#ctx0" brushRef="#br0" timeOffset="20808.848">12750 8450,'0'0</inkml:trace>
  <inkml:trace contextRef="#ctx0" brushRef="#br0" timeOffset="22555.594">3459 2741,'0'7,"7"4,11 6,12 5,12 5,12 6,9 7,5 8,0 7,-5 6,-11 3,-12 3,-15 3,-21 2,-26-1,-11-12</inkml:trace>
  <inkml:trace contextRef="#ctx0" brushRef="#br0" timeOffset="23244.802">3472 4666,'9'12,"12"7,14 6,13 3,11 4,7 3,2 2,-2 5,-8 3,-13 6,-15 6,-19 4,-25 5,-26 6,-24 1,-20-2,-14-6,11-15</inkml:trace>
  <inkml:trace contextRef="#ctx0" brushRef="#br0" timeOffset="23845.361">3927 3343,'-14'10,"-13"13,-14 17,-18 25,-21 25,-30 26,5-8</inkml:trace>
  <inkml:trace contextRef="#ctx0" brushRef="#br0" timeOffset="64826.066">36 5081,'96'93,"-47"-44,-2 2,-3 1,-2 3,-3 1,-2 2,27 58,36 71,-100-186,0 1,1-1,0 0,-1 1,1-1,0 0,0 0,-1 1,1-1,0 0,0 0,0 0,1 0,-1 0,0 0,0 0,0-1,1 1,-1 0,0-1,1 1,-1-1,1 1,-1-1,0 0,1 0,-1 1,1-1,-1 0,1 0,-1-1,1 1,-1 0,1 0,-1-1,1 1,-1 0,0-1,1 0,9-11</inkml:trace>
  <inkml:trace contextRef="#ctx0" brushRef="#br0" timeOffset="65075.403">558 5067,'-9'14,"-8"18,-7 17,-10 14,-9 12,-7 10,-6 3,-3-2,4-6,12-9,15-16,12-16</inkml:trace>
  <inkml:trace contextRef="#ctx0" brushRef="#br0" timeOffset="65441.528">745 5576,'16'-10,"1"1,0 1,0 0,1 1,0 1,0 1,1 1,0 0,-1 2,1 0,1 1,-16 0,0 1,0-1,0 1,0 0,0 1,0-1,0 1,0 0,-1 0,1 0,0 0,0 0,-1 1,1 0,-1 0,1 0,-1 0,0 0,0 1,0 0,0-1,0 1,-1 0,1 0,-1 1,0-1,1 0,-2 1,1-1,0 1,-1 0,0-1,1 1,-2 0,1 0,0 0,-1 1,-3 10,-2-1,0-1,0 1,-2-1,1 0,-2 0,0-1,0 0,-1 0,0-1,-1 0,0-1,-11 9,12-11,-144 151,152-158,0-1,0 1,0 0,0-1,0 1,0 0,1 0,-1 0,0-1,0 1,1 0,-1 0,1 0,-1 0,1 0,-1 0,1 0,0 1,-1-1,1 0,0 0,0 0,0 0,0 0,0 0,0 1,0-1,0 0,0 0,0 0,1 0,-1 0,0 0,1 0,-1 0,1 0,-1 0,1 0,0 0,-1 0,1 0,0 0,0 0,0-1,-1 1,1 0,0-1,0 1,0-1,0 1,1 0,10 1,0 0,0-1,0 0,1-1,-1 0,0-1,1-1,8-2,-7 3,206-43,-151 26</inkml:trace>
  <inkml:trace contextRef="#ctx0" brushRef="#br0" timeOffset="66679.242">371 2715,'-7'0,"-2"7,5 11,7 16,11 14,9 12,10 8,11 3,7 1,4 0,1-1,-1-6,-4-8,-6-5,-6-11,-7-9,-9-10</inkml:trace>
  <inkml:trace contextRef="#ctx0" brushRef="#br0" timeOffset="66931.135">772 2848,'-14'-2,"-9"1,-4 8,-8 12,-7 16,-9 18,-13 19,-10 14,-10 12,-3 2,3-2,10-9,17-14,21-21,16-19</inkml:trace>
  <inkml:trace contextRef="#ctx0" brushRef="#br0" timeOffset="67343.509">1026 3490,'0'9,"-2"0,1 0,1 0,0 0,0 0,1 0,0 0,0 0,1 0,0 0,1 0,0-1,0 1,1-1,0 0,0 0,1 0,0-1,1 0,-1 0,2 1,4-2,0-1,0 1,0-2,1 0,0 0,-1-1,1 0,0-1,1-1,-1 0,0 0,0-1,1-1,-1 0,0-1,0 0,0-1,0 0,0-1,-1 0,0-1,0 0,0-1,0 0,-1-1,0 0,8-7,-13 10,1 0,-1-1,-1 1,1-1,-1 0,0 0,0-1,0 1,-1-1,0 1,0-1,0 0,-1-1,0 1,0 0,0-1,-1 1,0 0,-1-1,1 0,-1 1,0-1,-1 1,1-1,-1 1,-1-1,1 1,-1 0,0-1,-1 1,1 0,-1 0,-1 1,-1-5,-3 2,0 1,0 0,-1 0,1 0,-1 1,-1 0,1 1,-1 0,0 1,0 0,-1 0,1 1,-1 0,1 1,-1 0,0 1,0 0,0 1,0 0,0 1,0 0,1 1,-1 0,0 0,1 1,-1 1,1 0,0 0,0 1,1 0,-1 1,1 0,0 0,-3 4,-2 3,1 0,0 1,0 0,2 2,0-1,0 1,-3 9,-22 44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1:35.6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 1076,'15'-22,"-2"-1,0 0,-2-1,0-1,-2 1,-1-2,-1 1,-1-1,-1 0,-1 0,-2-1,0 1,-2-1,1 17,0-1,-1 1,-1-1,1 1,-2-1,1 1,-2-1,1 1,-1 0,-1 0,0 0,0 1,-1-1,0 1,-1 0,0 0,0 1,-8-8,13 15,-1 1,1-1,-1 0,1 1,-1-1,0 1,1-1,-1 1,0 0,1 0,-1 0,0 0,0 0,1 0,-1 0,0 1,1-1,-1 0,0 1,1-1,-1 1,1 0,-1 0,1 0,-1-1,1 1,0 0,-1 1,1-1,0 0,0 0,0 1,0-1,0 0,0 1,0-1,0 1,0-1,1 1,-1-1,1 1,-1 0,1-1,0 1,-1 0,1-1,0 1,0 0,0 0,0-1,1 1,-1 0,0-1,1 1,-1 0,1-1,0 1,-1-1,1 1,0-1,0 1,0-1,0 0,0 1,0-1,0 0,1 0,0 1,12 7,0-2,0 0,1 0,0-1,0-1,0-1,1 0,-1-1,14 1,7 3,-16-3,6 0,-1 2,0 1,0 0,0 2,12 7,-32-13,1 0,-1 0,0 0,1 1,-2 0,1 0,0 0,-1 1,0-1,0 1,0 0,-1 0,1 1,-1-1,-1 1,1-1,-1 1,0 0,0 0,0 0,-1 0,0 0,0 0,-1 0,0 5,-23 128,22-137,1-1,0 1,0 0,0 0,0 0,0-1,0 1,0 0,1 0,-1 0,1-1,-1 1,1 0,0-1,-1 1,1-1,0 1,0 0,0-1,0 0,1 1,-1-1,0 0,1 0,-1 1,0-1,1 0,-1 0,1-1,0 1,-1 0,1 0,0-1,-1 1,1-1,0 0,1 1,71-1,-58-2,1-1,0 0,-1-1,0-1,0-1,0 0,-1-1,0-1,0 0,-1-1,0 0,0-2,-1 1,0-2,-1 1,-1-2,0 0,3-5,-11 16,-1-1,0 0,0 0,0 0,-1 0,1-1,-1 1,1 0,-1-1,0 1,-1-1,1 1,0-1,-1 1,0-1,0 1,0-1,0 0,-1 1,1-1,-1 1,0-1,0 1,0 0,-1-1,1 1,-1 0,1 0,-1 0,0 0,-1 0,1 0,0 0,-1 1,1-1,-1 1,0 0,0 0,0 0,0 0,0 0,0 1,-1-1,0 1,0 0,-1 1,1 0,-1 0,1 0,-1 0,1 1,-1 0,1 0,-1 0,1 0,0 1,-1-1,1 1,0 0,0 1,0-1,1 1,-1-1,1 1,-1 0,1 1,0-1,0 0,0 1,1 0,-1 0,1 0,0 0,0 0,0 0,0 0,1 1,0-1,0 0,0 1,0-1,1 1,0-1,0 1,0 0,0-1,1 1,0-1,0 1,0-1,0 0,1 1,0-1,2 6,0 0,1-1,1 0,-1 0,2 0,-1-1,1 0,0 0,1-1,-1 0,2 0,-1 0,1-1,0-1,0 0,1 1,12 4,0 0,0-1,1-2,0 0,1-1,11 0,16 1</inkml:trace>
  <inkml:trace contextRef="#ctx0" brushRef="#br0" timeOffset="571.497">1101 621,'7'-4,"1"1,0 0,0 0,0 0,0 1,0 1,1-1,-1 1,1 1,-1-1,1 2,-1-1,1 1,-1 0,0 1,0 0,1 0,-1 1,0 0,-1 0,1 1,-1 0,1 0,-1 1,0-1,-1 2,1-1,-1 1,2 2,0 2,0 1,0-1,-1 1,0 1,-1 0,0-1,-1 2,0-1,-1 1,-1-1,0 1,-1 0,0 0,-1 0,0 1,-1-1,0 0,-2 10,-5 28,-3-1,-1 0,-2-1,-7 10,15-43,-7 23,-30 129,41-164,0 1,0 0,1 0,0 0,0 0,0-1,1 1,-1 0,1 0,0 0,1-1,-1 1,1 0,0-1,0 0,0 1,1-1,0 0,-1 0,1 0,1-1,-1 1,0-1,1 1,0-1,0 0,0-1,0 1,0-1,1 1,-1-2,2 2,1-1,0-1,-1 0,1 0,0-1,0 1,0-2,0 1,-1-1,1 0,0 0,0 0,-1-1,1-1,-1 1,1-1,-1 0,0 0,0 0,0-1,-1 0,1 0,-1-1,0 0,0 0,-1 0,0 0,1-1,-2 1,1-1,-1 0,0 0,0-1,0 1,-1 0,0-1,0 0,-1 1,0-1,0 0,0 0,-1-2,-2-11,0 0,-2 1,0-1,-1 1,-1 0,0 0,-2 0,0 1,-1 0,-1 1,-1 0,0 1,-1 0,-1 0,0 1,-1 1,-1 1,0 0,-1 0,-6-2,-13-9,-1 2,0 1,-28-10,24 11,34 11,23 8,-15 1,517-9,-328 2,-175 7,-26 4,-1 0,7-2,-1-1,0 1,1-1,-1 1,1 1,0-1,0 1,0-1,0 1,0 0,0 1,1-1,-1 1,1-1,0 1,0 0,1 0,-1 0,1 1,0-1,0 1,0-1,1 1,-1-1,1 1,0 0,0 0,1 0,0 0,0 0,0-1,0 1,1 0,-1 0,1 0,1-1,-1 1,2 3,5 3,1-1,0 0,0-1,1 0,0 0,1-1,0 0,0-1,0 0,1-1,0 0,1-1,-1-1,1 1,0-2,0 0,0-1,9 1,22 2</inkml:trace>
  <inkml:trace contextRef="#ctx0" brushRef="#br0" timeOffset="822.853">1943 434,'6'21,"20"17,3 3</inkml:trace>
  <inkml:trace contextRef="#ctx0" brushRef="#br0" timeOffset="1509.019">2598 821,'-58'-45,"44"32,0 1,-1 1,-1 0,0 1,-1 1,1 0,-18-5,32 13,-1 0,-1 0,1 1,0 0,0-1,0 1,0 0,0 0,0 1,0-1,0 1,0 0,0-1,0 1,0 1,0-1,0 0,1 1,-1-1,0 1,1 0,-1 0,1 0,0 0,0 0,0 0,0 1,0-1,0 1,0 0,1-1,-1 1,1 0,0 0,-28 104,27-97,0 0,1 0,0 0,0 0,1 0,1-1,0 1,0 0,1 0,0 0,0-1,1 1,1-1,0 0,0 0,0 0,1 0,1-1,0 0,0 0,0 0,1-1,0 0,0 0,1-1,0 1,5 2,-5-6,-1 0,1-1,-1 0,1 0,0 0,0-1,0-1,0 1,0-1,0 0,0-1,0 0,0 0,0-1,0 0,0 0,-1-1,1 0,-1 0,0-1,0 0,0 0,0-1,-1 0,0 0,0 0,0-1,0 0,-1 0,0 0,0-1,0-1,10-20,-2 0,0-1,-2-1,-2 0,0-1,-2 1,-1-1,-2-1,-1 1,-1-1,-2-3,2 1,20-347,-22 367,1 10,-1 0,1 0,-1 0,0 0,0-1,-1 1,1 0,-1 0,0 0,0 0,0 0,-1 0,1 0,-2-1,-12 9,8 4,2 1,-1 0,1 0,1 0,-1 0,2 1,-1-1,0 6,2-9,-20 67,4 1,3 1,4 0,2 1,4 0,4 38,0-100,0 0,1 0,0 0,2 0,-1 0,2 0,0 0,0 0,1-1,1 0,0 0,1 0,0 0,1-1,7 9,-6-16,0-1,0 0,1 0,-1-1,1 0,-1-1,1 1,0-2,0 1,0-1,0-1,0 0,0 0,0-1,0 0,0 0,0-1,0 0,0-1,-1 0,1 0,-1-1,0 0,0 0,4-4,2 1,-1 0,-1-1,1-1,-2 1,1-2,-1 0,0 0,-1-1,-1-1,1 1,-2-2,0 1,0-1,-1 0,-1-1,1-1,-1-9,-6 24,-1 1,1-1,0 0,0 0,0 1,0-1,0 0,-1 0,1 0,0 0,0 1,0-1,-1 0,1 0,0 0,0 0,-1 0,1 1,0-1,0 0,-1 0,1 0,0 0,0 0,-1 0,1 0,0 0,0 0,-1 0,1 0,0 0,0 0,-1 0,1 0,0-1,0 1,-1 0,1 0,0 0,0 0,-1 0,1 0,0-1,0 1,0 0,-6 10,1 0,0 0,1 1,0-1,1 1,0 0,0 0,1 0,1 0,0 1,1-1,0 0,0 1,1-1,1 0,0 0,0 0,2 3,-2-11,0 1,0-1,0 1,1-1,0 0,-1 0,1 0,0 0,1-1,-1 1,0-1,1 1,-1-1,1 0,0-1,0 1,-1-1,1 0,0 1,0-2,0 1,1 0,-1-1,0 0,4 0,1 0,-1-1,1 0,0-1,-1 0,1 0,-1 0,0-1,0-1,0 1,0-1,6-5,-2 0,-1-1,0-1,-1 0,0-1,0 1,-1-2,-1 1,0-1,-1-1,-1 1,0-1,0-1,-2 1,0 0,0-1,-1 0,-1 0,0-10,-7-25,5 50,-1-1,1 1,-1-1,1 1,-1 0,1 0,-1-1,1 1,-1 0,0 0,1 0,-1 0,1 0,-1-1,0 1,1 0,-1 1,1-1,-1 0,0 0,1 0,-1 0,1 0,-1 0,0 1,1-1,-1 0,1 1,-1-1,1 0,-1 1,1-1,-1 0,1 1,0-1,-1 1,1-1,-1 1,1-1,0 1,0-1,-1 1,1-1,0 1,0 0,-1-1,1 1,-5 8,-1 0,1 0,1 1,0-1,0 1,1 0,0 0,0 0,1 1,1-1,0 0,0 1,1-1,0 1,1-1,0 0,1 1,0-1,1 0,3 8,-2-8,1-1,1 0,0-1,0 0,1 1,0-2,0 1,1-1,0 0,0-1,1 0,-1 0,1-1,1 0,-1 0,1-1,18 7,-1-1,1-2,1-1,0-1,4 0,57 4,-9-4</inkml:trace>
  <inkml:trace contextRef="#ctx0" brushRef="#br0" timeOffset="2392.642">3988 902,'-16'-9,"0"1,0 0,0 1,-1 1,0 1,0 0,-8 0,19 4,-1 0,1 0,0 1,0 0,-1 0,1 1,0-1,0 1,-1 1,1-1,0 1,0 0,1 1,-1-1,0 1,1 0,-1 0,1 1,0 0,0 0,1 0,-3 2,2 2,-1-1,1 0,0 1,1 0,0 0,0 0,1 1,0-1,1 1,0 0,0 0,0 0,1 0,1 5,-1-9,1 1,0-1,1 0,-1 1,1-1,0 0,0 0,1 0,-1 0,1 0,0 0,1 0,-1 0,1-1,0 1,0-1,0 0,1 0,-1 0,1 0,0-1,0 0,1 1,-1-1,2 0,3 0,0 0,0 0,0-1,1-1,-1 1,0-1,1-1,-1 0,1 0,-1-1,1 0,-1-1,0 0,1 0,-1-1,0 0,0-1,-1 0,1 0,-1-1,0 0,0 0,-1-1,1 0,-1-1,-1 1,1-1,-1-1,0 1,-1-1,0 0,0 0,0-1,-1 1,-1-1,12-65,-18 135,4-54,1 0,-1 0,1 0,1 0,-1 0,1 0,0 0,0-1,1 0,0 0,0 0,1 0,0 0,0-1,0 0,0 0,1 0,0-1,0 0,0 0,0 0,1-1,-1 0,1 0,6 1,2 1,0-1,1-1,-1 0,1-1,0-1,-1 0,1-1,0-1,0 0,-1-1,12-3,-13 1,0 0,0-1,0 0,-1-2,0 1,0-1,0-1,-1 0,0-1,-1 0,0-1,0-1,-1 1,-1-1,0-1,0 0,-1 0,0-1,-1 0,-1 0,0-1,-1 1,1-6,11-49,-3-1,-4-1,-2 1,-3-1,-4-16,0 63,4-326,-6 336,2 7,-1-1,0 1,0-1,-1 1,1-1,-1 1,-1-1,0 1,1 0,-2 0,1 0,-1 0,0 0,-2-3,3 8,0 1,-1-1,1 0,0 1,0 0,-1-1,1 1,0 0,-1 0,1 1,0-1,-1 0,1 1,0-1,-1 1,1 0,0 0,0 0,0 0,0 0,0 0,0 0,0 1,0-1,1 1,-1-1,0 1,1 0,-1 0,1 0,0 0,-1 0,1 1,-29 33,2 1,1 1,2 2,1 0,3 2,1 0,2 1,0 8,0-1,3 1,2 1,1 1,3 5,6-33,1 0,1 0,1 0,1-1,1 1,1 0,1-1,2 1,7 20,-8-33,0-1,0 0,1 0,0 0,1-1,0 0,1 0,0-1,1 0,0 0,0-1,0 0,1 0,1-1,-1-1,1 0,0 0,1-1,-1-1,1 0,0 0,0-1,0-1,0 0,0 0,1-1,-1-1,1 0,-1-1,0 0,2-1,0-1,0 0,0 0,-1-2,1 0,-1 0,0-1,0-1,-1 0,1-1,-2 0,1-1,-1 0,-1-1,1 0,-2 0,1-1,-2-1,1 0,-2 0,1 0,-2-1,0 0,2-6,-11 26,0 1,1-1,0 0,0 1,1-1,-1 1,2 0,-1-1,1 1,0 0,1 0,0-1,0 1,1-1,0 1,0-1,1 0,-1 1,2-1,-1-1,1 1,0 0,0-1,1 0,0 0,0 0,0-1,1 1,0-1,6 4,-7-7,0 1,0 0,0-1,0 0,1 0,-1-1,1 0,0 0,-1 0,1 0,0-1,-1 0,1 0,0-1,-1 1,1-1,0 0,-1-1,1 0,-1 1,0-2,1 1,-1-1,0 1,-1-1,1-1,0 1,-1-1,0 0,0 0,0 0,0 0,0-1,-1 1,0-1,0 0,0 0,0-3,0 0,-1 0,-1 0,0-1,0 1,0 0,-1 0,0-1,-1 1,0 0,0 0,-1 0,0 0,0 0,-1 0,0 0,0 1,-1-1,0 1,0 0,-1 0,0 0,0 1,0 0,-1 0,0 0,0 1,-1-1,0 2,1-1,-2 1,1 0,0 0,-1 1,0 0,1 0,-1 1,0 0,-1 0,1 1,-5 0,4 1,-1 0,1 0,0 1,0 1,0-1,0 1,0 1,0 0,1 0,-1 1,1 0,0 0,0 1,0 0,1 0,-1 1,1 0,1 0,-1 1,1 0,0 0,1 0,0 1,0 0,0 0,1 0,0 1,1-1,0 1,0 0,1 0,0 2,2-7,0 1,0-1,1 1,-1-1,1 1,0-1,1 0,-1 1,1-1,0 0,0 0,0 0,0 0,1 0,-1-1,1 1,0-1,0 0,1 1,-1-1,1-1,-1 1,1 0,0-1,0 0,0 0,0 0,0-1,0 1,1-1,-1 0,1 0,1 0,36 7</inkml:trace>
  <inkml:trace contextRef="#ctx0" brushRef="#br0" timeOffset="2637.986">5191 434,'-18'-11,"-13"-2,-6 11,0 14,2 17,9 15,7 11,8-4</inkml:trace>
  <inkml:trace contextRef="#ctx0" brushRef="#br0" timeOffset="2902.8">5218 1102,'20'12,"17"5,10 0,9-2,8-5,10-10,3-12,-11-4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1:08.9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82 446,'8'-203,"-6"193,0 22,-2 69,-4 1,-3-1,-7 18,-17 88,26-172,3-28,42-241,33-179,-50 349,-22 83,-1 1,1 0,-1-1,0 1,1-1,-1 1,1 0,-1-1,1 1,-1 0,1 0,0-1,-1 1,1 0,-1 0,1 0,-1 0,1-1,0 1,-1 0,1 0,-1 0,1 0,-1 1,1-1,0 0,-1 0,1 0,-1 0,1 1,-1-1,1 0,-1 0,1 1,-1-1,1 0,-1 1,1-1,-1 1,1-1,-1 1,0-1,1 1,-1-1,0 1,0-1,1 1,-1-1,0 1,0-1,0 1,1-1,-1 1,0 0,0-1,0 1,0-1,0 1,0 0,0-1,0 1,-1-1,1 1,0-1,15 49,-2 1,-2-1,1 29,-4-26,3 7,8 48,-4 0,0 107,-28-126,1-60</inkml:trace>
  <inkml:trace contextRef="#ctx0" brushRef="#br0" timeOffset="583.415">1 620,'39'-3,"0"-1,-1-2,0-2,0-1,27-12,29-8,-2-4,-1-3,-2-5,4-7,-78 39,1 0,-2-2,1 1,-1-2,-1 0,0 0,-1-2,2-2,-10 11,0 0,-1 0,0 0,0 0,0 0,-1-1,0 1,0-1,0 0,-1 1,0-1,0 0,0 0,-1 0,0 0,0 0,0 0,-1 0,0 1,0-1,-1 0,1 0,-1 1,0-1,-1 1,0-2,0 1,0 1,0 0,0-1,-1 1,1 1,-1-1,0 1,-1-1,1 1,-1 0,0 1,0-1,0 1,0 0,-1 0,1 0,-1 1,0 0,0 0,1 1,-1 0,0-1,-1 2,1-1,0 1,0 0,0 0,0 1,0 0,0 0,0 0,0 1,0 0,-3 1,-2 6,-1 1,1 1,1 0,0 0,1 0,0 2,0-1,1 1,1 0,0 0,1 1,1 0,0 0,1 1,0-1,0 9,-2 0,1 2,2-1,0 0,1 1,2-1,1 0,0 1,2-1,1 0,1 0,0 0,2 0,1-1,1 0,1-1,6 10,-13-25,1 0,0-1,0 1,0-1,1 0,0 0,0 0,0-1,1 0,-1 0,1 0,1-1,-1 0,1 0,-1 0,1-1,0 0,0 0,1-1,-1 0,0 0,1-1,0 0,-1 0,1-1,-1 0,1 0,0-1,-1 0,1 0,-1 0,1-2,8-3,-1-2,0 0,0-1,-1 0,0-2,-1 1,0-1,-1-1,0-1,-1 1,0-2,-1 1,-1-2,0 1,-1-1,0 0,1-5,6-48,-15 66,0 0,0 0,0 0,0 0,0 0,-1 0,1 0,0 0,-1 0,0 0,1 0,-1 0,0 0,0 1,0-1,0 0,-1 0,1 1,0-1,-1 1,1-1,-1 1,1 0,-1 0,0-1,1 1,-1 0,0 1,0-1,0 0,0 0,0 1,-3-1,-1 0,1 1,0 0,-1 0,1 0,0 1,-1-1,1 1,0 1,0-1,0 1,0 0,0 0,0 0,0 1,0-1,1 1,0 0,-3 3,-69 76,71-76,1 0,0 0,0 0,1 1,-1-1,2 1,-1 0,1 0,0 0,0 0,1 1,-1-1,2 0,-1 1,1-1,0 0,1 1,0-1,0 0,1 0,-1 1,1-1,1 0,0-1,0 1,4 6,2-5,0 0,1-1,0 0,0 0,1-1,0-1,0 1,0-2,0 0,1 0,0-1,0-1,0 1,0-2,0 0,0-1,0 0,1 0,9-3,49-1</inkml:trace>
  <inkml:trace contextRef="#ctx0" brushRef="#br0" timeOffset="1116.518">1419 500,'-5'-2,"-1"0,1 1,0 0,0 0,-1 1,1-1,-1 1,1 0,0 0,-1 1,1 0,0 0,-1 0,1 0,0 1,0 0,0 0,0 1,1-1,-1 1,0 0,1 0,0 0,0 1,-1 0,-6 6,1 1,0-1,0 2,1-1,1 1,0 1,0-1,-3 11,-9 59,20-80,0 1,0-1,1 0,-1 0,0 0,1 1,-1-1,1 0,0 0,0 0,0 0,0 0,0 0,0 0,0 0,1-1,-1 1,1 0,-1-1,1 1,0-1,0 0,0 1,-1-1,1 0,0 0,0 0,1 0,-1 0,0-1,0 1,0-1,0 1,1-1,-1 0,1 0,7-1,1 0,-1-1,0-1,1 0,-1 0,0-1,-1 0,1 0,-1-1,0-1,0 1,0-2,-1 1,0-1,0 0,0-1,-1 0,-1 0,1 0,-1-1,-1 0,1 0,-2-1,3-4,29-107,-39 263,6-1,17 105,-8-162,-1-10,-3 1,-3 1,-4 55,-2-114,-1-1,0 1,-2-1,0 0,0 0,-2 0,-3 6,7-16,-1 0,0 0,-1-1,0 1,0-1,0 0,0 0,-1 0,1 0,-1-1,-1 0,1 0,0-1,-1 1,0-1,0 0,0-1,0 1,-6 0,4-1,-1-1,0 0,0 0,0-1,0-1,0 1,0-1,0-1,0 0,1 0,-1 0,1-1,-1-1,1 0,0 0,0 0,-6-6,-2 0,2-2,-1 0,1 0,1-1,0-1,1 0,1-1,-2-3,7 10,0-1,0 0,0 0,1 0,0 0,1-1,0 1,1-1,0 0,0-1,1 1,1 0,-1-1,2 1,-1-1,2 1,-1-1,1 1,1 0,0-1,0 1,1 0,1 0,-1 0,1 1,1-1,0 1,6-8,6-2,2 2,0 0,1 1,1 1,0 0,1 2,0 1,22-9,40-18</inkml:trace>
  <inkml:trace contextRef="#ctx0" brushRef="#br0" timeOffset="1538.389">2368 312,'11'16,"11"14,11 12,8 7,7 4,2 3,-1 1,-4-3,-8-1,-7-3,-9-6,-8-7,-11-8,-6-9</inkml:trace>
  <inkml:trace contextRef="#ctx0" brushRef="#br0" timeOffset="1783.249">2782 312,'-14'-2,"-11"3,-8 9,-8 14,-5 17,-5 19,-2 15,0 12,8 6,11-1,12-5,11-11,8-17</inkml:trace>
  <inkml:trace contextRef="#ctx0" brushRef="#br0" timeOffset="2250.808">3022 794,'24'-8,"0"1,0 1,0 2,0 0,1 1,-1 2,15 1,36 12,-73-11,0 0,1 0,-1 0,0 0,0 1,0-1,0 1,0-1,0 1,0 0,-1-1,1 1,0 0,-1 0,0 0,1 1,-1-1,0 0,0 0,0 1,0-1,-1 0,1 1,-1-1,1 1,-1-1,0 1,0 2,-2 5,-1-1,0 1,0 0,-1-1,0 0,-1 0,0 0,0 0,-1-1,0 0,-1 0,0 0,0-1,0 0,6-7,-158 149,158-149,0 1,0-1,0 1,0-1,0 0,1 1,-1-1,0 1,0 0,0-1,1 1,-1 0,0-1,1 1,-1 0,1 0,-1-1,1 1,-1 0,1 0,-1 0,1 0,0 0,0 0,-1 0,1 0,0 0,0 0,0-1,0 1,0 0,0 0,0 0,0 0,1 0,-1 0,0 0,1 0,-1 0,0 0,1 0,-1-1,1 1,-1 0,1 0,0 0,-1-1,1 1,0 0,-1-1,1 1,0-1,0 1,0-1,0 1,-1-1,1 1,0-1,0 0,0 0,0 1,0-1,0 0,26 3,-1-1,1-2,-1 0,1-2,-1 0,27-7,-32 5,216-47,-171 33</inkml:trace>
  <inkml:trace contextRef="#ctx0" brushRef="#br0" timeOffset="2555.993">3825 500,'11'9,"13"5,14 3,14-2,12-3,11-4,8-3,4-3,-1-1,-4-1,-7-3,-7-1,-11-2,-15 1</inkml:trace>
  <inkml:trace contextRef="#ctx0" brushRef="#br0" timeOffset="2886.111">4293 352,'57'9,"-12"9,-1 2,-1 2,-1 1,-1 3,-1 1,26 24,-53-42,-1 0,0 1,-1 1,0-1,-1 2,0-1,-1 1,0 1,-1 0,0 0,4 12,-11-22,0 0,0 0,-1 0,1 1,-1-1,0 0,0 0,0 0,-1 0,1 0,-1 0,0 0,1 0,-1 0,-1 0,1 0,0 0,-1 0,1-1,-1 1,0-1,0 1,0-1,0 0,0 1,-1-1,0 1,-75 42,77-45,-144 65,129-55</inkml:trace>
  <inkml:trace contextRef="#ctx0" brushRef="#br0" timeOffset="4650.472">2033 299,'-7'3,"-1"1,1 0,0 1,0 0,1 0,0 0,-1 1,2 0,-1 0,1 1,0-1,0 1,1 0,0 0,0 1,-1 3,-7 18,1 1,1 0,2 0,1 1,1-1,2 2,1-1,1 0,2 1,1 7,0-11,1 0,1 0,2 0,0-1,2 1,1-2,1 1,1-1,2 0,0-1,2 0,0-1,2-1,1-1,18 20,22 14,44 54,-97-103,-1 0,1-1,-1 1,-1 1,0-1,0 0,0 1,-1-1,0 1,0-1,0 1,-1 0,-1-1,1 1,-1 0,-1-1,1 1,-1-1,-1 0,1 0,-1 0,0 0,-3 4,-7 12,-1-1,-1 0,-1-1,-1 0,-1-2,-3 2,-39 40,60-60,-1-1,0 0,1 0,-1 1,1-1,-1 1,1-1,0 1,-1-1,1 1,-1-1,1 1,0-1,-1 1,1-1,0 1,0-1,-1 1,1 0,0-1,0 1,0-1,0 1,0 0,0-1,0 1,0-1,0 1,0 0,0-1,0 1,0 0,1-1,-1 1,0-1,0 1,1-1,-1 1,0-1,1 1,-1-1,0 1,1-1,-1 1,1-1,-1 1,1-1,-1 0,1 1,-1-1,1 0,0 1,-1-1,1 0,-1 0,1 0,-1 0,2 1,42 2,-35-3,-3-1,0 0,1 0,-1 1,0-1,0 2,0-1,0 1,0 0,0 0,0 0,0 1,0 0,0 0,-1 1,1-1,-1 1,1 0,-1 1,0-1,0 1,-1 0,1 1,-1-1,0 1,0-1,-1 1,1 1,-1-1,0 0,0 1,0 0,-1 13,0 0,-1 1,-1-1,0 0,-2 0,0 0,-2 0,0 0,0 0,-2-1,-1 1,7-19,-81 244,42-138,5 2,4 5,26-103,1 0,0 1,1-1,0 0,1 1,0 0,0-1,1 1,1 0,0-1,0 1,1 0,0-1,1 0,0 1,1-1,0 0,1-1,0 1,0-1,1 0,0 0,0-1,1 0,3 3,31 14</inkml:trace>
  <inkml:trace contextRef="#ctx0" brushRef="#br0" timeOffset="3405.727">5349 299,'-8'65,"-3"0,-2-1,-4 0,-2-1,-2-1,-5 2,-53 90,61-134,18-20,0 0,0-1,0 1,0 0,1 0,-1-1,0 1,0 0,0-1,0 1,0-1,0 1,0 0,0-1,0 1,0 0,0-1,-1 1,1 0,0 0,0-1,0 1,0 0,0-1,-1 1,1 0,0-1,0 1,-1 0,1 0,0 0,0-1,-1 1,1 0,0 0,0 0,-1-1,1 1,0 0,-1 0,1 0,0 0,-1 0,1 0,0 0,-1 0,1 0,0 0,-1 0,1 0,0 0,-1 0,1 0,0 0,-1 0,1 0,0 1,-1-1,1 0,0 0,-1 0,1 0,0 1,0-1,-1 0,1 0,0 1,0-1,-1 0,3-14,0-1,1 1,0-1,1 1,1 0,6-11,-2-1,212-554,-207 539,-14 41,0 1,1-1,-1 0,0 0,1 1,-1-1,0 0,0 0,1 1,-1-1,0 0,1 0,-1 0,1 0,-1 0,0 0,1 1,-1-1,0 0,1 0,-1 0,0 0,1 0,-1 0,1-1,-1 1,0 0,1 0,-1 0,0 0,1 0,-1 0,0-1,1 1,-1 0,0 0,1-1,-1 1,0 0,0 0,1-1,7 42,41 148,-20-122,3-2,30 44,-34-66,-3 2,-2 1,-1 1,-3 1,-1 1,0 14,-16-58,-1-3,-1 0,1 1,0-1,0 0,-1 1,0-1,1 0,-1 1,0-1,0 1,0-1,0 1,-1-1,1 0,-1 1,0-1,1 0,-1 1,0-1,0 0,0 0,-1 0,1 0,-1 2,-10 1</inkml:trace>
  <inkml:trace contextRef="#ctx0" brushRef="#br0" timeOffset="3651.592">5255 674,'18'-5,"22"-1,25-2,21-5,20-1,11-2,5 3,-8 3,-23 3</inkml:trace>
  <inkml:trace contextRef="#ctx0" brushRef="#br0" timeOffset="5721.702">2649 1889,'6'16,"10"17,9 11,8 10,9 5,6 2,4-3,2-3,-4-5,-5-7,-9-7,-7-8,-10-10</inkml:trace>
  <inkml:trace contextRef="#ctx0" brushRef="#br0" timeOffset="5968.044">3076 1850,'-16'7,"-14"8,-11 17,-10 15,-6 14,-2 12,1 8,2 1,9-2,12-8,12-13,11-18</inkml:trace>
  <inkml:trace contextRef="#ctx0" brushRef="#br0" timeOffset="6219.915">3237 2438,'-1'6,"0"0,1 1,-1-1,2 0,-1 0,1 0,0 1,0-1,0 0,1 0,0 0,0 0,1-1,-1 1,1-1,1 1,-1-1,1 0,0 0,0 0,0-1,0 0,1 0,0 0,0 0,0 0,0-1,1 0,0 0,-1-1,1 0,0 0,0 0,0 0,4 0,3-3,1 1,-1-2,0 0,-1 0,1-1,0-1,-1 0,0-1,0 0,0-1,0 0,-1-1,0 0,-1-1,1 0,-2-1,1 0,3-5,-10 11,0 0,0-1,0 1,0 0,-1-1,0 0,0 0,0 1,0-1,0 0,-1 0,0-1,0 1,0 0,0 0,-1 0,0-1,1 1,-2 0,1-1,0 1,-1 0,0 0,0-1,0 1,0 0,-1 0,0 0,0 0,0 1,0-1,0 0,-1 1,1-1,-1 1,-1-1,-4-2,0 0,-1 0,1 0,-1 1,0 1,-1 0,1 0,-1 0,0 1,0 1,0 0,0 0,0 1,0 0,0 1,-1 0,1 0,0 1,0 1,0 0,0 0,0 1,0 0,1 1,-1 0,1 0,0 1,0 0,1 1,-1 0,1 0,0 1,1 0,0 0,0 1,-1 1,6-6,0 0,0 0,0 0,0 0,1 1,-1-1,1 0,0 1,0-1,0 1,0 0,0-1,1 1,0 0,0-1,0 1,0 0,0-1,1 1,0-1,0 1,0 0,0-1,0 0,1 1,-1-1,1 0,0 0,0 1,0-2,1 1,-1 0,1 0,29 24</inkml:trace>
  <inkml:trace contextRef="#ctx0" brushRef="#br0" timeOffset="6450.297">4186 2090,'22'3,"24"2,20 3,17 3,10-1,5 0,0-2,-5 1,-10-2,-15-2,-18-2</inkml:trace>
  <inkml:trace contextRef="#ctx0" brushRef="#br0" timeOffset="6754.44">4827 1889,'1'3,"-1"-1,1 1,0-1,0 1,0-1,0 0,0 1,0-1,1 0,-1 0,1 0,0 0,0 0,-1 0,1 0,0-1,2 2,-3-2,116 75,-102-70,0 1,-1 1,0 1,0 0,-1 1,0 0,-1 1,0 0,-1 1,0 0,-1 1,0 0,0 2,-7-8,-1-1,1 1,-2-1,1 1,-1-1,0 1,0 0,0 0,-1 0,0 0,-1-1,0 1,0 0,0 0,-1-1,0 1,0-1,0 1,-1-1,0 0,0 0,-1 0,0 0,0-1,-2 3,-12 14,-1-2,0 0,-2-1,0-1,-16 10,-67 42,64-46</inkml:trace>
  <inkml:trace contextRef="#ctx0" brushRef="#br0" timeOffset="7471.025">5443 1850,'-2'44,"2"-1,2 1,2 0,1-1,12 43,2 19,-15-81,1 6,-1-1,-1 1,-1 0,-2 0,-3 28,3-57,1 1,-1-1,0 1,0-1,0 1,0-1,-1 1,1-1,0 1,0-1,-1 1,1-1,-1 1,0-1,1 0,-1 1,0-1,0 0,0 1,0-1,0 0,0 0,0 0,0 0,0 0,0 0,-1 0,1-1,0 1,-1 0,1-1,0 1,-1-1,1 1,-1-1,1 0,-1 1,-1-1,-1-4,0 0,0-1,0 1,0-1,1 0,-1 0,1 0,1 0,-1-1,1 1,0-1,0 0,0 1,1-1,0 0,0-4,-1 3,-8-45,2-1,2-1,3 1,2-1,2 1,3 0,2-1,2 2,3-1,6-15,-14 54,0-1,2 1,-1 0,2 0,0 0,0 1,1 0,1 0,0 0,1 1,0 1,1-1,0 2,2-1,-10 9,0 1,1 0,-1 0,1-1,-1 2,1-1,-1 0,1 0,0 1,-1-1,1 1,0 0,-1 0,1 0,0 0,-1 0,1 1,0-1,-1 1,1 0,0 0,-1 0,1 0,-1 0,0 0,1 1,-1-1,0 1,0-1,0 1,0 0,0 0,0 0,1 2,46 82,-45-74,-1 0,-1 0,0 1,-1-1,0 0,0 1,-1-1,-1 1,0-1,-1 0,-1 0,1 1,-2-2,0 1,0 0,-1-1,-1 0,1 0,-2 0,0-1,0 1,-1-2,0 1,0-1,-1-1,-1 1,1-2,-2 1,-68 44,107-64,0 2,1 2,1 0,-1 2,21-1,-41 6,1 0,-1 1,0 0,1 0,-1 1,0 1,0-1,0 2,0-1,0 1,0 1,-1-1,1 1,-1 1,0 0,0 0,-1 0,1 1,-1 0,-1 1,4 3,-4-1,-1-1,0 1,-1-1,0 1,0 1,-1-1,-1 0,1 1,-1 0,-1-1,0 1,0 0,-1 0,0 0,-1 0,0-1,-1 1,0 0,0-1,-1 1,0-1,-1 0,0 0,0 0,-1 0,0-1,0 0,-1 0,0 0,-1-1,0 0,0 0,0 0,-3 0,-4 6,-1 0,0-2,0 0,-2 0,1-2,-1 0,0-1,-1 0,0-2,0 0,-1-1,1-1,-5 0,20-3,-1 0,0-1,-1 1,1-1,0 0,0 0,0 0,0-1,0 1,0-1,0 0,0 0,1-1,-1 1,0-1,0 0,1 0,-1 0,3 0,1 1,-1 0,1-1,-1 1,1 0,0-1,0 1,-1-1,1 1,0-1,1 1,-1 0,0-1,0 1,0-1,1 1,-1 0,1-1,-1 1,1 0,0-1,-1 1,1 0,0 0,0 0,0 0,0 0,0 0,0 0,0 0,0 0,0 0,1 0,-1 1,0-1,0 0,1 1,-1-1,1 1,30-19,2 1</inkml:trace>
  <inkml:trace contextRef="#ctx0" brushRef="#br0" timeOffset="7720.872">6284 2425,'3'-16,"0"-5</inkml:trace>
  <inkml:trace contextRef="#ctx0" brushRef="#br0" timeOffset="19758.43">1138 4230,'0'-80,"4"0,3 1,11-42,-4 81,-9 48,-2 101,-5-81,-7 95,0 138,14-204,3-12</inkml:trace>
  <inkml:trace contextRef="#ctx0" brushRef="#br0" timeOffset="20585.678">2074 3936,'18'2,"20"1,16 0,16-1,10 0,4-1,-1-1,-5 0,-11 3,-15 2,-14 0,-16 0,-13-1,-9 1,-2-1,-1 0</inkml:trace>
  <inkml:trace contextRef="#ctx0" brushRef="#br0" timeOffset="19169.003">148 3655,'3'-5,"7"4,8 10,14 13,14 12,13 12,8 9,6 4,0 2,-6-4,-7-4,-10-6,-10-10,-15-10,-12-10</inkml:trace>
  <inkml:trace contextRef="#ctx0" brushRef="#br0" timeOffset="19424.321">683 3507,'-18'12,"-13"14,-8 17,-4 17,-4 17,-3 13,0 9,0 7,3-2,6-7,9-19</inkml:trace>
  <inkml:trace contextRef="#ctx0" brushRef="#br0" timeOffset="22139.397">3664 3775,'0'16,"0"0,1 0,1 1,0-1,1-1,1 1,1 0,0-1,1 0,0 0,1-1,1 1,1-1,0-1,0 0,1 0,1-1,0 0,-2-3,0 0,1 0,0-1,1 0,0-1,0 0,0-1,1 0,0-1,5 2,-16-7,1 1,-1-1,0 1,0-1,0 0,0 0,1 0,-1 0,0 1,0-2,0 1,0 0,1 0,-1 0,0 0,0-1,0 1,0-1,0 1,0-1,0 1,0-1,0 1,0-1,0 0,0 0,0 1,0-1,0 0,-1 0,1 0,0 0,-1 0,1 0,0 0,-1 0,0 0,1 0,-1-1,5-50,-5 42,-6-300,12 280,-5 30,-1-1,0 1,1-1,-1 1,1 0,-1-1,1 1,-1 0,1-1,-1 1,1 0,-1 0,1 0,-1-1,1 1,-1 0,1 0,-1 0,1 0,0 0,-1 0,1 0,-1 0,1 0,-1 0,1 1,0-1,-1 0,1 0,-1 0,1 1,-1-1,1 0,-1 1,1-1,-1 0,0 1,1-1,-1 0,1 1,-1-1,0 1,1-1,-1 1,0-1,0 1,1 0,15 17,1 3</inkml:trace>
  <inkml:trace contextRef="#ctx0" brushRef="#br0" timeOffset="23735.7">4440 3922,'-9'-6,"0"1,-1 0,1 1,-1 0,0 1,0 0,-1 1,1 0,-1 0,1 1,-1 1,1-1,-1 2,1-1,-1 2,1-1,-1 2,1-1,0 1,0 1,0-1,1 2,-1 0,1 0,0 0,0 1,1 0,0 1,0 0,0 1,1-1,0 1,-3 5,7-9,1-1,-1 1,1 0,0-1,0 1,0 0,1 0,-1 1,1-1,0 0,1 0,-1 1,0-1,1 0,0 1,0-1,1 1,-1-1,1 0,0 0,0 1,0-1,1 0,-1 0,1 0,0 0,0 0,1-1,-1 1,1 0,-1-1,1 0,0 0,1 0,-1 0,0 0,1-1,4 2,-1-1,1 0,0 0,0-1,0 0,0 0,0-1,1 0,-1-1,0 0,1 0,-1-1,0 0,1 0,4-2,-8 2,0-1,0 1,0-1,-1 0,1 0,-1 0,1-1,-1 0,0 0,0 0,0 0,0 0,-1-1,1 0,-1 0,0 0,0 0,0 0,-1-1,0 1,1-1,-2 1,1-1,0 0,-1 0,0 0,0-74,-2 117,3-8,18 75,-17-101,0-1,0 1,0-1,0 0,1 0,0 0,-1 0,1-1,0 1,0-1,0 0,0 0,1-1,-1 1,1-1,-1 0,1 0,-1 0,1-1,-1 1,1-1,0-1,-1 1,1 0,-1-1,1 0,-1 0,1 0,-1-1,0 0,2 0,38-4,-35 6,-5 0,0 0,0 0,1 0,-1 0,0-1,0 0,0 0,0 0,0 0,0 0,0-1,-1 0,1 0,0 0,-1 0,1-1,-1 1,1-1,8-10,0-1,-1 0,0-1,-1 0,-1 0,0-1,-1 0,-1 0,-1-1,0 0,-1 0,-1-1,0 0,-1 1,-2-1,1 0,-2-8,-12-26,11 51,1 0,0 0,-1 0,1 0,-1 0,0 0,1 0,-1 1,0-1,0 0,1 0,-1 1,0-1,0 0,0 1,0-1,0 1,0-1,0 1,0 0,0-1,0 1,0 0,0 0,0 0,0-1,0 1,0 0,0 1,0-1,0 0,-1 0,1 0,0 0,0 1,0-1,0 1,0-1,0 1,0-1,1 1,-1-1,0 1,0 0,0-1,0 2,-1-1,1 0,-1 0,1 0,-1 0,1 0,-1 0,1 0,0 0,0 1,0-1,0 1,0-1,0 1,0-1,0 1,0-1,1 1,-1 0,1 0,-1-1,1 1,0 0,-1 0,1-1,0 1,0 0,0 0,1 0,-1-1,0 1,1 0,-1-1,1 1,-1 0,1-1,0 1,0 0,0-1,0 1,0-1,0 0,1 2,6 0,1-1,0 0,-1 0,1 0,0-1,0 0,0-1,0 0,1-1,9 1,34 0,-37-2,0 1,0 1,0 1,-1 0,1 1,0 0,-1 1,1 1,-1 1,0 0,0 1,3 2,-14-5,0 0,0 1,0-1,0 1,-1 0,0 0,1 0,-1 0,-1 0,1 1,-1-1,0 1,0 0,0 0,0 0,-1 0,0 0,0 0,-1 0,1 0,-1 5,-17 107,14-104,3-12,-1 0,0 0,1 0,-1 0,1 1,0-1,-1 0,1 0,0 1,0-1,0 0,-1 0,1 1,1-1,-1 0,0 0,0 1,0-1,1 0,-1 0,1 1,-1-1,1 0,-1 0,1 0,-1 0,1 0,0 0,0 0,0 0,0 0,0 0,0 0,0-1,0 1,0 0,0 0,0-1,0 1,0-1,0 1,1-1,-1 0,0 1,0-1,1 0,-1 0,0 0,0 0,1 0,-1 0,0 0,1-1,0 1,15-3,1-2,-1 0,0 0,-1-2,1 0,-1-1,-1 0,1-1,-1-1,-1-1,5-4,-10 9,-1 0,1-1,-1-1,-1 1,1-1,-1-1,-1 1,0-1,0 0,0-1,-1 1,-1-1,0 0,0 0,-1-1,3-10,-7 22,1-1,0 0,-1 0,1 0,-1 0,1 0,0 0,-1 0,1 0,0 0,-1 0,1 0,-1 0,1 0,0 0,-1 0,1 0,0 0,-1 0,1 0,0-1,-1 1,1 0,0 0,-1 0,1-1,0 1,-1 0,1 0,0-1,0 1,-1 0,1-1,0 1,0 0,0-1,-1 1,-1 7,0 1,1 0,-1-1,1 1,1 0,0 0,0 0,0-1,1 1,0 0,0 0,1-1,0 1,1-1,-1 1,2-1,-1 0,1 0,0 0,0-1,0 1,1-1,0 0,1-1,-1 1,1-1,0 0,1 0,-1-1,1 0,-1 0,2 0,31 8,-3-6</inkml:trace>
  <inkml:trace contextRef="#ctx0" brushRef="#br0" timeOffset="23899.337">5482 3548,'21'16,"22"12,4 1</inkml:trace>
  <inkml:trace contextRef="#ctx0" brushRef="#br0" timeOffset="24883.707">6151 3936,'-94'-71,"92"69,0 1,0-1,0 1,0 0,-1 0,1 0,0 0,0 0,-1 0,1 0,-1 1,1-1,-1 1,1 0,-1-1,1 1,-1 0,1 1,-1-1,1 0,0 1,-1-1,1 1,-1 0,1 0,0 0,0 0,-1 0,1 1,-2 0,-4 7,0 0,0 0,0 0,1 1,1 0,-1 1,2-1,0 1,0 1,1-1,0 0,1 1,0 0,-1 9,4-19,-1 0,0 0,1 0,-1 0,1 0,0 0,0 0,0 0,0 0,0 0,0 0,0 0,1 0,-1 0,1 0,-1 0,1 0,0 0,0 0,0 0,0-1,0 1,0 0,0-1,1 1,-1 0,1-1,-1 0,1 1,-1-1,1 0,0 0,0 0,-1 0,1 0,0 0,0-1,0 1,0 0,0-1,0 0,1 1,8-3,-1-1,0 0,0 0,0-1,0 0,-1-1,0 0,0 0,0-1,-1 0,1-1,-1 0,-1 0,0-1,0 0,0 0,-1-1,6-6,-1-2,0 1,-2-1,0-1,0 0,2-11,-17 78,4-29,1-1,1 1,0 0,2 0,0-1,5 16,-6-29,0 0,1-1,0 1,0-1,1 1,-1-1,1 0,0 0,1 0,-1 0,1-1,0 1,0-1,0 0,1 0,-1-1,1 1,0-1,0 0,0 0,1-1,-1 1,1-1,-1 0,1-1,-1 0,0 0,0 0,1-1,-1 0,0 0,0 0,0 0,0-1,0 0,0 0,0-1,0 1,0-1,0 0,0 0,-1-1,1 1,-1-1,0 0,0 0,0 0,0-1,0 0,-1 0,0 0,2-2,3-5,0-1,-1 1,-1-2,0 1,0-1,-2 1,1-2,-2 1,2-9,3-40,-3-1,-3 1,-2-1,-6-32,2 26,-6-202,9 258,2 28,7 189,24 115,-30-306,-1 1,1 0,1 0,0 0,1-1,0 1,1-1,6 12,-9-24,-1 0,1 0,-1 0,1-1,-1 1,1 0,-1-1,1 1,0-1,-1 0,1 1,0-1,-1 0,1 0,0 0,0 0,-1 0,1-1,0 1,-1 0,1-1,-1 1,1-1,0 0,-1 1,1-1,-1 0,0 0,1 0,-1 0,0 0,1 0,-1-1,0 1,0 0,0-1,0 1,0 0,0-1,-1 1,1-1,0 0,7-7,-4 5,-1 0,1 1,0-1,0 1,0 0,0 0,0 0,1 0,0 1,-1 0,1 0,0 0,0 0,0 1,0 0,0 0,0 0,0 1,1-1,-1 1,0 1,0-1,0 1,0-1,1 2,2 0,8 7,-1 1,-1 0,0 1,0 0,-1 1,0 1,-1 0,-1 0,0 1,-1 1,4 8,-12-21,23 45,-25-46,1 1,-1-1,1 0,-1 0,1 0,-1 0,0 1,0-1,0 0,0 0,0 1,0-1,0 0,0 0,0 1,0-1,-1 0,1 0,-1 0,1 0,-1 1,1-1,-1 0,1 0,-1 0,0 0,0 0,0 0,1 0,-1-1,0 1,0 0,0 0,0-1,0 1,-1 0,1-1,0 1,-9 0,0 1,1-2,-1 1,0-1,0-1,0 1,0-2,0 1,0-2,1 1,-1-1,1-1,-1 1,1-2,-3-1,0 0,0-1,1 1,0-2,1 1,0-2,0 1,0-1,-1-3,9 10,-1-1,1 1,0-1,0 0,0 0,0 0,1 0,-1 0,1 0,-1 0,1-1,0 1,1 0,-1-1,0 1,1-1,0 1,0-1,0 1,0-1,0 1,1-1,0 1,-1 0,1-1,1 1,-1 0,0 0,1 0,0-1,-1 1,3-2,8-6,-1 2,2-1,-1 2,1-1,1 2,-1 0,1 0,0 1,1 1,-1 1,1 0,0 0,8 1,132-17,-152 20,0-1,0 1,0 0,0 0,-1 1,1-1,0 0,0 1,0 0,0 0,-1 0,1 0,0 0,-1 0,1 1,-1-1,1 1,-1 0,0 0,0 0,0 0,0 0,0 0,0 0,0 1,-1-1,1 1,-1-1,0 1,0 0,0-1,0 1,0 0,0 0,-1 1,3 55,-4-50,0 0,1 0,1-1,0 1,0 0,0 0,1-1,0 1,1-1,0 0,0 0,1 1,-3-7,1-1,-1 1,1 0,-1-1,1 1,-1-1,1 1,0-1,0 0,0 0,0 1,0-2,0 1,0 0,0 0,0-1,0 1,0-1,1 1,-1-1,0 0,0 0,0 0,1 0,-1 0,0-1,0 1,1-1,20-5</inkml:trace>
  <inkml:trace contextRef="#ctx0" brushRef="#br0" timeOffset="25134.657">7020 3226,'0'14,"7"13,13 14,4 0</inkml:trace>
  <inkml:trace contextRef="#ctx0" brushRef="#br0" timeOffset="25702.158">7568 3762,'26'-30,"-2"-2,-1 0,-1-1,-2-1,-1-1,-2-1,-1-1,-2 0,1-12,-3 16,-2 1,-1-2,-1 1,-2-1,-2 0,-1 0,-1-13,-2 44,1 1,-1-1,0 0,0 0,0 0,0 0,-1 0,1 1,-1-1,1 0,-1 0,0 1,0-1,0 0,-1 1,1-1,-1 1,1-1,-1 1,0 0,0 0,0 0,0 0,0 0,0 0,0 0,-1 1,1-1,-1 1,1 0,-1-1,0 1,1 1,-1-1,0 0,0 1,-1-1,-2 2,0 1,0 0,0 0,0 1,1 0,-1 0,1 0,-1 0,1 1,0 0,0 0,1 1,0-1,-4 5,-13 18,2 1,1 1,1 1,2 0,1 1,1 1,2 0,1 1,1 0,2 0,1 1,2 0,1 5,1-9,0 1,2 0,1 0,2 0,1-1,1 1,2-1,7 18,-9-33,0 0,1-1,1 0,1 0,0 0,1-1,0 0,1-1,0 0,1-1,0 0,1 0,0-1,1-1,0 0,0-1,11 5,-14-7,1-1,0 0,1-1,-1 0,1-1,-1 0,1-1,0-1,0 1,0-2,0 0,1 0,-1-1,0 0,0-1,-1-1,1 0,0 0,-1-1,0-1,0 0,0 0,0-1,-1 0,0-1,0-1,6-6,38-63,-54 76,1 0,-1 1,0-1,1 0,-1 0,1 1,-1-1,1 0,-1 1,1-1,0 0,-1 1,1-1,-1 1,1-1,0 1,0-1,-1 1,1 0,0-1,0 1,0 0,-1 0,1-1,0 1,0 0,0 0,0 0,0 0,-1 0,1 0,0 0,0 0,0 1,0-1,-1 0,1 0,0 1,0-1,0 1,-1-1,1 0,0 1,-1-1,1 1,0 0,-1-1,1 1,-1 0,1-1,-1 1,1 0,-1-1,1 1,-1 0,0 0,1 0,-1-1,0 1,0 0,0 0,0 0,1 0,-1 0,0-1,5 9,0 0,1-1,0 1,0-1,1-1,0 1,1-1,-1 0,1-1,1 0,-1 0,1-1,0 0,0 0,1-1,-1 0,1-1,0 0,1-1,-7-3,1 0,-1-1,1 0,-1 0,0 0,0-1,0 1,0-1,0 0,0 0,-1 0,0-1,1 1,-1-1,0 0,-1 0,1 0,-1 0,0 0,0-1,0 1,0-1,-1 1,0-1,0 0,0 1,0-1,-1 0,0 0,0 1,0-1,-1 0,1 0,-1 1,0-1,-1 0,1 1,-1-1,0 1,0 0,-1-2,-1 0,0 0,0 1,0 0,-1 0,1 1,-1-1,-1 1,1 0,0 0,-1 0,0 1,0 0,0 0,0 1,0 0,-1 0,1 0,-1 1,1 0,-1 0,0 0,1 1,-5 0,-1 0,1 1,-1 0,0 1,1 0,-1 1,1 0,0 1,0 0,0 1,1 0,0 0,-1 1,1 1,3-2,1 1,0-1,0 1,0 0,1 1,0-1,0 1,1 0,-1 0,2 0,-4 7,6-10,0-1,0 1,0-1,0 1,0 0,1-1,0 1,-1 0,2-1,-1 1,0 0,1 0,-1-1,1 1,0-1,0 1,1-1,-1 1,1-1,-1 0,1 1,0-1,0 0,1 0,-1-1,1 1,0 0,5 3,0 0,1-1,-1 0,1-1,1 0,-1 0,0-1,1 0,0-1,-1 0,1 0,0-1,0 0,2-1,40 2</inkml:trace>
  <inkml:trace contextRef="#ctx0" brushRef="#br0" timeOffset="25953.488">8411 3333,'-16'-4,"-12"0,-6 8,0 10,5 12,4 11,6 7,7-3</inkml:trace>
  <inkml:trace contextRef="#ctx0" brushRef="#br0" timeOffset="26151.474">8411 3975,'18'11,"15"4,15 0,19-6,20-6,17-8,-8-4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1:40.3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30,'-4'2,"5"12,11 16,13 13,14 11,11 8,7 4,2 1,-2-5,-3-8,-8-9,-8-12,-10-16,-11-16,-8-14,-6-5</inkml:trace>
  <inkml:trace contextRef="#ctx0" brushRef="#br0" timeOffset="254.326">487 217,'0'-21,"-2"-15,-4-9,-4 1,-6 9,-4 9,-6 16,-6 20,-3 18,-5 19,-1 17,0 14,3 9,3 6,3 1,6-5,9-17</inkml:trace>
  <inkml:trace contextRef="#ctx0" brushRef="#br0" timeOffset="584.631">808 751,'3'-35,"3"-1,1 0,1 1,2 1,2-1,1 2,2 0,1 0,15-22,-28 49,36-65,-21 60,-13 38,-27 300,22-283,1 0,3 0,2 0,7 28,-8-51,-2-13,-1 0,0 0,0 1,-1-1,0 0,0 1,-1-1,0 0,-1 1,0-1,0 0,-1 1,0-1,-8 12</inkml:trace>
  <inkml:trace contextRef="#ctx0" brushRef="#br0" timeOffset="839.978">835 1046,'16'-3,"14"0,13 3,16 0,16 2,15-3,15-3,9-6,-16-1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4:51.1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1406 63,'-20'-10,"0"1,0 0,-1 2,0 0,-1 1,1 1,-1 1,0 2,0 0,0 1,0 1,-1 0,1 2,0 1,1 1,-1 1,0 1,1 0,0 2,1 0,0 2,-18 10,0 2,2 1,1 3,1 0,1 2,1 2,2 1,1 1,-21 31,10-6,2 1,3 2,3 1,2 2,-17 54,28-64,2 1,3 1,1 0,4 1,2 0,2 0,2 0,4 1,3 24,-1-57,1 0,1 0,1 0,0-1,2 0,1 0,1-1,1 0,1-1,1 0,0-1,2 0,0-1,2-1,0 0,0-2,10 7,14 4,3-2,0-1,1-2,1-3,1-1,0-3,1-1,1-3,0-2,1-2,0-2,43-2,-23-1,1-3,-1-3,0-3,-1-4,0-2,0-4,-2-2,0-3,-1-3,-2-3,0-3,-3-3,51-36,-78 45,-1-1,-2-2,-1-1,-1-2,-1 0,-2-2,-2-1,-1-1,-1-1,-2-1,-2 0,-1-2,-2 0,-1 0,-3-2,6-37,-10 42,-1 0,-2 0,-2 0,-1 0,-2 0,-2 0,0 0,-3 0,-1 1,-2 0,-1 0,-2 1,-1 0,-1 1,-2 1,-2 0,-1 1,-18-23,10 24,-1 2,-1 0,-1 2,-1 1,-1 2,-1 1,-2 2,0 1,0 1,-2 3,-10-3,-14-2,-1 3,-1 2,0 3,-1 3,0 3,-42 2,25 4,0 5,1 3,0 4,1 3,0 3,1 4,2 3,0 4,2 2,1 4,2 4,-48 34,87-52,2 2,0 1,1 1,2 1,1 2,1 1,1 0,2 2,1 1,1 0,2 2,-11 27,-9 58</inkml:trace>
  <inkml:trace contextRef="#ctx0" brushRef="#br0" timeOffset="941.838">1674 2523,'-268'-53,"246"49,-35-11,-2 3,0 2,0 3,0 3,-1 2,0 3,1 3,-1 2,-44 11,60-4,1 3,0 2,2 1,0 3,1 1,1 2,2 1,0 2,2 2,1 1,2 1,1 2,1 2,2 0,-19 34,26-37,2 2,1 0,2 1,2 0,1 1,1 1,2 0,2 1,2 0,1 0,2 0,2 0,2 1,1-1,2 0,1 0,3 0,7 22,9 0,2-1,3-2,2 0,3-3,2 0,3-3,2-1,2-2,2-2,2-2,3-2,7 3,-12-9,3-2,0-2,2-2,1-3,2-2,41 15,-60-29,1-2,0 0,1-3,-1-1,1-1,0-2,1-2,-1-1,0-2,0-1,19-5,-1-6,-2-2,0-2,0-2,-2-3,-1-2,-1-2,-1-2,-1-2,-2-2,-2-2,0-1,7-13,-22 23,-2-1,0-1,-2-2,-1 0,-2-1,-1-1,-1-1,-2-1,-1 0,-2-1,-1 0,6-34,-10 8,-4 0,-1-1,-4 1,-2 0,-2 0,-4 0,-2 1,-9-25,6 30,-3 1,-2 0,-2 1,-2 1,-3 1,-2 2,-2 0,-2 2,-3 2,-1 1,-2 1,-43-36,44 46,-2 2,-1 1,-1 2,-1 2,-2 1,0 3,-2 2,0 1,-1 3,-1 1,-1 3,1 2,-2 2,-19 1,13 6,-1 3,1 2,0 3,1 2,0 3,0 2,1 2,1 3,1 2,1 2,-43 27,-117 75,16 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5:00.0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119 455,'22'520,"-26"-340,-7 0,-8 0,-29 108,37-228,-36 242,50-205,-2-93,0-1,-1 0,2 1,-1-1,0 0,1 0,-1 0,1 0,0 0,0 0,0 0,1-1,-1 1,1-1,-1 1,1-1,0 0,0 0,0 0,0-1,0 1,0-1,0 1,1-1,2 0,15 3,1-2,-1 0,1-1,0-2,12-1,18 0,602 19,-218 0,-74-13,200-28,-399 5,-162 19,1-1,0 0,0 0,-1 0,1 1,0-2,-1 1,1 0,-1 0,0 0,1-1,-1 1,0-1,0 1,0-1,0 1,0-1,0 0,0 1,0-1,-1 0,1 0,-1 0,1 0,-1 1,0-1,0 0,0 0,0 0,0 0,0 0,0 0,-1 0,1 1,-1-1,1 0,-1 0,0 0,0-9,-10-270,12 0,12 0,14-15,-3 5,-21 253,11-161,-9-52,-5 245,1-4,0 0,-1 0,0-1,-1 1,0 0,-1 0,0 0,0 0,-1 0,-1 0,1 0,-2 1,1 0,-1 0,-1 0,1 1,-5-5,5 10,-1 0,1 1,-1 0,0 0,1 0,-1 0,0 1,0 0,0 1,0-1,-1 1,1 0,0 1,0-1,0 1,0 0,0 1,-3 1,-35 3,-145 4,-1-8,-111-16,-153-52,288 36,-1 7,0 7,-38 7,157 9,0 3,0 1,1 3,0 2,0 2,1 1,-21 11,1 17,65-40,0 0,1 0,-1 1,1-1,-1 0,0 1,1-1,-1 1,1-1,-1 1,1-1,-1 1,1-1,0 1,-1-1,1 1,0-1,-1 1,1-1,0 1,0 0,-1-1,1 1,0 0,0-1,0 1,0 0,0-1,0 1,0 0,0-1,0 1,0 0,0-1,1 1,-1 0,0-1,0 1,1-1,-1 1,0 0,1-1,-1 1,1-1,-1 1,0-1,1 1,-1-1,1 0,-1 1,1-1,0 1,-1-1,1 0,-1 0,1 1,0-1,-1 0,1 0,0 0,-1 0,1 1,45 0,-26-4,0-1,0 0,0-2,0-1,-1 0,11-6,-9 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3:07.8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90 13,'9'21,"10"20,10 17,13 12,9 8,6 2,2-2,-2-6,-6-9,-10-14,-11-11,-12-14</inkml:trace>
  <inkml:trace contextRef="#ctx0" brushRef="#br0" timeOffset="1">410 67,'-16'-9,"-7"-3,-2 3,0 9,1 19,-3 22,-6 25,-8 23,-7 20,-4 9,0-2,9-20</inkml:trace>
  <inkml:trace contextRef="#ctx0" brushRef="#br0" timeOffset="2">584 535,'17'-10,"1"0,0 1,0 1,1 1,0 1,0 1,1 0,-1 1,1 1,15 0,-25 2,1-1,1 2,-1-1,0 2,0-1,0 1,0 1,-1 0,1 1,0 0,-1 0,11 6,-19-8,0 0,0 0,-1 0,1 1,0-1,0 1,-1 0,1-1,0 1,-1 0,0 0,1 0,-1 0,0 0,0 0,0 0,-1 0,1 1,0-1,-1 0,1 0,-1 1,0-1,0 0,0 1,0-1,0 0,0 1,-1-1,1 0,-1 1,0 0,-42 65,-195 122,237-189,0-1,0 1,0-1,0 1,0-1,0 1,0 0,0 0,0-1,0 1,0 0,0 0,0 0,1 0,-1 0,0 0,1 0,-1 0,1 0,-1 1,1-1,-1 0,1 0,0 0,0 1,0-1,-1 0,1 0,1 1,-1-1,0 0,0 0,0 0,0 1,1-1,-1 0,1 0,-1 0,1 0,-1 0,1 1,0-1,-1 0,1 0,0-1,0 1,0 0,0 0,0 0,0 0,0-1,0 1,0-1,0 1,0-1,0 1,0-1,1 1,-1-1,0 0,0 0,0 1,1-1,21 3,-1 0,1-2,0 0,0-2,-1 0,1-2,15-3,-18 3,195-35,-117 17</inkml:trace>
  <inkml:trace contextRef="#ctx0" brushRef="#br0" timeOffset="3">1533 0,'14'23,"13"16,14 16,11 9,8 8,1 3,-3 0,-8-2,-9-5,-12-9,-11-11,-8-15</inkml:trace>
  <inkml:trace contextRef="#ctx0" brushRef="#br0" timeOffset="4">1921 121,'-4'2,"-5"10,-4 17,-10 16,-12 20,-11 14,-12 10,-5 3,2-3,10-9,15-19</inkml:trace>
  <inkml:trace contextRef="#ctx0" brushRef="#br0" timeOffset="5">2269 455,'-7'18,"-2"18,-2 13,1 9,2 4,5 2,2-4,5-4,1-13</inkml:trace>
  <inkml:trace contextRef="#ctx0" brushRef="#br0" timeOffset="6">2522 148,'14'2,"9"8,9 11,9 13,6 15,3 12,1 8,-1 5,0 0,-2-4,-4-10,-5-10,-5-11,-6-12,-5-14,-7-8</inkml:trace>
  <inkml:trace contextRef="#ctx0" brushRef="#br0" timeOffset="7">2951 174,'-16'9,"-10"12,-7 17,-5 17,-5 13,-5 8,-2 6,0-1,3-4,9-11,9-17</inkml:trace>
  <inkml:trace contextRef="#ctx0" brushRef="#br0" timeOffset="8">3191 709,'3'8,"1"0,-1 1,1-1,1-1,-1 1,2-1,-1 0,1 0,0 0,0-1,0 0,1 0,0 0,1-1,-1 0,1-1,0 1,0-2,0 1,0-1,1 0,0-1,-1 0,1 0,0-1,0 0,0-1,0 1,0-2,0 1,-1-2,1 1,0-1,0 0,-1-1,1 0,-1 0,0-1,-3 0,0 1,0-2,-1 1,0 0,0-1,0 0,0 0,-1 0,0 0,0-1,0 1,-1-1,0 1,0-1,0 0,-1 0,1 0,-1 0,-1 0,1-1,-1 1,-1 0,1 0,-1 0,0 0,0 0,0 0,-1 0,0 0,-1 1,1-1,-1 0,0 1,0 0,0 0,-1 0,0 0,0 1,0-1,-1 1,1 0,-1 0,0 1,0-1,-1 1,1 0,-1 0,1 1,-1 0,0 0,0 0,0 1,0 0,0 0,0 0,-2 1,1 1,-1 1,0 0,1 0,0 1,0 0,-1 0,2 1,-1-1,0 2,1-1,0 1,0 0,0 0,0 1,1-1,0 1,0 0,-1 4,-23 32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3:13.4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90 13,'9'21,"10"20,10 17,13 12,9 8,6 2,2-2,-2-6,-6-9,-10-14,-11-11,-12-14</inkml:trace>
  <inkml:trace contextRef="#ctx0" brushRef="#br0" timeOffset="1">410 67,'-16'-9,"-7"-3,-2 3,0 9,1 19,-3 22,-6 25,-8 23,-7 20,-4 9,0-2,9-20</inkml:trace>
  <inkml:trace contextRef="#ctx0" brushRef="#br0" timeOffset="2">584 535,'17'-10,"1"0,0 1,0 1,1 1,0 1,0 1,1 0,-1 1,1 1,15 0,-25 2,1-1,1 2,-1-1,0 2,0-1,0 1,0 1,-1 0,1 1,0 0,-1 0,11 6,-19-8,0 0,0 0,-1 0,1 1,0-1,0 1,-1 0,1-1,0 1,-1 0,0 0,1 0,-1 0,0 0,0 0,0 0,-1 0,1 1,0-1,-1 0,1 0,-1 1,0-1,0 0,0 1,0-1,0 0,0 1,-1-1,1 0,-1 1,0 0,-42 65,-195 122,237-189,0-1,0 1,0-1,0 1,0-1,0 1,0 0,0 0,0-1,0 1,0 0,0 0,0 0,1 0,-1 0,0 0,1 0,-1 0,1 0,-1 1,1-1,-1 0,1 0,0 0,0 1,0-1,-1 0,1 0,1 1,-1-1,0 0,0 0,0 0,0 1,1-1,-1 0,1 0,-1 0,1 0,-1 0,1 1,0-1,-1 0,1 0,0-1,0 1,0 0,0 0,0 0,0 0,0-1,0 1,0-1,0 1,0-1,0 1,0-1,1 1,-1-1,0 0,0 0,0 1,1-1,21 3,-1 0,1-2,0 0,0-2,-1 0,1-2,15-3,-18 3,195-35,-117 17</inkml:trace>
  <inkml:trace contextRef="#ctx0" brushRef="#br0" timeOffset="3">1533 0,'14'23,"13"16,14 16,11 9,8 8,1 3,-3 0,-8-2,-9-5,-12-9,-11-11,-8-15</inkml:trace>
  <inkml:trace contextRef="#ctx0" brushRef="#br0" timeOffset="4">1921 121,'-4'2,"-5"10,-4 17,-10 16,-12 20,-11 14,-12 10,-5 3,2-3,10-9,15-19</inkml:trace>
  <inkml:trace contextRef="#ctx0" brushRef="#br0" timeOffset="5">2269 455,'-7'18,"-2"18,-2 13,1 9,2 4,5 2,2-4,5-4,1-13</inkml:trace>
  <inkml:trace contextRef="#ctx0" brushRef="#br0" timeOffset="6">2522 148,'14'2,"9"8,9 11,9 13,6 15,3 12,1 8,-1 5,0 0,-2-4,-4-10,-5-10,-5-11,-6-12,-5-14,-7-8</inkml:trace>
  <inkml:trace contextRef="#ctx0" brushRef="#br0" timeOffset="7">2951 174,'-16'9,"-10"12,-7 17,-5 17,-5 13,-5 8,-2 6,0-1,3-4,9-11,9-17</inkml:trace>
  <inkml:trace contextRef="#ctx0" brushRef="#br0" timeOffset="8">3191 709,'3'8,"1"0,-1 1,1-1,1-1,-1 1,2-1,-1 0,1 0,0 0,0-1,0 0,1 0,0 0,1-1,-1 0,1-1,0 1,0-2,0 1,0-1,1 0,0-1,-1 0,1 0,0-1,0 0,0-1,0 1,0-2,0 1,-1-2,1 1,0-1,0 0,-1-1,1 0,-1 0,0-1,-3 0,0 1,0-2,-1 1,0 0,0-1,0 0,0 0,-1 0,0 0,0-1,0 1,-1-1,0 1,0-1,0 0,-1 0,1 0,-1 0,-1 0,1-1,-1 1,-1 0,1 0,-1 0,0 0,0 0,0 0,-1 0,0 0,-1 1,1-1,-1 0,0 1,0 0,0 0,-1 0,0 0,0 1,0-1,-1 1,1 0,-1 0,0 1,0-1,-1 1,1 0,-1 0,1 1,-1 0,0 0,0 0,0 1,0 0,0 0,0 0,-2 1,1 1,-1 1,0 0,1 0,0 1,0 0,-1 0,2 1,-1-1,0 2,1-1,0 1,0 0,0 0,0 1,1-1,0 1,0 0,-1 4,-23 32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3:16.6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90 13,'9'21,"10"20,10 17,13 12,9 8,6 2,2-2,-2-6,-6-9,-10-14,-11-11,-12-14</inkml:trace>
  <inkml:trace contextRef="#ctx0" brushRef="#br0" timeOffset="1">410 67,'-16'-9,"-7"-3,-2 3,0 9,1 19,-3 22,-6 25,-8 23,-7 20,-4 9,0-2,9-20</inkml:trace>
  <inkml:trace contextRef="#ctx0" brushRef="#br0" timeOffset="2">584 535,'17'-10,"1"0,0 1,0 1,1 1,0 1,0 1,1 0,-1 1,1 1,15 0,-25 2,1-1,1 2,-1-1,0 2,0-1,0 1,0 1,-1 0,1 1,0 0,-1 0,11 6,-19-8,0 0,0 0,-1 0,1 1,0-1,0 1,-1 0,1-1,0 1,-1 0,0 0,1 0,-1 0,0 0,0 0,0 0,-1 0,1 1,0-1,-1 0,1 0,-1 1,0-1,0 0,0 1,0-1,0 0,0 1,-1-1,1 0,-1 1,0 0,-42 65,-195 122,237-189,0-1,0 1,0-1,0 1,0-1,0 1,0 0,0 0,0-1,0 1,0 0,0 0,0 0,1 0,-1 0,0 0,1 0,-1 0,1 0,-1 1,1-1,-1 0,1 0,0 0,0 1,0-1,-1 0,1 0,1 1,-1-1,0 0,0 0,0 0,0 1,1-1,-1 0,1 0,-1 0,1 0,-1 0,1 1,0-1,-1 0,1 0,0-1,0 1,0 0,0 0,0 0,0 0,0-1,0 1,0-1,0 1,0-1,0 1,0-1,1 1,-1-1,0 0,0 0,0 1,1-1,21 3,-1 0,1-2,0 0,0-2,-1 0,1-2,15-3,-18 3,195-35,-117 17</inkml:trace>
  <inkml:trace contextRef="#ctx0" brushRef="#br0" timeOffset="3">1533 0,'14'23,"13"16,14 16,11 9,8 8,1 3,-3 0,-8-2,-9-5,-12-9,-11-11,-8-15</inkml:trace>
  <inkml:trace contextRef="#ctx0" brushRef="#br0" timeOffset="4">1921 121,'-4'2,"-5"10,-4 17,-10 16,-12 20,-11 14,-12 10,-5 3,2-3,10-9,15-19</inkml:trace>
  <inkml:trace contextRef="#ctx0" brushRef="#br0" timeOffset="5">2269 455,'-7'18,"-2"18,-2 13,1 9,2 4,5 2,2-4,5-4,1-13</inkml:trace>
  <inkml:trace contextRef="#ctx0" brushRef="#br0" timeOffset="6">2522 148,'14'2,"9"8,9 11,9 13,6 15,3 12,1 8,-1 5,0 0,-2-4,-4-10,-5-10,-5-11,-6-12,-5-14,-7-8</inkml:trace>
  <inkml:trace contextRef="#ctx0" brushRef="#br0" timeOffset="7">2951 174,'-16'9,"-10"12,-7 17,-5 17,-5 13,-5 8,-2 6,0-1,3-4,9-11,9-17</inkml:trace>
  <inkml:trace contextRef="#ctx0" brushRef="#br0" timeOffset="8">3191 709,'3'8,"1"0,-1 1,1-1,1-1,-1 1,2-1,-1 0,1 0,0 0,0-1,0 0,1 0,0 0,1-1,-1 0,1-1,0 1,0-2,0 1,0-1,1 0,0-1,-1 0,1 0,0-1,0 0,0-1,0 1,0-2,0 1,-1-2,1 1,0-1,0 0,-1-1,1 0,-1 0,0-1,-3 0,0 1,0-2,-1 1,0 0,0-1,0 0,0 0,-1 0,0 0,0-1,0 1,-1-1,0 1,0-1,0 0,-1 0,1 0,-1 0,-1 0,1-1,-1 1,-1 0,1 0,-1 0,0 0,0 0,0 0,-1 0,0 0,-1 1,1-1,-1 0,0 1,0 0,0 0,-1 0,0 0,0 1,0-1,-1 1,1 0,-1 0,0 1,0-1,-1 1,1 0,-1 0,1 1,-1 0,0 0,0 0,0 1,0 0,0 0,0 0,-2 1,1 1,-1 1,0 0,1 0,0 1,0 0,-1 0,2 1,-1-1,0 2,1-1,0 1,0 0,0 0,0 1,1-1,0 1,0 0,-1 4,-23 32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83,'6'18,"10"18,11 13,12 8,11 4,6-1,5 0,1-1,-1-5,-7-4,-7-6,-9-8,-12-11</inkml:trace>
  <inkml:trace contextRef="#ctx0" brushRef="#br0" timeOffset="1">802 43,'40'-43,"-58"51,-10 12,0 0,2 2,0 1,2 1,1 2,0 0,2 1,1 1,2 1,0 0,2 2,2 0,-4 10,16-30,0 0,0 0,1 1,0-1,1 0,0 1,1-1,0 0,1 0,0 1,1-1,0-1,1 1,0 0,0-1,1 0,1 1,1 3,12 22,-1 1,-3 1,-1 0,-1 2,-2 2,-5 15,-2 0,-3 0,-3 0,-2 0,-2-1,-3 0,-3 0,-12 34,15-48,1-5,-8 21,3 1,2 1,3 0,2 0,4 1,1-1,6 35,1-64</inkml:trace>
  <inkml:trace contextRef="#ctx0" brushRef="#br0" timeOffset="2">1137 765,'18'7,"17"2,20 0,15-2,14-2,9-5,2-1,-8-2,-19 1</inkml:trace>
  <inkml:trace contextRef="#ctx0" brushRef="#br0" timeOffset="3">1351 1192,'13'3,"21"0,25-1,25-2,24-5,15-5,-12-1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65 129,'-10'31,"2"2,0-1,3 1,0-1,2 2,2-1,1 13,0-36,8 251,-9-235,-6-44,-5-66,4-1,4 0,4-47,1 106,1 0,0 1,2-1,1 1,2-1,0 2,1-1,2 1,2-4,-12 26,1 0,-1 0,1 0,0 0,-1 0,1 0,0 1,0-1,0 0,0 0,0 1,0-1,1 1,-1-1,0 1,1 0,0-1,-1 1,1 0,-1 0,1 0,0 0,0 0,0 1,0-1,-1 0,1 1,0 0,0-1,0 1,0 0,0 0,0 0,0 0,0 0,0 0,0 1,0-1,0 1,0-1,0 1,0 0,-1 0,1 0,0 0,-1 0,1 0,0 0,-1 1,1-1,0 2,4 8,0 1,-2 0,1 0,-1 0,-1 1,0 0,-1-1,0 1,-1 0,-1 0,0 0,0 0,-1 0,-1 1,1-4,0-1,-1 1,0 0,0-1,-1 1,-1-1,1 0,-1 0,-1 0,0-1,0 1,0-1,-1-1,-1 1,1-1,-1 0,0 0,-1-1,-7 5,35-17,0 0,1 1,-1 1,1 1,0 0,0 2,17 1,-29-1,0 1,0 0,0 0,0 1,0 0,0 1,0 0,0 0,-1 1,1 0,-1 1,0 0,0 0,0 0,0 1,-1 0,0 1,0 0,0 0,-1 0,0 1,0 0,0 0,-1 1,2 2,-6-6,0 0,-1 0,1 0,-1 0,1 0,-1 0,0 1,-1-1,1 0,-1 0,0 0,0 0,0 0,0-1,-1 1,1 0,-1 0,0-1,0 1,-1-1,1 0,-1 0,1 0,-1 0,0 0,-1 1,-6 5,-1-1,0 1,-1-1,0-1,0 0,0-1,-3 0,-9 3,-1 0,0-2,-1-1,1-2,-1 0,0-1,-1-2,-20-1,45 0,0 0,-1 0,1 1,-1-1,0 0,1-1,-1 1,0 0,1-1,-1 0,1 1,-1-1,1 0,-1 0,1 0,-1-1,1 1,0-1,0 1,0-1,0 0,-2-1,19-16,0 10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0,'12'2,"12"4,16-1,17 1,17-5,14-3,8-3,-1 1,-16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 53,'-7'-5,"7"-1,19 0,27 1,26 0,24-3,16-1,-12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88 183,'-3'50,"-3"0,-2 0,-2 0,-2-1,-18 45,11-34,22-56,9-24,-8 14,52-97,-4-3,21-67,-30 70,-8 34,-35 68,0 1,0-1,1 1,-1 0,0-1,0 1,0-1,1 1,-1-1,0 1,0-1,1 1,-1 0,1-1,-1 1,0 0,1-1,-1 1,0 0,1 0,-1-1,1 1,-1 0,1 0,-1 0,1-1,-1 1,1 0,-1 0,1 0,-1 0,1 0,-1 0,1 0,-1 0,1 0,-1 0,1 1,-1-1,1 0,-1 0,1 0,-1 1,0-1,1 0,-1 0,1 1,-1-1,0 0,1 1,-1-1,0 0,1 1,-1-1,9 29,9 282,-17-289,2 0,0 0,1 0,0-1,2 1,1-1,1 0,1-1,0 0,1 0,2-1,0-1,1 1,0-2,2 0,0-1,6 5,-9-13</inkml:trace>
  <inkml:trace contextRef="#ctx0" brushRef="#br0" timeOffset="1">62 370,'16'0,"16"0,17 0,16-3,10-2,4-3,-4-2,-16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 1,'-7'24,"0"0,1 1,2-1,1 1,0 0,2 0,1 0,3 25,9 113,21 87,-16-124,16 140,-4 177,-28-193,1 11,19 103,6-61,-12 58,-27 372,8-86,-3-547,3-120,3-6</inkml:trace>
  <inkml:trace contextRef="#ctx0" brushRef="#br0" timeOffset="1">179 4439,'11'39,"-2"0,-2 1,-1 0,-2 0,-2 0,-2 34,0-56,-10 694,8 527,2-1167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168 110,'-26'56,"2"2,3 0,2 1,3 1,-1 17,-21 133,55-285,-2-10,-6 22,3 1,3 0,2 1,3 1,3 0,2 1,-22 54,0-3,1-1,1 1,-1 0,2 0,-1 1,1-1,0 1,0 0,1 1,0 0,0 0,2-1,-7 7,0 0,1 0,-1 0,0 0,0 0,0 1,0-1,0 1,0 0,0-1,-1 1,1 0,0 0,0 0,-1 1,1-1,0 0,-1 1,1-1,-1 1,0-1,1 1,-1-1,0 1,0 0,0 0,0 0,0 0,-1-1,1 1,0 0,-1 0,0 1,1-1,-1 0,0 0,0 0,0 0,0 1,21 189,-18-122,3 11,4-1,3 0,3-1,4-1,8 13,-19-65</inkml:trace>
  <inkml:trace contextRef="#ctx0" brushRef="#br0" timeOffset="1">47 445,'-13'-3,"-7"0,6 3,15 0,24 2,25-1,25-4,20-5,14-2,-11-1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215 183,'-9'24,"2"1,1-1,1 1,1 0,1 1,2-1,0 3,0-11,-3 92,2-42,-2 0,-4 0,-3 3,-7-18,18-52,-1 0,1 1,0-1,0 0,-1 1,1-1,0 0,-1 0,1 1,0-1,-1 0,1 0,0 0,-1 1,1-1,0 0,-1 0,1 0,-1 0,1 0,0 0,-1 0,1 0,-1 0,1 0,0 0,-1 0,1 0,-1 0,1 0,0 0,-1 0,1-1,-1 1,1 0,0 0,-1 0,1-1,0 1,-1 0,1 0,0-1,0 1,-1 0,1-1,0 1,0 0,0-1,-1 1,1-1,0 1,0 0,0-1,0 1,0 0,0-1,0 1,-1-1,1 1,0-1,-8-27,1-27,3 1,2-1,3-15,-1 47,0-58,4 1,4-1,11-50,-18 130,-2-2,1 0,0 1,0-1,0 0,0 0,1 1,-1-1,1 0,0 1,0-1,0 0,0 1,0-1,0 1,1 0,-1-1,1 1,-1 0,1 0,0 0,0 0,0 0,0 0,0 1,1-1,-1 1,0 0,1-1,-1 1,1 0,-1 0,1 0,0 1,-1-1,1 1,0 0,1-1,11 7,-1 0,1 1,-1 0,-1 1,1 0,-1 1,5 6,-1-3,-6-4,61 52,-70-57,1-1,-1 1,0 0,0-1,0 1,-1 0,1 0,-1 0,1 1,-1-1,0 0,0 0,0 1,-1-1,1 0,-1 1,0-1,0 1,0-1,-1 0,1 1,-1-1,1 1,-1-1,0 0,-9 12,1-1,-2-1,0 1,0-2,-2 0,1 0,-1-1,-1 0,0-2,-1 1,1-2,-17 7,29-14,-49 29,68-28,-3-4,171-14,-172 16,0 1,0 0,0 1,0 0,-1 1,1 0,-1 1,0 1,0 0,0 0,-1 1,0 1,3 2,-9-6,-1 0,0 0,0 1,-1 0,1 0,-1 0,0 0,0 0,0 1,0-1,-1 1,0 0,0 0,0 0,0 0,-1 0,0 0,0 0,0 0,-1 1,0-1,0 0,0 1,0-1,-1 0,0 0,0 0,-1 0,1 0,-1 0,0 0,0 0,-1 0,0-1,1 1,-1-1,-1 0,1 0,-1 0,-3 3,-7 4,-1 0,0-1,0 0,-1-1,0-1,0-1,-1 0,0-2,-1 1,1-2,-1 0,-10 0,23-3,0-1,0 1,0-1,0 0,0 0,0 0,0-1,0 1,0-1,0-1,0 1,0-1,0 0,0 0,1 0,-1 0,0-2,-12-10</inkml:trace>
  <inkml:trace contextRef="#ctx0" brushRef="#br0" timeOffset="1">0 36,'49'-11,"583"-5,-570 13,-51-2,-5 6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6 750,'2'13,"3"7,3 1,3-5,1-4,-1-6,-3-7,-2-8,-5-4,-7-2,-4-2,-4 3,-1 4,2 6,5 5,5 3</inkml:trace>
  <inkml:trace contextRef="#ctx0" brushRef="#br0" timeOffset="1">594 415,'22'177,"-8"2,-10 177,-4-352,-1 16,-9-24,-26-40,67 33,174-9,-172 18</inkml:trace>
  <inkml:trace contextRef="#ctx0" brushRef="#br0" timeOffset="2">474 241,'11'0,"13"0,14 0,12-2,10-3,5-1,-2 3,-12 2</inkml:trace>
  <inkml:trace contextRef="#ctx0" brushRef="#br0" timeOffset="3">968 1029,'13'78,"-12"-75,0-1,0 0,0 0,0 0,0 0,1 0,-1 0,1 0,-1 0,1 0,0-1,0 1,0-1,0 1,0-1,0 0,0 1,0-1,0-1,1 1,-1 0,0 0,1-1,-1 1,0-1,1 0,-1 0,1 0,-1 0,2 0,6-2,0-1,-1 0,0 0,1-1,-1 0,-1 0,1-1,-1-1,1 1,-1-1,-1-1,1 1,-1-1,-1 0,1-1,-1 0,0 0,-1 0,0-1,0 0,1-4,-5 9,1 0,0 0,-1 0,0 0,0-1,0 1,0-1,-1 1,0-1,1 1,-2 0,1-1,-1 1,1-1,-1 1,0 0,-1-1,1 1,-1 0,0 0,0 0,0 0,0 0,-1 0,0 1,1-1,-1 1,0 0,-1 0,1 0,-1 0,1 1,-1-1,0 1,0 0,0 0,0 0,0 1,0-1,-1 1,1 0,-1 0,1 1,-1-1,-6 2,-1 1,0 0,0 1,1 0,-1 1,1 0,0 1,0 0,1 1,-1 0,1 1,0 0,1 0,0 1,0 0,1 1,0 0,0 0,1 1,0 0,1 0,0 0,-1 4,-10 23</inkml:trace>
  <inkml:trace contextRef="#ctx0" brushRef="#br0" timeOffset="4">45 2621,'-9'9,"0"1,0-4,3-3</inkml:trace>
  <inkml:trace contextRef="#ctx0" brushRef="#br0" timeOffset="5">554 2259,'2'18,"1"16,0 12,-1 11,0 6,-1 5,-1 1,3 1,0-3,-1-5,0-7,-2-11,-5-10,0-11</inkml:trace>
  <inkml:trace contextRef="#ctx0" brushRef="#br0" timeOffset="6">447 2915,'15'2,"13"1,13 0,8-1,3 0,-1-3,-4-4,-8-3,-11 0</inkml:trace>
  <inkml:trace contextRef="#ctx0" brushRef="#br0" timeOffset="7">406 2139,'12'0,"14"0,20 0,17 0,14 0,5 0,-1 2,-12 4,-16 0</inkml:trace>
  <inkml:trace contextRef="#ctx0" brushRef="#br0" timeOffset="8">1022 2901,'13'-63,"-1"-1,-4 0,-2 0,-4 0,-2-1,0 57,0 15,-1 19,9 582,-6-534</inkml:trace>
  <inkml:trace contextRef="#ctx0" brushRef="#br0" timeOffset="9">487 4305,'-7'13,"-2"17,0 14,2 8,2 8,2 4,1 3,2 1,0 1,0-5,0-6,-1-9,-2-10,0-12</inkml:trace>
  <inkml:trace contextRef="#ctx0" brushRef="#br0" timeOffset="10">406 4987,'-9'-2,"2"-1,8-3,11-1,13-5,11-3,9 0,3 1,-2 2,-6 2,-11 1,-9 2</inkml:trace>
  <inkml:trace contextRef="#ctx0" brushRef="#br0" timeOffset="11">326 4225,'21'-7,"19"-4,23-6,17-1,12 2,2 4,-9 9,-19 4</inkml:trace>
  <inkml:trace contextRef="#ctx0" brushRef="#br0" timeOffset="12">861 4746,'6'-7,"0"1,0 0,1 0,0 0,0 0,1 1,-1 1,1-1,0 1,1 0,-1 1,1 0,-1 1,1-1,0 1,0 1,0 0,0 0,0 1,0 0,2 1,-8 0,-1 0,1 0,-1 0,1 0,-1 1,0-1,1 1,-1-1,0 1,0 0,0 0,0 0,-1 0,1 0,0 1,-1-1,1 0,-1 1,0-1,0 1,0-1,0 1,-1 0,1-1,-1 1,1 0,-1-1,0 1,0 0,0 0,0-1,-1 4,-27 84,-97 93,97-129,28-53,-1 1,1-1,0 0,-1 1,1-1,0 1,0-1,0 1,0-1,1 1,-1-1,0 0,1 1,-1-1,1 1,-1-1,1 0,-1 1,1-1,0 0,0 0,0 0,0 0,0 1,0-1,0 0,0-1,0 1,0 0,0 0,1 0,-1-1,0 1,1 0,-1-1,0 0,1 1,-1-1,1 0,14 4,0-2,1 0,-1-1,1-1,-1 0,1-2,-1 1,0-2,3-1,-1 1,321-54,-281 48</inkml:trace>
  <inkml:trace contextRef="#ctx0" brushRef="#br0" timeOffset="13">741 5963,'20'440,"-13"-317,-7-122,0 1,0 0,0 0,0 0,0 0,0-1,-1 1,1 0,-1 0,1 0,-1-1,0 1,1 0,-1-1,0 1,0 0,0-1,0 1,-1-1,1 0,0 1,-1-1,1 0,0 0,-1 0,0 0,1 0,-1 0,1 0,-1-1,0 1,0 0,0-1,1 0,-1 1,0-1,0 0,0 0,0 0,1 0,-1 0,0 0,0-1,0 1,0-1,-87-4,86 9,20-4,190-38,-120 18,-21 7,-50 10</inkml:trace>
  <inkml:trace contextRef="#ctx0" brushRef="#br0" timeOffset="14">674 5883,'-2'-5,"5"-1,10-2,14 0,13 0,14 1,10 1,4 2,-2 4,-12 2</inkml:trace>
  <inkml:trace contextRef="#ctx0" brushRef="#br0" timeOffset="15">1088 6324,'145'-24,"-143"24,0-1,0 1,1-1,-1 1,0 0,0-1,0 1,0 0,0 1,0-1,0 0,0 1,1-1,-1 1,0-1,0 1,0 0,-1 0,1 0,0 0,0 0,0 0,-1 1,1-1,-1 1,1-1,-1 1,1-1,-1 1,0 0,0 0,0-1,0 1,0 0,0 0,-1 0,1 0,0 0,-1 2,-2 4,-1-1,0 1,-1-1,0 1,0-1,0 0,-1 0,0-1,-1 0,1 0,-1 0,0 0,-1-1,-1 2,6-6,-80 64,81-65,1 0,-1 0,1 0,-1 0,1 0,0 0,-1 0,1 0,-1 0,1 1,-1-1,1 0,-1 0,1 0,0 1,-1-1,1 0,-1 0,1 1,0-1,-1 0,1 1,0-1,-1 0,1 1,0-1,0 1,-1-1,1 0,0 1,0-1,0 1,0-1,-1 1,1-1,0 1,0-1,0 1,0-1,0 0,0 1,0-1,0 1,0-1,1 1,-1-1,0 1,0-1,0 1,0-1,1 0,-1 1,0-1,1 1,-1-1,0 0,0 1,1-1,-1 0,1 1,-1-1,0 0,1 0,33 4,21-6,-38 1,0 0,1 1,-1 0,0 2,1 0,-1 1,0 1,1 0,-15-3,0 1,0-1,0 0,0 1,-1-1,1 1,0 0,0 0,-1 0,0 0,1 0,-1 1,0-1,0 1,0 0,0-1,-1 1,1 0,-1 0,1 0,-1 0,0 0,0 0,-1 1,1-1,-1 0,1 0,-1 1,0-1,0 0,-1 0,1 1,-1 0,-1 6,-1 0,0-1,0 0,-1 0,0 0,-1 0,0 0,0-1,-1 0,-4 4,-3 4,-1 0,-1-1,0-1,-1-1,-1 0,0-1,0-1,-1 0,-1-1,-12-1,8-8</inkml:trace>
  <inkml:trace contextRef="#ctx0" brushRef="#br0" timeOffset="16">1797 1,'-11'6,"8"3,0 1,0-1,1 1,1-1,-1 1,2 0,-1 0,1 0,1 1,-1 0,3 59,3 1,4-1,13 50,8 51,-9 72,-10 2,-13 117,3 135,36 210,-51-188,39-45,-25-442,4 210,20 98,-9-217,-5 1,-6 1,-5 0,-7 6,6 0,9 52,3-33,-6 1,-12 98,3-134,5 1,14 101,8 52,11-133,-27-80,0-66,-5 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89 173,'-12'36,"2"0,1 1,1 0,3 0,0 0,3 1,1 15,1-45,-3 213,3-209,1-23,-34-460,32 466,1-1,0 0,0 1,0-1,1 0,0 1,0-1,0 1,1-1,-1 1,1 0,1-1,-1 1,1 0,0 1,0-1,0 0,1 1,0 0,-1-1,2 2,-1-1,0 0,1 1,-1 0,1 0,0 0,1 0,3 2,0 0,0 0,0 1,0 0,0 0,0 1,0 0,0 1,0 0,0 0,0 1,-1 0,0 1,1 0,-1 0,0 1,-1 0,1 0,-1 1,0 0,-1 0,1 0,-1 1,0 0,-1 0,0 1,0 0,3 7,-6-10,0 0,-1 0,0-1,0 1,0 0,-1 0,1 0,-1 0,0 0,-1 0,1 0,-1 0,0 0,0 0,-1-1,1 1,-1 0,0-1,0 1,-1-1,1 0,-1 0,0 0,0 0,-3 2,-2 4,-1-1,-1-1,0 1,0-2,0 1,-1-1,0-1,0 0,-7 2,2-2,49-2,-14-6,-1 1,1 1,0 0,-1 2,1 0,-1 1,0 1,1 1,-2 0,1 1,-1 1,0 1,4 3,-17-9,-1 0,0 0,0 0,-1 1,1-1,0 1,-1 0,1-1,-1 1,0 1,0-1,0 0,-1 0,1 1,-1-1,0 1,1-1,-2 1,1 0,0-1,-1 1,1 0,-1-1,0 1,-1 0,1 0,-1-1,1 1,-1 0,0-1,0 1,-1-1,0 2,-7 9,-2 0,0-1,0 0,-1-1,-1 0,0-1,0-1,-1 0,0 0,-10 3,19-10,-6 5,-1 0,0 0,-1-1,1 0,-1-1,0 0,-1-1,-7 1,20-5,-1-1,1 0,0 0,0 0,0-1,-1 1,1 0,0 0,0-1,0 1,0-1,0 1,-1-1,1 1,0-1,0 0,0 1,1-1,-1 0,0 0,0 0,0 1,0-1,1 0,-1 0,0 0,1 0,-1-1,1 1,-1 0,1 0,0 0,0 0,-1 0,1-1,0 1,0 0,0 0,0 0,0-1,0 1,0 0,1 0,-1 0,0-1,1 1,-1 0,1 0,-1 0,1 0,-1 0,1 0,0 0,0 0,-1 0,1 0,0 1,0-1,1-1,15-33</inkml:trace>
  <inkml:trace contextRef="#ctx0" brushRef="#br0" timeOffset="1">931 160,'-156'445,"139"-397,21-77,110-334,-105 333,63-165,-49 163,-23 32,1-1,-1 1,1-1,0 1,-1 0,1-1,0 1,-1 0,1 0,0 0,-1-1,1 1,0 0,-1 0,1 0,0 0,-1 0,1 0,0 0,0 1,-1-1,1 0,0 0,-1 0,1 1,0-1,-1 0,1 1,-1-1,1 0,-1 1,1-1,0 1,-1-1,1 1,-1-1,0 1,1 0,-1-1,0 1,1-1,-1 1,0 0,1-1,-1 1,0 0,0-1,0 1,0 0,57 171,-47-139,27 84,-5 1,-5 2,0 38,-27-102,-5-47</inkml:trace>
  <inkml:trace contextRef="#ctx0" brushRef="#br0" timeOffset="2">731 415,'21'2,"22"1,24-5,22-6,16-7,10-3,7 0,0 0,-21 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56.2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136 237,'-78'471,"62"-391,7-67,3-34,-1-54,2 0,6-48,-1 116,16-172,-14 167,1 0,0 1,1-1,1 1,-1-1,2 1,0 1,0-1,1 1,0 0,0 1,1-1,6-3,-10 9,1 0,0 0,0 0,0 1,1 0,-1 0,1 1,0-1,0 1,0 0,0 1,0 0,0 0,0 0,1 0,-1 1,0 0,0 1,1-1,-1 1,0 0,0 1,0-1,0 1,0 0,0 1,-1 0,1 0,-1 0,0 0,0 1,0 0,0 0,0 0,-1 0,0 1,0 0,0 0,-1 0,1 0,-1 1,0-1,0 4,-1-2,0 0,0 0,-1 0,-1 1,1-1,-1 0,0 1,-1-1,0 0,0 0,0 1,-1-1,0 0,-1 0,1-1,-1 1,0 0,-1-1,0 0,-2 4,-8 8,1 0,-2-1,-1 0,0-1,0-1,-3 0,-78 54,137-73,-19 0,1 0,-1 1,1 1,-1 1,1 1,0 1,0 1,-15-1,1-1,-1 2,0-1,1 1,-1 0,0 1,0 0,-1 0,1 0,-1 1,1 0,-1 0,0 0,-1 1,1 0,-1 0,0 1,0-1,0 1,-1 0,0 0,1 3,-3-4,0-1,-1 1,1 0,-1-1,0 1,0 0,-1 0,0 0,1 0,-2 0,1-1,0 1,-1 0,0 0,0 0,-1 0,1-1,-1 1,0-1,0 1,0-1,-1 0,0 0,-2 3,-3 3,-1 0,0 0,-1-1,0 0,0 0,-1-1,0-1,-7 4,-1-1,-1 0,0-2,-1 0,1-1,-1-1,-1-1,1-1,-1-1,0-1,-18 0,36-2,0 1,0-1,0 0,0 0,0-1,0 1,0-1,0 1,0-1,0-1,1 1,-1 0,0-1,1 0,-1 0,1 0,-1 0,1 0,0-1,0 0,0 1,0-1,1 0,-1-1,1 1,0 0,0-1,0 1,0-1,0 1,1-1,0 0,0 0,0 0,0-2,1-25</inkml:trace>
  <inkml:trace contextRef="#ctx0" brushRef="#br0" timeOffset="1">898 276,'-2'21,"-4"17,0 17,1 8,-1 4,0-2,2-5,0-11,3-12,0-9,-2-9,0-11,1-9,0-4,0-3,1-1</inkml:trace>
  <inkml:trace contextRef="#ctx0" brushRef="#br0" timeOffset="2">911 330,'20'-18,"1"0,1 2,0 0,1 2,1 1,17-7,-39 19,0 0,0 0,1 1,-1 0,0-1,1 1,-1 0,0 0,1 0,-1 0,0 1,1-1,-1 1,0-1,1 1,-1 0,0 0,0 0,0 0,0 0,0 0,0 1,0-1,0 0,0 1,-1 0,1 0,-1-1,1 1,-1 0,0 0,0 0,1 0,-1 2,27 81,-10 126,-13-93,-3-92,1 21,2 0,2 0,1-1,11 30,-14-64,-1-5</inkml:trace>
  <inkml:trace contextRef="#ctx0" brushRef="#br0" timeOffset="3">791 638,'7'2,"13"1,17 0,14-1,12 0,6-1,-1-1,-8-2,-13-1,-13-2,-15 0,-11 0</inkml:trace>
  <inkml:trace contextRef="#ctx0" brushRef="#br0" timeOffset="4">737 50,'7'0,"11"0,19-3,18-2,19-6,13 0,4 2,-6 1,-17 6,-21 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2:16.3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30349 765,'13'-31,"1"2,1 0,2 0,1 2,1 0,1 1,1 1,19-17,30-28,-48 53,-21 17,-1 0,1 0,-1 0,1 0,-1 0,1 0,-1 0,1 0,-1 0,1 1,0-1,-1 0,1 0,-1 0,1 1,-1-1,0 0,1 0,-1 1,1-1,-1 0,1 1,-1-1,0 1,1-1,-1 0,0 1,1-1,-1 1,0-1,0 1,0-1,1 1,-1-1,0 1,0 0,0-1,0 1,0-1,0 1,0-1,0 1,0-1,0 1,0-1,0 1,0-1,-1 1,1-1,0 1,0-1,-1 1,1-1,0 1,0-1,-1 1,1-1,0 0,-35 281,64 97,-29-372,1 0,-2 0,1 0,-1 0,0 0,0 0,0-1,-1 1,0 0,0-1,0 1,-1-1,0 0,0 0,0 0,-1 0,1-1,-1 1,-1-1,1 0,0 0,-1 0,0-1,0 1,0-1,0-1,0 1,-1-1,1 1,-1-2,0 1,1-1,-1 1,-1-1,5-1,0 0,1 1,-1-1,0 0,0 0,0 0,0 0,0-1,0 1,1 0,-1-1,0 0,0 1,1-1,-1 0,0 0,1 0,-1 0,1 0,-1 0,1 0,-1 0,1-1,-1 1,26-12,169 4,-116 10,99-16,-139 7</inkml:trace>
  <inkml:trace contextRef="#ctx0" brushRef="#br0" timeOffset="232.915">30015 110,'9'16,"10"14,11 11,11 6,6 1,-5-7</inkml:trace>
  <inkml:trace contextRef="#ctx0" brushRef="#br0" timeOffset="485.217">30843 3,'0'-2,"0"8,0 14,7 18,9 16,13 12,14 7,-2-10</inkml:trace>
  <inkml:trace contextRef="#ctx0" brushRef="#br0" timeOffset="-6616.411">20350 952,'-5'-1,"-27"-7,0 2,0 1,-1 2,-16 1,41 2,0 0,0 0,-1 1,1 1,0-1,0 1,0 1,1-1,-1 2,1-1,-1 1,1 0,0 0,0 1,1-1,-1 2,1-1,0 1,1 0,-3 3,6-6,-1 0,0 1,1 0,0-1,0 1,0 0,1 0,-1 0,1 0,0 0,0 1,0-1,1 0,-1 0,1 1,0-1,1 0,-1 1,1-1,-1 0,1 0,1 1,-1-1,0 0,1 0,0 0,0-1,0 1,3 3,5 3,0-1,1-1,0 0,0 0,1-1,0 0,0-1,0-1,1 0,0 0,0-1,0-1,1 0,-1-1,4 0,61 8,1-3,0-3,0-4,1-3,-1-4,-1-3,56-15,-113 20,6 1,0-2,0 0,-1-2,0-1,-1-1,0-2,6-3,-30 15,0 0,0-1,-1 1,1-1,0 1,0-1,0 1,0-1,0 1,0-1,-1 0,1 1,0-1,0 0,-1 0,1 0,-1 1,1-1,-1 0,1 0,-1 0,1 0,-1 0,0 0,0 0,1 0,-1 0,0 0,0 0,0 0,0 0,0 0,0 0,0 0,-1 0,1 0,0 0,-1 0,1 0,0 0,-1 0,1 0,-1 0,1 0,-1 0,0 1,1-1,-1 0,0 0,0 1,1-1,-1 1,0-1,0 0,0 1,0-1,0 1,0 0,0-1,0 1,0 0,0 0,0-1,0 1,0 0,0 0,0 0,0 0,-1 1,-26-6,-1 1,0 1,0 2,1 1,-14 2,39-2,-4-1,0 1,-1 0,1 1,0-1,0 1,-1 1,1-1,0 1,0 0,1 1,-1 0,0 0,1 0,0 1,0 0,0 0,0 1,0-1,1 1,0 0,0 1,0-1,1 1,0 0,0 0,0 1,1-1,0 1,0 1,2-5,0 1,1 0,0-1,-1 1,1 0,1-1,-1 1,0-1,1 1,0 0,0-1,0 1,0-1,1 0,-1 1,1-1,0 0,0 0,0 0,0 0,0 0,1 0,-1-1,1 1,0-1,0 0,0 0,0 0,0 0,0 0,3 0,6 4,0-1,0 0,0-1,1-1,-1 0,1 0,0-2,5 1,-9-1,-1 1,0-2,0 1,1-1,-1-1,0 0,1 0,-1 0,0-1,0 0,0-1,0 0,-1 0,1 0,-1-1,1 0,-1-1,-1 0,1 0,-1 0,0-1,0 0,0 0,-1 0,0-1,0 0,0 0,-1 0,0 0,-1-1,0 0,1-2,-3 5,0 0,0 0,0 0,-1 0,0 0,0 0,0 0,-1 0,1 0,-1 0,-1 0,0-4,2 8,-1 1,1 0,0 0,0-1,0 1,0 0,0 0,-1-1,1 1,0 0,0 0,0 0,-1-1,1 1,0 0,0 0,0 0,-1 0,1 0,0-1,-1 1,1 0,0 0,0 0,-1 0,1 0,0 0,0 0,-1 0,1 0,0 0,-1 0,1 0,0 0,0 0,-1 0,1 0,0 1,0-1,-1 0,1 0,0 0,0 0,-1 0,1 1,0-1,0 0,0 0,-1 0,1 1,0-1,0 0,0 0,0 1,0-1,-1 0,1 0,0 1,0-1,0 0,0 0,0 1,0-1,0 0,0 1,0-1,0 0,0 0,0 1,-7 21,6-14,0-1,1 1,0-1,0 1,0-1,1 1,0-1,1 1,-1-1,2 0,-1 1,1-1,0 0,0-1,1 1,-1-1,2 1,-1-1,1 0,0-1,0 1,0-1,1 0,0 0,0-1,0 1,3 0,1 1,0-1,0 0,0 0,1-1,0-1,0 1,0-2,0 0,0 0,0-1,0 0,1-1,-1 0,0-1,0 0,0-1,1 0,1-1,27-13</inkml:trace>
  <inkml:trace contextRef="#ctx0" brushRef="#br0" timeOffset="-5953.663">21513 1046,'-1'10,"-1"0,2-1,-1 1,1 0,1 0,0 0,0 0,1 0,1 0,-1-1,1 1,1-1,0 0,0 0,1 0,0 0,1-1,-1 0,2 0,-1 0,1-1,0 0,3 2,-6-5,-1 0,1 0,0 0,0 0,0-1,1 0,-1 0,1 0,0 0,0-1,0 0,0 0,0 0,0-1,1 0,-1 1,0-2,1 1,-1-1,1 0,-1 0,0 0,1-1,-1 0,1 0,-1 0,0-1,0 1,0-1,1-1,6-6,0-1,0-1,-1 1,-1-2,0 0,0 0,-1 0,-1-1,0-1,-1 1,0-1,-1-1,8-11,-14 26,0 0,0 0,0 1,0-1,0 0,0 0,0 0,0 0,0 0,0 0,0 1,1-1,-1 0,0 0,0 0,0 0,0 0,0 0,0 0,0 0,1 0,-1 0,0 0,0 1,0-1,0 0,0 0,1 0,-1 0,0 0,0 0,0 0,0 0,1 0,-1 0,0 0,0-1,0 1,0 0,0 0,0 0,-2 28,0-5,2-19,0 0,1 0,0 0,-1 0,1 0,0 0,1-1,-1 1,1 0,0-1,0 1,0-1,0 1,0-1,1 0,0 0,-1 0,1 0,0 0,1-1,-1 0,0 1,1-1,-1 0,1-1,0 1,-1 0,1-1,3 1,5 1,-1-1,1 0,-1-1,1 0,0-1,0 0,-1-1,1 0,9-2,-4-1,-1-1,0 0,0-1,-1 0,0-1,0-1,0-1,-1 0,-1-1,1 0,0-2,-14 12,1 0,-1 0,1 0,-1 0,1 0,-1 0,1 0,-1 0,1 0,-1 0,1 0,-1 0,1 0,-1 1,1-1,-1 0,0 0,1 1,-1-1,1 0,-1 1,0-1,1 0,-1 1,0-1,1 0,-1 1,0-1,0 1,1-1,-1 1,0-1,0 0,0 1,1-1,-1 1,0-1,0 1,0-1,0 1,0-1,0 1,0-1,0 1,0-1,-1 1,1-1,0 1,0-1,0 1,0-1,-1 1,1-1,0 0,-1 1,1-1,0 1,-1-1,2 9,-1-5,1 0,0-1,0 1,1 0,-1-1,1 0,0 1,0-1,0 0,0 0,1 0,-1 0,1 0,-1-1,1 1,0-1,0 1,0-1,1 0,-1-1,0 1,1 0,-1-1,1 0,0 0,-1 0,1 0,0 0,0-1,-1 0,1 0,0 0,0 0,0 0,1 0,0-1,0 1,-1-1,1 0,0 0,0 0,-1 0,1-1,-1 0,1 0,-1 0,0-1,1 1,-1-1,-1 0,1 0,0 0,-1-1,0 1,1-1,-1 0,-1 0,1 0,-1 0,1-1,0-3,-2 3,-1 1,1-1,-2 0,1 0,0 0,-1 1,0-1,0 0,0 1,-1-1,1 1,-1-1,0 1,0 0,-1-1,1 1,-1 0,0 1,0-1,-1 1,1-1,-1 1,1 0,-1 0,0 0,0 1,0-1,-1 1,1 0,0 0,-1 1,0-1,1 1,-1 0,0 0,1 1,-1-1,0 1,0 0,0 0,1 1,-1 0,0-1,0 1,1 1,-1-1,-3 2,4-1,-1-1,1 0,0 1,0 0,0 0,0 0,0 0,1 1,-1-1,1 1,-1 0,1 0,0 0,0 1,0-1,1 1,-1 0,1-1,0 1,0 0,0 0,1 1,-1-1,1 0,0 0,0 1,1-1,-1 1,1-1,0 0,0 1,0-1,1 1,-1-1,1 0,0 1,1-1,-1 1,18 23</inkml:trace>
  <inkml:trace contextRef="#ctx0" brushRef="#br0" timeOffset="-5349.235">22662 965,'6'30,"2"-1,1 1,1-2,1 1,1-1,12 17,-21-37,0-1,0 0,1-1,0 1,0-1,1 1,-1-1,1-1,1 1,-1-1,1 0,0 0,0 0,0-1,1 0,0 0,0-1,0 0,0 0,0 0,0-1,1 0,-1-1,1 1,-1-1,1-1,2 0,2-3,-1-1,0-1,0 0,-1 0,1-1,-1-1,0 0,-1 0,0 0,0-2,0 1,-1-1,-1 0,1 0,-1-1,-1 0,0-1,0 1,-1-1,-1 0,0 0,0-1,-1 1,0-1,-1 0,1-38,-4 50,1 0,-1-1,1 1,-1 0,1 0,-1 0,1-1,-1 1,1 0,-1 0,1 0,-1 0,0 0,1 0,-1 0,1 0,-1 0,1 0,-1 0,1 0,-1 0,0 0,1 1,-1-1,1 0,-1 0,1 1,0-1,-1 0,1 1,-1-1,1 0,-1 1,1-1,0 1,-1-1,1 1,0-1,0 1,-1-1,1 1,0-1,0 1,-1-1,1 1,0-1,0 1,0-1,0 1,0-1,0 1,0 0,0-1,0 1,0-1,0 1,1-1,-1 1,0-1,0 1,0-1,1 1,-1-1,-2 8,1 0,-1-1,1 1,1 0,0 0,0 0,0 0,1 0,0-1,1 1,0 0,0-1,1 1,-1-1,2 0,-1 1,1-2,0 1,0 0,1-1,0 0,0 0,0 0,1-1,0 1,0-1,1-1,-1 1,1-1,0 0,0-1,0 0,0 0,1 0,-1-1,1 0,0-1,0 1,-1-2,1 1,0-1,0-1,-1 0,0 0,0-1,0 0,0 0,0-1,-1 0,1 0,-1 0,0-1,0 0,0-1,0 1,-1-1,1 0,2-3,70-100,-51 66,-26 41,-1 0,0 1,0-1,0 0,1 1,-1-1,0 0,0 1,0-1,0 1,1-1,-1 0,0 1,1-1,-1 1,0-1,1 1,-1-1,1 1,-1-1,1 1,-1-1,1 1,-1 0,1-1,-1 1,1 0,0 0,-1-1,1 1,-1 0,1 0,0 0,-1 0,1-1,0 1,-1 0,1 0,0 0,-1 1,1-1,0 0,-1 0,1 0,-1 0,1 1,0-1,-1 0,1 0,-1 1,1-1,0 1,-7 107,13-24,-6-81,0-1,0 1,0 0,0-1,0 0,1 1,-1-1,1 0,-1 1,1-1,0 0,0 0,0 0,0-1,0 1,0 0,1-1,-1 1,1-1,-1 0,1 0,-1 0,1 0,-1 0,1-1,0 1,0-1,-1 0,1 0,26-2,-2-5</inkml:trace>
  <inkml:trace contextRef="#ctx0" brushRef="#br0" timeOffset="-5092.251">23531 765,'-16'-7,"0"0,11 6,18 10,6 3</inkml:trace>
  <inkml:trace contextRef="#ctx0" brushRef="#br0" timeOffset="-4666.39">24119 979,'-3'-4,"-1"1,0 0,0 0,0 0,-1 0,1 1,-1-1,1 1,-1 0,0 1,0-1,0 1,0 0,0 0,0 0,0 1,0 0,0 0,0 0,0 1,0-1,0 1,0 0,0 1,0-1,0 1,1 0,-1 0,0 1,0 1,0 0,0 1,0-1,1 1,0 0,0 0,0 1,0-1,1 1,0 0,0 0,1 0,0 0,0 0,0 1,0-1,1 0,0 1,1-1,0 1,0-1,0 1,1-1,-1 1,2-1,-1 1,1-1,0 0,0 1,0-1,1-1,0 1,1 0,0 1,7 3,0-1,0 0,0-1,1 0,0-1,1 0,-1-1,2-1,-1 0,0-1,1 0,0-1,0 0,0-1,0-1,0 0,0-1,8-1,1 1,1-1,-1 0,0-2,0-1,0 0,0-2,-1-1,0 0,0-2,0-1,-2 0,1-2,13-9,-30 18,0 0,0 0,-1-1,1 1,-1-1,1 1,-1-1,-1 0,1-1,0 1,-1 0,0-1,0 1,0-1,-1 0,1 0,-2 5,-1 0,1 0,0 0,0 1,-1-1,1 0,0 0,0 0,-1 0,1 0,0 0,0 0,-1 0,1 0,0 0,-1 0,1 0,0 0,0 0,-1 0,1 0,0 0,0-1,-1 1,1 0,0 0,0 0,-1 0,1 0,0-1,0 1,0 0,-1 0,1 0,0-1,0 1,0 0,0 0,-1-1,1 1,0 0,0 0,0-1,0 1,0 0,0 0,0-1,0 1,0 0,0-1,0 1,0 0,0 0,0-1,0 1,0 0,0 0,0-1,0 1,1 0,-1 0,0-1,0 1,0 0,0-1,-13 20,11-15,2-1,-1 1,0 0,1-1,0 1,0 0,0-1,0 1,0 0,1 0,0-1,-1 1,1-1,1 1,-1-1,0 1,1-1,0 1,0-1,0 0,0 0,0 0,1 0,-1-1,1 1,0-1,0 1,0-1,0 0,0 0,0 0,1-1,-1 1,1-1,0 1,0 0,1 0,-1 0,1-1,-1 1,1-1,0 0,-1 0,1-1,0 1,0-1,0 0,-1 0,1-1,0 1,0-1,-1 0,1 0,0-1,-1 0,1 1,-1-1,0-1,0 1,0-1,0 0,0 1,2-4,-4 4,0-1,0 0,-1 0,1 0,-1 0,1 0,-1 0,0 0,0 0,0-1,-1 1,1 0,-1 0,0-1,0 1,0 0,0-1,-1 1,1 0,-1-1,0 1,0 0,0 0,0 0,-1 0,0-1,-2-4,0 1,0 0,-1 0,0 1,0 0,-1-1,1 2,-1-1,-1 1,-2-2,2 1,0 2,-1-1,0 1,0 0,0 0,0 1,-1 0,1 1,-1-1,0 2,1-1,-1 1,0 1,0 0,0 0,0 0,0 1,1 1,-1 0,0 0,1 0,-1 1,1 0,0 1,0 0,0 0,0 1,1 0,0 0,0 1,0-1,-3 6,8-8,0 0,0 0,0 0,1 1,-1-1,1 0,0 1,0 0,0-1,1 1,-1-1,1 1,0 0,0-1,0 1,1 0,-1-1,1 1,0 0,0-1,0 1,0-1,0 0,1 1,0-1,0 0,0 0,0 0,0 0,0 0,1 0,-1-1,1 1,0-1,0 0,1 1,33 17,0-5</inkml:trace>
  <inkml:trace contextRef="#ctx0" brushRef="#br0" timeOffset="-4417.057">24722 645,'-16'-3,"-13"0,-9 5,-4 6,2 9,6 8,13 7,15 5,19 3,16 3,12 2,-1-7</inkml:trace>
  <inkml:trace contextRef="#ctx0" brushRef="#br0" timeOffset="-4247.508">24828 1099,'20'12,"19"5,18 0,15-2,15-5,-9-3</inkml:trace>
  <inkml:trace contextRef="#ctx0" brushRef="#br0" timeOffset="-9016.105">15069 831,'7'4,"1"0,-1-1,1 0,0 0,0-1,0 0,0-1,0 0,1 0,-1 0,0-1,0-1,1 1,-1-1,0-1,0 1,5-3,3 0,0-2,0 0,0-1,-1 0,0-2,-1 1,0-2,1-1,0-2,-1 0,-1-1,0-1,-1 0,-1 0,0-1,-1-1,-1 0,-1 0,0-1,-1 0,-1 0,-1-1,0 1,-1-1,-2 0,0 0,0-1,-2 1,-1 0,0-1,-2-7,2 19,0 0,-1 0,1 0,-2 0,1 0,-1 0,0 1,-1-1,0 1,0 0,-1-1,4 7,1 0,-1 0,0 0,0 0,0 0,-1 0,1 1,0-1,0 0,0 1,-1-1,1 1,0-1,0 1,-1-1,1 1,0 0,-1 0,1 0,-1 0,1 0,0 0,-1 0,1 0,0 0,-1 1,1-1,0 1,-1-1,1 1,0-1,0 1,0 0,-1-1,1 1,0 0,0 0,0 0,0 0,0 0,0 0,1 0,-1 0,0 0,0 1,-7 10,0 0,1 1,1-1,0 1,1 1,0-1,1 1,0-1,0 11,-8 60,3 0,4 0,4 1,3 0,4-1,4 0,3-1,4 0,12 28,-23-85,24 102,9 107,-35-196,-1 0,-2 1,-2-1,-2 1,-1-1,-2 0,-2 0,-3 6,-15 31</inkml:trace>
  <inkml:trace contextRef="#ctx0" brushRef="#br0" timeOffset="-8580.697">15136 1286,'118'-37,"2"6,44-4,-158 34,45-10,-10 2,0 1,1 2,35-1,-75 7,0 0,-1 0,1-1,0 1,0 0,0 1,-1-1,1 0,0 0,0 1,-1-1,1 1,0 0,-1-1,1 1,-1 0,1 0,-1 0,1 0,-1 0,0 0,1 0,-1 1,0-1,0 0,0 1,0-1,0 1,0-1,0 1,0 0,-1-1,1 1,-1 0,1-1,-1 1,0 0,1 0,-1-1,0 1,0 0,0 0,-1-1,1 1,0 0,-1 0,1-1,-1 1,0 0,1 0,-1-1,0 1,1 0,-1-1,1 1,-1 0,1 0,0 0,0-1,0 1,0 0,0 0,0 0,0-1,0 1,1 0,-1 0,1-1,0 1,-1 0,1-1,0 1,0 0,0-1,0 1,0-1,0 0,0 1,1-1,-1 0,0 0,1 0,-1 0,1 0,-1 0,1 0,0 0,-1-1,1 1,0 0,0-1,0 0,4 2,0-2,0 1,0-1,0 0,0 0,0 0,0-1,0 0,0-1,0 1,0-1,0 0,0 0,-1-1,1 0,-1 0,0 0,0 0,0-1,0 0,-1 0,1 0,-1-1,0 0,0 1,2-6,-5 8,0-1,0 1,0-1,-1 1,1-1,-1 1,0-1,0 1,0-1,0 0,0 1,-1-1,1 1,-1-1,1 1,-1 0,0-1,0 1,0-1,0 1,-1 0,1 0,0 0,-1 0,0 0,1 0,-1 0,0 0,0 1,0-1,0 1,0-1,-1 1,1 0,-1-1,-6-2,1 0,-1 0,0 1,1 0,-1 1,-1 0,1 0,0 1,-3-1,8 2,0-1,1 1,-1 0,0-1,0 2,1-1,-1 0,0 1,0 0,1 0,-1 0,0 0,1 0,0 1,-1-1,1 1,0 0,0 0,-1 1,2-1,-1 0,0 1,0 0,1 0,0 0,-1 0,1 0,0 0,0 2,-1 15</inkml:trace>
  <inkml:trace contextRef="#ctx0" brushRef="#br0" timeOffset="-7319.53">16286 1299,'-27'-77,"4"-1,4-1,-5-51,24 130,0 0,0 0,1 0,-1 0,0 0,0 0,1 0,-1 0,0 0,0 0,1 0,-1 0,0 0,0 0,0-1,1 1,-1 0,0 0,0 0,0 0,1-1,-1 1,0 0,0 0,0 0,0-1,0 1,0 0,1 0,-1-1,0 1,0 0,0 0,4 4,7 8,1-1,0 0,0-1,1 0,1-1,0 0,0-2,0 1,1-2,0 0,1-1,-1 0,1-1,0-1,0 0,4-1,14 2,-24-4,0 1,-1 0,1 1,-1 0,1 1,-1 0,0 0,0 1,1 0,-6-1,-1 1,0-1,0 1,0 0,0 0,0 0,-1 0,0 0,0 1,0-1,0 1,-1-1,0 1,0 0,0 0,0-1,11 35,-11-35,1-1,0 0,0 1,1-1,-1 0,1 0,-1 0,1 0,0-1,0 1,0-1,1 1,-1-1,1 0,-1-1,1 1,-1 0,1-1,0 0,0 0,0 0,0-1,0 1,-1-1,1 0,0 0,0 0,0 0,0-1,0 0,0 0,0 0,0 0,5-2,0 1,-1-2,1 1,-1-1,0-1,0 1,0-1,-1-1,0 0,0 0,0 0,-1 0,6-8,35-89,-42 128,-5-18,1 0,-1 1,2-1,-1 0,1-1,0 1,0 0,1-1,0 1,0-1,0 0,1 1,0-2,0 1,1 0,0-1,-1 0,2 0,-1-1,1 1,-1-1,1 0,0 0,1-1,-1 0,1 0,4 1,-3 0,-1-1,1-1,-1 1,1-1,0 0,0-1,0 0,0 0,0 0,0-1,0-1,0 1,0-1,0-1,0 1,0-1,-1-1,1 1,-1-2,1 1,-1-1,0 0,0 0,-1 0,1-1,-1 0,0-1,0 1,-1-1,0 0,0-1,0 1,-1-1,0 0,3-7,-4 6,0 0,-1 0,0-1,0 1,-1-1,0 1,-1-1,0 1,0-1,-1-1,-3 52,3-36,0 0,1-1,-1 1,1 0,1 0,-1-1,1 1,0 0,0-1,0 1,1 0,0-1,0 0,1 1,-1-1,1 0,0 0,1-1,-1 1,1-1,0 1,0-1,0 0,1-1,-1 1,1-1,0 0,0 0,0 0,2 0,4-1,0-1,1-1,-1 0,0 0,1-1,-1 0,0-1,0 0,0-1,0-1,0 1,0-2,-1 1,0-1,0-1,0 0,-1 0,0-1,0-1,-1 1,6-6,-8 7,0 0,-1 0,0 0,0-1,0 0,0 0,-1 0,0 0,-1-1,0 0,0 1,0-1,-1 0,-1-1,1 1,-1 0,0-1,-1 9,-1 0,1 0,0 1,0-1,0 0,-1 0,1 1,0-1,0 0,0 0,-1 0,1 0,0 1,-1-1,1 0,0 0,0 0,-1 0,1 0,0 0,-1 0,1 0,0 0,0 0,-1 0,1 0,0 0,-1 0,1 0,0 0,-1 0,1 0,0 0,0 0,-1 0,1-1,0 1,0 0,-1 0,1 0,0-1,0 1,-1 0,1 0,0 0,0-1,0 1,0 0,-1 0,1-1,0 1,0 0,0-1,0 1,0 0,0 0,0-1,-13 27,11-21,1 0,0 0,0 1,0-1,1 0,0 0,0 0,0 0,0 1,1-1,0 0,0 0,1 0,-1 0,1 0,0-1,0 1,1 0,-1-1,1 0,0 1,0-1,1 0,-1 0,1-1,0 1,0-1,0 0,0 0,1 0,-1-1,1 1,0-1,4 1,25 9,1-1,1-2,0-2,0-1,0-2,1-1,-1-2,13-2,-11 3,0-2,0-1,0-2,-1-1,1-3,-1-1,-1-1,15-7,-46 15,0-1,-1 1,1-1,0-1,0 1,-1-1,1 1,-1-1,0-1,0 1,0-1,-1 1,1-1,-1 0,0 0,0 0,0-1,0 1,-1-1,0 0,0 0,0 1,0-1,-1 0,0-1,0 1,0 0,-1 0,0 0,0 0,0-1,0 1,-1-1,-3-1,1 1,-1-1,-1 1,1-1,-1 1,0 1,-1-1,1 1,-1 0,0 0,-1 0,1 1,-1 0,0 0,0 1,0 0,0 0,0 1,-1 0,1 0,-1 0,0 1,1 0,-1 1,0 0,0 0,1 1,-1 0,0 0,1 0,-1 1,1 0,-1 1,1 0,0 0,-6 4,6-4,1 1,-1 1,0-1,1 1,0 0,0 0,1 1,-1 0,1 0,1 0,-1 1,1 0,0-1,0 1,1 1,0-1,0 0,1 1,0 0,0-1,1 1,0 0,0 0,1 0,0 0,0 0,1-1,0 1,0 0,1 0,1 1,-1-5,0 0,1 0,0 0,0-1,0 1,0-1,0 0,1 0,-1 0,1-1,0 1,0-1,0 0,0 0,0 0,0 0,0-1,1 0,-1 0,1 0,-1 0,1-1,-1 1,1-1,-1 0,1-1,3 0,2 0,0-1,1 0,-1-1,0 0,-1-1,1 0,0 0,-1-1,0 0,0-1,5-4,-8 5,1 0,-1-1,-1 0,1 0,-1 0,0-1,-1 1,1-1,-1 0,-1 0,1-1,-1 1,0-1,-1 0,0 0,0 0,-1 0,0 0,0-1,-1 9,0 0,0-1,0 1,0-1,0 1,0-1,0 1,0-1,0 1,0-1,0 1,0-1,0 1,0-1,0 1,-1-1,1 1,0 0,0-1,-1 1,1-1,0 1,0 0,-1-1,1 1,-1 0,1-1,0 1,-1 0,1 0,0-1,-1 1,1 0,-1 0,1 0,-1-1,1 1,-1 0,1 0,-1 0,1 0,-1 0,1 0,-1 0,1 0,0 0,-1 0,1 0,-1 0,1 1,-1-1,1 0,-1 0,1 0,0 1,-1-1,1 0,-1 0,1 1,0-1,-1 0,1 1,0-1,-1 1,1-1,0 0,0 1,-1-1,-21 30,20-26,1 0,-1 0,1 1,0-1,1 0,-1 1,1-1,0 1,0-1,0 1,0-1,1 0,0 1,0-1,0 0,0 0,1 1,0-1,0 0,0 0,0-1,0 1,1 0,0-1,0 1,0-1,0 0,1 0,7 7,0-1,1 0,0-1,1 0,0-1,0 0,0-1,4 0,78 24,1-6</inkml:trace>
  <inkml:trace contextRef="#ctx0" brushRef="#br0" timeOffset="-11700.479">9562 778,'-41'-8,"1"2,-1 1,0 3,1 1,-1 1,0 3,-23 5,49-6,0 0,0 2,0-1,1 2,0 0,0 1,-3 2,13-6,0 0,0 0,0 1,1 0,-1-1,1 1,0 1,0-1,0 0,0 1,0 0,1-1,0 1,0 0,0 0,0 1,0-1,1 0,0 0,0 1,0-1,1 1,-1-1,1 1,0-1,0 1,1 4,0 0,1-1,0 0,0 1,1-1,0 0,1 0,-1 0,1-1,1 1,0-1,0 0,0 0,1-1,0 0,0 0,0 0,1 0,13 9,1 0,1-1,0-1,0-1,14 4,290 109,-272-88,-53-36,0 0,0 0,0 0,0 1,0-1,0 1,0-1,0 1,-1-1,1 1,-1-1,1 1,-1 0,1-1,-1 1,0-1,0 1,0 0,0-1,0 1,0 0,-1-1,1 1,0 0,-1-1,1 1,-1-1,0 1,1-1,-1 1,0-1,0 1,0-1,0 0,-1 2,-9 6,0 0,-1 0,0-1,0-1,0 0,-1 0,0-1,-1-1,1 0,-1-1,0-1,-12 2,-21 3,0-2,-1-2,-24-2,-29 3,89-3,18 2,10 0</inkml:trace>
  <inkml:trace contextRef="#ctx0" brushRef="#br0" timeOffset="-10567.992">10029 1179,'-10'-7,"-1"0,0 1,-1 0,0 1,0 0,0 1,0 1,-1-1,1 2,-1 0,0 0,0 2,-7-1,13 1,-1 1,0 0,0 0,0 0,1 1,-1 0,1 1,-1 0,1 0,0 0,0 1,0 0,1 0,0 1,-1 0,1 0,1 1,-1-1,1 1,0 0,0 1,-1 2,3-2,-1 0,1 0,0 0,0 1,1-1,0 1,1 0,0-1,0 1,0 0,1 0,0 0,1 0,0 0,0-1,0 1,1 0,0-1,1 1,0-1,0 0,0 0,1 0,0 0,0-1,1 1,0-1,0 0,1 0,-1-1,1 0,3 2,3 3,2-1,-1 0,1-1,0-1,0 0,1-1,0-1,0 0,1-1,-1 0,1-1,0-1,0-1,0 0,0-1,0-1,0 0,1-2,-4 2,-1-1,0-1,0 0,0-1,0 0,-1-1,0 0,1-1,-2 0,1-1,-1 0,0-1,-1 0,1 0,-2-1,1 0,-1-1,-1 0,1 0,-2-1,0 0,0 0,1-4,0-7,-1 0,-1-1,-1 1,-1-1,-2 0,0 0,-1-1,-1 1,-1 0,-1 0,-1 1,-1-1,4 22,1-2,0 0,0 0,-1 0,0 0,1 0,-1 1,0-1,-1 0,1 1,0-1,-1 1,1-1,-1 1,0 0,0-1,0 1,0 0,0 0,0 0,0 1,-1-1,2 3,0 0,-1 0,1 0,0 0,0 0,0 0,0 1,0-1,0 0,1 1,-1-1,0 0,1 1,-1-1,1 1,-1-1,1 1,0-1,0 1,-1-1,1 1,0 0,0-1,1 1,-1-1,0 1,0-1,1 1,0 3,0-1,0 1,0-1,1 0,-1 1,1-1,0 0,1 0,-1 0,1 0,-1-1,1 1,0-1,1 0,-1 1,1-1,-1-1,1 1,0-1,0 1,0-1,0 0,0 0,0-1,1 1,-1-1,3 0,126 16,40-16,-170 0,1-1,-1 1,0 0,0 0,0 0,0 1,0-1,0 1,0-1,-1 1,1 0,-1 0,1 0,-1 1,0-1,1 0,-1 1,-1 0,1-1,0 1,0 0,-1 0,0 0,0 0,0 0,0 0,0 0,0 0,-1 1,1-1,-1 0,0 0,0 2,3 49,14 71,-15-120,-1-1,1 1,0 0,1-1,-1 0,1 1,-1-1,1 0,1 0,-1-1,0 1,1-1,0 1,0-1,0 0,0-1,0 1,1-1,-1 0,1 0,-1 0,1 0,1-1,3 1,-1-1,1 0,0-1,-1 1,1-2,-1 1,1-1,0-1,-1 0,0 0,1 0,-1-1,0 0,0-1,-1 0,1 0,-1 0,0-1,7-6,-3 2,0 0,-1-1,0-1,-1 1,0-1,-1-1,0 0,0 0,-1-1,-1 1,4-12,-5 9,-1 1,0-1,0 0,-2-1,0 1,-1 0,0-1,-1-4,-7 32,1 21,2 1,2-1,1 1,2 0,3 27,-4-55,1 0,-1 0,1-1,0 1,1 0,-1-1,1 1,0-1,1 1,-1-1,1 0,0 0,0 0,1 0,0-1,-1 0,1 1,1-1,-1 0,1-1,-1 1,1-1,0 0,0 0,0-1,2 1,21 2</inkml:trace>
  <inkml:trace contextRef="#ctx0" brushRef="#br0" timeOffset="-10313.668">11005 645,'-3'20,"14"14,20 8,6-4</inkml:trace>
  <inkml:trace contextRef="#ctx0" brushRef="#br0" timeOffset="-10064.818">11487 1406,'24'-13,"1"-2,-2-1,0-1,-1-1,-1-1,-1-1,0 0,-1-2,-2 0,10-17,-25 36,0 0,0 0,0 0,0 0,-1 0,1-1,-1 1,0 0,0-1,0 0,-1 1,1-1,-1 1,0-1,0 0,0 1,0-1,-1 1,0-1,1 1,-1-1,0 1,-1-1,1 1,-1 0,1-1,-1 1,0 0,0 0,-1 0,1 1,0-1,-1 0,0 1,1 0,-4-2,1 2,1 0,-1 1,1 0,-1 0,0 0,0 0,1 1,-1 0,0 0,0 0,1 0,-1 1,0 0,1 0,-1 0,0 1,1 0,0-1,-1 1,1 1,0-1,-3 3,-3 2,1-1,0 2,1-1,0 1,0 1,0-1,1 1,0 1,0 1,4-6,-1 0,1 0,0 1,0-1,0 1,1 0,-1 0,2 0,-1 0,1 0,0 0,0 0,0 1,1-1,0 0,0 1,1-1,0 0,0 0,0 0,1 0,0 0,0 0,0 0,1 0,0-1,0 1,1-1,-1 0,1 0,3 4,8 0,0 0,0-1,1 0,0-2,0 0,1 0,-1-2,1 0,0-1,0 0,0-2,1 0,-1-1,0 0,1-2,8-1,59-10,-9-4</inkml:trace>
  <inkml:trace contextRef="#ctx0" brushRef="#br0" timeOffset="-9554.183">12155 1099,'-3'9,"1"-1,0 1,1-1,-1 1,2 0,-1 0,1-1,1 1,0 0,0 0,1-1,0 1,0-1,1 1,0-1,0 0,1 0,0 0,0-1,1 0,0 1,1-1,-1-1,1 1,1-1,-1 0,1-1,0 1,0-2,0 1,1-1,0 0,0 0,0-1,0 0,1 0,-1-1,1 0,-1-1,1 0,0 0,6-1,-5-1,-1 0,0-1,0 0,0-1,0 0,0 0,-1-1,1 0,-1-1,0 0,0 0,-1-1,1 1,-1-2,0 1,-1-1,0 0,0 0,4-7,0-1,0-1,-1 0,-1-1,0 0,-1 0,-1-1,0 0,-2 0,1-8,-5 21,-3 12,-4 18,-4 88,12-108,-1-1,1 0,0 0,0 1,1-1,-1 0,1 0,0 0,0 0,0-1,0 1,1 0,-1-1,1 0,0 1,0-1,0 0,1-1,-1 1,1 0,-1-1,1 0,0 0,0 0,1 0,4 1,1-1,-1 0,1 0,-1-1,1 0,0-1,0 0,-1 0,1-1,0-1,-1 1,1-2,-1 1,0-1,0 0,0-1,0 0,0-1,-1 0,0 0,0-1,0 0,-1 0,0-1,0 0,0 0,-1 0,0-1,-1 0,1 0,-2-1,3-5,-3 5,0 1,-1-1,-1 1,0-1,0 0,0 0,-1 0,-1 0,1 0,-1 0,-1 0,0-1,1 10,0 0,0 1,0-1,-1 1,1-1,0 0,0 1,-1-1,1 0,0 0,0 1,-1-1,1 0,0 0,-1 1,1-1,0 0,-1 0,1 0,0 1,-1-1,1 0,-1 0,1 0,0 0,-1 0,1 0,-1 0,1 0,0 0,-1 0,1 0,0 0,-1 0,1 0,-1 0,1 0,0-1,-1 1,1 0,0 0,-1 0,1-1,0 1,-1 0,1 0,0-1,-1 1,1 0,0-1,0 1,0 0,-1-1,1 1,0 0,0-1,0 1,0 0,0-1,-1 1,1-1,0 1,0 0,0-1,0 1,0-1,0 1,0 0,0-1,-14 30,11-23,1 0,-1 0,1 0,1 0,-1 0,1 0,0 0,0 1,1-1,0 0,0 1,0-1,1 0,0 0,0 1,1-1,0 0,0 0,0 0,0-1,1 1,0 0,1-1,-1 0,1 0,0 0,0 0,0 0,1-1,1 1,12 5,0-1,1 0,0-2,0 0,1-1,-1-2,1 1,1-2,-1-1,14 0,-23-1,90 8</inkml:trace>
  <inkml:trace contextRef="#ctx0" brushRef="#br0" timeOffset="-816.214">26967 925,'-24'-6,"0"0,0 2,0 1,0 0,-1 2,0 1,1 1,-2 1,18-1,0 0,1 1,-1 0,1 1,0 0,0 0,0 0,0 1,0 0,1 0,-1 1,1 0,0 0,1 0,-1 1,1 0,0 0,1 0,-1 1,1-1,1 1,-1 0,1 0,0 0,1 1,0-1,0 1,0-1,1 1,0 0,1 0,-1-1,2 1,-1 1,1-6,-1 0,1 0,0 0,0 0,0 0,0-1,0 1,1 0,-1-1,1 1,-1-1,1 0,0 1,0-1,0 0,1 0,-1 0,0 0,1-1,-1 1,1-1,0 1,-1-1,1 0,0 0,0 0,0 0,0-1,0 1,0-1,0 0,0 1,0-2,0 1,0 0,0 0,0-1,0 0,11-4,0 0,-1-1,1-1,-1-1,0 1,-1-2,0 0,0 0,-1-1,0-1,-1 0,0 0,-1-1,4-5,8-14,-1-1,-2-1,-1 0,-1-1,-2-1,-1-1,-2 0,-2 0,-1-1,-2 0,-1 0,-2-1,-2-24,-1 58,1-8,0 0,-1 0,-1 1,0-1,-1 0,0 0,-1 0,0 1,-1-1,0 1,0 0,-2-1,5 11,1 0,-1 0,0 0,1 0,-1 1,0-1,0 0,0 0,1 1,-1-1,0 0,0 1,0-1,0 1,0-1,0 1,0-1,-1 1,1 0,0 0,0-1,0 1,0 0,0 0,-1 0,1 0,0 0,0 1,0-1,0 0,0 0,0 1,0-1,0 1,0-1,0 1,0-1,0 1,0 0,0-1,0 1,-33 39,19-12,2 0,1 0,2 1,0 0,2 1,1 0,2 0,0 1,2 0,2 0,1-1,3 30,-3-48,1 1,1 0,0 0,0 0,1-1,1 0,0 1,1-1,0-1,1 1,0-1,1 0,0 0,1-1,0 0,1 0,0-1,0 0,1 0,0-1,0-1,1 0,0 0,0-1,1 0,1 0,-3-3,0-1,-1 0,1 0,0-1,0 0,0-1,0 0,0-1,0 0,0 0,-1-1,1 0,0-1,-1 0,1-1,-1 0,0 0,-1-1,1 0,-1 0,0-1,0 0,0-1,-1 0,0 0,0 0,-1-1,0 0,-1 0,3-5,-1 0,0-1,-1 0,0-1,-1 0,-1 1,0-1,-1-1,-1 1,0 0,-2-1,-7 36,4-3,0 1,2-1,0 0,1 0,1 0,2 10,-2-22,0 1,0-1,0 0,1 0,0 0,0 0,0 0,1 0,-1-1,1 1,1-1,-1 1,0-1,1 0,0 0,0-1,0 1,0-1,1 0,-1 0,1 0,4 1,0-1,-1 0,0-1,1-1,-1 1,1-1,-1-1,1 1,0-2,-1 1,1-1,-1 0,1-1,-1 0,1 0,-1-1,0 0,0 0,-1-1,1 0,5-4,-1 0,-1 0,1 0,-2-1,1-1,-2 1,1-2,-1 1,-1-1,0-1,0 1,-1-2,3-6,13-60,-25 89,1 0,0 0,0 1,1-1,1 0,0 1,0-1,1 0,0 0,1 0,0 0,0 0,1-1,0 1,1-1,0 0,1 0,0-1,0 0,1 0,0 0,0-1,0 0,1 0,1-1,-1 0,1 0,0-1,0 0,4 1,-5-4,0 0,0-1,0 0,0 0,0 0,1-1,-1-1,0 1,0-1,0-1,0 1,0-2,0 1,-1-1,1 0,-1 0,1-1,-1 0,0 0,-1-1,1 0,3-3,0-2,0 1,-1-1,0-1,-1 0,0 0,-1 0,0-1,-1 0,0-1,-1 1,0-1,-1 0,0-2,1-19,-2 18,-3 40,1 591,5-222,-13-250,2-115,0-30,-2-85,5-833,5 831,-2 88,-1 0,1-1,0 1,0 0,0 0,-1-1,1 1,0 0,0 0,1 0,-1 0,0 0,0 0,0 0,1 1,-1-1,0 0,1 1,-1-1,0 1,1-1,-1 1,1 0,-1-1,1 1,-1 0,1 0,-1 0,1 0,-1 1,1-1,-1 0,1 1,-1-1,1 0,-1 1,0 0,1-1,-1 1,0 0,0 0,1 0,-1 0,0 0,1 0,57 23,-2 2,-1 3,8 8,-11 3,-53-38,1-1,-1 0,0 1,1-1,-1 1,0-1,0 1,0-1,0 0,0 1,0-1,-1 1,1-1,0 0,-1 1,1-1,-1 0,1 1,-1-1,0 0,1 1,-1-1,0 0,0 0,0 0,0 0,0 0,0 0,0 0,-1 0,1-1,0 1,0 0,-1-1,1 1,0-1,-1 1,1-1,0 1,-1-1,1 0,-1 0,1 0,-2 0,-27 9,-1-1,0-2,0-1,-23 1,23-6,31 0,1 0,-1 0,1 0,-1-1,0 1,1 0,-1 0,0 0,1-1,-1 1,0 0,0 0,1-1,-1 1,0 0,0-1,0 1,1 0,-1-1,0 1,0 0,0-1,0 1,0 0,1-1,-1 1,0 0,0-1,0 1,0-1,0 1,0 0,0-1,0 1,-1-1,1 1,0 0,0-1,0 1,0 0,0-1,-1 1,1 0,0-1,0 1,-1 0,1 0,0-1,0 1,-1 0,1 0,0-1,-1 1,1 0,0 0,33-14,0 2,1 1,0 2,1 1,0 2,0 1,15 1,87-2,-137 6,1 0,0 0,0 0,0 0,0 0,0 1,0-1,0 0,0 0,0 1,0-1,0 1,0-1,0 1,-1-1,1 1,0-1,0 1,-1 0,1-1,0 1,-1 0,1 0,-1-1,1 1,-1 0,1 0,-1 0,1 0,-1 0,0 0,1 0,-1-1,0 1,0 0,0 0,0 0,0 0,0 0,0 0,0 0,0 0,-1 0,1 0,0 0,-1 0,1 0,0 0,-1 0,1-1,-1 1,1 0,-1 0,0 0,1-1,-1 1,0 0,1 0,-1 0,1 0,-1-1,1 1,-1 0,1 0,0 0,-1 0,1 0,0 0,0 0,0 0,0 0,0 0,0 0,0 0,0 0,0 0,0 0,1 0,-1 0,0 0,1 0,-1 0,0 0,1 0,-1 0,1 0,0-1,-1 1,1 0,0 0,-1-1,1 1,0 0,0-1,0 1,0-1,0 1,-1-1,1 1,0-1,0 0,0 1,0-1,0 0,0 0,0 0,1 0,7 1,0-1,0-1,0 0,0 0,0 0,0-1,0-1,-1 0,1 0,-1 0,0-1,0 0,0-1,0 0,-1 0,0-1,6-4,-10 7,0 1,0-1,0 1,0-1,0 0,0 0,-1-1,1 1,-1 0,0-1,0 0,0 1,-1-1,1 0,-1 0,0 0,0 0,0 0,-1 0,1 0,-1 0,0 0,0 0,-1 0,1 0,-1 0,0 0,0 0,0 0,0 0,-1 0,0 0,1 1,-1-1,-1 1,-1-4,-2 3,0-1,0 1,0 1,0-1,0 1,-1 0,0 0,1 1,-1 0,0 0,0 1,0 0,-1 0,1 0,0 1,0 0,0 1,0-1,0 1,-1 1,1-1,1 1,-1 1,0-1,0 1,1 0,0 0,-1 1,1 0,1 0,-1 1,1-1,-1 1,1 1,1-1,-1 0,-2 4,4-4,-1-1,1 0,-1 1,1 0,1 0,-1 0,1 0,0 0,0 0,0 1,1-1,-1 0,1 1,1 0,-1-1,1 1,0-1,0 1,1 0,-1-1,1 1,1-1,-1 1,1-1,0 0,0 0,0 1,1-1,0-1,0 1,0 0,0-1,4 4,0-3,1-1,-1 0,0 0,1-1,0 0,0-1,0 0,0 0,0 0,1-1,38 5</inkml:trace>
  <inkml:trace contextRef="#ctx0" brushRef="#br0" timeOffset="-564.516">28892 404,'-18'0,"-13"2,-6 6,2 8,6 10,8 10,8-1</inkml:trace>
  <inkml:trace contextRef="#ctx0" brushRef="#br0" timeOffset="-314.187">29025 979,'14'9,"11"3,13 0,9-3,-4-2</inkml:trace>
  <inkml:trace contextRef="#ctx0" brushRef="#br0" timeOffset="5384.193">6459 3117,'-12'-4,"0"1,-1 0,0 1,1 0,-1 1,0 1,0 0,0 0,1 1,-1 1,-5 1,13-2,-270 7,79-7,-14 13,69 0,113-9,0-1,-1-1,1-2,0-1,-1-1,-24-4,-85-30,65 33,-1 3,1 4,-9 3,-123 7,-218-5,162 5,-114-13,194-3,-103-26,234 26,10 2,0-3,0-1,0-1,1-3,-14-5,-176-53,-147 30,67-44,111 69,67 8,34-6,39 1,1 2,-1 3,1 2,-1 2,1 3,-1 3,2 2,-20 8,-7 5,56-17,1 2,0 0,1 2,0 0,-14 9,-198 136,219-144,0 1,0 1,2 1,0 0,0 1,1 0,1 1,0 1,2 0,-1 2,-1 6,1 0,1 2,1-1,-7 26,5-10,7-26,0 0,2 0,0 0,0 1,2-1,0 1,1 0,1 16,1-27,0 0,1 1,0-1,1 0,-1 0,1 0,1 0,-1-1,1 1,0-1,0 0,0 0,1 0,-1-1,1 1,0-1,1-1,-1 1,3 1,116 49,-59-36,0-3,0-2,1-4,0-2,65-3,378-19,-143 8,169 0,-327 9,449-3,-270-12,-368 13,108 0,0-6,6-6,-96 7,74-10,0 4,13 5,470-33,487 39,-637 0,-433 1,0 0,-1-1,1-1,0 0,0 0,0-1,0 0,-1-1,1-1,-1 1,0-1,0-1,0 0,-1 0,0-1,0-1,0 1,-1-1,0-1,0 1,0-1,-1-1,-1 1,1-1,-1-1,0-7,-1-1,-1 0,0 0,-1 0,-1 0,-1 0,-1 0,0-1,-1 1,-1 0,-1 0,-1 0,0 0,-1 1,-1-1,-1 1,0 1,-1-1,-1 1,0 1,-1 0,-12-14,15 20,1 1,-1 0,0 1,-1 0,0 0,0 0,0 1,-1 0,0 1,0 0,0 0,-1 1,1 0,-1 1,0 0,-1 0,1 1,0 1,0-1,-1 2,1-1,-1 2,1-1,-3 2,-70 17,5 9</inkml:trace>
  <inkml:trace contextRef="#ctx0" brushRef="#br0" timeOffset="8349.084">6259 4936,'-51'11,"0"-2,-1-3,0-2,-44-3,-61 5,-12 12,-157 8,157-25,8-2,1 7,-14 9,-140 5,-178 7,465-25,-966 35,-242-38,923 15,-134-15,420 2,0-1,0-2,-1 0,1-2,0-1,1-1,0-1,0-1,0-1,1-2,0 0,-13-9,-4-12,1-2,1-1,3-2,-17-21,44 49,0 0,0-1,1 0,0-1,0 1,1-1,1-1,0 1,1-1,0 0,0-1,1 1,1-1,0 0,1-4,2 12,0-1,1 1,0-1,0 1,0 0,1-1,0 1,0 0,0 0,1 0,0 0,0 0,0 1,0-1,1 1,-1 0,1 0,3-2,17-17,2 1,0 2,1 0,1 2,1 1,17-7,-40 21,13-7,1 1,0 0,0 2,1 1,0 0,0 1,0 2,5-1,499-97,-345 75,171-4,198-7,-162 48,372-11,-318-26,176-28,-324 37,297-6,-180 24,-210 12,-182-13,0 1,0 0,0 1,0 2,-1 0,1 0,-1 2,0 0,0 1,-1 1,0 0,10 7,-14-7,-2-1,1 1,-1 1,0 0,-1 0,0 1,-1 0,0 0,0 1,-1 0,-1 1,0-1,0 1,3 12,-2-9,-1 0,0 1,-1 0,-1 0,-1 0,0 0,-1 1,-1-1,0 0,-2 1,1-1,-2 1,0-1,-1 0,-1 0,0 0,-5 9,-18 19,-4-4</inkml:trace>
  <inkml:trace contextRef="#ctx0" brushRef="#br0" timeOffset="16319.97">6259 9334,'45'95,"-25"-58,-2 0,-2 1,-1 0,-2 1,-2 1,-1 0,-2 1,0 14,-8-49,0 0,0 0,0 0,-1 0,0 0,0 0,0 0,-1 0,0-1,0 1,-1-1,1 1,-1-1,0 0,-1 0,1 0,-1 0,0-1,0 1,0-1,-1 0,1 0,-1-1,-4 3,-171 84,154-76,1-1,-2-2,1-1,-1-1,-1-1,0-1,0-2,-14 1,-314-19,121 15,-1 11,-73 20,-314 27,568-54,-190 20,-86-7,125-20,54-2,0 7,1 6,-3 7,2 7,-1-7,-103-4,-358-15,211-11,205 8,-112-22,274 22,1-3,-1 0,1-3,1 0,-3-4,9 6,0-1,1-2,1-1,0-1,0 0,2-3,0 0,1-1,0-1,-14-17,24 21,0 0,1-1,1 0,1 0,0-2,1 1,1-1,0 0,2-1,0 0,1 0,1 0,1 0,0-1,1-10,3 22,0 0,0 1,1 0,0-1,1 1,-1 0,1 0,1 0,-1 0,1 1,0-1,1 1,-1 0,1 0,0 1,1 0,3-3,111-71,-52 48,1 3,2 3,1 2,0 4,2 4,0 2,137-14,103 4,362-20,472-3,-13 6,-825 46,-84 0,95-14,-244 2,-11-1,0 3,0 3,0 3,52 8,32 13,157 33,-76 26,-202-73,-1 0,-1 2,0 1,0 1,-1 2,17 12,88 64,-116-82</inkml:trace>
  <inkml:trace contextRef="#ctx0" brushRef="#br0" timeOffset="12764.348">6219 6246,'-399'-38,"-86"6,-235 7,53 26,-73-54,334 44,-256-4,457 9,-198 22,260-10,0 6,1 6,1 7,-97 32,222-54,0 0,1 1,-1 0,1 1,1 1,-1 0,1 1,1 1,-1 0,2 1,-1 0,2 1,-1 1,2 0,-3 3,-99 198,104-194,0 1,2 1,0-1,1 1,2 0,0 0,1 0,1 0,2 19,0-32,1 1,0-1,1 0,0 0,0 0,1 0,0 0,0-1,1 1,0-1,1-1,0 1,0-1,1 0,0 0,0-1,0 0,1 0,0 0,0-1,0-1,1 1,17 8,1-1,-1-2,2-1,0 0,0-2,22 2,57 4,95-2,-172-9,348 2,62-21,176 0,-48-31,391 49,-486-16,145 3,-204-2,-308 14,68 1,1-8,41-12,-200 15,-1 2,1 0,0 0,0 2,-1 0,1 1,0 0,0 1,-1 1,0 1,1 0,7 4,-9-2,-1 0,0 1,0 1,-1 0,0 1,0 0,-1 1,0 0,9 12,-7-7,-1 2,0-1,-1 2,-1 0,-1 0,-1 0,0 1,-1 1,-1-1,-1 1,2 19,4 50,-5 1,-3 0,-5 29,2-112,0 1,0-1,-1 1,0-1,0 1,-1-1,0 0,0 0,-1 0,1 0,-2 0,1 0,-1-1,0 1,0-1,-1 0,0-1,-4 5,-17 6,0-1,-1-1,-1-2,0 0,0-2,-1-1,0-2,-1-1,0-1,-19 1,-451 57,318-46,0-8,-34-8,-655-2,451 15,86 3,-286 15,565-30,-583 9,7-4,393-9,-493 2,691-1,-1-2,1-1,0-2,0-2,-22-8,44 10,-1-1,2-1,-1 0,1-1,0-1,1 0,0-1,1-1,1-1,-1 0,2-1,-10-11,6 2,0 1,1-2,1 0,2-1,0-1,2 0,1 0,1-1,1 0,1-1,2 0,0 0,2 0,1 0,2-1,2-26,0 46,1-1,0 1,0 0,1 0,0 0,0 0,1 1,0 0,0 0,1 0,1 0,-1 1,1 0,0 0,0 1,8-5,12-7,0 1,1 1,0 2,16-6,11-1,1 2,0 3,18-1,-15 7,0 3,1 3,57 2,-3 1,329-41,-260 21,-121 14,1 3,-1 2,1 4,-1 2,60 12,141 32,-206-44</inkml:trace>
  <inkml:trace contextRef="#ctx0" brushRef="#br0" timeOffset="13666.94">6072 6206,'29'0,"16"-1,0 1,0 3,0 2,21 6,-53-8,-1 0,1 1,-1 1,0 0,0 0,-1 1,0 1,0 0,0 0,-1 1,0 1,0 0,-1 0,0 0,-1 1,0 1,5 8,-5-5,-1 1,0 0,-1 1,0-1,-2 1,0 0,0 0,-2 1,0-1,0 1,-2-1,0 1,-1-1,-1 1,0-1,-1 0,-1 1,-1-2,0 1,-1 0,0-1,-2 0,-8 13,-1-3,-1 0,-2-2,-1 0,0-1,-2-1,-8 5,-23 16</inkml:trace>
  <inkml:trace contextRef="#ctx0" brushRef="#br0" timeOffset="18034.905">9200 4508,'2'88,"5"0,3 0,18 65,6 40,-37-242,-88-641,45 434,46 254,-1 1,1-1,-1 1,1-1,-1 0,1 1,0-1,0 1,0-1,0 0,0 1,0-1,0 0,1 1,-1-1,0 1,1-1,-1 1,1-1,0 1,-1-1,1 1,0 0,0-1,0 1,0 0,0 0,0-1,1 1,-1 0,0 0,1 0,-1 1,0-1,1 0,-1 0,1 1,-1-1,1 1,-1-1,2 1,8 0,-1 0,1 1,0 0,0 0,-1 1,1 1,-1 0,7 3,2 0,220 72,-234-77,-1 0,1 1,-1 0,0-1,0 1,0 1,0-1,0 1,-1-1,1 1,-1 0,0 1,0-1,0 0,0 1,3 9</inkml:trace>
  <inkml:trace contextRef="#ctx0" brushRef="#br0" timeOffset="18294.27">9053 4641,'18'5,"20"1,19-2,19-9,13-8,7-5,-14 2</inkml:trace>
  <inkml:trace contextRef="#ctx0" brushRef="#br0" timeOffset="18536.184">9922 4615,'21'0,"20"0,18-2,14-1,4 0,-6 3,-9 3,-16 9,-15 2</inkml:trace>
  <inkml:trace contextRef="#ctx0" brushRef="#br0" timeOffset="18537.184">9989 4922,'23'3,"25"0,25 0,24-3,17-4,12-3,-15-1</inkml:trace>
  <inkml:trace contextRef="#ctx0" brushRef="#br0" timeOffset="70047.885">16620 2890,'-3'-14,"-2"22,2 23,1 0,1 0,2 0,2 0,1 6,-1-13,90 526,-71-326,-6 121,-8-110,18 78,26 8,-14-98,-9 7,-21-126,38 313,-22-257,-7 1,-5 53,-13 512,-12-423,-52 287,27-281,-42 366,44-187,-4-64,26-294,6-1,8 90,0-159,-40 671,37-661,-4-61,-1-6</inkml:trace>
  <inkml:trace contextRef="#ctx0" brushRef="#br0" timeOffset="21935.173">14575 3265,'11'16,"11"16,8 19,11 17,7 13,4 7,6 2,1-4,0-8,-4-11,-5-14,-8-16,-9-13,-9-16,-9-9</inkml:trace>
  <inkml:trace contextRef="#ctx0" brushRef="#br0" timeOffset="22129.653">15082 3372,'-16'14,"-12"15,-12 17,-9 14,-8 11,-4 6,-2 2,3-1,7-7,13-11,13-16</inkml:trace>
  <inkml:trace contextRef="#ctx0" brushRef="#br0" timeOffset="22468.747">15243 3920,'0'7,"0"0,1 0,0 0,1 0,-1-1,1 1,0 0,1-1,0 1,0-1,0 0,1 0,0 0,0 0,0-1,1 1,0-1,0 0,0-1,1 1,-1-1,1 0,0-1,0 1,1-1,-1 0,1-1,-1 0,1 0,0 0,0-1,0 1,0-2,0 1,0-1,0 0,0-1,0 1,0-2,0 1,1-1,-2 0,0 0,0 0,0 0,0-1,-1 0,1 0,-1 0,0-1,1 0,-2 0,1 0,0-1,-1 1,0-1,0 0,-1 0,1-1,-1 1,0-1,0 0,-1 1,0-1,0-1,0 1,-1 0,0 0,0 0,0-1,-1 1,0 0,0-1,-1 1,0 0,0-1,0 1,-1 0,0 0,0 0,0 0,-3-4,2 6,-1 0,1 0,-1 1,0 0,1-1,-1 1,-1 1,1-1,0 0,-1 1,1 0,-1 0,0 1,0-1,0 1,0 0,0 0,0 1,0-1,0 1,0 0,0 0,0 1,0 0,0 0,0 0,1 0,-1 1,0 0,1 0,-2 0,-10 5,0 1,1 1,0 0,0 1,1 0,1 1,-1 1,-3 5,-26 34,10-4</inkml:trace>
  <inkml:trace contextRef="#ctx0" brushRef="#br0" timeOffset="19182.459">11487 2716,'23'858,"-19"-504,18 632,10-32,-5-199,4-222,-25 183,-19-521,-25 112,27-247,8-52</inkml:trace>
  <inkml:trace contextRef="#ctx0" brushRef="#br0" timeOffset="20014.259">11914 3345,'14'23,"13"18,13 17,12 9,9 5,6-1,2-3,-2-9,-8-8,-9-9,-13-13</inkml:trace>
  <inkml:trace contextRef="#ctx0" brushRef="#br0" timeOffset="20216.718">12328 3345,'-9'13,"-10"19,-8 17,-9 17,-10 10,-3 6,-1 0,2-4,6-9,11-16</inkml:trace>
  <inkml:trace contextRef="#ctx0" brushRef="#br0" timeOffset="20586.729">12622 3733,'25'-16,"-21"14,0 1,1 0,-1 0,1 1,-1-1,1 1,-1 0,1 0,0 1,-1-1,1 1,-1 0,0 0,1 1,-1-1,0 1,0 0,0 0,0 0,0 1,0-1,0 1,-1 0,0 0,1 0,-1 1,0-1,0 1,-1-1,1 1,-1 0,0 0,0 0,0 1,-1-1,1 0,-1 1,0-1,0 1,-1-1,1 1,-1-1,0 1,0-1,-1 4,-5 7,0 1,-1-2,0 1,-2-1,1 0,-2-1,0 0,0-1,-1 1,-1-2,0 0,0 0,-28 29,39-40,0 0,0 1,1-1,-1 0,0 1,1-1,-1 1,0-1,1 1,-1-1,0 1,1 0,-1-1,1 1,-1 0,1-1,-1 1,1 0,0-1,-1 1,1 0,0 0,0 0,0-1,-1 1,1 0,0 0,0 0,0 0,0-1,0 1,0 0,1 0,-1 0,0-1,0 1,1 0,-1 0,0 0,1-1,-1 1,1 0,-1-1,1 1,-1 0,1-1,-1 1,1-1,0 1,-1-1,1 1,0-1,-1 1,1-1,0 0,0 1,-1-1,1 0,0 1,0-1,0 0,-1 0,1 0,0 0,0 0,0 0,0 0,0 0,18 0,0 0,0-1,0-1,0-1,0 0,8-4,-3 2,55-13,-5-1</inkml:trace>
  <inkml:trace contextRef="#ctx0" brushRef="#br0" timeOffset="21117.307">13224 3398,'16'12,"14"10,14 12,12 11,9 8,4 4,0 2,-3 0,-8-3,-12-7,-11-9,-11-10,-11-11,-6-15,-6-6</inkml:trace>
  <inkml:trace contextRef="#ctx0" brushRef="#br0" timeOffset="21296.828">13719 3358,'-11'20,"-11"24,-9 19,-7 13,-7 9,-5 7,-3-2,3-7,10-10,12-18</inkml:trace>
  <inkml:trace contextRef="#ctx0" brushRef="#br0" timeOffset="21552.653">14159 3759,'0'11,"0"16,0 14,0 14,0 9,5 2,6 2,1-11</inkml:trace>
  <inkml:trace contextRef="#ctx0" brushRef="#br0" timeOffset="36896.242">12214 4862,'9'21,"10"20,10 17,13 12,9 8,6 2,2-2,-2-6,-6-9,-10-14,-11-11,-12-14</inkml:trace>
  <inkml:trace contextRef="#ctx0" brushRef="#br0" timeOffset="37153.555">12534 4916,'-16'-9,"-7"-3,-2 3,0 9,1 19,-3 22,-6 25,-8 23,-7 20,-4 9,0-2,9-20</inkml:trace>
  <inkml:trace contextRef="#ctx0" brushRef="#br0" timeOffset="37480.324">12708 5384,'17'-10,"1"0,0 1,0 1,1 1,0 1,0 1,1 0,-1 1,1 1,15 0,-25 2,1-1,1 2,-1-1,0 2,0-1,0 1,0 1,-1 0,1 1,0 0,-1 0,11 6,-19-8,0 0,0 0,-1 0,1 1,0-1,0 1,-1 0,1-1,0 1,-1 0,0 0,1 0,-1 0,0 0,0 0,0 0,-1 0,1 1,0-1,-1 0,1 0,-1 1,0-1,0 0,0 1,0-1,0 0,0 1,-1-1,1 0,-1 1,0 0,-42 65,-195 122,237-189,0-1,0 1,0-1,0 1,0-1,0 1,0 0,0 0,0-1,0 1,0 0,0 0,0 0,1 0,-1 0,0 0,1 0,-1 0,1 0,-1 1,1-1,-1 0,1 0,0 0,0 1,0-1,-1 0,1 0,1 1,-1-1,0 0,0 0,0 0,0 1,1-1,-1 0,1 0,-1 0,1 0,-1 0,1 1,0-1,-1 0,1 0,0-1,0 1,0 0,0 0,0 0,0 0,0-1,0 1,0-1,0 1,0-1,0 1,0-1,1 1,-1-1,0 0,0 0,0 1,1-1,21 3,-1 0,1-2,0 0,0-2,-1 0,1-2,15-3,-18 3,195-35,-117 17</inkml:trace>
  <inkml:trace contextRef="#ctx0" brushRef="#br0" timeOffset="37831.412">13657 4849,'14'23,"13"16,14 16,11 9,8 8,1 3,-3 0,-8-2,-9-5,-12-9,-11-11,-8-15</inkml:trace>
  <inkml:trace contextRef="#ctx0" brushRef="#br0" timeOffset="38086.246">14045 4970,'-4'2,"-5"10,-4 17,-10 16,-12 20,-11 14,-12 10,-5 3,2-3,10-9,15-19</inkml:trace>
  <inkml:trace contextRef="#ctx0" brushRef="#br0" timeOffset="38471.218">14393 5304,'-7'18,"-2"18,-2 13,1 9,2 4,5 2,2-4,5-4,1-13</inkml:trace>
  <inkml:trace contextRef="#ctx0" brushRef="#br0" timeOffset="38802.331">14646 4997,'14'2,"9"8,9 11,9 13,6 15,3 12,1 8,-1 5,0 0,-2-4,-4-10,-5-10,-5-11,-6-12,-5-14,-7-8</inkml:trace>
  <inkml:trace contextRef="#ctx0" brushRef="#br0" timeOffset="39049.189">15075 5023,'-16'9,"-10"12,-7 17,-5 17,-5 13,-5 8,-2 6,0-1,3-4,9-11,9-17</inkml:trace>
  <inkml:trace contextRef="#ctx0" brushRef="#br0" timeOffset="39348.386">15315 5558,'3'8,"1"0,-1 1,1-1,1-1,-1 1,2-1,-1 0,1 0,0 0,0-1,0 0,1 0,0 0,1-1,-1 0,1-1,0 1,0-2,0 1,0-1,1 0,0-1,-1 0,1 0,0-1,0 0,0-1,0 1,0-2,0 1,-1-2,1 1,0-1,0 0,-1-1,1 0,-1 0,0-1,-3 0,0 1,0-2,-1 1,0 0,0-1,0 0,0 0,-1 0,0 0,0-1,0 1,-1-1,0 1,0-1,0 0,-1 0,1 0,-1 0,-1 0,1-1,-1 1,-1 0,1 0,-1 0,0 0,0 0,0 0,-1 0,0 0,-1 1,1-1,-1 0,0 1,0 0,0 0,-1 0,0 0,0 1,0-1,-1 1,1 0,-1 0,0 1,0-1,-1 1,1 0,-1 0,1 1,-1 0,0 0,0 0,0 1,0 0,0 0,0 0,-2 1,1 1,-1 1,0 0,1 0,0 1,0 0,-1 0,2 1,-1-1,0 2,1-1,0 1,0 0,0 0,0 1,1-1,0 1,0 0,-1 4,-23 32</inkml:trace>
  <inkml:trace contextRef="#ctx0" brushRef="#br0" timeOffset="68053.749">11660 8304,'-13'0,"10"0,1-1,0 1,0-1,0 1,0 0,0-1,0 1,0 1,0-1,-1 0,1 0,0 1,0-1,0 1,0 0,0-1,0 1,0 0,0 0,1 0,-1 1,0-1,1 0,-1 1,0-1,1 1,0-1,-1 1,1 0,0 0,0-1,0 1,0 0,0 0,0 0,1 0,-1 1,-2 18,1 0,1 1,1-1,1 0,3 17,0 9,-3 58,-4 1,-9 37,-3 173,45-65,-3-63,-18-1,-10 65,-1-79,2 281,-12-457,0-6</inkml:trace>
  <inkml:trace contextRef="#ctx0" brushRef="#br0" timeOffset="75550.255">11820 3024,'16'0,"12"0,8 0,5 0,2 0,1 0,2 0,1 0,3 0,2 0,1 0,-9 0</inkml:trace>
  <inkml:trace contextRef="#ctx0" brushRef="#br0" timeOffset="76002.07">13238 2958,'2'6,"10"3,17 0,23-5,24-6,19-9,7-6,-7 0,-19 2</inkml:trace>
  <inkml:trace contextRef="#ctx0" brushRef="#br0" timeOffset="78182.144">12061 4641,'2'0,"8"-2,11-3,13-3,15-3,13 2,9-1,8 1,8 3,1 1,-4 8,-17 2</inkml:trace>
  <inkml:trace contextRef="#ctx0" brushRef="#br0" timeOffset="78803.218">14627 4709,'3'9,"16"3,23 0,30-5,25-8,17-7,2-3,-14 0,-26 3,-27 5</inkml:trace>
  <inkml:trace contextRef="#ctx0" brushRef="#br0" timeOffset="80949.811">13906 6246,'-12'-2,"2"1,11 1,16 1,18-1,15 1,12-1,5 1,4-1,-1 2,-7 4,-6 2,-13 0</inkml:trace>
  <inkml:trace contextRef="#ctx0" brushRef="#br0" timeOffset="81199.794">14936 6259,'11'2,"15"1,20 0,17-1,14-2,7-4,-3-2,-13 1,-19 2</inkml:trace>
  <inkml:trace contextRef="#ctx0" brushRef="#br0" timeOffset="82817.268">13893 7770,'-9'-2,"-1"-1,6 0,8 1,13 0,12 1,12 0,14-1,10-1,6 0,0 1,-7 1,-16 0</inkml:trace>
  <inkml:trace contextRef="#ctx0" brushRef="#br0" timeOffset="84615.899">17449 6259,'18'2,"18"1,18 0,13-1,10 0,2-1,-2 2,-10 3,-17 2,-16 0</inkml:trace>
  <inkml:trace contextRef="#ctx0" brushRef="#br0" timeOffset="84866.228">17663 6620,'25'5,"24"1,22 0,15-2,1 0,-13-2</inkml:trace>
  <inkml:trace contextRef="#ctx0" brushRef="#br0" timeOffset="86016.218">7864 12262,'4'9,"2"19,2 21,2 19,1 16,2 8,0 2,3-3,1-10,-3-15,-3-18</inkml:trace>
  <inkml:trace contextRef="#ctx0" brushRef="#br0" timeOffset="87029.544">7903 12088,'234'336,"-177"-265,-16-22,-3 1,31 55,-65-100,0 1,0 0,-1 0,0 0,0 0,0 0,-1 1,0-1,0 1,0-1,-1 1,0 0,-1 0,1-1,-1 1,-1 0,1 0,-1 0,0-1,-1 1,0 0,0-1,0 1,-1-1,1 0,-2 0,1 0,-1 0,-2 3,-10 3,-1-1,0-1,0 0,-1-1,0-1,-1-1,0 0,0-1,0-1,-1-2,0 1,1-2,-1-1,0 0,0-2,-10-1,11 2,1-1,-1 0,0-2,1 0,0-1,-1-1,2-1,-6-2,22 8,0 0,0 0,0 0,0 0,0 0,0 0,0 0,0-1,-1 1,1 0,0-1,0 1,0-1,0 1,0-1,1 1,-1-1,0 0,0 1,0-1,0 0,1 0,-1 1,0-1,1 0,-1 0,1 0,-1 0,1 0,-1 0,1 0,-1 0,1 0,0 0,0 0,0-1,0 1,0 0,0 0,0 0,0 0,0 0,0 0,0 0,1 0,-1 0,0 0,1 0,-1 0,1 0,-1 0,1 0,0 0,-1 0,1 0,0 0,-1 1,1-1,0 0,0 0,0 1,0-1,0 1,0-1,0 1,16-8,1 1,0 1,0 1,0 0,0 2,16-2,1-1,34-6,85-14,-1-7,131-46,-210 43,-73 35,-1 1,1 0,-1-1,1 1,0-1,-1 1,1-1,-1 1,1-1,-1 0,0 1,1-1,-1 1,0-1,1 0,-1 1,0-1,0 0,0 0,1 1,-1-1,0 0,0 1,0-1,0 0,0 0,0 1,0-1,-1 0,1 1,0-1,0 0,0 1,-1-1,1 0,0 1,-1-1,1 0,-1 1,1-1,-1 1,1-1,-1 1,1-1,-1 1,1-1,-1 1,0 0,1-1,-1 1,0 0,1-1,-1 1,0 0,1 0,-1 0,0 0,-43-14,37 13,-1-1,0 1,0 1,0-1,1 1,-1 1,0-1,0 2,1-1,-1 1,0 0,1 0,0 1,0 0,-1 0,2 1,-1 0,0 0,1 0,0 1,0 0,0 1,0-1,1 1,0 0,0 0,1 1,-2 3,0 0,2 0,-1 0,1 1,1-1,0 1,0 0,1 0,1 0,-1 4,2-11,0 0,0 0,0 0,0 0,0 0,1 0,0 0,0 0,0-1,0 1,0 0,1 0,0-1,0 1,0-1,0 0,0 1,1-1,-1 0,1 0,0-1,0 1,0-1,0 1,1-1,-1 0,2 1,2 0,1-1,-1 0,1 0,-1 0,1-1,0 0,0-1,0 0,-1 0,1 0,0-1,0-1,-1 1,1-1,0 0,-1-1,0 0,0 0,0 0,0-1,0 0,1-2,2 0,-1-1,0 0,0-1,-1 0,0 0,0-1,-1 0,0 0,-1 0,0-1,-1 0,0 0,0-1,-1 0,0 0,6-37,-2 72,-7-15,1 1,0-1,0 0,1 1,0-1,1 0,-1-1,2 1,-1-1,1 0,1 0,0 0,0-1,0 1,1-2,0 1,0-1,0 0,1 0,0-1,0 0,9 4,-15-9,0 1,1 0,-1-1,0 1,0-1,1 0,-1 0,0 0,1 0,-1 0,0 0,1-1,-1 1,0-1,0 0,0 0,0 1,1-1,-1 0,0-1,0 1,-1 0,1-1,0 1,0-1,-1 1,1-1,-1 0,1 0,-1 0,0 1,0-1,0-1,0 1,0 0,0 0,0 0,-1 0,1-2,14-92,-12-68,-2 163,-1-1,1 0,0 0,-1 0,1 0,0 1,0-1,1 0,-1 1,0-1,0 1,1-1,-1 1,1 0,-1 0,1-1,0 1,-1 0,1 0,0 1,0-1,0 0,0 0,-1 1,1 0,0-1,0 1,0 0,0 0,0 0,0 0,1 0,68 8,-63-7,8 2,1 0,-1 1,0 0,-1 1,1 1,-1 1,0 0,-1 1,0 0,12 10,-23-16,0 1,-1 0,1 0,-1 0,0 0,0 0,0 0,0 0,0 1,-1-1,1 1,-1-1,0 1,0 0,0-1,-1 1,1 0,-1 0,0-1,0 1,0 0,-1 0,1-1,-1 1,0 0,-1 2,-50 92,23-49,26-46,0 1,1 0,0 0,0 0,0 0,1 0,-1 0,1 1,0-1,0 0,0 1,1-1,-1 1,1-1,0 1,1-1,-1 1,1-1,0 0,0 1,0-1,1 0,-1 0,1 1,0-1,2 2,3-1,0 0,0 0,0-1,1-1,-1 1,1-1,0 0,0-1,0 0,0 0,1-1,-1 0,0 0,1-1,-1 0,2-1,161-14,-83-1</inkml:trace>
  <inkml:trace contextRef="#ctx0" brushRef="#br0" timeOffset="97015.867">10764 12422,'5'12,"5"10,9 8,12 8,10 10,7 4,4 6,1 4,-3 3,-4-3,-9-5,-7-7,-10-13</inkml:trace>
  <inkml:trace contextRef="#ctx0" brushRef="#br0" timeOffset="97269.187">11125 12395,'-11'28,"-11"24,-8 22,-9 16,-8 12,-6 4,7-17</inkml:trace>
  <inkml:trace contextRef="#ctx0" brushRef="#br0" timeOffset="97618.251">11487 12917,'1'-2,"0"1,0 0,1 0,-1 0,1 1,-1-1,1 0,-1 0,1 1,-1-1,1 1,0 0,-1-1,1 1,0 0,-1 0,1 0,0 0,-1 0,1 0,0 0,-1 1,1-1,0 1,1 0,0 0,0 0,0 0,0 1,0-1,-1 1,1-1,-1 1,1 0,-1 0,0 0,1 1,-1-1,0 0,-1 1,1 0,0-1,-1 1,1 0,-1 0,0-1,0 1,0 0,0 0,-1 1,1-1,0 2,-8 86,-58 46,14-39,50-98,0 1,1 0,-1-1,1 1,-1 0,1 0,-1-1,1 1,0 0,-1 0,1 0,0 0,0 0,0 0,-1-1,1 1,0 0,0 0,0 0,0 0,1 0,-1 0,0 0,0 0,0-1,1 1,-1 0,0 0,1 0,-1 0,1-1,-1 1,1 0,0-1,-1 1,1 0,-1-1,1 1,0 0,0-1,-1 1,1-1,0 0,0 1,0-1,0 0,-1 1,1-1,0 0,0 0,0 0,0 1,0-1,0 0,20-1,1 0,-1-2,0 0,0-1,0-1,0-1,-1-1,12-5,-26 9,127-49,-79 28</inkml:trace>
  <inkml:trace contextRef="#ctx0" brushRef="#br0" timeOffset="97880.065">11981 12583,'4'0,"7"2,10 1,13 0,12-1,9 0,3-1,-2 2,-11 2,-12 1</inkml:trace>
  <inkml:trace contextRef="#ctx0" brushRef="#br0" timeOffset="98140.409">12061 12863,'22'9,"25"1,19-4,14-4,8-6,-11-2</inkml:trace>
  <inkml:trace contextRef="#ctx0" brushRef="#br0" timeOffset="99468.371">11526 12877,'-4'2,"-5"4,-4 2,-7 2,-8 5,-2 1,3-2</inkml:trace>
  <inkml:trace contextRef="#ctx0" brushRef="#br0" timeOffset="98516.404">13090 12515,'1'25,"-2"0,-1 0,-1 0,-1-1,-1 1,-1-1,-1-1,-1 1,-1-1,-1 0,-1-1,-2 0,-13 19,-68 99,83-129,11-18,12-22,88-195,36-134,-125 324,34-67,-45 100,0 1,1-1,-1 1,1 0,-1-1,0 1,1-1,-1 1,1 0,-1-1,1 1,-1 0,1 0,-1-1,1 1,-1 0,1 0,0 0,-1 0,1 0,-1 0,1-1,-1 1,1 1,0-1,-1 0,1 0,-1 0,1 0,-1 0,1 0,0 1,-1-1,1 0,-1 0,1 1,-1-1,0 0,1 1,-1-1,1 1,-1-1,0 0,1 1,-1-1,0 1,1-1,-1 1,0-1,0 1,1 0,-1-1,0 1,0-1,0 1,0-1,0 1,0 0,35 113,-28-81,133 596,-135-607</inkml:trace>
  <inkml:trace contextRef="#ctx0" brushRef="#br0" timeOffset="98768.729">12957 12796,'18'-2,"22"-1,23-4,20-4,17-4,10-2,-1 3,-18 2</inkml:trace>
  <inkml:trace contextRef="#ctx0" brushRef="#br0" timeOffset="102064.099">12061 14294,'18'0,"17"2,17 1,13 0,5-1,-4 0,-7-1,-15 2,-14 0</inkml:trace>
  <inkml:trace contextRef="#ctx0" brushRef="#br0" timeOffset="102315.435">12128 14535,'14'4,"15"2,20 0,16-1,16-4,12-7,9-4,-14 0</inkml:trace>
  <inkml:trace contextRef="#ctx0" brushRef="#br0" timeOffset="102882.431">13144 14133,'9'336,"-10"-285,-3 0,-1 0,-13 47,10-77,2-23,-2-71,7 48,-7-117,6-1,8-24,-5 159,-2-2,1 1,1-1,0 0,0 0,1 1,0-1,0 0,1 1,1 0,-1 0,2 0,-1 0,1 1,0-1,1 1,0 1,4-5,-7 10,1 1,-1-1,1 1,0-1,-1 1,1 0,0 1,0-1,0 1,0-1,-1 1,1 0,0 1,0-1,0 1,0 0,0-1,-1 2,1-1,0 0,-1 1,1 0,-1-1,3 3,4 2,-1 0,0 1,-1-1,0 1,0 1,0 0,-1 0,3 4,-6-6,0 0,0 0,-1 0,0 0,0 1,0-1,-1 1,0 0,0 0,-1 0,1 0,-2 0,1 0,-1 0,0 0,-1 0,1 1,-1-1,-1 0,1 0,-1-1,-1 1,1 0,-1-1,0 1,0-1,-1 0,-4 6,-5 5,-2 0,1-1,-2 0,0-2,-1 1,-1-2,0 0,0-2,-18 9,24-15,29-13,-2 2,0 1,0 0,1 1,0 1,0 1,0 0,0 1,0 1,12 1,-20 0,0 0,1 0,-1 1,0 1,0-1,0 1,-1 0,1 1,-1 0,0 0,0 1,0-1,0 2,-1-1,0 1,0 0,-1 0,1 0,3 7,-5-6,1 0,-1 0,-1 0,0 0,0 1,0-1,-1 1,0 0,0 0,-1 0,0 0,-1 0,0 0,0 0,0 0,-1 0,0 0,-1 0,0 0,0-1,-1 1,0-1,0 1,-1-1,1 0,-2 0,1 0,-1-1,0 0,0 0,-1 0,-4 4,-8 3,-1 0,-1-1,0-2,-1 1,0-2,0-1,-1-1,0-1,-1 0,1-2,-1 0,0-2,-7 0,-33-3,63 1,-1-1,1 1,-1-1,1 1,-1-1,1 1,-1-1,1 1,-1-1,1 1,0-1,-1 1,1-1,0 0,0 1,0-1,-1 0,1 1,0-1,0 0,0 1,0-1,0 0,0 1,0-1,0 0,0 1,0-1,1 0,-1 1,0-1,0 0,1 1,-1-1,0 1,1-1,-1 1,0-1,1 1,-1-1,1 1,-1-1,1 1,-1-1,1 1,0 0,-1-1,1 1,-1 0,1-1,0 1,-1 0,1 0,0 0,-1 0,1-1,0 1,-1 0,1 0,0 0,-1 0,1 1,0-1,-1 0,1 0,24-14</inkml:trace>
  <inkml:trace contextRef="#ctx0" brushRef="#br0" timeOffset="101358.471">10791 14146,'7'21,"7"13,7 12,8 10,5 7,4 4,2 2,-1-2,-1-3,-1-7,-4-10,-1-10,-6-12,-3-11,-7-9</inkml:trace>
  <inkml:trace contextRef="#ctx0" brushRef="#br0" timeOffset="101600.34">11165 14146,'-16'14,"-14"14,-13 15,-9 12,-5 10,1 8,6 3,8-1,12-5,10-11,14-13,8-14</inkml:trace>
  <inkml:trace contextRef="#ctx0" brushRef="#br0" timeOffset="101868.621">11272 14668,'-1'8,"0"1,0-1,1 0,0 1,0-1,1 1,0-1,1 0,0 1,0-1,1 0,0 0,0 0,1-1,-1 1,2-1,-1 0,1 0,0 0,1-1,0 0,0 0,0 0,0-1,6 3,-3-5,0 0,1-1,0 0,-1-1,1 0,0-1,0 0,0 0,-1-1,1-1,0 1,-1-2,1 1,-1-1,0 0,0-1,0 0,0-1,-1 0,1 0,-1-1,-1 0,1 0,-1-1,0 0,0 0,-1-1,0 1,-1-1,1-1,-1 1,-1-1,0 0,2-7,-4 12,-1 0,0 0,-1-1,1 1,-1 0,1 0,-2-1,1 1,0-1,-1 1,1 0,-1 0,-1-1,1 1,0 0,-1 0,0 0,0 0,0 1,0-1,-1 0,0 1,1 0,-1 0,0-1,-1 2,1-1,-1 0,1 1,-1-1,0 1,-1-1,-3-1,-1 0,0 0,0 1,0 0,-1 1,1 0,-1 0,1 1,-1 0,1 1,-1 0,0 1,1-1,-4 2,7-1,0 0,0 1,0-1,1 1,-1 0,1 1,-1-1,1 1,0 0,0 0,0 1,1-1,-1 1,1 0,0 0,0 1,0-1,0 1,1 0,0 0,0 0,0 1,1-1,0 1,-1 0,4-4,-1 0,0 0,1 0,-1 0,1 0,0 0,0 0,0 0,0 0,0 0,0 0,0-1,1 1,-1 0,0-1,1 1,0-1,-1 1,1-1,0 0,0 0,-1 0,1 0,0 0,0 0,0 0,30 12</inkml:trace>
  <inkml:trace contextRef="#ctx0" brushRef="#br0" timeOffset="143749.849">6927 11620,'-6'0,"-1"1,1-1,0 1,0 0,0 1,-1-1,2 1,-1 1,0-1,0 1,1 0,-1 0,1 1,0-1,0 1,0 0,0 1,1-1,0 1,0 0,0 0,0 0,1 1,0-1,0 1,1-1,-1 1,1 0,0 0,1 2,-9 28,3 1,1 0,2 1,1-1,2 19,0-37,-3 312,15-1,16 31,-13-228,6 0,6-1,5-1,6-2,5-1,11 10,46 69,9-4,122 169,-119-207,7-5,15 6,-68-93,3-3,3-2,3-4,2-3,22 9,9-4,2-6,3-4,2-5,3-5,1-6,2-4,70 8,67 2,1-11,1-11,32-11,214-3,38-24,-302-3,-1-11,-2-9,81-31,-26-16,-3-12,-5-12,259-141,-307 126,-7-10,56-51,-214 134,-3-3,-1-4,-3-2,-3-3,-3-2,-2-3,-4-3,6-14,-18 18,-3-3,-3-1,-3-1,-4-2,5-22,-19 47,-3 0,-1-1,-3 0,-2 0,-1-1,-3 1,-3-1,-6-44,-2 38,-3 0,-2 0,-3 1,-2 1,-3 1,-1 1,-12-14,-31-46,-5 4,-60-68,-61-54,-170-152,314 330,-2 3,-3 2,-1 2,-2 3,-2 2,-2 3,-2 3,0 2,-3 4,0 2,-4 2,-92-10,-2 8,-1 7,0 7,-22 7,118 2,-1724-42,1287 28,-455 47,499 17,-508 33,908-77,-83 2,-95 18,193-16,1 2,1 3,0 1,0 2,2 2,0 2,-7 6,28-14,0 1,1 2,0 0,1 1,0 1,2 0,0 2,0 0,2 1,0 1,-3 7,16-23,1 0,-1 0,1 0,0 0,1 1,-1-1,1 1,-1-1,1 1,1-1,-1 1,1 0,-1-1,1 1,1 0,-1-1,1 1,0 0,0-1,0 1,0-1,1 0,0 1,0-1,1 2,17 16</inkml:trace>
  <inkml:trace contextRef="#ctx0" brushRef="#br0" timeOffset="144883.588">6219 16273,'-114'692,"104"-652,4-26,3-26,3-37,3 1,1-1,8-30,-5 32,7-56,4 1,4 1,5 1,7-5,-29 90,1 0,1 0,1 1,0 0,0 0,10-10,-18 23,1 0,0-1,0 1,0 0,0 0,1-1,-1 1,0 0,0 0,1 0,-1 0,1 1,-1-1,1 0,-1 1,1-1,-1 1,1-1,-1 1,1-1,0 1,-1 0,1 0,0 0,-1 0,1 0,0 1,-1-1,1 0,-1 1,1-1,-1 1,1-1,-1 1,1 0,-1 0,1 0,-1-1,0 1,1 1,-1-1,0 0,0 0,0 0,0 1,0-1,0 0,0 2,36 78,-3 47,-6 1,5 79,-17-101,-6-47,1 0,-3 1,-2 1,-3 19,-4-53</inkml:trace>
  <inkml:trace contextRef="#ctx0" brushRef="#br0" timeOffset="145483.764">6139 16741,'30'0,"1"-1,-1-1,1-1,-1-2,0-1,0-1,-1-2,0 0,-1-3,0 0,7-5,34-14,-1-3,-2-2,-1-4,-2-2,21-21,-77 59,0-1,-1 1,1-1,-1-1,0 1,-1-1,0 0,1 0,-2 0,1-1,-1 0,0 0,0 0,-1 0,0-1,0 1,-1-1,0 0,0 0,-1 1,0-1,-1 0,1 0,-1 0,-1 0,0 0,-1-6,-1 7,0-1,-1 1,0 0,-1 0,1 1,-1-1,-1 1,1 0,-1 0,0 1,0 0,-1 0,1 0,-1 1,0 0,0 0,-4-1,8 5,1-1,0 0,-1 1,1 0,-1-1,1 1,-1 0,1 0,-1 0,1 1,-1-1,1 1,0-1,-1 1,1 0,0 0,-1 0,1 0,0 0,0 0,0 1,0-1,0 1,0 0,0-1,1 1,-1 0,0 0,1 0,0 0,-1 1,-32 77,19-15,3 1,3 1,2 0,4 51,1-84,1 1,2 0,2-1,1 1,1-1,9 25,-12-52,0 0,1 0,1 0,-1 0,1-1,0 1,0-1,1 0,0 0,0 0,0-1,1 0,-1 0,2 0,-1-1,0 0,1 0,-1 0,1-1,0 0,0-1,1 1,-1-1,0-1,1 1,-1-1,6 0,4-1,0-1,1-1,-1 0,0-1,0 0,-1-2,1 0,-1-1,0-1,0 0,-1-1,0-1,0 0,-1-1,0 0,-1-1,0-1,-1 0,0-1,-1 0,-1-1,0 0,-1-1,3-5,8-54,-19 72,-1 0,0 0,0-1,0 1,0 0,0 0,0-1,0 1,-1 0,1 0,-1 0,0-1,1 1,-1 0,0 0,0 0,-1 0,1 0,0 1,0-1,-1 0,0 0,1 1,-1-1,0 1,1 0,-1-1,0 1,0 0,0 0,-2-1,-2 2,1 0,-1 1,0-1,1 1,-1 0,1 0,-1 1,1 0,-1 0,1 0,0 1,0-1,0 1,0 0,1 1,-1-1,1 1,0 0,0 0,0 0,1 0,-1 1,0 1,0-3,1 1,-1 0,1 0,0 0,-1 0,2 0,-1 0,0 1,1-1,0 1,0 0,1 0,-1 0,1 0,0 0,0 0,1 0,-1 0,1 0,0 0,1 1,-1-1,1 0,0 0,0 0,1 0,-1 0,1-1,0 1,1 0,-1-1,1 1,0-1,0 0,0 0,0 0,1 0,0-1,0 1,10 3,1-1,0 0,1-2,-1 1,1-2,0 0,0 0,0-2,0 0,0-1,10-1,46-3,-1-3,0-3,4-4,10-3</inkml:trace>
  <inkml:trace contextRef="#ctx0" brushRef="#br0" timeOffset="146970.851">7984 16700,'-15'-7,"1"0,-2 0,1 2,-1 0,0 1,0 0,0 1,0 1,-1 1,1 0,-12 2,21 1,-1 0,1 1,0 0,0 1,0 0,0 0,1 0,0 1,0-1,0 2,0-1,1 1,0 0,0 0,0 0,1 0,0 1,0 0,0 0,1 0,1 0,-1 1,1-1,0 1,0 0,1-1,0 1,1 0,0 0,0 1,0-6,0 0,1 1,-1-1,1 0,-1 1,1-1,0 0,1 0,-1 1,0-1,1 0,0 0,-1-1,1 1,1 0,-1-1,0 1,0-1,1 1,0-1,-1 0,1 0,0 0,0-1,0 1,0-1,0 0,0 1,1-1,-1-1,0 1,1 0,-1-1,0 0,1 0,-1 0,1 0,-1 0,0-1,1 1,-1-1,0 0,3-1,5-3,1-1,-1 0,0-1,0 0,-1 0,0-2,-1 1,1-1,-2 0,1-1,-1 0,-1-1,0 1,0-1,-1-1,4-8,23-34,-33 53,0 0,1 0,-1 0,0 0,1 1,-1-1,0 0,1 0,-1 1,1-1,0 0,-1 0,1 1,0-1,-1 1,1-1,0 0,-1 1,1 0,0-1,0 1,0-1,0 1,-1 0,1 0,0-1,0 1,0 0,0 0,0 0,0 0,0 0,0 0,0 0,-1 0,1 1,0-1,0 0,0 0,0 1,0-1,-1 0,1 1,0-1,0 1,-1 0,1-1,0 1,-1-1,1 1,0 0,-1-1,1 1,-1 0,1 0,-1 0,1-1,-1 1,0 0,0 0,1 0,-1 0,0 0,13 30,-1 1,-1 1,-2 0,-2 0,-1 0,-1 2,6 33,-3 0,-3 1,-4 0,-3 31,2-85,-1-1,0 0,-1 1,0-1,-1 0,0 0,-2 0,1-1,-2 1,0-1,0 0,-1-1,-1 0,0 0,-1 0,0-1,-10 9,16-17,0-1,-1 0,1-1,0 1,-1 0,0-1,1 0,-1 0,0 0,1 0,-1-1,0 1,0-1,0 0,0 0,1 0,-1-1,0 1,0-1,1 0,-1 0,0-1,1 1,-1-1,1 1,-1-1,1 0,0 0,0-1,-2-1,-3-3,1 0,0 0,1-1,0 0,0 0,1-1,0 1,0-1,1 0,0-1,-1-3,0-2,1 0,0-1,1 0,1 0,0 0,1 0,1 0,1 0,0 0,1 0,0 1,2-1,-1 0,2 1,0 0,1 0,1 0,0 1,1 0,0 0,1 1,1 0,0 1,1 0,0 0,1 1,0 1,0 0,1 1,3-1,17-7,0 2,2 2,0 1,20-4,115-45,-155 54,-1 0,1 0,-1-2,0 0,-1-1,0 0,-1-1,0 0,0-1,-2 0,1-1,-1 0,-1 0,-1-1,4-8,-11 20,0 1,-1-1,1 0,-1 1,1-1,-1 0,0 0,1 0,-1 1,0-1,0 0,-1 0,1 0,0 0,0 1,-1-1,1 0,-1 0,0 1,0-1,1 1,-1-1,0 0,0 1,0-1,-1 1,1 0,0-1,0 1,-1 0,1 0,-1 0,1 0,-1 0,1 0,-1 0,0 1,1-1,-1 0,0 1,-1-1,-1 0,0 1,0-1,-1 1,1-1,0 1,-1 1,1-1,0 1,-1-1,1 1,0 0,0 1,0-1,0 1,0 0,0 0,-1 0,0 4,0-1,0 1,1 0,0 0,0 0,0 0,1 1,0-1,0 1,0 0,1 0,0 0,1 0,-1 1,1-1,1 0,0 1,0-1,0 0,1 1,-1-1,2 0,-1 1,1-1,1 0,-1 0,1-1,0 1,0 0,1-1,0 0,0 0,2 4,0-1,0 0,1-1,0 0,1 0,0 0,0-1,0 0,1 0,0-1,0-1,1 1,-1-1,1-1,1 0,-1 0,0-1,1 0,-1-1,1-1,0 1,0-1,4-1,-11-1,0 0,0 0,0 0,-1 0,1-1,0 1,-1-1,1 0,-1 0,0 0,0-1,0 1,0-1,0 1,0-1,-1 0,1 0,-1-1,0 1,0 0,0-1,0 1,-1-1,1 0,-1 1,0-1,0-3,9-108,-10 108,-1-9,0 12,0 1,0-1,1 0,-1 0,1 1,0-1,0 0,0 0,0 0,1 1,-1-1,1 0,0 1,0-1,0 0,1 1,-1-1,1 1,0 0,0-1,0 1,0 0,1 0,-1 1,1-1,0 0,0 1,0-1,0 1,0 0,1 0,7 2,1 1,0 1,-1-1,1 2,-1 0,1 0,-1 1,0 0,-1 1,1 0,-1 1,0 0,2 2,-5-4,3 0,-1 0,0 1,0 0,0 1,0 0,-1 0,0 1,0 0,0 0,-1 1,0 0,-1 0,0 1,0-1,-1 2,0-1,-1 0,2 5,1 175,-7-186,1-1,-1 0,1 1,0-1,0 0,1 0,-1 1,0-1,1 0,-1 0,1 0,-1-1,1 1,0 0,0-1,0 1,0-1,0 1,0-1,0 0,1 0,-1 0,0 0,1 0,-1-1,1 1,-1-1,1 0,-1 1,0-1,3 0,77-20,-46 3,0-1,-1-2,-2-1,0-2,-1-1,-1-2,12-14,-36 35,0-2,0 1,0-1,-1 0,0 0,-1 0,0-1,0 0,0 0,-1 0,0-1,-1 0,0 1,0-1,-1 0,0-1,0-2,-3 9,1 1,-1-1,0 0,0 1,0-1,-1 0,1 1,-1-1,1 1,-1 0,0-1,0 1,0 0,0 0,0 0,0 1,-1-1,1 0,-1 1,1 0,-1-1,1 1,-1 0,0 0,0 1,1-1,-1 0,0 1,0 0,0-1,0 1,0 1,1-1,-1 0,0 1,0-1,0 1,1 0,-1 0,0 0,1 0,-1 0,0 1,1-1,0 1,-1 0,1-1,0 1,-1 2,-3 2,1 1,0 1,0-1,1 1,-1 0,2 0,-1 0,1 1,1-1,0 1,0-1,0 1,1 0,0 0,1 0,0-1,1 1,-1 0,2 0,-1 0,1-1,1 1,-1-1,1 1,1-1,3 6,-2-7,0 1,0-2,1 1,0-1,1 0,-1 0,1 0,0-1,1 0,-1-1,1 1,0-1,0-1,0 0,0 0,1 0,3-1,8 3,1-2,0 0,0-2,1 0,-1-1,14-3,14-3,-1-2,0-3,-1-1,0-3,-1-2,-1-1,33-20,-68 34,1-2,-1 1,0-1,0-1,-1 0,0 0,0-1,0 0,-1 0,0-1,3-5,-10 12,0 0,0 0,0 0,-1 0,1 0,-1 1,1-1,-1 0,0 0,1 0,-1 0,0 0,0-1,-1 1,1 0,0 0,-1 1,1-1,-1 0,1 0,-1 0,0 0,0 0,0 1,0-1,0 0,0 1,-1-1,1 1,-1-1,1 1,-1-1,1 1,-2-1,-63-31,60 31,0 1,-1-1,1 1,-1 0,1 0,-1 1,1 0,-1 0,1 0,-1 1,1 0,-1 0,1 1,0 0,-1 0,1 0,0 1,0 0,1 0,-1 0,1 1,-1 0,1 0,0 1,1-1,-1 1,1 0,0 0,0 0,-3 6,3-4,0 0,1 0,0 1,0-1,1 1,0-1,1 1,-1 0,1 0,1-1,-1 1,2 6,-1-11,0 0,1 0,-1 0,1 0,0 0,0 0,0 0,0 0,1 0,-1 0,1 0,0-1,0 1,0-1,0 1,0-1,0 0,1 0,-1 0,1 0,-1 0,1 0,0-1,0 1,0-1,0 0,0 0,0 0,0 0,0-1,0 1,1-1,7 0,-1-1,1 0,-1 0,0-1,1-1,-1 1,0-2,0 1,-1-2,1 1,-1-1,0-1,0 1,0-2,-1 1,0-1,-1 0,1-1,-1 0,-1 0,1 0,-1-1,-1 0,0 0,1-3,-5 12,-1 1,0-1,0 0,0 1,0-1,1 0,-1 1,0-1,1 0,-1 1,0-1,0 0,1 0,-1 1,0-1,1 0,-1 0,1 0,-1 0,0 1,1-1,-1 0,0 0,1 0,-1 0,1 0,-1 0,0 0,1 0,-1 0,1 0,-1 0,1 0,-1 0,0 0,1-1,-1 1,0 0,1 0,-1 0,1 0,-1-1,0 1,0 0,1 0,-1-1,0 1,1-1,1 11,0-4,1 1,-1-1,1 0,1 0,-1 0,1 0,0 0,0-1,0 0,1 0,0 0,0 0,0-1,1 0,0 0,-1 0,1-1,1 0,-1 0,0 0,1-1,-1 0,4 1,7 0,-1 0,1-1,0-1,0 0,0-1,0-1,-1-1,1 0,2-1,65-18,-8-4</inkml:trace>
  <inkml:trace contextRef="#ctx0" brushRef="#br0" timeOffset="148364.649">12582 16539,'0'-3,"1"-2,0 1,-1 0,1-1,-1 0,0 1,0-1,0 1,-1-1,0 1,0 0,0-1,0 1,-1 0,1-1,-1 1,0 0,0 0,-1 0,1 1,-1-1,0 1,0-1,0 1,-1 0,1 0,-1 0,1 1,-1-1,-1 0,-4 3,1 0,-1 0,0 0,0 1,1 1,-1-1,1 1,-1 1,1 0,0 0,0 0,0 1,0 0,1 1,-1 0,1 0,0 0,1 1,0 0,-5 6,-2-1,0 0,1 1,1 1,0-1,0 2,2 0,0 0,0 0,1 1,1 0,0 1,2 0,-1 2,5-15,0-1,1 0,-1 0,1 0,0 0,-1 1,1-1,0 0,0 0,1 1,-1-1,0 0,1 0,-1 0,1 0,0 1,0-1,0 0,0 0,0-1,0 1,0 0,1 0,-1 0,1-1,-1 1,1-1,0 1,-1-1,1 0,0 1,0-1,0 0,0 0,0-1,0 1,0 0,1-1,-1 1,0-1,0 1,0-1,3 0,5-3,1 1,-1-2,0 0,0 0,0 0,-1-1,1-1,-1 0,-1 0,1-1,-1 0,0 0,0-1,-1 0,1-1,10-10,-1-1,-1 0,-1-1,-1-1,-1 0,0-1,-2-1,-1 1,-1-2,0 1,-2-1,-1 0,-2-1,0 0,-1 1,-2-1,0 0,-2 0,-2-8,1 14,-1 1,-1-1,-1 0,-1 1,-1 0,-1 0,-8 4,8 41,5 45,2 1,4-1,4 14,-7-84,4 52,2 1,2-1,2 0,3-1,7 17,25 3,-43-70,0 0,1 0,-1 0,0-1,1 0,-1 1,1-1,0 0,-1 0,1 0,0 0,0-1,0 1,-1-1,1 0,0 0,0 0,0 0,0 0,0-1,-1 1,1-1,0 1,0-1,-1 0,1 0,1-2,12-6,-1-1,-1-1,0 0,-1-1,0-1,0 0,-2 0,1-2,2-5,-13 19,154-234,-120 186,-27 59,2 113,-10-111,0-1,1 1,1-1,-1 1,2-1,-1 1,2-1,0 0,0 0,1-1,0 1,0-1,1 0,1 0,0-1,0 0,1 0,4 4,14-3,-4-8</inkml:trace>
  <inkml:trace contextRef="#ctx0" brushRef="#br0" timeOffset="148801.478">12983 16125,'129'40,"22"10,-142-46,-1 1,1 0,-1 1,0 0,0 0,0 1,-1 0,0 1,0-1,-1 1,0 0,-1 1,1-1,1 7,0 3,-1-1,-2 1,1 0,-2 0,0 0,-2 1,0-1,-1 17,4 47,-4-80,-1 1,1-1,0 0,0 0,1 0,-1 0,0 1,1-1,0 0,-1 0,1 0,0 0,0 0,0 0,0 0,0 0,1-1,-1 1,0 0,1-1,-1 1,1-1,0 1,0-1,-1 0,1 0,0 0,0 0,0 0,0 0,0 0,0 0,1-1,-1 0,0 1,0-1,0 0,0 0,1 0,-1 0,0 0,0 0,0-1,0 1,1-1,0 0,11-5,0-1,0-1,-1 0,0 0,0-1,-1-1,0 0,-1-1,0 0,-1-1,0 0,-1-1,0 0,1-4,25-73,-37 87,-3 21,5-14,0 0,0 0,0 0,0 0,1 0,0 0,0 0,0 0,0 0,1-1,-1 1,1 0,0-1,0 1,1-1,-1 0,0 0,1 1,0-2,0 1,0 0,0-1,0 1,1-1,0 1,7 3,0 0,1-1,0 0,0-1,0 0,0-1,10 1,60 7,-1-7</inkml:trace>
  <inkml:trace contextRef="#ctx0" brushRef="#br0" timeOffset="149281.244">15109 15845,'-10'262,"19"416,-8-654,-1-11,1 1,-2-1,0 1,0-1,-1 0,-1 0,0 0,-3 7,6-20,0 1,0 0,0-1,0 1,-1-1,1 1,0 0,0-1,-1 1,1-1,0 1,-1-1,1 1,-1-1,1 1,0-1,-1 0,1 1,-1-1,1 0,-1 1,0-1,1 0,-1 1,1-1,-1 0,1 0,-1 0,0 0,1 1,-1-1,0 0,1 0,-1 0,1 0,-1-1,0 1,1 0,-1 0,1 0,-1 0,0-1,1 1,-1 0,1 0,-1-1,1 1,-1 0,1-1,-1 1,1-1,-1 1,1-1,0 1,-1-1,1 1,0-1,-1 1,1-1,0 0,-35-81,9-12,5-1,4-1,3-1,3-39,11 134,-3-17,1 1,1-1,1-1,0 1,1 0,2 0,0 1,0-1,2 0,0 1,2 0,-1 0,3 0,-6 14,1-1,0 1,0 0,0 1,0-1,1 1,-1 0,1 0,0 0,0 1,0 0,0-1,0 2,0-1,1 1,-1 0,1 0,-1 0,1 1,-1 0,1 0,-1 0,1 1,-1-1,1 1,-1 1,1-1,-1 1,1 0,1 0,0 1,0 0,-1 0,1 0,-1 0,0 1,0 0,0 1,0-1,-1 1,0 0,0 0,0 1,-1 0,1-1,-1 1,-1 1,1-1,-1 1,0-1,-1 1,1 1,-2-2,-1 0,1 0,-2 0,1 0,0 0,-1 0,0 0,-1-1,1 1,-1 0,0-1,0 1,-1-1,0 0,0 0,0 0,-1 0,1 0,-1-1,0 1,0-1,-1 0,-1 1,-7 6,0-1,-2 0,1-1,-1 0,0-1,-1-1,-7 3,-48 4,70-14,1 0,-1 0,0 0,1 0,-1 0,0 0,1 0,-1 0,0 0,1 0,-1-1,1 1,-1 0,0-1,1 1,-1 0,1-1,-1 1,1-1,-1 1,1-1,-1 1,1-1,-1 1,1-1,0 1,-1-1,1 0,0 1,0-1,-1 1,1-1,0 0,0 1,0-1,0 0,0 1,0-1,0 0,0 1,0-1,0 0,0 1,0-1,0 0,1 1,-1-1,0 0,0 1,1-1,-1 1,1-1,9-19</inkml:trace>
  <inkml:trace contextRef="#ctx0" brushRef="#br0" timeOffset="150466.593">15577 16045,'-18'-2,"-1"0,1 1,-1 1,0 0,1 2,-1 0,1 1,-1 1,12-2,-1 0,1 0,0 1,0 0,0 1,0-1,1 1,-1 1,1-1,0 1,1 0,-1 1,1-1,0 1,0 0,0 0,1 0,0 1,1 0,-3 4,4-7,0 1,0 0,1 0,-1 0,1 0,0 0,1 0,-1 1,1-1,0 0,0 0,0 0,1 0,0 1,0-1,0 0,1 0,0 0,0-1,0 1,0 0,1-1,-1 1,1-1,1 0,-1 0,0 0,1 0,0-1,0 0,0 1,0-1,1-1,-1 1,1 0,-1-1,1 0,0 0,0-1,0 1,1-1,0 0,1 0,0-1,-1 0,1 0,-1-1,1 1,-1-1,0-1,1 1,-1-1,0 0,0-1,0 1,0-1,0 0,-1-1,1 0,-1 1,0-2,0 1,0 0,-1-1,3-4,2-1,-2 0,1-1,-1 0,-1-1,0 1,0-1,-2 0,1-1,-1 1,-1-1,0-4,-5 32,1 0,0 1,2-1,-1 1,2-1,0 0,1 2,-3-15,1 0,0-1,0 1,-1-1,1 1,0-1,0 1,0-1,1 1,-1-1,0 0,0 0,1 1,-1-1,1 0,-1 0,1 0,-1-1,1 1,0 0,-1-1,1 1,0-1,-1 1,1-1,0 0,0 0,-1 0,1 0,0 0,0 0,0 0,-1 0,1-1,0 1,0-1,-1 0,2 0,63-33,-32 8,-2-2,-2-1,0-1,-2-1,-1-2,20-32,-45 62,-1 1,0-1,0 0,1 1,-1-1,1 1,0-1,0 1,0 0,0 0,0 0,0 0,1 0,-1 0,1 1,-1-1,1 1,0 0,-1-1,1 1,0 1,0-1,0 0,0 1,0-1,0 1,-1 0,1 0,0 0,2 0,11 10,-2 0,1 0,-1 1,-1 1,0 0,0 1,-2 1,1 0,2 5,37 75,-50-91,0-1,0 1,-1 0,1 0,-1 0,0 0,1 0,-1 0,0 0,-1 0,1 0,-1 0,1 0,-1 0,0 0,0 0,0 0,0-1,-1 1,1 0,-1-1,1 1,-1-1,0 0,0 1,0-1,0 0,-1 0,1 0,-1-1,1 1,-1 0,0-1,0 2,-1-1,1 0,-1 0,0 0,0-1,1 1,-1-1,0 0,0 0,0 0,0-1,0 1,-1-1,1 0,0 0,0 0,0-1,0 0,0 1,0-1,0-1,0 1,0-1,1 1,-1-1,0 0,1 0,-1-1,1 1,0-1,0 0,0 1,0-1,1-1,-1 1,1 0,-1-1,1 1,0-1,1 1,-1-1,1 0,-1 0,1 0,0 0,0-3,2-1,0 1,0-1,0 1,1-1,1 1,-1 0,1 0,0 0,1 0,-1 1,1-1,1 1,-1 0,1 0,0 0,0 1,1 0,0 0,1-1,6-4,1 0,0 1,1 0,0 1,0 1,1 0,0 2,2-1,-2 1,-1 1,1 1,0 0,0 2,0 0,0 0,2 2,-14-1,1 0,-1 0,0 1,1 0,-1 0,0 0,0 0,0 1,0 0,0 0,0 0,0 0,-1 0,1 1,-1 0,1-1,-1 1,0 0,0 1,-1-1,1 1,-1-1,1 1,-1 0,0 0,0 0,1 4,5 118,-6-125,-1 1,0-1,0 1,1-1,-1 1,1-1,-1 0,1 0,0 0,0 0,-1 0,1 0,0-1,0 1,0 0,0-1,0 0,0 1,-1-1,1 0,0 0,0 0,0 0,0 0,0-1,0 1,0-1,0 1,0-1,0 1,-1-1,1 0,0 0,0 0,-1 0,1 0,-1-1,1 1,-1 0,1-1,16-7,-1-1,-1-1,0 0,0-1,-1 0,-1-1,0-1,0 0,-2-1,0-1,-1 0,0 0,-1-1,-1 0,5-14,-13 32,0-1,0 1,0 0,0-1,-1 1,1 0,0-1,0 1,-1 0,1 0,0 0,-1 0,1 0,0 0,-1 0,0 0,1 0,-1 0,0 0,1 0,-1 0,0 0,0 0,0 0,0 0,0 0,0 1,0-1,0 0,0 0,-1 0,1 0,0 0,-1 0,1 0,1 6,1 10,1-1,1 0,0 0,1 0,1 0,0-1,6 9,-10-20,1 0,-1 0,1 0,0-1,0 1,0-1,0 1,1-1,-1 0,1-1,0 1,0 0,0-1,0 0,0 0,0 0,1-1,-1 1,1-1,-1 0,1 0,-1-1,1 1,-1-1,1 0,0-1,-1 1,1-1,2 0,9-4,0-1,-1-1,0 0,0-1,0-1,-1 0,-1-1,1 0,-2-1,1-1,-2 0,0-1,0 0,-1 0,5-10,13-24,-1-1,-3-2,-2 0,-2-1,-3-2,-2 1,-2-2,-2 0,-2-8,-2 26,-2 0,-1 0,-1 0,-3-1,0 1,-3 0,-1-1,-7-29,8 58,1 0,-1 1,0-1,-1 1,0 0,0 0,0 0,-1 1,0-1,0 1,-3-1,6 5,0 0,0 0,-1 1,1-1,0 1,-1 0,1-1,-1 1,0 0,1 0,-1 1,0-1,0 1,1-1,-1 1,0 0,0 0,0 0,1 0,-1 1,0-1,0 1,1 0,-1-1,0 1,1 1,-1-1,1 0,-1 0,1 1,0 0,-1-1,1 1,-9 9,0 1,1 0,0 0,0 1,2 0,0 1,0-1,1 2,1-1,0 1,2 0,-1 0,2 0,-1 5,-7 21,3 0,1 1,2 0,2 0,1 0,3 0,1 1,2-1,2-1,2 1,2-1,1 0,2-1,2-1,2 0,7 10,-11-29,0-1,2 0,0-1,1-1,1 0,1-2,0 0,1-1,0 0,1-2,0 0,1-1,1-2,0 0,0-1,0-1,1-1,0-1,1-1,-1-1,48 2</inkml:trace>
  <inkml:trace contextRef="#ctx0" brushRef="#br0" timeOffset="152235.027">9668 17783,'-1'-4,"0"-1,-1 0,1 1,-1-1,0 1,0-1,0 1,-1 0,1 0,-1 0,0 0,0 0,0 1,-1-1,0 1,1 0,-1 0,0 0,0 1,-1-1,1 1,0 0,-1 0,1 1,-1-1,0 1,1 0,-1 0,0 1,0-1,0 1,0 0,0 1,-6 1,1 2,0-1,0 1,0 1,0 0,1 0,0 1,0 0,1 0,-1 1,1 0,1 1,-1 0,1 0,1 1,0-1,0 1,0 1,1-1,1 1,0 0,0 0,-2 7,5-14,0 0,0-1,0 1,0 0,0 0,0 0,1 0,-1 0,1 0,0 0,0 0,0 0,1 0,-1 0,0 0,1 0,0 0,0 0,0 0,0 0,0-1,1 1,-1 0,1-1,0 1,0-1,-1 0,2 1,-1-1,0 0,0 0,1 0,-1-1,1 1,-1-1,1 1,0-1,0 0,-1 0,1 0,0 0,0-1,0 1,2 0,4-4,1 0,-1-1,0 0,0 0,-1-1,0 0,1-1,-2 0,1 0,-1 0,0-1,0 0,0 0,-1-1,-1 0,1 0,-1-1,0 1,2-9,5-6,-1-1,-1-1,-1 0,-2 0,0-1,-1-5,12 62,-12-10,2 0,0-1,1 1,1-1,1-1,1 0,1-1,0 0,1-1,1 0,14 11,-26-25,0-1,1 0,-1 0,1 0,-1 0,1 0,-1-1,1 0,0 1,0-1,0-1,0 1,0-1,0 1,-1-1,1 0,0 0,0-1,0 1,0-1,0 0,0 0,0 0,-1-1,1 1,0-1,-1 0,0 0,1 0,-1-1,0 1,0-1,0 1,0-1,14-17,0 0,-2 0,0-2,-1 0,-2 0,0-1,3-10,39-69,-54 102,0-1,0 1,0 0,0-1,0 1,0 0,0-1,0 1,0 0,0-1,0 1,0 0,1 0,-1-1,0 1,0 0,0-1,0 1,1 0,-1 0,0-1,0 1,1 0,-1 0,0 0,0-1,1 1,-1 0,0 0,1 0,-1 0,0 0,1 0,-1-1,0 1,0 0,1 0,-1 0,0 0,1 0,-1 0,0 0,1 0,-1 1,0-1,1 0,-1 0,0 0,1 0,-1 0,0 0,0 1,1-1,-1 0,0 0,0 0,1 1,-1-1,0 0,0 0,1 1,-1-1,0 0,5 23,-5-20,3 23,-3-14,1 0,0-1,0 1,1 0,1-1,-1 1,2-1,0 0,0 0,1 0,1 0,-1-1,2 0,-1 0,2-1,-1 0,5 4,-8-10,-1-1,1-1,0 1,0 0,0-1,0 0,0 0,1 0,-1-1,0 1,0-1,1 0,-1 0,0-1,0 1,1-1,-1 0,0 0,0 0,0 0,0-1,0 0,0 0,0 0,83-62,-71 50,-1-2,0 0,-2-1,0 0,-1-1,0 0,-2-1,1-2,-1-1,-9 22,-1 0,1 0,-1 1,1-1,-1 0,1 0,-1 0,1 1,-1-1,1 0,-1 1,1-1,-1 0,0 1,1-1,-1 0,0 1,1-1,-1 1,0-1,1 1,-1-1,0 1,0-1,0 1,1-1,-1 1,0-1,0 1,0 0,0-1,0 1,0-1,0 1,0-1,0 1,0-1,0 1,0-1,-1 1,1-1,0 1,0-1,-1 1,1-1,0 1,-1-1,1 1,0-1,-1 1,1-1,0 0,-1 1,1 3,-1 4,1 0,1-1,-1 1,1 0,0-1,1 1,0 0,0-1,1 0,0 0,0 1,0-2,1 1,0 0,1-1,-1 0,1 0,1 0,-1 0,1-1,0 0,0 0,0-1,0 1,1-1,0-1,0 1,0-1,0-1,1 1,4 0,0-1,0-1,0 0,0-1,1 0,-1-1,0-1,0 0,0 0,0-1,-1 0,1-1,-1-1,0 0,0 0,0-1,4-3,4-4,0-1,-1 0,0-1,-1-1,-1-1,0 0,-1-1,2-5,3-14,-2 0,-1-2,-2 0,-2-1,-1 0,-3 0,0-1,-3-1,-2 1,-1-1,-3-35,0 24,0 160,3 0,6-1,9 34,-14-109,-1-5,0 0,2 0,1 0,1-1,1 0,10 21,-16-42,1 1,0 0,0-1,1 0,0 1,-1-2,1 1,1 0,-1-1,0 0,1 0,0 0,-1 0,1-1,0 1,0-2,1 1,-1 0,0-1,1 0,-1 0,1-1,-1 1,1-1,-1 0,1-1,-1 1,17-3,-1-1,0 0,-1-2,1 0,-1-2,5-2,87-44,-90 39</inkml:trace>
  <inkml:trace contextRef="#ctx0" brushRef="#br0" timeOffset="152504.365">10871 17369,'18'-5,"20"-3,19-5,19-6,13 0,14-1,8 4,2 5,-18 4</inkml:trace>
  <inkml:trace contextRef="#ctx0" brushRef="#br0" timeOffset="153300.776">11714 17783,'20'-13,"-1"-2,0-1,-2 0,1-1,-2-1,0 0,-2-1,0-1,-1 0,-1-1,2-6,0-28,-13 53,-1 1,0-1,0 1,0-1,0 1,0-1,0 1,-1-1,1 1,0-1,-1 1,1 0,-1-1,1 1,-1-1,0 1,0 0,0 0,0-1,0 1,0 0,0 0,0 0,0 0,0 0,0 0,-1 0,1 1,0-1,-1 0,1 1,0-1,-1 1,-1-1,-2 2,-1 0,0 0,1 0,-1 1,1 0,0 0,-1 0,1 0,0 1,0 0,1 0,-1 1,0-1,1 1,0 0,0 0,0 0,1 1,-1-1,1 1,0 0,0 0,1 0,-1 1,-1 0,0-1,0 1,0 1,1-1,0 0,0 1,1 0,0-1,0 1,0 0,1 0,0 0,0 0,1 1,0-1,0 0,1 0,0 0,0 0,1 0,0 0,0 0,0-1,1 1,0-1,0 1,1-1,-1 0,2 0,-1 0,9 2,1 0,-1-1,1 0,1-1,-1-1,1 0,0-1,0 0,0-2,0 1,1-2,-1 0,1-1,-1-1,1 0,13-3,-22 4,1 0,0 0,-1-1,1 0,-1 0,1-1,-1 0,0 0,0-1,0 1,0-2,0 1,0-1,-1 0,0 0,0-1,0 0,0 0,-1 0,0-1,0 0,0 0,-1 0,0-1,0 1,0-1,-1 0,0 0,-1 0,1-2,-24-156,21 164,0 0,0 0,0 0,0-1,0 1,1 0,-1 0,0 0,1 0,-1 0,1 0,-1 0,1 0,0 0,-1 0,1 0,0 0,0 0,0 0,-1 0,1 1,0-1,0 0,0 1,0-1,0 1,1-1,-1 1,0-1,0 1,0 0,0-1,0 1,1 0,-1 0,0 0,0 0,0 0,1 0,-1 0,0 1,53 9,-48-8,15 3,-1 2,1 0,-2 1,1 1,9 7,-24-13,1 1,-1-1,0 1,0 1,0-1,0 1,-1 0,0 0,0 0,0 1,0-1,-1 1,0 0,0 0,-1 0,0 0,0 1,0-1,0 7,1 125,-3-136,0 0,0 0,0 0,0 0,1-1,-1 1,1 0,-1 0,1 0,0-1,-1 1,1 0,0-1,0 1,0-1,0 1,0-1,1 0,-1 1,0-1,1 0,-1 0,1 0,-1 0,1 0,0 0,-1 0,1 0,0-1,-1 1,1-1,0 1,0-1,0 0,-1 0,1 0,0 0,0 0,0 0,1 0,11-4,-1-1,0 0,0-1,0-1,0 0,-1 0,0-1,-1-1,0 0,4-5,-9 9,131-129,-134 130,15-14,-6 34,-12-16,36 130,-34-123,1-1,1 1,-1-1,1 0,0 0,0 0,1-1,0 1,0-1,0 0,1-1,0 1,-1-1,1 0,1-1,-1 1,5 1,34-6,-29-9</inkml:trace>
  <inkml:trace contextRef="#ctx0" brushRef="#br0" timeOffset="153552.614">12809 17168,'5'16,"8"10,2 0</inkml:trace>
  <inkml:trace contextRef="#ctx0" brushRef="#br0" timeOffset="153766.043">13157 17649,'3'7,"1"-1,0 1,0-1,0 0,1 0,0 0,0-1,1 0,-1 0,1 0,0-1,1 1,-1-1,1-1,-1 1,1-1,0-1,0 1,1-1,-1 0,0-1,1 0,-1 0,2 0,-4-4,0 1,0-1,-1 0,1 0,-1-1,0 0,0 1,0-1,-1 0,1-1,-1 1,0-1,0 1,-1-1,1 0,-1 0,0 0,0 0,-1 0,0-1,1 1,-2 0,1-1,-1-4,2 5,-1 0,0 0,-1-1,1 1,-1-1,0 1,-1 0,1-1,-1 1,0 0,0 0,-1-1,1 1,-1 0,0 0,-1 1,1-1,-1 0,0 1,0-1,0 1,-1 0,0 0,1 0,-1 1,-1 0,1-1,0 1,-1 0,0 1,1-1,-1 1,0 0,0 0,-1 1,1 0,0 0,0 0,-1 0,0 2,1-1,-1 1,1 1,-1-1,1 1,0 0,-1 0,1 1,0-1,1 1,-1 0,0 1,1-1,0 1,-1 0,2 0,-1 0,0 0,1 1,0 0,0-1,0 1,0 0,1 1,0-1,0 0,1 0,-1 1,1-1,0 1,1 0,-1-1,1 1,0-1,0 1,1 0,0-1,0 1,0-1,1 1,-1-1,1 0,1 1,-1-1,1 0,0-1,0 1,1 1,73 53,-35-39</inkml:trace>
  <inkml:trace contextRef="#ctx0" brushRef="#br0" timeOffset="154099.183">13585 17756,'1'-307,"-2"305,1-1,-1 1,1 0,0-1,0 1,0-1,0 1,0-1,1 1,-1-1,1 1,0 0,-1-1,1 1,0 0,0-1,1 1,-1 0,0 0,1 0,-1 0,1 0,0 1,-1-1,1 0,0 1,0-1,0 1,0 0,0-1,1 1,-1 0,0 0,1 1,-1-1,0 0,1 1,-1 0,1-1,158 20,-144-15,-6-2,4-1,-1 1,1 1,0 0,-1 1,0 0,0 1,0 1,-1 0,0 1,0 1,0 0,-1 0,0 1,8 10,-17-16,-1 1,0 0,0 0,0 0,-1 0,1 1,-1-1,0 0,-1 1,1-1,-1 1,1-1,-1 0,-1 1,1-1,-1 1,1-1,-1 0,-1 1,1-1,0 0,-3 4,-52 88,47-84,-17 35,36-37,-2-10,0 0,0-1,0 0,-1 0,1-1,0 0,-1 0,1-1,-1 1,0-2,3 0,9-4,102-45,40-27,4-5</inkml:trace>
  <inkml:trace contextRef="#ctx0" brushRef="#br0" timeOffset="-179193.991">26525 2370,'0'-3,"5"0,10 0,15 0,15 2,16 0,11 0,5 1,1 0,-9 0,-13 0,-14 0,-19 0,-18 3,-17 2,-10 4,-6-1,1-1</inkml:trace>
  <inkml:trace contextRef="#ctx0" brushRef="#br0" timeOffset="-179748.038">26673 2757,'0'-6,"0"24,-8 46,-2-1,-3 0,-3-1,-18 45,27-87,-17 52,24-72,0-1,0 1,0 0,0 0,0-1,0 1,-1 0,1 0,0-1,0 1,0 0,0 0,0 0,-1-1,1 1,0 0,0 0,0 0,-1-1,1 1,0 0,0 0,-1 0,1 0,0 0,0 0,-1 0,1 0,0-1,0 1,-1 0,1 0,0 0,-1 0,1 0,0 0,0 0,35-203,-18 113,3 1,24-60,-16 93,-27 56,0 0,1 0,-1 0,0 0,1 1,-1-1,0 0,0 1,1-1,-1 0,0 1,0-1,0 1,0 0,0-1,0 1,1 0,-2 0,1 0,0 0,0 0,0 0,0 0,0 0,-1 0,1 0,-1 0,1 0,-1 0,1 1,-1-1,1 0,-1 0,0 1,0-1,0 0,0 1,0-1,0 0,0 0,1 2,103 317,22-11,-120-294</inkml:trace>
  <inkml:trace contextRef="#ctx0" brushRef="#br0" timeOffset="-179495.186">26553 3011,'16'-2,"16"-1,15-3,10 1,5-2,-4 1,-9 1,-14 1</inkml:trace>
  <inkml:trace contextRef="#ctx0" brushRef="#br0" timeOffset="-189198.092">25296 2289,'17'45,"-2"2,-2 0,-2 0,-2 1,-3 0,-1 1,52 458,-54-489,21 128,4 146,-39 216,-1 351,-1 52,-14-445,11 121,6-448,5 1,7-1,8 35,5 195,25 199,-33-153,-3-274,-10 91,-1 293,8-327,-28-41,13-29,5-154,0 17</inkml:trace>
  <inkml:trace contextRef="#ctx0" brushRef="#br0" timeOffset="-180880.048">25857 2677,'-4'-8,"-2"27,-8 229,11-127,-2-97,-7-37,1-24,3-1,1 0,1-1,3 0,1 1,1-1,3-1,-2 19,0-1,2 1,0 0,2 0,0 0,5-10,-8 28,0 0,0 1,1 0,0-1,-1 1,1 0,0 0,0-1,0 1,0 1,0-1,1 0,-1 1,0-1,1 1,-1-1,1 1,0 0,-1 0,1 1,0-1,0 0,0 1,-1 0,1 0,0-1,0 2,0-1,0 0,-1 0,1 1,0 0,0 0,-1-1,1 1,0 1,-1-1,1 0,-1 1,2 1,6 1,-1 1,1 0,-1 1,0 0,-1 1,0 0,0 0,0 1,-1-1,1 3,-5-6,0-1,-1 1,1-1,-1 1,0 0,0 0,0 0,-1 0,1 0,-1 0,0 0,0 1,-1-1,1 0,-1 1,0-1,0 0,0 1,-1-1,0 0,1 1,-2-1,1 0,0 0,-1 0,0 1,-4 4,0-1,0 1,-1-1,-1-1,1 1,-1-1,0 0,-9 5,17-12,-1 0,0 0,1 1,-1-1,1 0,-1 1,1-1,-1 0,1 1,-1-1,1 1,-1-1,1 1,0-1,-1 1,1-1,0 1,-1-1,1 1,0 0,0-1,-1 1,1-1,0 1,0 0,0-1,0 1,0-1,0 1,0 0,0-1,0 1,0 0,0-1,1 1,-1-1,0 1,0 0,1-1,-1 1,0-1,1 1,-1-1,0 1,1-1,-1 1,1-1,-1 1,1-1,-1 0,1 1,35 17,-21-12,-2 1,0 0,-1 1,1 0,-2 1,1 1,-1 0,0 0,0 2,-7-8,-1 0,1 1,-1-1,0 1,0 0,-1 0,1 0,-1 0,0 0,-1 0,1 1,-1-1,0 1,0-1,-1 1,0-1,0 1,0-1,0 1,-1-1,0 1,0-1,-1 2,-2 0,1 0,-1-1,-1 0,0 0,1 0,-2-1,1 1,-1-1,1 0,-1-1,-1 0,1 0,-1 0,1 0,-1-1,0 0,-1-1,1 0,0 0,0 0,-1-1,1 0,-4 0,8-1,0 0,-1 0,1 0,0 0,-1-1,1 1,0-1,0 0,-1 0,1 0,0 0,0-1,0 1,0-1,0 0,1 1,-1-2,0 1,1 0,-1 0,1-1,0 1,0-1,0 0,0 0,-1-2,-9-17</inkml:trace>
  <inkml:trace contextRef="#ctx0" brushRef="#br0" timeOffset="-180483.108">25643 2422,'0'-2,"5"-1,8 0,11 1,12 0,10 3,9 2,3 2,-1 0,-3 2,-9 0,-10-2,-10 1,-11-1</inkml:trace>
  <inkml:trace contextRef="#ctx0" brushRef="#br0" timeOffset="-177597.059">25911 5096,'6'24,"0"1,-2 0,-1 0,-1 1,-1-1,-1 0,-2 0,0 1,-1-1,-2 0,-1-1,-1 2,2-9,6-51,43-435,-29 362,-15 105,1 1,-1 0,1 0,-1 0,1 1,-1-1,1 0,0 0,-1 0,1 0,0 0,0 1,0-1,0 0,-1 1,1-1,0 1,0-1,0 1,0-1,0 1,0 0,1-1,-1 1,0 0,0 0,0 0,0 0,0 0,0 0,0 0,0 0,0 0,0 0,1 1,-1-1,0 0,0 1,0-1,0 1,41 27,-34-22,74 72,-79-75,-1 0,0 1,0-1,0 1,0-1,0 1,0 0,-1 0,0 0,0 0,0 0,0 0,-1 0,0 0,1 0,-2 0,1 0,0 0,-1 0,1 0,-1 0,-1 0,1 0,0 0,-1 0,0 0,-6 7,0-1,-1 0,0-1,0 0,-1 0,0-1,-1 0,0 0,0-2,-1 1,0-1,-4 1,2 0,58-9,-36 1,111-11,-113 12,0 0,0 0,0 1,1 0,-2 0,1 1,0-1,0 2,0-1,-1 0,1 1,-1 0,0 0,0 1,0-1,0 1,-1 0,2 1,-4-2,0 0,0 0,0 0,-1 0,1 0,-1 0,0 0,0 1,0-1,0 0,0 1,-1-1,1 1,-1-1,0 1,0-1,0 1,-1-1,1 1,-1-1,0 0,0 1,0-1,0 0,-1 0,1 0,-1 0,0 0,0 0,0 0,0 0,0-1,-1 1,-89 77,-10-28,101-51,0-1,1 1,-1-1,0 1,0-1,0 0,0 1,0-1,0 0,0 1,0-1,1 0,-1 0,0 0,0 0,0 0,0 0,0 0,0 0,0-1,0 1,0 0,0 0,0-1,0 1,1-1,-1 1,0-1,0 1,0-1,1 1,-1-1,0 0,1 1,-1-1,0 0,1 0,-1 1,1-1,-1 0,1 0,0 0,-1 0,1 0,0 0,-1 0,1 1,0-1,0 0,0 0,0 0,0 0,0 0,0 0,0 0,1 0,-1 0,0 0,0 0,1 0,-1 0,1 1,-1-1,1 0,-1 0,1 0,0 0,6-18</inkml:trace>
  <inkml:trace contextRef="#ctx0" brushRef="#br0" timeOffset="-176410.706">26819 4936,'11'3,"-29"70,-110 262,196-616,-56 230,3 1,2 0,2 2,4-4,-22 50,-1 1,1 0,-1 0,0-1,0 1,0 0,0 0,1 0,-1 0,0 0,1 0,-1 0,1 0,0 0,-1 0,1 1,-1-1,1 0,0 0,0 0,0 1,-1-1,1 0,0 1,0-1,0 1,0-1,0 1,0-1,0 1,0 0,0-1,0 1,0 0,1 0,-1 0,0 0,0 0,0 0,0 0,0 0,0 1,1-1,17 75,-15-50,-3-20,18 114,5 0,5-2,19 38,-46-149,-3-6</inkml:trace>
  <inkml:trace contextRef="#ctx0" brushRef="#br0" timeOffset="-176177.26">26647 5150,'-12'-5,"1"-1,12 3,17 1,18 2,18 0,10 1,2-1,-4-2,-11 0,-10-1,-14-1,-10-1</inkml:trace>
  <inkml:trace contextRef="#ctx0" brushRef="#br0" timeOffset="-173560.154">25857 4454,'-4'-2,"-4"-1,-3 0,-2 1,6 0,8 1,14-1,15-4,15-2,7 0,8-1,-1 1,-5 2,-10 4,-12 7,-14 7,-15 4,-7 0</inkml:trace>
  <inkml:trace contextRef="#ctx0" brushRef="#br0" timeOffset="-171961.753">25951 7463,'1'79,"-4"0,-13 72,5-110,0-51,6-17,1 0,1 0,1-1,1 1,2-4,-1-4,0 5,-2 11,1 0,1 1,1-1,1 1,0 0,2-1,0 1,1 0,5-12,-9 28,0 0,0 0,0-1,0 1,1 0,-1 0,1 0,-1 1,1-1,0 0,-1 1,1-1,0 1,0-1,0 1,1 0,-1 0,0 0,0 0,1 0,-1 0,0 1,1-1,-1 1,0 0,1 0,-1-1,1 2,-1-1,1 0,-1 0,0 1,1-1,-1 1,0 0,3 1,1 1,0 0,0 0,-1 0,1 1,-1 0,0 1,0-1,0 1,-1 0,0 0,0 0,0 0,0 2,0-2,0 0,-1 1,0-1,0 1,-1 0,0 0,0 0,0 0,0 0,-1 0,0 0,-1 1,1-1,-1 0,0 1,-1-1,1 0,-1 0,-1 1,1-1,-1 0,0 0,0 0,-1-1,0 1,0 0,0-1,-1 0,1 0,-1 0,-2 2,-48 29,54-35,0-1,0 1,0 0,0-1,0 1,0-1,0 1,0 0,0-1,0 1,0-1,0 1,0 0,1-1,-1 1,0-1,0 1,1-1,-1 1,1-1,-1 1,0-1,1 1,-1-1,1 1,-1-1,1 0,-1 1,1-1,-1 0,1 0,-1 1,1-1,-1 0,1 0,0 0,-1 1,1-1,-1 0,1 0,0 0,-1 0,1 0,-1 0,1 0,0 0,-1-1,1 1,-1 0,5 2,11 3,-1 2,0 0,-1 1,1 1,-2 0,1 1,-1 0,-1 1,5 5,-13-13,-1 1,1 0,0 0,-1 1,0-1,0 1,-1-1,1 1,-1 0,0 0,0 0,-1 0,1 1,-1-1,0 0,-1 1,1-1,-1 1,0-1,0 0,-1 1,0-1,0 0,0 1,0-1,-1 0,0 0,0 0,0 0,-2 1,-3 5,-1-1,0 0,-1-1,0 0,-1 0,1-1,-1 0,-1-1,0 0,0-1,0 0,-1 0,0-1,0-1,0 0,0-1,-1 0,-3 0,15-3,1 0,-1 0,1 1,-1-1,1 0,0 0,-1 0,1 1,-1-1,1 0,-1 0,1 0,-1 0,1 0,-1 0,1 0,-1 0,1 0,-1-1,1 1,-1 0,1 0,-1 0,1 0,-1-1,1 1,-1 0,1 0,-1-1,1 1,0 0,-1-1,1 1,0-1,-1 1,1 0,0-1,0 1,-1-1,1 1,0-1,0 1,0-1,0 1,-1-1,1 1,0-1,0 1,0-1,0 0,7-10</inkml:trace>
  <inkml:trace contextRef="#ctx0" brushRef="#br0" timeOffset="-171444.178">26713 7609,'-17'56,"-3"-1,-3-1,-7 8,23-46,-25 40,32-56,0 0,1 0,-1-1,0 1,0 0,1 0,-1-1,0 1,0 0,0-1,1 1,-1 0,0-1,0 1,0 0,0-1,0 1,0 0,0-1,0 1,0 0,0-1,0 1,0 0,0-1,0 1,0-1,0 1,0 0,-1-1,1 1,0 0,0-1,0 1,0 0,-1 0,1-1,0 1,0 0,-1 0,1-1,0 1,0 0,-1 0,1 0,0-1,-1 1,1 0,0 0,-1 0,1 0,0 0,-1 0,1 0,-1 0,1 0,0 0,-1 0,1 0,0 0,-1 0,1 0,0 0,-1 0,1 0,0 0,-1 0,1 1,43-209,-24 133,42-143,-61 216,0 1,0 0,0-1,0 1,0-1,0 1,0 0,0-1,1 1,-1 0,1-1,-1 1,1 0,-1 0,1-1,0 1,-1 0,1 0,0 0,0 0,0 0,0 0,0 0,0 0,0 0,0 0,1 1,-1-1,0 0,0 1,1-1,-1 1,0 0,1-1,-1 1,0 0,1 0,-1-1,1 1,-1 0,0 1,1-1,-1 0,1 0,-1 1,0-1,1 0,-1 1,0 0,1 0,11 13,0 0,-1 1,-1 1,-1 0,0 0,-1 1,0 0,-2 1,4 13,5 21,-3 2,-3-1,-2 1,-2 1,-3 0,-2-1,-2 1,-4 14,5-60,-1-7</inkml:trace>
  <inkml:trace contextRef="#ctx0" brushRef="#br0" timeOffset="-171197.285">26619 7770,'-2'0,"6"0,14 0,15 0,15 0,14 0,2 0,-2 0,-9 0,-15-2,-15-1,-12 0</inkml:trace>
  <inkml:trace contextRef="#ctx0" brushRef="#br0" timeOffset="-170942.98">26405 7128,'18'0,"20"0,19 0,21 0,15-2,10-1,-2 0,-8 3,-20 4,-25 5,-20 2</inkml:trace>
  <inkml:trace contextRef="#ctx0" brushRef="#br0" timeOffset="-169765.051">25924 9534,'11'60,"-3"1,-3-1,-3 1,-3 30,-6-21,-5-58,2-32,3-11,1-1,1 0,2-1,1 1,1-1,3-10,-3 24,2-1,0 1,2-1,0 1,1 0,0 0,2 0,0 1,2 0,0 0,9-15,-15 30,0 0,0 0,0 1,0-1,1 1,-1 0,1-1,-1 1,1 0,0 1,0-1,0 0,0 1,0 0,0-1,0 1,0 0,1 1,-1-1,0 1,1-1,-1 1,1 0,-1 0,0 0,1 1,-1-1,0 1,1 0,-1 0,0 0,0 0,0 1,0-1,0 1,0 0,0 0,2 2,3 1,0 1,-1-1,0 2,0-1,0 1,-1 0,0 1,0-1,-1 1,0 0,0 1,-1-1,0 1,0 0,-1 0,1 4,-4-9,0 0,0-1,0 1,0 0,0 0,-1 0,1-1,-1 1,0 0,-1-1,1 1,0-1,-1 1,0-1,0 1,0-1,0 0,0 0,-1 0,0-1,1 1,-1 0,0-1,0 0,-1 1,-86 44,37-27,53-19,0 0,1 0,-1-1,0 1,1 0,-1-1,1 1,-1-1,1 1,-1 0,1-1,-1 1,1-1,0 0,-1 1,1-1,-1 1,1-1,0 0,0 1,-1-1,1 0,0 0,-1 0,1 1,0-1,0 0,0 0,-1 0,1 0,0 0,0-1,-1 1,1 0,0 0,-1 0,1-1,0 1,0 0,-1-1,1 1,0 0,-1-1,3 1,11 0,0 1,0 0,0 0,0 2,0 0,0 0,-1 2,1-1,-1 2,0 0,-1 0,0 1,0 1,0 0,-1 0,0 1,3 4,-12-10,0 0,0 0,0 0,0 0,0 0,-1 1,1-1,-1 1,0-1,0 1,-1-1,1 1,-1-1,1 1,-1 0,0-1,0 1,-1 0,1-1,-1 1,0-1,0 1,0-1,0 1,-1-1,1 1,-1-1,0 0,0 0,0 0,0 0,-1 0,1-1,-1 1,0 0,-10 9,-1 0,0-1,-1 0,0-1,0-1,-11 5,7-4,-1 0,0-1,0-1,-1 0,0-2,-1-1,1 0,-2-2,24-3,-1 0,0 0,1-1,-1 1,0 0,1-1,-1 1,0 0,0-1,1 1,-1 0,0-1,0 1,0 0,0-1,1 1,-1-1,0 1,0-1,0 1,0 0,0-1,0 1,0-1,0 1,0-1,0 1,0 0,-1-1,1 1,0-1,0 1,0 0,0-1,-1 1,1 0,0-1,0 1,-1 0,1-1,0 1,-1 0,1-1,0 1,-1 0,1 0,0-1,-1 1,1 0,-1 0,1 0,0 0,-1 0,1-1,-1 1,1 0,0 0,-1 0,1 0,-1 0,1 0,-1 0,1 0,0 1,-1-1,17-18</inkml:trace>
  <inkml:trace contextRef="#ctx0" brushRef="#br0" timeOffset="-169194.415">26900 9534,'4'2,"-1"0,0 0,0 0,0 0,0 1,0-1,0 1,-1 0,1-1,-1 1,0 0,0 1,0-1,0 0,0 1,-1-1,1 1,-1-1,0 1,0 0,-1-1,1 1,-1 0,1 2,-10 93,-6-43,-3 0,-2-1,-3 0,-17 27,29-63,11-19,-1 1,1-1,0 0,0 0,-1 0,1 0,0 0,-1 0,1 1,0-1,-1 0,1 0,0 0,-1 0,1 0,0 0,0 0,-1 0,1 0,0 0,-1-1,1 1,0 0,-1 0,1 0,0 0,0 0,-1 0,1-1,0 1,0 0,-1 0,1-1,0 1,0 0,0 0,-1 0,1-1,0 1,0 0,0-1,0 1,0 0,-1 0,1-1,0 1,0 0,0-1,0 1,0 0,0-1,0 1,0 0,0-1,0 1,0 0,1-1,-1 1,0 0,0 0,0-1,0 1,0 0,0 0,1-1,-1 1,0 0,-1-29,5-35,3 0,3 0,3 1,3 1,2 0,7-9,-19 52,1 0,0 0,1 1,2 0,0 1,0 0,2 0,9-10,-20 26,0-1,0 1,0 0,1-1,-1 1,1 0,-1 0,1 0,-1 0,1 0,0 1,-1-1,1 0,0 1,0-1,-1 1,1-1,0 1,0 0,0 0,-1 0,1 0,0 0,0 0,0 1,0-1,-1 1,1-1,0 1,-1-1,1 1,0 0,-1 0,1 0,-1 0,1 0,-1 0,1 1,-1-1,0 0,0 1,1-1,-1 1,12 16,0 1,-1 1,-1 0,-1 0,0 1,-2 1,5 17,-13-37,19 62,-3 1,-3 0,3 61,-3-29,11 12,-17-107,-7-11</inkml:trace>
  <inkml:trace contextRef="#ctx0" brushRef="#br0" timeOffset="-168949.071">26847 9749,'13'0,"19"0,22 0,19 0,14 0,4 0,-13 0,-20-3,-21 0</inkml:trace>
  <inkml:trace contextRef="#ctx0" brushRef="#br1" timeOffset="-155826.327">27301 2048,'-2'-3,"-2"-1,1 1,0 0,-1 0,1 1,-1-1,0 1,0-1,0 1,0 1,0-1,-1 0,1 1,0 0,-1 0,-1 0,-5-2,-162-54,-294 23,357 23,0 5,-1 6,1 3,0 6,-6 6,64-9,0 3,0 3,1 1,0 3,2 2,-22 12,56-22,0-3,1 2,-1-1,2 2,-1 0,1 0,0 2,1-1,0 2,0-1,1 2,1-1,0 1,1 1,0 0,-4 8,-59 159,63-163,1 0,0 1,1 0,1 0,1 1,1 0,0 0,2 0,-1 6,2 3,0 0,2 1,1-1,2 0,0 0,2 0,1 0,1-1,1 0,2-1,1 0,0 0,2-1,1-1,14 17,120 128,-132-148,0-1,1-1,1-1,1 0,1-1,0-2,1 0,0-1,2-1,-1-1,1-1,24 6,113 39,63 8,-149-53,1-3,1-3,-1-3,0-4,1-3,-1-4,-1-3,0-3,55-4,-89 13,12 0,0-3,0-2,46-17,-85 23,1 0,-1-1,0-1,-1-1,0 0,0 0,-1-2,0 1,0-2,-1 1,-1-1,0-1,0 0,-1-1,6-11,99-237,-105 240,-1 0,-1 0,0-1,-2 1,-1-1,0-1,-1 1,-2 0,0-1,-3-19,-9-38,-4 1,-13-37,17 71,-1 0,-3 0,-2 1,-1 1,-3 1,-1 1,-8-9,19 36,-1 0,-1 1,0 0,0 1,-1 1,-1 0,0 0,0 2,-1 0,0 1,-1 0,0 1,0 1,-1 1,-12-2,-27-5,-1 4,0 2,0 2,-13 3,0 0</inkml:trace>
  <inkml:trace contextRef="#ctx0" brushRef="#br0" timeOffset="105680.491">18638 2997,'7'163,"13"59,-9-112,20 130,-12-102,1 103,-16 492,10 394,-7-897,-16 108,-9 190,6 123,4-233,-25 333,-2-467,34-274,-13 86,4 1,3 85,0 182,2 146,19-232,-2-153,-8-118,4-19,4-21,-5 6,-2 0</inkml:trace>
  <inkml:trace contextRef="#ctx0" brushRef="#br0" timeOffset="109950.05">19708 3439,'-28'57,"2"1,3 1,2 2,-32 79,10-45,43-95,1-1,-1 1,0 0,0 0,0 0,0-1,0 1,0 0,0 0,0 0,0-1,0 1,-1 0,1 0,0 0,0-1,0 1,0 0,0 0,0 0,0 0,0-1,-1 1,1 0,0 0,0 0,0 0,0 0,0-1,-1 1,1 0,0 0,0 0,0 0,-1 0,1 0,0 0,0 0,0 0,0 0,-1 0,1 0,0 0,0 0,0 0,-1 0,1 0,0 0,0 0,-1 0,5-23,134-399,-107 324,-31 97,0 1,1-1,-1 1,0-1,0 1,1-1,-1 1,0-1,1 1,-1 0,0-1,1 1,-1 0,1-1,-1 1,0 0,1-1,-1 1,1 0,-1 0,1 0,-1-1,1 1,-1 0,1 0,-1 0,1 0,-1 0,1 0,0 0,-1 0,1 0,-1 0,1 0,-1 0,1 1,-1-1,1 0,-1 0,1 0,-1 1,1-1,-1 0,0 1,1-1,-1 0,1 1,-1-1,0 1,1-1,-1 0,0 1,0-1,1 1,-1-1,0 1,0-1,0 1,1-1,-1 1,17 35,-16-33,127 393,-106-339,25 99,-46-139,-3-5</inkml:trace>
  <inkml:trace contextRef="#ctx0" brushRef="#br0" timeOffset="110201.888">19494 3679,'-11'-2,"-2"-1,6 0,13 1,20 0,18 1,19-4,13-1,6-2,-7 0,-16 2</inkml:trace>
  <inkml:trace contextRef="#ctx0" brushRef="#br0" timeOffset="110613.804">19481 3158,'0'-2,"7"-1,13 2,15 2,18 2,15 1,9 2,9 1,-2 0,-9 0,-11-2,-16-1,-15 0,-18 0,-16 0,-15-2,-4-1</inkml:trace>
  <inkml:trace contextRef="#ctx0" brushRef="#br0" timeOffset="112617.499">19548 4722,'-9'2,"-4"4,6-1,13 0,14-1,18-1,18-4,16-1,8-3,6 0,-6 0,-10 2,-14 3,-19 1,-18 1,-15 0,-5 0,-3-1</inkml:trace>
  <inkml:trace contextRef="#ctx0" brushRef="#br0" timeOffset="112017.077">19668 5029,'-9'15,"0"-1,2 1,0 1,0-1,1 1,1 1,1-1,0 1,0 13,0-10,-13 73,4 1,0 72,15-244,4 0,4 0,3-2,-3 32,2 0,2 1,2 1,17-34,-33 80,-1-1,1 1,0-1,0 1,1-1,-1 1,0-1,0 1,0 0,0-1,0 1,0-1,1 1,-1-1,0 1,0-1,1 1,-1 0,0-1,0 1,1 0,-1-1,1 1,-1 0,0-1,1 1,-1 0,1 0,-1-1,0 1,1 0,-1 0,1 0,-1 0,1 0,-1 0,1 0,-1 0,1 0,-1 0,1 0,-1 0,1 0,-1 0,0 0,1 0,-1 0,1 0,-1 1,1-1,-1 0,1 0,-1 1,1-1,8 27,10 185,-9-167,3 0,1 0,3-1,1-1,2-1,2-1,7 8,-24-40,-3-7,0 1,0-1,-1 1,1 0,-1-1,0 1,0 0,0 0,0 0,0-1,0 1,-1 0,0 0,1 0,-1 0,0 0,-1 3,-4 4</inkml:trace>
  <inkml:trace contextRef="#ctx0" brushRef="#br0" timeOffset="112271.399">19548 5351,'11'-3,"13"0,14 0,14-2,7 1,5-3,-2 2,-8-2,-12-2,-13 1</inkml:trace>
  <inkml:trace contextRef="#ctx0" brushRef="#br0" timeOffset="118932.152">19761 9828,'-76'389,"8"-78,55-272,13-40,0 1,0 0,-1-1,1 1,0 0,0 0,-1-1,1 1,0 0,0 0,-1-1,1 1,0 0,-1 0,1 0,0 0,-1-1,1 1,0 0,-1 0,1 0,0 0,-1 0,1 0,-1 0,1 0,0 0,-1 0,1 0,0 0,-1 0,1 0,0 0,-1 1,1-1,0 0,-1 0,6-49,2 0,1 0,13-36,-12 50,5-27,2 1,4 1,2 0,2 2,3 0,5-3,-31 60,3-7,0 0,1 0,0 1,0-1,1 1,0 0,0 1,1-1,-1 1,1 1,1-1,-1 1,1 1,2-2,-8 6,0-1,0 1,0 0,-1 0,1 0,0 0,0 0,0 0,0 1,0-1,-1 1,1-1,0 1,0 0,-1 0,1-1,0 1,-1 0,1 0,-1 1,1-1,-1 0,0 0,0 1,1-1,-1 1,0-1,0 1,0 0,0-1,-1 1,1 0,0-1,-1 1,21 65,-21-66,87 628,-83-613,-2 40,-8-48</inkml:trace>
  <inkml:trace contextRef="#ctx0" brushRef="#br0" timeOffset="119185.088">19561 10337,'22'-9,"27"-6,24-4,21-4,13 0,-1 4,-14 5,-22 5</inkml:trace>
  <inkml:trace contextRef="#ctx0" brushRef="#br0" timeOffset="117830.091">19614 8212,'-3'65,"-4"0,-3-1,-10 37,19-99,-63 256,52-228,5-22,7-23,45-224,-27 165,-12 47,15-72,5 0,17-36,-10 77,-31 58,0 0,0 0,0 0,1 1,-1-1,0 1,0-1,0 1,0 0,0-1,0 1,-1 0,1 0,0 1,0-1,-1 0,1 0,0 1,-1-1,0 1,1 0,-1-1,0 1,0 0,0 0,0 0,0-1,0 1,0 0,-1 0,1 1,-1-1,1 0,-1 0,1 0,27 65,-4 2,-2 1,1 19,-8-14,-3 0,-4 0,-3 1,-3 0,-5 22,0-51,-1-35</inkml:trace>
  <inkml:trace contextRef="#ctx0" brushRef="#br0" timeOffset="118083.415">19494 8585,'23'-2,"21"-1,23 0,19-1,13-1,3 1,-5 2,-18 0</inkml:trace>
  <inkml:trace contextRef="#ctx0" brushRef="#br0" timeOffset="116605.329">19641 6727,'-86'247,"40"-103,-1-13,46-131,1 0,0 0,0 0,0 0,-1-1,1 1,0 0,0 0,0 0,-1 0,4-10,29-102,14-100,-35 125,-7 47,1 0,3 1,1-1,6-14,16 1,-30 52,0 0,0 0,0 0,1 0,-1 0,0 0,1 1,-1-1,1 0,-1 1,1-1,-1 1,1-1,-1 1,1 0,-1-1,1 1,0 0,-1 0,1 0,-1 1,1-1,0 0,-1 0,1 1,-1-1,1 1,-1 0,0-1,1 1,-1 0,1 0,-1 0,0 0,1 1,10 10,0 1,-2 0,1 1,-2 1,0 0,-1 0,0 0,-1 1,-1 0,0 1,-1 0,7 33,-1 0,-3 1,-2 0,-3 0,-1 0,-3 1,-2-1,-4 12,0 68,3-81,1-38</inkml:trace>
  <inkml:trace contextRef="#ctx0" brushRef="#br0" timeOffset="116849.675">19548 7075,'-16'-3,"-8"0,3 1,10 2,15 3,21 2,22 0,23-2,21-2,13-5,4-1,-7 0,-20 1</inkml:trace>
  <inkml:trace contextRef="#ctx0" brushRef="#br0" timeOffset="124648.299">20711 6473,'2'7,"10"5,17 4,18 0,23-3,22-4,15-5,6-6,-3-3,-15 0,-24 1</inkml:trace>
  <inkml:trace contextRef="#ctx0" brushRef="#br0" timeOffset="123868.384">20737 6821,'-4'-9,"0"1,3 10,10 12,8 18,12 16,10 12,6 8,8 3,4-1,1-5,0-10,-6-9,-6-11,-12-15,-11-11</inkml:trace>
  <inkml:trace contextRef="#ctx0" brushRef="#br0" timeOffset="124121.707">21138 6794,'-18'18,"-13"20,-6 17,-3 15,1 9,-1 8,3 2,5-3,6-4,7-10,7-17</inkml:trace>
  <inkml:trace contextRef="#ctx0" brushRef="#br0" timeOffset="124376.027">21445 7450,'1'-324,"3"310,0 34,54 364,-49-308,-9-53</inkml:trace>
  <inkml:trace contextRef="#ctx0" brushRef="#br0" timeOffset="122630.087">20764 5150,'9'0,"10"2,9 8,5 8,5 12,5 8,2 8,-3 5,0 0,-7-1,-3-5,-6-6,-4-9,-5-12,-2-13,-3-9</inkml:trace>
  <inkml:trace contextRef="#ctx0" brushRef="#br0" timeOffset="122883.451">21192 5057,'-16'4,"-10"9,-5 11,-1 10,-3 12,-2 10,-4 13,-1 7,-1 3,5-1,8-7,11-16</inkml:trace>
  <inkml:trace contextRef="#ctx0" brushRef="#br0" timeOffset="123132.785">21460 5444,'102'-223,"-91"208,-11 15,0 0,0 0,0 0,0 0,0 1,0-1,0 0,0 0,0 0,0 1,0-1,0 0,0 0,0 0,0 0,0 1,0-1,0 0,0 0,0 0,0 0,1 1,-1-1,0 0,0 0,0 0,0 0,0 0,1 0,-1 0,0 1,0-1,0 0,0 0,1 0,-1 0,0 0,0 0,0 0,0 0,1 0,-1 0,0 0,0 0,0 0,1 0,-1 0,0 0,0 0,0 0,0 0,1 0,-29 169,27-124,1-1,3 0,1 1,2-1,2-1,3 0,1 0,1-1,14 27,0-2</inkml:trace>
  <inkml:trace contextRef="#ctx0" brushRef="#br0" timeOffset="120619.82">20818 3479,'-5'-5,"-1"2,2 2,7 7,7 6,9 9,8 7,9 5,4 5,3 2,1 1,-3 1,-4-3,-5-3,-9-5,-8-9</inkml:trace>
  <inkml:trace contextRef="#ctx0" brushRef="#br0" timeOffset="120873.209">21151 3398,'-13'7,"-10"9,-3 9,-1 8,2 11,0 9,0 7,-1 5,0 0,3-2,4-4,6-13</inkml:trace>
  <inkml:trace contextRef="#ctx0" brushRef="#br0" timeOffset="121119.554">21445 3840,'91'-184,"-90"183,-1 0,0 0,0 0,0 1,0-1,0 0,0 0,0 1,1-1,-1 0,0 0,0 1,1-1,-1 0,0 1,1-1,-1 0,1 1,-1-1,0 1,1-1,0 1,-1-1,1 1,-1-1,1 1,0-1,-1 1,1 0,0-1,-1 1,1 0,0 0,-1-1,1 1,0 0,0 0,-1 0,1 0,0 0,0 0,-1 0,1 0,0 0,0 0,-1 1,1-1,0 0,0 0,-1 1,1-1,0 1,-1-1,5 109,-6-25,4 1,3-1,7 15,-6-64,-2-9</inkml:trace>
  <inkml:trace contextRef="#ctx0" brushRef="#br0" timeOffset="121767.844">20831 3184,'4'0,"9"2,13 4,19 0,19 1,19 0,19-1,14-2,9-2,2-1,-6 0,-23-1</inkml:trace>
  <inkml:trace contextRef="#ctx0" brushRef="#br0" timeOffset="125616.672">20683 8332,'16'-7,"10"-2,7 5,5 12,1 16,0 18,0 15,1 12,0 5,0-1,-2-5,-3-11,-5-10,-6-13,-6-12</inkml:trace>
  <inkml:trace contextRef="#ctx0" brushRef="#br0" timeOffset="125834.091">21125 8304,'-18'5,"-13"10,-8 17,-4 14,0 15,4 10,6 6,5 0,9-2,7-6,6-15</inkml:trace>
  <inkml:trace contextRef="#ctx0" brushRef="#br0" timeOffset="126086.411">21406 8787,'14'-16,"-1"0,0-1,-1-1,-1 0,-1 0,0-1,-1 0,-1 0,-1-1,-1 0,0-5,-5 11,-7 34,-4 28,3 1,2 0,2 1,2-1,2 0,3 1,1-1,11 41,-7-55</inkml:trace>
  <inkml:trace contextRef="#ctx0" brushRef="#br0" timeOffset="126364.67">20724 8118,'11'6,"16"4,18-2,21-1,18-4,15-5,5-3,-4 1,-11 2,-22 2</inkml:trace>
  <inkml:trace contextRef="#ctx0" brushRef="#br0" timeOffset="127304.151">20844 10122,'5'10,"8"11,6 12,7 9,6 9,7 7,5 2,5 1,0-3,-1-8,-1-6,-8-12,-4-11,-10-14,-7-8</inkml:trace>
  <inkml:trace contextRef="#ctx0" brushRef="#br0" timeOffset="127483.485">21218 10096,'-14'2,"-13"6,-9 10,-5 14,-3 12,2 13,6 10,6 7,7 3,7-1,6-4,4-14</inkml:trace>
  <inkml:trace contextRef="#ctx0" brushRef="#br0" timeOffset="127804.143">21593 10590,'10'-28,"-2"0,-1-1,-1 0,-2 0,0-1,-2 1,-2-21,1 25,8 673,-11-571</inkml:trace>
  <inkml:trace contextRef="#ctx0" brushRef="#br0" timeOffset="133101.325">22516 3452,'18'233,"-10"-35,-75-666,66 445,-1 16,1 0,1 0,-1-1,1 1,0 0,1-1,-1 1,2 0,-1 0,1 0,0 0,0 0,1 0,0 0,0 0,2 4,0 0,1 0,-1 0,0 1,1 0,-1 0,1 0,0 1,-1 0,1 0,0 0,0 1,0 0,-1 0,1 0,0 1,5 1,-1-2,2 0,0 0,-1 1,1 0,-1 0,1 1,-1 1,0 0,0 0,0 1,0 1,0 0,-1 0,0 1,0 0,-1 1,1 0,-1 1,-1 0,0 0,0 0,4 7,-10-11,-1 1,1-1,-1 1,0 0,0-1,0 1,-1 0,1 0,-1 0,-1-1,1 1,0 0,-1 0,0 0,0-1,-1 1,1-1,-1 1,0-1,0 1,-1-1,1 0,-1 0,-2 3,-6 6,0 1,-1-2,-1 1,0-2,0 0,-5 2,-71 41,89-54,-1 0,1 0,0 0,0 0,-1 0,1 0,0 0,-1 0,1 0,0 1,0-1,-1 0,1 0,0 0,-1 0,1 0,0 0,0 1,-1-1,1 0,0 0,0 0,0 1,-1-1,1 0,0 0,0 0,0 1,0-1,0 0,-1 1,1-1,0 0,0 0,0 1,0-1,0 0,0 1,0-1,0 0,0 0,0 1,0-1,0 0,0 1,0-1,0 0,0 0,1 1,-1-1,0 0,0 0,0 1,0-1,0 0,1 0,-1 1,0-1,0 0,0 0,1 0,-1 1,0-1,0 0,1 0,-1 0,0 0,1 0,24 6,-16-4,12 3,0 1,-1 2,1-1,-2 2,1 1,-2 1,1 0,0 2,-10-7,0 1,-1 0,1 0,-2 1,1 0,-1 1,0-1,-1 1,0 1,0-1,-1 1,-1 0,1 0,-2 1,1-1,1 9,-5-15,0 0,1 0,-1 0,0 0,-1 0,1 0,-1 0,0 0,0 0,0 0,0-1,-1 1,1 0,-1-1,0 1,0-1,-1 1,1-1,-1 0,1 0,-1 0,0 0,0-1,0 1,-1-1,1 0,-1 0,1 0,-1 0,1-1,-4 2,-11 3,0 0,0-1,0-1,0 0,0-2,-6 1,-9-1,0-1,1-2,-1-1,-10-3,31 2,17 1,19 0,8 0</inkml:trace>
  <inkml:trace contextRef="#ctx0" brushRef="#br0" timeOffset="134053.832">22636 5257,'-56'389,"41"-348,14-41,1 0,-1 0,1-1,-1 1,0 0,1 0,-1 0,1-1,-1 1,0 0,1-1,-1 1,1 0,-1-1,1 1,-1-1,1 1,0 0,-1-1,1 0,-1 1,1-1,0 1,-1-1,1 1,0-1,0 0,0 1,-1-1,1 1,0-1,0 0,0 1,0-1,0 0,0 1,0-1,0 0,0 1,-14-69,3-1,-1-39,11 96,-3-19,0 0,1-1,2 1,1 0,1-1,3-8,-3 37,-1-1,1 1,0 0,0 0,0 0,0 0,1 0,0 1,-1-1,1 0,1 1,-1-1,1 1,-1 0,1 0,0 0,0 0,0 0,0 0,1 1,-1 0,1 0,0 0,-1 0,1 0,0 1,0-1,0 1,0 0,0 1,0-1,0 1,4-1,5 4,0-1,0 2,0-1,0 2,-1 0,1 0,-1 1,-1 1,1 0,-1 1,0 0,-1 0,0 1,0 1,-1-1,1 3,-6-9,0 1,-1-1,1 1,-1 0,0 0,0 0,0 1,0-1,-1 1,0 0,0-1,0 1,-1 0,1 0,-1 0,0 0,-1 0,1 1,-1-1,0 0,0 0,-1 0,1 1,-1-1,0 0,-1 0,1 0,-1 0,0-1,0 1,0 0,-1-1,0 1,-5 3,-1 0,0 0,0-1,0 0,-1 0,0-1,-1-1,0 1,-34 20,46-25,0 0,-1 0,1 0,0 0,0 0,0 0,0 0,0 0,0 0,0-1,0 1,0 0,0-1,0 1,0 0,1-1,-1 0,0 1,0-1,1 0,-1 1,0-1,0 0,1 0,-1 0,0 0,1 0,-1 0,0-1,2 2,160 45,-152-42,0 1,-1 0,1 0,-1 2,-1-1,1 1,-1 0,0 1,-1 0,0 1,0 0,-1 0,3 5,-8-12,0 2,-1-1,1 0,-1 0,0 0,1 1,-2-1,1 1,0-1,-1 1,1-1,-1 1,0-1,0 1,0-1,-1 1,0-1,1 1,-1-1,0 0,0 1,-1-1,1 0,-1 0,0 0,1 0,-1 0,-1 0,1 0,0 0,-1-1,1 0,-1 1,0-1,0 0,0 0,0 0,-1 0,-12 7,-1 0,0-1,-1-1,1 0,-1-2,-1 0,1-1,-1-1,1 0,-1-1,0-2,0 0,-3-1,16 1,0 0,1-1,-1 0,1 0,-1 0,0-1,1 0,0 0,0 0,-1-1,1 0,1 0,-1 0,0 0,1-1,-1 0,1 0,-2-2,-8-17</inkml:trace>
  <inkml:trace contextRef="#ctx0" brushRef="#br0" timeOffset="134316.134">22261 4883,'16'-3,"14"0,14 3,10 2,10 3,10 1,9 1,3-2,0 1,-4 0,-12-2,-18-1</inkml:trace>
  <inkml:trace contextRef="#ctx0" brushRef="#br0" timeOffset="136537.246">22501 6727,'21'274,"-19"-193,-4 0,-3 0,-4-1,-5 10,8-77,3-40,2 14,-44-323,43 307,-1 9,2 0,0 0,1-1,1 1,1 0,0 0,2 0,2-7,-5 25,0-1,0 0,1 1,-1-1,0 1,1 0,0-1,-1 1,1 0,0 0,0 0,1 0,-1 0,0 0,1 1,-1-1,0 1,1 0,0 0,-1 0,1 0,0 0,0 0,-1 1,1-1,0 1,0 0,0 0,0 0,0 0,-1 0,1 1,0-1,0 1,1 0,8 3,0 0,0 0,-1 1,1 1,-1 0,-1 0,8 6,-8-4,1 0,-1 1,0 0,-1 0,0 1,-1 0,0 1,0 0,-1 0,1 4,-6-11,0 0,0 1,0-1,-1 0,0 1,0 0,0-1,0 1,-1 0,0-1,0 1,0 0,0-1,-1 1,0 0,0-1,0 1,0-1,-1 1,0-1,0 1,0-1,0 0,-1 0,1 0,-1-1,0 1,0 0,-1-1,1 0,-7 5,1-1,-1 0,-1 0,1-1,-1 0,0-1,0 0,-1-1,-7 2,74-6,101 9,-149-8,0 1,1-1,-1 2,0-1,0 1,0 0,-1 0,1 1,-1-1,0 2,1-1,-2 1,1 0,-1 0,0 0,0 1,0 0,-1 0,4 5,-7-8,1 1,-1 0,0-1,0 1,0 0,0 0,-1 0,0-1,1 1,-1 0,-1 0,1 0,0 0,-1 0,0-1,0 1,0 0,-1-1,1 1,-1 0,0-1,0 0,0 1,0-1,0 0,-1 0,-5 7,0-1,-1-1,0 0,0 0,-1 0,0-2,-9 6,3-3,0 0,0 0,-1-2,0 0,-1-1,1-1,-1-1,0 0,0-1,-1-1,1-1,-17-1,32 0,0-1,-1 0,1 0,0 0,1 0,-1 0,0-1,0 1,0-1,1 0,-1 1,1-1,-1-1,1 1,0 0,0-1,0 1,0-1,0 1,1-1,-1 0,1 0,0 0,0 0,0 0,0 0,0-1,-5-25</inkml:trace>
  <inkml:trace contextRef="#ctx0" brushRef="#br0" timeOffset="136856.916">22395 6540,'16'-2,"21"-1,23 0,23 1,21 0,15 1,6 1,-5-1,-14 1,-20 3,-27 0,-26 2,-21 0,-17 0,-10-2,-4-1,-2 0,3-2</inkml:trace>
  <inkml:trace contextRef="#ctx0" brushRef="#br0" timeOffset="138253.259">22462 8639,'0'509,"-4"-501,-4-28,6 15,-16-40,2-1,2-1,2 0,2-1,2 0,3-1,1-9,3 48,1-1,1 1,0 0,1 0,0-1,0 1,1 0,0 0,1 1,0-1,0 1,1 0,0 0,1 0,0 1,1 0,-1 0,1 0,1 1,0 0,0 1,0 0,0 0,1 0,0 1,1 1,-1-1,1 2,-1-1,1 1,7-1,-10 2,-1 1,0 0,1 0,0 1,-1-1,1 1,-1 1,1-1,-1 1,1 0,-1 1,1 0,-1 0,0 0,0 1,0-1,0 1,0 1,-1-1,1 1,-1 0,0 0,0 1,-1 0,1 0,-1 0,0 0,0 0,-1 1,1 0,-1 0,-1 0,1 0,-1 0,0 0,0 1,-1-1,1 7,-2-5,0 0,-1 0,0 0,-1-1,1 1,-2 0,1-1,-1 1,0-1,0 0,-1 0,0 0,0 0,-1-1,0 1,0-1,-5 4,-5 5,-1-1,-1 0,0-1,-1-1,0-1,0-1,-1 2,19-12,0 0,0 1,-1-1,1 1,0-1,0 0,0 1,0-1,1 1,-1-1,0 0,0 1,0-1,0 0,0 1,0-1,1 1,-1-1,0 0,0 1,0-1,1 0,-1 0,0 1,1-1,-1 0,0 0,1 1,-1-1,0 0,1 0,-1 0,0 1,1-1,-1 0,0 0,1 0,-1 0,1 0,-1 0,0 0,1 0,-1 0,1 0,-1 0,0 0,1 0,-1 0,0 0,1-1,-1 1,1 0,-1 0,0 0,1 0,-1-1,0 1,1 0,-1 0,116 0,-87-2,0 1,0 2,0 0,-1 2,1 1,-1 2,0 0,0 2,5 3,-30-10,-1 0,1-1,0 1,0 1,0-1,-1 0,1 1,-1-1,1 1,-1 0,0 0,0 0,1 0,-1 0,0 0,-1 1,1-1,0 1,-1-1,0 1,1-1,-1 1,0 0,0 0,0 0,-1 0,1-1,-1 1,0 0,0 0,0 0,0 0,0 0,-1 2,-2 1,0-1,-1 0,0 0,0 0,0-1,-1 1,0-1,1 0,-2 0,1-1,0 0,-1 0,-3 2,-44 19,0-2,-1-3,-1-2,-1-3,0-2,-1-2,-10-2,46-5</inkml:trace>
  <inkml:trace contextRef="#ctx0" brushRef="#br0" timeOffset="139250.159">22422 10324,'10'150,"-7"-98,-3 0,-2 0,-2 1,-8 33,-1-57,12-29,1 0,-1 1,1-1,-1 0,1 0,-1 0,1 0,-1 0,0 0,1 0,-1 0,1 0,-1 0,1 0,-1 0,1 0,-1 0,1 0,-1-1,1 1,-1 0,1 0,-1-1,1 1,-1 0,1-1,-1 1,1 0,0-1,-1 1,1-1,0 1,-1-1,1 1,0-1,0 1,-1-1,1 1,0-1,0 1,0-1,0 1,-1-1,1 1,0-1,0 1,0-1,0 0,1 1,-1-1,0 1,-6-25,1 1,1-1,1 0,2 0,0 0,2-4,-1-4,-1 18,-1-24,2 0,1 0,2 0,2 0,1 0,2 1,3-4,-10 37,1-1,0 1,0-1,1 1,-1 0,1 0,1 0,-1 0,1 1,-1-1,1 1,0 0,1 0,-1 1,1-1,0 1,0 0,0 0,0 0,0 1,0 0,1 0,-1 0,1 1,0-1,-1 1,1 1,0-1,0 1,0 0,-1 0,1 1,0 0,0 0,-1 0,1 1,-1-1,4 3,-2-2,-1 1,0 0,0 0,0 1,-1-1,1 1,-1 1,0-1,0 1,0 0,-1 0,0 0,0 0,0 1,0 0,-1 0,0 0,0 0,-1 0,1 1,-2-1,1 1,-1-1,0 1,0 0,0 0,-1-1,0 1,-1 0,1 0,-1-1,-1 1,1 0,-1-1,0 0,-1 1,1-1,-4 5,-3-1,0-1,0 0,-1-1,0 0,0 0,-1-1,0 0,0-1,0 0,-1-1,-9 2,95-15,-52 5,0 1,0 1,0 1,0 1,0 0,9 4,-23-4,0 1,-1 0,1 0,-1 1,0 0,0 0,0 0,0 1,-1 0,1 1,-1-1,0 1,0 0,-1 1,0 0,0-1,0 2,0-1,-1 0,0 1,-1-1,-1-1,0 0,0 1,-1-1,1 1,-1 0,-1-1,1 1,-1 0,0-1,0 1,0 0,-1 0,0-1,0 1,0 0,-1-1,0 1,0-1,0 0,-1 0,0 0,0 0,-3 4,-3 2,0 0,0 0,-1-1,-1 0,0-1,0 0,-1 0,0-2,-7 4,-2 0,0-2,-1 0,0-1,-1-2,0 0,0-1,0-2,-24 2,45-5,0 1,0-1,-1 1,1-1,0 1,-1-1,1 0,0 1,-1-1,1 0,0-1,-1 1,1 0,0-1,-1 1,1-1,0 0,0 0,-1 0,1 0,0 0,0 0,0-1,0 1,1 0,-1-1,0 0,1 1,-1-1,1 0,-1 0,1 0,0 0,-1 0,11-23,7 0</inkml:trace>
  <inkml:trace contextRef="#ctx0" brushRef="#br0" timeOffset="141081.057">23505 3078,'-11'113,"9"-59,2 0,3 1,2-1,10 43,21 62,-5-21,9 97,-29-52,-7 1,-9-1,-10 17,0 42,12 88,29 195,-37 137,14-419,12 35,4 105,-13 506,42-242,-48-82,6-476,3 0,11 36,9 79,14 443,-27-494,-5 94,1-163,-11-109,-5 3,-2-2</inkml:trace>
  <inkml:trace contextRef="#ctx0" brushRef="#br0" timeOffset="-191845.358">24119 5925,'1'2,"1"0,-1 0,0 0,1 0,-1-1,1 1,0 0,-1-1,1 1,0-1,0 1,0-1,0 0,0 0,0 0,1 0,-1 0,0 0,0-1,1 1,-1-1,0 0,1 1,-1-1,1 0,-1 0,0-1,1 1,-1 0,2-2,3 3,308 8,-277-3,-25-3,1 0,-1-2,1 1,0-2,-1 0,1 0,0-1,-1-1,2 0,0-4</inkml:trace>
  <inkml:trace contextRef="#ctx0" brushRef="#br0" timeOffset="-191546.643">24186 6246,'-4'4,"-2"5,4 0,11-2,11-1,15-2,12-2,10-1,6-1,0 0,-7 0,-8 1,-12 2</inkml:trace>
  <inkml:trace contextRef="#ctx0" brushRef="#br1" timeOffset="-152264.823">23050 4467,'-28'-10,"6"8,0 1,1 1,-1 0,0 2,0 1,-15 3,-36 5,-138-6,147-6,0 2,1 3,-38 9,11 5,15-2,0-3,-1-3,-35-2,-336-10,410 0,1-1,0-3,0-1,-5-2,-74-14,26 13,-1 5,-29 3,93 2,-1-2,0-1,1 0,-1-3,1 0,1-1,-10-5,-2 3,-1 0,-1 3,0 1,1 2,-1 1,0 3,-24 3,-30-2,-281 0,326 5,0 3,1 1,0 2,1 3,-40 18,52-20,11-7,1 2,1 1,0 0,0 1,1 2,1 0,0 1,0 0,2 2,0 0,0 1,2 1,0 0,-7 13,7-1,2 0,0 2,2 0,2 0,1 0,1 1,-1 17,-2 28,2 1,4-1,3 1,6 33,0-77,1-1,1 0,2 0,2 0,0-1,3-1,0 0,2-1,11 14,-20-32,1-1,1 0,0-1,0 0,1 0,1-1,0 0,0-1,1 0,0-1,0-1,1 0,0 0,1-1,-1-1,1 0,0-1,12 2,23 1,0-3,0-2,14-3,74 4,383 5,-335-9,247 16,-419-15,72 1,0-4,-1-4,17-6,-55 5,1 2,-1 2,31 2,190-10,-201 12,132-11,-147 3,1 3,-1 2,22 2,165-34,-138 31,-70 4,-1-1,1-2,0 0,-1-2,1-2,1-2,13-4,0 1,1 2,0 2,0 2,29 0,-57 7,0-2,-1 0,1-1,-1 0,0-1,1-1,-1-1,15-6,-2-1,1-2,-2-1,0-1,19-15,-39 23,0-1,0 0,-1-1,0 0,0 0,-1-1,-1 1,1-1,-2-1,0 1,3-12,2-2,0-2,-1-1,-1 0,-2-1,-1 1,-1-1,-1 0,-2 0,-1 0,-3-22,-2 26,-1 1,-2-1,0 2,-1-1,-2 1,0 0,-1 2,-1-1,-4-1,-3-10,4 4,0 1,-2 0,-1 2,-2 0,0 1,-2 1,0 2,-1 0,-22-13,8 16,0 1,0 2,-2 2,0 2,0 2,-1 1,-1 2,1 3,-1 0,0 3,-36-2</inkml:trace>
  <inkml:trace contextRef="#ctx0" brushRef="#br1" timeOffset="-146416.163">27274 2837,'0'0,"-1"-1,1 1,-1-1,1 1,-1-1,0 1,1 0,-1-1,1 1,-1 0,0-1,1 1,-1 0,0 0,0 0,1-1,-1 1,0 0,1 0,-1 0,0 0,0 0,1 0,-1 1,0-1,1 0,-1 0,0 0,0 1,1-1,-1 0,1 1,-1-1,0 0,1 1,-1-1,1 1,-1-1,1 1,-1-1,1 1,-1 0,1-1,0 1,-1 0,1-1,0 1,-1 0,1-1,0 1,0 0,0 0,-8 39,8-39,0 1,1-1,-1 0,1 1,-1-1,1 0,-1 0,1 1,0-1,0 0,0 0,-1 0,1 0,0 0,0 0,1 0,-1 0,0-1,0 1,0 0,0-1,1 1,-1 0,0-1,1 0,-1 1,0-1,1 0,-1 0,1 0,-1 1,0-2,1 1,-1 0,0 0,1 0,-1-1,1 1,-1 0,0-1,0 1,1-1,-1 0,0 1,0-1,0 0,0 0,1 0,-1 0,-1 0,1 0,0 0,0 0,0 0,0 0,-1 0,1-1,0 1,-1-1,1 0,0 0,0 0,-1 0,1 0,-1 0,0 0,1 0,-1 0,0 0,0 0,-1 0,1 0,0 0,-1 0,1 0,-1 0,1 0,-1 0,0 0,0 1,0-1,0 0,0 0,0 1,-1-1,1 1,0-1,-1 1,1 0,-1-1,0 1,1 0,-1 0,0 0,0 0,0 0,0 1,1-1,-1 0,0 1,0 0,0-1,0 1,-1 0,1 0,0 0,0 0,1 2,-1-1,1 0,-1 1,1-1,0 1,0 0,0-1,0 1,0 0,1 0,-1 0,0 0,1-1,-1 1,1 0,0 0,-1 0,1 0,0 0,0 0,1 0,-1 0,0 0,1 0,-1 0,1 0,-1 0,1-1,0 1,0 0,0 0,0-1,0 1,0 0,0-1,1 1,-1-1,0 0,1 1,0-1,0 1,-1 0,1 0,0-1,0 1,0-1,0 1,0-1,0 0,0 0,0 0,0 0,1 0,-1 0,0-1,1 1,-1-1,1 0,-1 1,0-1,1 0,-1-1,1 1,-1 0,1-1,-1 1,0-1,1 0,0 0,-3-1,0 0,1 0,-1 0,0 0,0-1,0 1,0 0,-1 0,1 0,0 0,-1 0,0 0,1 0,-1 0,0 0,0 0,0 0,0 0,-1 0,1 1,0-1,-1 0,1 1,-1-1,0 1,1 0,-1 0,-1-1,-6-5</inkml:trace>
  <inkml:trace contextRef="#ctx0" brushRef="#br1" timeOffset="-145762.909">27809 2649,'45'85,"-33"-53,2 1,2-2,1 0,1-1,2-1,0 0,2-2,1-1,2 0,0-2,2-1,0-1,1-1,25 13,-50-32,0-1,0 1,-1 0,1-1,0 0,0 0,-1 0,1 0,0 0,0 0,0-1,0 1,1-1,-1 0,0 0,0 0,0 0,0-1,0 1,0-1,2-1,2-5</inkml:trace>
  <inkml:trace contextRef="#ctx0" brushRef="#br1" timeOffset="-145476.663">28237 2610,'-2'0,"-3"5,-8 10,-8 14,-12 13,-10 14,-8 10,-5 6,0 2,7-5,11-5,10-9,16-14,9-14</inkml:trace>
  <inkml:trace contextRef="#ctx0" brushRef="#br1" timeOffset="-144488.733">28398 3224,'76'-182,"-42"90,-24 84,-7 33,-21 482,19-502,-1-3,1 0,-1 1,0-1,1 1,-1-1,0 1,0-1,-1 1,1-1,0 1,-1-1,0 1,1-1,-1 0,0 1,0-1,0 0,-1 0,1 1,0-1,-1 0,0-1,1 1,-1 0,0 0,0-1,0 1,0-1,0 1,0-1,-2 1,-6-1,0 0,-1 0,1-1,0 0,-1-1,1 0,0-1,0 0,0 0,-1-1,3-2,21 3,407-25,-368 32,-48-8,-4 0</inkml:trace>
  <inkml:trace contextRef="#ctx0" brushRef="#br1" timeOffset="-143046.186">21299 4936,'-2'-7,"0"0,-1 0,1 0,-1 0,-1 0,0 1,1-1,-2 1,1 0,-1 0,0 0,0 1,-1 0,1 0,-1 0,0 1,-1 0,1 0,-1 0,0 1,1 0,-2 1,1-1,-6 0,-31-5,0 1,0 3,-1 2,1 1,-1 3,-41 7,39-2,1 3,0 2,1 2,1 1,0 3,1 1,-28 19,56-31,0 2,0-1,1 2,0 0,1 0,0 2,1-1,0 2,1-1,0 2,1-1,0 1,1 1,1 0,1 0,0 1,1-1,-4 17,5 7,1 0,3 0,1 1,2-1,1 0,6 18,-6-35,1 1,1-1,2 0,0 0,1-1,1 0,1 0,1-1,1-1,0 0,1 0,15 14,3 0,1-2,2-1,1-1,1-2,2-2,0-1,2-2,0-2,2-1,0-2,0-3,2-1,0-2,0-1,17-1,-16-3,0-1,0-3,1-2,-1-1,0-3,0-2,0-1,-1-2,0-3,-1-1,0-2,5-5,-15 4,-1-2,-1-1,-1-1,0-1,23-24,-41 34,0-2,0 1,-1-1,-1-1,0 0,-1-1,-1 1,0-2,-1 1,-1-1,0 0,-1 0,2-11,-1-23,-2 0,-2-1,-2 1,-2 0,-3 0,-2 0,-9-35,11 60,-1-1,-1 2,-2-1,0 1,-1 0,-1 1,-2 0,0 1,-1 0,-1 1,-6-5,-4 0,-2 1,0 1,-1 1,-2 1,0 2,-1 1,-1 2,0 1,-1 1,-1 2,-1 1,0 2,0 1,-1 2,1 1,-2 2,1 2,0 1,0 2,-1 1,-34 7,-2 10,0 3,2 3,0 3,2 3,2 3,0 3,3 3,-31 26,-87 60</inkml:trace>
  <inkml:trace contextRef="#ctx0" brushRef="#br2" timeOffset="-134742.52">27074 4201,'-5'-7,"0"0,0 1,-1-1,0 2,0-1,-1 1,0-1,0 2,0-1,0 1,-1 0,1 1,-1-1,0 2,0-1,0 1,0 0,-1 1,1 0,-1 0,1 1,0 0,-1 0,-3 1,-130-14,103 3,-39-10,-2 2,-1 4,-34 0,-196 13,190 31,69-14,-212 40,235-47,-1 2,2 0,0 2,0 1,1 2,1 0,0 2,1 0,-7 9,17-15,0 1,0 0,2 1,-1 1,2 0,0 0,1 1,0 1,1 0,1 0,1 1,1 0,-4 13,-30 165,36-170,0 0,2 0,1 1,1-1,1 1,2-1,0 1,2-1,1 0,1 0,1-1,9 22,8 4,3-1,2-1,2-1,2-2,1-1,3-1,2-3,2-1,37 28,-40-36,1-2,2-1,1-2,1-2,1-2,1-2,1-2,1-2,0-2,1-2,1-3,0-1,21 0,45-5,1-5,23-7,-73-1,0-3,0-3,-1-3,-1-3,49-24,-76 31,-20 9,-1-1,0 0,-1-1,0-1,0-1,0 0,-1-1,-1 0,1-1,-2 0,3-4,4-12,-1-1,-2-1,0-1,-2-1,-1 1,-2-2,-1 0,-2 0,1-10,-3 12,-1-1,-2 1,-1-1,-1 0,-1 0,-2 0,-2 1,0-1,-2 1,-2 0,0 0,-2 1,-1 0,-8-13,-114-207,116 228,-1 1,0 0,-2 1,0 2,-1 0,-1 1,0 1,-2 1,1 1,-1 1,-1 1,0 1,-1 1,0 2,-25-5,-18-1,1 3,-1 4,0 2,-70 5,55 3</inkml:trace>
  <inkml:trace contextRef="#ctx0" brushRef="#br2" timeOffset="-126760.19">23250 6166,'-28'-5,"0"1,0 1,0 2,0 1,0 1,0 1,-7 2,-257 7,170-2,-111-8,108-3,-968 2,1048 3,0 2,0 2,-26 7,28-5,26-6,-25 7,-2-3,1-2,-37 0,-102 20,-36-10,-50-8,18 0,155-8,75 0,3 0,0 1,0 1,0 0,0 1,0 1,0 0,1 2,-13 4,-121 43,119-37,21-11,0 0,0 1,1 0,-1 0,1 1,0 1,1-1,0 1,0 1,0 0,0 1,-120 123,122-123,0 0,0 0,1 1,1 0,0 0,0 1,1-1,0 1,0 0,1 7,-12 36,-3 0,-36 141,53-182,0 0,1 1,1-1,0 0,1 0,0 0,1-1,0 1,1-1,1 0,0 0,0 0,1-1,3 3,17 36,5 18,-25-48,2 1,1-1,0-1,1 0,1 0,1-1,1-1,0 0,1-1,9 7,114 64,-121-79,1-1,-1-1,2 0,-1-1,1-1,-1-1,1-1,5 0,43 2,-1 2,61 14,-84-14,1-1,1-2,-1-2,25-4,10 1,418 2,-184-28,7 21,-298 5,-1 0,2 2,-1 0,0 2,-1 0,1 1,11 4,30 8,0-4,50 3,-33-4,151 30,126 11,-143-45,-132-8,207-5,-74-39,-178 37,0-2,-1-2,-1-2,0-1,-1-1,30-21,3-22,-56 51,-1 0,0 0,0-1,-1 0,0-1,-1 0,0-1,5-10,58-98,-67 110,0 0,-1 0,-1 0,0-1,0 1,-1-1,0 1,-1-1,0 1,-1-1,-1-6,1-16,0-418,-13 331,-21-14,27 109,-2 0,0 0,-1 1,-1 0,-5-5,-37-65,-60-44,108 132,0 1,-1-1,1 1,-1 1,0-1,-1 1,1 1,-1-1,0 1,0 1,0-1,0 1,0 1,0-1,-1 1,1 1,-8 0,-51 28,-90 57,49-29</inkml:trace>
  <inkml:trace contextRef="#ctx0" brushRef="#br2" timeOffset="-124844.038">27756 4695,'2'15,"1"-1,1 1,0-1,1 0,0 0,1 0,1-1,0 0,0 0,2-1,2 4,-8-11,29 36,1-1,2-1,2-3,1 0,1-3,3-1,3 0,32 28,-66-52,35 40,-46-39,-4-4</inkml:trace>
  <inkml:trace contextRef="#ctx0" brushRef="#br2" timeOffset="-124592.198">28184 4722,'-5'-2,"-3"6,-8 11,-8 12,-6 13,-5 12,-6 7,-2 6,-1 3,2-4,9-5,9-9,10-7,6-12</inkml:trace>
  <inkml:trace contextRef="#ctx0" brushRef="#br2" timeOffset="-124210.1">28330 5230,'112'-206,"-112"206,12-16,-13 17,1-1,0 0,0 0,0 0,0 1,0-1,0 0,0 0,0 1,0-1,0 0,0 0,0 1,0-1,0 0,0 0,0 0,0 1,0-1,0 0,0 0,0 1,1-1,-1 0,0 0,0 0,0 1,0-1,0 0,1 0,-1 0,0 0,0 0,0 1,1-1,-1 0,0 0,0 0,0 0,1 0,-1 0,0 0,0 0,1 0,-1 0,0 0,0 0,1 0,-1 0,0 0,0 0,0 0,1 0,-1 0,0 0,0 0,1 0,-1 0,0 0,0 0,0-1,1 1,-1 0,0 0,0 0,0 0,-16 153,13-119,0 1,3 0,0-1,3 1,1-1,1 1,2-1,6 18,-4-28</inkml:trace>
  <inkml:trace contextRef="#ctx0" brushRef="#br2" timeOffset="-123311.985">27703 4495,'327'-14,"-207"2,127-4,-240 17,-16 1,6-2,-17 3</inkml:trace>
  <inkml:trace contextRef="#ctx0" brushRef="#br2" timeOffset="-121481.022">21392 6300,'-30'-13,"0"1,-1 2,0 2,-1 0,0 2,0 2,0 1,-1 1,1 1,-1 3,1 0,-4 2,15-1,-1 0,1 2,0 0,0 1,1 1,0 1,0 1,0 1,1 0,1 1,0 2,0-1,-9 11,-7 12,2 2,1 1,2 2,2 0,2 2,-12 26,26-44,1 1,1 0,1 0,1 1,1 0,2 0,0 0,2 1,1-1,1 1,1 0,1-1,2 0,0 1,2-1,1-1,1 1,1-1,7 12,5 12,2-2,1 0,3-1,2-2,1-1,2-2,3-1,22 21,-39-45,0-1,1-1,0 0,1-2,0 0,1-1,1-1,0-1,0-1,0-1,23 4,19-7,0-3,0-2,-1-4,1-2,-1-3,-1-2,10-6,-34 10,-10 3,-1-1,1-2,-1 0,-1-2,0 0,0-2,-1-1,-1-1,0-1,-1-2,-1 0,0-1,18-20,-30 24,0 0,-2-1,1 1,-2-2,0 1,-1-1,-1 0,0 0,-1-1,0 1,-1-12,5-187,-8 213,1-48,-3 0,-1 1,-3-1,-2 1,-2 0,-2 1,-2 1,-2 0,-3 0,-1 2,-2 0,-2 2,-2 1,-9-9,16 32,0 1,-1 1,-1 1,0 1,-1 0,-1 2,0 1,-1 1,-12-4,-37-20,48 23,-1 1,0 1,0 2,-1 0,0 2,0 1,-1 1,1 1,-1 1,0 2,-23 2,-31 8,0 4,1 3,0 3,2 4,-19 11,81-29,0 1,0 1,1 1,0 0,1 1,0 1,1 0,0 1,0 1,1 0,1 1,0 0,1 1,1 0,0 0,1 2,-10 23,2 1,2 1,2 1,2 0,1 0,3 1,1 0,3 1,1-1,4 37,23 158,-5-137</inkml:trace>
  <inkml:trace contextRef="#ctx0" brushRef="#br3" timeOffset="-110277.534">27207 6767,'-58'-20,"4"11,0 2,0 2,-1 3,-45 4,30-1,-420-1,464 2,0 2,1 0,0 1,0 2,0 1,1 1,-14 7,-28 9,-155 41,204-57,1 0,0 1,1 1,0 0,1 1,0 1,1 0,0 1,1 0,-5 9,-30 30,32-37,0 1,0 1,2 1,0-1,1 2,-2 7,4-6,-11 21,1 0,3 2,-5 20,19-50,-1 0,2-1,0 1,0 1,2-1,0 0,0 0,1 0,1 0,0 0,1 0,1 0,3 7,5 10,2-1,1-1,1-1,2 0,1-1,1-1,6 5,-3-10,2-1,0 0,1-2,1-1,0-2,1 0,1-2,0-1,1-1,1-2,288 93,-288-94,0-1,1-1,-1-2,1-1,0-2,6-1,106 10,-106-4,0-2,0-2,1-1,-1-2,0-2,0-1,0-2,-1-2,0-1,0-2,-1-2,0-1,29-16,51-45,-103 67,0-1,0 0,-1 0,-1-2,0 1,0-1,-1-1,0 0,-1-1,-1 1,0-2,3-7,66-134,-59 58,-11 36,-1 26,-1-1,-2 0,-1-1,-2 1,-1 0,-7-33,7 58,-1 1,-1 0,0 0,0 0,-1 0,0 0,-1 1,0-1,0 1,-1 0,0 1,-1 0,0 0,0 0,-1 1,-3-3,-20-16,2-1,1-1,2-2,1 0,-5-10,16 21,10 13,1 1,-1-1,0 0,-1 1,1 0,-1 0,0 0,0 1,0 0,-1 0,0 0,0 0,0 1,0 0,0 0,0 1,-1 0,0 0,1 0,-1 1,0 0,0 0,1 1,-1 0,-5 0,-140 46,94-28</inkml:trace>
  <inkml:trace contextRef="#ctx0" brushRef="#br3" timeOffset="-103207.652">22876 2690,'-16'-9,"0"0,-1 2,0 0,0 1,-1 0,0 2,0 0,0 1,0 1,0 0,-11 2,-32-6,-4-4,1-2,1-2,-59-23,43 13,-2 3,0 4,-1 4,0 3,-53 2,-364-31,288 17,-88 6,214 15,-328 8,359 0,1 3,1 2,0 3,-36 14,-30 9,11-7,20-9,1 4,2 4,1 4,1 4,36-14,1 1,2 3,1 2,-11 11,41-28,1 1,0 1,0 0,2 0,0 1,1 0,0 0,2 1,0 0,-1 5,-8 20,6-12,2-1,1 2,1-1,2 1,1-1,1 1,2 0,2 8,-1 37,-3-40,1 1,2-1,2 1,1-1,2 0,1 0,2-1,1 0,11 21,14 7,2-2,3-2,15 15,-35-46,-6-11,0 0,1-1,0 0,1-1,1-1,1-1,0-1,0 0,1-2,0 0,1-1,9 2,85 39,-85-35,1-1,0-2,1-1,1-1,-1-2,6 0,218-1,-184-9,0 3,55 9,5 2,0-5,82-9,-69 1,-91 1,81 0,119-16,-143 1,24-3,0 6,30 5,-161 7,102 1,-1-5,48-9,130-25,-225 33,1-2,-1-4,-1-1,7-6,10-2,-25 7,0-1,-2-3,0-1,7-6,-43 16,0 1,-1-2,0 1,0-1,0-1,-1 0,-1 0,0 0,0-1,-1-1,4-7,13-18,153-145,-167 165,-2-1,0-1,0 1,-2-1,-1 0,0-1,-1 1,-1-1,-1 0,-1 0,0-7,4-32,28-222,-32 244,-3-1,-1 1,-1-1,-3 1,0 1,-3-1,-1 1,-3-4,0 3,0 1,-2 0,-2 1,-1 1,-2 1,-1 1,-2 1,-1 1,-1 1,-1 1,-2 1,0 2,-2 1,-1 1,-1 2,-1 1,-16-6,2 9,-2 2,0 2,0 3,-1 1,-49-1,-24 1</inkml:trace>
  <inkml:trace contextRef="#ctx0" brushRef="#br3" timeOffset="-102358.866">21151 2837,'-24'-8,"0"1,-1 0,0 2,-1 1,1 1,-1 1,1 1,-8 2,19 0,0 1,0 1,1 0,-1 1,1 1,-1 0,1 0,0 2,1-1,0 2,0-1,0 2,1 0,-5 5,-8 9,1 1,1 1,1 1,2 1,-11 20,13-21,2 0,1 2,1 0,1 0,2 1,0 1,2-1,2 2,1-1,1 1,1-1,2 1,1 0,1 0,2-1,1 1,1-1,2 0,1 0,4 7,13 14,2 0,2-2,3-2,1 0,2-2,3-2,1-2,2-1,25 18,-37-31,2-1,0-1,1-1,2-3,0 0,2-2,0-2,0-1,2-2,0-1,19 2,-44-12,1-2,0 0,-1-1,1 0,0-1,-1 0,1-1,-1-1,1 0,-1-1,0 0,0-1,-1 0,1-1,-1-1,3-2,49-38,-2-3,-2-2,-2-3,-2-4,-51 54,38-38,-2-2,-2-2,-2-2,15-27,-41 59,-1-1,-1 0,0-1,-1 0,-2 0,0-1,-1 1,0-1,-2 0,-1-1,0 1,-1-1,-2 1,0 0,-2-8,-2 2,-2 1,-1 0,-1 1,-1 0,-1 0,-1 1,-1 0,-1 1,-1 1,-1 0,-17-20,-3 2,-1 1,-1 1,-21-12,21 19,-2 1,-1 3,-1 1,-1 2,-1 2,-1 1,-39-10,52 21,1 1,-1 2,0 1,-1 1,1 2,-1 1,1 2,-1 1,1 1,0 2,0 1,-8 4,0 4,0 3,0 1,2 2,0 1,2 2,0 2,2 1,0 2,2 1,-14 18,-62 70</inkml:trace>
  <inkml:trace contextRef="#ctx0" brushRef="#br3" timeOffset="-101026.332">27662 7088,'32'25,"-2"2,-1 2,-1 0,-1 2,-2 1,-1 1,-2 1,2 5,46 66,-54-81,2 0,0-1,2-1,0-1,2 0,0-2,18 12,-38-29,0 0,0 0,0-1,0 1,0-1,0 0,1 0,-1 1,0-2,1 1,-1 0,1 0,-1-1,1 1,-1-1,1 0,-1 1,1-1,-1-1,1 1,-1 0,1 0,-1-1,1 0,-1 1,1-1,-1 0,0 0,1 0,-1-1,0 1,0-1,0 1,1-2,5-12</inkml:trace>
  <inkml:trace contextRef="#ctx0" brushRef="#br3" timeOffset="-100770.018">28184 7062,'-16'-5,"-8"1,-3 11,-5 12,-2 15,-1 15,1 11,-2 8,0 5,-2 1,2-1,2-6,4-7,8-13,8-12</inkml:trace>
  <inkml:trace contextRef="#ctx0" brushRef="#br3" timeOffset="-100412.974">28357 7716,'1'-2,"29"-68,3 2,3 0,2 3,-32 67,-9 18,2-17,-5 24,1 1,2 0,0 0,2 0,1 0,1 1,2-1,1 0,1 0,1-1,9 27,1-23</inkml:trace>
  <inkml:trace contextRef="#ctx0" brushRef="#br3" timeOffset="-99660.778">27649 6821,'17'4,"-1"-1,1 0,-1-2,1 0,0 0,5-2,14 1,448 1,-451-1,-33 0,0-1,0 1,0 0,0 0,0-1,0 1,0 0,0 0,0-1,0 1,1 0,-1 0,0-1,0 1,0 0,0 0,0 0,1-1,-1 1,0 0,0 0,0 0,0 0,1-1,-1 1,0 0,0 0,1 0,-1 0,0 0,0 0,1 0,-1 0,-27-7,-112-9,-1 6,-138 8,155 14,107 0,41-3,37-4,1-2,62-5,-79 0,46 0,-13-1</inkml:trace>
  <inkml:trace contextRef="#ctx0" brushRef="#br0" timeOffset="-88028.772">27876 8465,'13'324,"1"120,-1-65,-9-325,3 1,2-1,2-1,6 11,-10-26,-1-1,-2 1,-1 1,-2-1,-3 19,16 42,-16-101,-1-6</inkml:trace>
  <inkml:trace contextRef="#ctx0" brushRef="#br0" timeOffset="-86546.707">28224 8813,'-5'-2,"2"-1,2 0,5 3,5 6,6 6,8 8,4 8,2 6,0 3,1 3,-4-1,0-3,-4-5,-2-5,-6-8</inkml:trace>
  <inkml:trace contextRef="#ctx0" brushRef="#br0" timeOffset="-86293.976">28465 8759,'-10'16,"-4"12,-5 8,-4 5,-2 4,-4 2,-4-1,-1-1,3-3,7-5,8-7,6-7</inkml:trace>
  <inkml:trace contextRef="#ctx0" brushRef="#br0" timeOffset="-86007.742">28692 9094,'2'-16,"3"-10,1-3,2 2,-2 3,0 9,-2 13,-2 13,-3 12,-1 10,-1 8,0 2,1 2,3-3,1-6,3-7,0-6,0-7</inkml:trace>
  <inkml:trace contextRef="#ctx0" brushRef="#br0" timeOffset="-85677.626">28264 8519,'-5'-3,"-1"3,3 2,8 6,13 4,14 0,16-2,15-3,11-3,6-2,-1-3,-9-2,-20 0,-17 0</inkml:trace>
  <inkml:trace contextRef="#ctx0" brushRef="#br0" timeOffset="-84109.758">28224 9655,'-7'9,"0"10,6 6,8 3,9 5,8 2,10 1,6-2,0-2,-1-2,-6-3,-8-5,-9-3,-6-6</inkml:trace>
  <inkml:trace contextRef="#ctx0" brushRef="#br0" timeOffset="-83863.9">28478 9722,'-16'5,"-10"10,-5 9,1 11,0 10,2 6,0 4,3 2,3-3,6-5,5-11</inkml:trace>
  <inkml:trace contextRef="#ctx0" brushRef="#br0" timeOffset="-83629.527">28611 10043,'2'-21,"4"-13,2-5,0 1,1 5,2 8,-2 13,-2 13,-3 15,2 15,-2 10,2 8,1 5,3-1,1-4,3-8,0-12</inkml:trace>
  <inkml:trace contextRef="#ctx0" brushRef="#br0" timeOffset="-82827.807">29066 8398,'1'78,"4"0,4 0,9 35,-16-102,34 167,-7 1,-9 1,-6 35,-40 430,25-634,1 0,0 0,1 0,0 1,1-1,0 0,1-1,1 1,-1 0,1-1,1 0,0 0,3 5,-7-14,0 0,0 0,0 0,0 0,0 0,0 0,0 0,0 0,0 0,0-1,0 1,1 0,-1-1,0 1,1-1,-1 1,0-1,1 0,-1 0,0 1,1-1,-1 0,0 0,1 0,-1 0,11-6</inkml:trace>
  <inkml:trace contextRef="#ctx0" brushRef="#br0" timeOffset="-79996.708">29347 2182,'-6'31,"1"1,2 0,2 0,0 0,2 0,3 9,64 327,7 109,36 253,-84-375,-8-229,12 154,-14 162,-10-372,24 323,-24 78,-3-201,-13 18,6 548,16-449,-13 168,15-279,-16 101,-39 46,25-164,3-41,4-121,1 67,8-102,-1-62,4 34,-4-33,0-1,0 1,1-1,-1 1,0-1,1 1,-1-1,0 1,1-1,-1 1,0-1,1 0,-1 1,1-1,-1 0,1 1,-1-1,1 0,-1 0,1 1,-1-1,1 0,0 0,-1 0,1 0,-1 0,1 0,-1 0,1 0,0 0,-1 0,1 0,-1 0,1 0,-1 0,1 0,0-1,-1 1,1 0,-1 0,1-1,-1 1,1 0,-1-1,1 1,-1 0,0-1,1 1,-1-1,0 1,1-1,-1 1,0-1,1 1,-1-1,0 1,0-1,15-17,-1-3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6:01.6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631 299,'-45'-14,"-1"2,0 1,-1 3,0 2,-11 2,54 3,0 1,1 0,-1 0,0 0,0 1,0 0,0-1,1 1,-1 0,0 1,1-1,-1 1,1-1,-1 1,1 0,0 0,0 1,0-1,0 1,0-1,0 1,1 0,-1 1,-19 28,2 1,2 1,1 0,-8 24,17-38,-24 53,4 0,4 2,2 0,-8 63,24-104,2 0,2 0,1 0,1 0,2 0,1 0,2-1,2 1,1-1,1 0,2-1,5 10,1-9,1-1,2-1,1-1,1-1,2-1,1-1,1-1,1-1,1-1,1-2,1-1,1-1,1-2,1-1,2 0,99 42,2-6,58 11,-165-55,21 7,0-1,1-4,0-1,1-2,0-3,0-2,0-3,18-3,383-45,-211 45,-85 2,98-14,-46-15,-3-9,20-13,-144 29,-2-3,0-3,-2-4,-2-4,11-9,-65 34,-1-1,0 0,-1-2,0-1,-2 0,0-1,0-1,-2-1,0-1,-2 0,0 0,-1-2,-1 0,-1 0,-1-1,-1 0,0-1,-2 0,3-21,-8 5,-2 0,-1 0,-2 0,-2 0,-1 1,-2 0,-2 0,-2 0,-1 1,-2 1,-1 1,-2 0,-2 1,-1 1,-10-11,7 11,-1 2,-1 0,-2 1,-1 2,-2 1,0 1,-2 2,-1 1,-1 2,-1 1,0 2,-4 1,-65-31,27 9,-2 5,-1 2,-1 4,-2 4,-40-5,-15 13,-1 6,1 7,-86 9,-107 17,-55 22,295-30,1 4,0 4,2 4,1 3,-51 27,-302 153,390-193,42-15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0.6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2381 615,'-208'-259,"187"241,-1 1,0 1,-1 1,0 1,-1 1,-1 1,0 2,0 0,-9-1,-69-31,79 31,-15-9,-1 2,-1 2,0 2,-43-9,-366-32,164 35,272 19,-1 1,1 0,0 1,-1 1,1 0,0 1,0 1,0 0,1 0,-6 4,-295 177,291-169,1 2,0 0,2 1,0 1,1 1,-13 20,-7 7,22-29,1 2,1 0,1 1,1 0,1 1,1 1,1 0,1 0,1 1,1 0,2 0,0 1,2 0,0-1,2 1,1 0,1 2,0 0,2-1,0 0,2-1,1 1,1-1,1 0,2-1,0 1,1-2,2 0,1 0,0-1,16 18,1-7,0-1,3-2,0-1,2-1,1-2,1-2,1-2,2-1,0-2,31 10,16 1,2-4,1-4,1-4,0-4,1-4,1-4,-1-5,42-5,-64-6,-1-3,0-3,35-13,-5 1,-63 20,-1-2,0-1,0-2,-2-1,1-2,-2-1,0-2,-1-1,-1-2,25-21,164-180,-208 210,0 0,0 0,-1-1,-1-1,0 0,-1-1,-1 1,0-1,-1-1,-1 0,0 0,-1 0,-1-1,2-10,10-338,-16 359,0 1,0-1,0 0,0 0,-1 1,0-1,0 0,-1 1,1-1,-1 1,-1-1,1 1,-1 0,0 0,0 0,0 0,0 1,-1-1,0 1,0 0,0 0,-1 0,-1-1,-110-100,64 85,40 19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1.2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 0,'0'2,"0"8,0 7,-2 9,-4 7,-2 7,-3 9,-1 2,1 1,0 2,0-2,2-3,0-3,-1-5,2-9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1.5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28,'7'2,"7"1,9 0,9 0,5-2,4 0,0-2,-1-5,-3-2,-5-5,-9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1.7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30,'23'-7,"18"-2,14 1,12 3,5 7,-1 7,-2 2,-14 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2.0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91,'-5'10,"0"0,1 1,0-1,1 1,1 0,-1 0,2 0,-1 1,2-1,-1 0,2 0,-1 1,2-1,-1 0,2 0,-1 0,1 0,1-1,0 1,1-1,0 0,0 0,4 5,-1-7,1 0,0 0,0-1,1 0,0 0,0-1,0-1,1 0,0 0,0-1,0 0,0-1,1 0,-1-1,1 0,0-1,-1 0,11-1,-15 0,1 0,-1-1,0 0,1 0,-1-1,0 0,0 0,0 0,0-1,0 0,0 0,-1-1,1 0,-1 0,0-1,0 0,-1 1,0-2,0 1,0-1,0 0,-1 0,0 0,0 0,0-1,-1 0,0 0,-1 0,2-6,0 3,-2-1,1 1,-1-1,-1 1,0-1,-1 0,0 0,0 0,-1 1,-1-1,0 0,0 1,-1-1,0 1,-1 0,0 0,-1 0,0 1,0-1,-1 1,0 0,-1 1,0-1,0 1,-1 1,0 0,0 0,-1 0,0 1,0 0,0 1,-2 1,0 1,-1 0,1 1,-1 0,1 1,-1 1,1-1,-1 2,1 0,-1 0,1 1,-1 0,1 1,0 0,0 1,0 0,1 1,-1 0,1 1,0 0,1 1,-5 3,-31 23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3.9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2030 485,'-18'-34,"-1"2,-2 1,-1 0,-2 1,0 2,-2 1,-1 0,-2 2,0 2,-1 0,-2 2,0 1,-1 2,-2 0,-10 4,0 3,0 1,-1 2,-1 2,1 2,-26 2,-55-6,-273-23,364 29,1 2,0 1,0 2,0 2,1 0,-1 3,1 1,1 1,0 2,-8 5,14-5,0 2,1 0,1 2,0 1,2 1,0 1,0 0,2 2,1 1,-3 5,17-16,1 0,0 0,1 0,0 0,1 1,0-1,1 1,0 0,1 0,0 0,1 7,-12 73,-5-31,8-36,1 1,1 0,1 0,1 1,2-1,0 1,2 0,1 0,1 0,3 12,61 213,-61-227,2 0,1 0,1-1,1 0,0-1,2 0,1-1,1 0,1 0,14 16,163 148,-173-164,1-2,1-1,1 0,0-2,1 0,1-1,1-1,21 9,12-3,1-3,1-3,0-2,1-2,23-1,-17-4,1-3,-1-3,1-3,-1-3,0-2,60-17,-100 19,-1-1,1-2,-1 0,-1-2,0 0,0-2,-1-1,-1 0,-1-2,0 0,0-2,-2 0,0-1,-1-1,25-33,-1-1,-3-2,6-17,-34 51,-1 0,-1-1,-2-1,0 0,-1 0,-1 0,-1 0,-2-1,0 0,-2 1,0-1,-3-11,-7-111,-5 1,-18-56,27 166,-2 1,-1 1,-1-1,-2 2,-5-7,13 31,0 0,-1 0,0 1,-1 0,0 0,0 0,-1 1,0 0,0 0,-1 0,1 1,-1 0,-1 1,1 0,-1 0,0 1,0 0,0 0,-1 1,1 1,-1-1,-51 0,37 5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4.3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185 1,'-7'18,"-7"13,-3 10,-1 7,1 7,2 4,2 0,4-3,-3-2,0-5,-3-5,-4-5,2-9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4.6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1,'18'2,"15"1,12 0,6-1,2 0,-1-1,-6-1,-7 0,-11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4.9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56,'-4'-12,"9"-3,18 1,19 5,18 3,14 6,11 5,3 4,-15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5.1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1 261,'13'-18,"8"-14,4-7,0-4,-2 1,-2 4,-3 8,-4 13,-5 16,-6 17,-6 18,-6 16,-5 13,-2 13,2 8,3 4,6 1,4-15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6.6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1943 222,'-251'-143,"202"126,-1 1,-1 3,0 2,-1 2,0 2,0 3,0 2,-1 2,-49 8,79-8,-47 2,0 4,0 2,1 4,0 2,1 3,1 4,-1 3,25-4,1 1,1 3,2 1,0 3,1 0,2 3,1 1,2 1,1 2,-6 11,24-24,0 2,1 0,2 0,0 1,2 1,0 0,2 0,1 0,1 1,-1 25,-6 17,4-23,2 0,2 0,2 1,2 0,2-1,7 43,1-51,1 0,2 0,1-1,2-1,2-1,1 0,1-1,2-1,2-2,1 0,1-1,1-1,4 0,6 2,2-2,1-1,1-2,1-2,1-2,1-1,13 2,-30-11,2 1,0-1,1-1,0-1,0-2,1-2,29 4,28-6,0-4,0-3,0-4,35-10,-102 14,0-2,0 0,-1-1,0-2,0 0,0-1,-1 0,0-2,-1 0,-1-2,1 0,-2 0,0-2,-1 0,8-9,10-16,-1 0,-1-2,-3-2,-2 0,-1-2,-3-1,-2 0,-2-2,-1 0,-3-1,-1-9,7-77,-6-2,-6 0,-7-78,-1 198,0 1,-1 0,0 0,-2-1,0 1,-1 1,-1-1,0 1,-1-1,-1 2,0-1,-1 1,-1 0,0 0,-1 1,-1 1,0 0,-5-4,0 4,-2 0,0 1,-1 0,0 2,0 0,-1 1,0 1,-1 1,0 1,0 1,0 0,-1 2,1 1,-21 0,-12 14,40-2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7.1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182 1,'-5'20,"-3"19,-3 11,-5 9,-3 5,-1 2,-2-3,1-1,-1-6,2-7,3-12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7.4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1,'6'0,"10"0,11 0,10 0,7 0,6 0,1 0,-3 0,-6 0,-8 0,-9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7.6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56,'20'-9,"21"-3,17 0,14 3,7 2,-2 3,-13 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38.1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12,'19'-4,"1"1,0 1,0 0,-1 2,1 0,0 1,0 1,0 1,-1 0,1 2,14 5,-31-9,0 0,0 0,-1 0,1 0,-1 1,1-1,-1 1,1-1,-1 1,0 0,0 0,0 0,0 0,0 0,0 1,-1-1,1 1,-1-1,0 1,1-1,-1 1,0 0,-1-1,1 1,0 0,-1 0,0 0,1 0,-1-1,0 1,0 0,-1 0,1 0,-1 0,1-1,-1 1,0 0,-1 2,-7 7,-1 0,-1 0,1-2,-2 1,1-1,-1-1,-1 0,0-1,0 0,-7 3,5-3,-5 4,-75 56,94-66,-1-1,1 0,0 1,0-1,-1 0,1 1,0 0,1-1,-1 1,0 0,0-1,1 1,-1 0,1 0,-1-1,1 1,0 0,0 0,0 0,0 0,0-1,0 1,0 0,1 0,-1 0,1 0,-1-1,1 1,0 0,0-1,-1 1,1 0,0-1,1 1,-1-1,0 0,0 1,2 0,64 39,-6-22,0-3,1-3,1-2,0-3,22-1,17 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41.3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2690 376,'-26'-24,"-2"1,0 1,-1 1,-2 2,0 1,-1 1,0 2,-13-3,-105-34,-3 7,-30 0,86 25,-1 4,0 5,-1 4,-57 4,-272 6,377-1,-1 2,1 3,0 2,0 2,1 2,-47 20,-135 62,207-79,1 0,1 2,1 1,0 0,2 1,0 2,1 0,1 1,1 1,-10 20,17-29,1 1,0 1,1-1,1 1,0 1,1-1,1 1,1 0,1 1,0-1,2 1,0 5,2 54,5-1,2 0,4 0,9 22,-12-58,3 0,1-1,3 0,0-2,3 0,10 15,228 406,-225-407,3-2,2-2,23 24,-39-48,-2 0,0 0,2-2,0-1,1 0,1-2,1 0,1-2,0-1,1-1,1-1,9 3,243 56,-175-51,1-5,1-5,0-4,11-4,-85-4,0-1,1-1,-1-2,0-1,0-1,-1-2,0-1,0-2,-1-1,14-8,-36 16,33-15,-1-2,-1-2,-1-2,0-1,-3-2,0-1,20-24,-17 8,-2-3,-2-1,-3-1,-1-1,-3-2,12-38,-2-4,-4-1,-5-2,-3 0,-5-2,-5-1,-4 0,-4 0,-5-2,-3 86,0 1,-2 0,0 0,0 0,-2 1,0-1,0 1,-2 0,0 1,-5-9,10 21,1 0,-1 0,0 0,0 0,0 1,-1-1,1 1,0-1,-1 1,1 0,0 0,-1 0,0 0,1 0,-1 0,1 1,-1-1,0 1,1 0,-2 0,-24-3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42.4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3,'-2'-2,"-3"3,-4 7,1 6,-1 10,-1 7,-2 8,0 7,2 3,2 4,0 1,2-1,-1-5,-1-9,1-11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42.7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15,'5'0,"8"0,6 0,8 0,5 0,4 0,0 0,-2 0,-7-3,-6-2,-8-1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43.0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11,'13'-2,"17"-1,16 0,12 0,10 4,2 1,-4 3,-13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7:43.4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0,'18'8,"10"-4,0 1,-1 1,0 1,0 1,-1 2,0 0,0 2,-2 1,7 4,-28-15,-1-1,1 1,-1 0,0 0,1-1,-1 1,0 1,0-1,-1 0,1 0,0 1,-1-1,1 1,-1 0,0-1,0 1,0 0,0 0,0 0,0-1,-1 1,0 0,0 0,1 0,-1 0,-1 0,1 0,0 0,-1 0,0 0,0 0,1-1,-2 1,1 0,0-1,0 1,-1 0,0 0,-10 10,1-1,-1-1,-1 0,0-1,-1 0,0-1,0-1,-1 0,0-1,-6 2,-5 4,23-12,3-1,-1 0,0 0,0 0,0 1,0-1,0 0,0 0,1 0,-1 1,0-1,0 1,0-1,1 0,-1 1,0-1,0 1,1 0,-1-1,0 1,1 0,-1-1,1 1,-1 0,1-1,-1 1,1 0,0 0,-1 0,1 0,0-1,0 1,-1 0,1 0,0 0,0 0,0 0,0 0,0 0,0-1,0 1,0 0,1 0,-1 0,0 0,1 0,-1-1,1 2,8 4,0-1,0 1,1-2,0 1,-1-1,2-1,-1 0,3 0,22 9,-33-11,102 47,-100-46,0 0,0 1,-1 0,1 0,-1 0,1 0,-1 0,0 1,-1-1,1 1,-1 0,1 0,-1 0,0 0,-1 0,1 0,-1 1,1-1,-1 0,-1 1,1-1,0 1,-1 2,-1-1,0-1,-1 0,1 0,-1 0,0 0,0 0,0 0,-1 0,0-1,0 1,0-1,-1 0,1 0,-1 0,0 0,0-1,0 0,0 1,-5 1,-93 44,69-38,-1-2,0-1,0-2,-1-2,-18 1,45-6,21 0,1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0.2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12,'7'-5,"2"-1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4:59.3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67 166,'-30'222,"26"-175,-23 316,26-346,0-5,0 0,0 1,2-1,-1 0,1 0,1 0,0 0,1 0,0 0,1 0,2 3,-2-11,0 0,0 0,0 0,1-1,0 1,-1-1,1-1,0 1,0 0,1-1,-1 0,0-1,1 1,-1-1,1 0,0 0,-1-1,1 1,0-1,-1-1,1 1,-1-1,1 0,0 0,-1-1,0 1,1-1,3-2,19-5,-1-2,1 0,-2-2,0-1,19-13,5-7</inkml:trace>
  <inkml:trace contextRef="#ctx0" brushRef="#br0" timeOffset="252.326">0 527,'14'0,"16"2,16 1,14 0,8-3,2-4,-2-5,-8-6,-14-1</inkml:trace>
  <inkml:trace contextRef="#ctx0" brushRef="#br0" timeOffset="422.868">81 45,'4'-2,"18"-3,26-4,26-1,25 0,15 3,4 6,-18 3</inkml:trace>
  <inkml:trace contextRef="#ctx0" brushRef="#br0" timeOffset="718.591">869 740,'1'-5,"0"0,-1 0,1 0,-1 0,0 0,-1 0,1 0,-1 0,0 0,0 0,-1 0,1 0,-1 1,0-1,0 1,-1-1,1 1,-1 0,0 0,0 0,-1 0,1 0,-1 1,0-1,0 1,0 0,0 0,0 1,-1-1,1 1,-1 0,0 0,0 1,-6-2,0 2,-1-1,0 2,1-1,-1 2,1 0,-1 0,1 1,-1 0,1 1,0 0,0 1,0 0,1 0,-1 2,1-1,0 1,1 1,-1 0,1 0,1 0,-1 1,1 1,1 0,-1 0,1 0,1 1,0 0,0 0,1 0,1 1,-2 3,5-7,0-1,0 0,1 0,-1 0,1 0,1 0,-1 1,1-1,0 0,1 0,-1 0,1 0,0-1,1 1,0 0,-1-1,2 0,-1 1,1-1,-1-1,1 1,1 0,-1-1,1 0,-1 0,1 0,0-1,1 1,-1-1,0-1,1 1,0-1,0 0,0 0,-1 0,2-1,3 0,20 5,0-1,0-2,1-1,-1-1,1-2,-1-1,0-1,0-2,0-1,0-1,-1-2,32-7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8.7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146 0,'28'9,"-27"-8,1 0,-1 0,1 0,-1 0,1 0,-1-1,1 1,-1 0,1-1,0 0,-1 1,1-1,0 0,-1 0,1 0,0 0,-1 0,1 0,0 0,-1 0,1-1,0 1,-1-1,1 1,-1-1,1 0,-1 0,1 0,-1 1,1-2,4 0,-14 22,6-15,-199 381,197-379,2-4,1 0,-1 0,1 0,-1 0,1 0,0 0,0 0,0 0,1 0,-1 1,1-1,0 0,0 1,0-1,0 3,2-5,-1 0,0 0,1 0,-1 0,1-1,-1 1,1-1,-1 1,1-1,0 1,-1-1,1 0,-1 0,1 0,0 0,-1 0,1 0,0 0,-1-1,1 1,-1 0,1-1,0 1,-1-1,0 0,1 0,0 0,1 0,270-106,-107 77,-164 30,-1 0,1 1,-1-1,1-1,-1 1,1 0,0 0,-1 0,1-1,-1 1,0-1,1 1,-1-1,1 0,-1 1,0-1,1 0,-1 0,0 0,0 0,0 0,0 0,0 0,0 0,0-1,0 1,0 0,0-1,-1 1,1 0,0-1,-1 1,0-1,1 1,-1-1,0 1,0-1,1 1,-1-1,0 0,-1 1,1-1,0 1,0-1,-1 0,-8-64,9 66,-1-1,1 1,-1-1,1 1,-1-1,0 1,1 0,-1-1,1 1,-1 0,0 0,1-1,-1 1,0 0,0 0,1 0,-1 0,0 0,1 0,-1 0,0 0,1 0,-1 0,0 0,1 0,-1 1,0-1,1 0,-1 1,0-1,1 0,-1 1,1-1,-1 0,1 1,-1-1,1 1,-1-1,1 1,-1 0,1-1,-1 1,1-1,0 1,-1 0,1-1,0 1,0 0,0-1,-1 1,1 0,0 0,-16 25,1 1,2 1,0 0,2 1,1 0,1 1,2 0,1 0,-2 26,5-37,1 0,1 1,1 0,0-1,1 1,2-1,0 1,1-1,0 0,2 0,2 4,11 14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9.4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93 381,'13'-64,"3"0,3 1,3 1,18-37,-24 70,-16 29,0 1,0-1,0 0,1 0,-1 1,0-1,0 0,0 0,0 0,1 1,-1-1,0 0,0 0,0 0,1 0,-1 1,0-1,0 0,1 0,-1 0,0 0,0 0,1 0,-1 0,0 0,0 0,1 0,-1 0,0 0,-8 46,-28 204,37-175,2-1,11 53,0 0,-12-121,-1 0,0 0,0 1,-1-1,0 0,0 1,0-1,-1 1,0-1,0 0,-1 0,0 0,0 1,0-1,-1-1,1 1,-1 0,-1-1,1 0,-1 1,0-1,0-1,-1 1,1 0,-1-1,-1 0,-21 8</inkml:trace>
  <inkml:trace contextRef="#ctx0" brushRef="#br0" timeOffset="250.756">0 836,'23'-5,"21"-1,16 0,15 1,9 2,8 3,0 4,0 4,-17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7.7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 1,'2'9,"8"12,11 14,16 10,15 9,10 4,8 1,4 1,-2-7,-6-7,-13-9,-12-11,-13-12,-12-16,-9-6</inkml:trace>
  <inkml:trace contextRef="#ctx0" brushRef="#br0" timeOffset="251.939">547 14,'-22'7,"-18"11,-12 12,-10 12,-4 10,-4 13,0 8,4 6,10-2,13-14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7.1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 98,'-7'16,"2"-1,0 1,1-1,1 1,0 0,1 1,1 12,-1-10,-2 29,1 0,3 0,2 0,2 0,2 0,2-1,13 38,-18-77,-4-19,1 10,0 0,-12-80,4-1,3 1,4-1,3 0,4 0,6-12,3 41,-12 58,-2 43,7 34,-7-79,0 0,0 0,1 0,-1 0,1 0,-1-1,1 1,0-1,0 0,0 1,1-1,-1 0,0 0,1 0,0 0,-1-1,1 1,0-1,0 1,0-1,0 0,0 0,0-1,0 1,1 0,10-2,1 0,-1 0,0-1,0-1,0-1,0 0,-1 0,0-1,0-1,0 0,0-1,-1-1,0 0,-1 0,0-1,0-1,0 1,-2-2,4-3,64-73,-77 87,-1 0,1 1,0-1,0 0,0 1,0-1,0 0,-1 1,1-1,0 1,0-1,0 0,0 1,0-1,0 1,0-1,0 0,0 1,0-1,1 1,-1-1,0 0,0 1,0-1,0 1,1-1,-1 0,0 1,0-1,0 0,1 0,-1 1,0-1,1 0,-1 1,0-1,1 0,-1 0,0 0,1 0,-1 1,1-1,-1 0,0 0,1 0,-1 0,0 0,1 0,-1 0,1 0,-1 0,0 0,1 0,-1 0,1 0,-1 0,0 0,1 0,-1-1,1 1,-1 0,0 0,1 0,-1-1,0 1,1 0,-19 225,16-208,1 0,0-1,2 1,0 0,0 0,2-1,0 1,1-1,0 0,2 0,0 0,0-1,2 1,0-2,1 1,0-1,1-1,10 12,15 2</inkml:trace>
  <inkml:trace contextRef="#ctx0" brushRef="#br0" timeOffset="315.156">908 71,'-12'25,"1"1,1 0,1 0,1 1,2 0,1 0,1 1,0 24,3-38,1-1,1 0,0 0,0 0,1 0,1-1,1 1,-1-1,2 1,0-1,0 0,1-1,1 1,0-1,0-1,1 1,0-1,1 0,7 5,-11-11,-1 0,1 0,0 0,0-1,1 0,-1 0,1 0,0-1,-1 1,1-1,0-1,0 1,0-1,0 0,1-1,-1 1,0-1,0-1,0 1,0-1,1 0,-1 0,0-1,0 1,-1-2,1 1,0 0,1-2,2-2,0-2,-1 1,0-1,0 0,0 0,-1-1,0 0,-1-1,0 1,0-1,-1 0,0-1,-1-1,41-145,-34 95,-3 0,-2-1,-3-49,-3 108,-1 3,1 1,0 0,0-1,0 1,-1-1,1 1,0 0,0-1,0 1,0 0,0-1,0 1,0-1,0 1,0 0,0-1,0 1,0-1,0 1,0 0,0-1,0 1,1 0,-1-1,0 1,0-1,0 1,0 0,1-1,-1 1,0 0,1 0,-1-1,0 1,0 0,1 0,-1-1,0 1,1 0,-1 0,0 0,1-1,-1 1,1 0,-1 0,0 0,1 0,-1 0,1 0,-1 0,0 0,1 0,9 6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6.1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173 719,'-21'269,"-28"433,36-613,4-86,4-22,-32-264,1-101,36 372,-2 1,1-1,1 0,0 1,1-1,0 0,1 1,0-1,1 1,0 0,1 0,0 0,0 0,2 0,-5 9,1 1,-1-1,1 1,-1-1,1 1,0 0,0-1,0 1,0 0,0 0,0 1,0-1,0 0,0 0,0 1,0 0,0-1,1 1,-1 0,0 0,0 0,0 0,1 0,-1 1,0-1,0 1,0-1,0 1,0 0,0 0,0 0,0 0,0 0,1 1,63 47,-42-27,0 2,-1 1,-2 0,-1 1,10 18,-28-42,-1-1,1 1,-1-1,0 1,1-1,-1 1,0 0,0-1,0 1,-1 0,1 0,0 0,0 0,-1 0,0 0,1 0,-1 0,0 0,0 0,0 0,0 0,0 0,0 0,-1 0,1 0,-1 0,1 0,-1-1,0 1,0 0,0 0,0 0,0-1,0 1,0-1,0 1,-1 0,1-1,-1 0,1 1,-1-1,0 0,1 0,-1 0,0 0,0 0,0-1,0 1,-1 0,-1 0,0 0,0 0,0-1,0 1,0-1,0 0,0 0,1 0,-1-1,0 0,0 1,0-2,0 1,1 0,-1-1,0 1,1-1,-1 0,1 0,0 0,0-1,0 1,0-1,0 0,0 0,1 0,-1 0,1 0,0 0,0-1,0 1,0-1,1 1,0-1,-1 0,1 0,1 0,-1 1,0-1,1 0,0 0,0 0,0-2,3-8,1 0,1 0,0 0,1 1,0 0,1 0,1 0,0 1,0 0,3-1,3-9,10-11,29-42,-4-1,-2-3,-5-2,14-39,-41 82,-2-2,-1 1,-3-2,-1 1,-2-1,-2 0,-1 0,-2-15,-1 48,-1 0,1 0,-2 0,1 1,-1-1,0 0,0 1,-1-1,0 1,0 0,-3-4,5 9,0 1,0 0,0 0,1 0,-1 1,0-1,0 0,0 0,0 0,-1 1,1-1,0 1,0-1,0 1,-1-1,1 1,0-1,0 1,-1 0,1 0,0 0,-1 0,1 0,0 0,0 0,-1 0,1 1,0-1,-1 0,1 1,0-1,0 1,0-1,0 1,-1 0,1-1,0 1,0 0,0 0,0 0,0 0,1 0,-1 0,0 0,-8 9,1 0,1 1,0-1,1 1,0 1,0-1,1 1,-3 12,-10 38,2 0,3 1,3 0,3 1,2 0,3 14,0-24,3 0,2 0,2-1,2 1,3-1,2-1,2 0,3-1,11 22,-23-61,1 0,1-1,0 0,1 0,0-1,1 0,0 0,1 0,21 13</inkml:trace>
  <inkml:trace contextRef="#ctx0" brushRef="#br0" timeOffset="381.489">400 625,'-30'-18,"78"33,35 13,0 4,-3 4,0 3,-3 3,-2 4,-1 3,42 38,-21 21,-90-101,-1 0,0 0,0 0,0 1,-1-1,0 1,-1 0,0 0,0 0,0 0,-1 0,-1 0,1 0,-1 1,-1 7,0-13,0 1,0 0,0 0,0 0,-1-1,0 1,1-1,-1 1,-1-1,1 0,0 0,-1 0,1 0,-1 0,0 0,0-1,0 0,-1 1,1-1,0 0,-1-1,1 1,-1 0,0-1,0 0,1 0,-1 0,0 0,0-1,0 0,0 1,0-2,0 1,0 0,0-1,0 1,1-1,-1 0,0 0,0-1,1 1,-1-1,1 0,-1 0,1 0,0 0,0-1,0 1,0-1,0 0,0 0,1 0,0 0,-1 0,-1-4,0-9,0 0,1-1,1 1,0-1,1 0,1 0,0 0,2 1,0-1,0 0,2 1,0 0,1 0,1 0,0 0,2-2,-1-1,0 0,2 1,-1 0,2 0,1 1,0 0,1 1,1 0,0 1,1 1,1 0,0 1,0 0,2 1,0 1,0 1,1 0,0 1,0 1,1 1,15-4,-2 6,1 2,-1 1,1 1,0 2,-1 1,1 1,6 4,55 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5.1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0 920,'3'9,"-1"-1,2 0,-1 0,1 0,0 0,1-1,0 0,0 1,0-2,1 1,0-1,0 0,1 0,0 0,0-1,0 0,0-1,1 0,0 0,0 0,0-1,0 0,1-1,6 1,-12-2,1-2,-1 1,1 0,-1-1,1 1,-1-1,1 0,-1 0,0-1,0 1,1-1,-1 1,0-1,0 0,0 0,-1 0,1-1,0 1,-1-1,0 1,1-1,-1 0,0 0,-1 0,1 0,0 0,-1 0,0-1,1-1,1-4,-1 0,1 0,-2 0,1 0,-1 0,-1-1,0 1,0 0,-1-1,-1-6,-1 3,1 1,-2 1,0-1,0 0,-1 1,0 0,-1 0,-1 1,1 0,-2 0,1 0,-1 1,-1 0,0 0,0 1,0 0,-1 1,0 0,-1 1,0 0,0 0,-10-3,19 8,0 0,0 0,-1 1,1-1,0 0,0 1,-1 0,1-1,0 1,0 0,-1 0,1 0,0 1,-1-1,1 0,0 1,0 0,0-1,-1 1,1 0,0 0,0 0,0 0,0 1,0-1,1 0,-1 1,-1 1,3-2,0 0,0 0,-1 0,1 0,0 0,1 1,-1-1,0 0,0 0,0 0,1 0,-1 0,0 0,1 0,-1 0,1 0,-1 0,1 0,0 0,-1 0,1 0,0 0,0-1,-1 1,1 0,0-1,0 1,0 0,0-1,0 1,0-1,0 1,0-1,1 0,12 6,0 0,0-1,1-1,-1-1,1 0,0-1,0 0,1-1,-1-1,2 1,299 7,-304-8,69 8,-79-7,1-1,-1 1,0 0,1 0,-1 0,0 1,1-1,-1 0,0 1,0 0,0-1,0 1,-1 0,1 0,0 0,-1 0,1 0,-1 0,0 1,0-1,0 0,0 1,0-1,0 1,-1-1,1 1,-1-1,1 2,-4 43,2-43,0 1,0-1,0 0,0 1,1-1,0 1,0-1,0 1,0-1,1 1,-1-1,1 1,1-1,-1 0,0 0,1 1,0-1,0 0,0 0,1-1,-1 1,1 0,0-1,0 0,2 2,6-1,-1-1,2 0,-1-1,0 0,0-1,0 0,1-1,-1 0,0-1,1 0,-1-1,0 0,0-1,0 0,0-1,-1 0,0 0,1-1,-1-1,0 1,1 0,-1 0,0-1,0-1,-1 0,0 0,0-1,-1 0,0 0,0-1,-1 0,0-1,-1 1,0-1,0 0,-1-1,0 0,-1 1,0-1,-1-1,0 1,0-8,-8-18,-8 52,11-8,0 0,1-1,0 1,1 0,-1 0,1 0,1 0,-1 0,1 0,0 0,1 0,0-1,0 1,0 0,1-1,0 0,0 0,0 0,1 0,0 0,0 0,1-1,-1 0,1 0,1 0,-1-1,0 0,1 0,0 0,0 0,0-1,0 0,5 1,12 5,0 0,1-2,0 0,0-2,1 0,-1-2,1-1,0-1,0-1,0-1,0-1,-1-2,4 0,-23 3,1 1,-1-1,1 0,-1-1,1 1,-1-1,1 0,-1-1,0 1,0-1,0 0,-1 0,1 0,-1-1,0 0,0 0,0 0,0 0,0 0,-1-1,0 0,0 0,0 1,-1-2,0 1,0 0,0 0,1-4,-3 3,0 0,-1 0,1 0,-1 0,0 0,-1 0,1 0,-1 0,0 0,-1 0,1 1,-1 0,0-1,0 1,-1 0,0 0,0 1,0-1,0 1,-1 0,0 0,1 0,-2 1,1-1,0 1,-1 1,1-1,-1 1,0 0,1 0,-1 0,0 1,0 0,0 0,-1 1,1 0,0 0,0 0,0 1,0-1,0 1,0 1,-3 0,2 2,0-1,-1 1,1 0,1 1,-1 0,1 0,0 0,0 1,0 0,1 0,-1 0,2 1,-1 0,1 0,0 0,0 0,1 1,0 0,0-1,1 1,0 0,1 0,-1 0,1 0,1 6,0-10,1-1,0 1,1 0,-1-1,0 1,1-1,0 0,0 1,0-1,0 0,0 0,1 0,-1-1,1 1,0 0,0-1,0 0,0 0,0 0,0 0,1 0,-1 0,1-1,-1 0,4 1,4 1,0 0,0-1,0 0,0-1,0-1,0 1,0-2,3 0,-3 0,-1 0,1-1,-1 0,1-1,-1 0,0 0,0-1,0-1,-1 0,1 0,-1-1,0 0,-1 0,1-1,-1 0,-1-1,1 0,-2 0,1 0,3-6,-17 49,8-31,0 1,-1-1,2 0,-1 1,0-1,1 0,0 0,0 0,0 0,0 0,0 0,1 0,0-1,0 0,0 1,0-1,0 0,1 0,0-1,-1 1,1-1,0 0,0 0,0 0,0 0,1-1,0 1,8 3,1-1,0-1,0 0,1-1,-1 0,0-1,1-1,0 0,-3-1,1 0,0 0,-1-1,1-1,-1 0,1-1,-1 0,0-1,-1 0,1-1,-1 0,0-1,-1 0,1-1,-2 0,1-1,-1 0,0 0,-1-1,0 0,-1 0,0-1,0 0,1-5,4-17,-2-1,-2-1,0 0,-3 0,-1-1,-1 1,-2-1,-2 0,-2-11,2-3,-3 0,-2 1,-2-1,-2 1,-2 1,-17-44,26 85,1 0,-1 0,-1 0,1 0,-1 1,0-1,0 1,-1 0,0 1,0-1,0 1,-1 0,-2-2,6 6,-1 1,1-1,0 0,-1 1,1 0,0-1,-1 1,1 0,-1 0,1 1,0-1,-1 0,1 1,0-1,-1 1,1 0,0 0,0 0,0 0,0 0,0 0,0 1,0-1,0 1,0-1,0 1,1 0,-1-1,1 1,-1 0,0 2,-11 14,1 1,1 1,0-1,2 2,0 0,1 0,2 0,0 1,-2 19,-3 5,3 2,1-1,3 1,2 0,2 13,1-40,0-1,2 1,0-1,2 0,0 0,1 0,1-1,0 1,2-2,0 1,2-1,-1-1,9 9,-6-12,1-1,0-1,1 0,0-1,1-1,0 0,1-1,0-1,1 0,-1-2,1 0,1 0,-1-2,1 0,-1-2,1 0,0-1,0 0,0-2,0 0,0-2,0 0,-1 0,11-5,-22 6,0 1,0-2,0 1,0-1,0 0,-1 0,1-1,-1 0,0 0,0 0,-1-1,1 0,-1 0,0 0,0-1,0 0,-1 0,0 0,0 0,-1-1,0 1,0-1,0 0,-1 0,0 0,0 0,0-7,-2 13,0 0,1 0,-1 0,0 0,0 0,0 0,0 0,0 0,0 0,0 0,0 0,-1 0,1 0,0 0,-1 0,1 0,0 1,-1-1,1 0,-1 0,1 0,-1 0,0 1,1-1,-1 0,0 0,0 1,1-1,-1 1,0-1,0 1,0-1,0 1,0-1,0 1,0 0,0 0,0-1,0 1,0 0,0 0,0 0,0 0,0 0,0 0,0 0,1 0,-1 1,0-1,0 0,0 1,0-1,0 0,0 1,0-1,0 1,0-1,1 1,-1 0,0-1,0 1,1 0,-1 0,1-1,-1 1,0 0,1 0,0 0,-1 0,1 0,-4 3,1 1,0-1,0 1,1 0,0 0,0 0,0 0,0 1,1-1,-1 1,1-1,1 1,-1-1,1 1,0-1,0 1,1-1,0 1,0-1,0 1,0-1,1 0,0 0,0 0,0 0,1 0,0 0,0 0,0-1,0 1,1-1,0 0,0 0,0 0,0-1,0 1,1-1,0 0,-1-1,4 2,1 0,0-1,0 0,1-1,-1 0,0-1,1 0,-1 0,1-1,-1 0,1 0,-1-1,1-1,-1 0,4-1,-8 2,0-1,0 0,0 0,0 0,0 0,-1-1,1 0,-1 1,0-2,0 1,0-1,0 1,0-1,-1 0,0 0,0 0,0-1,0 1,-1-1,0 0,1 0,-2 1,1-1,-1-1,1 1,-1-4,-1 0,0 0,-1 0,0-1,-1 1,0 0,0 0,-1 0,0 0,-1 1,0-1,0 1,-1 0,0 0,0 0,-1 1,0 0,0 0,-1 0,1 1,-2 0,1 0,-1 1,0 0,0 0,0 1,0 0,-1 0,0 1,-6-2,9 5,-1-1,1 1,0 0,0 1,-1-1,1 1,0 0,0 1,0 0,0 0,0 0,1 0,-1 1,1 0,-1 0,1 1,0-1,0 1,1 0,-1 1,1-1,0 1,0 0,0 0,-2 5,-2 0,2 1,0 1,0-1,1 1,0 0,1 0,0 0,1 0,1 1,0 0,0-1,1 5,1-12,0 1,1-1,-1 1,1-1,0 1,1-1,-1 0,1 0,0 0,0 1,0-2,1 1,0 0,0 0,0-1,1 0,-1 0,1 0,0 0,0 0,0-1,1 1,-1-1,1 0,0-1,0 1,0-1,0 0,0 0,1-1,39 6,-1-8</inkml:trace>
  <inkml:trace contextRef="#ctx0" brushRef="#br0" timeOffset="252.844">2874 306,'-16'-14,"-9"-4,-8 1,-5 8,-3 12,4 12,5 16,9 10,9 9,13 4,6-7</inkml:trace>
  <inkml:trace contextRef="#ctx0" brushRef="#br0" timeOffset="423.39">3075 935,'30'6,"30"6,27-1,24-1,-6-2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0.8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83 338,'-4'5,"1"0,0 0,0 0,1 0,-1 1,1-1,0 1,1 0,0-1,-1 1,2 0,-1 0,1 0,0 0,0 0,0 0,1-1,0 1,0 0,1 0,-1-1,1 1,1-1,-1 1,1-1,0 0,0 0,0 0,1 0,-1-1,1 1,0-1,1 0,-1 0,1 0,0-1,0 0,5 3,5-2,0-1,1 0,-1-1,1 0,0-1,0-1,0-1,-1 0,1-1,0-1,-1 0,0-1,0-1,0-1,0 0,-1 0,0-1,0-1,-1-1,4-2,-6 3,-1 0,0 0,0-1,-1 0,0-1,0 0,-1-1,-1 1,0-1,0-1,-1 0,2-4,-6 9,1 0,-1 0,0 0,-1 0,0 0,0 0,0-1,-1 1,0 0,0-1,-1 1,0 0,-1 0,1-1,-1 1,0 0,-1 1,0-1,0 0,0 1,-1-1,-3-2,5 4,-1 1,1 0,-1 0,0 1,0-1,-1 0,1 1,-1 0,1 0,-1 0,0 0,0 1,-1-1,1 1,0 0,-1 1,1-1,-1 1,0-1,0 1,1 1,-1-1,0 1,0 0,0 0,1 0,-1 1,0-1,0 1,1 0,-1 1,0-1,1 1,-1 0,1 0,-1 1,-4 6,0 2,1-1,0 1,0 0,2 1,-1-1,1 1,1 1,0-1,1 1,0 0,1 0,0 0,1 0,0 13,-6 68,3 0,5 1,4-1,3 0,20 88,-5-23,-3 71,-18-178,-2 0,-2 0,-2 0,-3 0,-2-1,-8 22,-8 5</inkml:trace>
  <inkml:trace contextRef="#ctx0" brushRef="#br0" timeOffset="1585.347">109 1153,'-108'0,"109"0,-1 0,1-1,-1 1,0 0,1 0,-1 0,0 0,1 0,-1-1,0 1,1 0,-1 0,0-1,1 1,-1 0,0 0,0-1,1 1,-1 0,0-1,0 1,0 0,1-1,-1 1,0-1,0 1,0 0,0-1,0 1,0 0,0-1,0 1,0-1,0 1,0 0,0-1,0 1,0-1,0 1,0 0,0-1,-1 1,1 0,0-1,0 1,0 0,-1-1,1 1,0 0,0-1,-1 1,1 0,0 0,-1-1,1 1,0 0,-1 0,1 0,0-1,-1 1,1 0,0 0,-1 0,1 0,-1 0,1 0,92-56,82-30,4 7,96-25,-146 66,-98 36,-29 2,-1 0,1 0,-1 0,1 1,-1-1,1 0,-1 0,1 1,-1-1,1 0,-1 1,1-1,-1 1,0-1,1 1,-1-1,0 1,1-1,-1 1,0-1,0 1,0-1,1 1,-1-1,0 1,0-1,0 1,0 0,0-1,0 1,0-1,0 1,0-1,0 1,0 0,0-1,-1 1,1-1,0 1,0-1,-1 1,1-1,0 1,-1-1,1 1,0-1,-1 1,1-1,-1 0,1 1,0-1,-1 0,1 1,-1-1,-28 40,23-34,0 0,1 0,-1 0,1 1,1 0,-1 0,1 0,0 0,1 1,0 0,0 0,1 0,0 0,0 0,0 0,1 0,1 1,0-1,0 0,0 1,1-1,1 8,3-10,0 0,-1 0,2 0,-1-1,1 0,0 0,0 0,0-1,0 0,1 0,0-1,0 1,0-1,0-1,0 0,1 0,-1 0,1-1,-1 0,1 0,0-1,-1 0,1 0,-1-1,7-1,-10 2,0-1,0 0,0 0,0 0,0 0,0-1,0 1,-1-1,1 0,0 0,-1 0,0-1,1 1,-1-1,0 0,-1 0,1 0,0 0,-1 0,1-1,-1 1,0-1,-1 0,2-1,16-98,-11 44,-1 96,-7 23,-1-40,1 1,0-1,2 1,1-1,0 0,2 5,26 21,-13-35</inkml:trace>
  <inkml:trace contextRef="#ctx0" brushRef="#br0" timeOffset="1951.879">1366 873,'-4'14,"1"0,0 0,1 1,1 0,0-1,1 1,1 0,0-1,1 1,0-1,1 1,1-1,0 0,4 7,-7-19,-1 1,1-1,0 0,1 1,-1-1,0 0,1 0,-1 0,1 0,-1 0,1 0,0 0,0 0,0-1,0 1,0-1,1 1,-1-1,0 0,0 0,1 0,-1 0,1-1,-1 1,1 0,-1-1,1 0,0 0,-1 0,1 0,-1 0,1 0,-1 0,1-1,-1 0,1 1,-1-1,1 0,-1 0,1 0,1-2,7-6,0-1,0 0,-1-1,-1 0,0-1,0 0,-1 0,-1-1,0 0,0 0,-2 0,1-1,-2 0,2-10,4-21,-23 63,11-13,0 0,0 0,1 0,-1 1,1-1,0 1,1-1,0 0,-1 1,2-1,-1 1,0-1,1 1,0-1,1 0,-1 1,1-1,0 0,0 0,1 0,-1 0,1-1,0 1,0-1,1 1,0-1,-1 0,1 0,4 2,8 2,1-1,0 0,0-1,0-1,1 0,0-1,0-1,0-1,17 0,-34-2,73 5</inkml:trace>
  <inkml:trace contextRef="#ctx0" brushRef="#br0" timeOffset="2552.309">2167 846,'-8'4,"1"0,-1 1,1-1,-1 1,1 1,1 0,-1 0,1 0,0 0,1 1,-1 0,1 0,0 1,1 0,0-1,0 1,1 1,0-1,0 0,1 1,0 0,1-1,0 1,0 0,1 0,0-1,0 1,1-4,0 0,1-1,-1 1,1 0,0-1,0 0,0 0,1 1,-1-1,1 0,0-1,0 1,0-1,1 1,-1-1,1 0,0 0,0 0,0-1,0 0,1 1,-1-1,0-1,1 1,0-1,-1 1,1-2,0 1,-1 0,1-1,0 0,0 0,0 0,-1-1,1 1,0-1,0 0,-1-1,1 1,4-3,4-1,0 0,0-1,0-1,-1 0,0 0,0-2,-1 1,0-2,-1 1,1-1,-2-1,0 0,0 0,-1-1,2-4,9-16,-2-1,-1 0,-2-1,-1 0,2-16,5-23,-4 0,-3-1,-3 0,-3-1,-3-72,-4 126,0 0,-2-1,0 1,-1 0,-1 0,-2 0,1 0,-2 1,-3-5,9 23,1 0,0 1,-1-1,0 0,1 0,-1 1,0-1,0 1,0-1,0 0,0 1,0 0,0-1,-1 1,1 0,0-1,-1 1,1 0,-1 0,1 0,-1 0,0 1,1-1,-1 0,0 1,0-1,1 1,-1-1,0 1,0 0,0 0,0 0,1 0,-1 0,0 0,0 1,0-1,0 0,1 1,-1 0,0-1,1 1,-1 0,0 0,1 0,-1 0,1 0,-1 0,1 0,0 1,-1-1,1 0,0 1,-1 1,-8 13,0 0,1 1,1 0,0 1,2-1,0 2,0-1,2 0,1 1,-1 3,-3 34,1 0,3 1,2-1,3 1,3-1,2 0,2-1,2 1,3-2,3 0,17 39,-29-79,0 0,1 0,1-1,0 0,0 0,1-1,1 1,0-2,1 1,0-2,1 1,0-1,0-1,13 8,-19-15,-1 0,1-1,-1 0,1 0,0 0,0 0,-1-1,1 0,0 0,0 0,-1-1,1 1,0-1,0 0,-1 0,1-1,-1 0,1 1,-1-1,0-1,0 1,0-1,0 1,0-1,0-1,82-90,-16-7,-70 101,0 0,0-1,0 1,0 0,0-1,0 1,1 0,-1-1,0 1,0 0,1 0,-1-1,0 1,0 0,1 0,-1-1,0 1,1 0,-1 0,0 0,1-1,-1 1,0 0,1 0,-1 0,0 0,1 0,-1 0,1 0,-1 0,0 0,1 0,-1 0,0 0,1 0,-1 0,0 0,1 0,-1 0,0 1,1-1,-1 0,0 0,1 0,-1 1,0-1,1 0,-1 0,0 1,0-1,1 0,-1 0,0 1,0-1,0 0,1 1,-1-1,0 0,0 1,0-1,0 0,0 1,0-1,0 1,0-1,2 27,-13 45,8-55,0 1,1-1,0 1,2-1,0 1,1 7,0-21,0 0,0-1,0 1,1 0,-1-1,1 1,0-1,0 0,0 1,0-1,1 0,-1 0,1 0,0-1,-1 1,1-1,1 1,-1-1,0 0,0 0,1-1,-1 1,1-1,0 1,-1-1,1 0,0 0,0-1,0 1,0-1,-1 0,1 0,0 0,0-1,3 0,34-3</inkml:trace>
  <inkml:trace contextRef="#ctx0" brushRef="#br0" timeOffset="2802.734">3010 699,'-16'-5,"-12"-3,-6-3,-3-2,-1-3,-3-1,-1-3,7 3</inkml:trace>
  <inkml:trace contextRef="#ctx0" brushRef="#br0" timeOffset="3052.066">2088 391,'16'-4,"23"-4,30-1,36 1,33 2,30 3,20 3,-21 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9.0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5,'-5'-4,"-1"4,2 13,5 12,4 11,1 0</inkml:trace>
  <inkml:trace contextRef="#ctx0" brushRef="#br0" timeOffset="1596.247">39 152,'-2'-5,"-4"-1,1 3,-3 4,-1 1,1 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09.1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41,'0'5,"2"1,1-1</inkml:trace>
  <inkml:trace contextRef="#ctx0" brushRef="#br0" timeOffset="1227.678">1 1,'0'11,"0"7,0-3,2-6,1-7,2-5,2-6,1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17.0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83,'6'18,"10"18,11 13,12 8,11 4,6-1,5 0,1-1,-1-5,-7-4,-7-6,-9-8,-12-11</inkml:trace>
  <inkml:trace contextRef="#ctx0" brushRef="#br0" timeOffset="436.424">802 43,'40'-43,"-58"51,-10 12,0 0,2 2,0 1,2 1,1 2,0 0,2 1,1 1,2 1,0 0,2 2,2 0,-4 10,16-30,0 0,0 0,1 1,0-1,1 0,0 1,1-1,0 0,1 0,0 1,1-1,0-1,1 1,0 0,0-1,1 0,1 1,1 3,12 22,-1 1,-3 1,-1 0,-1 2,-2 2,-5 15,-2 0,-3 0,-3 0,-2 0,-2-1,-3 0,-3 0,-12 34,15-48,1-5,-8 21,3 1,2 1,3 0,2 0,4 1,1-1,6 35,1-64</inkml:trace>
  <inkml:trace contextRef="#ctx0" brushRef="#br0" timeOffset="734.632">1137 765,'18'7,"17"2,20 0,15-2,14-2,9-5,2-1,-8-2,-19 1</inkml:trace>
  <inkml:trace contextRef="#ctx0" brushRef="#br0" timeOffset="995.935">1351 1192,'13'3,"21"0,25-1,25-2,24-5,15-5,-12-1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8:30.1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1 331,'21'-33,"-21"33,0-1,0 1,1 0,-1-1,0 1,0 0,1-1,-1 1,0 0,1-1,-1 1,0 0,1-1,-1 1,1 0,-1 0,0 0,1 0,-1-1,1 1,-1 0,1 0,-1 0,1 0,-1 0,0 0,1 0,-1 0,1 0,-1 0,1 0,-1 0,1 0,-1 1,1-1,-1 0,0 0,1 0,-1 1,1-1,-1 0,0 1,1-1,-1 0,0 0,1 1,-1-1,0 1,0-1,1 0,-1 1,0-1,0 1,0-1,0 0,1 1,-1-1,0 1,0-1,0 1,7 32,11 286,-7-24,-13 54,-11-243,13-107,0 1,0 0,-1 0,1-1,0 1,-1 0,1-1,0 1,-1 0,1 0,0 0,-1-1,1 1,0 0,-1 0,1 0,-1 0,1 0,0 0,-1 0,1 0,-1 0,1 0,0 0,-1 0,1 0,-1 0,1 0,0 0,-1 0,1 0,-1 0,1 1,0-1,-1 0,1 0,0 1,-1-1,1 0,0 0,0 1,-1-1,1 0,0 1,0-1,-1 0,1 1,0-1,0 0,0 1,0-1,-1 1,-6-29,0 0,2-1,0 0,3 1,0-1,2-8,-1 5,12-757,0 506,-6 207,-3 75,-1-1,1 0,0 1,-1-1,1 1,0 0,0 0,0 0,0 0,0 0,0 0,0 0,0 0,1 1,-1-1,0 1,0 0,1 0,-1-1,0 1,0 1,1-1,-1 0,0 1,0-1,1 1,-1-1,0 1,0 0,0 0,0 0,0 0,0 1,0-1,-1 0,1 1,0-1,13 5,50 11,1-2,0-4,1-2,-1-4,47-2,-100-3,-10-1,1 1,0 0,0-1,0 1,-1 1,1-1,0 0,0 1,-1 0,1 0,0 0,-1 0,1 1,-1-1,1 1,-1 0,0 0,0 0,0 0,0 1,2 1,-2 12</inkml:trace>
  <inkml:trace contextRef="#ctx0" brushRef="#br0" timeOffset="201.493">40 732,'18'3,"20"0,17-3,15-3,9-1,3 0,-6 1,-16 0</inkml:trace>
  <inkml:trace contextRef="#ctx0" brushRef="#br0" timeOffset="398.965">789 692,'20'2,"16"4,14 0,9-1,3-1,-1-1,-11 1,-15 0</inkml:trace>
  <inkml:trace contextRef="#ctx0" brushRef="#br0" timeOffset="552.555">802 1027,'25'2,"24"1,22-5,18-4,13-3,8-3,-15 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8:52.4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 1,'-12'84,"4"1,3 1,5 16,-1-46,-3 304,15 0,40 217,20 41,-59-409,39 455,-28-402,-9 49,14 23,-9-168,2 94,9-44,3 64,-32-165,-2-54,3 0,2 0,3 0,3 1,17 76,-15-127,-1-35,1-14,0-5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8:44.7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3143 5464,'5'-24,"2"0,1 1,1 0,1 0,4-5,19-49,-1-12,-32 89,0-1,0 1,0-1,0 0,0 1,0-1,0 1,0-1,0 1,0-1,1 1,-1-1,0 1,0-1,0 1,1-1,-1 1,0-1,1 1,-1-1,0 1,1 0,-1-1,1 1,-1 0,0-1,1 1,-1 0,1-1,-1 1,1 0,-1 0,1 0,-1 0,1-1,-1 1,1 0,-1 0,1 0,0 0,-1 0,1 0,-1 0,1 0,-1 0,1 1,-1-1,1 0,-1 0,1 0,-1 1,1-1,-1 0,1 0,-1 1,1-1,-1 0,0 1,1-1,-1 1,0-1,1 1,-1-1,0 0,1 1,-1-1,0 1,0 0,14 36,-6 1,-2 0,-2 0,-2 1,-1-1,-4 30,1-30,2 1,1 0,2-1,1 1,8 26,1-25,-13-39,-1-1,0 1,0 0,0 0,0 0,0-1,0 1,0 0,0-1,-1 1,1-1,0 1,0-1,0 0,0 1,-1-1,1 0,0 0,0 0,-1 0,1 0,0 0,0 0,-1 0,1-1,0 1,-1-1,-2 1,-47-2,89-10,32 0,0 2,0 4,50 3,-107 3</inkml:trace>
  <inkml:trace contextRef="#ctx0" brushRef="#br0" timeOffset="-13371.421">1 211,'65'1031,"-60"209,54-395,-19-371,-20 14,-44-92,23-379,5 63,-4-79,0-1,0 1,0-1,0 1,0-1,0 1,0 0,0-1,0 1,1-1,-1 1,0-1,0 1,1-1,-1 1,0-1,1 0,-1 1,0-1,1 1,-1-1,1 0,-1 1,0-1,1 0,-1 1,1-1,-1 0,1 0,-1 0,1 1,0-1,-1 0,1 0,-1 0,1 0,-1 0,1 0,-1 0,1 0,0 0,-1 0,1 0,-1 0,1-1,-1 1,1 0,-1 0,1-1,-1 1,1 0,-1-1,1 1,-1 0,0-1,1 1,-1 0,1-1,-1 1,0-1,0 1,1-1,-1 1,0-1,0 1,1-1,7-14</inkml:trace>
  <inkml:trace contextRef="#ctx0" brushRef="#br0" timeOffset="-12353.884">630 745,'-1'418,"-1"-397,-3-39,-1-369,14 268,-7 117,-1 1,1-1,0 0,-1 0,1 1,0-1,0 0,0 1,1-1,-1 1,0 0,0-1,1 1,-1 0,1 0,-1 0,1-1,0 2,-1-1,1 0,0 0,0 1,-1-1,1 0,0 1,0 0,0-1,0 1,0 0,-1 0,1 0,0 0,0 1,0-1,2 1,61 26,-60-24,0 1,0 0,-1-1,1 2,-1-1,0 0,0 1,0 0,-1 0,0 0,0 0,0 1,-1-1,1 1,-1-1,0 1,-1 0,0 0,0 0,0 0,0 0,-1 0,0 0,0 0,-1 0,0 0,0 0,0 0,-1 0,0-1,0 1,0 0,-1-1,0 0,0 1,-6 7,-1-1,-1-1,1 1,-2-2,0 0,0 0,-11 6,-22 19,45-36,1 1,-1 0,0 0,0 0,1-1,-1 1,0 0,1 0,-1 0,0 0,0 0,1 0,-1 0,0 0,1 0,-1 0,0 0,1 0,-1 0,0 0,1 0,-1 0,0 0,0 0,1 0,-1 0,0 0,1 1,-1-1,0 0,0 0,1 0,-1 0,0 1,0-1,0 0,1 0,-1 1,0-1,0 0,0 0,0 1,1-1,-1 0,0 1,0-1,0 0,0 0,0 1,0-1,0 0,0 1,0-1,0 0,0 1,0-1,0 0,0 1,0-1,0 0,0 0,0 1,0-1,107-14,-85 10,0 0,1 1,-1 2,1 0,-1 1,1 1,21 5,-41-6,1 0,-1 1,0-1,0 1,0-1,0 1,0 0,0 1,0-1,0 0,-1 1,1 0,0-1,-1 1,1 0,-1 0,0 1,0-1,0 0,0 1,0-1,0 1,0 0,-1 0,0 0,1-1,-1 1,0 0,0 0,-1 1,1-1,-1 0,1 0,-1 0,0 0,0 0,-1 1,1-1,0 0,-1 0,-1 2,-5 6,-1 0,0 0,-1-1,0 0,-1-1,0 0,0 0,-1-1,0-1,0 1,-1-2,0 0,-9 3,7-2,1 0,-1-2,0 1,-1-2,1 0,-1-1,0 0,-4-1,16-1,1-1,-1 0,0 0,0-1,1 1,-1-1,0 1,1-1,-1 0,0 0,1 0,-1 0,1 0,-1-1,1 1,0-1,0 0,-1 0,-12-15</inkml:trace>
  <inkml:trace contextRef="#ctx0" brushRef="#br0" timeOffset="-12098.568">456 571,'25'0,"26"0,25 0,23 0,14 0,7 0,-17 0</inkml:trace>
  <inkml:trace contextRef="#ctx0" brushRef="#br0" timeOffset="-11602.865">1539 812,'-118'347,"109"-326,8-35,20-67,3 2,4 0,13-20,-28 70,-4 8,1 0,1 0,1 1,1 0,11-14,-21 33,-1 0,0 0,1 0,0 1,-1-1,1 0,-1 0,1 1,0-1,0 0,-1 1,1-1,0 1,0-1,0 1,0-1,-1 1,1-1,0 1,0 0,0 0,0-1,0 1,0 0,0 0,0 0,0 0,0 0,0 0,0 1,0-1,0 0,0 0,0 1,0-1,0 0,0 1,-1-1,1 1,0-1,0 1,0 0,-1-1,1 1,0 0,-1-1,1 1,-1 0,1 0,24 48,-22-41,24 66,-4 1,-3 2,-3 0,-4 1,-3 0,-2 18,-7-79</inkml:trace>
  <inkml:trace contextRef="#ctx0" brushRef="#br0" timeOffset="-11332.201">1432 945,'-3'0,"12"0,17-2,17-3,16-3,9-2,0-3,-7 2,-15 3</inkml:trace>
  <inkml:trace contextRef="#ctx0" brushRef="#br0" timeOffset="-11084.363">1418 425,'27'-3,"23"0,19 0,13 3,7 4,-3 3,-11 3,-19 0</inkml:trace>
  <inkml:trace contextRef="#ctx0" brushRef="#br0" timeOffset="-10168.809">643 2229,'-62'468,"58"-446,2-26,1-38,1-33,-1-16,3-1,12-61,17 43,-30 107,0 0,1 0,0 0,-1 0,1 0,0 1,1-1,-1 1,0-1,1 1,-1 0,1 0,0 0,-1 0,1 0,0 1,0 0,0-1,0 1,1 0,-1 0,0 1,0-1,1 1,-1-1,0 1,1 0,-1 0,0 1,1-1,-1 1,1-1,3 2,1 0,-1 1,0-1,0 1,0 1,-1-1,1 1,-1 1,0-1,0 1,0 0,-1 0,1 0,-1 1,-1 0,1 0,-1 0,0 1,0-1,-1 1,0 0,0 0,-1 0,1 1,-2-1,1 0,-1 1,0-1,-1 1,1-1,-1 1,-2 6,-4 0,-1 1,0-2,-1 1,-1-1,0 0,-1-1,0 0,-1 0,0-1,-1-1,0 0,-1-1,0 0,-1 0,1-2,-7 3,6-4,48-22,-19 9,1 1,-1 1,1 1,0 0,0 1,0 0,1 1,-1 1,1 1,-1 0,0 2,1-1,-1 2,0 0,0 1,0 1,-1 0,1 1,-11-3,-1 0,0 0,-1 0,1 0,-1 0,1 1,-1-1,0 1,0 0,-1 0,1 0,-1 0,0 1,0-1,0 1,-1-1,1 1,-1 0,0-1,0 1,-1 0,0 0,0 0,0 0,0-1,-1 1,1 0,-1 0,0-1,-1 1,1 0,-1-1,0 0,0 1,-1-1,1 0,-1 0,0 0,-3 3,-10 9,0-2,-1 0,0-1,-1-1,-1-1,0 0,0-1,-1-1,0-1,-1-1,0-1,0 0,-18 1,32-6,4 1,0-1,-1 0,1-1,-1 1,1-1,-1 1,0-1,1 0,-1 0,1-1,-1 1,1-1,-1 0,1 0,-1 0,-2-1,3-7,6 0</inkml:trace>
  <inkml:trace contextRef="#ctx0" brushRef="#br0" timeOffset="-9471.735">1606 2149,'-3'31,"0"1,-3-1,0 0,-2 0,-10 26,17-54,-75 199,67-190,7-18,4-23,21-71,4 0,32-74,-53 156,1-5,1 1,2 0,0 0,1 1,1 0,9-12,-20 32,-1 0,0 0,1 0,0 0,-1 0,1 0,-1 1,1-1,0 0,0 0,-1 1,1-1,0 0,0 1,0-1,0 0,0 1,0 0,0-1,0 1,0-1,0 1,0 0,0 0,0 0,0 0,0 0,0 0,0 0,1 0,-1 0,0 0,0 0,0 1,0-1,0 0,0 1,0-1,0 1,0-1,0 1,-1 0,1-1,0 1,0 0,0-1,-1 1,1 0,0 0,-1 0,1 0,7 14,-2 0,1 0,-2 1,0 0,-1 0,-1 0,0 0,0 14,-1-11,16 136,-12-87,2-1,4 0,2-1,11 24,-7-50,-12-31</inkml:trace>
  <inkml:trace contextRef="#ctx0" brushRef="#br0" timeOffset="-9217.417">1499 2389,'24'0,"26"0,18 0,15-2,4-1,-6 0,-16 1</inkml:trace>
  <inkml:trace contextRef="#ctx0" brushRef="#br0" timeOffset="-8314.268">844 3767,'-14'297,"13"-203,-9-133,-1-27,3 0,2 0,4 0,5-50,-3 109,0 0,0 0,0 0,1 0,0 0,1 1,0-1,0 0,0 0,1 1,0 0,0-1,0 1,1 0,0 0,0 1,1-1,-1 1,1 0,0 0,1 1,-1 0,1-1,0 2,0-1,0 1,1 0,-1 0,1 1,1-1,-1 2,0 1,1 0,-1 0,0 1,0 0,0 0,1 1,-1 0,-1 0,1 1,0 0,-1 0,1 0,-1 1,0 0,0 0,0 0,-1 1,1 0,-1 0,0 0,-1 1,1 0,-1 0,0 0,-1 0,1 1,-1-1,-1 1,1 0,-1 0,0 0,-1 0,0 0,0 0,0 0,-1 1,0-1,0 0,-1 0,0 1,0-1,-1 0,-3 7,-1-1,0 0,-1 0,0 0,-1-1,-1 0,0-1,0 0,-1 0,-1-1,0 0,0-1,-3 2,4 2,30-12,-6-4,0 1,1 1,-1 0,1 1,-1 1,1 0,-1 1,1 1,-1 0,0 0,0 2,-1 0,1 0,-1 1,0 1,1 1,-12-6,1 1,-1 0,1-1,-1 1,0 0,0 0,0 1,0-1,-1 0,1 0,-1 1,0-1,0 1,0-1,0 1,-1 0,1-1,-1 1,0 0,0-1,-1 1,1 0,-1-1,1 1,-1-1,0 1,-1-1,1 1,0-1,-1 0,0 1,0-1,0 0,0 0,0 0,-1-1,1 1,-1-1,0 1,0-1,0 0,-16 13,0 0,0-2,-2 0,1-2,-2 0,1-1,-2-1,1-2,-1 0,0-1,-17 2,36-7,-51-2,54-11,10-3</inkml:trace>
  <inkml:trace contextRef="#ctx0" brushRef="#br0" timeOffset="-7815.08">1739 3713,'7'7,"1"0,-2 1,1 0,-1 0,0 0,-1 1,0 0,0 0,-1 0,0 0,-1 1,0 0,0-1,-1 1,-1 0,1 0,-2 1,1 5,-2 8,0 0,-1 0,-1-1,-2 1,0-1,-2 0,-2 7,0-4,0-1,-2 0,-1-1,0 0,-9 10,21-35,0 1,0 0,0 0,0-1,0 1,0 0,0 0,0-1,0 1,-1 0,1 0,0 0,0-1,0 1,0 0,-1 0,1 0,0-1,0 1,0 0,-1 0,1 0,0 0,0 0,-1 0,1-1,0 1,0 0,-1 0,1 0,0 0,-1 0,1 0,0 0,0 0,-1 0,1 0,0 0,0 0,-1 0,1 1,0-1,0 0,-1 0,1 0,0 0,0 0,-1 1,52-178,-22 77,-5 13,4 1,19-37,-13 68,-33 54,0 1,0-1,-1 1,1-1,0 1,0-1,0 1,-1 0,1-1,0 1,0 0,0 0,0-1,0 1,0 0,0 0,0 0,0 0,-1 0,1 1,0-1,0 0,0 0,0 0,0 1,0-1,0 1,-1-1,1 1,0-1,0 1,-1-1,1 1,0-1,-1 1,1 0,0 0,-1-1,1 1,-1 0,1 0,-1-1,0 1,1 0,-1 0,0 1,19 46,-18-44,19 72,-4 1,1 39,6 24,-19-118,1 0,1 0,1-1,1 0,1 0,0 0,2-1,1-1,0 0,5 3</inkml:trace>
  <inkml:trace contextRef="#ctx0" brushRef="#br0" timeOffset="-7648.524">1793 4020,'15'0,"22"0,25 0,22 0,22 0,11 0,2 0,-20 0</inkml:trace>
  <inkml:trace contextRef="#ctx0" brushRef="#br0" timeOffset="-7004.163">148 4756,'5'18,"1"20,2 21,-1 22,-1 19,-4 16,-4 10,-5 7,-3-1,1-7,0-14,8-18,3-26</inkml:trace>
  <inkml:trace contextRef="#ctx0" brushRef="#br0" timeOffset="-6171.838">937 5357,'-36'300,"16"-248,19-52,0 0,0 0,0 0,0 0,0 0,1-1,-1 1,0 0,0 0,0-1,0 1,0-1,0 1,0-1,1 1,-1-1,0 1,0-1,1 0,-1 1,0-1,1 0,-1 0,1 1,-1-1,1 0,-1 0,1 0,0 0,-1 0,1 0,0 1,0-1,-1 0,1-1,0 2,-10-25,1 0,2-1,0 0,2-1,0 1,2-1,1 0,2-20,-1 33,1 0,1 0,0 0,0 1,2-1,0 1,0-1,1 1,1 0,0 0,1 1,0-1,1 1,1 1,-1-1,2 1,0 1,0-1,1 2,0-1,0 1,1 1,1 0,-1 0,1 1,0 1,1 0,0 1,6-2,-14 5,0 0,0 1,0-1,0 1,0 1,0-1,1 1,-1 0,0 0,0 0,1 1,-1-1,0 1,0 1,0-1,0 1,0 0,0 0,0 0,-1 1,1-1,-1 1,1 0,-1 1,0-1,-1 1,1 0,0 0,-1 0,0 0,0 0,0 1,-1 0,1-1,0 4,-2-1,1-1,-1 1,-1 0,1 0,-1 0,-1-1,1 1,-1 0,0 0,-1 0,1-1,-1 1,-1-1,1 0,-1 1,0-1,0 0,-1 0,0-1,0 1,-1-1,-2 5,-1-2,0 1,-1-1,1 0,-1-1,-1 0,0 0,0-1,0-1,-1 1,-10 2,20-7,1 0,-1-1,0 1,1-1,-1 0,0 1,0-1,0 0,1 1,-1-1,0 0,0 0,0 0,0 1,0-1,0 0,1 0,-1 0,0-1,0 1,0 0,0 0,0 0,1-1,-1 1,0 0,0-1,0 1,1-1,-1 1,0-1,1 1,-1-1,0 1,1-1,-1 0,1 1,-1-1,1 0,-1 0,5-2,0 0,0 0,1 0,-1 1,1 0,0 0,-1 0,1 0,0 1,0-1,0 1,0 1,5-1,-7 0,9-2,0 1,1 1,-1 0,0 0,0 1,1 1,-1 0,0 1,0 0,0 1,0 0,0 1,-1 0,1 1,-1 0,0 1,-1 0,1 1,-1 0,0 1,-1-1,0 2,0 0,-1 0,0 0,3 7,-9-12,0 1,-1 0,1 0,-1 0,0 0,0 0,-1 0,0 0,0 0,0 0,0 0,-1 0,0 0,0 0,0 0,0-1,-1 1,0 0,0 0,0-1,-1 0,1 1,-1-1,0 0,0 0,-1 0,1-1,-1 1,0-1,0 0,0 0,0 0,0-1,-1 1,1-1,-1 0,-1 0,-18 7,0-1,0-1,-1-1,0-1,-1-2,1 0,-1-2,1 0,-1-2,-21-4,57 1,13 0</inkml:trace>
  <inkml:trace contextRef="#ctx0" brushRef="#br0" timeOffset="-5670.18">1793 5237,'9'15,"0"0,-1 1,-1 0,0 0,-2 1,1 0,-2 0,0 0,-1 1,-1-1,-1 1,0-1,-1 1,-1 0,-1-1,0 1,-2-1,0 0,0 0,-2 0,0-1,-1 1,0-2,-2 1,0-1,-7 10,-6-7,15-41,54-142,64-192,-80 289,-30 67,-1 1,1-1,-1 1,1 0,-1-1,1 1,0 0,-1-1,1 1,0 0,-1 0,1-1,0 1,-1 0,1 0,0 0,-1 0,1 0,0 0,0 0,-1 0,1 0,0 1,-1-1,1 0,0 0,-1 1,1-1,-1 0,1 1,0-1,-1 0,1 1,-1-1,1 1,-1-1,1 1,-1-1,1 1,-1 0,0-1,1 1,-1-1,0 1,1 0,-1-1,0 1,0 0,0-1,0 2,14 25,-3 0,0 1,-2 1,0 0,-1 10,-3-20,70 376,-56-344,-10-36</inkml:trace>
  <inkml:trace contextRef="#ctx0" brushRef="#br0" timeOffset="-5415.863">1765 5558,'23'0,"23"-4,23-5,19-2,11-4,0-2,-17 2</inkml:trace>
  <inkml:trace contextRef="#ctx0" brushRef="#br0" timeOffset="-3082.773">550 1842,'-7'2,"5"1,9 0,15-1,17 0,18-1,13-1,4-2,-2-1,-10 0,-15 1,-14 2,-18 4,-18 4,-8 0</inkml:trace>
  <inkml:trace contextRef="#ctx0" brushRef="#br0" timeOffset="-1876.629">1645 3392,'12'2,"12"1,16 1,15-2,14 0,11-6,6-1,-1-1,-10 1,-18 2</inkml:trace>
  <inkml:trace contextRef="#ctx0" brushRef="#br0" timeOffset="-817.902">2541 5518,'2'1,"0"-1,0 1,1-1,-1 1,0-1,0 0,0 0,0 0,0 0,0 0,0-1,0 1,0-1,0 1,0-1,0 0,0 1,0-1,0 0,0 0,0 0,-1-1,1 1,-1 0,1-1,-1 1,1-1,-1 0,0 1,1-1,-1 0,0 0,0 1,0-1,-1 0,1 0,0 0,-1 0,1 0,-1-1,-2 0,0 1,0-1,0 1,0 0,-1-1,1 1,-1 0,1 1,-1-1,0 0,0 1,1 0,-1-1,0 1,0 0,0 1,-1-1,1 0,0 1,0 0,0 0,0 0,-1 0,1 0,0 0,0 1,0 0,0 0,0 0,-1 0,4-1,0 0,1-1,-1 1,0 0,0 0,1 0,-1 0,0-1,0 1,1 0,-1 0,0 0,1 0,-1 0,0 0,1 0,-1 0,0 0,0 0,1 0,-1 0,0 0,1 0,-1 0,0 0,1 0,-1 1,0-1,0 0,1 0,-1 0,0 0,0 1,1-1,-1 0,0 0,0 0,0 1,1-1,-1 0,0 0,0 1,0-1,0 0,1 1,-1-1,0 0,0 0,0 1,0-1,0 0,0 1,0-1,0 0,0 1,0-1,0 0,0 1,0-1,0 0,0 0,-1 1,1-1,0 0,0 1,0-1,0 0,15 2</inkml:trace>
  <inkml:trace contextRef="#ctx0" brushRef="#br0" timeOffset="839.272">2688 3927,'-1'18,"0"-13,1-1,-1 0,1 1,0-1,0 1,0-1,0 0,1 1,0-1,0 0,0 0,0 0,1 1,0-1,0 0,0-1,0 1,2 2,-2-5,1-1,-1 0,0 0,1 0,-1 0,0 0,1 0,-1-1,0 1,0-1,1 1,-1-1,0 0,0 0,0 0,0 0,0 0,0-1,0 1,0-1,-1 1,1-1,-1 0,1 1,-1-1,1 0,-1 0,0 0,0 0,0 0,1-2,-1 2,1 1,-1-1,1 0,-1 0,0 0,0 0,1 0,-2 0,1 0,0 0,0 0,-1-1,1 1,-1 0,1 0,-1-1,0 1,0 0,0 0,0-1,-1 1,1 0,-1 0,1-1,-1 1,0 0,0 0,0 0,0 0,0 0,0 0,0 0,-1 0,1 0,-1 1,1-1,-1 1,0-1,0 1,1-1,-1 1,0 0,0 0,0 0,-1 0,1 0,0 1,0-1,0 1,-1-1,1 1,0 0,-1 0,1 0,-1 0,1 1,-1-1,1 1,0 0,-1 0,1 0,0 0,0 0,-1 1,1-1,0 1,0-1,1 1,-1 0,0-1,0 1,1 0,-1 0,1 1,0-1,-1 0,1 0,0 1,0-1,1 0,-1 1,0-1,1 1,0-1,-1 1,1-1,0 1,0-1,0 1,1-1,-1 1,1-1,-1 1,1-1,0 0,0 1,0-1,0 0,0 0,16 13,4-4</inkml:trace>
  <inkml:trace contextRef="#ctx0" brushRef="#br0" timeOffset="1085.129">2956 3739,'9'12,"12"10,12 8,7 7,5 5,5 4,0 5,-1-1,-5 1,-5-4,-7-5,-6-8,-6-11,-6-10</inkml:trace>
  <inkml:trace contextRef="#ctx0" brushRef="#br0" timeOffset="1282.639">3357 3686,'-18'23,"-13"19,-8 13,-7 9,-4 7,-3 4,1-3,5-4,7-7,12-12,9-14</inkml:trace>
  <inkml:trace contextRef="#ctx0" brushRef="#br0" timeOffset="1913.485">3570 4342,'140'-271,"-115"225,-22 65,-10 25,0-16,1 0,2 1,0 0,2 0,2 0,0 0,2 0,1 0,2-1,0 1,2-1,4 9,0-16</inkml:trace>
  <inkml:trace contextRef="#ctx0" brushRef="#br0" timeOffset="2680.1">2943 3526,'-44'9,"74"3,52-7,0-4,-1-4,23-5,11-1,73 2,-188 7,0 0,0 0,0 1,0-1,-1 0,1 0,0 1,0-1,0 0,0 0,0 1,0-1,0 0,0 0,0 1,0-1,0 0,0 0,0 1,1-1,-1 0,0 0,0 1,0-1,0 0,0 0,0 1,1-1,-1 0,0 0,0 0,0 0,1 1,-1-1,0 0,0 0,0 0,1 0,-1 0,0 0,0 1,1-1,-1 0,0 0,0 0,1 0,-24 8,11-7</inkml:trace>
  <inkml:trace contextRef="#ctx0" brushRef="#br0" timeOffset="3602.187">2381 2108,'-2'-2,"1"1,3 6,6 11,9 9,7 10,10 8,5 6,3 1,1-1,-2-4,-3-5,-7-7,-7-8,-7-5,-5-6</inkml:trace>
  <inkml:trace contextRef="#ctx0" brushRef="#br0" timeOffset="3848.543">2662 2029,'-9'13,"-8"17,-10 16,-7 14,-5 11,-4 4,0 3,3-2,8-8,9-15</inkml:trace>
  <inkml:trace contextRef="#ctx0" brushRef="#br0" timeOffset="4163.912">2915 2590,'24'-53,"-3"-1,-2-2,-3 0,-2-1,2-22,-17 214,2-97,1-1,2 0,2 0,2 0,1-1,1 0,13 28,-17-52,-5-9,1 1,0-1,-1 0,1 1,-1-1,0 1,0-1,-1 1,1-1,-1 1,1 0,-1-1,0 1,-1 0,1 0,-5 5</inkml:trace>
  <inkml:trace contextRef="#ctx0" brushRef="#br0" timeOffset="4936.036">2368 1868,'34'-16,"40"-2,1 3,0 4,1 2,29 4,-67 2,-9 0,0 1,1 2,0 1,19 3,-49-4,-1 0,1 1,0-1,0 0,0 0,0 0,0 0,0 0,0 1,-1-1,1 0,0 0,0 0,0 0,0 1,0-1,0 0,0 0,0 0,0 1,0-1,0 0,0 0,0 0,0 0,0 1,0-1,0 0,0 0,0 0,1 1,-1-1,0 0,0 0,0 0,0 0,0 0,0 1,0-1,1 0,-1 0,0 0,0 0,0 0,0 0,0 0,1 0,-1 1,0-1,-18 5,-6-1,-1 0</inkml:trace>
  <inkml:trace contextRef="#ctx0" brushRef="#br0" timeOffset="5678.564">2314 679,'5'15,"7"13,10 8,10 5,8 2,6 1,5-3,3-1,-4-4,-5-2,-10-5,-10-6,-13-6,-8-7</inkml:trace>
  <inkml:trace contextRef="#ctx0" brushRef="#br0" timeOffset="5930.889">2662 679,'-16'22,"-15"20,-10 13,-8 11,-7 9,-1 2,3-1,8-3,12-11,12-14</inkml:trace>
  <inkml:trace contextRef="#ctx0" brushRef="#br0" timeOffset="6449.08">2956 1267,'14'-108,"-5"-1,-5-45,4 248,3 1,5-1,12 33,-16-79</inkml:trace>
  <inkml:trace contextRef="#ctx0" brushRef="#br1" timeOffset="54713.96">3025 217,'-4'-10,"-1"1,0-1,0 1,-1 0,0 1,0 0,-1 0,0 0,-1 1,0 0,0 0,0 1,-1 0,0 0,0 1,-1 0,1 1,-1 0,0 1,0 0,-7-1,-6-2,0 1,-1 1,1 2,-1 0,0 2,0 0,0 1,1 2,-1 0,1 2,-1 1,2 0,-1 2,1 0,0 2,0 0,-19 14,-4 6,30-21,0 1,0 0,1 1,0 1,1 0,0 1,-8 11,-3 9,1 0,2 2,2 0,1 1,1 1,3 0,0 1,0 11,0 9,4-16,1 0,1 0,3 0,1 15,5-38,2-1,0 0,1 1,1-1,0-1,1 1,3 2,6 23,-11-31,0 1,1 0,0-1,1 0,0 0,1-1,0 1,1-2,0 1,1-1,0 0,0-1,1 0,1 0,2 1,9 5,1 0,1-1,0-1,1-2,0 0,1-2,0 0,1-2,-1-1,1-1,12-1,177 4,24-2,-148-7,-68 0,1 0,0-2,-1-1,0 0,0-2,0-1,18-8,-15 5,0-1,-1-1,0-1,-1-1,0-2,-1 0,7-9,-14 11,-1-1,0-1,-1-1,-1 0,-1 0,0-2,-1 1,-1-2,-1 0,-1 0,0 0,2-13,3-17,-3 0,-1-1,-3 0,-2-1,-2 1,-3-16,-2 51,-2 1,1-1,-2 1,0 0,0 0,-2 1,0-1,-5-7,-8-18,-71-91,64 96,13 19,-1 1,0 0,-1 1,0 1,-2 0,1 1,-1 1,-1 1,0 0,-13-7,-1 0,-1 3,-34-11,36 16,0 0,-1 3,0 1,0 1,-1 1,1 3,0 0,-27 5,51-3,7-2,1 1,0 0,0-1,-1 1,1-1,0 0,0 1,-1-1,1 0,-1 0,1 0,0 0,-1 0,1 0,0 0,-1 0,1 0,0-1,-1 1,1 0,0-1,0 0,-1 1,1-1,0 0,0 1,0-1,0 0,0 0,0 0,0 0,0 0,0 0,0 0,1 0,-2-1,1-9</inkml:trace>
  <inkml:trace contextRef="#ctx0" brushRef="#br2" timeOffset="64215.13">3400 1567,'-1'-4,"0"1,0-1,0 1,-1-1,1 1,-1 0,0 0,0 0,0 0,0 0,-1 0,1 0,-1 1,0-1,0 1,1 0,-2 0,1 0,0 0,0 0,0 1,-1-1,1 1,-1 0,1 0,-3 0,-257-64,230 58,-1 2,0 1,-1 1,1 2,0 1,-9 3,-30-2,34-1,9-1,0 2,0 0,0 2,0 2,-7 2,25-5,1 2,-1-1,0 2,1-1,0 2,0-1,1 1,-2 2,-35 25,25-19,1 2,0 0,2 1,-17 18,21-15,2 0,1 1,0 0,2 1,-8 21,2-3,5-18,2 0,1 1,1 0,0 1,2 0,1 0,1 0,0 18,5 146,2-160,1-1,1 1,2-1,0-1,2 1,12 21,0 4,-10-26,2-1,0 0,2-1,0-1,10 9,45 68,-58-78,-3-2,1-1,1 0,1-1,1 0,0-1,1-1,1 0,9 7,-4-8,-1 2,2-1,0 0,1-2,0-1,1 0,0-2,1-1,20 5,-8-7,0-2,0-2,0-1,1-2,-1-1,1-2,34-7,-35-1,0-1,-1-2,0-1,-1-2,0-2,-2-1,3-4,8-9,-2-2,0-2,-3-2,-1-1,-2-2,-2-2,1-4,-20 26,-1-1,0 0,-2-1,-1 0,0-1,-2 0,-1-1,-1 0,-1 0,1-13,0-13,-3-1,-2 0,-2 0,-6-39,-1 27,-3 1,-2 0,-4 1,-9-22,11 52,0 2,-3 0,0 1,-2 0,0 2,-10-8,25 29,-6-10,-2 0,0 1,0 0,-1 1,-1 1,0 0,-1 1,-1 0,0 1,0 1,-1 1,0 0,-12-4,-163-12,184 24,-66-3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5:20.2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888 739,'-10'31,"2"2,0-1,3 1,0-1,2 2,2-1,1 13,0-36,8 251,-9-235,-6-44,-5-66,4-1,4 0,4-47,1 106,1 0,0 1,2-1,1 1,2-1,0 2,1-1,2 1,2-4,-12 26,1 0,-1 0,1 0,0 0,-1 0,1 0,0 1,0-1,0 0,0 0,0 1,0-1,1 1,-1-1,0 1,1 0,0-1,-1 1,1 0,-1 0,1 0,0 0,0 0,0 1,0-1,-1 0,1 1,0 0,0-1,0 1,0 0,0 0,0 0,0 0,0 0,0 0,0 1,0-1,0 1,0-1,0 1,0 0,-1 0,1 0,0 0,-1 0,1 0,0 0,-1 1,1-1,0 2,4 8,0 1,-2 0,1 0,-1 0,-1 1,0 0,-1-1,0 1,-1 0,-1 0,0 0,0 0,-1 0,-1 1,1-4,0-1,-1 1,0 0,0-1,-1 1,-1-1,1 0,-1 0,-1 0,0-1,0 1,0-1,-1-1,-1 1,1-1,-1 0,0 0,-1-1,-7 5,35-17,0 0,1 1,-1 1,1 1,0 0,0 2,17 1,-29-1,0 1,0 0,0 0,0 1,0 0,0 1,0 0,0 0,-1 1,1 0,-1 1,0 0,0 0,0 0,0 1,-1 0,0 1,0 0,0 0,-1 0,0 1,0 0,0 0,-1 1,2 2,-6-6,0 0,-1 0,1 0,-1 0,1 0,-1 0,0 1,-1-1,1 0,-1 0,0 0,0 0,0 0,0-1,-1 1,1 0,-1 0,0-1,0 1,-1-1,1 0,-1 0,1 0,-1 0,0 0,-1 1,-6 5,-1-1,0 1,-1-1,0-1,0 0,0-1,-3 0,-9 3,-1 0,0-2,-1-1,1-2,-1 0,0-1,-1-2,-20-1,45 0,0 0,-1 0,1 1,-1-1,0 0,1-1,-1 1,0 0,1-1,-1 0,1 1,-1-1,1 0,-1 0,1 0,-1-1,1 1,0-1,0 1,0-1,0 0,-2-1,19-16,0 10</inkml:trace>
  <inkml:trace contextRef="#ctx0" brushRef="#br0" timeOffset="271.275">714 391,'12'2,"12"4,16-1,17 1,17-5,14-3,8-3,-1 1,-16 0</inkml:trace>
  <inkml:trace contextRef="#ctx0" brushRef="#br0" timeOffset="1329.998">1797 432,'-7'-5,"7"-1,19 0,27 1,26 0,24-3,16-1,-12 0</inkml:trace>
  <inkml:trace contextRef="#ctx0" brushRef="#br0" timeOffset="834.323">1756 819,'-3'50,"-3"0,-2 0,-2 0,-2-1,-18 45,11-34,22-56,9-24,-8 14,52-97,-4-3,21-67,-30 70,-8 34,-35 68,0 1,0-1,1 1,-1 0,0-1,0 1,0-1,1 1,-1-1,0 1,0-1,1 1,-1 0,1-1,-1 1,0 0,1-1,-1 1,0 0,1 0,-1-1,1 1,-1 0,1 0,-1 0,1-1,-1 1,1 0,-1 0,1 0,-1 0,1 0,-1 0,1 0,-1 0,1 0,-1 0,1 1,-1-1,1 0,-1 0,1 0,-1 1,0-1,1 0,-1 0,1 1,-1-1,0 0,1 1,-1-1,0 0,1 1,-1-1,9 29,9 282,-17-289,2 0,0 0,1 0,0-1,2 1,1-1,1 0,1-1,0 0,1 0,2-1,0-1,1 1,0-2,2 0,0-1,6 5,-9-13</inkml:trace>
  <inkml:trace contextRef="#ctx0" brushRef="#br0" timeOffset="1084.655">1730 1006,'16'0,"16"0,17 0,16-3,10-2,4-3,-4-2,-16 0</inkml:trace>
  <inkml:trace contextRef="#ctx0" brushRef="#br0" timeOffset="-1303.719">32 164,'-7'24,"0"0,1 1,2-1,1 1,0 0,2 0,1 0,3 25,9 113,21 87,-16-124,16 140,-4 177,-28-193,1 11,19 103,6-61,-12 58,-27 372,8-86,-3-547,3-120,3-6</inkml:trace>
  <inkml:trace contextRef="#ctx0" brushRef="#br0" timeOffset="8617.63">179 4602,'11'39,"-2"0,-2 1,-1 0,-2 0,-2 0,-2 34,0-56,-10 694,8 527,2-1167</inkml:trace>
  <inkml:trace contextRef="#ctx0" brushRef="#br0" timeOffset="6300.146">1810 2610,'-26'56,"2"2,3 0,2 1,3 1,-1 17,-21 133,55-285,-2-10,-6 22,3 1,3 0,2 1,3 1,3 0,2 1,-22 54,0-3,1-1,1 1,-1 0,2 0,-1 1,1-1,0 1,0 0,1 1,0 0,0 0,2-1,-7 7,0 0,1 0,-1 0,0 0,0 0,0 1,0-1,0 1,0 0,0-1,-1 1,1 0,0 0,0 0,-1 1,1-1,0 0,-1 1,1-1,-1 1,0-1,1 1,-1-1,0 1,0 0,0 0,0 0,0 0,-1-1,1 1,0 0,-1 0,0 1,1-1,-1 0,0 0,0 0,0 0,0 1,21 189,-18-122,3 11,4-1,3 0,3-1,4-1,8 13,-19-65</inkml:trace>
  <inkml:trace contextRef="#ctx0" brushRef="#br0" timeOffset="6560.964">1689 2945,'-13'-3,"-7"0,6 3,15 0,24 2,25-1,25-4,20-5,14-2,-11-1</inkml:trace>
  <inkml:trace contextRef="#ctx0" brushRef="#br0" timeOffset="4584.648">741 2597,'-9'24,"2"1,1-1,1 1,1 0,1 1,2-1,0 3,0-11,-3 92,2-42,-2 0,-4 0,-3 3,-7-18,18-52,-1 0,1 1,0-1,0 0,-1 1,1-1,0 0,-1 0,1 1,0-1,-1 0,1 0,0 0,-1 1,1-1,0 0,-1 0,1 0,-1 0,1 0,0 0,-1 0,1 0,-1 0,1 0,0 0,-1 0,1 0,-1 0,1 0,0 0,-1 0,1-1,-1 1,1 0,0 0,-1 0,1-1,0 1,-1 0,1 0,0-1,0 1,-1 0,1-1,0 1,0 0,0-1,-1 1,1-1,0 1,0 0,0-1,0 1,0 0,0-1,0 1,-1-1,1 1,0-1,-8-27,1-27,3 1,2-1,3-15,-1 47,0-58,4 1,4-1,11-50,-18 130,-2-2,1 0,0 1,0-1,0 0,0 0,1 1,-1-1,1 0,0 1,0-1,0 0,0 1,0-1,0 1,1 0,-1-1,1 1,-1 0,1 0,0 0,0 0,0 0,0 0,0 1,1-1,-1 1,0 0,1-1,-1 1,1 0,-1 0,1 0,0 1,-1-1,1 1,0 0,1-1,11 7,-1 0,1 1,-1 0,-1 1,1 0,-1 1,5 6,-1-3,-6-4,61 52,-70-57,1-1,-1 1,0 0,0-1,0 1,-1 0,1 0,-1 0,1 1,-1-1,0 0,0 0,0 1,-1-1,1 0,-1 1,0-1,0 1,0-1,-1 0,1 1,-1-1,1 1,-1-1,0 0,-9 12,1-1,-2-1,0 1,0-2,-2 0,1 0,-1-1,-1 0,0-2,-1 1,1-2,-17 7,29-14,-49 29,68-28,-3-4,171-14,-172 16,0 1,0 0,0 1,0 0,-1 1,1 0,-1 1,0 1,0 0,0 0,-1 1,0 1,3 2,-9-6,-1 0,0 0,0 1,-1 0,1 0,-1 0,0 0,0 0,0 1,0-1,-1 1,0 0,0 0,0 0,0 0,-1 0,0 0,0 0,0 0,-1 1,0-1,0 0,0 1,0-1,-1 0,0 0,0 0,-1 0,1 0,-1 0,0 0,0 0,-1 0,0-1,1 1,-1-1,-1 0,1 0,-1 0,-3 3,-7 4,-1 0,0-1,0 0,-1-1,0-1,0-1,-1 0,0-2,-1 1,1-2,-1 0,-10 0,23-3,0-1,0 1,0-1,0 0,0 0,0 0,0-1,0 1,0-1,0-1,0 1,0-1,0 0,0 0,1 0,-1 0,0-2,-12-10</inkml:trace>
  <inkml:trace contextRef="#ctx0" brushRef="#br0" timeOffset="5168.12">526 2450,'49'-11,"583"-5,-570 13,-51-2,-5 6</inkml:trace>
  <inkml:trace contextRef="#ctx0" brushRef="#br0" timeOffset="18749.932">914 6259,'-12'36,"2"0,1 1,1 0,3 0,0 0,3 1,1 15,1-45,-3 213,3-209,1-23,-34-460,32 466,1-1,0 0,0 1,0-1,1 0,0 1,0-1,0 1,1-1,-1 1,1 0,1-1,-1 1,1 0,0 1,0-1,0 0,1 1,0 0,-1-1,2 2,-1-1,0 0,1 1,-1 0,1 0,0 0,1 0,3 2,0 0,0 0,0 1,0 0,0 0,0 1,0 0,0 1,0 0,0 0,0 1,-1 0,0 1,1 0,-1 0,0 1,-1 0,1 0,-1 1,0 0,-1 0,1 0,-1 1,0 0,-1 0,0 1,0 0,3 7,-6-10,0 0,-1 0,0-1,0 1,0 0,-1 0,1 0,-1 0,0 0,-1 0,1 0,-1 0,0 0,0 0,-1-1,1 1,-1 0,0-1,0 1,-1-1,1 0,-1 0,0 0,0 0,-3 2,-2 4,-1-1,-1-1,0 1,0-2,0 1,-1-1,0-1,0 0,-7 2,2-2,49-2,-14-6,-1 1,1 1,0 0,-1 2,1 0,-1 1,0 1,1 1,-2 0,1 1,-1 1,0 1,4 3,-17-9,-1 0,0 0,0 0,-1 1,1-1,0 1,-1 0,1-1,-1 1,0 1,0-1,0 0,-1 0,1 1,-1-1,0 1,1-1,-2 1,1 0,0-1,-1 1,1 0,-1-1,0 1,-1 0,1 0,-1-1,1 1,-1 0,0-1,0 1,-1-1,0 2,-7 9,-2 0,0-1,0 0,-1-1,-1 0,0-1,0-1,-1 0,0 0,-10 3,19-10,-6 5,-1 0,0 0,-1-1,1 0,-1-1,0 0,-1-1,-7 1,20-5,-1-1,1 0,0 0,0 0,0-1,-1 1,1 0,0 0,0-1,0 1,0-1,0 1,-1-1,1 1,0-1,0 0,0 1,1-1,-1 0,0 0,0 0,0 1,0-1,1 0,-1 0,0 0,1 0,-1-1,1 1,-1 0,1 0,0 0,0 0,-1 0,1-1,0 1,0 0,0 0,0 0,0-1,0 1,0 0,1 0,-1 0,0-1,1 1,-1 0,1 0,-1 0,1 0,-1 0,1 0,0 0,0 0,-1 0,1 0,0 1,0-1,1-1,15-33</inkml:trace>
  <inkml:trace contextRef="#ctx0" brushRef="#br0" timeOffset="19230.19">1756 6246,'-156'445,"139"-397,21-77,110-334,-105 333,63-165,-49 163,-23 32,1-1,-1 1,1-1,0 1,-1 0,1-1,0 1,-1 0,1 0,0 0,-1-1,1 1,0 0,-1 0,1 0,0 0,-1 0,1 0,0 0,0 1,-1-1,1 0,0 0,-1 0,1 1,0-1,-1 0,1 1,-1-1,1 0,-1 1,1-1,0 1,-1-1,1 1,-1-1,0 1,1 0,-1-1,0 1,1-1,-1 1,0 0,1-1,-1 1,0 0,0-1,0 1,0 0,57 171,-47-139,27 84,-5 1,-5 2,0 38,-27-102,-5-47</inkml:trace>
  <inkml:trace contextRef="#ctx0" brushRef="#br0" timeOffset="19483.513">1556 6501,'21'2,"22"1,24-5,22-6,16-7,10-3,7 0,0 0,-21 3</inkml:trace>
  <inkml:trace contextRef="#ctx0" brushRef="#br0" timeOffset="9599.884">888 4469,'-78'471,"62"-391,7-67,3-34,-1-54,2 0,6-48,-1 116,16-172,-14 167,1 0,0 1,1-1,1 1,-1-1,2 1,0 1,0-1,1 1,0 0,0 1,1-1,6-3,-10 9,1 0,0 0,0 0,0 1,1 0,-1 0,1 1,0-1,0 1,0 0,0 1,0 0,0 0,0 0,1 0,-1 1,0 0,0 1,1-1,-1 1,0 0,0 1,0-1,0 1,0 0,0 1,-1 0,1 0,-1 0,0 0,0 1,0 0,0 0,0 0,-1 0,0 1,0 0,0 0,-1 0,1 0,-1 1,0-1,0 4,-1-2,0 0,0 0,-1 0,-1 1,1-1,-1 0,0 1,-1-1,0 0,0 0,0 1,-1-1,0 0,-1 0,1-1,-1 1,0 0,-1-1,0 0,-2 4,-8 8,1 0,-2-1,-1 0,0-1,0-1,-3 0,-78 54,137-73,-19 0,1 0,-1 1,1 1,-1 1,1 1,0 1,0 1,-15-1,1-1,-1 2,0-1,1 1,-1 0,0 1,0 0,-1 0,1 0,-1 1,1 0,-1 0,0 0,-1 1,1 0,-1 0,0 1,0-1,0 1,-1 0,0 0,1 3,-3-4,0-1,-1 1,1 0,-1-1,0 1,0 0,-1 0,0 0,1 0,-2 0,1-1,0 1,-1 0,0 0,0 0,-1 0,1-1,-1 1,0-1,0 1,0-1,-1 0,0 0,-2 3,-3 3,-1 0,0 0,-1-1,0 0,0 0,-1-1,0-1,-7 4,-1-1,-1 0,0-2,-1 0,1-1,-1-1,-1-1,1-1,-1-1,0-1,-18 0,36-2,0 1,0-1,0 0,0 0,0-1,0 1,0-1,0 1,0-1,0-1,1 1,-1 0,0-1,1 0,-1 0,1 0,-1 0,1 0,0-1,0 0,0 1,0-1,1 0,-1-1,1 1,0 0,0-1,0 1,0-1,0 1,1-1,0 0,0 0,0 0,0-2,1-25</inkml:trace>
  <inkml:trace contextRef="#ctx0" brushRef="#br0" timeOffset="12300.954">1650 4508,'-2'21,"-4"17,0 17,1 8,-1 4,0-2,2-5,0-11,3-12,0-9,-2-9,0-11,1-9,0-4,0-3,1-1</inkml:trace>
  <inkml:trace contextRef="#ctx0" brushRef="#br0" timeOffset="15714.43">1663 4562,'20'-18,"1"0,1 2,0 0,1 2,1 1,17-7,-39 19,0 0,0 0,1 1,-1 0,0-1,1 1,-1 0,0 0,1 0,-1 0,0 1,1-1,-1 1,0-1,1 1,-1 0,0 0,0 0,0 0,0 0,0 0,0 1,0-1,0 0,0 1,-1 0,1 0,-1-1,1 1,-1 0,0 0,0 0,1 0,-1 2,27 81,-10 126,-13-93,-3-92,1 21,2 0,2 0,1-1,11 30,-14-64,-1-5</inkml:trace>
  <inkml:trace contextRef="#ctx0" brushRef="#br0" timeOffset="15989.692">1543 4870,'7'2,"13"1,17 0,14-1,12 0,6-1,-1-1,-8-2,-13-1,-13-2,-15 0,-11 0</inkml:trace>
  <inkml:trace contextRef="#ctx0" brushRef="#br0" timeOffset="16247.005">1489 4282,'7'0,"11"0,19-3,18-2,19-6,13 0,4 2,-6 1,-17 6,-21 2</inkml:trace>
  <inkml:trace contextRef="#ctx0" brushRef="#br0" timeOffset="1762.109">2693 900,'2'13,"3"7,3 1,3-5,1-4,-1-6,-3-7,-2-8,-5-4,-7-2,-4-2,-4 3,-1 4,2 6,5 5,5 3</inkml:trace>
  <inkml:trace contextRef="#ctx0" brushRef="#br0" timeOffset="2746.503">3281 565,'22'177,"-8"2,-10 177,-4-352,-1 16,-9-24,-26-40,67 33,174-9,-172 18</inkml:trace>
  <inkml:trace contextRef="#ctx0" brushRef="#br0" timeOffset="2999.825">3161 391,'11'0,"13"0,14 0,12-2,10-3,5-1,-2 3,-12 2</inkml:trace>
  <inkml:trace contextRef="#ctx0" brushRef="#br0" timeOffset="3330.455">3655 1179,'13'78,"-12"-75,0-1,0 0,0 0,0 0,0 0,1 0,-1 0,1 0,-1 0,1 0,0-1,0 1,0-1,0 1,0-1,0 0,0 1,0-1,0-1,1 1,-1 0,0 0,1-1,-1 1,0-1,1 0,-1 0,1 0,-1 0,2 0,6-2,0-1,-1 0,0 0,1-1,-1 0,-1 0,1-1,-1-1,1 1,-1-1,-1-1,1 1,-1-1,-1 0,1-1,-1 0,0 0,-1 0,0-1,0 0,1-4,-5 9,1 0,0 0,-1 0,0 0,0-1,0 1,0-1,-1 1,0-1,1 1,-2 0,1-1,-1 1,1-1,-1 1,0 0,-1-1,1 1,-1 0,0 0,0 0,0 0,0 0,-1 0,0 1,1-1,-1 1,0 0,-1 0,1 0,-1 0,1 1,-1-1,0 1,0 0,0 0,0 0,0 1,0-1,-1 1,1 0,-1 0,1 1,-1-1,-6 2,-1 1,0 0,0 1,1 0,-1 1,1 0,0 1,0 0,1 1,-1 0,1 1,0 0,1 0,0 1,0 0,1 1,0 0,0 0,1 1,0 0,1 0,0 0,-1 4,-10 23</inkml:trace>
  <inkml:trace contextRef="#ctx0" brushRef="#br0" timeOffset="6815.844">2732 2771,'-9'9,"0"1,0-4,3-3</inkml:trace>
  <inkml:trace contextRef="#ctx0" brushRef="#br0" timeOffset="7064.179">3241 2409,'2'18,"1"16,0 12,-1 11,0 6,-1 5,-1 1,3 1,0-3,-1-5,0-7,-2-11,-5-10,0-11</inkml:trace>
  <inkml:trace contextRef="#ctx0" brushRef="#br0" timeOffset="7246.745">3134 3065,'15'2,"13"1,13 0,8-1,3 0,-1-3,-4-4,-8-3,-11 0</inkml:trace>
  <inkml:trace contextRef="#ctx0" brushRef="#br0" timeOffset="7498.609">3093 2289,'12'0,"14"0,20 0,17 0,14 0,5 0,-1 2,-12 4,-16 0</inkml:trace>
  <inkml:trace contextRef="#ctx0" brushRef="#br0" timeOffset="7807.789">3709 3051,'13'-63,"-1"-1,-4 0,-2 0,-4 0,-2-1,0 57,0 15,-1 19,9 582,-6-534</inkml:trace>
  <inkml:trace contextRef="#ctx0" brushRef="#br0" timeOffset="16948.938">3174 4455,'-7'13,"-2"17,0 14,2 8,2 8,2 4,1 3,2 1,0 1,0-5,0-6,-1-9,-2-10,0-12</inkml:trace>
  <inkml:trace contextRef="#ctx0" brushRef="#br0" timeOffset="17202.785">3093 5137,'-9'-2,"2"-1,8-3,11-1,13-5,11-3,9 0,3 1,-2 2,-6 2,-11 1,-9 2</inkml:trace>
  <inkml:trace contextRef="#ctx0" brushRef="#br0" timeOffset="17435.162">3013 4375,'21'-7,"19"-4,23-6,17-1,12 2,2 4,-9 9,-19 4</inkml:trace>
  <inkml:trace contextRef="#ctx0" brushRef="#br0" timeOffset="17736.358">3548 4896,'6'-7,"0"1,0 0,1 0,0 0,0 0,1 1,-1 1,1-1,0 1,1 0,-1 1,1 0,-1 1,1-1,0 1,0 1,0 0,0 0,0 1,0 0,2 1,-8 0,-1 0,1 0,-1 0,1 0,-1 1,0-1,1 1,-1-1,0 1,0 0,0 0,0 0,-1 0,1 0,0 1,-1-1,1 0,-1 1,0-1,0 1,0-1,0 1,-1 0,1-1,-1 1,1 0,-1-1,0 1,0 0,0 0,0-1,-1 4,-27 84,-97 93,97-129,28-53,-1 1,1-1,0 0,-1 1,1-1,0 1,0-1,0 1,0-1,1 1,-1-1,0 0,1 1,-1-1,1 1,-1-1,1 0,-1 1,1-1,0 0,0 0,0 0,0 0,0 1,0-1,0 0,0-1,0 1,0 0,0 0,1 0,-1-1,0 1,1 0,-1-1,0 0,1 1,-1-1,1 0,14 4,0-2,1 0,-1-1,1-1,-1 0,1-2,-1 1,0-2,3-1,-1 1,321-54,-281 48</inkml:trace>
  <inkml:trace contextRef="#ctx0" brushRef="#br0" timeOffset="20019.594">3428 6113,'20'440,"-13"-317,-7-122,0 1,0 0,0 0,0 0,0 0,0-1,-1 1,1 0,-1 0,1 0,-1-1,0 1,1 0,-1-1,0 1,0 0,0-1,0 1,-1-1,1 0,0 1,-1-1,1 0,0 0,-1 0,0 0,1 0,-1 0,1 0,-1-1,0 1,0 0,0-1,1 0,-1 1,0-1,0 0,0 0,0 0,1 0,-1 0,0 0,0-1,0 1,0-1,-87-4,86 9,20-4,190-38,-120 18,-21 7,-50 10</inkml:trace>
  <inkml:trace contextRef="#ctx0" brushRef="#br0" timeOffset="20264.936">3361 6033,'-2'-5,"5"-1,10-2,14 0,13 0,14 1,10 1,4 2,-2 4,-12 2</inkml:trace>
  <inkml:trace contextRef="#ctx0" brushRef="#br0" timeOffset="20784.595">3775 6474,'145'-24,"-143"24,0-1,0 1,1-1,-1 1,0 0,0-1,0 1,0 0,0 1,0-1,0 0,0 1,1-1,-1 1,0-1,0 1,0 0,-1 0,1 0,0 0,0 0,0 0,-1 1,1-1,-1 1,1-1,-1 1,1-1,-1 1,0 0,0 0,0-1,0 1,0 0,0 0,-1 0,1 0,0 0,-1 2,-2 4,-1-1,0 1,-1-1,0 1,0-1,0 0,-1 0,0-1,-1 0,1 0,-1 0,0 0,-1-1,-1 2,6-6,-80 64,81-65,1 0,-1 0,1 0,-1 0,1 0,0 0,-1 0,1 0,-1 0,1 1,-1-1,1 0,-1 0,1 0,0 1,-1-1,1 0,-1 0,1 1,0-1,-1 0,1 1,0-1,-1 0,1 1,0-1,0 1,-1-1,1 0,0 1,0-1,0 1,0-1,-1 1,1-1,0 1,0-1,0 1,0-1,0 0,0 1,0-1,0 1,0-1,1 1,-1-1,0 1,0-1,0 1,0-1,1 0,-1 1,0-1,1 1,-1-1,0 0,0 1,1-1,-1 0,1 1,-1-1,0 0,1 0,33 4,21-6,-38 1,0 0,1 1,-1 0,0 2,1 0,-1 1,0 1,1 0,-15-3,0 1,0-1,0 0,0 1,-1-1,1 1,0 0,0 0,-1 0,0 0,1 0,-1 1,0-1,0 1,0 0,0-1,-1 1,1 0,-1 0,1 0,-1 0,0 0,0 0,-1 1,1-1,-1 0,1 0,-1 1,0-1,0 0,-1 0,1 1,-1 0,-1 6,-1 0,0-1,0 0,-1 0,0 0,-1 0,0 0,0-1,-1 0,-4 4,-3 4,-1 0,-1-1,0-1,-1-1,-1 0,0-1,0-1,-1 0,-1-1,-12-1,8-8</inkml:trace>
  <inkml:trace contextRef="#ctx0" brushRef="#br0" timeOffset="22681.583">4484 151,'-11'6,"8"3,0 1,0-1,1 1,1-1,-1 1,2 0,-1 0,1 0,1 1,-1 0,3 59,3 1,4-1,13 50,8 51,-9 72,-10 2,-13 117,3 135,36 210,-51-188,39-45,-25-442,4 210,20 98,-9-217,-5 1,-6 1,-5 0,-7 6,6 0,9 52,3-33,-6 1,-12 98,3-134,5 1,14 101,8 52,11-133,-27-80,0-66,-5 2</inkml:trace>
  <inkml:trace contextRef="#ctx0" brushRef="#br1" timeOffset="-175548.203">3962 177,'-1'-3,"0"1,-1 0,0-1,1 1,-1 0,0 0,0 0,0 0,0 0,0 1,0-1,-1 0,1 1,-1 0,1 0,-1-1,1 1,-1 0,-1 0,-142-71,-63 13,173 54,1 2,-1 1,0 1,-8 3,-16-1,40 1,-1 1,1 0,-1 2,1 0,0 1,-10 6,-57 15,75-23,0 1,0 0,1 1,-1 0,1 1,0 0,1 1,0 0,-8 9,3-4,-4 2,1 0,1 1,1 1,0 1,1 0,-9 17,-18 97,27-65,3 0,3 1,3 0,2 24,-9 51,1 63,15-182,2 0,1 0,1-1,1 0,0-1,2 0,1 0,2 2,-4-7,3 6,2-1,0 0,2-1,0-1,1-1,1 0,1-1,0-1,1-1,1-1,1 0,0-2,1 0,6 1,2-3,0-2,0-1,0-2,1 0,0-3,0 0,1-2,-1-2,23-2,20 1,-45 3,0-2,1-1,-1-1,0-2,0 0,-1-2,18-8,-8-1,-2-2,0-2,-2-1,0-2,-1-2,-1 0,2-6,-13 8,0-2,-2-1,-1 0,-1-1,-1-1,-1-1,0-6,-3 9,-2-1,-1 0,-1 0,-1-1,-2-1,-1 1,-1-1,-1 0,-2 0,-1-9,11-209,-10 222,0 1,0 0,-1 0,-2 0,0 0,-2 0,-1 0,0 1,-2 0,-4-10,5 18,0 0,-1 0,0 0,-1 1,-1 0,0 1,-1 0,-1 0,0 1,0 0,-1 1,-1 0,0 1,0 1,-1 0,-5-2,-17 0,0 1,-1 2,0 2,-1 1,0 1,1 3,-17 1,-29-2,30-1,10 1</inkml:trace>
  <inkml:trace contextRef="#ctx0" brushRef="#br2" timeOffset="-163346.386">4069 2089,'-11'-16,"-1"1,-1 1,0 0,-1 1,0 0,-1 1,-1 1,0 0,0 1,-1 1,-16-7,-18 2,0 1,-1 3,-44-3,-4-1,10 2,0 4,-1 4,-55 5,134-1,1 1,-1 0,1 1,-1 0,1 1,0 0,0 0,0 2,1-1,-1 1,1 1,0 0,0 0,1 1,0 0,0 1,-19 19,2 2,1 2,1 0,-6 13,1-3,12-19,0 0,1 2,1 0,2 0,0 1,1 1,2 0,1 1,1 0,1 0,0 5,6 244,4-242,1 0,2-1,1 1,2-1,1-1,2 0,1 0,1-1,2-1,1 0,1-1,1-1,10 8,-1-2,2-2,1-1,2-2,0-1,2-1,30 16,-22-16,2-2,0-2,2-2,0-2,1-2,1-2,0-2,1-3,7 0,-19-7,0-1,0-1,0-2,0-2,0-2,0-1,-1-2,4-3,-17 6,-1-2,1-1,-1-1,-1 0,0-2,0-1,-1 0,-1-2,0 0,-1-1,-1-1,1-2,5-9,-1-1,-2-1,0-1,-2-1,-2 0,-1-1,-1-1,-2-1,-1 0,-1 0,-3-1,0 0,-2-1,-2-8,1-20,-4 0,-3 0,-2 0,-3 0,-3 0,-3 1,-2 1,-3 1,-3 0,-4-3,18 46,-1 0,0 1,-2-1,0 2,-1 0,0 0,-1 1,-1 0,-1 1,0 1,0 0,-1 1,-1 0,0 1,-1 1,-17-7,-2 5,0 1,-1 3,-1 1,1 1,-1 2,0 2,0 2,-12 2,-74 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9:53.0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0,'-7'16,"-2"12,0 11,4 4,6 1,6-3,5-4,2-6,0-8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9:53.2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0,'25'19,"22"12,3 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9:53.8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337 1083,'-26'-15,"4"1,-1 0,-1 2,0 1,-1 1,0 2,-11-3,32 10,0 0,0 0,0 1,0 0,0-1,0 1,0 1,-1-1,1 0,0 1,0 0,0 0,0 0,1 1,-1-1,0 1,0 0,1 0,-1 0,1 1,0-1,0 1,0 0,0 0,0 0,0 0,1 0,0 1,-1-1,1 1,0-1,1 1,-1 1,-1 0,0 1,1-1,0 1,0 0,0 0,1 0,0 0,0 0,1 0,-1 0,1 0,1 0,-1 0,1 0,0 0,0 0,1 0,0 0,0-1,0 1,1 0,0-1,0 0,0 0,0 0,1 0,0 0,0-1,0 1,1-1,-1 0,1-1,0 1,0-1,1 0,-1 0,5 1,1-3,0-1,0-1,0 0,-1 0,1-1,0 0,0-1,-1 0,1-1,-1 0,0-1,-1 0,1 0,-1-1,0-1,0 1,-1-1,1-1,-2 0,1 0,-1 0,0-1,-1 0,1-2,9-18,-1-1,-1-1,-2 0,-1-1,-1 0,-2-1,-1 0,-2 0,-1-1,-2 1,-1-1,-2 1,-2-20,2 50,2-16,-1 1,-2 0,0 0,0-1,-2 1,0 1,-1-1,-1 1,-5-9,11 24,-1 0,0 0,0 1,0-1,0 1,0-1,0 1,0-1,-1 1,1-1,-1 1,1 0,-1 0,1 0,-1 0,1 0,-1 0,0 0,0 1,0-1,1 0,-1 1,0 0,0-1,0 1,0 0,0 0,0 0,1 0,-1 0,0 1,0-1,0 0,0 1,0 0,1-1,-1 1,0 0,1 0,-1 0,0 0,1 0,-1 0,1 0,0 1,-1-1,1 1,0-1,0 1,0-1,0 1,-1 1,-8 13,1 1,0 1,1-1,1 1,1 1,1-1,0 1,1 0,1 0,1 1,1-1,1 0,1 12,-1-4,2-1,1 0,2 0,0 0,1 0,2-1,1 0,0-1,2 0,1 0,1-1,1 0,0-2,2 1,1-2,0 0,10 7,-21-21,0-1,1 1,0-1,0 0,0 0,0-1,1 0,0 0,-1-1,2 0,-1-1,0 1,0-2,1 1,-1-1,1 0,-1-1,1 0,-1 0,1-1,-1 0,1-1,-1 1,0-2,0 1,1-1,0-1,4-6,-1-1,0-1,-1 1,-1-2,0 0,0 0,-1 0,-1-1,-1 0,0-1,0 0,-1 0,-1-1,-1 1,0-1,-1 0,0-15,2-31,-5 62,0 0,0-1,0 1,0 0,0-1,0 1,0 0,0-1,0 1,0 0,0-1,0 1,0 0,0-1,0 1,0 0,0-1,0 1,0 0,0 0,-1-1,1 1,0 0,0-1,0 1,-1 0,1 0,0-1,0 1,-1 0,1 0,0 0,0 0,-1-1,1 1,0 0,-1 0,1 0,0 0,-1 0,1 0,0 0,-1 0,1 0,0 0,-1 0,1 0,0 0,-1 0,1 0,0 0,-1 0,1 0,0 0,0 0,-1 0,1 1,0-1,-1 0,1 0,0 0,0 1,-1-1,1 0,0 0,0 1,-1-1,-13 21,9-13,1 0,0 1,0-1,1 1,0 0,0 1,1-1,0 0,1 1,0-1,1 1,0-1,0 0,1 1,0-1,0 1,1-1,1 0,0 0,0 0,0 0,1 0,1-1,-1 0,1 0,1 0,2 3,1-4,0 0,1-1,0 0,-1-1,2 0,-1-1,1 0,-1 0,1-1,0-1,1 0,0 0,30 2</inkml:trace>
  <inkml:trace contextRef="#ctx0" brushRef="#br0" timeOffset="766.044">1086 909,'-2'16,"0"0,1 0,1 0,0 0,2 0,-1 1,2-1,0-1,1 1,1 0,0-1,1 0,1 0,0-1,3 3,-9-14,1 0,0 0,0 0,0-1,1 1,-1-1,0 1,1-1,0 0,0 1,-1-1,1-1,0 1,1 0,-1-1,0 0,0 1,1-1,-1-1,1 1,-1 0,0-1,1 0,-1 0,1 0,-1 0,1 0,-1-1,1 1,-1-1,1 0,-1 0,0 0,0-1,1 1,-1-1,0 0,0 0,-1 0,1 0,0 0,13-12,0-1,-1 0,-1-1,0 0,-1-1,-1-1,-1 0,0-1,-2 0,0 0,5-18,-8 20,-26 74,18-51,0-1,1 1,-1 0,1 0,0 0,0 0,1 0,0 0,0 0,0 0,1 0,0 0,0 0,0-1,1 1,0 0,0-1,0 1,1-1,0 1,0-1,0 0,1 0,-1-1,1 1,1-1,-1 0,0 0,1 0,3 2,3-1,1 0,-1-1,1 0,0-1,-1 0,1-1,1-1,-1 0,0 0,0-1,0-1,0 0,0-1,0 0,0 0,0-1,0-1,-1 0,0-1,0 0,0-1,0 0,-1-1,0 0,0 0,-1-1,0 0,-1-1,1 0,-2 0,1-1,-1 0,0-1,7-22,-2 1,-2-2,-1 1,-1-1,-2-1,-2 1,0-1,-3 0,-2-21,4-40,-4-1,-5 1,-8-31,13 115,-1 0,0 1,-1-1,-1 1,1 0,-2 0,0 0,-1-1,6 11,0 0,-1 0,1 0,-1 0,1 1,-1-1,0 0,1 1,-1-1,0 0,1 1,-1-1,0 1,0-1,0 1,1-1,-1 1,0 0,0-1,0 1,0 0,0 0,0-1,0 1,0 0,0 0,0 0,0 0,1 0,-1 1,0-1,0 0,0 0,0 1,0-1,0 0,0 1,1-1,-1 1,0-1,0 1,0-1,1 1,-1 0,0-1,1 1,-1 0,-26 40,13-7,2 2,2-1,1 2,2-1,2 1,1 0,1 0,3 1,0-1,4 9,0 5,2 1,3-1,1-1,3 1,2-2,2 0,19 36,-28-70,0 1,1-2,0 1,1-1,1 0,1-1,-1-1,5 3,-12-11,1 0,0-1,-1 1,2-1,-1 0,0 0,1-1,-1 1,1-1,-1 0,1-1,0 0,0 0,0 0,0 0,0-1,0 0,0 0,0-1,0 0,0 0,0 0,0-1,-1 1,1-2,7-4,0-1,-1-1,0 0,-1 0,0-1,0-1,-1 0,0 0,-1-1,-1 0,0-1,0 0,-1 0,-1-1,0 1,-1-1,-1-1,0 1,-1-1,1-10,-2-34,-3 58,0 1,0 0,0 0,1 0,-1 0,0 0,0 0,0 0,0 1,0-1,0 0,1 0,-1 1,0-1,0 1,1-1,-1 0,0 1,0-1,1 1,-1 0,0-1,1 1,-1 0,1-1,-1 1,1 0,-1-1,1 1,-1 0,1 0,0 0,0-1,-1 1,1 0,0 0,0 0,-7 11,1 0,0 1,1-1,1 1,0 0,1 1,0-1,1 1,0-1,1 1,1 0,0-1,1 1,0 0,2 6,-1-15,0 0,0 0,0 0,1 0,-1-1,1 1,0-1,1 0,-1 0,1 0,-1 0,1-1,0 1,1-1,-1 0,0 0,1 0,0-1,0 0,0 0,0 0,0 0,0-1,0 0,0 0,0 0,1-1,2 0,29 0</inkml:trace>
  <inkml:trace contextRef="#ctx0" brushRef="#br0" timeOffset="1017.358">2035 654,'-25'-11,"-22"-11,-3-2</inkml:trace>
  <inkml:trace contextRef="#ctx0" brushRef="#br0" timeOffset="1336.03">1460 427,'182'25,"2"-7,18-7,-55-3,-1-6,0-7,0-6,-1-6,109-29,-224 39,0-1,-1-1,0-1,-1-1,0-2,-1-1,0-1,-1-2,8-7,-29 21,0-1,-1 1,0-1,0 0,0 0,0-1,-1 1,1-1,-1 1,0-1,0 0,-1 0,0-1,0 1,0 0,0-1,-1 1,0-1,0 0,0 1,-1-1,0 0,0 1,-1-1,1 0,-1 1,-2-6,-2 1,-1 0,0 1,-1 0,0 0,0 1,-1-1,0 2,-1-1,0 1,0 0,0 1,-1 0,0 1,0 0,0 1,-1-1,1 2,-1 0,0 0,0 1,0 0,-1 1,-9 0,13 1,1 0,-1 1,0 0,1 0,-1 1,1 0,-1 0,1 1,0-1,0 2,0-1,1 1,-1 0,1 0,0 1,0 0,0 0,1 0,-1 1,2 0,-1 0,0 0,1 1,0-1,1 1,-1 0,1 0,0 1,-10 34,2-1,2 1,1 1,3 0,1 0,2 0,2 0,4 24,44 677,-46-709,1 42,-2 0,-4 0,-13 75,15-145,1-2,-1 0,1 1,-1-2,0 1,-1 0,1 0,-1 0,0 0,0-1,-1 1,1-1,-1 0,0 0,0 0,0 0,-3 2,-5-7,1-7</inkml:trace>
  <inkml:trace contextRef="#ctx0" brushRef="#br0" timeOffset="1628.248">2730 1162,'14'-13,"0"0,1 1,1 1,0 0,1 1,-1 1,2 1,-1 0,1 1,1 1,1 0,24-9,0 3,1 1,0 2,25 0,-68 8,0 0,1 1,-1-1,1 1,-1-1,1 1,-1 0,0 0,1 1,-1-1,1 0,-1 1,1-1,-1 1,0 0,1 0,-1 0,0 0,0 0,0 0,0 1,0-1,0 1,0 0,0-1,0 1,-1 0,1 0,-1 0,1 0,-1 0,0 0,0 1,0 0,-6 93,-3-48,7-43,1-1,-1 1,0-1,1 1,0-1,0 1,1-1,-1 1,1-1,0 0,0 1,0-1,1 0,-1 0,1 0,0 0,0 0,1 0,-1 0,1 0,0-1,0 0,0 1,0-1,1 0,-1-1,1 1,0-1,-1 1,1-1,0 0,1 0,-1-1,0 1,0-1,2 0,28 0,-4-5</inkml:trace>
  <inkml:trace contextRef="#ctx0" brushRef="#br0" timeOffset="1784.83">3305 694,'20'21,"8"6</inkml:trace>
  <inkml:trace contextRef="#ctx0" brushRef="#br0" timeOffset="2784.678">3986 922,'-22'-11,"0"2,-1 0,0 2,-1 0,0 2,0 1,-18-2,36 6,1-1,-1 1,0 0,1 0,-1 0,0 1,1 0,-1 0,1 1,-1-1,1 1,0 0,0 1,0-1,0 1,0 0,0 0,1 1,-1-1,1 1,0 0,0 0,1 1,-1-1,1 1,0-1,0 1,0 0,1 0,0 1,0-1,0 0,0 1,1-1,0 1,0 0,1-1,-1 6,2-3,0-1,0 0,0 1,1-1,0 0,1 0,-1 0,2 0,-1-1,0 1,1-1,0 1,1-1,0-1,0 1,0-1,0 0,1 0,0 0,0-1,3 3,8 3,1 0,0-1,0 0,1-1,0-2,0 0,10 1,7 1,1-2,1-2,-1-1,0-2,1-1,-1-3,1 0,-1-3,0-1,-1-2,0-1,0-2,8-5,-33 13,0-1,0 0,0 0,0-2,-1 1,0-1,-1-1,1 0,-2 0,1 0,-1-1,0-1,-1 1,0-1,5-10,-11 18,-1 0,1 1,-1-1,0 0,0 0,1 1,-1-1,0 0,0 0,-1 0,1 1,0-1,-1 0,1 0,-1 1,1-1,-1 0,0 1,0-1,0 0,0 1,0 0,0-1,0 1,0-1,0 1,-1 0,1 0,-1 0,1 0,-1 0,1 0,-1 0,0 0,-61-18,49 17,1 0,-1 1,0 1,0 0,1 1,-1 0,0 1,1 0,0 2,-1-1,1 2,0-1,1 2,-1 0,-6 4,17-8,0-1,0 0,0 1,1 0,-1-1,0 1,1 0,-1 0,1 0,-1 0,1 0,0 0,0 1,0-1,0 0,0 1,0-1,1 0,-1 1,1-1,0 1,0-1,0 1,0-1,0 1,0-1,1 0,-1 1,1-1,0 1,-1-1,1 0,0 0,0 1,1-1,-1 0,0 0,1 0,-1 0,1 0,0-1,0 1,11 8,0-2,0 0,1 0,1-2,-1 1,1-2,0 0,0-1,0 0,1-1,-1-1,1 0,0-2,0 1,11-3,-22 3,0-1,0 0,0-1,1 1,-1-1,0 0,0 0,0-1,0 1,0-1,-1 0,1-1,0 1,-1-1,4-2,-10 10,0 0,1 0,0 0,0 0,0 1,1-1,-1 0,1 1,1-1,-1 0,1 1,1 4,-1-7,1 0,-1 1,1-1,0 0,1 0,-1 0,0 0,1-1,-1 1,1-1,0 1,0-1,0 0,0 0,1 0,-1-1,0 1,1-1,-1 0,1 1,-1-2,1 1,0 0,-1-1,1 0,0 1,-1-2,1 1,0 0,-1-1,1 1,0-1,-1 0,1 0,-1-1,0 1,1-1,-1 0,0 1,0-1,0-1,0 1,1-1,3-7,0-1,-1 0,0 0,-1 0,0-1,-1 0,0 0,-1 0,0 0,-1-1,-1 1,0 0,0-1,-1 1,-1-1,-18-217,19 229,-1 0,0 1,1-1,-1 0,1 0,-1 0,1 0,0 1,-1-1,1 0,0 0,0 0,0 0,0 0,0 0,0 0,0 0,0 0,0 0,0 0,0 0,0 0,1 0,-1 1,0-1,1 0,-1 0,1 0,-1 0,1 0,-1 1,1-1,-1 0,1 1,0-1,0 0,-1 1,1-1,0 1,0-1,0 1,-1-1,1 1,0-1,0 1,0 0,0 0,0 0,0-1,0 1,0 0,0 0,0 0,0 0,0 0,0 1,0-1,0 0,-1 0,1 1,0-1,0 0,0 1,0-1,0 1,-1-1,1 1,0 0,15 4,-1 2,1 0,-1 1,-1 1,0 0,0 1,-1 0,0 1,0 1,-1 0,0 2,-8-7,-1 1,0-1,-1 1,0 0,0 0,0 0,-1 0,0 1,-1-1,0 0,0 0,-1 1,0-1,0 0,-1 0,0 0,-1 3,-7 63,10-71,0 1,1-1,-1 0,1 0,0 1,0-1,0 0,0 0,1 0,-1 0,1 0,0-1,0 1,0 0,0-1,0 1,1-1,-1 0,1 0,-1 0,1 0,0 0,0-1,0 1,0-1,0 0,0 1,0-2,3 2,5 1,0-1,1 0,-1 0,1-1,0 0,-1-1,12-2,-9 1,0-1,-1 0,1-1,-1 0,1-2,-1 1,0-2,-1 1,1-2,-1 0,-1 0,1-1,-1 0,0-1,-1-1,0 1,-1-2,0 1,0-1,-1-1,-1 1,0-1,0-1,-1 0,-4 9,-1 0,1 0,-1 1,0-1,-1 0,1 0,-1-1,1 1,-1 0,-1 0,1 0,0 0,-1 0,0 0,0 0,0 0,0 0,-1 1,0-1,1 0,-1 1,-1-1,1 1,0 0,-1-1,0 1,0 0,1 1,-2-1,1 0,0 1,-1 0,1 0,-1 0,1 0,-1 0,0 1,0 0,0 0,0 0,0 0,-3 0,3 1,0 0,0 0,0 0,0 0,0 1,0 0,0-1,0 2,0-1,0 0,0 1,0 0,1 0,-1 0,1 0,-1 0,1 1,0-1,0 1,0 0,0 0,1 0,-1 1,1-1,0 1,0-1,0 1,0 0,1-1,-1 1,0 4,0 1,0 0,0 0,1 0,0 0,0 1,1-1,1 0,-1 0,1 1,1-1,0 0,0 0,1-1,0 2,8 10,1 1,1-2,1 0,0-1,2 0,0-1,0-1,2-1,0 0,1-1,0-1,17 9,30 17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9:51.4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177 369,'-7'20,"-4"19,-1 15,2 11,3 6,4 1,6 0,6-2,5-7,1-12,-1-13,-4-12</inkml:trace>
  <inkml:trace contextRef="#ctx0" brushRef="#br0" timeOffset="300.198">44 289,'-36'-198,"35"194,0 1,0 1,0-1,0 1,1-1,-1 0,1 1,-1-1,1 0,0 1,0-1,0 0,0 1,1-1,-1 0,1 1,0-1,-1 1,1-1,0 1,1-1,-1 1,0 0,1-1,-1 1,1 0,0 0,-1 0,1 0,0 1,2-3,7 2,-1-1,0 1,1 1,-1 0,1 0,-1 1,1 1,-1-1,0 2,1-1,-1 2,7 1,-1-1,19 4,0 0,0 2,-1 2,0 1,-1 2,0 1,-1 2,6 5,-33-20,0 1,0-1,0 2,-1-1,1 0,-1 1,0 0,0 0,0 0,0 0,-1 1,1-1,-1 1,0 0,-1 0,1 0,-1 1,0-1,-1 0,1 1,-1-1,0 1,0 0,-1-1,1 1,-1 0,-1 0,-3 3,-2-1,1 0,-1 0,0 0,-1-1,0 0,0 0,0-1,-1 0,0 0,0-1,-1 0,0 0,1-1,-1 0,-1 0,-3 0,-46 18,-1-2,-48 9,68-19,-23 12,49-13</inkml:trace>
  <inkml:trace contextRef="#ctx0" brushRef="#br0" timeOffset="885.672">591 931,'-3'-38,"2"0,1 0,2 1,3-10,-2 10,0-1,-3 0,-1 1,-2-1,-8-8,11 46,0 0,0 1,0-1,0 0,0 1,0-1,0 0,0 0,0 1,-1-1,1 0,0 1,0-1,0 0,0 1,0-1,0 0,-1 0,1 1,0-1,0 0,-1 0,1 1,0-1,0 0,-1 0,1 0,0 0,0 1,-1-1,1 0,0 0,-1 0,1 0,0 0,0 0,-1 0,1 0,0 0,-1 0,1 0,0 0,-1 0,1 0,0 0,-1 0,1 0,0 0,-1 0,1-1,0 1,0 0,-1 0,1 0,0 0,0-1,-1 1,1 0,0 0,2 3,0 0,0 0,0 1,0-2,1 1,-1 0,1 0,0-1,0 1,0-1,0 0,0 0,0 0,1 0,-1-1,1 0,-1 1,2-1,22 8,0-1,0-1,0-2,23 2,87 21,-134-27,1 0,0 1,0-1,-1 1,1 0,-1 0,0 0,1 0,-1 1,0 0,-1-1,1 1,0 0,-1 0,1 1,-1-1,0 0,0 1,0-1,-1 1,1 0,-1-1,0 1,0 0,0 0,-1 0,1 0,-1 0,0 0,0 0,0 0,-1 0,0 3,-5 26,5-29,-1 0,0 0,1 0,0 0,0 0,0 0,1 0,-1 0,1 1,0-1,0 0,0 0,1 0,-1 0,1 0,0 0,0 0,1 0,-1 0,1 0,0 0,0-1,0 1,0-1,1 1,0-1,-1 0,1 0,0 0,0 0,1 0,10 0,-1-1,1 0,0 0,-1-2,1 0,0 0,0-1,-1-1,1 0,-1-1,1-1,-1 0,0 0,7-2,0 0,0-1,-1-1,0-1,12-7,-25 12,0 0,1 0,-1-1,-1 0,1 0,-1 0,1-1,-2 0,1 0,-1 0,0 0,0-1,0 1,-1-1,0 0,-1 0,1-2,-2 8,0-1,-1 0,1 0,-1 0,0 0,0 0,1 0,-1 0,0-1,-1 1,1 0,0 0,0 0,-1 0,0 0,1 1,-1-1,0 0,0 0,0 0,0 0,0 1,0-1,0 0,-1 1,1 1,-1 1,0 0,1-1,0 1,-1 0,1 0,-1 0,1 0,0 0,0 0,0 0,0 1,0-1,0 0,0 1,0-1,0 1,0-1,1 1,-1-1,1 1,-1-1,1 1,0-1,-1 1,1 0,0-1,0 2,-2 6,1 0,0 0,1 0,0 0,0-1,1 1,0 0,0 0,1 0,0-1,1 1,0-1,0 0,1 0,0 0,0 0,1 0,0-1,0 0,0 0,1 0,1-1,-1 0,1 0,0-1,0 0,0 0,1 0,4 1,16 6</inkml:trace>
  <inkml:trace contextRef="#ctx0" brushRef="#br0" timeOffset="1136.02">1407 221,'-14'-4,"-4"0,8 6,14 5,18 5,5 1</inkml:trace>
  <inkml:trace contextRef="#ctx0" brushRef="#br0" timeOffset="1432.228">1714 529,'3'21,"0"-1,2 0,0 0,1-1,1 0,1 0,0 0,2-1,0 0,1-1,0 0,2-1,3 3,41 65,-47-68,-9-16,0 0,0-1,0 1,0-1,0 0,0 1,-1-1,1 0,0 1,-1-1,1 0,0 0,-1 0,1 1,-1-1,1 0,-1 0,1 0,-1 0,0 0,0 0,1 0,-1 0,0 0,0 0,0 0,0 0,0 0,0 0,0 0,0 0,-1-1,2-5,5-16,0 1,1 0,2 0,0 0,1 2,1-1,1 1,1 1,0 0,13-13,-26 31,1 0,-1 1,0-1,0 0,0 1,0-1,1 1,-1-1,0 1,0-1,1 1,-1-1,1 1,-1-1,0 1,1-1,-1 1,1-1,-1 1,1 0,-1-1,1 1,-1 0,1-1,-1 1,1 0,0 0,-1 0,1-1,-1 1,1 0,0 0,-1 0,1 0,-1 0,1 0,0 0,-1 0,1 1,0-1,-1 0,1 0,-1 0,1 1,-1-1,1 0,-1 1,1-1,-1 0,1 1,-1-1,1 1,-1-1,1 0,-1 1,0-1,1 1,-1 0,0-1,1 1,-1-1,0 1,0-1,0 1,1 0,-1-1,0 1,-3 45,-4-15,4-25,0 0,1 0,0 1,1-1,-1 0,1 1,0-1,1 1,0-1,0 1,0-1,0 1,1-1,1 1,-1-1,1 0,0 1,0-1,0 0,1 0,0 0,1-1,-1 1,1-1,2 3,6-2,1 0,-1 0,1-1,1-1,-1 0,0-1,1-1,0 0,-1 0,1-1,0-1,11-1,-7 1,72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29:58.0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294 726,'-48'0,"24"-2,0 2,1 1,-1 1,0 1,-18 4,38-6,0 0,-1 0,1 1,0-1,0 1,0 0,0 0,0 1,0-1,1 1,-1-1,1 1,0 0,-1 1,1-1,1 0,-1 1,0 0,1 0,0-1,0 1,0 0,0 1,1-1,0 0,0 0,0 1,0-1,1 1,-1-1,1 1,0-1,0 1,1-1,0 0,-1 1,1-1,1 1,-1-1,2 3,-1-4,0 0,1 0,-1 0,1-1,0 1,-1-1,1 0,0 1,1-1,-1 0,0-1,1 1,-1-1,1 1,-1-1,1 0,-1 0,1-1,0 1,0-1,-1 0,1 0,0 0,0 0,2-1,3-1,0 0,0 0,0-1,0 0,-1 0,0-1,1 0,-2-1,1 1,1-3,13-13,-1-2,0 0,-2-1,-1-1,-1-1,-1-1,-1 0,-2-1,0 0,-2-1,-1 0,-1-1,-2 0,2-13,1-4,-1-1,-2-1,-3 1,-1-1,-4-30,1 69,0 0,-1 1,-1-1,1 1,-1-1,-1 1,1 0,-1 0,-1 0,0 0,3 6,-1 0,1 1,-1 0,1-1,-1 1,1 0,-1 0,0-1,0 1,0 1,0-1,0 0,0 0,0 1,0-1,0 1,0 0,0-1,0 1,0 0,0 0,0 1,0-1,0 0,0 1,0-1,-1 1,2-1,-1 1,0 0,0 0,0 0,0 0,0 0,1 1,-1-1,1 0,-1 1,1-1,-1 1,1 0,0-1,0 1,0 0,0 0,-1 2,-11 17,1 1,1 0,1 1,1 0,0 1,2 0,1 0,1 1,2-1,0 1,1 14,-2-7,3 0,0 1,2-1,2 0,0 0,2-1,2 1,1-1,1 0,2-1,1 0,1-1,4 4,-13-25,0 0,1 0,0-1,1 1,0-1,0-1,0 1,1-1,0 0,0-1,0 1,1-1,0-1,0 0,0 0,1 0,-1-1,1 0,-1-1,1 0,0 0,0-1,0 0,7-1,-2-3,1-1,-1-1,0 0,-1-1,1-1,-1 0,0-1,-1 0,0-1,0 0,-1-1,0 0,-1-1,0 0,0 0,-2-1,1-1,-1 1,-1-1,-1-1,0 1,0-1,-1-2,-1 10,-1 1,0-1,-1-1,1 1,-1 0,-1 0,1-1,-1 1,0-1,0 0,-1 1,0-1,0 0,-1 1,1-1,-2 1,1-1,-1 1,1-1,-2 1,-1-5,1 10,1 0,-1 0,1 0,-1 1,1-1,-1 1,0 0,1 0,-1 0,0 0,1 0,-1 0,1 1,-1-1,0 1,1 0,-1-1,1 1,0 0,-1 1,1-1,0 0,-1 1,1-1,0 1,0 0,0 0,1 0,-1 0,0 0,1 0,-1 0,1 0,0 1,0-1,0 0,0 1,0-1,0 3,-2 1,0 0,1 0,0 0,0 1,1-1,-1 0,1 1,1-1,-1 1,1-1,0 1,1-1,0 1,0-1,0 0,1 1,-1-1,2 0,-1 0,1 0,0 0,0-1,0 1,1-1,0 1,0-1,0-1,4 5,8 2,-1 0,1-1,1 0,0-2,0 0,1 0,0-2,0 0,1-2,0 0,-1 0,4-2,69 12</inkml:trace>
  <inkml:trace contextRef="#ctx0" brushRef="#br0" timeOffset="778.61">1510 619,'-10'-1,"0"-1,0 1,0 1,-1 0,1 0,0 1,0 1,0-1,0 2,0-1,0 2,0-1,1 1,0 0,-1 1,2 0,-1 1,1 0,0 0,0 0,0 1,1 1,0-1,0 1,1 0,0 1,1-1,0 1,-1 2,5-8,-1 0,1 0,0 0,0 0,0 0,1 0,-1 0,1 0,0 0,0 0,0 0,0 1,0-1,1 0,-1 0,1 0,0 0,0 0,0 0,0 0,0-1,1 1,-1 0,1-1,0 1,0-1,0 1,0-1,0 0,1 0,-1 0,1 0,-1 0,1 0,-1-1,1 1,0-1,0 0,0 0,0 0,9 0,1-1,-1-1,0 0,0 0,1-1,-1-1,-1 0,1-1,0 0,-1 0,0-1,0-1,0 0,-1-1,1 0,-2 0,1-1,-1 0,0-1,-1 0,4-6,11-14,-2-1,-2-1,-1-1,-1-1,-1 0,-2-2,-2 1,-1-1,-2-1,-1 0,-2 0,-1-1,-2 1,-2-8,2 21,-1 1,-2-1,0 0,-1 0,-2 0,0 0,-2-4,5 26,0-1,0 1,0-1,-1 1,1-1,0 1,0-1,-1 1,1-1,-1 1,1-1,-1 1,0 0,1 0,-1-1,0 1,0 0,0 0,0 0,0 0,0 0,0 0,-1 0,1 0,0 0,0 0,-1 1,1-1,0 1,-1-1,1 1,-1-1,1 1,-1 0,1-1,-1 1,1 0,-1 0,1 0,-1 1,1-1,-1 0,1 0,0 1,-1-1,1 1,-1-1,1 1,0 0,-1-1,1 1,0 0,0 0,0 0,0 0,-1 0,1 0,0 1,-9 11,0 0,1 0,1 1,0 0,1 1,0 0,1 0,1 0,0 1,-1 13,-1-4,0 1,3-1,0 1,1 0,2 1,0-1,2 0,1 0,1 0,1 0,1 0,2 0,0-1,2-1,1 1,0-1,2-1,1 0,1 0,1-2,10 12,-20-26,0-1,0 0,1 0,0-1,0 0,0 0,1 0,-1-1,1 0,0 0,1 0,-1-1,1 0,-1-1,1 0,0 0,0-1,0 1,0-2,0 1,0-1,0-1,0 1,0-1,0 0,0-1,0 0,-1-1,1 1,-1-1,1-1,-1 1,0-1,0-1,-1 1,4-3,1-7,0-1,-1 0,0 0,-2-1,0 0,0-1,-2 1,0-1,0-1,-2 1,0-1,-1-2,-13 49,7-12,0 0,1 1,1 0,1-1,0 1,2 0,0-1,1 3,-2-15,0 1,0-1,1 0,-1 1,1-1,1 0,-1 0,1-1,0 1,0 0,0-1,1 0,-1 0,1 0,0 0,0 0,0-1,1 0,-1 0,1 0,0 0,0-1,0 0,0 0,0 0,0-1,1 1,-1-1,1-1,0 1,0-1,0-1,0 1,0-1,0 0,0 0,0-1,0 1,-1-1,1-1,0 1,-1-1,0 0,0 0,0 0,0-1,0 0,-1 0,0 0,0-1,0 1,0-1,1-2,6-8,-1-1,0-1,-1 1,-1-2,-1 1,0-1,0-3,-5 14,1-1,-1 1,1-1,-1 1,-1-1,0 1,0-1,0 0,-1 0,0 0,-1 1,0-1,1 7,-1 0,1 1,-1-1,1 1,-1-1,0 1,1-1,-1 1,0-1,0 1,1 0,-1-1,0 1,0 0,0-1,1 1,-1 0,0 0,0 0,0 0,1 0,-1 0,0 0,0 0,0 0,0 1,1-1,-1 0,0 0,0 1,0-1,1 1,-1-1,0 0,1 1,-1-1,0 1,1 0,-1-1,1 1,-1-1,1 1,-1 0,1-1,-1 1,1 0,0 0,-1 0,1-1,0 1,0 0,-1 0,1 0,0-1,0 1,0 0,0 1,-4 5,-1 0,2 1,-1 0,1 0,0 0,1 0,-1 0,2 0,-1 1,1-1,1 1,-1-1,1 1,1 0,0-1,0 0,0 1,1-1,1 0,-1 1,1-1,1-1,-1 1,1 0,1-1,0 0,-1 0,2 0,-1-1,1 1,5 3,2-2,-1 0,1 0,1-1,-1-1,1-1,0 0,9 2,39 8</inkml:trace>
  <inkml:trace contextRef="#ctx0" brushRef="#br0" timeOffset="1266.34">2954 553,'-23'11,"0"2,0 1,2 1,0 0,0 2,1 0,1 2,16-16,0-1,0 1,0 0,1 0,-1 0,1 0,0 1,0-1,0 1,0 0,0-1,1 1,0 0,0 0,0 0,0 0,0 0,1 0,0 0,0 0,0 0,0 0,0 0,1 0,0 0,0 0,0 0,0-1,1 1,0 0,-1-1,1 1,0-1,1 1,-1-1,1 0,-1 0,4 2,9 6,1 0,1-2,0 0,0-1,0 0,1-2,0 0,1-1,-1-1,1 0,0-2,0 0,19-1,-23 1,0-1,0 0,1-1,-1-1,0 0,0-1,0-1,0-1,0 1,-1-2,1 0,-1-1,0-1,-1 0,0 0,0-2,0 0,-1 0,-1-1,1 0,-2-1,1 0,-2-1,1 0,7-13,-16 23,0 0,1 0,-1 0,0 0,0 1,0-2,0 1,-1 0,1 0,-1 0,1 0,-1 0,0-1,1 1,-1 0,0 0,0 0,-1-1,1 1,0 0,-1 0,0 0,1 0,-1-1,0 1,0 0,0 0,0 1,0-1,-1 0,1 0,0 0,-1 1,0-1,1 1,-1-1,0 1,0 0,1 0,-1 0,0 0,0 0,-1 0,1 0,0 0,-2 1,-3-1,1 1,-1 0,0 0,0 0,1 1,-1 0,0 1,1 0,-1 0,1 0,0 0,0 1,0 0,0 1,0-1,1 1,-1 0,1 1,0-1,2-1,0-1,1 1,-1 0,1-1,-1 1,1 1,0-1,0 0,1 0,-1 1,1-1,-1 1,1-1,0 1,0 0,1-1,-1 1,1 0,0 0,0-1,0 1,0 0,1 0,-1-1,1 1,0 0,0-1,0 1,1-1,-1 1,1-1,0 0,0 0,2 3,7 5,0-1,1 0,0-1,1 0,0-1,0 0,0-1,1 0,1-1,-1-1,1 0,0-1,0-1,0 0,2-1,15 5,1-2,0-1,0-2,1-1,-1-1,0-2,31-6,-14-4</inkml:trace>
  <inkml:trace contextRef="#ctx0" brushRef="#br0" timeOffset="1867.248">3809 632,'-3'23,"1"-1,0 0,2 0,1 1,0-1,2 0,3 14,-4-30,-1 1,1-1,0 0,1 1,-1-1,1 0,0-1,1 1,0 0,-1-1,2 0,-1 0,1 0,-1-1,1 1,1-1,-1 0,0 0,1-1,0 0,0 0,0 0,0-1,0 0,1 0,-1 0,3 0,0-2,-1 0,1 0,-1-1,0 0,1-1,-1 1,0-1,0-1,0 0,0 0,0-1,-1 1,1-2,-1 1,0-1,-1 0,1 0,-1-1,0 0,0 0,-1-1,0 1,0-1,0 0,-1-1,0 1,0-1,-1 1,0-1,0 0,-1-1,0 1,0-7,2 1,0-1,-2 0,1 0,-2-1,0 1,-1 0,-1 0,0-1,-3-14,4 29,0 0,0 0,0 0,0-1,0 1,0 0,0 0,0 0,-1 0,1-1,0 1,-1 0,1 0,-1 0,1 0,-1 0,1 0,-1 0,0 0,0 0,1 0,-1 0,0 1,0-1,0 0,0 1,0-1,0 0,0 1,0-1,0 1,0 0,-1-1,1 1,0 0,0-1,0 1,0 0,-1 0,1 0,0 0,0 0,0 1,-1-1,1 0,0 0,0 1,0-1,0 1,0-1,0 1,0-1,0 1,0 0,0-1,0 1,0 0,0 0,-3 6,0 0,1 1,0-1,0 1,0-1,1 1,0 0,1 0,0 0,0 0,1 0,0 0,0 0,1 0,0 0,0 0,1 0,0 0,0 0,1-1,0 1,1-1,-1 0,1 0,0-2,-1 0,1 0,-1 0,1-1,1 0,-1 0,0 0,1 0,0-1,0 0,0 0,0 0,1-1,-1 1,1-1,-1 0,1-1,0 0,0 0,0 0,0 0,-1-1,1 0,0 0,0-1,0 0,0 0,0 0,-1 0,1-1,0 0,-1 0,0-1,1 0,-1 0,0 0,1-1,9-10,-1-1,-1 0,0 0,-1-1,-1-1,-1 0,0-1,-1 0,-1 0,4-11,2-13,-15 42,1-1,-1 1,0 0,1 0,-1 0,0 0,0 0,1 0,-1 0,0 0,1 0,-1 0,0 0,0 0,1 1,-1-1,0 0,1 0,-1 1,1-1,-1 1,0-1,1 0,-1 1,1-1,-1 1,1-1,-1 1,1 0,-1-1,1 1,0-1,-1 1,1 0,0-1,0 1,-1 0,1-1,0 1,0 0,0 0,0 0,-7 8,0 1,1 0,0 1,1-1,0 1,1 0,0 0,1 1,0-1,0 1,2-1,-1 1,2 0,-1 0,1 0,2 10,0-17,0 0,0-1,0 1,1-1,-1 1,1-1,0 0,0 0,1-1,-1 1,1-1,0 1,0-1,0 0,0-1,0 1,1-1,-1 1,1-1,3 1,101 19,210-14,-270-9,41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06.1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1 996,'34'-11,"0"-1,-1-1,0-2,-1-1,0-2,-2-1,0-1,-1-2,-2-1,0-1,6-8,-24 23,1-1,-2 1,1-2,-2 1,1-1,-1 0,-1 0,0-1,3-10,-8 20,0 1,0-1,-1 0,1 1,-1-1,0 0,1 1,-1-1,0 0,0 1,0-1,0 0,0 0,0 1,-1-1,1 0,-1 1,1-1,-1 0,1 1,-1-1,0 1,0-1,0 1,0-1,0 1,0 0,0-1,0 1,-1 0,1 0,0 0,-1 0,1 0,-1 0,1 0,-1 1,0-1,1 1,-1-1,0 1,1-1,-1 1,0 0,0 0,-4-1,-1 1,1 0,0 0,0 0,-1 1,1 0,0 0,0 1,0 0,0 0,0 0,-1 1,1 1,0 0,0 1,0-1,1 1,0 0,0 0,0 1,0 0,1 0,0 0,0 0,1 0,0 1,0 0,0-1,1 1,0 0,0 0,1 0,0 1,0 5,0-1,0 1,1-1,1 1,0-1,1 0,0 0,1 1,0-1,1-1,1 1,0 0,3 4,-1-4,1-1,1 0,0 0,1-1,-1 0,2-1,-1 0,2-1,-1 0,1-1,0 0,0-1,1 0,0-1,0 0,13 2,31 7</inkml:trace>
  <inkml:trace contextRef="#ctx0" brushRef="#br0" timeOffset="246.4">696 622,'-5'18,"8"15,15 9,18 4,18 1,15-3,8-2,3-6,-6-4,-10-6,-17-7</inkml:trace>
  <inkml:trace contextRef="#ctx0" brushRef="#br0" timeOffset="435.121">1151 675,'-16'0,"-12"9,-8 15,-8 18,-4 19,-2 15,4 7,7 2,10-3,13-10,8-18</inkml:trace>
  <inkml:trace contextRef="#ctx0" brushRef="#br0" timeOffset="914.558">1445 729,'-12'16,"1"1,1 0,1 1,0 0,2 0,0 1,1 0,1 0,0 0,2 1,0 0,1-1,1 15,2 14,1-1,3 1,2-1,2-1,4 6,85 314,-95-316,-3-50,-1 0,1 1,0-1,-1 0,1 0,-1 1,1-1,-1 0,1 0,-1 0,1 0,0 0,-1 0,1 0,-1 0,1 0,-1 0,1 0,-1 0,1 0,-1 0,1 0,-1 0,1-1,0 1,-1 0,1 0,-1 0,1-1,0 1,-1 0,1-1,0 1,-1 0,1-1,0 1,-1 0,1-1,0 1,0-1,-1 1,1 0,0-1,0 1,0-1,0 1,0-1,-1 1,1-1,0 1,0-1,0 1,-14-29,2 1,0-2,2 1,1-2,2 1,1-1,1 0,1-5,-9-92,5-1,8-71,0 175,0 8,0 1,1-1,0 1,1-1,1 1,1 0,3-8,-7 23,0 0,1-1,-1 1,1 0,0 0,-1 0,1 0,0 0,-1 0,1 0,0 0,0 0,0 0,0 0,0 1,0-1,0 0,0 1,0-1,0 1,1-1,-1 1,0-1,0 1,0 0,1-1,-1 1,0 0,0 0,1 0,-1 0,0 0,0 1,1-1,-1 0,0 0,0 1,1-1,-1 1,1 0,45 31,-43-29,18 14,-1 2,0 0,-2 2,0 0,-1 1,-1 1,2 5,-18-26,0 0,0 0,0 0,0 0,0 1,0-1,-1 0,1 0,-1 1,0-1,0 0,0 1,0-1,0 0,0 1,0-1,-1 0,1 1,-1-1,0 0,1 0,-1 1,0-1,-1 0,1 0,0 0,0 0,-1-1,1 1,-1 0,0 0,1-1,-1 1,0-1,0 0,0 1,0-1,0 0,0 0,-1 0,1-1,0 1,0 0,-3-1,-14 6,0-1,-1-1,0-1,0 0,0-2,-12 0,6-1</inkml:trace>
  <inkml:trace contextRef="#ctx0" brushRef="#br0" timeOffset="1567.403">1765 1130,'-5'-4,"0"-1,0 1,0-1,1 0,-1 0,2 0,-1-1,0 0,1 0,0 0,0 0,1 0,0 0,0-1,0 1,1-1,0 1,0-1,0 0,1 1,0-2,31-161,-28 60,-4 107,1 0,0 1,-1-1,1 1,0-1,0 0,0 1,0-1,0 0,0 1,1-1,-1 0,0 1,1-1,-1 1,1-1,0 1,-1-1,1 1,0-1,0 1,0 0,0 0,0-1,0 1,1 0,-1 0,0 0,1 0,-1 0,0 0,1 0,-1 1,1-1,-1 1,1-1,0 0,112-4,-80 6,20-1,-22-1,-1 1,0 2,0 1,0 1,20 7,-47-10,1 0,-1 0,0 0,0 1,0 0,0 0,0 0,0 0,0 1,-1-1,1 1,-1 0,0 0,1 0,-2 1,1-1,0 1,-1-1,1 1,-1 0,0 0,0 0,-1 0,1 1,-1-1,1 4,-2 5,-1 0,0-1,-1 1,-1 0,1-1,-2 1,0-1,0 0,-1 0,-1-1,-2 4,-30 94,37-107,1 0,0 0,0 0,-1 0,1 0,0 0,1 0,-1 0,0 0,1 0,-1 0,1 0,-1 0,1-1,0 1,0 0,0 0,0-1,0 1,0 0,0-1,0 1,1-1,-1 1,1-1,-1 0,1 0,0 0,-1 0,1 0,0 0,0 0,0 0,-1-1,3 1,71-1,-57-6,0 0,0 0,-1-2,0 0,0-1,-1-1,0 0,-1-1,0-1,0-1,-2 0,0 0,0-1,-1-1,-1 0,0-1,-1 0,-1-1,0 0,-2 0,0-1,-1 0,0 0,-2 0,1-5,-4 22,0-1,-1 1,1-1,-1 1,1-1,-1 1,0-1,1 1,-1-1,0 0,0 1,0-1,0 1,0-1,-1 1,1-1,0 1,-1-1,1 0,-1 1,0 0,1-1,-1 1,0-1,0 1,0 0,0 0,0-1,0 1,0 0,0 0,0 0,-1 0,1 0,0 0,-1 1,1-1,-1 0,1 1,-1-1,1 1,-1 0,-1-1,-3 4,0 0,1 0,-1 0,1 1,-1 0,1 0,0 0,1 1,-1-1,1 1,0 0,0 1,0-1,1 1,0 0,-2 3,-1 2,0 0,1 0,0 1,0 0,1 0,1 0,0 0,1 0,0 1,1 0,1-9,0 1,0-1,0 1,0 0,1-1,0 1,0-1,0 1,1-1,0 1,0-1,0 0,0 0,0 0,1 0,0 0,-1-1,1 1,1-1,-1 0,1 0,-1 0,1 0,0-1,0 1,0-1,0 0,2 1,11 2,-1 0,1 0,0-2,1 0,-1-1,0-1,1 0,-1-2,6 0,37-4</inkml:trace>
  <inkml:trace contextRef="#ctx0" brushRef="#br0" timeOffset="2052.107">3155 635,'-26'-5,"0"2,0 0,0 2,-1 1,1 1,-1 1,1 1,0 2,-16 4,40-8,0-1,0 0,0 1,0 0,0-1,0 1,0 0,0 0,0 0,1 0,-1 1,0-1,0 0,1 1,-1-1,1 1,0 0,-1-1,1 1,0 0,0 0,0 0,0 0,0 0,1 0,-1 0,0 0,1 0,0 0,-1 0,1 0,0 0,0 1,0-1,0 0,1 0,-1 2,5 3,0 0,0 0,1 0,-1 0,1-1,1 0,-1 0,1-1,0 0,1 0,-1-1,1 1,6 1,-3 0,71 38,-50-29,-1 1,-2 1,1 2,-2 1,11 11,-37-30,0 0,0 0,1 1,-1-1,0 1,-1 0,1-1,0 1,0 0,-1 0,1 0,-1 0,1 0,-1 0,0 1,0-1,0 0,0 1,-1-1,1 1,0-1,-1 1,0-1,0 1,1-1,-1 1,-1-1,1 1,0-1,-1 1,1-1,-1 1,0-1,0 0,0 1,0-1,0 0,0 0,-1 1,1-1,-1 0,1 0,-2 0,-4 2,1 0,-1-1,1 0,-1 0,0 0,0-1,-1 0,1-1,0 0,-1 0,1 0,-1-1,1 0,0-1,-1 1,-1-2,8 2,0 0,0 0,-1-1,1 1,0-1,0 1,0-1,0 1,0-1,0 1,0-1,0 0,0 0,0 0,0 0,0 1,1-1,-1 0,0 0,1 0,-1-1,1 1,-1 0,1 0,-1 0,1 0,0 0,-1-1,1 1,0 0,0 0,0 0,0-1,0 1,0 0,0 0,1 0,-1-1,0 1,1 0,-1 0,1 0,-1 0,1 0,-1 0,2-1,34-51,-7 20,2 2,2 2,0 1,2 1,1 2,1 1,1 2,50-17,-87 38,1 0,-1 1,1-1,-1 1,1-1,-1 1,1 0,0 0,-1-1,1 1,-1 0,1 1,-1-1,1 0,-1 0,1 1,-1-1,1 0,-1 1,1 0,-1-1,1 1,-1 0,0 0,1 0,-1 0,0 0,0 0,0 0,0 0,0 0,0 0,0 1,0-1,0 0,-1 1,1-1,0 1,-1-1,1 1,-1-1,0 1,1-1,-1 1,0 1,1 249,-2-250,1 1,0 0,0 0,0 0,1-1,-1 1,1 0,-1 0,1-1,0 1,0 0,0-1,1 1,-1-1,0 0,1 1,0-1,0 0,-1 0,1 0,0 0,1 0,-1 0,0-1,0 1,1-1,-1 1,1-1,-1 0,1 0,0 0,-1 0,1-1,0 1,0-1,-1 0,1 1,0-1,0 0,2-1,12-7</inkml:trace>
  <inkml:trace contextRef="#ctx0" brushRef="#br0" timeOffset="2295.457">3584 435,'13'7,"12"4,2 1</inkml:trace>
  <inkml:trace contextRef="#ctx0" brushRef="#br0" timeOffset="2550.316">3904 742,'-2'14,"-3"8,-1 6,1 3,1-3,4-5,1-7</inkml:trace>
  <inkml:trace contextRef="#ctx0" brushRef="#br0" timeOffset="2551.316">3891 315,'-5'-16,"-1"-8,0-1,6 7,8 16,8 16,7 16,-1 3</inkml:trace>
  <inkml:trace contextRef="#ctx0" brushRef="#br0" timeOffset="3051.977">4239 716,'29'-21,"-1"-1,-2-1,0-1,-1-2,-1 0,-2-1,0-2,4-9,-8 10,-1 0,-2 0,0-2,-2 0,-1 0,-2-1,-1-1,-1 1,-2-1,-1-1,-1-8,-3 37,0 0,-1 0,1 1,-1-1,0 0,0 0,0 0,0 0,-1 1,1-1,-1 0,0 0,-1 1,1-1,0 1,-1-1,0 1,0 0,0-1,0 1,0 0,-1 0,1 1,-1-1,0 0,0 1,0 0,0-1,0 1,-1 1,1-1,-2 0,0 2,-1 0,1 1,0-1,-1 1,1 1,0-1,0 1,0 0,0 0,0 0,0 1,0 0,1 0,0 0,-1 0,-3 4,-10 12,0 1,1 0,1 1,0 1,2 0,1 1,0 1,2 0,1 0,1 1,1 1,1-1,1 1,2 0,-1 11,3-16,0 1,2 0,1 0,0 0,2 0,0-1,1 1,1-1,2 0,0-1,1 1,9 16,-11-25,1-1,0 1,1-2,0 1,0-1,1 0,0-1,1 0,0-1,1 0,-1 0,1-1,1-1,0 0,0 0,0-1,0 0,1-2,-1 1,1-1,12 1,-11-4,-1 0,1 0,-1-1,1-1,-1 0,1-1,-1-1,0 0,-1 0,1-2,-1 1,0-1,0-1,0 0,-1-1,0 0,-1-1,0 0,0-1,1-2,5-6,-1 0,-1 0,-1-2,0 0,-1 0,-2-1,0-1,-1 0,-1 0,-1 0,0-8,-4 19,0-1,-1 0,0 0,-1 0,-1 0,0 0,-1 0,0 0,0 0,-2-1,3 11,-1 0,1 0,-1 0,1 1,-1-1,0 0,0 0,0 1,0-1,0 0,0 1,0-1,-1 1,1 0,0-1,-1 1,0 0,1 0,-1 0,1 0,-1 0,0 0,0 0,1 1,-1-1,0 1,0-1,0 1,0 0,0-1,0 1,0 0,0 0,0 1,1-1,-1 0,-1 1,-63 35,54-24,1 1,-1 0,2 1,0 0,1 0,0 1,1 1,1-1,0 1,1 1,1-1,1 1,0 0,1 0,1 0,0 1,3-10,-1 1,1-1,1 1,-1-1,2 1,-1-1,1 0,0 0,1 0,-1-1,2 1,-1-1,1 0,0 0,1 0,-1-1,1 1,1-1,-1-1,1 0,0 1,0-2,0 1,1-1,0-1,0 1,0-1,0 0,1-1,39 13,0-3,1-2,1-2,-1-2,1-3,0-1,23-4,17-4,-17-3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24.2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11,'-9'-4,"-3"-2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15.7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2225 2207,'16'-3,"17"0,16-2,11 0,7 1,2 0,-6 2,-10 3,-14 4,-14 0</inkml:trace>
  <inkml:trace contextRef="#ctx0" brushRef="#br0" timeOffset="166.555">2333 2501,'16'0,"16"0,15-3,10-2,7-5,2-4,-11 1</inkml:trace>
  <inkml:trace contextRef="#ctx0" brushRef="#br0" timeOffset="1483.831">3282 1873,'14'2,"20"4,23-1,21 0,19-1,10-1,6-1,-5-2,-12 0,-20-2,-25-1,-31 0,-18 0</inkml:trace>
  <inkml:trace contextRef="#ctx0" brushRef="#br0" timeOffset="4844.704">4539 4159,'0'-297,"18"437,61 209,-72-315</inkml:trace>
  <inkml:trace contextRef="#ctx0" brushRef="#br0" timeOffset="5347.309">3549 3357,'28'2,"28"1,27 0,20-1,15 0,4-1,-4 1,-18 1,-26 0</inkml:trace>
  <inkml:trace contextRef="#ctx0" brushRef="#br0" timeOffset="4312.1">3697 3610,'13'21,"15"15,12 13,12 8,10 5,7 1,0-3,-5-5,-9-7,-11-10,-13-11</inkml:trace>
  <inkml:trace contextRef="#ctx0" brushRef="#br0" timeOffset="4563.936">4098 3624,'-14'3,"-11"9,-8 12,-8 15,-3 15,-4 15,0 8,3 5,7 0,10-4,10-17</inkml:trace>
  <inkml:trace contextRef="#ctx0" brushRef="#br0" timeOffset="2279.107">1450 3584,'0'14,"0"15,0 12,-2 11,-1 5,0 5,1 0,3 0,3-5,6-5,1-7,-1-10</inkml:trace>
  <inkml:trace contextRef="#ctx0" brushRef="#br0" timeOffset="2527.953">1397 4212,'14'0,"13"0,9 0,6 0,-1 0,-2 0,-3 0,-9-2,-7-1</inkml:trace>
  <inkml:trace contextRef="#ctx0" brushRef="#br0" timeOffset="2780.712">1491 3517,'-12'-4,"2"-3,6-1,11 1,13 0,13 1,7 0,3 2,0 3,-8 3</inkml:trace>
  <inkml:trace contextRef="#ctx0" brushRef="#br0" timeOffset="3395.925">1946 4185,'19'-4,"1"1,0 1,0 0,0 2,0 0,0 1,0 1,15 4,-32-5,0 0,-1 0,1 0,-1 0,1 0,-1 1,1-1,-1 1,0 0,0-1,0 1,0 0,0 0,0 0,0 1,-1-1,1 0,-1 1,0-1,0 1,0-1,0 1,0 0,0-1,-1 1,1 0,-1-1,1 1,-1 0,0 0,-1 0,1-1,0 1,-1 0,1 0,-1-1,0 1,0 0,0-1,0 1,0-1,-1 0,1 1,-1 0,-10 17,-1 0,-1 0,0-1,-1-1,-15 13,-56 77,85-106,0-1,-1 1,1-1,0 1,0 0,0-1,1 1,-1 0,0 0,1 0,-1-1,1 1,-1 0,1 0,0 0,0 0,0 0,0 0,0 0,0 0,1-1,-1 1,1 0,-1 0,1 0,0 0,-1-1,1 1,0 0,0-1,0 1,1-1,-1 1,0-1,1 1,-1-1,0 0,1 0,1 1,12 4,0-1,0-1,1 0,0-1,-1 0,1-2,0 0,0 0,0-2,0 0,0-1,1 0,-13 1,142-20,-81 8</inkml:trace>
  <inkml:trace contextRef="#ctx0" brushRef="#br0" timeOffset="3711.084">2667 3851,'9'0,"10"0,13 0,10 0,10 0,4 0,3 0,-5 0,-9 0,-13 0</inkml:trace>
  <inkml:trace contextRef="#ctx0" brushRef="#br0" timeOffset="3937.104">2761 4078,'16'5,"16"1,17 0,16-1,10-4,-7-2</inkml:trace>
  <inkml:trace contextRef="#ctx0" brushRef="#br0" timeOffset="493.68">3469 2114,'7'15,"7"16,7 10,12 8,12 2,9 2,7 1,1-2,-5-6,-7-5,-9-6,-12-6,-16-8,-9-8</inkml:trace>
  <inkml:trace contextRef="#ctx0" brushRef="#br0" timeOffset="746.016">3830 2167,'-18'7,"-11"11,-7 12,-4 11,-2 14,-1 8,2 7,4 3,6 0,8-5,8-7,6-14</inkml:trace>
  <inkml:trace contextRef="#ctx0" brushRef="#br0" timeOffset="1049.474">4178 2782,'19'-83,"-1"7,-4-1,3-49,-18 181,3-1,1 1,3-1,3 0,9 28,1-15,-13-45</inkml:trace>
  <inkml:trace contextRef="#ctx0" brushRef="#br0" timeOffset="-1155.522">1223 1792,'0'21,"0"15,-2 13,-3 10,-3 6,-3 4,1 1,2-2,2-6,3-7,4-8,1-12</inkml:trace>
  <inkml:trace contextRef="#ctx0" brushRef="#br0" timeOffset="-903.195">1090 2474,'11'3,"13"0,12-1,8 1,4-4,1-1,-2 0,-6 0,-8 0,-10 1</inkml:trace>
  <inkml:trace contextRef="#ctx0" brushRef="#br0" timeOffset="-653.861">1169 1792,'-6'-2,"-1"-1,8 0,13 1,16 0,14 1,12 1,9 0,3 0,-11 0</inkml:trace>
  <inkml:trace contextRef="#ctx0" brushRef="#br0" timeOffset="-256.372">1718 2689,'22'-241,"-16"81,-7 155,-1 13,-1 17,-2 9,2 0,2 0,0 0,3 0,1 0,1-1,2 1,1-1,7 17,-12-45,0 0,0 1,1-1,0 0,0 0,0-1,0 1,1-1,0 1,0-1,0 0,0-1,1 1,3 1,10 4</inkml:trace>
  <inkml:trace contextRef="#ctx0" brushRef="#br0" timeOffset="-3798.635">2025 509,'16'0,"17"0,14 0,10 0,5 0,-2 0,-4 2,-11 3,-14 1</inkml:trace>
  <inkml:trace contextRef="#ctx0" brushRef="#br0" timeOffset="-3552.238">2092 803,'16'2,"14"1,14 0,13-1,7-2,8-2,0-1,-3-1,-14-1</inkml:trace>
  <inkml:trace contextRef="#ctx0" brushRef="#br0" timeOffset="-3301.396">2948 362,'9'23,"10"18,13 17,10 9,9 5,8-1,3-5,-3-8,-4-9,-10-10,-9-12,-14-13,-11-8</inkml:trace>
  <inkml:trace contextRef="#ctx0" brushRef="#br0" timeOffset="-3058.042">3309 348,'-9'16,"-10"14,-11 16,-9 14,-10 10,-7 9,-4 5,-1 0,9-6,12-9,13-15,11-15</inkml:trace>
  <inkml:trace contextRef="#ctx0" brushRef="#br0" timeOffset="-2002.844">3750 910,'67'-274,"-50"215,-17 60,0-1,0 0,0 0,0 0,1 0,-1 0,0 0,0 1,0-1,0 0,0 0,1 0,-1 0,0 0,0 0,0 0,0 0,1 0,-1 0,0 0,0 0,0 0,0 0,1 0,-1 0,0 0,0 0,0 0,0 0,1 0,-1 0,0 0,0 0,0-1,0 1,1 0,-1 0,0 0,0 0,-1 23,1-21,-3 39,1-1,2 0,2 1,1-1,3 0,1 0,2-1,4 11,47 107,-59-155,-1 0,0 1,1-1,-1 0,0 0,0 1,-1-1,1 0,0 0,-1 1,0-1,1 0,-1 0,0 0,0 0,0 0,0 0,-1 0,1 0,0 0,-1 0,1-1,-1 1,0-1,0 1,1-1,-1 1,0-1,0 0,0 0,0 0,-1 0,1-1,0 1,0 0,0-1,-1 1,1-1,0 0,-1 0,1 0,0 0,0 0,-2-1,-65-5,78-1,143-5,196-8,-348 20,0 0,0-1,-1 1,1 0,0-1,0 1,-1 0,1-1,0 1,0 0,0-1,0 1,0-1,0 1,0 0,0-1,-1 1,1-1,0 1,1 0,-1-1,0 1,0-1,0 1,0 0,0-1,0 1,0-1,1 1,-1 0,0-1,0 1,1 0,-1-1,0 1,0 0,1-1,-1 1,0 0,1 0,-1-1,0 1,1 0,-1 0,0 0,1 0,-1-1,1 1,-1 0,0 0,1 0,-1 0,1 0,-1 0,0 0,1 0,-1 0,1 0,-1 0,1 0,-1 0,0 1,1-1,-1 0,0 0,1 1,-5-10</inkml:trace>
  <inkml:trace contextRef="#ctx0" brushRef="#br0" timeOffset="-5087.7">929 309,'0'-2,"0"1,0 5,0 10,0 13,0 15,0 15,0 11,0 8,0 2,0-3,0-5,-2-10,-1-13,0-13,-2-11,-1-10,-1-7</inkml:trace>
  <inkml:trace contextRef="#ctx0" brushRef="#br0" timeOffset="-4838.673">755 990,'16'-2,"12"-1,11-2,4-1,1 2,-3 1,-4 0,-6 4,-6 0,-8-6,-6-6,-5-6,-3 0</inkml:trace>
  <inkml:trace contextRef="#ctx0" brushRef="#br0" timeOffset="-4524.511">822 202,'-5'-5,"2"-1,5 2,9 3,14 0,14 2,13-3,9-3,5 0,0 0,-5 1,-12 2</inkml:trace>
  <inkml:trace contextRef="#ctx0" brushRef="#br0" timeOffset="-4051.472">1424 803,'-56'108,"54"-102,0-1,0 0,1 1,0-1,0 0,0 1,1-1,0 1,0 0,0-1,0 1,1-1,0 1,0-1,1 0,0 1,0-1,0 0,0 0,2 2,-1-3,1 0,-1 0,1 0,0-1,0 1,1-1,-1 0,1 0,-1-1,1 1,0-1,0 0,0 0,0-1,0 1,0-1,1-1,-1 1,0-1,1 1,4-2,0 1,0-1,0 0,0-1,0 0,-1 0,1-1,-1 0,0-1,1 0,-2 0,5-3,-8 3,1 0,-1 0,0 0,0 0,0-1,-1 0,1 0,-1 0,-1 0,1-1,-1 1,1-1,-2 0,1 0,-1 0,0-1,0 1,0 0,-1-1,0 1,-1-1,1 1,-1-1,0 0,-1 1,0-1,0 1,0-1,-1 1,0 0,0-1,0 1,-1 0,0 0,0 1,-1-1,1 1,-1-1,-1 1,0-1,0 1,1 1,-1 0,0 0,0 0,0 1,0-1,-1 1,0 1,1-1,-1 1,0 0,0 0,0 0,0 1,-1 0,1 1,0-1,-1 1,1 0,0 0,0 1,-1 0,1 0,0 1,0 0,0 0,0 0,0 0,1 1,-1 0,1 0,0 1,0 0,-3 2,4-3,0 0,0 0,0 1,1-1,0 1,-1 0,1 0,1 0,-1 0,0 1,1-1,0 1,0-1,1 1,-1 0,1 0,0 0,0 0,0 0,1 0,0 0,0 0,0 0,1 0,-1 0,2 4,10 14</inkml:trace>
  <inkml:trace contextRef="#ctx0" brushRef="#br0" timeOffset="6195.587">1584 5215,'-2'14,"-1"15,0 17,0 14,2 8,0 7,0 1,-3 0,-5-3,-4-3,-5-11,1-14</inkml:trace>
  <inkml:trace contextRef="#ctx0" brushRef="#br0" timeOffset="6446.916">1450 5883,'0'-2,"5"-1,6-2,7-1,9 2,7 1,6 0,0 2,-2 1,-5 0,-8 0</inkml:trace>
  <inkml:trace contextRef="#ctx0" brushRef="#br0" timeOffset="6642.942">1478 5121,'2'2,"8"1,8 2,11 1,14-1,11 0,10 1,-6-2</inkml:trace>
  <inkml:trace contextRef="#ctx0" brushRef="#br0" timeOffset="7198.536">1931 5763,'36'-8,"1"1,-1 2,1 2,0 1,34 4,-59-3,0 1,0 1,-1 0,1 1,0 0,-1 1,1 0,-1 0,0 1,0 1,0 0,-1 1,8 5,-16-10,-1 1,1-1,-1 1,0 0,0 0,1-1,-1 1,0 0,-1 0,1 0,0 0,-1 0,1 0,-1 1,1-1,-1 0,0 0,0 0,0 0,0 1,0-1,-1 0,1 0,0 0,-1 0,0 0,0 0,1 0,-1 0,0 0,0 0,-1 0,1-1,0 1,-1 0,1-1,-1 1,-62 54,-88 18,183-68,5-5,0 2,0 2,-1 1,0 2,0 1,0 2,-1 1,-1 1,4 5,19 20,-54-36,-1-1,1 1,-1-1,0 1,1 0,-1-1,0 1,0 0,0 0,0 0,0 0,0 0,-1 0,1 0,-1 0,1 0,-1 0,0 0,0 1,0-1,0 0,0 0,-1 0,1 0,0 0,-1 0,0 0,1 0,-2 2,-3 2,0 0,0 0,-1 0,0-1,0 0,-1 0,1 0,-1-1,0 0,0 0,-1-1,1 0,-1 0,-6 1,-13 5,-1-1,1-1,-1-1,0-2,-1-1,1-1,-1-1,-14-2,-6-15,40 4</inkml:trace>
  <inkml:trace contextRef="#ctx0" brushRef="#br0" timeOffset="7461.862">3028 5535,'16'3,"14"2,16 1,14-1,7 2,3-2,-5 0,-9 0,-13 0</inkml:trace>
  <inkml:trace contextRef="#ctx0" brushRef="#br0" timeOffset="7696.235">3055 5844,'14'4,"15"2,17 0,16-4,12-4,9-4,6-4,-12 1</inkml:trace>
  <inkml:trace contextRef="#ctx0" brushRef="#br0" timeOffset="8264.715">4165 5509,'79'-260,"-67"239,-12 21,0 0,0 0,0 0,0 1,0-1,0 0,0 0,1 0,-1 1,0-1,0 0,0 0,0 0,0 1,1-1,-1 0,0 0,0 0,0 0,1 0,-1 0,0 1,0-1,0 0,1 0,-1 0,0 0,0 0,1 0,-1 0,0 0,0 0,0 0,1 0,-1 0,0 0,0 0,1 0,-1 0,0 0,0 0,0-1,1 1,-1 0,0 0,0 0,0 0,1 0,-1-1,0 1,0 0,0 0,0 0,1-1,-21 168,17-127,2 1,2-1,1 1,3-1,1 0,1 0,3-1,5 14,-3-17,-6-22,-2 0,1 1,-2-1,0 1,0-1,-2 1,0 0,0 11,-3-20,0-1,0 0,-1 0,0 0,1 0,-2-1,1 1,0-1,-1 1,0-1,0 0,0-1,0 1,-1-1,0 0,1 0,-1 0,0 0,0-1,-1 0,1 0,0-1,-1 1,1-1,-1 0,1-1,-1 1,1-1,-1 0,0-1,1 1,-1-1,1 0,-3-1,7 2,1 0,0 1,-1-1,1 0,-1 0,1 0,0 0,-1 1,1-1,-1 0,1 0,0 0,-1 0,1 0,-1 0,1 0,0 0,-1 0,1 0,-1 0,1-1,0 1,-1 0,1 0,-1 0,1 0,0-1,-1 1,1 0,0 0,-1-1,1 1,0 0,0-1,-1 1,1 0,0-1,0 1,-1 0,1-1,0 1,0 0,0-1,0 1,0-1,-1 1,1 0,0-1,0 1,0-1,0 1,0-1,0 1,0 0,1-1,-1 1,0-1,0 1,0 0,0-1,121-16,235-1,-311 15</inkml:trace>
  <inkml:trace contextRef="#ctx0" brushRef="#br0" timeOffset="10147.804">448 1,'-15'2,"0"0,1 2,-1 0,1 0,0 1,0 1,1 1,-1 0,2 0,-1 2,1-1,0 1,0 1,2 0,-1 1,1 0,-4 6,-9 20,1 1,2 0,1 1,3 1,1 1,2 0,1 1,3 1,-1 15,-3 10,3 1,3-1,4 2,2-1,3 0,3 0,3 0,4-1,5 11,43 141,33 146,-52-100,-7 49,-25-225,-4-58,-1 0,-2 0,-1 0,-2 0,0 0,-3 0,0 0,-2-1,-2 0,-1 0,-1-1,-1 0,-6 9,11-26,-1 0,0-1,-1 0,0 0,-1-1,0 0,-1-1,0 0,-1 0,0-1,0 0,-1-1,0-1,0 0,-1 0,0-1,0-1,-9 3,21-8,-1 1,1-1,-1 0,1 1,-1-1,1 0,-1 0,1 0,-1 0,1 0,-1 0,1 0,-1 0,1-1,-1 1,1-1,-1 1,1-1,-1 1,1-1,0 0,-1 0,1 0,0 0,-1-1,3 1,1-1,0 0,0 1,0-1,0 1,0 0,0 0,0 0,0 0,1 0,-1 0,0 0,1 1,-1-1,0 1,1 0,-1-1,0 1,2 1,10-1,0 0,-1 1,1 1,0 1,-1 0,1 0,-1 1,0 1,0 0,0 1,-1 1,0 0,0 0,-1 1,0 1,0 0,-1 0,0 1,-1 0,0 1,0 0,1 4,11 23,-1 1,-3 1,-1 0,-2 1,-1 1,-3 0,-1 1,-2 0,-1 9,9 97,-7 1,-5-1,-8 1,-6 0,-22 101,-35 138,28-189,8 2,10 1,4 123,22-240,3 1,5-1,3-1,3 0,4-1,4-1,4-1,5 1,24 19,-57-99,0-1,0 1,1 0,-1-1,1 1,0-1,-1 0,1 0,0 0,1 0,-1-1,0 1,0-1,1 0,-1 0,1 0,-1 0,1 0,-1-1,1 0,-1 0,1 0,-1 0,1 0,0-1,-1 1,1-1,-1 0,0 0,3-2,-2 2,0-1,0-1,0 1,0-1,-1 1,1-1,-1 0,0 0,0-1,0 1,0-1,-1 1,1-1,-1 0,0 0,0 0,0 0,0-3,1-5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17.2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0,'-4'5,"0"1,1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25.6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526 0,'111'28,"277"70,-279-59,-2 5,-2 4,96 62,283 208,-396-255,-3 3,-3 4,12 18,-58-50,-2 0,-2 2,-1 2,-2 1,-2 1,-2 1,15 37,-8 17,-3 2,-5 0,-4 2,-5 0,1 104,-7-107,29 250,-7-108,-11 1,-11 1,-19 203,-13-304,-6-1,-6-1,-6-2,-7-2,-17 25,4-14,-7-4,-5-2,-7-4,-6-4,-54 61,9-37,-44 32,29-32,61-65,-4-4,-4-4,-4-5,-2-3,-106 59,140-97,-100 59,4 6,-28 32,72-37,57-47,-2-2,-65 39,84-63,38-28,2-3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26.3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247 83,'-24'34,"1"1,2 1,2 0,1 2,2 0,1 2,2 1,6-21,-71 181,77-200,-10 43,11-43,0 0,0-1,0 1,0 0,0 0,0 0,0 0,1-1,-1 1,0 0,1 0,-1 0,0-1,1 1,-1 0,1-1,-1 1,1 0,0-1,-1 1,1-1,-1 1,1-1,0 1,0-1,-1 1,1-1,0 0,0 1,-1-1,1 0,0 0,0 1,0-1,0 0,-1 0,1 0,0 0,0 0,0 0,0-1,0 1,-1 0,1 0,0 0,0-1,0 1,-1-1,1 1,28-9,0 0,-1-2,0-2,15-9,5-1,40-18,3 4,0 4,2 5,1 3,2 4,-43 14,-69 9,0-1,0 0,1-2,-1 0,0 0,0-2,1 0,0 0,-1-2,1 0,1 0,-1-1,1-1,0-1,0 0,-11-10,-102-108,110 105,0 0,-2 2,0 0,-1 1,-1 1,-1 1,0 1,-1 1,-2 0,23 12,0 1,0-1,0 1,0 0,0-1,0 1,-1 0,1 0,0 0,-1 1,1-1,0 1,-1-1,1 1,-1 0,1 0,-1 0,1 0,-1 0,1 0,0 1,-1-1,1 1,-1 0,1-1,0 1,0 0,-1 1,1-1,0 0,0 1,0-1,0 1,1-1,-1 1,0 0,1 0,-1 0,1 0,-1 0,0 2,2-1,-1 0,0 0,1 1,0-1,0 0,0 0,0 1,0-1,1 0,-1 1,1-1,0 0,0 0,0 0,1 0,-1 0,1 0,-1 0,1 0,0-1,0 1,0 0,1-1,-1 0,0 0,1 1,0-1,1 1,10 3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27.6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5 136,'1'-4,"1"18,17 48,2-1,3 0,3-2,21 34,18 17,-98-157,11-1,3-1,1-1,3-1,2 0,2-1,1-7,2 15,5 35,1-2,-1-1,0 1,-1 0,0 0,-1 0,0 1,0-1,-1 1,-7-10,12 19,-1 1,1-1,-1 0,1 0,-1 0,0 0,1 1,-1-1,0 0,0 1,1-1,-1 0,0 1,0-1,0 1,0 0,0-1,0 1,0 0,0-1,0 1,0 0,0 0,0 0,0 0,0 0,0 0,0 0,0 0,0 0,0 1,0-1,-1 1,15 13,6-8,1 0,0-2,0-1,0 0,0-2,1 0,8-1,4 0,269 4,-298-4,3-1,0 1,0 1,0-1,0 1,0 1,0-1,0 1,-1 0,1 0,4 3,-10-4,0 0,0 0,0 0,0 1,0-1,-1 0,1 0,0 1,0-1,-1 0,1 1,-1-1,1 1,-1-1,0 1,1-1,-1 1,0-1,0 1,0-1,0 1,-1-1,1 1,0-1,0 1,-1-1,1 1,-1-1,0 0,1 1,-1-1,0 0,0 1,0-1,1 0,-1 0,-1 0,1 0,-90 97,89-95,-105 96,4 6,4 5,37-32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30.8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7182,'-1'-1,"1"1,1 0,-1 0,0 0,1-1,-1 1,0 0,1 0,-1 0,0 0,1 0,-1-1,0 1,1 0,-1 0,0 0,0-1,1 1,-1 0,0 0,0-1,1 1,-1 0,0-1,0 1,0 0,1-1,-1 1,0 0,0-1,0 1,0 0,0-1,0 1,0 0,0-1,0 1,0-1,0 1,0 0,0-1,0 1,0 0,0-1,0 1,-1 0,1-1,3 1,41-4,0-2,0-2,-1-1,0-3,-1-1,-1-2,0-2,6-5,310-159,-182 94,-3-8,-4-6,10-19,-80 42,-5-3,-2-5,-5-4,-4-3,-3-4,-5-3,48-89,-26 26,-7-3,-7-4,-8-4,-7-2,1-33,130-407,-164 525,-5 0,-3-3,-5 0,-1-16,37-439,-44 422,-5 0,-5-1,-9-50,1 99,-4 1,-3 1,-3-1,-4 2,-3 1,-3 0,-4 2,-3 1,-3 1,-3 3,-8-8,-34-32,-5 3,-4 5,-5 3,-3 5,-5 4,-3 4,-40-19,69 58,-3 2,-1 4,-70-23,-28-12,116 41,0-2,-50-39,90 60,-16-9,0 2,-2 1,-1 3,0 1,-1 2,-1 2,-10-1,50 13,0 0,0 0,0-1,0 1,0-1,1 1,-1-1,0 0,0 0,1 0,-1-1,1 1,-1 0,1-1,0 0,-1 0,1 1,0-1,0 0,0-1,0 1,1 0,-1-1,1 1,-1-1,1 1,0-1,0 0,0 1,0-1,0 0,1 0,-1 1,1-2,1 1,-1 0,1 0,-1 0,1 0,-1 0,0 0,0 0,-1 0,1 0,-1 0,1 0,-1 0,0 1,0-1,0 0,-1 0,1 1,0-1,-1 1,0-1,0 1,0-1,0 1,0 0,0 0,0 0,-1 0,1 1,-2-1,4 1,-1 0,0 0,1 1,-1-1,0 1,1-1,-1 1,0-1,0 1,0-1,0 1,1 0,-1-1,0 1,0 0,0 0,0 0,0-1,0 1,0 0,0 0,0 0,0 1,1-1,-1 0,0 0,0 0,0 1,0-1,0 0,0 1,1-1,-1 1,0-1,0 1,1 0,-1-1,0 1,1-1,-1 1,0 0,1 0,-1-1,1 1,-1 0,1 0,0 0,-1 0,1 0,0-1,0 1,-1 0,1 1,-1 15,1 0,0 0,1 0,1-1,0 1,2 0,0 0,0-1,2 0,0 0,1-1,0 1,3 2,12 25,1-1,3-2,17 22,-32-51,-26-37,11 19,-35-60,3-1,4-2,2-2,-16-60,45 128,0 4,1-1,-1 1,1-1,0 1,-1-1,1 1,-1-1,1 1,0-1,-1 1,1-1,0 1,-1-1,1 0,0 1,0-1,0 0,0 1,0-1,0 1,0-1,0 0,0 1,0-1,0 0,0 1,0-1,0 0,0 1,1-1,-1 1,0-1,1 0,-1 1,0-1,1 1,-1-1,0 1,1-1,-1 1,1-1,-1 1,1 0,-1-1,1 1,0 0,-1-1,1 1,76 41,-46-30,0-1,0-2,1 0,-1-3,2 0,-1-2,0-2,1-1,-1-1,0-2,25-5,42-26,-84 35,-23 18,5-12,-52 123,5 2,-16 81,29-82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31.8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393 0,'-14'46,"-3"-2,-2 0,-1-1,-2-1,-2-1,-2-1,-2-1,-1-2,-2 0,-1-2,-32 25,5 7,58-66,1 0,-1-1,0 1,1 0,-1 0,1 0,-1 0,1 0,-1 0,1-1,0 1,-1 0,1 0,0 0,0 0,0 0,0 0,0 0,0 0,0 0,0 0,0 0,0 0,1 0,-1 0,0 0,1 0,-1 0,1 0,-1 0,1 0,-1 0,1-1,0 1,-1 0,1 0,0-1,0 1,-1 0,1-1,0 1,0-1,0 1,0-1,0 1,0-1,0 0,0 0,0 1,0-1,0 0,0 0,60 4,-56-4,99-4,-65 0,0 2,1 1,-1 3,1 0,-1 3,0 1,0 2,-1 2,17 7,4 11,-58-28,0 0,0 0,0 0,0 1,0-1,0 0,0 0,0-1,0 1,0 0,0 0,0 0,0-1,0 1,0 0,0-1,0 1,0-1,0 1,-1-1,1 0,0 1,0-1,-1 0,1 1,0-1,-1 0,1 0,0 0,-1 0,1 0,-1 1,0-1,1 0,-1 0,0 0,1 0,-1 0,0 0,0 0,0 0,0 0,0-1,0 1,0 0,0 0,-1 0,1 0,0 0,-1 0,1 1,0-1,-1 0,1 0,-1 0,0 0,1 0,-1-6,-1-18,-1 1,-2 0,0 0,-1 1,-2 0,0 0,-2 0,0 1,-14-20,-4-4,-3 1,-1 2,-37-37,-24-9,79 78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34.8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7950 889,'6'22,"-1"-1,-2 1,0 0,-1 0,-1 0,-1 6,0-11,-6 202,-32 197,24-279,-43 533,30 1,34 147,6-556,12-1,10-2,55 190,-18-183,-35-146,-5 1,-5 1,-6 2,-5 0,-1 89,-24-83,-5 0,-31 124,17-103,-8 133,29-29,6-122,-15 104,3-147,4-44,2 1,2 0,3 0,1 0,2 0,3 0,7 38,-4-61,-5-19,0-1,0 0,0 1,0-1,-1 1,0-1,0 1,0 0,0 0,-1-1,0 1,0 0,0 0,-1 0,1-1,-1 1,0 0,0-1,-1 1,0-1,1 1,-1-1,-1 0,1 0,-1 1,0-2,0 1,0 0,-3 2,-6-1,0 0,-1-2,1 1,-1-2,0 1,0-2,0 0,0 0,0-1,0-1,0 0,0-1,-4-1,-423-46,-398 21,-175 23,-89-5,151-29,-1173 40,1318-1,796 0,-114-15,119 14,0-1,0 1,0-2,1 1,-1 0,1-1,-1 0,1 0,0 0,0 0,1-1,-1 0,1 1,-1-1,1-1,0 1,1 0,-1-1,1 1,0-1,0 0,-1-4,-6-33,2 0,2 0,1 0,3-1,1-1,-2-30,-72-1111,67 1098,-123-1080,123 1124,-83-653,77 533,8 0,7-1,11-44,112-710,-87 562,38-268,-39 410,5-24,7-201,-25-113,50 163,-71 366,1 1,1-1,1 1,1 0,1 1,0 0,2 0,1 1,0 0,1 1,2 0,6-6,-10 13,2 0,-1 1,2 0,-1 1,1 1,1 0,0 1,0 0,1 1,-1 1,1 0,1 1,-1 1,1 0,0 1,13-1,253 2,-166 5,485 0,1215 46,486 176,-856-143,-1151-75,-200 11,246 19,-339-37,1 0,-1 0,1 0,-1 1,1-1,-1 1,0 0,1-1,-1 1,0 0,0 1,1-1,-1 0,0 0,0 1,0 0,-1-1,1 1,0 0,0 0,-1 0,1 0,-1 0,0 0,0 0,0 0,0 1,1 1,-6 122,-9 65,-32 147,31-264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38.5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6386 2621,'-15'747,"10"-668,-14 228,20 296,50 15,-54-538,-3-75,2-19,-1-13</inkml:trace>
  <inkml:trace contextRef="#ctx0" brushRef="#br0" timeOffset="1">6386 2996,'13'-240,"-5"181,-4-1,-2 1,-2-1,-3 0,-3 1,-3 0,-6-22,-34-33,50 113,-1 0,0 0,1 0,-1 0,1 0,0 0,-1 1,1-1,0 0,-1 0,1 0,0 1,0-1,0 0,0 1,0-1,-1 1,1-1,0 1,0 0,0-1,0 1,1 0,-1-1,0 1,0 0,0 0,0 0,0 0,0 0,0 0,0 1,0-1,0 0,0 0,0 1,0-1,1 1,6-1,96-7,-39 2,0 2,1 4,13 3,165 17,199-11,1451-22,-615 29,217 18,-576 24,-488-38,738 63,-342 6,-827-90,1 0,0 0,0-1,-1 1,1 0,0 0,0 0,-1 0,1 0,0 0,0 1,-1-1,1 1,0-1,0 1,-1 0,1-1,-1 1,1 0,-1 0,1 0,-1 0,1 1,-1-1,0 0,0 0,0 1,0-1,0 1,0-1,0 1,0-1,0 1,-1 0,1-1,-1 1,1 0,-1-1,0 1,1 0,-1 0,-25 154,16 44,8 0,23 175,-20-353,19 215,10-1,14 18,123 602,-36-351,-58-239,-8 18,-6 31,-57-303,0 0,1 0,0 0,0-1,1 0,1 0,0 0,1-1,5 8,3-4</inkml:trace>
  <inkml:trace contextRef="#ctx0" brushRef="#br0" timeOffset="2">6307 4934,'-10'54,"2"1,3 0,3 0,1 0,8 49,-6-72,10 173,5 92,-20 231,3-513,0-11,0 0,0 1,0-1,1 0,-1 1,1-1,0 0,0 1,1-1,-1 0,1 1,0-1,0 0,1 0,-1 0,1 0,0 0,0 0,0 0,0 0,1-1,0 1,-1-1,1 0,0 0,4 3,7-2,0-1,1 0,0-1,-1 0,1-1,0-1,0 0,0-1,0-1,-1 0,8-3,456-96,-285 77,0 9,0 7,71 12,-38-2,957-13,446 24,-249 51,-459-27,-373-1,88 1,-119-23,-242-39,90 50,53-25,-411-3,-13 0</inkml:trace>
  <inkml:trace contextRef="#ctx0" brushRef="#br0" timeOffset="3">6975 4640,'-4'67,"-2"1,-3-1,-3-1,-4 3,-22 71,-33 74,38-119,23-69,5-20,6-19,64-223,-31 105,-15 49,4 1,4 1,19-37,-6 54,-39 62,0 1,0-1,0 1,0 0,0-1,0 1,0 0,0 0,1 0,-1 0,0 0,0 0,0 0,0 0,0 0,0 0,0 0,0 1,0-1,0 0,0 1,0-1,0 1,0-1,0 1,0 0,0-1,0 1,0 0,-1 0,1-1,0 1,0 0,-1 0,1 0,-1 0,1 0,-1 0,1 0,-1 0,0 0,1 0,-1 0,0 0,0 0,0 1,0-1,0 0,0 0,0 0,0 0,85 251,-62-195,17 40,-5 1,7 43,-35-93,-8-38</inkml:trace>
  <inkml:trace contextRef="#ctx0" brushRef="#br0" timeOffset="4">6934 5081,'21'0,"20"0,21-3,17-4,7-7,2-4,-8-5,-18 2</inkml:trace>
  <inkml:trace contextRef="#ctx0" brushRef="#br0" timeOffset="5">7095 3530,'-31'288,"25"-260,6-28,0-1,-1 1,1 0,0 0,0-1,0 1,0 0,-1 0,1-1,0 1,0 0,-1 0,1 0,0-1,0 1,-1 0,1 0,0 0,0 0,-1 0,1 0,0 0,-1 0,1 0,0 0,0 0,-1 0,1 0,0 0,-1 0,1 0,0 0,0 0,-1 0,1 0,0 0,-1 0,1 0,0 1,0-1,-1 0,1 0,0 0,-8-48,2-1,3 0,2-45,0 44,3-256,0 289,0 1,0 0,2-1,0 1,0 1,2-1,0 1,1-1,-4 10,0 1,0 0,1-1,-1 1,1 0,0 1,1-1,-1 1,1 0,0 0,0 0,0 0,0 1,1 0,-1 0,1 1,0 0,0 0,0 0,0 0,0 1,3 0,-5 0,1 1,-1 0,0 0,1 0,-1 1,0-1,0 1,0 0,1 0,-1 1,0-1,0 1,0 0,-1 0,1 0,0 1,-1-1,0 1,1 0,-1 0,0 0,0 0,-1 0,1 1,-1-1,0 1,1 0,-2 0,1 0,0 0,0 1,1 5,0-1,-1 1,0 0,0 0,-1-1,0 1,-1 0,0 0,-1 0,0 0,0 0,-1 0,-1 1,-2 4,-1-1,-1 0,0 0,0-1,-1 0,-1 0,-1-1,1 0,-2-1,0 0,0 0,10-11,1 1,-1-1,1 0,0 1,-1-1,1 1,-1-1,1 1,0 0,0-1,-1 1,1-1,0 1,0 0,0-1,-1 1,1-1,0 1,0 0,0-1,0 1,0 0,0-1,0 1,1-1,-1 1,0 0,0-1,0 1,1-1,-1 1,0 0,1-1,-1 1,0-1,1 1,-1-1,1 1,-1-1,0 0,1 1,-1-1,1 1,0-1,-1 0,1 1,-1-1,1 0,-1 0,1 0,0 1,-1-1,1 0,0 0,-1 0,1 0,-1 0,1 0,0 0,-1 0,1 0,0-1,-1 1,1 0,-1 0,7 2,22 6,-1 2,1 0,-2 2,0 2,0 0,-1 2,-1 0,-1 2,0 1,15 16,-34-30,-1-1,0 1,0-1,-1 1,1 0,-1 0,0 1,0-1,-1 1,1-1,-1 1,-1 0,1 0,-1 0,0 0,0 0,-1 0,1 0,-2 0,1 0,0 0,-1 0,0 0,-1 0,0 0,1 0,-3 4,-5 0,0 0,-1-1,0 0,-1-1,1 0,-2 0,1-1,-1-1,0 0,0 0,-1-1,1-1,-1 0,0-1,0 0,-1-1,1 0,-1-1,1-1,-1 0,-38 2,1-2,0-1,0-4,-20-4,12-1</inkml:trace>
  <inkml:trace contextRef="#ctx0" brushRef="#br0" timeOffset="6">1989 3183,'0'-2,"-1"1,1-1,1 1,-1 0,0-1,0 1,1-1,-1 1,0 0,1-1,-1 1,1 0,0-1,-1 1,1 0,0 0,0 0,0 0,0 0,0 0,0 0,0 0,0 0,0 0,1 0,-1 1,0-1,1 0,-1 1,0-1,1 1,-1-1,0 1,1 0,-1 0,1 0,-1 0,1 0,-1 0,0 0,1 0,-1 0,2 1,209-9,-146 9,1401-26,-461-16,-642 46,144-4,-176-6,-175 18,-44-2,-105-1,-28-3,16-6,-20 7</inkml:trace>
  <inkml:trace contextRef="#ctx0" brushRef="#br0" timeOffset="7">1721 5389,'29'-16,"2"1,0 1,0 2,1 2,1 0,-1 2,2 2,-1 1,0 1,1 2,16 2,451-11,-202 9,470-42,-430 19,250 7,51 28,258-6,-885-4</inkml:trace>
  <inkml:trace contextRef="#ctx0" brushRef="#br0" timeOffset="8">9073 108,'-4'93,"4"1,3 0,5-1,4 0,4 0,15 42,-7-14,163 875,-110-625,-69-330</inkml:trace>
  <inkml:trace contextRef="#ctx0" brushRef="#br0" timeOffset="9">10852 1,'51'156,"-6"2,20 145,-49-162,-6 0,-6 1,-6-1,-6 1,-9 14,-36 261,53-414,-3 15,0-1,2 1,0 0,1-1,1 1,1-1,0 1,1-1,1 1,1-1,5 12,10 4</inkml:trace>
  <inkml:trace contextRef="#ctx0" brushRef="#br0" timeOffset="10">12189 28,'0'18,"0"22,2 27,3 27,6 27,4 23,6 18,2 11,3 6,-1 0,-3-5,-2-11,-3-13,-1-17,0-20,0-22,-2-27</inkml:trace>
  <inkml:trace contextRef="#ctx0" brushRef="#br0" timeOffset="11">13686 174,'9'14,"7"16,4 16,-1 21,-3 22,-3 20,-5 22,-2 18,-4 13,-1 9,1 0,5-7,6-9,5-15,4-16,1-18,-4-28</inkml:trace>
  <inkml:trace contextRef="#ctx0" brushRef="#br0" timeOffset="12">9288 2848,'0'18,"0"18,0 11,0 10,0 6,2 1,3-1,1-4,-1-5,-1-10,-1-12</inkml:trace>
  <inkml:trace contextRef="#ctx0" brushRef="#br0" timeOffset="13">9087 3316,'16'0,"16"0,15 0,10 0,5 0,3 0,-5 0,-8-2,-13-1</inkml:trace>
  <inkml:trace contextRef="#ctx0" brushRef="#br0" timeOffset="14">9275 2674,'20'0,"21"3,19 2,13 3,-6 1</inkml:trace>
  <inkml:trace contextRef="#ctx0" brushRef="#br0" timeOffset="15">9702 3263,'-4'8,"1"0,0 0,1 1,0-1,0 1,1-1,0 1,0 0,1 0,0 0,1-1,0 1,0 0,1-1,0 1,1-1,-1 1,2-1,-1 0,1 0,0 0,1-1,0 0,0 0,0 0,1 0,5 4,-2-6,0 0,0-1,0 0,1 0,0-1,0 0,0-1,0 0,0-1,0 0,0 0,0-1,1-1,-1 1,0-2,0 1,9-4,-12 4,1-1,-1 0,0-1,0 0,-1 0,1 0,0-1,-1 0,0 0,0-1,0 1,-1-1,0-1,1 1,-2-1,1 0,-1 0,0 0,0 0,0-1,-1 0,0 0,-1 0,2-6,-3 6,0 0,-1 0,0 0,0 0,0 0,-1 0,-1 0,1 0,-1 0,0 0,0 0,-1 1,0-1,0 1,-1 0,1 0,-1 0,-1 0,1 0,-1 1,0 0,0 0,-1 1,1-1,-1 1,0 0,0 0,-3 0,2 0,1 0,-1 1,0 0,0 0,-1 0,1 1,0 0,-1 1,0 0,1 0,-1 0,1 1,-1 0,0 1,1-1,-1 2,0-1,1 1,0 0,-1 0,1 1,0 0,0 1,0-1,1 1,-3 2,6-4,0 1,1-1,-1 1,1-1,-1 1,1 0,0 0,0 0,0 0,0 0,1 0,-1 1,1-1,0 1,0-1,0 1,1-1,-1 1,1-1,0 1,-1-1,2 1,-1 0,0-1,1 1,0-1,0 1,0-1,0 1,0-1,1 1,24 32,6-5</inkml:trace>
  <inkml:trace contextRef="#ctx0" brushRef="#br0" timeOffset="16">10999 2822,'-3'18,"0"20,1 17,-1 12,-1 7,0 2,-1-3,-1-7,1-8,2-9,1-11,1-11</inkml:trace>
  <inkml:trace contextRef="#ctx0" brushRef="#br0" timeOffset="17">10945 3450,'-14'-3,"-1"0,5 3,12 0,14 4,14 1,13-1,6-1,2-3,-2-4,-8-6,-12-1</inkml:trace>
  <inkml:trace contextRef="#ctx0" brushRef="#br0" timeOffset="18">10825 2674,'16'-4,"21"0,20 6,14 5,9 7,-9 2</inkml:trace>
  <inkml:trace contextRef="#ctx0" brushRef="#br0" timeOffset="19">11413 3517,'2'-20,"3"-16,2-12,-2-5,-1-4,-1 1,-2 8,0 17,-1 20,-2 23,-2 22,1 16,3 8,8 6,12 4,16-1,16-8,-2-13</inkml:trace>
  <inkml:trace contextRef="#ctx0" brushRef="#br0" timeOffset="20">12550 2876,'-5'20,"-1"19,0 13,1 12,4 6,2 3,1 0,3-3,-1-4,0-9,0-13,-2-12</inkml:trace>
  <inkml:trace contextRef="#ctx0" brushRef="#br0" timeOffset="21">12483 3423,'14'2,"15"4,15-1,13 1,8-5,0-1,-6-6,-14-1</inkml:trace>
  <inkml:trace contextRef="#ctx0" brushRef="#br0" timeOffset="22">12415 2795,'16'-9,"19"-4,17 7,11 7,7 11,-10 3</inkml:trace>
  <inkml:trace contextRef="#ctx0" brushRef="#br0" timeOffset="23">12897 3316,'15'-1,"-1"1,1 0,-1 2,0-1,0 1,1 1,-2 1,1 0,0 1,-1 0,0 1,0 0,0 1,5 4,-15-8,0 0,0 0,0 0,-1 0,1 1,-1-1,0 1,0-1,0 1,0 0,0 0,-1 0,0-1,0 2,0-1,0 0,0 0,-1 0,0 0,0 0,0 1,-1-1,1 0,-1 0,0 0,0 0,0 0,-2 3,-61 104,64-111,-27 36,14-20,1 0,1 0,0 2,1-1,1 1,-5 15,13-31,0 0,1 0,-1 0,1 0,-1 0,1 0,0 1,0-1,0 0,0 0,0 0,0 1,0-1,1 0,-1 0,1 0,0 0,0 0,0 0,0 0,0 0,0 0,0 0,0 0,1-1,-1 1,1 0,0-1,-1 1,1-1,0 0,0 0,0 1,76 18,-28-18,0-1,1-3,-1-3,19-4,27-6</inkml:trace>
  <inkml:trace contextRef="#ctx0" brushRef="#br0" timeOffset="24">14046 2969,'-2'2,"-1"10,0 12,-1 16,-3 14,0 12,-1 8,1 3,1-2,2-7,2-11,1-13,0-14</inkml:trace>
  <inkml:trace contextRef="#ctx0" brushRef="#br0" timeOffset="25">13953 3503,'7'7,"9"2,13 0,13-2,8-2,5-4,-2-7,-10-3</inkml:trace>
  <inkml:trace contextRef="#ctx0" brushRef="#br0" timeOffset="26">13846 2835,'18'-2,"20"1,22 1,16 3,-5 1</inkml:trace>
  <inkml:trace contextRef="#ctx0" brushRef="#br0" timeOffset="27">14314 3223,'38'10,"107"41,-143-50,0-1,-1 1,1 0,0-1,-1 1,1 0,0 0,-1 0,1 0,-1 0,1 0,-1 1,0-1,1 0,-1 1,0-1,0 1,0-1,0 1,0 0,-1-1,1 1,0 0,-1-1,1 1,-1 0,0 0,1 0,-1 0,0-1,0 1,0 0,0 0,-1 0,1 0,0-1,-1 1,0 0,1 0,-1-1,0 1,0 0,1-1,-2 2,-8 8,0-1,-1 0,0 0,0-2,-1 1,0-1,-1-1,0 0,-4 1,-46 28,62-36,1 1,-1-1,0 0,0 0,0 0,0 1,0-1,0 0,1 1,-1-1,0 1,0-1,1 1,-1-1,0 1,1 0,-1-1,0 1,1 0,-1 0,1-1,-1 1,1 0,-1 0,1 0,0-1,0 1,-1 0,1 0,0 0,0 0,0 0,0 0,0 0,0 0,0 0,0-1,0 1,0 0,0 0,1 0,-1 0,0 0,1 0,-1-1,1 1,-1 0,1 0,-1-1,1 1,-1 0,1-1,0 1,-1 0,1-1,0 1,106 26,-87-21,1 1,-1 1,0 0,-1 2,0 0,6 5,-19-11,0 0,0 0,-1 1,0 0,1 0,-2 0,1 0,-1 1,1 0,-1-1,-1 2,1-1,-1 0,-1 1,1 0,-1-1,0 1,0 0,-1 0,1 7,-2-9,-1 0,1 0,-1 0,0 0,-1 0,1 0,-1 0,0 0,0-1,0 1,-1-1,0 0,1 1,-2-1,1 0,0-1,-1 1,1-1,-1 1,0-1,-1 0,1 0,0-1,-1 0,0 1,-120 42,45-27</inkml:trace>
  <inkml:trace contextRef="#ctx0" brushRef="#br0" timeOffset="28">10784 4319,'-4'59,"2"0,3 0,2 0,3 0,2-1,11 34,-5-40,-6-63,10-139,-14 97,2 0,3 1,14-48,-25 106,-3 9,0 1,1 0,0 1,1-1,1 1,1 11,1-26,1 0,0 0,0 0,1 0,-1 0,0 0,1 0,-1-1,1 1,0 0,-1-1,1 1,0-1,0 0,0 0,0 0,0 0,0 0,0 0,0 0,0-1,1 1,-1-1,0 1,0-1,1 0,-1 0,0 0,1 0,-1-1,0 1,0 0,1-1,-1 0,0 1,0-1,0 0,0 0,2-1,18-6,0-1,0-1,-1-1,0-1,-1 0,0-2,-1 0,-1-1,0-1,-1-1,-1-1,-1 0,0 0,1-6,17-31,-33 55,0 1,0-1,0 0,0 0,0 1,0-1,0 0,0 1,0-1,0 0,0 1,0-1,0 0,0 0,0 1,0-1,0 0,1 1,-1-1,0 0,0 0,0 1,0-1,1 0,-1 0,0 1,0-1,0 0,1 0,-1 0,0 1,0-1,1 0,-1 0,0 0,0 0,1 0,-1 0,0 0,1 1,-1-1,0 0,1 0,-1 0,0 0,0 0,1 0,-1 0,0-1,1 1,-1 0,0 0,1 0,-1 0,0 0,-12 201,10-165,-1 0,1 0,2 0,2 1,3 16,17 1,-9-41</inkml:trace>
  <inkml:trace contextRef="#ctx0" brushRef="#br0" timeOffset="29">11494 4386,'3'322,"-2"-311,0-1,1 0,1 1,0-1,0 0,1 0,0-1,4 8,-7-15,1 0,-1 1,0-1,1 0,0 0,-1 0,1 0,0 0,0-1,0 1,0 0,0-1,1 0,-1 1,0-1,1 0,-1 0,1 0,-1-1,1 1,-1 0,1-1,-1 0,1 0,0 0,-1 0,1 0,0 0,-1 0,1-1,-1 0,1 1,-1-1,1 0,-1 0,2-1,4-3,0 0,-1 0,1-1,-1 1,-1-2,1 1,-1-1,0 0,-1 0,1 0,-2-1,1 0,-1 0,0 0,0-1,0-2,4-14,0-1,-1-1,-2 0,2-22,0-87,-7 107</inkml:trace>
  <inkml:trace contextRef="#ctx0" brushRef="#br0" timeOffset="30">11934 4426,'9'20,"8"14,10 10,9 7,8 1,8 2,3-3,3-2,-3-6,-3-7,-6-10,-9-10,-10-7</inkml:trace>
  <inkml:trace contextRef="#ctx0" brushRef="#br0" timeOffset="31">12335 4520,'-15'2,"-16"8,-12 11,-9 13,-7 13,-2 9,4 4,10 2,13-4,12-11</inkml:trace>
  <inkml:trace contextRef="#ctx0" brushRef="#br0" timeOffset="32">12897 4305,'0'4,"1"80,-3 0,-4-1,-13 58,-1-34,20-106,0 0,0 1,1-1,-1 0,0 0,1 0,-1 1,1-1,-1 0,1 0,0 0,-1 0,1 0,0 0,0 0,0 0,-1 0,1-1,0 1,0 0,0 0,0-1,1 1,-1-1,0 1,0-1,0 1,0-1,1 0,-1 1,0-1,0 0,1 0,-1 0,0 0,0 0,0 0,1-1,-1 1,52-9,-27 1,0-2,0 0,-1-2,-1-1,0-1,0-1,-2-1,0-1,13-13,-20 20,-25 29,-1 0,2-2,1 1,1 0,0 1,2 0,0 0,1 0,1 0,0 0,2 1,0 0,1-1,1 1,1-1,1 1,0-1,2 0,0 0,1 0,1-1,3 4,32 25,-24-36</inkml:trace>
  <inkml:trace contextRef="#ctx0" brushRef="#br0" timeOffset="33">13552 4453,'-16'2,"-5"3,1 3,3 3,8 3,10 3,4-3</inkml:trace>
  <inkml:trace contextRef="#ctx0" brushRef="#br0" timeOffset="34">13593 4934,'-3'16,"2"5,6-3,6-7,2-5</inkml:trace>
  <inkml:trace contextRef="#ctx0" brushRef="#br0" timeOffset="35">13966 4666,'16'-65,"2"-11,2 1,29-65,-42 127,-6 24,-48 237,27-97,6 1,6 7,7-140,-1 35</inkml:trace>
  <inkml:trace contextRef="#ctx0" brushRef="#br0" timeOffset="36">11200 5241,'13'23,"12"21,11 16,10 13,11 4,12-1,7-7,3-11,-3-15,-8-15,-11-14,-13-17,-13-7</inkml:trace>
  <inkml:trace contextRef="#ctx0" brushRef="#br0" timeOffset="37">12001 5282,'16'-5,"3"1,-9 6,-12 9,-18 14,-19 15,-14 13,-9 12,-1 6,5 2,11 1,12-4,16-2,15-6,15-7,10-5,2-12</inkml:trace>
  <inkml:trace contextRef="#ctx0" brushRef="#br0" timeOffset="38">11614 6351,'-2'20,"-2"21,-1 19,0 20,-2 21,-2 24,-3 21,-5 21,-7 17,-2 18,-1 9,3 6,6 2,5-1,5-5,4-6,3-13,1-40</inkml:trace>
  <inkml:trace contextRef="#ctx0" brushRef="#br0" timeOffset="39">11801 5857,'-2'-27,"-7"37,-14 57,4 1,2 1,-4 47,19-103,8-102,27-214,-33 302,1 1,-1-1,0 0,1 0,-1 0,0 1,1-1,-1 0,0 0,0 0,0 0,1 0,-1 0,0 1,0-1,0 0,-1 0,1 0,0 0,0 0,0 0,-1 1,1-1,0 0,-1 0,1 0,-1 1,1-1,-1 0,1 0,-1 1,0-1,1 1,-1-1,0 0,1 1,-1-1,0 1,0 0,1-1,-1 1,0 0,0-1,0 1,0 0,0 0,1 0,-1 0,0-1,0 1,0 0,0 1,0-1,0 0,0 0,0 0,-6 8,0 0,0 0,1 1,-1-1,2 1,0 1,0-1,0 1,1 0,-1 4,2-5,-42 129,30-71</inkml:trace>
  <inkml:trace contextRef="#ctx0" brushRef="#br0" timeOffset="40">11841 8263,'22'125,"-5"1,-6 1,-5 83,-17-400,7 109,-9-186,13-65,1 314,-2 14,0-1,1 0,-1 0,1 0,1 0,-1 0,1 0,0 1,0-1,0 0,0 0,1 1,0-1,0 1,0-1,1 1,-1 0,1 0,0 0,0 0,1 1,-1-1,1 0,9 1,0 0,0 0,0 2,0-1,0 2,0-1,1 2,0 0,17 0,-3-1,2-1,1 1,-1 2,1 1,-1 2,5 2,-31-7,-1 1,1 0,0 0,-1 0,1 0,-1 1,1-1,-1 1,0 0,0 0,0 0,0 0,0 1,0-1,0 1,-1 0,0 0,1 0,-1 0,0 0,0 0,-1 0,1 1,-1-1,1 1,-1-1,0 4,-1 22</inkml:trace>
  <inkml:trace contextRef="#ctx0" brushRef="#br0" timeOffset="41">11854 8303,'16'5,"17"1,16-1,16 0,10-2,-7-1</inkml:trace>
  <inkml:trace contextRef="#ctx0" brushRef="#br0" timeOffset="42">12750 8450,'0'0</inkml:trace>
  <inkml:trace contextRef="#ctx0" brushRef="#br0" timeOffset="43">3459 2741,'0'7,"7"4,11 6,12 5,12 5,12 6,9 7,5 8,0 7,-5 6,-11 3,-12 3,-15 3,-21 2,-26-1,-11-12</inkml:trace>
  <inkml:trace contextRef="#ctx0" brushRef="#br0" timeOffset="44">3472 4666,'9'12,"12"7,14 6,13 3,11 4,7 3,2 2,-2 5,-8 3,-13 6,-15 6,-19 4,-25 5,-26 6,-24 1,-20-2,-14-6,11-15</inkml:trace>
  <inkml:trace contextRef="#ctx0" brushRef="#br0" timeOffset="45">3927 3343,'-14'10,"-13"13,-14 17,-18 25,-21 25,-30 26,5-8</inkml:trace>
  <inkml:trace contextRef="#ctx0" brushRef="#br0" timeOffset="46">36 5081,'96'93,"-47"-44,-2 2,-3 1,-2 3,-3 1,-2 2,27 58,36 71,-100-186,0 1,1-1,0 0,-1 1,1-1,0 0,0 0,-1 1,1-1,0 0,0 0,0 0,1 0,-1 0,0 0,0 0,0-1,1 1,-1 0,0-1,1 1,-1-1,1 1,-1-1,0 0,1 0,-1 1,1-1,-1 0,1 0,-1-1,1 1,-1 0,1 0,-1-1,1 1,-1 0,0-1,1 0,9-11</inkml:trace>
  <inkml:trace contextRef="#ctx0" brushRef="#br0" timeOffset="47">558 5067,'-9'14,"-8"18,-7 17,-10 14,-9 12,-7 10,-6 3,-3-2,4-6,12-9,15-16,12-16</inkml:trace>
  <inkml:trace contextRef="#ctx0" brushRef="#br0" timeOffset="48">745 5576,'16'-10,"1"1,0 1,0 0,1 1,0 1,0 1,1 1,0 0,-1 2,1 0,1 1,-16 0,0 1,0-1,0 1,0 0,0 1,0-1,0 1,0 0,-1 0,1 0,0 0,0 0,-1 1,1 0,-1 0,1 0,-1 0,0 0,0 1,0 0,0-1,0 1,-1 0,1 0,-1 1,0-1,1 0,-2 1,1-1,0 1,-1 0,0-1,1 1,-2 0,1 0,0 0,-1 1,-3 10,-2-1,0-1,0 1,-2-1,1 0,-2 0,0-1,0 0,-1 0,0-1,-1 0,0-1,-11 9,12-11,-144 151,152-158,0-1,0 1,0 0,0-1,0 1,0 0,1 0,-1 0,0-1,0 1,1 0,-1 0,1 0,-1 0,1 0,-1 0,1 0,0 1,-1-1,1 0,0 0,0 0,0 0,0 0,0 0,0 1,0-1,0 0,0 0,0 0,1 0,-1 0,0 0,1 0,-1 0,1 0,-1 0,1 0,0 0,-1 0,1 0,0 0,0 0,0-1,-1 1,1 0,0-1,0 1,0-1,0 1,1 0,10 1,0 0,0-1,0 0,1-1,-1 0,0-1,1-1,8-2,-7 3,206-43,-151 26</inkml:trace>
  <inkml:trace contextRef="#ctx0" brushRef="#br0" timeOffset="49">371 2715,'-7'0,"-2"7,5 11,7 16,11 14,9 12,10 8,11 3,7 1,4 0,1-1,-1-6,-4-8,-6-5,-6-11,-7-9,-9-10</inkml:trace>
  <inkml:trace contextRef="#ctx0" brushRef="#br0" timeOffset="50">772 2848,'-14'-2,"-9"1,-4 8,-8 12,-7 16,-9 18,-13 19,-10 14,-10 12,-3 2,3-2,10-9,17-14,21-21,16-19</inkml:trace>
  <inkml:trace contextRef="#ctx0" brushRef="#br0" timeOffset="51">1026 3490,'0'9,"-2"0,1 0,1 0,0 0,0 0,1 0,0 0,0 0,1 0,0 0,1 0,0-1,0 1,1-1,0 0,0 0,1 0,0-1,1 0,-1 0,2 1,4-2,0-1,0 1,0-2,1 0,0 0,-1-1,1 0,0-1,1-1,-1 0,0 0,0-1,1-1,-1 0,0-1,0 0,0-1,0 0,0-1,-1 0,0-1,0 0,0-1,0 0,-1-1,0 0,8-7,-13 10,1 0,-1-1,-1 1,1-1,-1 0,0 0,0-1,0 1,-1-1,0 1,0-1,0 0,-1-1,0 1,0 0,0-1,-1 1,0 0,-1-1,1 0,-1 1,0-1,-1 1,1-1,-1 1,-1-1,1 1,-1 0,0-1,-1 1,1 0,-1 0,-1 1,-1-5,-3 2,0 1,0 0,-1 0,1 0,-1 1,-1 0,1 1,-1 0,0 1,0 0,-1 0,1 1,-1 0,1 1,-1 0,0 1,0 0,0 1,0 0,0 1,0 0,1 1,-1 0,0 0,1 1,-1 1,1 0,0 0,0 1,1 0,-1 1,1 0,0 0,-3 4,-2 3,1 0,0 1,0 0,2 2,0-1,0 1,-3 9,-22 44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38.6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30,'-4'2,"5"12,11 16,13 13,14 11,11 8,7 4,2 1,-2-5,-3-8,-8-9,-8-12,-10-16,-11-16,-8-14,-6-5</inkml:trace>
  <inkml:trace contextRef="#ctx0" brushRef="#br0" timeOffset="1">487 217,'0'-21,"-2"-15,-4-9,-4 1,-6 9,-4 9,-6 16,-6 20,-3 18,-5 19,-1 17,0 14,3 9,3 6,3 1,6-5,9-17</inkml:trace>
  <inkml:trace contextRef="#ctx0" brushRef="#br0" timeOffset="2">808 751,'3'-35,"3"-1,1 0,1 1,2 1,2-1,1 2,2 0,1 0,15-22,-28 49,36-65,-21 60,-13 38,-27 300,22-283,1 0,3 0,2 0,7 28,-8-51,-2-13,-1 0,0 0,0 1,-1-1,0 0,0 1,-1-1,0 0,-1 1,0-1,0 0,-1 1,0-1,-8 12</inkml:trace>
  <inkml:trace contextRef="#ctx0" brushRef="#br0" timeOffset="3">835 1046,'16'-3,"14"0,13 3,16 0,16 2,15-3,15-3,9-6,-16-1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46.7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136 286,'-14'105,"-4"-1,-4-1,-21 49,11-61,25-83,10-24,89-368,-73 300,-5 14,3 1,4 1,22-52,-21 87,-22 32,1 1,-1-1,1 1,0-1,-1 1,1 0,-1-1,1 1,0 0,-1 0,1 0,0-1,-1 1,1 0,0 0,0 0,-1 0,1 0,0 0,-1 0,1 0,0 0,-1 1,1-1,0 0,-1 0,1 1,0-1,-1 0,1 1,0-1,-1 1,1-1,-1 0,1 1,-1-1,1 1,-1 0,0-1,1 1,-1-1,1 1,-1 0,0-1,0 1,1 0,-1-1,0 1,0 0,0 0,8 17,-2 0,0 0,-1 1,-1-1,0 1,-1 3,4 18,18 109,-6 1,-6 0,-7 19,-5-152,-1 0,0 1,-1-1,-1 0,-1 0,-1 0,0 0,-1 0,-3 6,7-21,0-1,0 1,1 0,-1-1,0 1,0-1,-1 1,1-1,0 0,0 1,-1-1,1 0,-1 0,1 0,-1 0,1 0,-1 0,0 0,1 0,-1-1,0 1,0-1,1 1,-1-1,0 0,0 0,0 0,0 0,1 0,-1 0,0 0,0-1,0 1,1 0,-1-1,0 0,0 1,1-1,-1 0,1 0,-1 0,0 0,1 0,0 0,-1-1,-11-10,1-1,0 0,1-1,0 0,2-1,-1 0,2-1,-9-12,-116-158,121 171,12 14,-1 1,1-1,0 1,0-1,0 1,0 0,0-1,0 1,1-1,-1 1,0 0,0-1,0 1,0-1,0 1,1 0,-1-1,0 1,0 0,0-1,1 1,-1 0,0-1,1 1,-1 0,0 0,1-1,-1 1,0 0,1 0,-1 0,0-1,1 1,-1 0,1 0,-1 0,0 0,1 0,-1 0,1 0,-1 0,1 0,-1 0,0 0,1 0,-1 0,1 0,-1 0,0 0,1 1,-1-1,0 0,1 0,-1 0,1 1,2-1,441-39,-434 37,1 1,0 1,-1 0,1 0,0 1,-1 1,1 0,-1 0,1 1,-1 0,0 1,0 0,0 0,-1 1,0 1,0 0,0 0,0 0,-1 1,0 1,-1-1,3 4,-4 3,0 1,-1 0,0 0,-2 1,0-1,0 1,-1 0,-1 0,-1 0,0-1,-2 1,-1 11,2-17,1-5,0-4,-1 1,0-1,1 1,0-1,-1 1,1-1,0 1,0-1,0 1,0-1,0 1,0-1,0 1,1-1,-1 1,0-1,1 1,0-1,-1 0,1 1,0-1,-1 0,1 1,0-1,0 0,0 0,0 0,0 0,0 0,0 0,1 0,-1 0,0 0,1-1,-1 1,5-3,1-1,-1 0,0 0,0 0,0-1,0 0,-1 0,1 0,-1-1,0 0,-1 0,1 0,2-4,-1 2,19-23,-2 0,-1-2,-2 0,-1-2,-2 0,8-22,-45 193,19-133,1 1,-1-1,1 0,-1 1,1-1,0 1,1-1,-1 0,1 1,0-1,0 0,0 1,1-1,-1 0,1 0,0 0,0 0,1-1,-1 1,1 0,0-1,-1 0,2 0,-1 0,0 0,1 0,-1 0,1-1,0 0,0 0,0 0,0 0,0 0,0-1,0 0,0 0,1 0,-1 0,1-1,1 0,0-1,0 0,0 0,0 0,0-1,0 0,0 0,0-1,-1 1,1-1,-1 0,0-1,0 1,0-1,0 0,-1 0,0-1,0 1,0-1,0 0,0 0,-1 0,0-1,0 0,4-8,-1 0,0 0,-1-1,-1 0,0 0,-1 0,-1 0,0 0,-1-2,-2-13,-5 46,3-5,0-1,1 0,1 1,0-1,0 1,1 0,0-1,1 1,0 0,1-1,0 0,0 1,1-1,1 0,0 0,0 0,1-1,0 0,0 1,1-2,1 1,-1-1,1 0,2 1,4-1,0-1,0 0,1-1,0 0,1-1,-1-1,13 2,42 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0.8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1,'23'2,"21"1,16 0,15-1,5 2,-10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1.6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0,'21'7,"18"5,15-1,11-1,6-3,-4-2,-7 0,-12-1,-15-1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1.8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0,'16'5,"16"1,17-1,18 0,16-6,12-6,-10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5.7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0,'16'0,"12"3,8 2,7 3,5 3,4-1,2-2,-1-3,-8-2,-11-1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6.0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1,'2'16,"8"5,15-1,20-6,21-10,21-8,16-10,-8-3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7.0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 76,'-9'-13,"-3"-8,3 1,9 5,19 8,22 8,27 3,26 1,25 0,15-6,-16-3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8.7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12,'22'0,"20"0,15-2,15-1,8 0,0 1,-7 0,-14 4,-16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8.9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1,'22'0,"20"0,18 0,17 0,13 0,8 0,1 0,-17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1:00.1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0 219,'167'-218,"-167"218,0 1,0-1,0 1,0-1,1 1,-1-1,0 1,0 0,1-1,-1 0,0 1,1-1,-1 1,0-1,1 1,-1-1,1 0,-1 1,1-1,-1 0,1 1,-1-1,1 0,-1 0,1 1,-1-1,1 0,0 0,-1 0,1 0,-1 0,1 0,-1 0,1 0,0 0,-1 0,1 0,-1 0,1 0,-1-1,1 1,-1 0,1 0,-1 0,1-1,-1 1,1 0,-1-1,1 1,-1-1,1 1,-1 0,0-1,1 1,-1-1,0 1,1-1,-1 1,0-1,0 1,1-1,-1 1,0-1,0 0,0 1,10 159,-10-116,2 0,-2 1,-2-1,-1 0,-3-1,-1 1,-2-1,-2 0,-6 11,16-50,1 0,-1-1,0 1,0 0,-1 0,1-1,0 1,-1-1,0 1,1-1,-1 0,0 0,0 1,0-1,0 0,-1-1,1 1,-1 0,1-1,-1 1,1-1,-1 0,0 0,0 0,1 0,-1-1,0 1,0-1,0 1,0-1,0 0,0 0,-13-3,20 0,189-6,44-23,-188 26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1:00.3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17,'-9'-7,"-4"-2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1:01.3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362 2,'-10'-1,"0"0,-1 1,1 0,0 1,0 1,-1-1,1 1,0 1,0 0,1 1,-1-1,1 2,0-1,0 2,0-1,0 1,1 0,0 1,1 0,-1 0,1 0,1 1,-1 0,1 1,1 0,-1-1,1 4,-5 20,2 2,2-1,1 1,2 0,1 0,1 0,2 0,2 3,-3-33,13 154,6-1,7-1,7-2,7-1,9 8,-36-119,12 36,-4 1,10 75,-28-129,-1 0,-1 0,-1-1,-1 1,-1 0,-1 0,-1-1,-2 0,0 0,-1 0,-9 17,3-15,-1-1,-2-1,0 0,-1-1,-2-1,0 0,-1-2,-1 0,-1-2,-1 0,0-1,-1-2,-1 0,-14 5,27-11,29-10,-7-1,1 1,0 0,0 0,0 1,0 1,-1 0,1 0,0 1,0 0,-1 1,1 0,-1 1,0 0,0 0,0 1,-1 1,0-1,0 2,0-1,-1 1,1 0,-2 1,1 0,-1 1,6 12,-1 1,-1 1,-2 0,0 0,-1 1,-1 0,-1 1,-2-1,0 1,-2 0,0 0,-2 0,-1 0,-2 10,-11 92,-6 0,-6-2,-4 0,-32 74,19-57,38-126,-32 110,4 1,-12 120,41-233,2 1,0 0,0 0,2 0,0 0,1 0,0 0,1 0,1 0,0-1,1 1,0-1,1 0,1 0,1 0,0-1,0 0,1 0,1-1,7 8,57 27,5-18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7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121 147,'-3'16,"0"17,0 15,1 13,0 8,1 4,0-1,1-4,0-13</inkml:trace>
  <inkml:trace contextRef="#ctx0" brushRef="#br0" timeOffset="250.332">1 722,'15'-2,"16"-1,12 0,9 1,4 0,2 1,-2-2,-6-5,-11-1</inkml:trace>
  <inkml:trace contextRef="#ctx0" brushRef="#br0" timeOffset="413.893">40 40,'23'-7,"25"-2,23 0,18 2,7 2,-13 2</inkml:trace>
  <inkml:trace contextRef="#ctx0" brushRef="#br0" timeOffset="884.289">589 495,'1'-1,"17"-2,0 0,1 1,-1 1,1 1,-1 0,1 1,-1 1,0 1,0 1,0 0,3 3,-18-6,-1 0,1 0,-1 0,1 1,-1 0,1-1,-1 1,0 0,0 0,0 0,0 0,0 0,-1 1,1-1,0 0,-1 1,0-1,0 1,0 0,0-1,0 1,0 0,-1 0,1 0,-1-1,0 1,0 0,0 0,0 0,0 0,0 0,-1-1,0 1,1 0,-1 0,0-1,-1 1,1-1,0 1,-1-1,1 1,-2 0,-8 12,-1 0,-1-1,-1-1,0 0,0 0,-1-2,-1 0,0 0,0-2,-3 1,17-9,2-1,0 0,1 0,-1 0,0 0,0 0,0 0,1 1,-1-1,0 0,0 0,0 0,1 0,-1 0,0 0,0 0,0 0,0 1,1-1,-1 0,0 0,0 0,0 0,0 1,0-1,0 0,0 0,1 0,-1 1,0-1,0 0,0 0,0 0,0 1,0-1,0 0,0 0,0 0,0 1,0-1,0 0,0 0,0 0,0 1,0-1,-1 0,1 0,0 0,0 1,0-1,0 0,0 0,0 0,0 0,-1 1,1-1,0 0,0 0,0 0,28 2,-20-2,10 0,0 0,0 2,0 0,0 1,0 1,0 0,-1 1,1 1,-2 1,1 1,-1 0,0 1,8 6,-21-13,1 1,-1 0,0 0,0 1,-1-1,1 1,-1-1,1 1,-1 0,0 0,-1 0,1 0,-1 0,1 0,-1 0,0 1,-1-1,1 0,-1 1,0-1,0 1,0-1,-1 0,1 1,-1-1,0 0,-1 0,1 0,-1 1,1-1,-1-1,0 1,-1 0,1 0,-1-1,1 1,-1-1,0 0,-1 1,-4 4,-1-1,1 0,-1 0,0-1,-1 0,1-1,-1 0,0 0,-1-1,1-1,-1 1,1-2,-1 1,0-2,0 1,0-1,0-1,-1 0,8 0,1 0,0-1,0 1,0-1,0 1,0-1,0 0,0 0,0 0,0 0,1-1,-1 1,0-1,1 0,-1 0,1 0,-1 0,1 0,0 0,0 0,0-1,0 1,1-1,-2-2,-4-15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6.3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1,'9'18,"10"15,11 11,11 7,13 5,8 0,3 2,0-4,-8-3,-7-5,-12-4,-11-8,-10-9</inkml:trace>
  <inkml:trace contextRef="#ctx0" brushRef="#br0" timeOffset="255.002">455 1,'-21'18,"-13"20,-10 19,-7 16,-1 13,1 9,7-1,11-5,12-18</inkml:trace>
  <inkml:trace contextRef="#ctx0" brushRef="#br0" timeOffset="498.513">749 615,'183'-317,"-171"298,-12 19,0 0,-1 0,1 1,0-1,0 0,0 0,0 1,-1-1,1 0,0 0,0 1,0-1,0 0,0 1,0-1,0 0,0 0,0 1,0-1,0 0,0 1,0-1,0 0,0 1,0-1,0 0,0 0,0 1,0-1,1 0,-1 0,0 1,0-1,0 0,0 0,1 1,-1-1,0 0,0 0,0 0,1 1,-1-1,0 0,1 0,-1 0,0 0,0 0,1 1,-1-1,0 0,1 0,-1 0,0 0,0 0,1 0,-1 0,0 0,1 0,-1 0,0 0,1 0,-1 0,0-1,0 1,-11 87,6-67,1 0,1 0,0 1,1-1,2 1,0-1,1 1,1-1,1 1,1-1,0 0,2 0,0 0,1-1,9 15,2-11,-1-9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4.2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0 254,'18'7,"20"2,17-1,15-1,11-2,4-1,-4-3,-15 0</inkml:trace>
  <inkml:trace contextRef="#ctx0" brushRef="#br0" timeOffset="252.353">107 601,'16'3,"17"0,16-3,15-3,14-6,6-3,-1-5,-15 1</inkml:trace>
  <inkml:trace contextRef="#ctx0" brushRef="#br0" timeOffset="497.699">989 0,'0'16,"0"14,-2 16,-1 11,0 8,1 4,0-1,1-3,1-3,0-3,0-8,0-11</inkml:trace>
  <inkml:trace contextRef="#ctx0" brushRef="#br0" timeOffset="753.018">896 722,'12'0,"12"0,14-3,9-2,6-3,3 0,-5-1,-13 1</inkml:trace>
  <inkml:trace contextRef="#ctx0" brushRef="#br0" timeOffset="1020.3">789 26,'16'-2,"19"-1,21 0,20 1,13 0,7 1,-13 1</inkml:trace>
  <inkml:trace contextRef="#ctx0" brushRef="#br0" timeOffset="1272.626">1311 642,'9'-10,"0"1,0 0,1 0,1 1,0 1,0-1,0 2,1 0,-1 0,2 1,-1 0,0 1,1 1,0 0,4 0,-15 3,1-1,-1 1,0 0,1 0,-1 1,0-1,1 0,-1 1,0 0,1-1,-1 1,0 0,0 0,0 0,0 0,0 1,0-1,0 0,0 1,0-1,-1 1,1 0,-1 0,1 0,-1 0,0 0,1 0,-1 0,0 0,-1 0,1 0,0 0,0 3,0 2,0 0,0-1,0 1,-1 0,-1 0,1 0,-1 0,0 0,0 0,-1-1,0 1,-7 15,0 0,-2-1,0 0,-2-1,0-1,-1 0,-7 6,-29 43,49-67,0 0,1-1,-1 1,0-1,1 1,-1 0,1-1,-1 1,1 0,-1 0,1-1,-1 1,1 0,0 0,0 0,-1-1,1 1,0 0,0 0,0 0,0 0,0 0,0 0,0-1,0 1,0 0,0 0,1 0,-1 0,0 0,1-1,-1 1,0 0,1 0,-1-1,1 1,-1 0,1-1,-1 1,1 0,0-1,-1 1,1-1,0 1,0-1,-1 1,1-1,0 1,0-1,0 0,-1 1,1-1,0 0,0 0,0 0,0 0,0 0,-1 0,1 0,0 0,0 0,1 0,23 1,1-1,0-2,-1 0,1-2,-1 0,22-8,-29 8,58-15,-5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3.2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80 92,'0'9,"3"12,0 14,-1 13,1 9,-2 6,0 4,-2 0,-4-3,-1-12</inkml:trace>
  <inkml:trace contextRef="#ctx0" brushRef="#br0" timeOffset="204.453">0 721,'3'0,"4"0,9 0,10-3,10 0,8-2,4 0,-1 1,0 0,-7 2,-9 1</inkml:trace>
  <inkml:trace contextRef="#ctx0" brushRef="#br0" timeOffset="449.364">80 53,'-4'-5,"0"-1,6 0,9-1,12 1,13 1,15-1,7 1,3 1,-9 1</inkml:trace>
  <inkml:trace contextRef="#ctx0" brushRef="#br0" timeOffset="833.858">481 975,'38'-302,"-35"277,1 19,-2 20,14 276,-15-250,-2-20,1 0,2 0,0 0,1 0,1 0,0-1,4 7,3-3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2.1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78 0,'2'21,"6"15,6 13,9 10,10 4,11-2,7-3,4-6,-1-7,-4-8,-7-6,-11-10</inkml:trace>
  <inkml:trace contextRef="#ctx0" brushRef="#br0" timeOffset="159.557">333 54,'-16'4,"-12"9,-8 13,-5 14,-2 13,1 14,4 9,6 3,6 0,7-5,7-15</inkml:trace>
  <inkml:trace contextRef="#ctx0" brushRef="#br0" timeOffset="482.263">693 481,'27'-51,"-2"-1,-2-1,-1-6,-15 42,-1 31,0 331,9-209,-8-79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50.3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1,'-2'20,"-1"14,0 10,0 7,2 5,0 4,0 1,1-1,0-5,0-12</inkml:trace>
  <inkml:trace contextRef="#ctx0" brushRef="#br0" timeOffset="254.32">1 562,'2'0,"8"0,9-3,8-2,8-3,8-2,3-3,-6 3</inkml:trace>
  <inkml:trace contextRef="#ctx0" brushRef="#br0" timeOffset="1134.032">455 428,'-3'5,"0"0,0 0,0 1,1-1,-1 1,1 0,1-1,-1 1,1 0,0 0,0 0,1 0,0 0,0 0,0 0,1 0,-1 0,2 0,-1 0,1-1,-1 1,2 0,-1-1,1 1,-1-1,1 0,1 0,-1 0,1 0,0-1,0 1,0-1,1 0,1 1,1-1,0 0,0-1,0 0,1 0,-1-1,1 0,-1 0,1-1,0 0,0 0,-1-1,1 0,0 0,0-1,0 0,-1 0,1-1,0 0,-1 0,0-1,1 0,-1 0,0-1,-1 0,1 0,0 0,-1-1,0 0,0 0,-1-1,0 0,0 0,0 0,0 0,-1-1,-2 2,-1-1,1 1,-1 0,-1 0,1 0,-1-1,0 1,0 0,0 0,-1-1,0 1,0 0,0 0,-1 0,1 0,-1 0,-1 0,1 0,-1 1,1-1,-1 1,0 0,-1-1,1 1,-1 1,0-1,0 1,0-1,0 1,-1 0,1 1,-1-2,0 0,0 1,0 0,0 0,0 1,0-1,-1 1,1 0,-1 1,0-1,0 1,1 0,-1 1,0-1,0 1,0 0,0 1,0-1,1 1,-1 0,0 1,0-1,1 1,-1 0,1 1,0-1,-5 4,6-3,1 0,-1 0,1 0,0 1,0-1,1 1,-1 0,1 0,-1 0,1 0,0 0,1 1,-1-1,1 1,0-1,0 1,0-1,1 1,-1-1,1 1,0 0,1-1,-1 1,1-1,0 1,0-1,0 1,1-1,1 5,13 19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49.3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380 448,'-11'-5,"0"0,0 0,0 1,0 0,-1 1,0 0,0 1,0 1,1 0,-2 0,1 1,0 0,0 1,1 1,-1 0,0 0,0 2,1-1,-1 1,1 1,0 0,1 0,-1 1,1 1,0 0,1 0,-1 1,1 0,1 0,0 1,0 0,0 2,5-7,0 1,0-1,1 1,0-1,0 1,0 0,1 0,-1 0,1 0,0 0,1 0,-1 0,1 0,0 1,0-1,1 0,-1 0,1 0,0 0,1 0,-1 0,1 0,0 0,0-1,1 1,-1-1,1 1,0-1,0 0,1 0,-1 0,1-1,0 1,0-1,0 0,0 0,0 0,3 1,13 5,0 0,1-1,0-1,0-1,1-1,0-1,-1 0,2-2,-1-1,0 0,0-2,0-1,4-1,-5 2,1-1,0-1,-1-2,0 0,0-1,0-1,-1 0,0-2,0-1,10-6,-28 15,-1 0,1 1,0-1,0 0,-1 0,1 0,-1 0,1 0,-1 0,1-1,-1 1,0-1,1 1,-1 0,0-1,0 0,0 1,0-1,0 0,-1 0,1 1,0-1,-1 0,0 0,1 0,-1 0,0 0,0 1,0-1,0 0,0 0,0 0,-1 0,1 0,-1 0,1 1,-1-1,1 0,-1 0,-1-1,0 3,0-1,0 1,0 0,0-1,0 1,0 0,0 0,0 0,0 0,0 1,0-1,0 1,0-1,0 1,1 0,-1-1,0 1,0 0,0 0,1 0,-1 0,0 1,1-1,-1 0,1 1,0-1,-1 1,1 0,0-1,0 1,0 0,0-1,0 1,0 0,1 0,-1 0,1 0,-1 0,1 0,0 0,0 0,0 0,0 0,0 0,0 0,0 1,3 2,-1-1,1 1,0-1,0 0,0 0,1 0,-1 0,1 0,0-1,0 1,0-1,1 0,-1-1,1 1,0-1,-1 0,1 0,0 0,0-1,0 1,1-1,-1-1,0 1,0-1,0 0,1 0,0 0,3 0,0 0,0-1,0 0,0 0,0-1,0 0,0 0,0-1,-1-1,4-1,-9 4,0-1,-1 1,0 0,1-1,-1 0,0 1,0-1,0 0,0 0,0 0,0-1,-1 1,1 0,-1-1,1 1,-1-1,0 1,0-1,0 0,0 1,-1-1,1 0,-1 0,1 1,-1-1,0 0,0 0,-1 0,1 1,0-1,-1 0,0 0,1 1,-1-1,-1-1,-1-3,-1-1,0 1,-1 0,1 1,-1-1,-1 1,1 0,-1 0,0 1,0 0,-1 0,0 0,0 1,0 0,0 0,0 0,-1 1,0 1,1-1,-1 1,-2 0,5 1,-1-1,1 1,-1 0,1 1,-1 0,0 0,1 0,-1 0,0 1,1 0,-1 0,1 1,-1-1,1 1,0 0,0 1,0-1,0 1,0 0,0 0,1 1,-1-1,1 1,0 0,0 0,1 0,-1 1,1 0,0-1,-2 5,3-4,0 0,0 1,1-1,-1 1,1-1,0 1,1 0,-1 0,1-1,0 1,1 0,-1-1,1 1,0 0,1-1,-1 1,1-1,0 1,1-1,-1 0,1 0,0 0,0 0,1-1,-1 1,1-1,0 0,0 0,1 0,-1-1,1 1,0-1,-1 0,1 0,1-1,-1 0,0 0,1 0,-1 0,2-1,37 6,-2-7</inkml:trace>
  <inkml:trace contextRef="#ctx0" brushRef="#br0" timeOffset="180.516">955 21,'-18'-7,"-11"-2,-5 5,-1 10,1 13,6 14,8 14,7 10,8 8,10 5,10 0,4-12</inkml:trace>
  <inkml:trace contextRef="#ctx0" brushRef="#br0" timeOffset="343.08">955 729,'11'14,"11"9,10 4,10 2,6-6,8-6,7-10,4-14,-10-6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0:47.1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249 701,'-9'-1,"-1"-1,1 2,-1-1,1 2,-1-1,0 1,1 0,0 1,-1 0,1 1,0 0,0 0,0 1,1 0,-1 1,1 0,0 0,0 1,1 0,-1 0,1 0,1 1,-1 0,1 1,1-1,-1 1,1 1,0-1,1 0,-2 7,5-12,0-1,0 0,1 1,-1-1,1 1,-1-1,1 1,0-1,0 1,0-1,0 1,1-1,-1 1,1-1,-1 0,1 1,0-1,0 0,0 1,0-1,1 0,-1 0,0 0,1 0,0 0,-1 0,1 0,0-1,0 1,0-1,0 1,0-1,0 0,0 0,1 0,-1 0,0 0,1 0,5 2,0-1,0 0,0-1,1 0,-1 0,0-1,1 1,-1-2,0 1,1-2,-1 1,3-2,1 0,-2 0,1-2,0 1,-1-1,0-1,0 1,-1-2,2-1,-7 6,0-1,-1 0,1 0,-1-1,0 1,1-1,-2 1,1-1,0 0,-1 0,0 0,0 0,0-1,0 1,-1-1,0 1,0-1,0 1,0-1,-1 0,1 1,-1-1,-1-2,2 6,-1 0,0 0,0 0,0 0,0 0,0 0,0 0,0 0,-1 0,1 0,0 0,0 0,-1 0,1 0,-1 0,1 0,-1 0,1 1,-1-1,1 0,-1 0,0 0,1 1,-1-1,0 0,0 1,0-1,0 1,1-1,-1 1,0-1,0 1,0 0,0-1,0 1,0 0,0 0,0 0,0 0,0 0,0 0,0 0,0 0,0 0,0 0,0 0,0 1,0-1,0 0,0 1,0-1,0 1,1-1,-1 1,0-1,0 1,0 0,1-1,-1 1,0 0,1 0,-1-1,0 1,1 0,-1 0,1 0,-1 1,-2 4,1 0,-1 1,1-1,1 1,-1 0,1 0,0 0,1 0,-1 0,1-1,1 1,-1 0,1 0,0 0,1 0,0-1,0 1,0 0,1-1,0 0,0 0,1 0,0 0,0 0,0-1,0 1,1-1,0 0,0-1,0 1,1-1,0 0,0 0,0-1,0 0,0 0,0 0,1-1,0 0,27 1</inkml:trace>
  <inkml:trace contextRef="#ctx0" brushRef="#br0" timeOffset="421.945">543 567,'7'4,"0"0,0 0,1-1,-1 1,1-2,0 1,0-1,0 0,0-1,0 0,0 0,0-1,0 0,0 0,0-1,1 0,-1 0,0-1,-1 0,1 0,0-1,4-3,5-1,0-1,-1-1,0-1,0 0,-1-2,-1 1,0-2,0 1,4-8,-6 6,0-1,-1 0,0-1,-1 0,-1 0,-1-1,0-1,-1 1,-1-1,-1 0,0-1,-1 1,-1-1,-1 0,-1 0,-1 0,0 0,-1 0,0 12,-1-1,1 1,-1 0,-1 0,1 1,-1-1,0 0,-1 1,1 0,-1 0,-1 0,4 4,0 0,0 1,-1-1,1 1,-1 0,0-1,1 1,-1 0,0 0,1 0,-1 0,0 0,0 1,0-1,0 0,0 1,0 0,0-1,0 1,0 0,0 0,0 0,0 0,0 0,0 1,0-1,0 1,0-1,0 1,0 0,0-1,0 1,0 0,1 0,-1 1,0-1,1 0,-1 0,1 1,-2 1,-8 9,1 1,0 0,1 0,1 1,0 0,1 1,0 0,1 0,1 0,0 1,-2 15,-12 57,3 0,4 1,4 0,5 1,5 60,32 258,-18-268,-13 17,-10-98</inkml:trace>
  <inkml:trace contextRef="#ctx0" brushRef="#br0" timeOffset="774.007">530 1156,'41'-17,"-1"-1,-1-2,-1-1,-1-3,0 0,-2-3,-1-1,-2-1,0-2,-2-1,-2-1,-1-2,-1-1,-2-1,18-39,-23 28,-2 0,-2-2,-2 0,-2-1,-3 0,-2 0,-2 0,-2-1,-3-7,-15-18,16 76,-1 1,1-1,-1 1,0-1,1 1,-1-1,0 1,0-1,1 1,-1-1,0 1,0 0,1-1,-1 1,0 0,0 0,0 0,0 0,1 0,-1 0,0 0,0 0,0 0,0 0,0 0,1 0,-1 1,0-1,0 0,0 1,1-1,-1 1,0-1,0 0,1 1,-1 0,0-1,1 1,-1-1,1 1,-1 0,1-1,-1 1,1 0,-1 0,1-1,0 1,-1 0,1 0,0 0,0-1,0 1,-12 21,1-1,1 1,1 1,2 0,0 0,1 0,-2 21,6-34,-14 67,4 0,3 0,4 1,4 70,1-130,0 0,2 1,-1-1,2 0,1 0,0 0,1-1,1 1,1-1,0-1,1 1,1-1,0 0,1-1,1 0,6 5,-11-15,-1-1,1 1,0-2,0 1,1-1,-1 1,1-2,-1 1,1-1,0 0,0-1,0 1,2-1,35 1</inkml:trace>
  <inkml:trace contextRef="#ctx0" brushRef="#br0" timeOffset="1372.917">1546 781,'-18'0,"0"1,0 1,0 0,1 1,-1 1,1 1,0 1,0 0,0 1,1 1,0 0,1 1,0 1,0 0,1 1,0 1,1 0,0 1,-9 13,19-24,1 0,0 0,-1 0,1 1,1-1,-1 0,0 1,0 0,1-1,0 1,-1 0,1 0,0 0,0 0,1 0,-1 0,0 0,1 0,0 0,0 0,0 0,0 0,0 0,1 0,0 0,-1 0,1 0,0 0,0 0,0 0,1 0,-1-1,1 1,0 0,-1-1,1 0,0 1,1-1,-1 0,0 0,1 1,8-1,-1-1,1 1,-1-2,1 0,-1 0,1 0,-1-2,1 1,-1-1,0-1,0 0,0 0,0-1,0 0,-1-1,1 0,-1-1,0 0,6-1,-1 0,0-2,0 1,-1-2,0 0,0 0,-1-1,-1-1,0 0,-1 0,0-1,-1-1,0 1,-1-2,-3-4,-5 20,0-1,0 0,0 0,0 1,0-1,0 0,0 0,0 1,-1-1,1 0,0 0,0 0,0 1,0-1,0 0,-1 0,1 0,0 1,0-1,0 0,-1 0,1 0,0 0,0 1,-1-1,1 0,0 0,0 0,-1 0,1 0,0 0,0 0,-1 0,1 0,0 0,0 0,-1 0,1 0,0 0,0 0,-1 0,1 0,0 0,0 0,-1-1,1 1,0 0,0 0,0 0,-1 0,1 0,0-1,0 1,0 0,-1 0,1 0,0-1,0 1,0 0,0 0,0-1,-1 1,-4 9,0 1,0 0,1 0,0 0,0 0,1 0,1 1,0-1,0 1,1 0,1-1,-1 1,2 0,-1 0,3 10,-2-17,0 1,1 0,-1-1,1 1,0-1,0 0,0 0,0 0,1 0,0 0,0 0,0-1,0 1,1-1,-1 0,1 0,0 0,0 0,0-1,0 0,0 1,0-2,1 1,-1 0,1-1,0 0,3 1,3-1,0 0,-1 0,1-1,0-1,0 1,-1-2,1 0,-1 0,1-1,-1 0,10-4,-7 0,1 0,-1 0,-1-2,0 1,0-1,-1-1,0 0,0-1,-1 0,0-1,-1 1,-1-2,0 1,-1-1,0-1,-1 1,2-8,7-20,-3 0,-2-1,-1-1,-2 0,-1-20,7-111,-11-158,-11 234,9 99,0-1,-1 1,1-1,0 1,0-1,0 1,-1-1,1 0,0 1,-1-1,1 1,0-1,-1 0,1 1,0-1,-1 0,1 1,-1-1,1 0,0 0,-1 0,1 1,-1-1,1 0,-1 0,1 0,-1 0,1 0,-1 0,1 0,-1 0,1 0,-1 0,1 0,-1 0,1 0,-1 0,1 0,-1 0,1-1,0 1,-1 0,1 0,-1-1,1 1,-1 0,1-1,0 1,-1 0,1-1,0 1,-1 0,1-1,0 1,0-1,-1 1,1-1,0 1,0 0,0-1,0 1,-1-1,1 1,0-1,0 1,0-1,0 1,-8 16,0 2,0-1,2 1,0 0,1 1,1-1,1 1,0 1,2-14,-9 55,3 1,3 1,3-1,2 1,3-1,2 0,4 0,1-1,4 0,2-1,3-1,5 5,-21-54,-2-5,0 0,0 1,1-1,-1 0,1 0,0 0,1-1,-1 1,1-1,0 0,0 0,2 2,3-5,-3-7</inkml:trace>
  <inkml:trace contextRef="#ctx0" brushRef="#br0" timeOffset="1622.252">1666 420,'-16'-4,"-7"-3,-3 2,9 0,15 1,25 2,28 1,31-1,29-1,24-2,17-3,-17 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1:10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10448 4733,'13'21,"12"13,8 10,6 9,2 4,0 0,-1-1,-3-3,-5-6,-6-9,-7-9,-7-8</inkml:trace>
  <inkml:trace contextRef="#ctx0" brushRef="#br0" timeOffset="194.988">10782 4760,'-18'7,"-13"11,-6 12,-3 10,-2 9,0 8,2 3,1 1,5-1,8-7,9-11</inkml:trace>
  <inkml:trace contextRef="#ctx0" brushRef="#br0" timeOffset="511.741">10916 5201,'2'-18,"3"-13,1-8,1-4,0-2,1 3,-1 6,-1 13,-3 20,-1 20,-1 20,0 18,-1 15,-1 10,1 4,0 2,-1-14</inkml:trace>
  <inkml:trace contextRef="#ctx0" brushRef="#br0" timeOffset="3366.27">12119 4507,'14'-3,"20"0,25 0,22 0,21 2,9 0,-8 0,-21 1</inkml:trace>
  <inkml:trace contextRef="#ctx0" brushRef="#br0" timeOffset="2616.505">12253 4801,'-10'-7,"-2"0,1 6,4 9,8 14,8 11,8 11,7 8,6 2,6-2,0-3,-1-4,-1-7,-6-9,-4-9,-4-9,-6-8,-4-4</inkml:trace>
  <inkml:trace contextRef="#ctx0" brushRef="#br0" timeOffset="2863.844">12493 4814,'-9'-2,"-5"8,-8 12,-4 15,-4 14,-7 12,-3 7,-2 1,-1-2,5-5,9-6,9-12</inkml:trace>
  <inkml:trace contextRef="#ctx0" brushRef="#br0" timeOffset="3131.64">12707 5121,'62'-185,"-53"169,-9 16,1 0,-1 0,1 0,-1 0,0 0,1 0,-1 0,1 0,-1 0,0 0,1 0,-1 1,1-1,-1 0,0 0,1 0,-1 1,0-1,1 0,-1 0,0 1,1-1,-1 0,0 1,0-1,1 0,-1 1,0-1,0 0,0 1,1-1,-1 1,0-1,0 0,0 1,0-1,0 1,0-1,0 0,0 1,0-1,0 1,0-1,0 0,0 1,0-1,0 1,-1-1,1 0,0 1,0-1,-1 1,2-1,-1 307,7-169,-5-109</inkml:trace>
  <inkml:trace contextRef="#ctx0" brushRef="#br0" timeOffset="5181.008">13669 4453,'14'0,"25"2,30 3,32 1,18-1,-11-1</inkml:trace>
  <inkml:trace contextRef="#ctx0" brushRef="#br0" timeOffset="4477.365">13697 4814,'15'16,"13"11,11 12,4 7,3 3,0 0,-3-2,-7-4,-7-7,-6-7,-5-9,-6-8</inkml:trace>
  <inkml:trace contextRef="#ctx0" brushRef="#br0" timeOffset="4731.685">14044 4773,'-18'5,"-13"10,-8 15,-4 12,0 14,4 8,5 7,7 3,8-2,7-13</inkml:trace>
  <inkml:trace contextRef="#ctx0" brushRef="#br0" timeOffset="4978.55">14204 5322,'61'-234,"-47"179,-14 55,0 0,0 0,0 1,0-1,0 0,0 0,0 0,0 1,0-1,0 0,0 0,0 1,0-1,0 0,0 0,1 0,-1 1,0-1,0 0,0 0,0 0,0 1,0-1,0 0,1 0,-1 0,0 0,0 0,0 1,1-1,-1 0,0 0,0 0,0 0,1 0,-1 0,0 0,0 0,0 0,1 0,-1 0,0 0,0 0,1 0,-1 0,0 0,2 27,1 351,0-343</inkml:trace>
  <inkml:trace contextRef="#ctx0" brushRef="#br0" timeOffset="-1222.257">3883 2247,'12'14,"6"-8,0 0,0-1,0-1,0 0,1-2,-1 0,1-1,0-1,17-2,18 2,418 22,-287-26,106-1,27 14,267 7,-478-15,492 32,15 1,-485-34,342 12,964 17,-1034-31,171 27,-196-10,-355-13,92 12,106-3,-102-11,-115 0,0 0,-1 0,1 0,0 1,-1-1,1 1,0-1,-1 1,1-1,-1 1,1 0,-1 0,1 0,-1 0,0 0,1 0,-1 0,0 0,0 0,0 0,0 1,0-1,0 1,0-1,0 1,-1-1,1 1,0-1,-1 1,0-1,1 1,-1 0,0-1,0 1,0 0,0 0,-10 69,5-48,-12 223,9 20,31-49,16 98,-35-269,2 1,2-1,2 0,1-1,8 15,-8 24,-11-73</inkml:trace>
  <inkml:trace contextRef="#ctx0" brushRef="#br0" timeOffset="9813.854">5475 2140,'-7'6,"-1"1,2-1,-1 1,1 1,0-1,1 1,-1 0,2 1,-1-1,1 1,0 0,1 0,0 0,1 0,0 0,0 1,1-1,0 1,0 0,1-1,1 1,0-1,0 1,0-1,1 1,1-1,0 0,0 0,1 0,0 0,0-1,1 1,4 4,-4-6,1-1,0 0,1 0,-1-1,1 0,0 0,1 0,-1-1,1 0,0 0,0-1,0 0,0-1,0 1,1-2,5 2,-9-3,0 1,0-1,0 0,0 0,0-1,0 0,0 0,0 0,0 0,0-1,0 1,-1-1,1-1,-1 1,1 0,-1-1,0 0,0 0,0-1,0 1,-1-1,1 1,-1-1,0 0,0-1,0 1,-1 0,2-4,-2 1,0 0,0 0,0 0,-1 0,0 0,0-1,-1 1,0 0,0-1,-1 1,0 0,0 0,-1 0,1-1,-2 2,1-1,-1 0,0 0,0 1,-1-1,0 1,0 0,-1 0,1 1,-1-1,0 1,-1 0,1 1,-1-1,0 1,0 0,-1 0,1 1,-1 0,0 0,1 1,-1-1,0 1,-1 1,-5-1,8 2,-1 1,1 0,-1 1,1-1,0 1,0 0,0 1,0-1,0 1,0 0,0 0,1 0,0 1,-1 0,1-1,1 2,-1-1,1 0,-1 1,1-1,0 1,1 0,-1 0,1 0,0 0,0 1,1-1,0 1,0-1,0 1,0-1,1 1,0-1,0 1,0-1,1 1,0 0,-1-3,1 0,-1 0,1 0,-1-1,1 1,0 0,0 0,0-1,0 1,1 0,-1-1,1 1,-1-1,1 0,0 0,0 1,0-1,0 0,1-1,-1 1,0 0,1-1,-1 1,1-1,0 0,-1 0,1 0,0 0,0 0,0-1,-1 1,1-1,0 0,2 1,2-1,1-1,0 1,-1-1,1 0,-1-1,1 0,-1 0,0 0,0-1,0 0,0-1,5-3,-4 2,0-1,-1 0,1-1,-1 0,-1 0,1-1,-1 1,-1-1,1-1,-1 1,-1-1,0 0,1-2,-3 7,-1 0,0-1,1 1,-2 0,1 0,0-1,-1 1,0 0,0-1,0 1,-1 0,1 0,-1-1,0 1,0 0,0 0,-1 0,0 0,1 0,-1 0,-1 0,1 1,-1-1,1 1,-1-1,0 1,0 0,0 0,-1 1,-2-3,3 3,-1-1,0 1,-1 0,1 0,0 0,-1 0,1 1,-1 0,1 0,-1 0,1 0,-1 1,0 0,1 0,-1 0,0 1,1-1,-1 1,1 0,-1 0,1 1,-1-1,1 1,0 0,0 0,0 1,0-1,0 1,0 0,1 0,-1 0,1 0,0 1,0-1,0 1,0 0,1 0,-1 0,1 0,0 0,1 1,-2 1,1-2,0 0,0 0,1 0,-1 1,1-1,0 1,0-1,1 1,-1-1,1 1,0-1,0 1,0-1,1 1,0-1,0 1,0-1,0 1,0-1,1 0,0 0,0 0,0 0,1 0,-1 0,1 0,0-1,0 1,0-1,0 0,1 0,-1 0,1 0,0-1,0 0,0 1,0-1,0-1,3 2,-5-3,0 1,0-1,0 0,0 0,0 0,-1 0,1 0,0 0,0-1,0 1,0 0,-1-1,1 0,0 1,0-1,-1 0,1 0,-1 0,1 0,-1 0,1 0,-1 0,1-1,-1 1,0-1,0 1,0-1,0 1,0-1,0 1,0-1,0 0,-1 0,1 1,-1-1,1 0,-1 0,7-71,-29-262,18 201,-8-206,-44-240,2 319,93 301,-29-34,-1-1,1 0,0-1,0 0,0 0,0-1,1-1,0 0,-1 0,1-1,0 0,7-1,-11 0,252 10,151-18,-217 2,-90 3,-106 2,0-1,0 1,1-1,-1 0,1 0,0 0,-1-1,1 1,0 0,0-1,0 1,1-1,-1 0,1 0,-1 1,1-1,0 0,0 0,0 0,1 0,-1-1,1 1,-1 0,1 0,0 0,0 0,1-3,12-247,-6 592,25 142,-33-462,-1-29,-5-33,-22-391,14 157,0 152,15 125,0-1,0 1,1-1,-1 1,0-1,0 0,1 1,-1-1,0 1,1-1,-1 1,0-1,1 1,-1 0,1-1,-1 1,1-1,-1 1,0 0,1 0,0-1,-1 1,1 0,-1 0,1-1,-1 1,1 0,-1 0,1 0,0 0,-1 0,1 0,-1 0,1 0,0 0,-1 0,1 0,-1 0,1 1,-1-1,1 0,0 0,-1 1,1-1,-1 0,1 0,-1 1,1-1,-1 1,0-1,1 1,-1-1,1 0,-1 1,0-1,0 1,1-1,-1 1,0 0,0-1,1 1,-1-1,0 1,6 3,265 125,-207-104,-2 2,-1 3,-1 3,-2 3,51 41,-93-64,0 2,-2 0,1 1,-2 0,0 1,6 11,-16-23,1 0,-2 1,1-1,0 1,-1-1,0 1,-1 0,1 0,-1 0,0 0,0 0,-1 0,0 0,0 0,0 0,-1 0,0 0,0 0,-1 0,1 0,-1 0,-1-1,1 1,-1-1,0 1,-11 9,-1 0,0-1,-1 0,-1-2,0 0,-1 0,0-2,-1 0,0-1,0-1,-1-1,0-1,-1 0,13-4,-367 104,335-94,26-5,28-4,25-5,10-3</inkml:trace>
  <inkml:trace contextRef="#ctx0" brushRef="#br0" timeOffset="10226.27">7560 790,'-8'22,"1"1,2 0,0 0,1 1,2-1,0 1,2-1,0 1,2 0,1 4,-3-22,0 0,1 0,0 0,0 0,0 0,1-1,0 1,0 0,0-1,1 1,0-1,0 0,0 0,0 0,1 0,0-1,0 0,0 1,1-1,0-1,-1 1,1-1,0 1,1-1,-1-1,1 1,-1-1,1 0,-1 0,1-1,0 0,0 0,0 0,0-1,0 1,0-1,0-1,4 0,1-4,0-1,0-1,0 0,-1 0,0-1,0 0,-1-1,0 0,-1-1,1 1,-2-2,0 1,0-1,-1 0,0 0,-1-1,0 0,1-4,0-2,0 0,-1 0,-1-1,-1 0,0 0,-1 0,-1 0,-1 0,-1-2,0 12,1 0,-2 1,1-1,-1 0,0 1,-1 0,0-1,0 1,-1 0,0 0,-1 1,1-1,-2 1,1 0,-1 1,0-1,0 1,0 0,-1 0,-5-3,4 6,0 0,0 1,0-1,0 2,0-1,0 1,0 0,-1 1,1 0,0 0,0 1,-1 0,1 0,0 1,0 0,0 0,0 1,1 0,-1 1,1-1,0 1,0 1,0 0,0 0,1 0,0 0,0 1,0 0,1 1,0-1,0 1,0 0,1 0,0 0,1 1,-1-1,1 1,1 0,0 0,0 0,0 0,1 8,1-10,1 0,-1 0,2-1,-1 1,1 0,0-1,0 1,0-1,1 1,0-1,0 0,0 0,1 0,-1-1,5 4,27 27</inkml:trace>
  <inkml:trace contextRef="#ctx0" brushRef="#br0" timeOffset="12349.717">7907 870,'603'21,"25"-23,-411-3,3 9,180 28,146 1,-271-22,214 16,-134-20,-62-1,-202 7,126 1,-200-14,0 1,0 1,-1 0,1 1,-1 1,0 1,0 0,0 1,-1 0,5 4,55 1,-72-12,1 0,-1 0,1 1,0 0,-1-1,1 1,0 1,0-1,-1 0,1 1,-1 0,1 0,0 0,-1 0,0 1,1-1,-1 1,0 0,0 0,0 0,0 0,0 1,0-1,0 1,-1-1,0 1,1 0,-1 0,0 0,0 1,-1-1,2 3,41 161,-28-110,-2 0,-3 1,3 50,27 210,-33-152,-8-112,3 0,2 0,8 32,34 142,-11-83,-25-112,-2 0,-1 0,-2 1,2 24,-4 21,4-1,10 35,6 22,-19-104,2 1,1-1,1 0,8 14,12 44,3 54,-34-151,-2-6</inkml:trace>
  <inkml:trace contextRef="#ctx0" brushRef="#br0" timeOffset="14246.424">12467 964,'18'7,"0"-1,1-1,-1 0,1-1,1-1,-1-1,0-1,1 0,-12-1,539 8,-363-9,-148 0,124 1,-1 6,33 10,1 3,-104-7,-86-11,0 0,-1 1,1-1,0 1,-1-1,1 1,-1 0,0 0,1 0,-1 0,0 0,0 0,0 1,-1-1,1 1,0-1,-1 1,0-1,0 1,0 0,0 0,0 0,0 0,-1 0,1 0,-1 0,0 0,0 0,0 0,0 0,0 0,-1 0,0 0,1-1,-1 1,-1 1,2 30,42 179,-25 106,-13-157,10 103,-3-147,-5 1,-7 76,-1-58,2 222,22-218,-4-52,-3 34,24 107,-39-216,-1 3,1 0,1-1,0 1,1-1,1 1,5 13,-1-26,-4-13</inkml:trace>
  <inkml:trace contextRef="#ctx0" brushRef="#br0" timeOffset="15581.414">12560 964,'-2'-1,"0"0,-1 0,1 0,0 0,0 1,-1-1,1 1,0 0,0-1,-1 1,1 0,0 0,-1 1,1-1,0 0,-1 1,1-1,0 1,0 0,0 0,0 0,0 0,0 0,0 0,0 1,0-1,0 1,0-1,1 1,-1 0,1-1,-1 1,1 0,0 0,0 0,0 0,-1 2,-2 4,0 0,0 1,1-1,1 0,-1 1,1 0,1 0,0 0,0 2,0-3,1-1,1 1,0-1,0 1,0-1,1 0,0 0,0 0,1 0,0 0,0 0,0-1,1 1,0-1,1 0,-1 0,1 0,0-1,0 0,1 0,0 0,0 0,0-1,0 0,1-1,-1 1,1-1,0 0,0-1,0 0,0 0,1 0,-1-1,0 0,1-1,-1 0,1 0,-1 0,1-1,-2 0,0 0,-1 0,1-1,0 0,0 0,-1-1,1 0,-1 0,0 0,0 0,0-1,0 0,-1 0,0 0,1 0,-1-1,-1 1,1-1,-1 0,0-1,0 1,0 0,-1-1,0 0,0 1,0-1,-1 0,0 0,0 0,0-2,0 0,0 0,-1-1,0 1,0 0,-1 0,0-1,-1 1,0 0,0 0,-1 0,1 0,-2 1,1-1,-1 1,0 0,-1 0,0 0,0 0,0 1,-1 0,-6-5,6 6,1 2,-2-1,1 1,0 0,-1 0,1 0,-1 1,0 0,1 1,-1-1,0 1,0 1,0-1,0 1,0 0,0 1,0 0,0 0,0 0,0 1,0 0,1 0,-1 1,1 0,-1 0,1 0,0 1,-2 1,0 0,1 0,0 1,0 0,0 0,1 0,-1 1,2 0,-1 0,1 1,0 0,0-1,1 2,1-1,-1 0,1 1,0 0,1 0,0-1,0 9,1-12,1-1,0 1,1-1,-1 1,1-1,0 1,0-1,0 0,1 1,-1-1,1 0,0 0,1 0,-1 0,0-1,1 1,0 0,0-1,0 0,0 0,1 0,-1 0,1 0,0-1,0 0,0 0,0 0,0 0,0 0,0-1,1 0,2 1,5 1,1-1,0 0,-1-1,1 0,0-1,0 0,0-1,0-1,-1 0,1 0,0-1,-1-1,8-4,-13 6,-1-1,1 0,-1 0,0 0,0-1,0 0,-1 0,1-1,-1 0,0 0,-1 0,1 0,-1-1,0 1,0-1,0 0,-1 0,0-1,-1 1,1-1,-1 0,0 1,-1-1,1 0,-1-5,-1 5,0 1,0-1,0 1,-1-1,0 1,-1 0,1-1,-1 1,-1 0,1 0,-1 0,0 1,0-1,0 1,-1-1,0 1,0 0,-1 0,1 1,-1-1,0 1,0 0,0 1,-1-1,1 1,-1 0,0 0,-3-1,-2 0,-1 0,1 1,-1 0,0 1,0 0,0 1,0 0,0 1,0 0,0 1,0 0,0 1,0 0,1 1,-1 1,3-1,1 0,1 1,-1 0,0 0,1 1,0 0,0 0,0 1,1-1,-1 2,2-1,-1 1,0 0,3-3,1 0,0 0,-1-1,1 1,1 1,-1-1,1 0,0 0,-1 0,2 1,-1-1,0 1,1-1,0 0,0 1,1-1,-1 1,1-1,0 0,0 1,0-1,0 0,1 0,0 0,0 0,1 1,4 5,1-2,0 1,1-1,0-1,0 1,1-2,-1 1,2-1,-1-1,1 0,-1 0,1-1,0 0,1-1,-1 0,1-1,-1-1,1 1,0-2,0 0,6 0,-12 0,0 0,1 0,-1-1,0 1,0-1,0-1,0 1,0-1,0 0,0 0,-1-1,1 0,-1 0,1 0,-1 0,0-1,0 0,-1 0,1-1,-1 1,0-1,0 0,-1 0,1 0,-1 0,0-1,0 1,-1-1,0 0,0 0,0 0,-1 0,1-5,-2 3,0 1,-1-1,0 0,0 0,-1 0,0 1,0-1,-1 1,0 0,-1-1,1 1,-1 1,0-1,-1 0,0 1,0 0,0 0,-1 1,0-1,0 1,0 1,-1-1,1 1,-1 0,-7-3,8 4,-1 0,1 0,-1 0,1 1,-1 0,0 1,0 0,0 0,0 0,0 1,0 0,0 0,0 0,1 1,-1 0,0 1,0 0,0 0,1 0,-1 1,1-1,0 2,0-1,0 1,0 0,0 0,1 0,0 1,-2 2,3-2,0 0,0 0,0 0,0 1,1-1,0 1,1 0,-1 0,1 0,0 0,0 1,1-1,0 0,0 1,1-1,-1 1,1-1,1 1,-1-1,1 1,0-1,1 1,0-1,0 0,0 0,0 0,1 0,0 0,0-1,1 1,0-1,0 0,0 0,0 0,1 0,0-1,4 3,0-1,1 0,-1 0,1-2,0 1,1-1,-1-1,1 1,-1-2,1 0,0 0,0-1,0 0,0-1,2 0,-7 0,-1 0,1-1,-1 0,0 0,0 0,0-1,1 1,-1-1,0 0,-1-1,1 1,0-1,-1 0,0 0,1 0,-1-1,0 0,-1 1,1-1,-1-1,1 1,-1 0,-1-1,1 0,-1 1,1-1,-1 0,-1 0,2-4,-2 0,1 0,-1 0,-1 0,0 0,0 0,-1 0,0 0,0 1,-1-1,0 0,-1 0,0 1,0 0,-1-1,0 1,2 4,0 0,0 0,0 1,-1-1,0 1,1-1,-1 1,0 0,-1 0,1 0,0 1,-1-1,0 1,0 0,1 0,-1 0,0 0,0 1,-1-1,1 1,0 0,0 0,-1 1,1-1,0 1,-1 0,1 0,-1 1,1-1,0 1,-2 0,-5 4,1-1,0 1,0 0,0 1,1 1,-1-1,2 1,-1 1,1 0,0 0,1 0,0 1,0 0,1 0,0 1,0 0,1 0,1 0,-4 11,7-18,0 0,0 0,0 0,1 0,-1 1,1-1,-1 0,1 1,0-1,0 0,1 0,-1 1,1-1,0 0,-1 0,2 0,-1 0,0 0,0 0,1 0,1 2,8 7</inkml:trace>
  <inkml:trace contextRef="#ctx0" brushRef="#br0" timeOffset="29202.854">19618 4399,'19'23,"14"21,11 21,8 20,3 21,-3 14,-10 15,-15 10,-25 4,-36 2,-41-1,-45-4,-2-27</inkml:trace>
  <inkml:trace contextRef="#ctx0" brushRef="#br0" timeOffset="27462.657">18255 4439,'-18'5,"-13"10,-6 14,-3 16,3 18,5 20,8 15,9 14,8 9,13 1,14-4,16-8,10-11,8-14,5-17,-8-19</inkml:trace>
  <inkml:trace contextRef="#ctx0" brushRef="#br0" timeOffset="27913.951">18749 5134,'3'-29,"1"0,1 0,2 0,1 1,1 0,1 0,1 1,3-2,0-5,1 1,1 1,2 0,1 1,3-1,-22 32,0-1,1 1,-1-1,0 1,0-1,0 1,0-1,1 1,-1-1,0 1,1-1,-1 1,0-1,1 1,-1 0,0-1,1 1,-1 0,1-1,-1 1,0 0,1 0,-1-1,1 1,-1 0,1 0,-1 0,1-1,-1 1,1 0,-1 0,1 0,0 0,-1 0,1 0,-1 0,1 0,-1 1,1-1,-1 0,1 0,-1 0,1 0,-1 1,1-1,-1 0,0 0,1 1,3 27,-13 108,3-76,3 0,3 1,2 2,39 164,-35-153,-8-48</inkml:trace>
  <inkml:trace contextRef="#ctx0" brushRef="#br0" timeOffset="28326.108">18402 4546,'-3'-2,"3"6,2 6,4 10,5 7,6 6,4 4,3 1,4-2,-2-7</inkml:trace>
  <inkml:trace contextRef="#ctx0" brushRef="#br0" timeOffset="28731.575">19178 4492,'0'16,"0"13,2 7,5 4,9 1,3-2,-1-9</inkml:trace>
  <inkml:trace contextRef="#ctx0" brushRef="#br0" timeOffset="25648.069">19164 3343,'0'-2,"4"-1,9 0,14-2,13 0,13-1,9 0,4-1,-1 1,-7 1,-11 2,-15 1,-21 1,-11 1</inkml:trace>
  <inkml:trace contextRef="#ctx0" brushRef="#br0" timeOffset="26099.422">19204 3303,'-9'43,"1"0,2 0,3 1,1 0,3 27,-1-69,0-1,-1 0,1 0,0 1,0-1,0 0,1 0,-1 1,0-1,0 0,1 0,-1 0,1 1,-1-1,1 0,-1 0,1 0,0 0,-1 0,1 0,0 0,0 0,0 0,0 0,0 0,0-1,0 1,0 0,0-1,0 1,0-1,1 1,-1-1,0 0,0 1,0-1,1 0,-1 0,0 0,1 0,-1 0,0 0,0 0,1 0,-1 0,122-46,-109 41,1 1,0 1,0 0,0 1,0 1,0 0,11 1,-20 1,0-1,0 1,-1 0,1 1,0-1,-1 1,1 0,-1 1,0-1,0 1,0 0,0 0,0 1,-1 0,1-1,-1 1,0 1,0-1,-1 1,1-1,1 4,-2-2,0 1,0 0,0 0,0 0,-1 0,-1 0,1 0,-1 0,0 1,-1-1,0 0,0 1,0-1,-1 0,0 0,-1 1,1-1,-1 0,-1 0,1 0,-1-1,-1 1,1 0,-1-1,0 0,0 0,-2 1,-7 9,0 0,-2-1,0 0,0-2,-1 1,-1-2,0 0,-1-1,-3 0,5-2,0-2,-1 1,0-2,0 0,-1-1,-4 0,-2-6,29-15,11 3</inkml:trace>
  <inkml:trace contextRef="#ctx0" brushRef="#br0" timeOffset="26579.664">19886 3263,'-16'49,"14"-29,1-1,0 1,2 0,1 0,0 0,1 0,2-1,0 0,0 0,2 0,1 0,2 2,9 19,2-2,2-1,1 0,2-2,3 1,-11-14,1-1,0-1,2-1,0-1,1-1,1-1,22 12,-44-27,0 0,0 0,0 0,0 0,1-1,-1 1,0 0,0-1,1 1,-1-1,0 1,1-1,-1 0,1 0,-1 1,0-1,1 0,-1 0,1 0,-1-1,0 1,1 0,-1 0,0-1,1 1,-1-1,0 1,1-1,-1 1,0-1,0 0,0 0,1 0,-1 0,0 0,0 0,0 0,-1 0,1 0,0 0,0 0,-1 0,1-1,0 1,-1 0,1-1,-1 1,27-149,-23 115,15-130,8 0,7 2,9-6,-31 133,-6 24,-5 20,-5 9</inkml:trace>
  <inkml:trace contextRef="#ctx0" brushRef="#br0" timeOffset="23921.648">15942 3691,'484'-26,"-108"1,102 21,-474 4,21 0,-1 0,0-2,1-1,-1-1,12-4,-36 8,1 1,-1-1,0 0,1 1,-1-1,1 1,-1-1,0 0,1 1,-1-1,0 1,0-1,1 1,-1-1,0 1,0 0,0-1,0 1,0-1,0 1,0-1,0 1,0-1,0 1,0 0,0-1,0 1,0-1,0 1,0-1,-1 1,1-1,0 1,0-1,-1 1,1-1,0 1,-1-1,1 0,-1 1,1-1,0 1,-1-1,1 0,-1 0,1 1,-1-1,-1 4,-1 0,0 1,1 0,-1 0,1 0,0 1,1-1,-1 0,1 1,0-1,0 1,1-1,0 1,0-1,0 1,0-1,1 1,0-1,0 1,1-1,-1 1,1-1,0 0,1 0,-1 0,1 0,0-1,0 1,1-1,-1 1,1-1,1 1,5-1,1 0,-1 0,1-1,0 0,0-1,0 0,0-1,0 0,0-1,1 0,-1-1,0 0,0-1,0 0,0-1,0 0,-1 0,1-1,-1-1,0 0,0 0,7-6,-10 7,0-1,1 0,-2-1,1 0,-1 0,0 0,0 0,0-1,-1 0,0-1,0 1,-1-1,0 0,-1 0,0 0,0 0,0 0,-1-1,0 1,-1-1,0 0,0 0,-1 1,0-1,-1 0,0 0,0 1,-1-1,0 1,0-1,-1 1,0 0,0 0,-1 0,-1 0,1 1,-1-1,0 1,0 0,-3-1,3 3,-1 0,0 0,-1 0,1 1,-1 0,0 0,0 0,0 1,0 1,-1-1,1 1,-1 0,1 0,-1 1,0 0,0 1,0 0,1 0,-1 0,0 1,0 1,1-1,-1 1,0 0,1 1,0 0,0 0,0 0,0 1,0 0,1 0,-1 1,1 0,0 0,1 1,-1-1,1 1,0 0,1 1,-1-1,1 1,0 0,0 2,2-4,0 0,0 1,1 0,0-1,0 1,0 0,1 0,0 0,0 0,0-1,1 1,0 0,0 0,0-1,1 1,0 0,0-1,0 0,1 1,0-1,0 0,0 0,0-1,1 1,0-1,0 1,33 30</inkml:trace>
  <inkml:trace contextRef="#ctx0" brushRef="#br0" timeOffset="24763.395">18068 3638,'14'-3,"11"0,10 0,9 0,5 2,7 0,2 0,0 1,0 0,-1 0,-4-2,-6-3,-6-3,-6-2,-9-5,-8-1,-8 2</inkml:trace>
  <inkml:trace contextRef="#ctx0" brushRef="#br0" timeOffset="25033.198">18362 3329,'-2'21,"-1"15,0 14,3 9,3 4,4 2,1-3,-1-2,-2-6,-2-4,-3-7,-2-5,-1-10</inkml:trace>
  <inkml:trace contextRef="#ctx0" brushRef="#br0" timeOffset="46068.328">101 28,'0'-2,"-1"1,1-1,-1 1,1 0,-1-1,0 1,1 0,-1-1,0 1,0 0,0 0,0 0,0 0,0 0,0 0,-1 0,1 0,0 0,0 0,-1 1,1-1,-1 0,1 1,0-1,-1 1,1 0,-1-1,1 1,-1 0,1 0,-1 0,1 0,-1 0,1 1,-1-1,1 0,-1 0,1 1,-1-1,1 1,0 0,-1-1,1 1,0 0,0 0,-1 0,1 0,0 0,0 0,0 0,0 0,0 0,0 1,-6 12,1 0,1 1,0 0,1 0,0 0,2 1,-1-1,2 1,0 0,2 13,2 35,4 1,2-2,3 1,3-2,3 0,16 38,11 44,2 40,-7 3,-9 1,6 185,0 544,-13-206,63 459,-7-126,15 295,8 129,-80-890,9 347,-45 160,-71 478,72-1217,-52 878,40-912,-28 252,28-408,24-155,0 0,0 0,0-1,0 1,0 0,0 0,0 0,0-1,0 1,0 0,0 0,1-1,-1 1,0 0,1 0,-1-1,0 1,1 0,-1-1,1 1,-1 0,1-1,-1 1,1-1,-1 1,1-1,0 1,-1-1,1 0,0 1,-1-1,1 0,0 1,0-1,-1 0,1 0,0 0,0 1,0-1,-1 0,1 0,0 0,0 0,0-1,-1 1,1 0,0 0,0-1,43-19,-28 11,53-18,0 3,2 3,1 3,48-4,105-5,0 11,2 9,102 15,115-4,533-51,-367 11,1684-39,-1519 53,830 15,1394 89,-2215-48,379 10,928-39,-2020-5,771-11,893 10,-1515 9,1570 8,-1516-28,-268 13,-18 4,-22 4,-43 1,50-8</inkml:trace>
  <inkml:trace contextRef="#ctx0" brushRef="#br0" timeOffset="47096.136">3189 13637,'-33'4,"-8"0,-1 2,0 1,1 3,-36 13,73-22,0 0,0 1,0 0,0 0,1 0,-1 0,1 1,-1-1,1 1,0 0,0 0,0 0,0 0,1 1,-1-1,1 1,0 0,0-1,0 1,1 0,-1 0,1 0,0 0,0 0,0 1,1-1,-1 0,1 0,0 1,0-1,1 0,-1 0,1 0,0 1,0-1,7 11,0 0,1-1,0 0,1-1,0 0,1 0,1-1,0-1,1 0,0 0,0-2,1 1,13 5,-5 0,17 11,-23-17,0 0,-1 1,-1 1,0 0,0 1,-1 1,-1 0,0 0,0 1,-2 1,0 0,0 1,-8-11,0 0,-1 1,0-1,0 0,0 1,0-1,-1 1,0-1,0 1,-1-1,1 0,-1 1,0-1,-1 1,1-1,-1 0,0 0,0 0,-1 0,0 0,1-1,-2 1,1-1,0 0,-1 1,-2 1,-9 8,-1 0,0-1,-1 0,0-2,-1 0,-7 3,1 0,-1-2,0-1,0-1,-1-1,0-1,-1-1,-14 1,38-9,10-2</inkml:trace>
  <inkml:trace contextRef="#ctx0" brushRef="#br0" timeOffset="47816.21">3696 14238,'-28'-4,"-1"2,0 0,0 2,-24 3,46-2,0 0,0 0,0 0,0 1,0 0,0 1,0 0,0 0,1 0,0 1,-1-1,1 2,1-1,-1 1,1 0,-1 0,1 0,1 0,-1 1,1 0,-2 5,4-8,0 1,0 0,0 1,1-1,0 0,0 0,0 1,0-1,1 1,0-1,0 0,0 1,0-1,0 1,1-1,0 0,0 1,0-1,1 0,0 0,-1 0,1 0,1 0,-1 0,0-1,1 1,0-1,0 1,0-1,0 0,3 2,4 3,0-1,0 0,0-1,1 0,0 0,0-1,1-1,-1 0,1 0,0-1,1 0,3-2,0 0,-1-1,1 0,0-1,-1-1,1 0,-1-1,0-1,0 0,0-1,0-1,-1-1,0 0,0 0,-1-1,0-1,0 0,-1-1,0-1,-1 1,0-2,-1 0,0 0,-1 0,0-2,-1 1,0-1,-1 0,1-5,13-41,-3-1,-2 0,-3-1,-3-1,-2 0,-3 0,-3-1,-5-39,4 52,-2-1,-2 1,-2 0,-6-18,-26-18,36 85,-1-1,0 1,0 0,1 0,-2 0,1 0,0 0,0 0,0 0,-1 1,1-1,-1 1,1 0,-1 0,0-1,0 2,1-1,-1 0,0 1,0-1,0 1,0 0,0 0,1 0,-1 0,0 0,0 1,0 0,0-1,0 1,-4 4,0-1,1 1,-1 0,1 1,0 0,0 0,1 0,-1 1,2-1,-1 1,1 0,0 1,0-1,1 1,0 0,0 0,1 0,0 0,0 0,1 0,0 0,1 1,0 1,-1 33,3 1,2 0,2-1,1 0,3 0,1-1,2 0,2-1,1 0,7 7,-11-18,29 74,5-3,18 25,-28-82,-35-44,0 0,0 0,0 0,0 0,0 0,0 0,-1 0,1 0,0 0,0 0,0-1,0 1,0 0,0-1,-1 1,1-1,0 1,0-1,-1 1,1-1,0 1,0-1,-1 0,1 1,-1-1,1 0,-1 0,1 1,-1-1,1 0,-1 0,0 0,1 0,-1 1,0-1,0 0,0 0,0 0,1 0,45-186,-42 172,0 1,1-1,1 1,0 0,1 1,0 0,8-11,-14 23,0-1,-1 1,1 0,0 0,0 0,0 0,0 0,0 0,0 0,0 0,0 0,0 0,0 1,0-1,1 0,-1 1,0-1,1 1,-1-1,0 1,1 0,-1-1,0 1,1 0,-1 0,1 0,-1 0,0 0,1 1,-1-1,0 0,1 1,-1-1,0 1,1-1,-1 1,0-1,0 1,1 0,-1 0,0 0,0-1,0 1,0 0,0 0,0 1,0-1,8 14,0 1,-1-1,0 2,-1-1,-1 1,-1 0,0 0,-2 0,1 1,-2 0,-1-1,0 7,1 10,-3-24,2 1,-1 0,1-1,1 1,0-1,0 1,1-1,1 0,1 4,-3-12,0 0,1 0,-1 0,1 0,-1 0,1 0,0-1,0 1,-1-1,1 0,0 0,0 0,0 0,0-1,0 1,1-1,-1 0,0 0,0 0,0 0,0 0,0-1,0 1,0-1,0 0,0 0,0 0,0 0,0 0,0-1,30-9</inkml:trace>
  <inkml:trace contextRef="#ctx0" brushRef="#br0" timeOffset="48062.553">4873 14212,'2'0,"10"0,3 0</inkml:trace>
  <inkml:trace contextRef="#ctx0" brushRef="#br0" timeOffset="48497.903">6330 13583,'-1'3,"1"-1,0 1,0 0,0-1,1 1,-1-1,1 1,-1 0,1-1,0 1,0-1,0 0,0 1,0-1,0 0,1 0,-1 0,1 1,0-2,-1 1,1 0,0 0,0 0,0-1,0 1,1-1,-1 0,0 0,1 0,-1 0,0 0,1 0,-1 0,1-1,1 1,13-1,1-1,-1 0,0-1,0-1,0-1,0 0,0-2,-1 1,1-2,-2 0,1-1,13-10,-13 11,0-1,-1-1,0 0,-1-1,0-1,0 0,-1-1,-1 0,0-1,-1 0,0-1,-1 0,0-1,-2 0,1-1,-2 1,4-13,-10 24,0 0,-1 0,0 0,0-1,0 1,0 0,0 0,-1-1,0 1,0 0,0 0,0 0,-1 0,0 0,0 0,0 1,0-1,0 0,-1 1,1 0,-1-1,0 1,0 0,0 1,-1-1,1 0,-1 1,1 0,-1 0,0 0,0 0,0 1,0-1,0 1,0 0,0 0,0 1,-1-1,1 1,0 0,0 0,-1 0,1 1,0-1,0 1,0 0,0 0,-3 2,-4 3,0 1,1 0,0 1,0 0,1 0,0 1,0 0,1 1,0 0,1 0,0 1,1 0,0 0,1 1,0-1,1 1,0 0,0 0,2 1,0-1,-1 9,-3 41,2 1,4 0,2-1,2 1,4-1,2 0,3-1,7 17,8 56,-11-47,-3 2,-1 54,-12-113,-1 0,-2 0,-1 1,-1-2,-1 1,-2 0,-1-1,-1 0,-7 14,-13 13</inkml:trace>
  <inkml:trace contextRef="#ctx0" brushRef="#br0" timeOffset="48798.498">6344 14025,'125'-29,"1"5,0 5,5 6,60 2,-189 11,0-1,0 1,0 0,1 0,-1 0,0 0,0 0,0 1,1-1,-1 0,0 1,0 0,0-1,0 1,0 0,0 0,0 0,-1 1,1-1,0 0,0 1,-1-1,1 1,-1-1,1 1,-1 0,0 0,0-1,0 1,0 0,0 0,0 0,0 0,-1 0,1 1,-1-1,1 0,-1 0,0 0,0 0,0 1,0-1,0 2,-20 155,20-156,1 0,-1 0,1 0,0 0,0 0,0 0,0 0,0-1,0 1,1 0,-1-1,1 1,0-1,0 1,0-1,0 0,0 0,0 0,1 0,-1 0,1-1,-1 1,1-1,0 1,18 6</inkml:trace>
  <inkml:trace contextRef="#ctx0" brushRef="#br0" timeOffset="49043.876">6932 13611,'18'2,"18"3,16 5,10 4,-5-1</inkml:trace>
  <inkml:trace contextRef="#ctx0" brushRef="#br0" timeOffset="49263.289">7413 13838,'1'268,"-1"-265,0 1,0 0,0 0,1 0,-1 0,1 0,0 0,1 0,-1-1,0 1,1-1,0 1,0-1,0 1,0-1,1 0,-1 0,1 0,0 0,0-1,0 1,0-1,0 1,0-1,1 0,-1 0,1-1,0 1,-1-1,1 0,0 0,0 0,0 0,0-1,0 1,1-1,2 0,-1 0,1-1,-1 0,1 0,-1 0,1-1,-1 0,0 0,1-1,-1 0,0 0,-1 0,1 0,-1-1,1 0,-1 0,0-1,-1 0,1 0,-1 0,0 0,0 0,0-1,1-3,5-9,-1 0,-1 0,0-1,-2-1,0 1,-1-1,1-9,3-37,-10 78,0 1,1-1,1 0,0 0,0 0,2 0,-1 0,1 0,1 0,0-1,1 0,3 6,-1-9,1-1,0 0,0 0,0-1,1 0,0 0,0-1,0-1,1 1,0-1,0-1,0 0,0 0,0-1,1-1,-1 1,6-1,34 4</inkml:trace>
  <inkml:trace contextRef="#ctx0" brushRef="#br0" timeOffset="50148.445">8282 13931,'-137'-29,"129"28,0 1,0 0,1 0,-1 1,0 0,0 0,1 1,-1 0,1 0,-1 1,1 0,0 0,0 1,1-1,-1 2,-4 2,8-4,0 0,0 0,1 0,-1 0,1 0,-1 0,1 1,0-1,0 1,1 0,-1 0,1-1,0 1,0 0,0 0,0 0,1 0,-1 0,1 0,0 0,1 1,-1-1,1 0,-1 0,1 0,0 0,1-1,-1 1,1 0,-1 0,1-1,0 1,1-1,-1 0,0 1,1-1,0 0,0 0,0-1,0 1,0-1,1 1,-1-1,1 0,-1 0,1-1,1 1,3 1,-1-1,1 0,0 0,0-1,0 0,0 0,0-1,0 0,0 0,0-1,-1 0,1-1,0 1,0-2,-1 1,1-1,-1 0,0 0,0-1,0 0,0-1,-1 1,1-1,-1 0,-1-1,1 1,-1-1,0 0,0-1,0 1,-1-1,0-1,1-1,-4 9,-1 1,0-1,0 1,1-1,-1 0,0 1,0-1,1 1,-1-1,1 0,-1 1,0-1,1 0,-1 0,1 1,-1-1,0 0,1 0,-1 0,1 1,-1-1,1 0,-1 0,1 0,-1 0,1 0,-1 0,1 0,-1 0,1 0,-1 0,1 0,-1-1,1 1,-1 0,1 0,-1 0,0-1,1 1,-1 0,1 0,-1-1,0 1,1 0,-1-1,0 1,1-1,-1 1,0 0,1-1,-1 1,0-1,0 1,0-1,1 1,-1 0,0-1,1 7,1 1,0-1,0 0,1 1,0-1,0 0,0 0,1-1,-1 1,1-1,1 1,-1-1,1-1,0 1,0-1,0 1,1-2,0 1,-1-1,1 1,0-1,1-1,-1 1,0-1,1-1,-1 1,1-1,0 0,-1 0,1-1,3 0,0-2,-1 1,0-2,0 1,0-2,-1 1,1-1,-1 0,1-1,-1 0,-1 0,1-1,-1 0,0 0,0-1,-1 1,5-7,1-3,-1 0,0-1,-1 0,0 0,-2-1,0 0,2-11,8-40,-2-1,-4 0,-3-1,-3 0,-2-56,-3 92,-1 0,-1-1,-2 1,-1 0,-2 0,-7-19,13 51,0-1,-1 1,1 0,-1 0,0 0,0-1,0 1,0 0,-1 0,1 0,-1 1,1-1,-1 0,0 1,0-1,-1 1,1-1,0 1,-1 0,1 0,-1 0,0 0,0 1,0-1,0 1,0 0,0 0,0 0,0 0,0 0,0 1,-1-1,1 1,0 0,-1 0,1 0,0 0,0 1,-1-1,1 1,-1 0,-6 7,1 0,0 0,0 1,1 0,0 0,0 1,1 0,1 0,0 1,0 0,1 0,0 0,1 1,1-1,-1 1,0 8,-3 12,1 1,2 0,1 0,2 1,1-1,1 0,2 1,2-1,0 0,3-1,0 1,2-2,2 1,1-1,1-1,1-1,2 0,1-1,1 0,1-2,2 0,0-2,2 0,1-1,18 12,43 14,-83-48,0 0,0 0,0-1,0 1,0-1,0 1,0-1,0 0,0 0,0-1,0 1,0-1,0 1,0-1,0 0,0 0,0 0,-1-1,1 1,0-1,-1 1,1-1,-1 0,0 0,1 0,-1 0,0 0,0-1,0 1,0-2,84-176,-86 179,0 0,1 0,-1 1,0-1,0 0,1 0,-1 0,0 0,1 1,-1-1,1 0,-1 0,1 1,0-1,-1 0,1 1,-1-1,1 0,0 1,0-1,-1 1,1-1,0 1,0 0,0-1,0 1,-1 0,1 0,0-1,0 1,0 0,0 0,0 0,0 0,0 0,-1 0,1 0,0 1,0-1,0 0,0 0,0 1,-1-1,1 0,0 1,0-1,0 1,-1-1,1 1,19 86,-11-29,-8-54,0 0,1 0,-1 0,1 0,0 0,0 0,1-1,-1 1,1-1,-1 1,1-1,0 0,0 0,1 0,-1-1,1 1,-1-1,1 0,0 0,0 0,-1 0,1-1,1 0,-1 1,0-2,0 1,0 0,1-1,-1 0,0 0,0 0,1 0,-1-1,0 1,0-1,0 0,1-1,-1 1,0-1,3-1,0-2,1 1,-1-2,0 1,0-1,-1 0,0 0,0 0,0-1,-1 0,0-1,-1 1,1-1,-1 0,-1 0,1 0,-1 0,-1 0,0-1,0 1,0-1,-1 0,-1 0,1 1,-1-1,-1 0,0 0,0 1,-1-1,0 0,0 1,-1-1,0 1,0 0,-1 0,-4-6,4 9,0 2,-1-1,1 0,-1 1,0 0,0 0,0 0,0 1,0-1,0 1,-1 1,1-1,-1 1,0 0,1 0,-1 0,0 1,1 0,-1 0,0 1,0-1,1 1,-1 0,1 1,-1 0,1-1,-1 2,1-1,0 1,0-1,0 1,0 1,1-1,-1 1,1 0,0 0,0 0,0 0,1 1,-1-1,1 1,0 1,-2-1,1 0,-1 0,1 0,1 1,-1 0,1 0,0 0,0 0,0 0,1 0,0 1,0 0,1-1,0 1,0 0,1-1,-1 1,1 0,1 0,-1-1,1 1,1 0,-1-1,1 1,0-1,1 1,-1-1,1 0,0 0,1 0,1 2,2-3,0 0,0-1,1 0,-1 0,1 0,0-1,0 0,0-1,0 0,1 0,-1 0,1-1,-1-1,4 1,31-1</inkml:trace>
  <inkml:trace contextRef="#ctx0" brushRef="#br0" timeOffset="50394.348">9445 13396,'-20'-6,"-14"1,-8 9,-4 9,4 10,7 9,9 5,16 6,17 3,16-1,3-7</inkml:trace>
  <inkml:trace contextRef="#ctx0" brushRef="#br0" timeOffset="50577.49">9525 14092,'16'11,"12"4,10-1,11-4,10-7,-5-4</inkml:trace>
  <inkml:trace contextRef="#ctx0" brushRef="#br0" timeOffset="50578.49">10261 14171,'0'-15,"0"-6</inkml:trace>
  <inkml:trace contextRef="#ctx0" brushRef="#br0" timeOffset="77296.2">15247 4760,'0'0,"0"0,0-1,0 1,0 0,0 0,0-1,0 1,0 0,0 0,0-1,0 1,0 0,0 0,0-1,-1 1,1 0,0 0,0 0,0-1,0 1,0 0,-1 0,1 0,0-1,0 1,0 0,0 0,-1 0,1 0,0-1,0 1,-1 0,1 0,0 0,0 0,-1 0,1 0,0 0,0 0,-1 0,1 0,0 0,0 0,-1 0,1 0,0 0,0 0,-1 0,1 0,0 0,0 0,-1 0,1 1,0-1,0 0,0 0,-1 0,1 0,0 0,0 1,0-1,-1 0,1 0,0 1,11-22,148-199,-119 163,-56 110,5-22,1 0,1 0,2 1,2 0,0 1,3-1,0 3,3 6,-3-1,-1 0,-1-1,-3 1,-1-1,-2 0,-2 0,-2 0,12-33,0 0,0 0,-1-1,0 1,0-1,-1 0,1 0,-1 0,0 0,0-1,-1 0,1 0,-1 0,0 0,0-1,-1 1,1-1,0-1,-1 1,0-1,0 0,-2 1,8-4,1 1,-1 0,1-1,-1 1,1 0,-1-1,1 1,-1-1,0 1,1-1,-1 1,0-1,1 1,-1-1,0 1,0-1,1 1,-1-1,0 0,0 1,0-1,0 1,0-1,0 0,0 1,0-1,0 1,0-1,0 0,0 1,0-1,-1 1,1-1,0 0,0 1,-1-1,1 1,0-1,-1 1,1-1,0 1,-1 0,1-1,-1 1,1-1,-1 1,1 0,-1-1,1 1,-1 0,1-1,-1 1,1 0,-1 0,0 0,1 0,-1 0,1-1,-1 1,0 0,1 0,-1 0,130-7,23 8,-107-1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47.5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1 318,'44'95,"-35"-68,1 0,-4-7,0-1,2 1,0-2,1 1,1-1,1-1,1 0,2 3,-12-19,-1 1,1 0,-1-1,1 1,0-1,-1 0,1 1,0-1,0 0,0 0,0 0,0 0,0-1,1 1,-1-1,0 1,0-1,0 0,1 1,-1-1,0 0,0-1,0 1,1 0,-1-1,0 1,0-1,0 0,0 1,0-1,0 0,0 0,0-1,0 1,0 0,1-2,54-66,-18-4,-2-1,13-44,-20 44,4 1,34-54,-47 95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8:52.4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1 439,'28'55,"4"-2,1 0,3-3,2-1,21 19,-57-64,1-1,-1 1,1-1,1 0,-1 0,0 0,1 0,-1-1,1 1,0-1,0 0,0 0,0-1,0 1,0-1,0 0,0 0,1 0,-1 0,0-1,1 0,-1 0,1 0,-1 0,0-1,4 0,-2-3,0-1,0 0,0 0,-1 0,1-1,-1 1,-1-1,1 0,-1-1,0 1,0-1,1-5,117-265,35-76,-113 253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9:06.2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22,'-4'-9,"-2"-1,4 8,8 11,7 16,6 13,7 10,5 10,5 5,0 4,1-1,-3-4,-3-6,-5-9,-4-9,-6-9,-6-9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9:06.5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492 1,'-16'6,"-12"10,-8 14,-5 12,-6 15,-5 12,-5 10,-4 5,2-1,6-4,12-17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9:06.8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0 297,'3'-225,"-2"222,-1-2,0 1,0-1,1 1,0-1,-1 1,2 0,-1-1,0 1,1 0,0 0,0 0,0 0,1 0,-1 0,2-1,-3 6,1-1,-1 1,0-1,1 1,-1 0,0 0,0-1,1 1,-1 0,0 0,0 0,0 0,0 1,0-1,-1 0,1 0,0 1,0-1,-1 0,1 1,-1-1,1 0,-1 1,0-1,1 1,-1-1,0 1,0-1,0 1,0-1,0 0,0 1,-1-1,1 1,0-1,6 79,-3 1,-6 27,2-26,0-48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2T07:49:07.4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41,'13'0,"17"0,16 0,14 0,13-2,10-4,6 0,0-1,-4 0,-9 1,-14 2,-14 2,-16 3,-16 6,-19 4,-9 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2:50.3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1173 1821,'25'-5,"1"1,0 1,0 2,26 1,-7 0,363-19,206-43,-532 51,200-27,0 12,254 12,-478 15,-1 3,1 3,-1 2,54 16,-111-25,-1 0,1 0,0 0,0 0,0 0,-1 0,1 0,0 0,0 0,0 1,-1-1,1 0,0 0,0 0,0 0,0 1,-1-1,1 0,0 0,0 0,0 0,0 1,0-1,0 0,0 0,0 1,0-1,0 0,0 0,0 0,-1 1,1-1,1 0,-1 0,-27 0,6 0,2-1</inkml:trace>
  <inkml:trace contextRef="#ctx0" brushRef="#br0" timeOffset="418.882">4275 591,'-6'3,"-1"1,1 0,0 1,1 0,-1 0,1 0,0 0,0 1,1 0,0 0,0 0,0 0,0 1,1-1,0 1,1 0,0 0,-1 4,2-7,0 0,0 1,0-1,1 1,-1-1,1 1,0-1,1 0,-1 1,1-1,0 1,0-1,0 0,1 0,-1 0,1 1,0-1,0-1,1 1,-1 0,1-1,0 1,0-1,0 0,0 0,0 0,1 0,-1 0,1-1,2 2,-2-3,0 1,-1-1,1 0,0 0,0 0,0 0,-1-1,1 0,0 1,0-2,0 1,0 0,0-1,0 1,0-1,-1 0,1-1,0 1,-1-1,1 1,-1-1,1 0,-1 0,0-1,0 1,0-1,0 1,0-1,0 0,-1 0,0 0,1 0,-1-1,0 1,1-4,-1 4,0 0,0 0,-1 0,1-1,-1 1,0 0,0-1,0 1,0-1,0 1,-1-1,0 1,0-1,0 1,0-1,0 1,-1-1,1 1,-1-1,0 1,0-1,0 1,-1 0,1-1,-1 1,0 0,0 0,0 0,0 0,0 1,-1-1,1 1,-1-1,1 1,-1 0,0 0,0 0,-3-1,2 2,0 0,0 0,0 1,0-1,0 1,0 0,-1 0,1 1,0-1,0 1,0 0,0 0,0 0,0 0,0 1,1 0,-1 0,0 0,1 0,-1 0,1 1,0 0,0-1,0 1,0 0,0 1,1-1,-1 0,1 1,0-1,0 1,0 0,1 0,-2 4,-10 22</inkml:trace>
  <inkml:trace contextRef="#ctx0" brushRef="#br0" timeOffset="670.241">4355 1205,'1'2,"-1"-1,1 0,0 1,0-1,1 0,-1 0,0 1,0-1,1 0,-1 0,0 0,1-1,-1 1,1 0,-1 0,1-1,-1 1,1-1,0 0,-1 1,1-1,0 0,-1 0,1 0,0 0,-1 0,1 0,0 0,-1-1,1 1,-1-1,1 1,-1-1,1 0,-1 1,1-1,-1 0,1 0,-1 0,0 0,1 0,-1 0,0 0,0-1,2-3,-1 1,0-1,0 1,-1-1,0 1,1-1,-1 0,-1 0,1 0,-1 0,0 1,0-1,0 0,-2-4,2 7,0 0,0 0,-1 0,1 0,-1 0,1 0,-1 0,0 0,0 1,0-1,0 0,0 1,0-1,0 0,0 1,-1 0,1-1,-1 1,1 0,-1-1,1 1,-1 0,0 0,1 0,-1 1,0-1,0 0,0 1,0-1,0 1,0-1,0 1,0 0,0 0,0 0,0 0,0 1,-3 0,0 0,0 1,1 0,-1 0,0 0,1 0,0 1,-1 0,1 0,0 0,0 0,1 1,-1 0,1 0,0-1,0 2,0-1,0 0,1 1,0-1,-1 1,2 0,-1-1,1 1,-1 0,1 0,1 0,-1 0,1 2,0-5,1 0,0 0,0 0,0 0,0 0,0 0,0 0,0 0,1 0,-1 0,1-1,-1 1,1-1,0 1,0-1,-1 1,1-1,0 0,0 0,0 0,1 0,-1 0,0-1,0 1,1 0,33 8</inkml:trace>
  <inkml:trace contextRef="#ctx0" brushRef="#br0" timeOffset="-1296.602">1721 376,'-1'-2,"2"1,-1 1,0-1,0 0,0 0,0 0,0 0,0 0,0 1,0-1,0 0,-1 0,1 0,0 0,0 0,-1 1,1-1,-1 0,1 0,0 1,-1-1,0 0,1 1,-1-1,1 0,-1 1,0-1,1 1,-1-1,0 1,0-1,1 1,-1 0,0-1,0 1,0 0,0 0,1-1,-1 1,0 0,0 0,0 0,0 0,0 0,1 0,-1 0,0 1,0-1,0 0,0 0,0 1,1-1,-1 0,0 1,0-1,1 1,-1-1,0 1,1-1,-1 1,-35 94,21-38,2 0,3 2,2-1,3 1,3 34,1-81,0-1,1 0,1 1,0-1,0 0,1 1,1-1,0 0,0 0,1-1,0 1,1-1,0 0,1 0,0 0,0-1,1 0,1 0,-1-1,1 0,1 0,-1-1,3 1,-4-4,0-1,1 0,-1-1,1 1,0-1,-1-1,1 0,0 0,0 0,0-1,0 0,0-1,0 1,0-2,-1 1,1-1,0 0,-1-1,1 1,-1-2,0 1,0-1,0 0,0 0,-1-1,0 0,0 0,0-1,0 1,-1-1,0 0,0-1,-1 1,0-1,0 0,2-4,0-13,-2 0,0 0,-1 0,-1-1,-2 1,0 0,-2-1,0 1,-2 0,-1 0,0 0,-2 1,-1 0,-2-4,-7-29,-3 0,-2 1,-2 1,-21-31,42 81,2 0,-1 1,0-1,0 1,0-1,0 1,-1 0,0 0,1 0,-1 0,0 1,0-1,-1 1,1 0,0 0,-1 0,-1-1,3 4,-1 0,1-1,0 1,1 0,-1 1,0-1,0 0,0 0,1 1,-1-1,1 1,-1 0,1-1,-1 1,1 0,0 0,0 0,0 0,0 0,0 0,1 0,-1 0,1 0,-1 0,1 0,0 1,-1-1,1 1,0-3,-10 53,3 1,2 0,2-1,2 1,7 52,2-7</inkml:trace>
  <inkml:trace contextRef="#ctx0" brushRef="#br0" timeOffset="-809.391">2323 216,'-5'-1,"1"0,0 0,0 1,-1 0,1 0,0 0,0 0,-1 1,1-1,0 1,0 0,0 1,0-1,0 1,0-1,0 1,0 0,0 1,1-1,-1 1,1-1,0 1,0 0,0 0,0 1,1-1,-1 1,1-1,0 1,0 0,0 0,0-1,0 1,1 1,0-1,0 0,-9 32,1 0,1 0,3 1,1 0,1 0,2 0,2 0,3 16,0 7,2-1,3 1,2-2,3 0,11 25,-24-78,0-3,-1 0,0 0,1 0,0 0,-1 0,1-1,0 1,0 0,0 0,0-1,0 1,1 0,-1-1,0 1,1-1,-1 0,1 1,0-1,-1 0,1 0,17-32,-18 27,12-52,-8 32,1 1,1 0,0 0,2 1,1 0,8-14,-17 34,0 0,0 0,0-1,0 1,0 0,1 0,-1 0,1 1,-1-1,1 0,0 1,0-1,0 1,0-1,0 1,0 0,0 0,0 0,0 0,1 0,-1 0,0 1,1-1,-1 1,0 0,1-1,-1 1,0 0,1 1,-1-1,1 0,-1 1,0-1,1 1,-1 0,2 0,3 5,1 1,-1 0,-1 1,1-1,-1 1,-1 0,0 1,0-1,0 1,-1 0,0 0,2 10,4 6,-2 1,-1 0,0 1,-2-1,-1 1,-2 0,0 0,-2 2,1-23,-1 0,0 0,-1 0,1 0,-1 0,-1 0,1 0,-1 0,0 0,0-1,0 1,-1-1,0 1,0-1,0 0,-1 0,0-1,0 1,0-1,0 1,-1-1,0-1,1 1,-1-1,-1 1,1-2,0 1,-1 0,0-1,1 0,-1-1,-6 2,3-2,0-1,0 0,0 0,0-1,0 0,0-1,0 0,0 0,0-1,0 0,1 0,0-1,-1 0,1-1,1 0,-1 0,1 0,0-1,0-1,5 5,1 0,0 0,0 0,0 0,1 0,-1 0,0 0,1 0,-1 0,1 0,0 0,0 0,-1-1,2 1,-1 0,0 0,0 0,1 0,-1-1,1 1,-1 0,1 0,0 0,0 0,0 0,0 1,0-1,1 0,-1 0,0 1,1-1,0 1,-1-1,1 1,0-1,-1 1,1 0,0 0,0 0,0 0,0 0,0 1,0-1,0 1,1-1,-1 1,1 0,32-18</inkml:trace>
  <inkml:trace contextRef="#ctx0" brushRef="#br0" timeOffset="-411.409">3151 657,'-7'-4,"0"0,0 1,0-1,-1 1,1 1,-1-1,0 1,0 1,0 0,0 0,0 0,0 1,0 0,0 0,0 1,0 0,0 1,0 0,0 0,0 1,1-1,-1 2,1-1,-5 4,-3 4,0 1,2 0,0 1,0 0,1 1,0 0,2 1,-1 0,2 1,-5 10,13-24,0 0,0 0,-1 0,1 0,1 0,-1 1,0-1,0 0,1 0,0 1,-1-1,1 0,0 1,0-1,0 1,0-1,1 0,-1 1,1-1,-1 0,1 0,0 1,0-1,0 0,0 0,0 0,0 0,1 0,-1 0,1 0,-1 0,1-1,0 1,-1-1,1 1,0-1,0 0,0 1,0-1,1 0,26 13,1-1,0-2,1-1,22 5,25 7,-50-14,-1 2,-1 0,0 2,0 0,-1 2,-1 1,0 1,16 15,-37-30,-1 1,1 0,-1 0,0 0,1 0,-1 0,0 1,0-1,0 1,-1-1,1 1,-1 0,1 0,-1 0,0 0,0 0,0 0,0 0,-1 0,1 0,-1 0,0 0,0 0,0 0,0 0,-1 0,1 1,-1-1,0 0,0 0,0 0,0-1,0 1,-1 0,1 0,-1 0,-9 5,0-1,-1 0,0-1,0-1,0 1,-1-2,1 0,-1 0,0-1,-1-1,1 0,-6-1,7 1,-302 42,234-31</inkml:trace>
  <inkml:trace contextRef="#ctx0" brushRef="#br0" timeOffset="49454.717">2350 6699,'-8'38,"1"-1,3 1,0 0,3 0,1 1,2-1,2 0,1-1,2 1,1-1,9 22,17 109,-18-9,-18-145,-2-18,-6-23,-44-318,-10-120,63 457,0 6,0 0,0 0,1 0,-1 0,1-1,-1 1,1 0,0 0,0-1,0 1,0 0,0-1,0 1,1 0,-1 0,1-1,0 1,0 0,-1 0,1 0,1 0,-1 0,0 0,0 0,1 0,-1 1,1-1,-1 0,1 1,0-1,0 1,0-1,73 2,260 44,-183-20,-134-15,-12 0</inkml:trace>
  <inkml:trace contextRef="#ctx0" brushRef="#br0" timeOffset="49707.076">2256 7047,'18'0,"20"0,24 0,21-2,18-3,11-3,4 0,-19 1</inkml:trace>
  <inkml:trace contextRef="#ctx0" brushRef="#br0" timeOffset="50055.148">3580 6553,'-18'11,"-16"13,-10 14,-8 14,-1 16,4 18,8 16,10 13,12 9,12-2,20-7,18-15,18-17,14-19,8-19,-8-18</inkml:trace>
  <inkml:trace contextRef="#ctx0" brushRef="#br0" timeOffset="50271.647">3754 6954,'2'16,"8"14,11 14,10 10,13 7,7 6,2-1,-2-4,-6-6,-9-10,-11-13</inkml:trace>
  <inkml:trace contextRef="#ctx0" brushRef="#br0" timeOffset="50451.168">4087 6940,'-14'20,"-10"24,-10 21,-6 19,-5 10,2 5,3-2,9-18</inkml:trace>
  <inkml:trace contextRef="#ctx0" brushRef="#br0" timeOffset="50804.301">4314 7395,'4'-3,"-1"0,0 1,1 0,-1 0,1 0,0 0,0 0,0 1,0-1,0 1,0 0,0 1,0-1,0 1,0-1,0 1,1 0,-1 1,0-1,0 1,0 0,0 0,0 0,0 0,0 1,0 0,0 0,-1 0,1 0,-1 0,1 1,-1-1,0 1,0 0,0 0,-1 0,1 1,-1-1,1 1,-1-1,0 1,0 0,-1 0,1-1,-1 1,0 0,0 1,0-1,-1 0,1 0,-1 2,-2 9,-1-1,0 0,-1 0,-1 0,0 0,-1 0,0-1,-1 0,0-1,-2 1,1-1,-1-1,-1 0,0 0,0-1,-12 9,-15 20,18-4,19-34,0-1,1 1,-1 0,1 0,-1 0,0 0,1 0,0-1,-1 1,1 0,-1 0,1-1,0 1,0 0,-1-1,1 1,0-1,0 1,0-1,-1 1,1-1,0 1,0-1,0 0,0 0,0 0,0 1,0-1,0 0,0 0,0 0,0 0,0 0,0-1,0 1,0 0,0 0,0-1,30-2,-1-1,0-2,0-1,20-8,-1 2,40-11</inkml:trace>
  <inkml:trace contextRef="#ctx0" brushRef="#br0" timeOffset="2753.986">6093 831,'18'5,"18"1,15-1,16 0,10-2,6 1,-3 0,-8 2,-9 2,-13-1,-13-1,-13 1,-8 1,-2 1,1 0,-2-2</inkml:trace>
  <inkml:trace contextRef="#ctx0" brushRef="#br0" timeOffset="9318.576">18566 417,'3'137,"0"-58,-3 0,-11 77,10-154,0 0,0-1,1 1,-1-1,0 1,1 0,0-1,-1 1,1 0,0 0,0-1,0 1,0 0,0-1,0 1,1 0,-1 0,1-1,-1 1,1 0,-1-1,1 1,0-1,0 1,0-1,0 1,0-1,0 0,0 1,0-1,1 0,-1 0,0 0,1 0,-1 0,1 0,-1 0,1-1,-1 1,1 0,0-1,-1 1,1-1,0 0,-1 1,1-1,1 0,18-2,1-1,-1 0,0-2,0 0,0-1,-1-2,13-5,-18 7,1 1,-1-1,0 0,0-1,-1-1,0 0,-1-1,1 0,-2-1,1-1,0-2,-12 13,0-1,0 0,0 1,0-1,0 0,0 0,-1 0,1 0,0 0,-1 0,1 0,-1 0,1 0,-1 0,1 0,-1 0,1 0,-1 0,0 0,0 0,0-1,0 1,0 0,0 0,0 0,0 0,0 0,0-1,-1 1,1 0,0 0,-1 0,1 0,-1 0,1 0,-1 0,0 0,1 0,-1 0,0 0,1 0,-1 1,0-1,0 0,0 0,0 1,0-1,0 1,0-1,0 1,0-1,0 1,0 0,-1-1,-2 0,0 1,-1 0,1-1,0 1,0 0,0 1,0-1,0 1,0 0,0 0,0 0,0 0,1 1,-1 0,0 0,1 0,-1 0,1 0,0 1,-1-1,1 1,1 0,-1 0,-2 3,-3 4,1 0,0 0,0 1,1 0,0 0,1 1,-2 7,-2 12,0 1,3 0,0 0,2 1,2 0,1 0,1-1,2 1,1 0,2-1,7 28,3-10</inkml:trace>
  <inkml:trace contextRef="#ctx0" brushRef="#br0" timeOffset="9677.682">19354 510,'0'9,"5"5,3 3,3 1,2-3,1-9,-2-9,-4-10,-4-6,-6-2,-4-1,-4 5,-5 4,-1 5,-2 8,2 13,2 14,4 1</inkml:trace>
  <inkml:trace contextRef="#ctx0" brushRef="#br0" timeOffset="9939.978">19354 991,'2'1,"-1"1,1-1,0 0,0 0,0 0,-1 0,1 0,0-1,0 1,0 0,0-1,0 0,0 1,1-1,-1 0,0 0,0 0,0 0,0 0,0-1,0 1,0-1,0 1,0-1,0 0,0 0,0 0,0 0,-1 0,1 0,0 0,-1-1,1 1,0 0,-1-1,0 0,1 1,-1-1,0 0,0 1,0-1,0 0,0 0,-1 0,1 0,0 0,-1 0,1 0,-1 0,0 0,0 0,0-1,0 1,0 0,0 0,-1 0,1 0,-1 0,1 0,-1 0,0 0,0-1,0 2,-1-1,1 1,-1-1,0 1,1 0,-1-1,0 1,0 0,0 0,0 0,0 1,0-1,0 0,0 1,0-1,0 1,0 0,0-1,0 1,0 0,0 1,-1-1,1 0,0 0,0 1,0-1,0 1,0 0,0 0,0 0,0 0,0 0,1 0,-1 0,0 0,1 1,-1-1,1 1,-1-1,1 1,-1 0,1-1,0 1,0 0,0 0,0 0,0 0,1 0,-1 0,1 0,-1 0,1 1,0-1,1-1,0 1,0 0,-1 0,1-1,0 1,1-1,-1 1,0-1,0 1,1-1,-1 1,1-1,-1 0,1 0,-1 0,1 0,0 0,0 0,-1-1,1 1,0 0,24 9</inkml:trace>
  <inkml:trace contextRef="#ctx0" brushRef="#br0" timeOffset="10492.88">19996 804,'4'-20,"2"1,0 0,1 0,0 1,2 0,0 0,3-2,3-9,118-244,-113 233,-19 48,-6 261,51 24,-44-287,-1-1,0 1,-1-1,1 1,-1 0,0-1,0 1,-1 0,0-1,0 1,0-1,-1 1,1-1,-1 0,-1 0,1 1,-1-1,0-1,0 1,0 0,0-1,-1 0,0 1,0-2,0 1,-1 0,1 0,-3-1,1 1,0-1,-1 0,0 0,1-1,-1 0,0 0,0-1,-1 0,1 0,0 0,0-1,0 0,-7-2,14 2,0 0,0 0,0 0,0 0,0-1,0 1,1 0,-1 0,0-1,0 1,0 0,0 0,0 0,0-1,0 1,0 0,0 0,0-1,0 1,0 0,0 0,0 0,0-1,0 1,0 0,0 0,-1-1,1 1,0 0,0 0,0 0,0 0,0-1,0 1,-1 0,1 0,0 0,0 0,0-1,-1 1,1 0,0 0,0 0,0 0,-1 0,26-4,416 1,-380 3,-57-2,-15-1</inkml:trace>
  <inkml:trace contextRef="#ctx0" brushRef="#br0" timeOffset="7856.926">15036 577,'2'24,"-1"0,-1 1,-1-1,-2 0,0 0,-5 17,1-1,-41 265,62-404,-9 23,-4 1,-3-1,-3 1,-3 0,-8-18,9 60,7 33,0 1,0-1,0 0,-1 0,1 0,0 0,0 0,-1 0,1 0,0 0,0 0,-1 0,1 0,0 0,0 0,-1 0,1 0,0 0,0 0,0-1,-1 1,1 0,0 0,0 0,0 0,-1 0,1 0,0-1,0 1,0 0,0 0,-1 0,1-1,0 1,0 0,0 0,0 0,0-1,0 1,0 0,-3 24,2-18,1-1,-1 1,1 0,0 0,1 0,-1 0,1-1,0 1,1 0,-1 0,1-1,1 1,-1-1,0 0,1 0,0 0,1 0,-1 0,1 0,0-1,0 0,0 0,0 0,1 0,0-1,0 1,4 1,-2-2,-1-1,1-1,0 1,-1-1,1 0,0-1,0 0,-1 0,1 0,0-1,0 0,-1 0,1 0,0-1,-1 0,0-1,1 1,-1-1,0 0,0-1,-1 0,1 1,-1-2,1 0,9-7,-1-2,0 0,-1 0,-1-1,0-1,-1 0,8-15,43-124,-58 148,-5 21,-13 92,6 1,4 1,5 7,0-88,2 0,0-1,2 1,1-1,1 0,2-1,4 11,11 11</inkml:trace>
  <inkml:trace contextRef="#ctx0" brushRef="#br0" timeOffset="8208.984">15798 497,'-13'33,"2"0,1 1,2 0,1 1,-1 15,4-22,0 0,2 0,1 1,1-1,1 0,2 1,1-1,1 0,1 0,1-1,2 0,4 6,-12-27,2-1,-1 1,1-1,0 0,0 0,0-1,0 1,1 0,0-1,0 0,0 0,1 0,-1-1,1 1,0-1,0 0,0 0,0-1,1 0,-1 0,1 0,-1 0,1-1,0 0,-1 0,1-1,0 1,0-1,-1 0,1-1,0 0,0 1,-1-2,1 1,0-1,4-2,3-3,-1-1,-1 0,1-1,-1 0,-1-1,0 0,0-1,-1 0,0 0,-1-1,0 0,-1-1,-1 1,0-1,2-8,4-12,-1-1,-2-1,-1 0,-2 0,1-25,-6-186,1 223,3 12</inkml:trace>
  <inkml:trace contextRef="#ctx0" brushRef="#br0" timeOffset="8454.327">16467 443,'0'21,"5"19,10 18,14 10,13 4,14 2,10-2,9-8,-1-9,-3-10,-7-12,-12-12,-13-10,-10-11,-10-14,-9-6</inkml:trace>
  <inkml:trace contextRef="#ctx0" brushRef="#br0" timeOffset="8633.849">17028 390,'-21'6,"-15"17,-11 20,-9 23,-8 21,-8 16,-4 8,-6 4,12-17</inkml:trace>
  <inkml:trace contextRef="#ctx0" brushRef="#br0" timeOffset="4574.581">8151 765,'20'26,"-29"-50,7 22,0 0,0 0,0 0,-1 0,1 0,-1 0,1 0,-1 1,0-1,1 1,-1 0,0 0,0 0,0 0,0 0,0 1,0-1,0 1,0 0,0 0,0 0,0 0,0 1,0-1,0 1,0 0,0 0,0 0,0 0,0 0,1 1,-1-1,0 1,-4 2,0 1,0 0,1 0,0 1,0 0,0 0,1 0,0 1,0 0,0 0,-2 5,4-7,-1 1,1-1,0 1,0 0,1 0,0 0,0 1,0-1,1 0,0 1,0-1,0 1,1-1,0 1,0-1,1 1,0-1,0 1,1-1,-1 0,1 1,1-1,-1 0,1 0,0-1,0 1,1-1,0 1,0-1,0 0,0 0,1-1,0 1,4 2,6 0,1-2,-1 1,1-2,0 0,0-1,0-1,1 0,-1-1,0-1,1-1,-1 0,0-1,0 0,1-2,-2 0,1-1,0 0,-1-1,0-1,-1 0,14-9,-19 12,0-1,0 1,0-1,-1-1,0 0,0 0,0 0,-1-1,0 0,-1-1,1 1,-1-1,-1-1,1 1,-1-1,-1 0,0 0,0 0,-1 0,0-1,0 0,-1 1,-1-1,1-8,-5 46,5-12,0-1,0 1,2-1,0 0,1 0,0-1,2 5,-5-15,0 0,0 1,1-1,-1 0,1 0,0-1,0 1,0 0,0-1,1 0,-1 0,1 0,0 0,0 0,0-1,0 0,0 0,0 0,1 0,-1-1,1 1,0-1,-1 0,1-1,0 1,-1-1,11-2,-3-1</inkml:trace>
  <inkml:trace contextRef="#ctx0" brushRef="#br0" timeOffset="4819.923">8593 310,'-9'-5,"1"4,12 5,13 8,12 8,0 1</inkml:trace>
  <inkml:trace contextRef="#ctx0" brushRef="#br0" timeOffset="5185.945">8860 1085,'14'-32,"-1"-1,-2 0,-1-1,-2 0,-1 0,-1-1,-2 0,-2 0,-1-19,-1 49,0-1,0 1,0 0,0 0,-1 0,0-1,0 1,0 0,-1 0,0 0,0 1,0-1,0 0,-1 1,0-1,0 1,0 0,-2-1,5 5,-1-1,1 1,0 0,-1 1,1-1,-1 0,1 0,-1 0,1 0,-1 0,1 0,0 0,-1 1,1-1,-1 0,1 0,0 1,-1-1,1 0,0 0,-1 1,1-1,0 0,0 1,-1-1,1 1,0-1,0 0,-1 1,1-1,0 1,0-1,0 0,0 1,0-1,0 1,0-1,0 1,0-1,0 1,0-1,0 0,0 1,0-1,0 1,0-1,0 1,1-1,-1 0,0 1,0-1,0 1,1-1,-1 0,0 1,1-1,-1 0,0 1,1-1,-1 0,0 0,1 1,4 4,0 0,1 0,0-1,-1 0,2 0,-1 0,0-1,1 1,-1-2,1 1,0-1,0 0,0 0,0-1,0 0,1 0,2-1,182 21,-189-21,1 1,-1-1,1 1,-1-1,1 1,-1 0,0 1,1-1,-1 0,0 1,0 0,0 0,0 0,0 0,0 0,0 1,-1-1,0 1,1-1,-1 1,0 0,0 0,0 0,-1 0,1 1,-1-1,1 0,-1 1,0-1,-1 1,1-1,0 4,-32 198,31-202,0 0,1 0,-1 1,0-1,1-1,0 1,0 0,-1 0,2 0,-1 0,0 0,1-1,-1 1,1-1,0 1,0-1,0 0,0 1,0-1,0 0,1 0,-1-1,1 1,-1 0,1-1,0 0,-1 1,1-1,0 0,0 0,0-1,0 1,0-1,0 1,107-5,-36-13,-3-3</inkml:trace>
  <inkml:trace contextRef="#ctx0" brushRef="#br0" timeOffset="5951.958">9930 765,'-17'-3,"-102"0,114 4,1 0,0 0,-1 0,1 1,0 0,0-1,0 1,0 0,0 1,1-1,-1 1,1 0,-1 0,1 0,0 0,0 0,0 1,1-1,-1 1,1 0,0 0,0 0,0 0,1 0,-1 1,0 1,1-1,0 0,0 1,0-1,1 1,0 0,0-1,0 1,0-1,1 1,0-1,0 0,1 1,0-1,0 0,0 0,0 0,1 0,0 0,0 0,0-1,0 1,1-1,0 0,-1 0,2 0,-1-1,0 0,1 1,0-1,-1-1,1 1,0-1,1 0,1 1,12 2,0-1,0-1,1 0,-1-1,0-2,1 0,-1-1,1 0,-1-2,0 0,0-1,0-2,0 1,-1-2,0-1,0 0,-1-1,0-1,-1 0,0-1,-1-1,5-5,-7 7,-1-1,-1-1,0 0,-1 0,0-1,-1 0,0-1,-1 0,-1 0,1-3,-2-2,-6 19,-1 0,1 0,0 1,0-1,0 0,0 0,0 0,0 0,-1 0,1 0,0 0,0 0,0 1,0-1,-1 0,1 0,0 0,0 0,0 0,0 0,-1 0,1 0,0 0,0 0,0 0,0 0,-1 0,1 0,0 0,0 0,0-1,0 1,-1 0,1 0,0 0,0 0,0 0,0 0,0 0,-1 0,1-1,0 1,0 0,0 0,0 0,0 0,0 0,0-1,-1 1,-9 17,6-11,1 0,0 0,0 0,0 0,1 0,0 1,0-1,1 1,0 0,0-1,0 1,1 0,0 0,0-1,1 1,0 0,0 0,1-1,-1 1,2-1,-1 0,1 1,-1-1,2 0,-1 0,1-1,0 1,0-1,0 0,1 0,0 0,0 0,2 1,1-3,-1 0,1 0,0-1,0 1,0-2,0 1,0-1,0-1,0 1,0-1,0-1,1 1,-1-2,0 1,0-1,0 0,-1 0,7-4,3-1,0-1,-1 0,0-1,-1-1,0-1,0 0,11-12,-13 10,-1 1,-1-2,0 1,-1-2,0 1,-1-1,2-6,-4 10,-10 28,1-9,1-4,1 0,-1 0,0 0,1 0,0 1,0-1,0 0,1 0,-1 0,1 0,0 0,0 0,0 0,1 0,-1 0,1-1,0 1,0 0,0-1,1 1,-1-1,1 0,0 0,0 0,0 0,0-1,0 1,1-1,-1 0,2 1,10 3,-1-1,1 0,0-1,0 0,1-1,-1-1,1-1,0 0,-1-1,1-1,-1 0,1-1,-1-1,0 0,1-1,10-4,-12 4,0-1,0 0,0 0,-1-2,1 0,-1 0,-1-1,0-1,0 0,0 0,-1-1,-1-1,8-9,-5-12,-22 37,5 7,0 0,0 0,1 0,0 0,1 0,1 1,0-1,1 1,0-1,1 9,-1-17,1 0,-1 0,1 1,-1-1,1 0,0 0,1 0,-1 0,1 0,-1 0,1 0,1-1,-1 1,0-1,1 1,0-1,-1 0,1 0,1 0,-1 0,0-1,1 1,-1-1,1 0,0 0,-1 0,1-1,0 1,0-1,1 0,13-2</inkml:trace>
  <inkml:trace contextRef="#ctx0" brushRef="#br0" timeOffset="6205.794">11213 297,'-16'0,"-5"2,3 5,12 4,15 0,7-2</inkml:trace>
  <inkml:trace contextRef="#ctx0" brushRef="#br0" timeOffset="6903.936">11467 55,'51'301,"-44"-257,10 72,5 0,5-2,10 13,-34-113,1-1,1 0,0 0,0 0,2-1,0 0,0 0,1-1,0 0,1 0,0-1,1 0,7 6,-14-14,-1-1,1 0,0 0,-1 0,1 0,0 0,0 0,-1-1,1 0,0 1,0-1,0 0,0 0,-1 0,1-1,0 1,0-1,0 0,-1 0,1 0,0 0,-1 0,1 0,-1-1,1 1,-1-1,1 0,54-56,46-100,-85 139,-18 18,0 1,0 0,1 0,-1-1,0 1,0 0,1 0,-1 0,0-1,1 1,-1 0,0 0,0 0,1 0,-1 0,0-1,1 1,-1 0,0 0,1 0,-1 0,0 0,1 0,-1 0,0 0,1 0,-1 0,0 0,1 1,-1-1,0 0,1 0,-1 0,0 0,1 0,-1 1,0-1,0 0,1 0,-1 1,0-1,0 0,1 0,-1 1,0-1,0 0,0 0,1 1,-1-1,0 0,0 1,0-1,0 0,0 1,0-1,0 0,0 1,0-1,0 0,0 1,0-1,0 0,0 1,0-1,0 0,0 1,0-1,-18 139,18-138,0 1,0 0,0 0,0-1,0 1,1 0,-1-1,1 1,-1 0,1-1,0 1,-1-1,1 1,0-1,0 1,0-1,0 0,0 1,0-1,1 0,-1 0,0 0,1 0,-1 0,1 0,-1 0,1 0,-1-1,1 1,-1 0,1-1,0 1,-1-1,1 0,0 0,0 0,-1 0,1 0,0 0,-1 0,1 0,0 0,1-1,72-26,50-66,-124 92,-1 0,0 0,1 1,-1-1,1 0,-1 1,1-1,-1 0,1 1,-1-1,1 0,0 1,-1-1,1 1,0-1,0 1,-1-1,1 1,0 0,0-1,0 1,0 0,-1 0,1 0,0 0,0-1,0 1,0 0,0 0,0 1,-1-1,1 0,0 0,0 0,0 1,0-1,-1 0,1 1,0-1,0 0,-1 1,1-1,0 1,0-1,-1 1,1 0,-1-1,1 1,0 0,-1-1,0 1,1 0,-1 0,1-1,-1 1,0 0,1 0,10 46,-9-37,0 0,0 0,1 0,0 0,1-1,0 0,0 1,1-2,0 1,1 0,0-1,2 2,3-1,0-1,1-1,0 0,0 0,1-1,0-1,0 0,0-1,0 0,1-1,-1 0,1-2,0 1,-1-2,1 1,0-2,0 0,0-1,-1 0,1-1,-1-1,1 0,-1 0,-1-1,1-1,-1-1,0 1,3-4,3-2,-1-2,-1 0,0 0,-1-2,0 0,-2-1,1 0,-2-1,-1 0,0-1,5-14,2-9,-1-1,-3-1,-1 0,-2-1,-2-1,3-13,-3 0,-2-1,-3-1,-3 1,-2 0,-2-1,-6-12,8 66,0 0,0 0,-1 0,0 1,0-1,-1 0,0 1,0 0,0 0,-1 0,-4-5,7 10,0 0,-1 0,1 0,0 0,-1 1,1-1,-1 0,1 1,0-1,-1 1,0 0,1-1,-1 1,1 0,-1 0,1 0,-1 0,1 0,-1 0,0 1,1-1,-1 0,1 1,-1-1,1 1,0 0,-1-1,1 1,0 0,-1 0,1 0,0 0,0 0,0 0,0 0,0 0,0 1,0-1,-9 10,1 1,0 0,1 0,0 1,1 0,1 0,-4 10,-5 16,0 0,3 1,1 0,2 1,2 0,2 1,1-1,2 1,3 0,0-1,3 1,2-1,8 33,-9-56,0-1,1 0,1 0,1 0,0-1,1 0,1-1,0 0,1 0,1-1,0-1,1 0,6 5,9 1</inkml:trace>
  <inkml:trace contextRef="#ctx0" brushRef="#br0" timeOffset="7163.242">11600 403,'14'-5,"27"-3,36-3,39-2,39-1,31 0,-16 2</inkml:trace>
  <inkml:trace contextRef="#ctx0" brushRef="#br0" timeOffset="32273.93">31145 2115,'63'-93,"-21"35,-2-3,-3-1,-2-1,-4-2,20-57,-43 99,-1-1,-1 0,-2 0,0 0,-1 0,-1-1,-2-14,1 36,-1-1,0 1,-1 0,1 0,0 0,-1-1,0 1,0 0,0 0,0 0,0 0,0 0,-1 0,0 1,1-1,-1 0,0 1,0-1,-1 1,1 0,0 0,-1 0,1 0,-1 0,0 0,1 1,-1-1,0 1,0 0,0 0,0 0,0 0,-1 0,1 1,0-1,-1 1,-6 3,0 0,0 0,0 1,0 1,1 0,-1 0,1 1,0 0,1 0,0 1,0 0,0 0,1 1,0 0,0 1,1-1,0 1,1 1,-1-1,2 1,0-1,-1 5,-11 27,2 1,2 0,2 1,1 0,3 0,1 1,2 0,3 0,1 0,2 0,2-1,7 26,-9-42,2 0,0-1,2 0,1-1,1 1,1-1,1-1,1 0,2-1,0 0,13 15,-24-35,0 0,1 0,-1 0,1 0,0-1,0 1,0-1,0 0,0 0,0 0,1-1,-1 1,1-1,-1 0,1-1,-1 1,1-1,-1 0,1 0,0 0,-1 0,1-1,-1 0,1 0,-1 0,1-1,-1 1,3-3,6-2,0-1,-1-1,0 0,-1-1,1 0,-2 0,1-1,5-8,-3 4,-1-2,0 1,-1-1,-1-1,0 0,-2 0,0-1,0 0,-2-1,0 1,-2-1,3-17,-17-33,9 68,0-1,0 1,0-1,0 1,0-1,0 1,-1 0,1-1,0 1,-1 0,1 0,-1 0,1 0,-1 0,0 0,1 0,-1 1,0-1,1 1,-1-1,0 1,0 0,0-1,1 1,-1 0,0 0,0 0,0 1,0-1,1 0,-1 1,0-1,0 1,1-1,-1 1,0 0,-8 5,1 0,1 1,-1 0,1 1,0-1,1 2,-1-1,2 1,-1 0,1 0,1 1,0-1,0 1,1 1,0-1,1 1,0-1,0 1,1 0,1 1,-2-2,1 0,1-1,0 1,0 0,1 0,0 0,1 0,0-1,1 1,0 0,0-1,1 1,0-1,1 0,0 0,0 0,1 0,0-1,1 0,0 0,0 0,0-1,1 1,0-2,1 1,2 1,0-2,1 0,0 0,1-1,-1-1,1 0,0 0,0-1,0-1,1 0,-1 0,0-1,1-1,-1 0,1-1,7-2,23-5</inkml:trace>
  <inkml:trace contextRef="#ctx0" brushRef="#br0" timeOffset="32517.346">32162 2288,'2'21,"1"17,0 17,-8 14,-14 10,-24 6,-5-10</inkml:trace>
  <inkml:trace contextRef="#ctx0" brushRef="#br0" timeOffset="12056.77">22348 724,'10'-2,"-1"0,0 1,0 0,1 0,-1 1,0 0,1 1,-1 0,0 0,1 1,-1 1,0-1,0 1,-1 1,1-1,-1 2,1-1,-1 1,-1 0,1 1,-1 0,0 0,0 1,-1-1,1 1,-2 1,1-1,-1 1,1 2,1 6,-2 1,1 0,-2 0,0 1,-1-1,-1 1,-1-1,0 1,-1 0,-2 9,21-62,11-33,-14 30,2 0,1 0,17-22,-35 57,0 0,0 1,1-1,-1 0,1 0,0 1,0-1,0 1,0 0,0 0,0 0,1 0,-1 0,1 0,-1 0,1 1,0-1,0 1,0 0,-1 0,1 0,0 0,1 1,-1-1,0 1,0-1,0 1,0 0,0 0,0 1,0-1,0 1,0-1,0 1,0 0,0 0,0 0,0 1,0-1,1 2,4 7,0 1,-1 0,0 0,-1 0,0 1,-1 0,0 1,-1-1,1 6,7 18,-10-29,0 0,0 0,1 0,0-1,0 1,0-1,1 0,0 0,0 0,1-1,-1 1,1-1,0 0,1-1,-1 1,1-1,0 0,0 0,0-1,5 3,10-3,-1 0,1-1,0-2,-1 0,1-1,-1-1,1 0,-1-2,0 0,0-2,7-3,-14 6,0-1,-1 0,0-2,1 1,-2-1,1-1,-1 0,0 0,0-1,-1-1,0 0,-1 0,0-1,4-6,-4 5,-6 8,0 0,0 0,-1 0,0 0,1 0,-1 0,0-1,0 1,-1-1,1 1,-1-1,0 0,0 0,0 1,0-1,-1 0,1 0,-1-1,-2 2,0 1,0 0,-1 0,1 0,0 0,-1 0,1 0,-1 1,0-1,0 1,1 0,-1-1,0 1,0 1,0-1,0 0,0 1,0-1,0 1,-1 0,1 0,-1 1,1-2,-2 0,0 0,-1 0,1 1,-1-1,1 1,-1 0,1 1,-1-1,1 1,-1 0,1 1,0-1,-1 1,1 0,0 0,0 1,0 0,1-1,-1 2,1-1,0 0,-1 1,1 0,1 0,-1 0,1 0,-1 1,1-1,0 1,1 0,-2 2,3-1,0 0,0 0,0 0,1 0,0 0,0 0,0 0,1-1,0 1,0 0,0 0,1 0,0-1,0 1,1-1,-1 1,1-1,0 0,0 0,1 0,0-1,0 1,2 1,4 4,0-1,1 0,0-1,0 0,1 0,0-2,1 1,-1-1,11 2,6 1,1-2,0 0,0-3,0 0,1-2,25-1,22-4</inkml:trace>
  <inkml:trace contextRef="#ctx0" brushRef="#br0" timeOffset="15354.083">30022 190,'-16'-7,"-14"-5,-14 1,-8 3,-2 11,4 10,7 12,12 9,15 11,20 8,18 8,5-8</inkml:trace>
  <inkml:trace contextRef="#ctx0" brushRef="#br0" timeOffset="15102.755">29059 991,'-1'-3,"0"0,0 0,1 0,-1 0,1 0,-1 0,1-1,0 1,0 0,1 0,-1 0,1 0,-1 0,1 0,0 0,0 0,0 0,1 0,-1 0,1 0,-1 1,1-1,0 1,1-2,2-6,0 1,25-54,3 2,3 1,7-4,-43 62,1 1,-1-1,1 1,-1 0,1-1,0 1,0 0,0 0,-1 0,1-1,0 1,1 0,-1 0,0 1,0-1,0 0,1 0,-1 0,0 1,1-1,-1 1,0-1,1 1,-1-1,1 1,-1 0,1 0,-1 0,0 0,1 0,-1 0,1 0,-1 0,1 1,-1-1,1 0,-1 1,0-1,1 1,-1 0,0-1,1 1,-1 0,1 1,7 9,0 2,-1-1,-1 1,0 0,-1 1,0-1,-1 1,1 6,2 0,34 124,-42-142,0 0,-1-1,1 1,-1 0,1-1,-1 1,1-1,-1 1,0-1,0 1,0-1,0 0,0 1,0-1,0 0,0 0,0 0,-1 0,1 0,0 0,-1 0,1 0,-1 0,1-1,-1 1,0 0,1-1,-1 1,1-1,-1 0,0 0,1 0,-1 0,0 0,1 0,-1 0,0 0,1 0,-1-1,0 1,1-1,-1 1,1-1,-1 0,1 0,-1 0,1 1,0-1,-1 0,1-1,0 1,0 0,0 0,-1 0,1-1,1 1,-4-1,1-1,0 1,0-1,0 1,0-1,0 0,1 0,-1 0,1-1,0 1,0 0,0-1,0 0,1 1,0-1,-1 0,1 0,1 0,-1 0,0 1,1-1,0 0,0 0,0 0,0 0,1 0,0 0,-1 0,1 0,1 0,-1 1,1-1,-1 0,1 1,0-1,0 1,1 0,0-2,8-4,0-1,1 2,0 0,1 0,0 1,0 1,0 0,1 0,0 2,0 0,0 0,0 1,1 1,-1 0,1 1,-11 0,-1 0,1 0,0 1,0-1,-1 1,1-1,0 1,0 0,-1 1,1-1,0 1,0 0,-1-1,1 2,-1-1,1 0,-1 1,1-1,-1 1,0 0,0 0,0 1,0-1,0 0,0 1,-1 0,1 0,-1 0,2 2,14 73,-13-70,0-1,0 0,0 0,1 0,0 0,1-1,-1 0,1-1,0 1,1-1,-1-1,1 1,0-1,0 0,5 0,-9-2,1 0,-1-1,1 1,-1-1,1-1,-1 1,1-1,0 1,-1-1,1-1,0 1,-1-1,1 1,-1-1,1-1,-1 1,1-1,-1 1,0-1,1-1,-1 1,0 0,-1-1,1 0,0 0,-1 0,0 0,1-1,-1 1,0-2,1-1,0 0,-1-1,0 1,0-1,-1 0,0 0,0 0,0 0,-1 0,0 0,0 0,-1 0,0-1,0 1,-1 0,0 0,0 0,-1-1,1 1,-2 1,1-1,-1 0,0 0,0 1,-1 0,0 0,0 0,0 0,-1 0,0 1,0 0,0 0,-1 0,0 1,0 0,0 0,0 0,0 1,-1 0,0 0,1 0,-1 1,0 0,0 1,-1 0,1 0,0 0,0 1,-1 0,-3 0,2 3,0-1,0 2,1-1,-1 1,1 1,0-1,0 1,0 1,1-1,-1 1,1 1,1-1,-1 1,1 1,0-1,1 1,0 0,0 0,1 0,-1 1,3-3,-1-1,1 1,0-1,0 1,0 0,1-1,0 1,0 0,0 0,1 0,0 0,0 0,1 0,-1 0,1 0,1 0,-1 0,1-1,0 1,0-1,1 1,-1-1,1 0,0 0,1 0,-1 0,1 0,0-1,0 0,1 1,3 1,30 17,1-8</inkml:trace>
  <inkml:trace contextRef="#ctx0" brushRef="#br0" timeOffset="15609.916">30049 911,'11'14,"11"6,9 3,9-3,13-5,10-5,6-4,1-3,-8-5,-14-1</inkml:trace>
  <inkml:trace contextRef="#ctx0" brushRef="#br0" timeOffset="12850.739">25076 750,'-11'0,"0"1,0 0,0 0,1 1,-1 0,1 1,-1 0,1 0,0 2,0-1,0 1,1 0,0 1,0 0,0 1,1 0,0 0,0 1,1 0,-1 0,2 0,-1 1,2 0,-1 1,1-1,-1 4,5-11,-1 0,1 0,0 0,0 0,0 1,0-1,1 0,-1 0,1 1,-1-1,1 0,0 1,0-1,0 0,0 1,0-1,0 0,1 1,-1-1,1 0,-1 0,1 1,0-1,0 0,0 0,0 0,1 0,-1 0,1 0,-1 0,1-1,-1 1,1 0,0-1,0 1,0-1,0 0,0 0,0 0,0 0,0 0,0 0,1 0,-1-1,0 1,0-1,1 1,11-2,0 0,-1-1,0-1,1 0,-1 0,0-2,-1 1,1-2,-1 1,0-2,0 0,-1 0,8-7,-4 4,0-1,-1-1,-1 0,0-1,0 0,-1-1,7-12,-15 74,-3-42,-1 1,1-1,0 0,1 1,0-1,0 0,0 0,0 0,1 0,0 0,1-1,-1 1,1-1,0 0,0 0,1 0,-1-1,1 1,0-1,0 0,1-1,-1 1,1-1,-1 0,1 0,0-1,1 0,-1 0,0 0,0-1,1 0,5 0,0-1,1 0,0-2,-1 1,1-2,-1 0,1 0,-1-1,-1-1,1 0,0 0,-1-1,0-1,-1 0,1 0,-1-1,-1 0,1-1,-1 0,-1 0,0-1,0 0,-1-1,0 0,-1 0,0 0,-1-1,0 1,-1-1,-1-1,1 1,-2 0,0-1,1-10,-14 78,9 25,2 1,5-1,3 0,9 34,-3-24,-5 1,-3-1,-4 29,-2-118,1 5,-1-1,0 1,0-1,0 1,0-1,-1 1,0-1,0 1,0-1,-1 0,0 0,0 1,0-1,-1 0,1-1,-1 1,0 0,-1-1,1 0,-1 1,0-2,0 1,-1 1,-12-4</inkml:trace>
  <inkml:trace contextRef="#ctx0" brushRef="#br0" timeOffset="13105.06">25677 323,'2'0,"8"4,11 7,3 1</inkml:trace>
  <inkml:trace contextRef="#ctx0" brushRef="#br0" timeOffset="13654.591">25998 724,'-1'56,"0"-33,0 1,1-1,2 0,0 0,1 0,2 0,2 9,-6-30,-1 0,1 0,-1 0,1 1,0-1,0 0,0 0,0-1,0 1,0 0,0 0,1 0,-1-1,1 1,-1-1,1 1,0-1,-1 1,1-1,0 0,0 0,0 0,0 0,0 0,0-1,0 1,0 0,0-1,1 0,-1 1,0-1,0 0,0 0,0 0,1-1,-1 1,0 0,0-1,0 1,0-1,0 0,0 0,0 0,0 0,0 0,1-1,11-10,0-1,0 0,-2-1,0-1,0 0,-1-1,-1 0,-1 0,5-12,-13 26,27-49,-27 51,0 1,0-1,0 1,0-1,0 1,0 0,-1-1,1 1,0 0,0 0,-1 0,1 0,-1-1,1 1,-1 0,1 0,-1 0,1 0,-1 0,0 0,1 0,-1 1,0-1,0 0,0 0,0 0,0 0,0 0,0 0,-1 0,1 0,0 0,0 0,-1 0,1 0,-1 1,1 1,1 14,0-1,1 1,1 0,1 0,0-1,1 0,5 10,-8-20,1-1,0 1,0-1,0 0,1 0,0 0,0 0,0-1,0 1,1-1,0 0,0 0,0-1,0 0,0 0,1 0,-1 0,1-1,0 0,0 0,0 0,4 0,-1-2,-1 1,1-1,-1 0,1-1,0 0,-1 0,0-1,1 0,-1-1,0 0,0 0,0-1,0 1,-1-2,0 1,0-1,0 0,3-4,4-3,0-1,-2-1,1 0,-2 0,0-1,0-1,-2 0,1-3,14-35,-3-1,-3-1,-2-1,-2-1,-3 0,-3-1,-2-1,0 26,-2 0,-2 0,-1 0,-2-1,-1 1,-2 0,-1 0,-5-18,9 49,1-1,-1 1,0 0,0-1,0 1,0 0,-1 0,1 0,-1 0,0 0,0 0,0 1,0-1,0 1,0-1,-1 1,1 0,-1 0,0 0,0 0,0 0,0 1,0-1,0 1,0 0,0 0,0 0,-1 0,1 0,0 1,-1-1,1 1,-3 4,0 0,1 0,0 0,-1 1,2-1,-1 1,0 0,1 1,0-1,0 1,1 0,-1 0,1 0,1 0,-1 1,1-1,0 1,1-1,-1 1,1 0,0 0,-6 46,2 0,2 0,3 0,2 0,2 0,3 0,1-1,4 0,1 0,3-1,3 3,-7-13,2-2,1 0,2 0,2-2,1 0,13 16,-32-51,0 0,0 0,1 0,-1 0,1-1,-1 1,1 0,0 0,-1-1,1 1,0-1,0 0,0 1,0-1,1 0,-1 0,0-1,0 1,1 0,-1-1,2 1,9-7</inkml:trace>
  <inkml:trace contextRef="#ctx0" brushRef="#br0" timeOffset="13904.934">26520 497,'20'2,"23"3,25 3,19 3,7 3,1 5,-17-2</inkml:trace>
  <inkml:trace contextRef="#ctx0" brushRef="#br0" timeOffset="14166.697">27068 911,'-2'5,"0"0,1 0,0 1,0-1,0 0,1 1,0-1,0 0,0 1,0-1,1 0,0 1,0-1,1 0,-1 0,1 0,0 0,1 0,-1 0,1-1,0 1,0-1,0 0,1 0,-1 0,1 0,4 3,-3-4,1-1,0 0,0 0,1 0,-1 0,0-1,0 0,1-1,-1 1,0-1,1 0,-1-1,1 1,-1-1,0-1,0 1,0-1,0 0,0-1,0 1,0-1,0 0,-1 0,0-1,0 0,0 0,0 0,0-1,-1 1,0-1,0 0,0 0,0-1,-1 1,0-1,0 1,-1-1,0 0,0 0,0 0,0-1,-1 1,0 0,0-1,-1 1,0 0,0-2,0 2,-1 0,1 0,-1 0,0 0,0 0,-1 0,0 0,0 1,0-1,-1 1,0-1,0 1,0 0,-1 0,1 0,-1 1,0-1,-1 1,1 0,-1 0,0 1,1-1,-2 1,1 0,0 0,-1 1,1-1,-1 1,0 1,0-1,1 1,-1 0,0 0,0 1,0-1,0 1,0 1,-1-1,0 2,0 0,0 0,-1 1,2 0,-1 0,0 1,1-1,-1 2,1-1,0 1,1-1,-1 2,1-1,0 1,0-1,1 1,-3 4,5-6,-1 0,1 0,0 0,0 0,0 0,0 1,1-1,-1 1,1 0,1-1,-1 1,1 0,-1-1,1 1,0 0,1-1,-1 1,1 0,0-1,0 1,1-1,-1 1,1-1,0 0,0 0,1 1,-1-1,2 0,1 1,0 0,0 0,1-1,-1 0,1 0,0 0,1-1,-1 0,0 0,1-1,0 0,0 0,-1 0,1-1,0 0,0 0,1-1,36 3</inkml:trace>
  <inkml:trace contextRef="#ctx0" brushRef="#br0" timeOffset="14342.225">27429 376,'-16'-2,"-14"-1,-9 3,-7 7,-1 8,7 8,9 6,10 9,13 3,15 5,18 0,13 1,12-5,-3-8</inkml:trace>
  <inkml:trace contextRef="#ctx0" brushRef="#br0" timeOffset="14589.127">27602 911,'18'11,"18"9,18 3,0-3</inkml:trace>
  <inkml:trace contextRef="#ctx0" brushRef="#br0" timeOffset="24588.186">21226 2302,'-3'18,"0"13,1 10,-1 5,2-1,2-1,1-6,1-7,-1-8</inkml:trace>
  <inkml:trace contextRef="#ctx0" brushRef="#br0" timeOffset="25202.546">21065 2021,'17'-5,"1"1,0 1,0 1,0 0,0 2,0 0,0 1,0 0,0 2,0 0,-1 1,1 1,-1 0,0 2,0 0,-1 0,0 2,0 0,-1 1,0 0,-1 1,0 1,-1 0,0 1,-1 0,-1 1,0 1,0-1,-2 2,3 4,-3 6,-2 0,-1 1,0-1,-2 1,-1 0,-2 0,0 0,-2 1,-1-1,-4 21,4-18,1-28,1-1,-1 1,1 0,0-1,-1 1,1 0,0 0,0 0,0-1,1 1,-1 0,0 0,1-1,-1 1,1 0,-1-1,1 1,0 0,0-1,0 1,0-1,0 1,0-1,0 0,0 1,0-1,1 0,-1 0,1 0,-1 0,1 0,-1 0,1 0,-1-1,1 1,0 0,-1-1,2 1,7-2,0 0,0 0,0-1,-1 0,1 0,0-1,-1-1,0 1,0-2,0 1,0-1,0-1,11-5,-1 0,0-2,-1 0,0 0,-1-2,-1 0,0-1,-1-1,-1 0,-1-1,0-1,-1 0,8-19,-23 46,0 0,1 0,1 1,-1-1,1 0,0 1,1-1,0 0,0 1,1-1,0 0,1 1,0-1,0 0,0 0,1 0,0 0,1-1,0 1,0-1,1 0,0 0,0-1,0 1,1-1,0 0,0-1,0 1,1-1,6 3,-2-2,1-1,0 0,0-1,0 0,1-1,-1-1,1 0,0-1,-1 0,1 0,0-2,0 0,-1 0,1-1,0 0,7-4,-13 4,1 0,0-1,0 0,-1-1,0 0,1 0,-1 0,-1-1,1 0,-1 0,0-1,0 0,0 0,-1 0,0-1,0 0,-1 0,0 0,0 0,-1-1,0 1,0-1,0 0,-1 0,1-8,-3 0,-7 24,5 0,0 0,0 0,1 0,0 0,0 0,1 1,0-1,1 0,0 0,0 0,0 0,1 0,1 0,-1 0,1 0,0-1,1 1,0-1,0 0,1 0,-1-1,1 1,1-1,-1 0,1 0,1-1,2 3,13 3</inkml:trace>
  <inkml:trace contextRef="#ctx0" brushRef="#br0" timeOffset="25453.873">22429 2007,'0'0</inkml:trace>
  <inkml:trace contextRef="#ctx0" brushRef="#br0" timeOffset="25789.86">22750 1713,'-14'-55,"9"50,2 19,1 29,3-1,1 1,3 0,1-1,6 18,-10-48,43 202,-16-87,-6 0,-4 23,-18-131,-1-14,-1-1,1 1,0-1,1 1,-1-1,1 0,0 1,0-1,0 0,1 1,-1-1,1 0,0 0,0 0,1 0,0 1,0-4,1 0,-1 0,0-1,1 1,-1-1,0 0,1 0,-1 0,0 0,1-1,-1 1,0-1,0 0,1 0,-1 0,0 0,0 0,0-1,0 0,0 1,-1-1,1 0,0-1,4 0,35-23,-1-2,-1-1,-1-2,12-14,-6 10,-44 35,0 0,-1 0,1 1,0-1,-1 0,1 1,0-1,-1 1,1-1,0 1,-1-1,1 1,-1-1,1 1,-1 0,1-1,-1 1,0-1,1 1,-1 0,0 0,0-1,1 1,-1 0,0 0,0-1,0 1,0 0,0 0,0-1,0 1,0 0,0 0,0-1,0 1,0 0,-1 0,1-1,0 1,-1 0,1-1,0 1,-1 0,1-1,-1 1,1-1,-1 1,0 3,-1 6,0-6,0 1,0-1,1 1,-1-1,1 1,0 0,1-1,-1 1,1 0,0 0,0-1,0 1,1 0,-1 0,1-1,0 1,1 0,-1-1,1 1,0-1,0 0,0 0,1 1,-1-1,1-1,0 1,0 0,1-1,-1 0,1 1,0-1,-1-1,3 2,28 6,0-4</inkml:trace>
  <inkml:trace contextRef="#ctx0" brushRef="#br0" timeOffset="26041.228">23298 2208,'-16'-7,"-12"-4,-8-3,-5-1,-2-3,6 2</inkml:trace>
  <inkml:trace contextRef="#ctx0" brushRef="#br0" timeOffset="26284.577">22777 2007,'13'-4,"19"-2,22 0,21-1,25 0,16 5,12 4,-15 2</inkml:trace>
  <inkml:trace contextRef="#ctx0" brushRef="#br0" timeOffset="27051.054">23940 2462,'-20'-17,"8"4,-1 1,-1 0,1 1,-2 1,0 0,0 1,-1 0,0 1,0 1,0 1,-6-1,18 6,0 1,0-1,0 1,0 0,0 0,0 1,0-1,0 1,0 0,0 0,0 0,0 0,0 1,1-1,-1 1,0 0,1 0,0 1,-1-1,1 1,0-1,0 1,1 0,-1 0,0 1,1-1,0 0,0 1,0-1,0 1,1 0,-1 0,1-1,0 1,0 3,-1-2,1 1,0 0,0 0,0 0,1 0,0 0,1-1,-1 1,1 0,0 0,0 0,1 0,-1-1,2 1,-1-1,0 0,1 1,0-1,0 0,1 0,-1-1,1 1,0-1,3 3,-1-3,1 1,1-1,-1 0,1-1,-1 0,1 0,0-1,0 0,0 0,0 0,1-1,-1-1,0 1,1-2,-1 1,0-1,0 0,1 0,-1-1,4-2,5-1,0-1,0 0,-1-2,0 0,0 0,-1-2,0 0,-1 0,2-3,58-75,-67 87,-8 22,0-15,-1-1,0 1,1 0,0 0,0 0,1 0,0 0,0 0,0 0,1 0,0 0,0-1,0 1,1 0,-1 0,1-1,1 1,-1-1,1 1,0-1,0 0,1 0,0-1,0 1,0-1,0 0,0 0,1 0,0 0,0-1,0 0,0 0,0 0,1 0,5 1,-2-3,1 0,-1-1,0 0,1 0,-1-1,0-1,1 1,-1-1,0-1,0 0,-1 0,1-1,0 0,-1 0,0-1,0 0,0-1,7-5,0-1,-1 0,0-1,-1-1,-1 0,0-1,-1 0,1-3,9-24,-1-1,-3-1,-1-1,-3 0,-1-1,-2 0,-3-1,-1 0,-3 0,-1-13,-2 47,3-17,-1-1,-2 0,-1 1,-1-1,-2 0,-4-17,8 46,0 0,0 0,0 0,0 0,-1 0,1 0,0 0,-1 0,0 0,1 1,-1-1,0 0,0 0,0 0,0 1,0-1,-1 0,1 1,0-1,-1 1,1 0,-1-1,0 1,1 0,-1 0,0 0,0 0,1 0,-1 0,0 1,0-1,0 1,0-1,0 1,0 0,0 0,0-1,0 1,0 1,0-1,0 0,0 0,0 1,0 0,0-1,0 1,0 0,0 0,1 0,-1 0,0 0,0 0,1 0,-1 0,1 1,-11 11,0 1,1 0,1 0,1 1,0 0,0 1,2 0,0 0,1 0,1 1,-3 14,1-7,1 0,1 0,1 0,2 1,0-1,2 1,0 0,2-1,0 1,2-1,1 0,1 0,1 0,1-1,1 0,1 0,0-1,2 0,1-1,1-1,0 0,2 0,0-2,1 0,8 5,-14-14,0 0,1-1,0 0,1-1,-1-1,1 0,0-1,1 0,-1-1,1 0,9 0,-15-2,0-2,-1 1,1-1,0-1,-1 1,1-1,-1 0,1-1,-1 0,1 0,-1-1,0 0,0 0,0 0,-1-1,1 0,-1-1,0 1,0-1,0 0,-1-1,1 0,38-65,-59 160,13-86,1 2,0-1,0 0,0 0,1 0,-1 0,1 1,0-1,0 0,1 0,-1 1,1-1,0 0,0 0,0 0,1 0,-1 0,1 0,0 0,0-1,1 1,-1-1,1 1,-1-1,1 0,0 0,0 0,1 0,-1-1,0 1,1-1,0 0,0 0,-1 0,1 0,0-1,0 0,0 1,1-2,2-1,0 0,1-1,-1 0,0 0,-1-1,1 0,0 0,-1-1,1 0,-1 0,0 0,-1-1,1 0,-1 0,0 0,0-1,0 0,-1 0,0 0,0 0,-1-1,1 1,-1-1,-1 0,1 0,-1 0,-1 0,1 0,-1-1,0 1,-1-1,0 1,0 0,0-1,-1 1,-1-1,2 5,-1 0,1-1,-1 1,0 0,0 0,0 0,-1 0,1 0,-1 1,0-1,0 0,1 1,-2-1,1 1,0 0,0-1,-1 1,0 0,1 0,-1 1,0-1,0 1,0-1,1 1,-2 0,1 0,0 0,0 1,0-1,0 1,-1-1,1 1,0 0,0 0,-6 1,0 0,0 0,1 0,-1 1,1 1,-1-1,1 1,0 1,0-1,1 2,-1-1,-1 2,2-1,0 1,1 0,0 0,-1 0,2 1,-1 0,1 0,0 1,1-1,-4 9,6-13,1 0,0 0,-1 0,1 0,1 0,-1 0,0 0,1 0,0 1,-1-1,1 0,0 0,1 0,-1 1,1-1,-1 0,1 0,0 0,0 0,0 0,1 0,-1 0,1 0,-1-1,1 1,0 0,0-1,0 0,1 1,-1-1,2 1,65 21,-32-21</inkml:trace>
  <inkml:trace contextRef="#ctx0" brushRef="#br0" timeOffset="27276.452">25170 1954,'-16'-2,"-15"-1,-8 2,-4 6,0 9,7 11,10 11,10-1</inkml:trace>
  <inkml:trace contextRef="#ctx0" brushRef="#br0" timeOffset="27523.118">25183 2582,'16'3,"12"0,10 0,8-1,-4-1</inkml:trace>
  <inkml:trace contextRef="#ctx0" brushRef="#br0" timeOffset="28524.954">25985 2568,'16'9,"12"13,6 10,-1 11,-6 7,-11 8,-21 6,-25 0,-21-4,-2-11</inkml:trace>
  <inkml:trace contextRef="#ctx0" brushRef="#br0" timeOffset="29275.025">26760 2100,'28'-4,"0"0,0 2,0 1,0 1,0 2,0 0,8 3,-33-5,0 1,0-1,-1 0,1 1,0 0,0-1,0 1,-1 0,1 1,0-1,-1 0,1 1,-1-1,0 1,1 0,-1 0,0 0,0 0,0 0,0 0,-1 1,1-1,0 1,-1-1,0 1,0-1,0 1,0 0,0 0,0-1,-1 1,1 0,-1 0,0 0,0 0,0 0,0 0,0 0,-1 0,-3 5,-1 1,0-2,-1 1,1-1,-2 0,1 0,-1 0,0-1,0 0,-1 0,1-1,-1 0,-3 1,-23 17,33-23,0 1,0-1,1 0,-1 1,0-1,1 0,-1 1,0-1,1 1,-1 0,0-1,1 1,-1-1,1 1,-1 0,1-1,0 1,-1 0,1 0,0-1,-1 1,1 0,0 0,0-1,0 1,0 0,-1 0,1 0,0-1,0 1,1 0,-1 0,0 0,0-1,0 1,0 0,1 0,-1 0,0-1,1 1,-1 0,1-1,-1 1,1 0,-1-1,1 1,-1-1,1 1,39 18,24 0,-34-11,-1 1,-1 1,1 2,11 7,-38-19,0 1,0 0,0 0,0-1,0 1,0 1,-1-1,1 0,0 0,0 1,-1-1,1 1,-1-1,1 1,-1-1,0 1,0 0,0 0,0 0,0 0,0 0,0 0,-1 0,1 0,-1 0,1 0,-1 0,0 0,0 0,0 1,0-1,0 0,0 2,-4 0,1 0,-1 0,0-1,0 1,0-1,0 0,0 0,-1-1,1 1,-1-1,0 0,-2 1,-22 9,0-1,-1-1,0-2,0-1,-1-1,0-1,-1-4,12-5</inkml:trace>
  <inkml:trace contextRef="#ctx0" brushRef="#br0" timeOffset="29604.143">27469 2154,'6'28,"1"-1,2 0,1 0,1-1,1 0,1-1,1 0,2-1,0-1,2 0,19 19,13-6,-48-36,-1 1,1 0,-1-1,1 1,0-1,-1 0,1 1,0-1,-1 0,1 0,0 0,-1 0,1 0,0-1,-1 1,1 0,-1-1,1 1,0-1,-1 0,1 1,-1-1,1 0,-1 0,0 0,1 0,-1 0,0 0,0-1,0 1,0 0,0-1,0 1,1-2,3-8,-1 0,0-1,-1 1,0-1,0 0,-2 0,1 0,-2 0,1-1,-2-5,1 4,0-30,-1 30,1-1,0 1,1-1,0 1,2 0,-1-1,2 1,2-7,-4 18,1-1,-1 0,1 1,0 0,0 0,0-1,0 2,0-1,1 0,-1 1,1-1,0 1,-1 0,1 0,0 1,1-1,-1 1,0 0,0 0,0 0,1 1,-1-1,0 1,1 0,-1 0,0 1,1-1,-1 1,0 0,0 0,1 0,-1 1,35 9</inkml:trace>
  <inkml:trace contextRef="#ctx0" brushRef="#br0" timeOffset="30438.475">28218 2315,'0'-4,"0"1,-1 0,1-1,-1 1,1 0,-1 0,0-1,0 1,0 0,-1 0,1 0,-1 0,0 0,0 0,0 1,0-1,0 1,0-1,-1 1,1 0,-1 0,0 0,1 0,-1 0,0 1,0-1,0 1,0 0,-1 0,1 0,0 0,0 0,-1 1,1-1,0 1,-1 0,1 0,-2 1,-2 1,-1 1,1 0,0 0,1 1,-1-1,1 2,-1-1,1 1,0 0,1 0,-1 0,1 1,0 0,1 0,0 0,-1 1,2 0,-1-1,1 1,0 1,1-1,-1 0,1 1,1-1,0 1,0-1,0 1,1-1,0 4,0-7,1 0,-1-1,1 1,0-1,0 1,0-1,0 1,1-1,-1 0,1 1,0-1,0 0,0 0,0 0,1-1,-1 1,1 0,0-1,0 0,0 1,0-1,0 0,0-1,0 1,1-1,-1 1,0-1,1 0,0 0,2 0,4 1,0-1,0 0,0-1,0 0,0 0,0-1,-1-1,1 0,0 0,8-3,-5 0,-1 1,-1-2,1 0,-1 0,0-1,0 0,-1-1,0 0,0-1,-1 0,0 0,-1-1,0 0,0-1,-1 0,0 0,-1 0,-1-1,5-11,-13 29,1 1,0 0,0 0,0 1,1-1,0 0,1 0,0 1,0-1,0 0,1 0,0 1,1-1,-1 0,1 0,1 0,-1 0,1-1,0 1,1 0,-3-6,1 1,-1-1,0 0,1 0,-1 0,1 0,-1 0,1 0,0-1,-1 1,1 0,0-1,-1 1,1-1,0 0,0 1,-1-1,1 0,0 0,0 0,0 0,-1-1,1 1,0 0,0-1,-1 1,1-1,0 0,-1 0,1 1,-1-1,1 0,-1 0,1 0,-1-1,0 1,1 0,-1 0,1-1,38-61,-33 43,-1-1,-1-1,-1 1,-1-1,-1 1,0-1,-2 0,-1 0,0 1,-2-1,-4-18,7 39,0 1,0 0,1-1,-1 1,0 0,0-1,0 1,1-1,-1 1,0 0,0 0,1-1,-1 1,0 0,1-1,-1 1,0 0,1 0,-1 0,1-1,-1 1,0 0,1 0,-1 0,1 0,-1 0,0 0,1 0,-1 0,1 0,-1 0,0 0,1 0,-1 0,1 0,-1 0,1 0,-1 0,0 0,1 1,-1-1,0 0,1 0,-1 0,0 1,1-1,-1 0,0 0,1 1,-1-1,0 0,0 1,1-1,-1 1,0-1,0 0,0 1,1-1,3 2,231 98,-229-97,0 0,-1 1,0-1,0 2,0-1,0 0,-1 1,0 0,0 0,0 0,0 1,-1-1,0 1,0 0,0-1,-1 2,0-1,0 0,-1 0,1 1,-1-1,-1 0,1 1,1 14,-2-14,0 0,1 1,-1-1,1 0,1 1,0-1,0 0,0 0,0 0,1 0,1-1,-1 1,1-1,0 0,0 0,1 0,0 0,0-1,0 0,4 3,-5-7,-1 0,0 0,1 0,-1-1,0 0,1 0,-1 0,1 0,-1 0,0-1,1 1,-1-1,0 0,1 0,-1 0,0-1,0 1,0-1,0 0,0 0,0 0,-1 0,1 0,-1 0,1-1,57-66,-49 53,0-1,-1 0,-1-1,-1 0,0-1,-1 1,-1-1,-1-1,-1 1,1-13,-20 63,10-14,1 1,0 0,2 1,0-1,1 0,1 1,1 14,-1-27,1-1,-1 0,1 0,0 0,1 1,-1-1,1 0,0-1,0 1,0 0,1 0,0-1,0 0,0 1,0-1,1 0,0-1,-1 1,1-1,1 1,-1-1,0 0,1-1,-1 1,1-1,0 0,0 0,0 0,2-1,22 0,-5-6</inkml:trace>
  <inkml:trace contextRef="#ctx0" brushRef="#br0" timeOffset="30687.674">29140 1847,'5'18,"12"13,4 1</inkml:trace>
  <inkml:trace contextRef="#ctx0" brushRef="#br0" timeOffset="31570.36">29782 2368,'-19'-20,"-2"1,0 1,0 1,-2 1,0 1,-20-10,40 23,0 0,-1 0,1 1,-1-1,1 1,-1 0,0 0,1 0,-1 0,0 0,0 1,0 0,0 0,1 0,-1 0,0 1,0-1,0 1,1 0,-1 0,0 0,1 1,-1 0,1-1,-1 1,1 0,0 0,0 1,0-1,0 1,0-1,1 1,-1 0,-1 3,1-1,0-1,0 1,1 0,-1 0,1 0,0 0,1 0,-1 0,1 0,0 1,1-1,-1 1,1-1,0 0,0 1,1-1,0 1,0-1,0 0,0 0,1 0,0 1,0-1,0-1,1 1,0 0,0-1,0 1,0-1,1 0,-1 0,1 0,0 0,0-1,1 0,-1 0,1 0,-1 0,6 1,2-1,0-1,0-1,0 0,0-1,0 0,0-1,0-1,0 0,0 0,-1-1,1 0,-1-1,1-1,-1 1,-1-2,1 0,-1 0,0-1,0 0,-1 0,0-1,0-1,0 0,-2 0,1 0,-1-1,1-3,4-5,-25 108,11-85,1-1,-1 1,1 0,0 0,1 0,-1 0,1 0,0 0,0 0,0 0,1 0,0 0,0 0,0-1,1 1,-1 0,1 0,0-1,0 0,1 1,-1-1,1 0,0 0,1 0,-1 0,0-1,1 1,0-1,0 0,0 0,3 1,-2-3,-1 0,1 0,0-1,0 1,0-1,0-1,-1 1,1-1,0 1,0-1,-1-1,1 1,0-1,-1 0,1 0,-1 0,0 0,0-1,0 0,0 0,2-2,67-80,-54 47,-1 0,-3-2,-1 0,-1-1,-3 0,-1-1,2-38,0 0,-5 0,-2-53,-7 98,-2 27,0 23,-1 27,2 0,1 1,2 0,3-1,0 1,8 29,-1-12,3-1,3 0,5 9,-18-63,-2-4,-1 1,1 0,0-1,0 1,0 0,1-1,-1 1,0-1,0 1,1 0,-1-1,1 1,0-1,0 1,-1-1,1 1,0-1,0 0,0 1,0-1,0 0,1 0,-1 0,0 1,0-2,1 1,-1 0,1 0,-1 0,1-1,-1 1,1 0,0-1,-1 0,1 1,-1-1,1 0,0 0,-1 0,1 0,0 0,-1 0,1 0,0-1,-1 1,44-42,41-29,-83 68,1 1,-1-1,1 1,0 0,-1 0,1 0,0 1,0-1,0 1,0 0,1 0,-1 0,0 1,0 0,1-1,-1 1,0 1,0-1,0 1,1-1,-1 1,0 1,0-1,0 0,0 1,0 0,0 0,-1 0,1 0,-1 1,1-1,-1 1,0 0,0 0,0 1,0 3,-1 0,1 0,-1 0,-1 0,0 1,0-1,0 1,-1-1,0 1,0-1,-1 1,0-1,0 1,-1-1,0 0,0 0,-1 0,1 0,-2 0,1 0,-1-1,0 1,0-1,-1 0,0-1,0 1,0-1,-1 0,1 0,-1 0,-1-1,1 0,-3 1,7-4,0-1,1 1,-1-1,0 1,1-1,-1 0,0 1,0-1,1 0,-1 0,0-1,0 1,1 0,-1 0,0-1,0 1,1-1,-1 0,1 1,-1-1,0 0,1 0,-1 0,1 0,0 0,-1 0,1-1,0 1,0 0,0-1,0 1,0-1,0 1,0-1,0 1,1-1,-1 0,0 1,1-1,0 0,-1 1,1-1,0 0,0 0,0 1,0-1,0 0,0 0,0 1,1-1,-1 0,1 0,-1 1,1-1,0 0,0 1,0-1,6-14,0 1,2 0,0 1,0 0,2 0,-1 1,2 1,0-1,0 2,6-4,-2-1,1 1,1 0,1 2,-1 0,2 1,0 1,13-4,-32 14,1 0,-1 1,1-1,0 1,-1-1,1 1,-1 0,1-1,0 1,-1 0,1 0,0 0,-1 1,1-1,0 0,-1 0,1 1,-1-1,1 1,-1 0,1-1,-1 1,1 0,-1 0,0 0,1 0,-1 0,0 0,0 0,0 1,0-1,0 0,0 1,0-1,0 0,0 1,-1-1,1 1,0-1,-1 1,0 0,1-1,-1 1,0-1,0 1,0 0,0-1,0 1,0 0,0 0,-2 85,7 38,-5-122,0-1,1 1,0-1,0 1,0-1,0 1,0-1,0 0,0 1,1-1,-1 0,1 0,0 0,-1 0,1 0,0 0,0-1,0 1,1-1,-1 1,0-1,1 0,-1 0,0 0,1 0,-1 0,1-1,19 2</inkml:trace>
  <inkml:trace contextRef="#ctx0" brushRef="#br0" timeOffset="31733.922">30811 1767,'-12'18,"2"13,8 8,5-3</inkml:trace>
  <inkml:trace contextRef="#ctx0" brushRef="#br0" timeOffset="40957.364">21734 4227,'-4'15,"-2"4,2 0,0 0,1 0,1 1,0 17,2-32,1-1,-1 1,1 0,0-1,0 1,0-1,1 1,-1-1,1 0,0 1,1-1,-1 0,1 0,-1-1,1 1,0 0,1-1,-1 0,1 0,-1 0,1 0,0 0,0-1,0 0,0 0,4 2,0-2,-1 0,1 0,-1-1,1 0,0 0,-1-1,1 0,0 0,0-1,-1 0,1-1,-1 1,1-1,-1-1,1 1,-1-1,0-1,0 1,-1-1,1 0,-1-1,0 0,0 0,0 0,-1 0,1-1,-2 0,1 0,0-1,-1 1,0-1,-1 0,0 0,0 0,0 0,-1-1,0 1,0-1,-1 1,0-1,0 0,-1 0,0 1,0-1,-1 0,0 1,0-1,-1 0,0 1,-1 0,1-1,-1 1,-1 0,-3-6,3 8,0 0,0 1,0-1,-1 1,0 0,1 1,-2-1,1 1,0 0,-1 0,1 0,-1 1,0 0,0 0,0 0,0 1,0 0,0 0,0 1,0-1,-1 1,1 1,0-1,0 1,0 0,0 0,0 1,0 0,0 0,0 1,1-1,-1 1,1 0,0 1,-1-1,2 1,-1 0,0 0,1 0,0 1,0 0,0 0,-2 4,2-3,1 1,0 1,0-1,1 0,0 1,0-1,1 1,0 0,0 0,1-1,0 1,0 0,1 2,7 44</inkml:trace>
  <inkml:trace contextRef="#ctx0" brushRef="#br0" timeOffset="41518.46">23071 4508,'-1'-23,"1"0,1 0,1 0,1 1,1-1,1 1,0 0,2 0,1 0,1 1,7-12,27-41,-41 72,0 0,0 0,0 0,0 0,0 0,0 0,1 0,-1 1,1-1,-1 1,1 0,-1 0,1 0,0 0,0 0,-1 0,1 1,0-1,0 1,0 0,0 0,-1 0,1 0,0 0,0 1,0-1,0 1,0 0,8 6,0 0,0 1,0 0,-1 1,0 0,-1 0,0 1,0 0,-1 1,-1 0,0 0,0 1,-1 0,0 1,-2-6,37 76,-41-82,0-1,0 1,1-1,-1 1,0 0,0-1,0 1,0-1,0 1,0-1,0 1,0-1,0 1,0 0,0-1,0 1,0-1,0 1,-1-1,1 1,0-1,0 1,-1-1,1 1,0-1,-1 1,1-1,0 0,-1 1,1-1,0 1,-1-1,1 0,-1 0,1 1,-1-1,1 0,-1 0,1 1,-1-1,1 0,-1 0,1 0,-1 0,0 0,1 0,-1 0,1 0,-1 0,1 0,-1 0,1 0,-1 0,0 0,1 0,-1-1,1 1,-1 0,1-1,-34-14,30 12,-1 0,1-1,-1 1,1-1,0 1,1-1,-1 0,1-1,-1 1,1-1,1 1,-1-1,1 0,-1 0,1 0,1 0,-1 0,1-1,0 1,0 0,0-1,1 1,0-1,0 1,0-1,1 1,0 0,0-1,0 1,1 0,-1 0,1 0,1 0,-1 0,1 0,0 0,0 1,0-1,6-3,0 0,0 0,1 1,0 1,0 0,1 0,0 1,0 0,0 1,0 0,1 1,-1 1,1-1,0 2,0-1,0 2,0 0,0 0,0 1,-1 0,1 1,0 1,5 2,-11-4,0 2,-1-1,1 1,-1 0,0 0,0 0,0 1,0-1,-1 1,1 1,-1-1,0 1,-1-1,1 1,-1 0,1 0,-2 1,1-1,0 1,0 3,18 120,-20-117,9 32,-6-43</inkml:trace>
  <inkml:trace contextRef="#ctx0" brushRef="#br0" timeOffset="41956.289">23619 3852,'257'65,"-218"-55,0 3,0 1,-2 2,35 20,-62-30,0 0,0 1,0 0,-1 0,0 1,0 1,-1-1,0 1,0 1,-1-1,-1 1,1 1,-2-1,1 1,-1 0,-1 0,0 1,-1-1,0 1,0 105,-3-117,-1 2,1-1,-1 1,1-1,0 1,-1 0,1-1,0 1,0-1,0 1,0 0,0-1,1 1,-1-1,0 1,1-1,-1 1,1 0,-1-1,1 0,0 1,0-1,0 1,0-1,0 0,0 0,0 1,0-1,0 0,0 0,1 0,-1 0,0-1,1 1,-1 0,1 0,-1-1,2 1,4-2,0 1,1-2,-1 1,0-1,0 0,0-1,0 1,0-1,-1-1,1 1,-1-1,0 0,4-4,-6 5,23-16,-1-1,0-2,-2-1,0-1,-2 0,-1-2,5-8,-24 89,-1-49,0-1,1 0,0 1,-1-1,2 0,-1 0,1 0,0 0,0 0,0-1,0 0,1 1,0-1,0 0,0-1,0 1,1-1,-1 1,1-1,0-1,3 2,112 33,-54-27</inkml:trace>
  <inkml:trace contextRef="#ctx0" brushRef="#br0" timeOffset="43303.968">25277 4079,'-17'-10,"0"0,-1 2,0 0,0 1,-1 0,0 2,0 0,-19-2,30 6,0 0,0 1,0 0,0 0,0 0,1 1,-1 1,0-1,0 1,1 0,-1 1,1 0,0 0,0 1,0-1,0 2,0-1,1 1,0 0,0 0,0 0,1 1,-2 2,4-4,0-1,0 1,0 0,1 0,-1 1,1-1,0 0,0 1,1-1,-1 1,1 0,0-1,0 1,1 0,-1 0,1 0,0-1,1 1,-1 0,1 0,0 0,0-1,0 1,0 0,1-1,0 0,0 1,0-1,1 0,0 0,-1 0,1 0,1 0,-1-1,0 1,1-1,0 0,-1 0,2 0,9 2,0 1,0-2,0 0,1 0,0-2,0 0,0 0,0-2,0 0,0 0,0-1,0-1,-1-1,1 0,0-1,-1 0,0-1,0-1,0 0,-1-1,6-5,-12 8,-6 3,0 0,0 0,0 0,0 0,0 0,1 0,-1 0,0 0,1 1,-1-1,0 0,1 1,-1-1,1 1,-1 0,1-1,-1 1,1 0,-1 0,1 0,-1 0,1 0,-1 0,1 1,-1-1,0 0,1 1,-1-1,1 1,-1-1,1 2,13 60,57 429,-68-462,0-10,-1 0,-1 0,0 0,-1 0,-1 1,-1-1,-1 0,-1 1,0-1,-1 0,-1-1,-3 6,6-21,1 0,-1-1,1 1,-1 0,0-1,0 1,0-1,0 0,-1 0,1 0,-1 0,1 0,-1 0,0-1,1 1,-1-1,0 0,0 0,0 0,0 0,0 0,0-1,0 1,-1-1,1 0,0 0,0 0,0 0,0-1,0 1,0-1,0 0,0 0,0 0,0 0,0 0,0-1,0 0,1 1,-1-1,1 0,-1 0,1 0,0 0,0-1,0 1,0-1,0 0,-5-6,1 0,0-1,1 0,0 0,1-1,0 1,1-1,0 0,0 0,1 0,1 0,0 0,0 0,1-1,1-6,2-12,1 0,1-1,1 1,2 1,3-6,18-44,4 2,3 1,3 2,3 2,4 2,25-28,-14 33,-56 65,0 0,0-1,0 1,0 0,0 0,0 0,0 0,0 0,0 0,-1 0,1 0,0 0,0 0,0 1,0-1,0 0,0 1,-1-1,1 0,0 1,0-1,0 1,-1 0,1-1,0 1,-1-1,1 1,0 0,-1 0,1-1,-1 1,1 0,-1 0,0-1,1 1,-1 0,0 0,1 0,-1 0,0 0,0 0,0 0,0 0,0-1,0 1,0 0,0 0,0 0,0 0,-1 0,1 0,0 0,-1 0,1-1,0 1,-1 0,0 0,1 1,1 34,-1-9,1 0,1 0,1 0,6 21,-7-41,-1-1,1 0,1 1,-1-1,1 0,0 0,1 0,-1-1,1 1,0-1,1 0,-1 0,1-1,0 1,0-1,0 0,1 0,0 0,-1-1,1 0,5 2,-6-4,-1 1,1-1,0 0,0-1,-1 1,1-1,0 0,0 0,-1 0,1 0,0-1,0 0,-1 0,1-1,-1 1,1-1,-1 0,0 0,1 0,-1-1,0 1,0-1,-1 0,1 0,-1 0,1-1,-1 1,0-1,0 0,-1 0,3-3,3-6,0-1,-1 0,-1 0,0-1,-1 0,0 0,-1 0,-1-1,0 0,-1 2,-1 3,-1 18,-1 3,0 0,1 0,0 0,0 1,2-1,-1 0,1 0,0-1,1 1,1 0,-1-1,1 1,1-1,0-1,0 1,0 0,1-1,1 0,-1-1,1 1,1-1,-1-1,2 2,-7-8,0 1,0 0,0-1,0 1,0-1,0 1,1-1,-1 0,0 0,0 0,0 0,0-1,0 1,0 0,0-1,0 0,0 1,0-1,0 0,0 0,0 0,-1 0,1 0,0-1,-1 1,1 0,-1-1,1 1,-1-1,1 0,-1 1,0-1,0 0,0 0,0 0,0-1,27-74,-16 19,-4-1,2-58,-10 111,-1 4,1 1,0-1,-1 1,1-1,0 1,-1 0,1-1,0 1,0-1,0 1,0-1,1 1,-1-1,0 1,1-1,-1 1,1-1,-1 1,1 0,-1-1,1 1,0 0,0 0,0-1,0 1,0 0,0 0,0 0,0 0,0 0,0 0,1 1,-1-1,0 0,1 1,-1-1,0 1,1-1,-1 1,1-1,-1 1,1 0,-1 0,1 0,-1 0,1 0,137 45,64-2,-199-42,0 1,0-1,0 1,0 0,0 0,-1 1,1-1,-1 1,1-1,-1 1,0 0,0 0,0 1,-1-1,1 1,-1-1,0 1,0 0,0 0,0 0,-1 0,0 0,1 0,-2 0,1 0,0 1,-1 1,0 55,4 33,-3-91,0 1,0-1,0 0,1 1,-1-1,1 0,0 0,0 0,0 0,0 0,1-1,-1 1,1-1,0 1,-1-1,1 0,0 0,0 0,1-1,-1 1,0-1,0 0,1 1,1-1,8 0,1 0,-1 0,1-2,-1 1,0-2,1 0,-1-1,0 0,0 0,0-2,-1 0,0 0,1-1,-2 0,1-1,-1-1,0 0,-1 0,0-1,0 0,-1-1,0 0,0-1,-1 1,4-9,-14 26,0 1,1-1,0 1,0 0,1-1,-1 1,2 0,-1 0,1-1,1 1,-1-1,2 4,0-8,-1-1,1 0,-1 0,1 0,0 0,0 0,0-1,0 1,0-1,1 0,-1 0,0 0,1 0,-1 0,0-1,1 0,-1 1,1-1,-1-1,1 1,-1 0,0-1,1 0,-1 0,0 0,1 0,-1 0,0 0,0-1,0 0,0 0,0 0,-1 0,1 0,0 0,-1-1,0 1,1-1,2-2,-1-1,1 0,-1 1,0-1,0-1,-1 1,0 0,0-1,0 0,-1 0,0 0,-1 0,1 0,-1 0,-1 0,1 0,-1 0,0-1,-2-6,2 9,-1 0,0 0,0 0,-1 0,1 0,-1 0,0 0,0 0,-1 1,1-1,-1 1,0 0,0 0,-1 0,1 0,-1 0,0 1,0-1,0 1,0 0,-1 1,1-1,-1 1,0-1,1 2,-1-1,-5-1,3 2,-1 1,0 0,1 1,-1-1,1 1,-1 1,1-1,-1 1,1 1,0-1,0 1,0 1,0-1,1 1,-1 0,1 1,0-1,0 1,1 1,-1-1,1 1,0-1,1 2,-1-1,1 0,0 1,1 0,0 0,0 0,0 0,1 0,0 1,1-1,-1 1,1-1,1 5,0-7,1 0,1 0,-1 0,1 0,0-1,0 1,0-1,1 1,0-1,0 0,0 0,0 0,0 0,1-1,-1 1,1-1,0 0,0 0,1-1,-1 1,1-1,-1 0,1 0,0 0,-1 0,1-1,0 0,0 0,4 0,30 5</inkml:trace>
  <inkml:trace contextRef="#ctx0" brushRef="#br0" timeOffset="43588.208">27175 3785,'-7'-11,"-1"0,0 1,0 0,-1 1,0-1,-1 2,0-1,0 1,-1 1,0 0,-10-5,19 11,0 0,-1 0,1 0,-1 1,1-1,-1 1,1-1,-1 1,0 0,1 0,-1 0,1 0,-1 1,0-1,1 1,-1-1,1 1,-1 0,1 0,0 0,-1 0,1 0,0 1,0-1,0 1,0 0,0-1,0 1,0 0,0 0,1 0,-2 2,0 2,0 0,0 0,0 0,1 0,0 1,0-1,0 1,1-1,0 1,1-1,-1 1,1 3,4 21,2 0,1 0,1-1,1 0,2-1,1 0,1-1,1 0,13 16,-20-27,1 0,0-1,2 0,0-1,1 0,0-1,1 0,1-1,0 0,0-1,2 0,-1-1,1-1,1 0,0-1,0-1,13 4,5-6,0-1,0-2,0-2,0 0,8-3,34-2</inkml:trace>
  <inkml:trace contextRef="#ctx0" brushRef="#br0" timeOffset="44752.198">28485 3772,'2'23,"1"1,1-1,1 0,1 0,1-1,1 0,0 0,2 0,1-1,10 14,-16-25,0 0,0-1,1 0,1 0,-1-1,1 1,1-1,0-1,0 0,0 0,1 0,0-1,0 0,1-1,4 2,-11-6,-1-1,1 0,-1 0,1 0,0 0,-1 0,1 0,-1-1,1 1,-1-1,1 1,-1-1,1 0,-1 0,0 0,1-1,-1 1,0-1,0 1,0-1,0 0,0 1,0-1,-1 0,1 0,-1 0,1-1,-1 1,1-2,26-73,-9-84,-18 158,1-1,-1 1,1 0,-1-1,1 1,0 0,0 0,0 1,1-1,-1 0,1 1,-1-1,1 1,0 0,0 0,0 0,0 0,0 1,1-1,-1 1,0 0,1 0,-1 0,1 0,-1 0,2 1,94 4,-52 4,-1 1,-1 2,0 2,20 10,-59-15,-27-8,17 0,-8-2,0 1,1 1,-1 0,0 1,1 0,-1 1,1 0,-1 0,1 1,0 1,0 0,0 1,1 0,-1 0,1 1,1 0,-1 1,1 0,0 1,0 0,1 0,-2 4,8-10,1 1,-1 0,1-1,0 1,0 0,0 0,0 0,1 0,-1 0,1 0,0 0,-1 0,2 0,-1 0,0 0,0 0,1 0,0 0,-1-1,1 1,0 0,0 0,1 0,-1-1,1 1,-1-1,1 1,0-1,0 1,0-1,0 0,0 0,0 0,1 0,-1-1,1 1,1 0,5 3,1-1,0 0,0-1,0 0,1-1,-1 0,1 0,-1-1,1 0,0-1,-1-1,1 1,0-2,-1 1,1-1,-1-1,0 0,0-1,0 0,0 0,6-4,27-41,-38 74,-5-20,1-1,-1 0,0 0,1 0,0 1,0-1,0 0,1 0,-1 0,1-1,0 1,0 0,0-1,1 1,-1-1,1 1,0-1,0 0,0 0,0-1,0 1,1-1,-1 1,1-1,0 0,-1 0,1-1,0 1,0-1,0 0,1 0,-1 0,0-1,0 1,0-1,0 0,1 0,-1 0,0-1,0 0,0 0,0 0,3-1,-2-1,1 0,0-1,-1 1,0-1,0-1,0 1,0-1,-1 0,0 0,0 0,0 0,0-1,-1 0,0 0,0 0,-1 0,0 0,0 0,0 0,0-1,11-134,-14 122,0 0,0-1,-2 1,-1 0,-5-17,22 48,0-1,1 0,0 0,0-2,1 1,9 3,185 67,-206-77,1-1,-1 1,1 0,-1 0,0 0,0 1,0-1,-1 1,1 0,-1 0,0 0,0 0,0 0,-1 0,1 0,-1 0,0 1,0-1,-1 1,1-1,-1 1,0-1,0 0,-1 1,1-1,-1 1,0-1,0 2,2 56,0-58,0-1,0 1,0-1,0 1,0-1,1 0,0 0,-1 0,1 0,0 0,0 0,1 0,-1 0,1-1,-1 1,1-1,0 0,0 0,0 0,0 0,0-1,0 1,1-1,-1 1,1-1,-1 0,0-1,1 1,0-1,-1 1,1-1,-1 0,1 0,-1-1,1 1,-1-1,1 1,-1-1,1 0,-1-1,0 1,2-1,9-7,-2-1,1 0,-1 0,-1-2,0 1,0-1,-2-1,1 0,-1 0,-1-1,-1 0,0 0,0-1,-2 0,0 0,0 0,-1-1,1-14,-4 17,-5 19,-7 21,6-12,1 1,1 0,0 0,1 0,0 0,2 0,0 0,1 8,0-18,-1-1,1 1,0-1,0 1,1-1,0 1,-1-1,2 0,-1 0,1 0,0 0,0 0,0-1,0 1,1-1,0 0,0 0,0 0,1-1,-1 0,1 1,-1-1,1-1,0 1,4 1,22 4</inkml:trace>
  <inkml:trace contextRef="#ctx0" brushRef="#br0" timeOffset="45003.52">30196 3558,'0'16,"14"14,18 11,3-1</inkml:trace>
  <inkml:trace contextRef="#ctx0" brushRef="#br0" timeOffset="45884.986">30651 3905,'-4'-4,"-1"0,1 1,-1-1,0 1,0 0,0 0,0 0,0 1,-1 0,1 0,-1 0,0 1,0-1,1 2,-1-1,0 0,0 1,0 0,0 1,1-1,-1 1,0 0,0 1,1-1,-1 1,1 0,-1 0,1 1,0 0,-5 3,5-1,1 1,-1 0,1 0,0 0,0 0,0 1,1 0,0-1,1 1,-1 1,1-1,1 0,-1 0,1 1,0 4,1-8,0 0,0 0,0 0,0 0,1 0,-1-1,1 1,0 0,0 0,0 0,1-1,0 1,-1-1,1 1,0-1,1 0,-1 0,0 0,1 0,0 0,0 0,0-1,0 1,0-1,0 0,1 0,-1 0,1 0,-1-1,2 1,4-1,0 0,1-1,-1 0,0-1,1 0,-1 0,0-1,0 0,0-1,0 0,-1 0,1-1,-1 0,1 0,-1-1,-1 0,1 0,-1-1,0 0,0-1,-1 1,1-1,-2-1,2 0,30-57,-47 90,6-11,0 1,1 0,1 0,0 1,1-1,1 0,0 1,1-1,1 0,3 15,-5-28,1 1,0-1,0 0,0 0,0 0,0 1,1-1,-1 0,0 0,1-1,0 1,-1 0,1 0,0-1,0 1,0-1,0 1,0-1,0 0,0 0,0 0,1 0,-1 0,0-1,1 1,-1-1,1 0,-1 1,0-1,1 0,-1 0,1 0,-1-1,0 1,1-1,-1 1,1-1,-1 0,0 0,2-1,5-2,0 0,0-1,-1 0,0-1,0 1,0-2,-1 1,0-1,5-6,6-13,-2-2,0 0,-2-1,-1-1,-1 0,-1-1,-2 0,-2 0,2-17,23-91,-6 0,-5-22,-20 114,-1 48,0-1,0 1,-1-1,1 0,0 1,0-1,-1 1,1-1,0 0,-1 1,1-1,-1 0,1 1,0-1,-1 0,1 0,-1 1,1-1,-1 0,1 0,-1 0,1 1,-1-1,1 0,-1 0,1 0,-1 0,1 0,-1 0,1 0,-1 0,1-1,-1 1,1 0,-1 0,1 0,0 0,-1-1,1 1,-1 0,1 0,-1-1,1 1,0 0,-1-1,1 1,0 0,-1-1,1 1,0-1,-1 1,1-1,0 1,0 0,0-1,-1 0,-7 20,0-1,1 2,1-1,0 1,2-1,0 1,0 18,3-32,-5 32,3 0,0 1,3-1,1 1,2-1,2 1,1-1,2-1,12 36,-19-71,-1 1,0 0,1-1,-1 1,1 0,0 0,0 0,0 0,0-1,0 1,1-1,-1 1,1-1,-1 1,1-1,0 0,0 0,0 0,1 0,-1 0,0 0,1 0,-1-1,1 1,-1-1,1 0,0 0,0 0,-1 0,1 0,0-1,3 1,35-18,-36 13,0 1,0 0,0 1,1 0,-1-1,1 2,0-1,-1 1,1-1,0 2,0-1,0 1,0 0,-1 0,1 0,0 1,0 0,0 0,0 0,3 3,-4-2,-1 1,0 0,0 0,0 0,0 1,-1-1,1 1,-1 0,0 0,0 0,0 1,-1-1,0 1,0-1,0 1,0 0,0 0,-1 0,0 0,0 2,-1 104,-2-102,0 0,-1 0,1-1,-2 1,1-1,-1 1,0-1,-1-1,0 2,3-7,0 1,0-1,1 1,-2-1,1 0,0 0,0 0,-1 0,1 0,-1 0,1-1,-1 1,0-1,0 0,1 0,-1 0,0 0,0 0,0-1,0 1,0-1,0 0,-1 0,1 0,0 0,0 0,0-1,-1 0,-1-2,0 0,1 0,0-1,0 0,0 0,0 0,1 0,-1-1,1 1,0-1,0 0,1 0,0 0,-1 0,2 0,-1 0,1-1,-1 1,1-1,1 1,-1-1,1 1,0-1,0 1,1-1,0 1,0-1,0 0,2-6,1 0,0 0,1 1,0 0,1 0,0 0,1 1,0-1,0 2,1-1,1 1,-1 0,1 1,1 0,0 0,0 1,0 0,1 1,0 0,0 1,0 0,1 1,0 0,1 1,-11 2,-1 0,1 0,0 0,-1 1,1-1,0 1,0-1,0 1,-1 0,1 0,0 0,0-1,0 2,0-1,0 0,-1 0,1 1,0-1,0 1,-1-1,1 1,0 0,0 0,-1-1,1 1,-1 1,1-1,-1 0,1 0,-1 0,0 1,0-1,0 1,0-1,1 2,4 87,1 19,6-96,-4-13</inkml:trace>
  <inkml:trace contextRef="#ctx0" brushRef="#br0" timeOffset="46135.847">31466 3598,'-4'-4,"4"0,11 3,11 5,11 3,1 1</inkml:trace>
  <inkml:trace contextRef="#ctx0" brushRef="#br0" timeOffset="46656.501">31774 3598,'34'-90,"-3"-3,-5 0,11-75,-32 144,13-79,-18 102,0 0,1 0,-1 0,0 0,0 0,0 0,0 0,0-1,0 1,-1 0,1 0,0 0,0 0,-1 0,1 0,-1 0,1 0,-1 0,1 0,-1 0,1 0,-1 0,0 1,0-1,1 0,-1 0,0 1,0-1,0 0,0 1,0-1,0 1,0-1,-1 1,-36 15,16 4,1 2,1 1,0 0,2 1,1 1,0 1,2 1,1 0,-10 26,6-11,1 2,2 0,2 0,2 1,-6 45,14-62,0-1,2 1,1 0,1 0,1-1,2 1,1-1,0 1,2-1,8 19,-10-33,1 0,-1-1,2 0,0-1,0 1,0-1,2-1,-1 1,1-2,5 5,-9-9,0 0,0-1,0 0,0 0,1 0,-1-1,1 1,0-1,-1-1,1 1,0-1,0 0,0 0,0-1,0 1,0-2,0 1,0 0,0-1,0 0,0-1,4-1,1-2,-1 0,1-1,-1 0,0-1,-1 0,1 0,-1-1,-1 0,0-1,1-1,-4 5,-5 4,0 1,1 0,-1 0,0-1,0 1,0 0,0 0,0-1,1 1,-1 0,0 0,0-1,0 1,1 0,-1 0,0 0,0 0,0-1,1 1,-1 0,0 0,0 0,1 0,-1 0,0 0,1 0,-1 0,0 0,0 0,1 0,-1 0,0 0,1 0,-1 0,0 0,0 0,1 0,-1 0,0 0,1 0,-1 0,0 0,0 1,0-1,1 0,-1 0,0 0,0 0,1 1,-1-1,0 0,0 0,0 1,0-1,1 0,-1 0,0 1,0-1,0 0,0 0,0 1,0-1,0 0,0 1,2 24,-2-13,2-7,0-1,0 1,1 0,0 0,-1-1,2 0,-1 1,0-1,1 0,0-1,0 1,0-1,0 1,0-1,1-1,-1 1,1 0,0-1,0 0,0 0,0-1,0 1,0-1,0 0,1-1,-1 1,0-1,1 0,-1 0,0-1,1 0,-1 1,0-2,0 1,0-1,0 0,0 0,0 0,0 0,-1-1,1 0,-1 0,0 0,0-1,0 1,0-1,0 0,1-7,-1 0,0 0,-1 0,0 0,-1-1,0 1,0-1,-1 1,-1-1,0 0,-1 1,0-1,-1 0,0 1,0 0,-2-3,3 10,0 0,0-1,-1 1,1 0,-1 0,0-1,0 1,-1 1,1-1,-1 0,1 1,-1-1,-1 1,1 0,0 0,-1 0,1 0,-1 1,0-1,0 1,0 0,0 0,0 0,-1 1,1 0,0 0,-1 0,1 0,-1 0,1 1,-1 0,1 0,-1 0,0 1,1-1,0 1,-1 0,-3 2,-2 1,0 1,0 0,0 0,0 1,1 1,0-1,0 2,1-1,0 1,0 0,1 1,0 0,0 0,1 0,1 1,-1 0,-1 7,3-10,1 0,0 1,0-1,1 1,0 0,0 0,1 0,0 0,1 0,-1 0,2 0,-1 0,1 0,0 0,1 0,0 0,0 0,0 0,1-1,1 1,-1-1,1 0,0 0,4 5,28 21,2-7</inkml:trace>
  <inkml:trace contextRef="#ctx0" brushRef="#br0" timeOffset="46900.849">32362 3411,'-16'-2,"-14"-1,-9 5,-3 6,4 9,9 8,8 9,16 6,12 5,6-5</inkml:trace>
  <inkml:trace contextRef="#ctx0" brushRef="#br0" timeOffset="47073.387">32282 4079,'2'16,"6"8,7 1,11 0,13-5,10-6,-3-5</inkml:trace>
  <inkml:trace contextRef="#ctx0" brushRef="#br0" timeOffset="51171.32">5385 6914,'18'20,"15"19,13 15,11 11,4 8,1 0,-6-3,-9-6,-11-13,-12-12,-12-17,-8-12</inkml:trace>
  <inkml:trace contextRef="#ctx0" brushRef="#br0" timeOffset="51427.659">5745 6967,'-16'25,"-14"20,-9 18,-7 14,-5 7,2 4,7-2,11-7,10-16</inkml:trace>
  <inkml:trace contextRef="#ctx0" brushRef="#br0" timeOffset="51636.12">6132 7555,'0'-18,"0"-15,0-9,0-2,0 5,0 10,0 18,3 22,0 20,0 19,-1 12,2 7,3 1,1-3,3-5,-1-14</inkml:trace>
  <inkml:trace contextRef="#ctx0" brushRef="#br0" timeOffset="74506.541">18539 10002,'13'0,"21"0,25 0,21 0,17 0,5 0,-14 0</inkml:trace>
  <inkml:trace contextRef="#ctx0" brushRef="#br0" timeOffset="74000.897">18618 10189,'7'18,"5"15,-1 14,-1 10,-2 8,-6 6,-2 1,-2 0,0-1,0-5,1-15</inkml:trace>
  <inkml:trace contextRef="#ctx0" brushRef="#br0" timeOffset="74255.209">18539 10858,'16'0,"18"0,16 0,12-3,10 0,1-2,-2 0,-9-2,-10-2,-15-1,-12 0</inkml:trace>
  <inkml:trace contextRef="#ctx0" brushRef="#br0" timeOffset="74892.052">19114 10496,'1'2,"0"-1,0 0,0 0,0 1,1-1,-1 0,0 0,1 0,-1 0,1 0,-1-1,1 1,0 0,-1-1,1 1,0-1,-1 1,1-1,0 0,0 0,-1 0,1 0,0 0,-1 0,2 0,207-23,-208 22,0 0,1 1,-1-1,0 1,1 0,-1 0,0 0,1 0,-1 0,0 0,0 1,1-1,-1 1,0-1,0 1,1 0,-1 0,0 0,0 0,0 0,0 1,0-1,-1 0,1 1,0 0,-1-1,1 1,-1 0,1 0,-1 0,0 0,0 0,0 0,0 0,0 0,0 0,-1 1,1-1,-1 0,1 2,-4 7,0 0,0-1,-1 0,0 0,-1 0,0 0,-1-1,0 0,0 0,-6 6,-1 3,-55 86,67-104,0 1,0 0,0-1,0 1,1 0,-1 0,0 0,1-1,-1 1,1 0,-1 0,1 0,-1 0,1 0,-1 0,1 0,0 0,0 0,-1 0,1 0,0 1,0-1,0 0,0 0,1 0,-1 0,0 0,0 0,0 0,1 0,-1 0,1 0,-1 0,1 0,-1 0,1 0,-1 0,1 0,0-1,0 1,-1 0,1 0,0-1,0 1,0-1,0 1,0 0,0-1,0 0,0 1,0-1,0 0,124-23,-106 17,1 2,0 0,-1 1,1 1,0 1,1 0,-1 2,0 0,0 2,0 0,-1 1,15 5,-31-8,0 1,1-1,-1 1,0 0,0 0,0 1,0-1,-1 1,1-1,-1 1,1 0,-1 0,0 0,0 0,0 0,0 0,-1 1,0-1,1 1,-1-1,0 1,-1-1,1 1,0 0,-1-1,0 1,0 0,0 0,-1-1,1 1,-1 0,0-1,0 1,0-1,0 1,0-1,-2 3,-10 13,0 0,0 0,-2-2,0 0,-1 0,-1-2,-1 0,0-1,0 0,-2-2,1 0,-2-1,-10 3,-89 26,72-35</inkml:trace>
  <inkml:trace contextRef="#ctx0" brushRef="#br0" timeOffset="72756.474">18512 8798,'-2'19,"-1"16,-5 15,0 11,-2 8,2 3,1 1,2-1,3-4,0-6,2-14</inkml:trace>
  <inkml:trace contextRef="#ctx0" brushRef="#br0" timeOffset="73005.045">18378 9521,'0'-2,"7"-2,13-1,15 0,13-2,12-2,7-1,1 1,-4 1,-10 3,-15 0,-14 0</inkml:trace>
  <inkml:trace contextRef="#ctx0" brushRef="#br0" timeOffset="73252.383">18352 8719,'-14'-3,"-6"-2,6-3,15-3,24-1,25-3,25-2,19 0,13 3,2 8,-18 6</inkml:trace>
  <inkml:trace contextRef="#ctx0" brushRef="#br0" timeOffset="73604.439">18914 9253,'25'-11,"1"2,1 0,0 2,0 0,1 2,-1 2,23-1,-45 3,0-1,0 2,0-1,0 1,1 0,-1 0,0 0,0 0,0 1,0 0,0 0,0 1,0-1,0 1,-1 0,1 0,-1 1,1 0,-1-1,0 1,0 1,0-1,0 0,-1 1,1 0,-1 0,0 0,0 0,0 1,-1-1,1 1,-1-1,0 4,-3 5,-1 1,0-1,-2 1,1-1,-2 0,1 0,-2-1,0 0,0 0,-1 0,-1 0,0-1,0 0,-1-1,-7 6,11-10,-106 131,110-136,-1 0,1 0,0 0,0 0,0 0,0 0,0 0,0 0,0 0,0 0,1 1,-1-1,0 0,1 0,-1 1,1-1,-1 1,1-1,0 0,-1 1,1-1,0 1,0-1,0 1,0-1,0 1,1-1,-1 0,0 1,1-1,-1 1,1-1,-1 0,1 1,-1-1,1 0,0 0,0 0,0 1,0-1,0 0,0 0,0 0,0 0,0-1,0 1,1 0,-1 0,0-1,0 1,1 0,-1-1,1 0,-1 1,0-1,1 0,-1 0,124-1,200-40,-217 26</inkml:trace>
  <inkml:trace contextRef="#ctx0" brushRef="#br0" timeOffset="20640.995">7777 1754,'4'29,"1"1,0-1,3 0,0-1,2 0,10 21,-20-46,1-1,-1 1,1 0,0-1,0 1,0-1,0 1,1-1,-1 1,1-1,-1 0,1 0,0 0,0 0,0 0,0 0,0 0,0-1,1 1,-1-1,0 1,1-1,-1 0,1 0,0 0,-1 0,1-1,0 1,-1-1,1 1,0-1,0 0,-1 0,1 0,0-1,0 1,-1-1,1 1,0-1,-1 0,1 0,-1 0,2-1,6-9,0 0,-1-1,0-1,-1 0,0 0,-1 0,0-1,-2 0,1 0,-2-1,0 1,0-1,-1-5,20-152,-21 218,2 0,2 0,2 0,2-1,7 21,7 11</inkml:trace>
  <inkml:trace contextRef="#ctx0" brushRef="#br0" timeOffset="21766.086">14609 2168,'-1'5,"0"1,1-1,0 0,0 1,1-1,-1 0,1 0,0 1,1-1,-1 0,1 0,0 0,0 0,1-1,-1 1,1 0,0-1,0 0,1 0,-1 0,1 0,0 0,0-1,0 0,0 0,1 0,0 0,-1-1,1 1,0-1,0 0,0-1,0 1,0-1,1 0,-1 0,0-1,2 0,20 0,-1-2,1-1,0-1,-1-2,1 0,-2-2,1-1,-1 0,0-2,-1-1,-1-1,0-1,0-2,0-1,-10 10,0-1,-1-1,0 0,-1-1,0 0,0 0,-1-1,-1-1,0 0,0 0,-1-1,-1 0,0 0,-1 0,0-1,0-2,-6 13,1 0,-1 0,0 0,0-1,0 1,0 0,0 0,-1 0,0 0,1 0,-1 0,0 0,0 0,-1 0,1 0,-1 0,1 0,-1 1,0-1,0 1,0-1,0 1,0 0,-1 0,1 0,-1 0,1 0,-1 0,0 1,0 0,0-1,0 1,0 0,0 0,0 0,0 1,0-1,0 1,0 0,-1 0,1 0,0 0,0 0,0 1,-3 0,-2 1,0 1,0-1,0 1,0 1,1-1,-1 2,1-1,0 1,1 0,-1 0,1 0,0 1,0 0,0 1,1-1,-1 3,-7 9,2 0,0 1,1 0,1 1,-6 19,0 9,3 1,1 1,3-1,1 2,3-1,3 0,1 13,10 99,20 95,-11-108,-8-58,-5 0,-4 1,-4 9,-6-13</inkml:trace>
  <inkml:trace contextRef="#ctx0" brushRef="#br0" timeOffset="22239.862">14675 2675,'50'-19,"0"2,1 2,39-6,-85 20,75-17,1 3,1 4,63 0,-132 11,0 0,0 1,0 0,0 1,0 1,-1 0,9 3,-18-5,0 0,1 1,-1-1,0 1,0 0,0 0,0 0,0 0,0 1,-1-1,1 1,-1-1,0 1,0 0,0 0,0 0,0 0,-1 1,1-1,-1 0,0 1,0-1,0 1,0-1,-1 1,1-1,-1 1,0-1,0 1,-26 104,26-107,0 0,0 0,0 0,-1 1,2-1,-1 0,0 0,0 0,0 0,0 1,1-1,-1 0,0 0,1 0,-1 0,1 0,0 0,-1 0,1 0,0 0,-1 0,1 0,0 0,0-1,0 1,0 0,0-1,0 1,0 0,0-1,0 1,0-1,0 1,0-1,0 0,1 0,-1 1,0-1,0 0,1 0,50-4,-41-1,0 0,0-1,0 0,-1 0,0-1,0-1,-1 1,0-2,0 1,0-1,-1-1,-1 1,0-1,0 0,-1-1,0 0,-1 0,0 0,-1-1,0 1,-1-1,0 0,0-6,6 146,-7-121,-1-1,1 0,1 0,-1 0,1-1,0 1,1-1,-1 1,1-1,0 0,0 0,1-1,-1 1,1-1,0 0,1 0,20 12</inkml:trace>
  <inkml:trace contextRef="#ctx0" brushRef="#br0" timeOffset="22646.291">16066 2489,'-1'14,"1"1,1 0,0 0,1 0,1-1,0 1,1-1,0 0,1 0,1 0,0-1,1 1,1-2,0 1,0-1,1 0,1-1,3 4,-10-12,0 1,0-1,0 1,1-1,-1 0,1 0,0-1,-1 1,1-1,0 0,1 0,-1 0,0 0,1-1,-1 0,0 0,1 0,0 0,-1-1,1 1,-1-1,1-1,0 1,-1 0,1-1,-1 0,1 0,-1-1,0 1,1-1,-1 0,3-1,3-8,0 0,0-1,-1 1,-1-2,0 1,0-1,-1-1,-1 1,0-1,-1 0,2-10,-3 12,30-93,-27 100,-8 27,-1-12,1 0,0-1,0 1,1 0,0 0,0 0,1 0,1-1,0 1,0 0,1-1,0 1,0-1,1 0,0 0,1-1,0 1,0-1,1 0,6 6,29 12,1-7</inkml:trace>
  <inkml:trace contextRef="#ctx0" brushRef="#br0" timeOffset="23236.711">17081 2529,'-11'-1,"-1"0,0 1,0 0,1 1,-1 0,0 1,1 0,-1 1,1 1,0-1,0 2,0-1,0 2,1-1,0 2,0-1,1 1,-1 1,2-1,-1 2,-6 7,13-13,0 1,1-1,-1 1,1-1,0 1,-1 0,2-1,-1 1,0 0,1 0,0-1,0 1,0 0,0 0,0 0,1 0,0-1,0 1,0 0,0-1,1 1,-1-1,1 1,0-1,0 0,0 1,0-1,1 0,-1 0,1-1,0 1,-1-1,1 1,1-1,-1 0,0 0,9 6,0-1,0 0,1-1,0 0,0-1,0-1,1 0,-1-1,7 1,-2-1,-1-1,1-1,-1-1,0 0,1-1,-1-1,1 0,-1-1,0-1,0-1,-1-1,0 0,1-1,-2-1,1 0,-1-1,-1 0,0-2,0 0,-1 0,0-1,-1-1,0 0,4-6,-2-11,-2 0,0 0,-2-1,-1 0,-2-1,-1 0,-1 0,-2-1,-1 1,-2-1,-1 1,-1-1,-3-9,-2-38,-3 0,-4 0,-3 1,-13-28,26 91,-1-1,-1 1,-1 1,-1-1,0 1,-4-5,12 19,-1 0,1 0,-1 0,1 0,-1 0,0 0,0 0,1 1,-1-1,0 0,0 0,0 0,0 1,0-1,0 1,0-1,0 1,0-1,0 1,0-1,0 1,-1 0,1 0,0-1,0 1,0 0,0 0,-1 0,1 0,0 1,0-1,0 0,0 0,-1 1,1-1,0 1,0-1,0 1,0-1,-26 42,18-7,1 0,1 1,2 0,2 0,1 0,2 0,1 0,4 16,0 3,2-1,3 0,2-1,2 0,3-1,3 3,-8-25,2-1,1 0,0-1,3-1,0-1,1 0,2-1,0-2,2 0,24 19,-41-36,0 0,1 0,0-1,0 0,0 0,0-1,1 1,-1-2,1 1,0-1,0 0,1-1,-1 0,0 0,1-1,-1 0,1-1,-1 0,1 0,0 0,-1-1,1-1,-1 0,0 0,0 0,2-1,4-8,0 0,-1 0,0-2,-1 1,0-1,-1-1,-1 0,0-1,-1 0,4-10,48-66,-61 91,0-1,0 1,0 0,0 0,0-1,1 1,-1 0,0-1,0 1,0 0,0-1,1 1,-1 0,0 0,0 0,1-1,-1 1,0 0,0 0,1 0,-1-1,0 1,0 0,1 0,-1 0,0 0,1 0,-1 0,0-1,1 1,-1 0,0 0,1 0,-1 0,0 0,1 0,-1 1,0-1,1 0,-1 0,0 0,1 0,-1 0,0 0,0 0,1 1,-1-1,0 0,0 0,1 0,-1 1,0-1,0 0,1 0,-1 1,0-1,0 0,0 1,0-1,1 0,-1 1,0-1,0 0,0 0,0 1,3 24,-3-24,1 23,-1 1,1-1,1 0,1 0,2 0,1 5,-5-24,1 0,-1 0,1 0,0 0,1 0,-1-1,1 1,0-1,0 0,0 0,1 0,-1 0,1 0,0-1,0 1,0-1,1 0,-1 0,1-1,0 0,-1 1,1-1,0-1,0 1,0-1,4 1,30-2,-3-5</inkml:trace>
  <inkml:trace contextRef="#ctx0" brushRef="#br0" timeOffset="23487.045">18111 2328,'-18'-7,"-11"-6,-7-4,-6-1,-6-2,6 2</inkml:trace>
  <inkml:trace contextRef="#ctx0" brushRef="#br0" timeOffset="23739.395">17175 2061,'16'-2,"23"-1,28 0,32 1,32 0,26 1,17 3,6 7,-27 3</inkml:trace>
  <inkml:trace contextRef="#ctx0" brushRef="#br0" timeOffset="23986.734">18886 2622,'-7'-14,"0"1,-1 1,-1-1,0 1,0 1,-1-1,-1 2,-9-8,15 14,0 0,0 0,-1 1,1-1,-1 1,0 1,0-1,0 1,0 0,-1 0,1 1,-1 0,1 0,-1 1,1-1,-1 1,1 1,-1-1,1 1,0 0,-2 1,1 0,-1 1,1-1,1 1,-1 1,0-1,1 1,0 0,0 0,0 1,0 0,1 0,0 0,0 1,0 0,0 0,1 0,0 0,1 1,-1-1,1 1,1 0,-1 0,1 0,-1 8,4-11,0 1,0-1,1 1,0-1,0 0,0 1,0-1,1 0,-1-1,1 1,0 0,0-1,1 0,-1 1,1-1,0-1,-1 1,1 0,0-1,1 0,-1 0,0 0,0 0,1-1,-1 0,1 0,0 0,-1 0,1-1,0 0,4 0,6 2,0-1,0 0,0-2,0 1,0-2,1 0,-2-1,1 0,0-1,-1-1,1 0,-1-1,-1-1,1 0,-1-1,0 0,-1-1,0 0,0-1,-1 0,2-5,15-54,-28 67,1 0,-1 0,0 0,0 1,0-1,0 0,0 0,0 0,-1 0,1 0,0 0,-1 0,0 1,1-1,-1 0,0 0,0 1,0-1,0 1,0-1,0 1,-1-1,1 1,0-1,-1 1,1 0,-1 0,1 0,-1 0,0 0,1 0,-1 0,0 1,0-1,0 1,0-1,0 1,0-1,0 1,-1 0,1 0,0 0,-1 0,1 1,0-1,-1 1,1-1,0 1,-1 0,1 0,0 0,0 0,0 0,0 0,0 0,0 1,0-1,0 1,1 0,-1-1,1 1,-1 0,1 0,-1 0,1 0,0 0,0 0,0 0,0 1,1-1,-1 2,-1 2,0-1,1 1,0-1,0 1,0 0,1 0,0-1,0 1,1 0,-1-1,1 1,0 0,2 4,1-2,0 0,1-1,-1 1,1-1,1 0,-1-1,1 1,0-1,1-1,0 1,-1-1,2 0,-1 0,0-1,1 0,5 2,134 37,-46-25</inkml:trace>
  <inkml:trace contextRef="#ctx0" brushRef="#br0" timeOffset="19518.994">12737 1700,'0'-4,"0"7,2 12,1 15,2 14,3 8,2 1,4-5,1-11,6-11,3-12,3-14,1-13,-5-4</inkml:trace>
  <inkml:trace contextRef="#ctx0" brushRef="#br0" timeOffset="19773.313">12978 1780,'2'-20,"1"-14,0-6,-3 2,-2 12,1 17,-1 24,0 23,1 18,5 16,9 8,6 0,5-3,-2-16</inkml:trace>
  <inkml:trace contextRef="#ctx0" brushRef="#br0" timeOffset="17268.507">8085 2984,'3'10,"5"-25,-7 13,68-189,53-93,-91 237,-30 47,1 1,0-1,-1 0,1 0,-1 1,1-1,0 1,-1-1,1 1,-1 0,1 0,-1 0,0 0,1 0,-1 0,0 0,0 0,0 0,0 0,0 1,0-1,0 0,0 1,0-1,0 1,-1-1,1 1,-1-1,1 1,-1 0,1 1,1 2,148 260,-139-248,-5-10,-2 0,1 0,-1 0,0 1,0-1,-1 1,0 0,0 0,0 4,-4-10,1 0,-1 1,0-1,0 0,0 0,0 0,0 0,0 0,0 0,-1-1,1 1,-1 0,1-1,-1 1,0-1,0 1,1-1,-1 0,0 0,0 0,0 0,0 0,-1 0,1 0,0-1,0 1,0-1,-1 0,1 1,0-1,0 0,-1 0,1-1,0 1,0 0,-1-1,1 1,0-1,-1 0,-5 1,-1-1,0 0,1 0,-1-1,1 0,0 0,-1-1,1 0,0 0,1-1,-1 0,1 0,-1-1,1 0,1-1,-1 1,1-1,-1-1,6 5,1 1,-1-1,0 0,1 1,-1-1,1 0,-1 1,1-1,0 0,0 0,-1 0,1 1,1-1,-1 0,0 0,0 1,1-1,-1 0,1 0,-1 1,1-1,0 0,0 1,0-1,0 1,0-1,0 1,0 0,0-1,0 1,1 0,0-1,51-35,-53 37,135-65,-92 46,-1-1,0-3,34-24,-59 35,-17 12,1 0,-1 1,1-1,-1 0,1 0,-1 0,1 1,-1-1,1 0,-1 0,1 1,-1-1,0 0,1 1,-1-1,1 1,-1-1,0 1,1-1,-1 0,0 1,0-1,1 1,-1-1,0 1,0-1,0 1,0 0,0-1,1 1,-1-1,0 1,0-1,0 1,-1-1,1 1,0-1,0 1,0-1,0 1,0 0,-1-1,1 0,0 1,-1 0,1 2,3 265,69 399,-70-643,0 1,-2-1,-1 0,-1 0,-2 0,0 0,-3 7,-10 1,17-31,-1-1,1 0,-1 1,1-1,-1 1,0-1,1 0,-1 1,1-1,-1 0,0 0,1 0,-1 0,0 1,0-1,1 0,-1 0,0 0,1 0,-1 0,0 0,1-1,-1 1,0 0,1 0,-1 0,0-1,1 1,-1 0,0-1,1 1,-1-1,1 1,-1 0,1-1,-1 1,1-1,-1 1,1-1,0 0,-1 1,1-1,0 1,-1-1,1 0,0 1,-1-2,-5-10,1-1,0 0,0 0,1 0,1 0,0-1,1 0,1 1,0-4,-3-12,-21-213,6-201,17 370,3 0,3 0,4 0,5-13,-13 82,0-1,1 1,0-1,0 1,0 0,0-1,0 1,1 0,0 0,0 0,0 0,1 0,-1 0,1 1,0-1,0 1,0 0,0 0,0 0,1 0,0 0,-1 1,1 0,0 0,0 0,0 0,1 0,-1 1,0 0,2-1,8 4,0 0,0 1,-1 0,1 1,-1 1,0 0,0 0,0 2,-1-1,0 2,8 5,-13-9,1 0,-1 1,1 0,-1 0,-1 0,1 1,-1 0,0 0,0 1,-1-1,0 1,0 1,0-1,-1 1,0-1,-1 1,0 0,1 3,-6-6,0 1,-1 0,1 0,-1-1,0 1,-1-1,1 0,-1 0,0 0,0-1,-1 1,0-1,1 0,-1 0,0-1,-1 1,1-1,-1 0,1-1,-1 1,0-1,0 0,0-1,0 1,-2-1,-9 5,-1-1,0-1,-1-1,1-1,-1 0,-12-1,31-1,-1 1,1-1,-1 0,0 0,1 1,-1-1,1 0,-1 0,1 0,-1 0,0 0,1 1,-1-1,1-1,-1 1,0 0,1 0,-1 0,0 0,1 0,-1 0,1-1,-1 1,1 0,-1 0,1-1,-1 1,1 0,-1-1,1 1,-1-1,1 1,-1-1,1 1,0-1,-1 1,1-1,0 1,-1-1,1 1,0-1,0 1,0-1,0 0,-1 1,1-1,0 1,0-1,0 0,0 1,0-1,0 1,0-1,12-11</inkml:trace>
  <inkml:trace contextRef="#ctx0" brushRef="#br0" timeOffset="17951.741">9501 2529,'-40'-16,"17"6,-1 1,1 1,-1 2,-1 0,-7 0,28 6,0 0,0 0,1 0,-1 0,0 1,0-1,1 1,-1 0,1 0,-1 0,1 1,-1-1,1 1,0 0,-1 0,1 0,0 0,1 1,-1-1,0 1,1 0,-1 0,1 0,0 0,0 0,0 0,0 0,1 1,-1-1,1 1,0-1,0 1,0 2,-2 3,1-1,1 1,0 0,0 0,1 0,0 1,0-1,1 0,0 0,1 0,0-1,0 1,3 5,-4-11,0 0,0 0,0 0,1 0,-1-1,1 1,0 0,-1-1,1 1,0-1,1 0,-1 0,0 0,1 0,-1 0,1 0,-1-1,1 1,0-1,0 1,0-1,-1 0,1 0,0-1,1 1,-1-1,0 1,0-1,0 0,0 0,0 0,1-1,9-5,0 0,-1-1,1-1,-2 0,1 0,-1-1,-1-1,1 0,-2 0,1-1,-2 0,1-1,-1 0,-1 0,0-1,2-6,-8 16,-1 2,0 1,0-1,0 0,0 0,0 0,0 1,0-1,1 0,-1 0,0 0,0 1,1-1,-1 0,0 1,1-1,-1 0,1 1,-1-1,1 0,-1 1,1-1,-1 1,1-1,0 1,-1-1,1 1,0-1,0 1,-1 0,1-1,0 1,0 0,-1 0,1-1,0 1,0 0,0 0,-1 0,1 0,0 0,0 0,0 0,-1 1,1-1,0 0,0 0,0 1,20 121,-19-114,0 0,1 0,1-1,-1 1,1-1,0 0,1 0,0-1,0 1,0 0,-3-5,0 0,0 0,1 0,-1 0,0-1,1 1,-1-1,1 1,-1-1,1 0,0 0,-1 0,1 0,0 0,0-1,0 1,0-1,0 0,0 1,-1-2,1 1,0 0,0 0,0-1,0 0,0 0,-1 1,1-2,1 1,5-6,-1 1,0-1,0-1,-1 0,0 0,0 0,-1-1,0 0,-1 0,0 0,0-1,-1 0,0 0,-1 0,0 0,0-1,-1 0,-2 10,49-209,-50 209,1 0,0 0,0 0,0 0,0 0,0 0,0 0,0 0,1 0,-1 0,0 0,1 0,-1 0,0 0,1 0,-1 0,1 0,-1 0,1 0,0 1,-1-1,1 0,0 0,0 1,-1-1,1 0,0 1,0-1,0 1,0-1,0 1,0-1,0 1,0 0,0-1,0 1,0 0,0 0,0 0,0 0,0 0,0 0,0 0,0 0,0 0,0 1,1-1,-1 0,0 1,-1-1,1 0,0 1,0 0,0-1,0 1,0-1,0 1,143 47,-55-23,-85-25,-1 1,1 0,0 0,0 1,-1-1,1 1,-1 0,1 0,-1 0,0 0,1 0,-1 1,0-1,-1 1,1 0,0 0,-1 0,0 0,0 1,0-1,0 1,0-1,0 1,-1-1,0 1,0 0,0 0,0 0,-1 0,1 2,-3 7,-1 0,0-1,-1 1,0-1,-1 0,0 0,-1-1,-2 3,-30 88,38-100,-1-1,1 1,0 0,0 0,0 0,1 0,-1 0,0 0,1-1,-1 1,1 0,-1 0,1 0,0-1,0 1,0 0,0-1,0 1,0-1,1 1,-1-1,0 0,1 1,-1-1,1 0,-1 0,1 0,-1 0,1 0,0 0,0-1,1 1,64 8,-24-12,1-2,-1-2,0-2,6-3,27-7</inkml:trace>
  <inkml:trace contextRef="#ctx0" brushRef="#br0" timeOffset="19258.088">10785 2475,'-8'-3,"1"0,-1 1,0-1,0 1,0 1,0 0,0 0,-1 0,1 1,0 0,0 1,0 0,0 0,0 1,0 0,0 0,0 1,0 0,1 0,-1 1,1 0,0 0,0 0,1 1,-1 0,1 1,0 0,1-1,-1 2,1-1,0 1,4-5,-1-1,1 1,0 0,0-1,0 1,0 0,0 0,1-1,-1 1,0 0,1 0,-1 0,1 0,0 0,0 0,0 0,0 0,0 0,0 0,0 0,1 0,-1 0,1 0,-1 0,1 0,0 0,0-1,0 1,0 0,0 0,0-1,0 1,0-1,1 1,-1-1,1 1,-1-1,1 0,0 0,-1 0,1 0,0 0,0 0,1 0,9 1,-1 0,1-1,0-1,0 0,0-1,-1 0,1 0,0-2,-1 1,1-1,-1-1,0 0,0-1,-1 0,1 0,-1-1,0-1,0 0,-1 0,0 0,0-2,-1 1,0-1,0-1,-8 11,0 0,0-1,0 1,0-1,0 1,0 0,0-1,0 1,0 0,0-1,0 1,0-1,1 1,-1 0,0-1,1 1,-1-1,0 1,1-1,-1 1,0-1,1 1,-1-1,1 0,-1 1,1-1,-1 1,1-1,-1 0,1 1,0-1,-1 0,1 0,-1 0,1 1,0-1,-1 0,1 0,-1 0,1 0,0 0,-1 0,1 0,0 0,-1 0,1-1,-1 1,1 0,0 0,-1 0,1-1,-1 1,1 0,-1-1,1 1,-1 0,1-1,-1 1,1-1,-1 1,1-1,-1 1,0-1,1 1,42 235,112 198,-149-415,0 1,-1-1,-1 1,-1 0,-1 0,-1 0,0 6,-1-19,-1 0,1 0,-1 0,0 0,-1 0,0 0,0 0,0-1,0 1,-1 0,0-1,0 0,0 0,-1 0,0 0,0 0,0-1,0 0,-1 0,0 0,0 0,0-1,0 0,-3 2,0-2,-1 1,1-2,0 1,-1-1,1 0,-1-1,0 0,0 0,1-1,-1 0,0-1,0 0,1 0,-1-1,1 0,-1 0,1-1,0 0,0-1,0 0,-2-1,-4-3,0-1,0 0,1-1,1-1,-1 0,2 0,-1-1,2-1,0 0,0 0,1-2,3 5,0-1,1 1,0-1,1-1,0 1,1-1,0 1,1-1,0 0,1 0,0 0,1 0,0 0,1 0,1 0,0 0,0 0,1 1,1-1,0 1,0 0,1 0,0 0,1 1,1-1,-1 1,9-8,10-8,2 2,1 0,0 2,2 1,1 1,0 2,1 1,1 2,21-7,63-34,-80 37,-1-1,0-3,26-22,-52 38,-1-1,0 0,-1-1,0 0,0 0,-1 0,0-1,-1-1,0 1,0-1,-1 0,-1 0,0 0,0 0,0-9,-2 17,-2-1,1 1,0-1,-1 1,0-1,0 1,0-1,0 1,0-1,-1 1,1-1,-1 1,0-1,0 1,0 0,-1-1,1 1,-1 0,0 0,0 0,0 0,0 0,0 0,-1 1,1-1,-1 1,0 0,0 0,0 0,0 0,0 0,0 0,0 1,0 0,-1-1,1 1,-1 1,1-1,-1 0,1 1,-1 0,1-1,-1 2,1-1,-4 0,-1 4,-1 1,1-1,0 1,0 1,1-1,-1 1,1 1,1-1,-1 1,1 0,0 1,1 0,0 0,0 0,1 0,0 0,0 1,1 0,0 0,0 0,1 0,0 1,1-1,0 0,1 1,0-1,0 1,1 3,1-5,-1 0,1-1,0 1,1-1,0 1,0-1,1 0,-1 0,2 0,-1-1,1 1,0-1,0 0,1-1,-1 1,1-1,0 0,1 0,-1-1,1 0,0 0,0-1,1 0,-1 0,5 1,4 1,-1-1,1-1,0 0,-1-1,1 0,0-2,0 0,0 0,0-2,0 0,0-1,5-1,-7-1,0 0,-1-1,1-1,-1 0,-1-1,0 0,0-1,0 0,-1-1,0 0,-1 0,0-2,-1 1,0-1,-1 0,0-1,-1 0,-1 0,0-1,0 1,-2-1,0-1,0 1,-1 0,0-12,3-27,-18 145,16 37,-3-123,0-1,1 1,-1 0,1-1,1 0,-1 1,1-1,0 0,0 0,0 0,1-1,0 1,0-1,0 0,0 0,0 0,1-1,0 1,0-1,0 0,0-1,5 2,1-1,-1 0,1-1,-1 0,1 0,0-1,-1-1,1 0,0 0,0-1,-1-1,1 0,0 0,-1-1,0 0,0-1,0 0,0 0,0-1,-1-1,0 1,0-2,0 1,-1-1,0 0,-1-1,1 0,-1 0,-1-1,0 0,0 0,0 0,-2-1,1 1,-1-1,0-1,0-2,0-1,-1 0,-1-1,0 1,-1 0,0-1,-1 1,-2-14,2 28,0 0,0 0,-1 0,1 1,0-1,0 0,0 0,0 0,0 0,-1 0,1 0,0 0,0 0,0 0,-1 0,1 0,0 0,0 0,0 0,-1 0,1 0,0 0,0 0,0 0,-1 0,1 0,0 0,0 0,0 0,0 0,-1 0,1 0,0 0,0-1,0 1,0 0,0 0,-1 0,1 0,0 0,0-1,0 1,0 0,0 0,0 0,0 0,-1-1,1 1,-5 21,1-4,2 1,0 0,1 1,0-1,2 0,0 0,1 0,1 0,1 0,5 15,-8-30,0 0,0 0,0-1,1 1,-1 0,1-1,0 1,0-1,0 1,0-1,0 0,1 0,-1 0,1 0,-1 0,1-1,0 1,-1-1,1 1,0-1,0 0,0 0,0-1,0 1,0 0,0-1,0 0,1 0,-1 0,0 0,0 0,0-1,0 1,0-1,0 0,0 0,0 0,0 0,2-2,11-9,-1 0,0-1,-1-1,0 0,-1-1,-1 0,0-1,-1 0,-1-1,0 0,-1-1,-1 0,-1-1,-1 1,0-2,-1 8,-10 21,2 1,-1 0,2 0,-1 0,1 0,1 0,0 0,0 0,1 1,0-1,1 0,0 1,0-1,1 0,1 0,0 0,0-1,1 1,0-1,1 1,0-1,0-1,1 1,0-1,0 0,1 0,0-1,1 0,4 3,-1-2,1-1,1-1,-1 0,1 0,0-1,0-1,1-1,1 1,42 6</inkml:trace>
  <inkml:trace contextRef="#ctx0" brushRef="#br0" timeOffset="33538.614">8085 4306,'0'26,"0"18,0 15,0 7,0 2,0-1,0-5,0-9,0-14</inkml:trace>
  <inkml:trace contextRef="#ctx0" brushRef="#br0" timeOffset="34002.41">7857 4186,'6'-7,"-1"0,1 0,1 1,-1 0,1 0,0 0,1 1,-1 0,1 0,0 1,0 0,0 0,1 1,-1 0,1 1,0 0,0 0,0 1,11-4,0 1,0 0,1 2,-1 1,1 0,-1 1,1 2,-1 0,1 1,0 1,-10-1,1 0,-1 1,0 0,0 0,0 2,-1-1,1 1,-1 1,-1 0,1 0,-1 1,-1 0,1 0,-2 1,1 0,-1 1,0 0,0 1,3 12,-1 0,-1 1,-1 0,-1 1,-1-1,-1 1,-1 0,-1 1,-2-1,0 0,-2 5,3 56,-2-81,1 0,0 1,0-1,0 1,1-1,0 1,0-1,0 0,0 1,1-1,0 0,0 0,1 0,-1 0,1 0,0-1,0 1,1-1,-1 0,1 0,0 0,0-1,0 1,1-1,-1 0,1 0,0 0,0-1,0 0,0 0,0 0,3 1,4-4,0 1,0-2,0 1,0-2,-1 1,1-2,-1 1,0-2,0 1,0-2,0 1,-1-2,0 1,0-1,-1-1,0 1,0-2,-1 1,0-1,0-1,-1 1,3-6,-4 6,0-1,0 1,-1-1,0-1,-1 1,0-1,-1 1,0-1,-1 0,0 0,0 0,-1-1,-1-2,0 13,1 1,-1-1,0 1,0-1,1 1,-1-1,0 1,0-1,0 1,0-1,1 1,-1-1,0 0,0 1,0-1,0 1,-1-1,1 1,0-1,0 1,0-1,0 1,0-1,-1 1,1-1,0 1,0-1,-1 1,1-1,0 1,-1-1,1 1,-1 0,1-1,0 1,-1 0,1-1,-1 1,1 0,-1 0,1-1,-1 1,1 0,-1 0,1 0,-1 0,1 0,-1 0,1 0,-1 0,0 0,1 0,-1 0,1 0,-1 0,1 0,-1 0,1 0,-1 0,1 1,-1-1,-19 30,18-25,0 0,0 1,1-1,0 0,0 0,0 1,0-1,1 0,0 1,0-1,1 1,-1-1,1 0,0 1,1-1,-1 0,1 0,0 0,0 0,1 0,0-1,-1 1,1-1,1 1,-1-1,1 0,0 0,1 1,8 3,1-1,0 0,0-1,0 0,1-1,0-1,0 0,0-1,0-1,1 0,-1-1,1-1,6-1,82 0,-4-5</inkml:trace>
  <inkml:trace contextRef="#ctx0" brushRef="#br0" timeOffset="34437.379">10411 3999,'6'37,"-1"0,-2 0,-2 0,-1 0,-2 0,-2 0,-1-1,-2 1,-1-1,-2 0,-1-1,-2 0,-12 21,-18 47,43-102,1 0,-1 0,1 0,-1 1,1-1,-1 0,1 0,0 0,0 0,0 0,-1 0,1 0,0 0,0-1,0 1,1 0,-1 0,0-1,0 1,0-1,0 1,1-1,-1 0,0 1,0-1,1 0,-1 0,0 0,0 0,1 0,-1 0,0 0,1 0,-1 0,0-1,0 1,1 0,-1-1,0 1,0-1,1 0,1 1,247-50,-166 30,32-10,-95 23</inkml:trace>
  <inkml:trace contextRef="#ctx0" brushRef="#br0" timeOffset="34692.696">10745 4321,'-16'20,"-7"19,-3 15,4 16,5 10,6 7,6 3,8-2,4-4,2-16</inkml:trace>
  <inkml:trace contextRef="#ctx0" brushRef="#br0" timeOffset="35502.772">12068 4748,'1'-478,"6"425,-6 52,-1 0,0 0,1 0,-1 0,1 0,0 0,-1 0,1 1,0-1,-1 0,1 0,0 1,0-1,0 0,0 1,0-1,-1 1,1-1,0 1,0 0,0-1,0 1,1 0,-1 0,0-1,0 1,0 0,0 0,0 0,0 0,0 1,0-1,0 0,0 0,0 1,0-1,0 0,0 1,0-1,0 1,0-1,0 1,0 0,-1-1,2 2,18 12,0 2,-1 0,0 2,-2 0,0 0,-1 2,-1 0,9 17,20 56,-44-91,1 1,-1-1,1 1,-1-1,0 1,0 0,0-1,0 1,-1-1,1 1,-1-1,1 1,-1-1,0 1,0-1,0 1,0-1,-1 0,1 0,-1 0,1 0,-1 0,0 0,1 0,-1 0,0 0,0-1,0 1,-1-1,1 0,0 1,-1-1,1 0,0 0,-1-1,1 1,-2 0,-3 0,1 1,-1-1,0 0,0-1,0 0,0 0,1 0,-1-1,0 0,0-1,0 1,1-1,-1 0,1-1,0 0,-1 0,4 2,0-1,0 0,0 0,0 0,0 0,1 0,-1-1,1 1,-1-1,1 1,0-1,0 0,0 0,0 0,1 0,-1 0,1-1,0 1,0 0,0-1,0 1,1-1,0 1,-1-1,1 1,0-1,0 1,1-1,-1 1,1 0,0-1,0 0,4-6,0 1,1-1,0 1,1 1,0-1,0 1,1 0,-1 1,2 0,-1 0,1 1,0 0,1 0,-1 1,1 0,0 1,0 0,1 1,-1 0,1 0,10 0,-14 0,1 0,-1 1,1 0,0 1,0 0,0 0,0 1,0 0,0 0,0 1,0 0,0 0,0 1,-1 0,1 0,-1 1,1 0,-1 0,0 1,0 0,0 0,-1 1,1 0,-1 0,0 0,0 1,-1-1,0 2,4 4,-5 1,0 0,-1 0,0 0,-1 0,0 0,-1 0,0 0,-1 1,-1-1,0 7,0 13,0-31,1 1,0 0,0-1,-1 1,1 0,0-1,1 1,-1 0,0-1,0 1,1 0,-1-1,1 1,-1-1,1 1,0-1,0 1,0-1,0 0,0 1,0-1,0 0,0 0,0 1,0-1,1 0,-1 0,0 0,1-1,-1 1,1 0,-1 0,1-1,-1 1,1-1,0 0,-1 1,1-1,0 0,-1 0,1 0,0 0,-1 0,1 0,0 0,-1-1,1 1,-1-1,1 1,9-6,0 0,-1-1,1 0,-2 0,1-1,-1-1,0 1,-1-1,0-1,0 0,-1 0,0 0,-1-1,2-4,7-12,-2-1,0-1,-2 0,-1 0,-1-1,2-15,-8 36,-2 22,-1 16,1-1,1 0,2 0,1 0,1 0,5 12,-8-30,0-1,1 0,1 0,0 0,0 0,0-1,1 0,0 0,1 0,0-1,0 0,0 0,1-1,0 0,1 0,-1-1,1 0,0 0,0-1,3 0,-1 0,1-1,0 0,1-1,-1-1,0 0,1 0,-1-1,2-1,36-5</inkml:trace>
  <inkml:trace contextRef="#ctx0" brushRef="#br0" timeOffset="35938.128">13218 3731,'-5'10,"-9"198,7-104,-4 199,11-293,0-5,0 0,0 0,0 1,0-1,1 0,0 0,0 0,0 1,0-1,1 0,0-1,0 1,1 0,-1-1,1 1,0-1,0 1,0-5,-1 1,0-1,1 0,-1 1,1-1,-1 0,1-1,-1 1,1 0,-1-1,1 1,-1-1,0 0,1 0,-1 0,0 0,0 0,1-1,-1 1,0 0,0-1,-1 0,1 1,0-1,0 0,-1 0,1 0,0-2,0 2,66-77,-52 59,0 0,1 1,1 1,1 1,1 0,-18 14,1 1,-1 0,0 1,1-1,-1 0,1 1,-1-1,1 1,0 0,0 0,0 0,-1 0,1 1,0-1,0 1,0-1,0 1,0 0,0 0,0 1,0-1,0 0,0 1,0 0,0 0,0 0,-1 0,1 0,0 0,-1 1,1 0,-1-1,1 1,-1 0,0 0,0 0,0 0,0 1,0-1,0 0,-1 1,1-1,0 2,2 6,0 0,0 0,-1 1,0-1,-1 1,0-1,0 1,-1 0,-1 0,0 0,-1 0,0 0,0-1,-1 1,0 0,-1-1,-1 1,1-1,-2 0,1 0,-1-1,-1 1,0-1,-1 1,0-3,0 0,0-1,-1-1,1 1,-1-1,-1-1,1 1,0-1,-1-1,0 1,0-2,0 1,0-1,-1 0,1-1,0 0,-1-1,1 0,-2 0,8-1,1 1,-1 0,1 0,0-1,-1 0,1 1,0-1,-1 0,1 0,0 0,0 0,0-1,0 1,0-1,0 1,0-1,1 1,-1-1,0 0,1 0,-1 0,1 0,0 0,-1-1,-3-11</inkml:trace>
  <inkml:trace contextRef="#ctx0" brushRef="#br0" timeOffset="36786.931">13766 4012,'21'7,"1"-1,0-1,0-1,0-1,1-1,-1-1,1-1,-1 0,1-2,-1-1,0-1,0-1,0 0,-1-2,5-3,142-52,-157 57,1-1,-1-1,1 0,-2-1,1 0,-1 0,-1-1,1-1,-1 0,-1 0,0 0,3-6,-9 14,0-1,0 0,-1 0,1 0,-1 0,1 0,-1 0,0-1,0 1,0 0,0 0,-1-1,0 1,1-1,-1 1,0 0,-1-1,1 1,0-1,-1 1,0 0,0 0,0-1,0 1,-1 0,1 0,-1 0,0 0,1 0,-1 0,-1 1,1-1,0 1,-1-1,1 1,-1 0,0 0,0 0,1 0,-1 1,-1-1,1 1,0 0,0 0,0 0,-1 0,1 0,-1 1,-3 1,1 1,-1 1,1-1,0 1,0 1,0-1,0 1,1 0,-1 0,1 0,0 1,0 0,1 0,-1 0,1 0,0 1,1 0,-1 0,1 0,0 0,1 0,0 1,-1 1,-13 39,1 1,3 0,2 1,2 0,2 1,2 0,3-1,4 45,8 62,7 0,13 28,2 22,-27-174,-1 0,-2 0,-1 0,-1 1,-2-1,-1 0,-2 0,-1 0,-2 0,-5 16,-11 2</inkml:trace>
  <inkml:trace contextRef="#ctx0" brushRef="#br0" timeOffset="37288.108">14021 4561,'0'-5,"0"1,1-1,0 0,0 1,1-1,-1 1,1 0,0-1,0 1,0 0,1 0,0 0,-1 0,1 1,1-1,-1 1,0-1,1 1,0 0,0 1,-1-1,2 1,-1-1,103-42,-9 18,99-13,-60 13,-53 12,-83 15,0 0,1 0,-1 0,0 0,1 0,-1 0,0 0,1 0,-1 1,0-1,0 0,1 1,-1-1,0 1,0 0,0-1,0 1,1 0,-1 0,0-1,0 1,0 0,-1 0,1 0,0 0,0 0,0 1,-1-1,1 0,-1 0,1 0,-1 1,1-1,-1 0,0 0,1 1,-1-1,0 0,0 1,0-1,0 0,0 1,-13 59,10-51,-4 13,3-10,0 0,1 0,0 1,0-1,2 0,0 1,0 10,1-22,0 0,1 0,-1 0,0-1,1 1,-1 0,1 0,-1-1,1 1,0 0,0-1,0 1,0-1,0 1,0-1,0 1,0-1,1 0,-1 1,0-1,1 0,-1 0,1 0,0 0,-1 0,1-1,0 1,-1 0,1-1,0 0,0 1,0-1,-1 0,1 0,0 1,0-1,0-1,-1 1,1 0,2-1,68-30,-59 17,0-1,0 0,-2-1,0 0,-1-1,0 0,-2 0,0-1,-1 0,0-1,-2 0,0 0,-1 0,-1 0,0-16,-1 24,-3 22,0-10,-2 31,1-1,1 1,2-1,4 29,-4-53,0 0,0 0,1 0,0 0,0 0,1-1,-1 1,2-1,-1 1,1-1,-1 0,2 0,-1-1,1 1,-1-1,2 0,-1-1,0 1,1-1,0 0,0 0,0-1,0 1,1-1,0-1,35 6,-3-8</inkml:trace>
  <inkml:trace contextRef="#ctx0" brushRef="#br0" timeOffset="37640.168">15290 4267,'-3'14,"0"1,2 0,0-1,0 1,1 0,1-1,1 1,0-1,0 1,2-1,0 0,0 0,2 0,-1-1,2 1,0-1,0-1,1 0,4 5,-9-14,0-1,0 1,0-1,0 0,0 0,1 0,-1 0,1 0,-1-1,1 0,-1 0,1 0,0 0,0 0,0-1,0 1,-1-1,1 0,0 0,0-1,0 1,0-1,-1 0,1 0,0 0,-1 0,1-1,-1 1,1-1,2-2,6-4,1 0,-2-1,1-1,-1 0,0-1,-1 0,3-5,5-8,-1 0,-1-1,-1 0,-2-1,0-1,-2-1,1-3,-10 21,-9 31,4-14,1 1,0 0,1 0,-1 0,2 0,-1 1,1-1,0 0,1 0,0 0,0 0,1 0,0 0,0 0,1 0,0 0,0-1,1 0,0 0,0 0,4 5,2-2,0-1,0 0,1-1,0 0,0 0,1-1,0 0,0-1,0-1,1 0,0-1,2 1,162 29,-74-23</inkml:trace>
  <inkml:trace contextRef="#ctx0" brushRef="#br0" timeOffset="38275.17">16600 4253,'-5'-3,"0"1,0 0,-1 0,1 0,-1 0,0 1,1 0,-1 0,0 1,0-1,0 1,1 1,-1-1,0 1,0 0,1 0,-1 1,1-1,-1 1,1 1,-1-1,1 1,0 0,0 0,1 0,-1 1,0-1,1 1,0 0,0 1,0-1,1 1,-3 3,-2 5,0-1,2 1,-1 0,1 1,1 0,1 0,0 0,0 0,2 0,0 1,-1 11,3-19,-1 0,1-1,1 1,-1 0,1-1,0 1,0 0,1-1,0 1,0-1,1 0,-1 0,1 0,1 0,-1 0,1-1,0 1,0-1,1 0,-1 0,1-1,0 0,1 1,-1-2,1 1,3 2,0-3,-1 0,0-1,1 0,-1 0,1-1,-1 0,1-1,0 0,0 0,-1 0,1-1,-1-1,1 0,-1 0,1 0,-1-1,1 0,9-5,-1 0,1-1,-1 0,-1-1,0-1,0-1,2-3,1-3,-1-1,-1-1,-1 0,-1-1,0-1,-2-1,0 0,-2 0,-1-1,0 0,-2-1,1-7,9-44,-4 0,-2-1,-2-38,-3 47,-3-1,-3 0,-3 0,-3 1,-4-6,8 66,0 0,-1 0,0 0,0 0,-1 1,0-1,0 1,-1 0,0-1,0 2,-1-1,-3-4,7 10,-1 0,1 0,0 0,-1 0,1 0,-1 0,1 1,-1-1,1 0,-1 1,0-1,1 1,-1 0,1-1,-1 1,0 0,0 0,1 0,-1 0,0 1,1-1,-1 0,1 1,-1-1,0 1,1-1,-1 1,1 0,-1-1,1 1,-1 0,1 0,0 0,0 0,-2 2,-37 49,25-18,2 1,1 0,1 1,2 0,2 0,1 1,2 0,1 0,3 1,0-1,3 0,2 13,1-2,2 0,2-1,2 0,2-1,2 0,2-2,2 0,2-1,2-1,2-1,24 31,-45-65,0 1,0-1,1 0,0 0,0 0,1-1,0 0,0 0,0-1,1 0,0 0,0-1,0 0,0 0,1-1,-1 0,1 0,0-1,0-1,0 1,0-1,0-1,0 0,0 0,0 0,7-2,-1-6,-1 0,1-1,-2-1,1 0,-1-1,-1 0,0-1,-1 0,0-1,0 0,-2-1,0 0,0-1,4-11,6-4,-4 11,-15 19,0-1,0 1,1 0,-1 0,0 0,1 0,-1-1,0 1,1 0,-1 0,0 0,0 0,1 0,-1 0,0 0,1 0,-1 0,1 0,-1 0,0 0,1 0,-1 0,0 0,0 0,1 0,-1 0,0 0,1 1,-1-1,0 0,1 0,-1 0,0 1,0-1,1 0,-1 0,0 1,0-1,0 0,1 0,-1 1,0-1,0 0,0 1,0-1,0 0,1 1,-1-1,0 0,0 1,0-1,0 0,0 1,0-1,0 0,0 1,0-1,0 0,0 1,-1-1,1 0,0 0,0 1,-4 91,2-80,0 1,1-1,1 1,0-1,0 1,2 0,-1-1,3 9,-2-16,0-1,0 0,1 0,-1 0,1 0,0 0,0-1,0 1,1-1,-1 1,1-1,0-1,0 1,0 0,0-1,0 0,1 0,-1 0,0 0,1-1,0 0,-1 0,1 0,0 0,-1-1,1 0,3 0,28 1</inkml:trace>
  <inkml:trace contextRef="#ctx0" brushRef="#br0" timeOffset="38520.524">17670 4253,'-14'-16,"-9"-10,-5-4,-4-3,-4 3,-5 1,5 7</inkml:trace>
  <inkml:trace contextRef="#ctx0" brushRef="#br0" timeOffset="38685.6">16948 3892,'11'0,"20"0,28 0,28 0,27 0,18 2,-12 1</inkml:trace>
  <inkml:trace contextRef="#ctx0" brushRef="#br0" timeOffset="38870.108">18165 4293,'-9'14,"-6"13,1 9,2 3,5 2,9-4,8-6,7-8,5-11,2-11,-4-6</inkml:trace>
  <inkml:trace contextRef="#ctx0" brushRef="#br0" timeOffset="39120.962">18071 3812,'-2'9,"12"10,5 2</inkml:trace>
  <inkml:trace contextRef="#ctx0" brushRef="#br0" timeOffset="39620.188">19528 4334,'-7'-2,"0"0,0 1,0 0,0 0,0 1,0 0,0 0,0 1,0 0,1 0,-1 0,0 1,0 0,0 0,1 1,0 0,-1 0,1 1,0-1,0 1,1 1,-1-1,1 1,0 0,0 0,1 0,0 1,-1-1,2 1,-1 0,1 1,0-1,-1 3,3-6,0 0,0-1,0 1,0 0,0-1,1 1,-1 0,1 0,0 0,0 0,0-1,0 1,1 0,-1 0,1 0,0-1,0 1,0 0,0-1,0 1,0-1,1 1,-1-1,1 1,-1-1,1 0,0 0,0 0,0 0,0 0,1 0,-1-1,0 1,1-1,-1 1,1-1,0 0,-1 0,1 0,0-1,-1 1,1 0,0-1,2 0,8 1,0-1,0-1,0 0,-1-1,1 0,0-1,-1-1,0 0,1 0,-2-1,1-1,0 0,-1 0,0-1,-1-1,0 0,0 0,0-1,-1 0,-1-1,2-2,2-3,-1-2,0 0,-2 0,0-1,-1 0,0 0,-2-1,0 0,-1 0,-1 0,-1-1,-1-1,2-25,-2 0,-2 0,-2 0,-5-29,-16-35,23 108,0 1,0 0,0-1,0 1,0 0,0-1,-1 1,1-1,0 1,-1 0,1 0,-1-1,0 1,1 0,-1 0,0 0,0-1,1 1,-1 0,0 0,0 0,0 1,0-1,0 0,-1 0,1 0,0 1,0-1,-1 1,1-1,0 1,0-1,-1 1,1 0,0 0,-1-1,1 1,-1 0,1 0,0 0,-1 1,1-1,0 0,-1 0,1 1,0-1,-1 1,1-1,0 1,0 0,0-1,-1 1,1 0,0 0,0 0,0 0,0 0,0 0,1 0,-1 0,-1 1,-8 14,1 1,1 1,0-1,1 1,0 1,2-1,0 1,2 0,-1 9,-3 8,2-1,2 0,1 1,2 0,1-1,2 1,5 19,-6-39,2 0,0 0,1-1,1 0,0 0,1 0,0-1,1 0,1 0,0-1,1 0,1-1,0 0,0 0,1-1,1-1,10 7,-14-10,1-1,-1 0,1 0,0-1,1-1,-1 0,1 0,0-1,0 0,0-1,0 0,0-1,0 0,1-1,-1 0,0-1,0 0,0-1,1 0,-1-1,-1 0,1 0,0-1,-1-1,0 0,0 0,0-1,-1 0,0-1,0 0,0 0,-1-1,-1 0,1-1,0 0,-1-4,0 0,-1 0,0-1,0 0,-2 0,0 0,0 0,-2-1,0 1,0-1,-1 0,-1 1,-1-1,0 0,0 1,-4-11,5 23,0 0,0 1,0-1,0 0,-1 0,1 1,-1-1,1 0,-1 0,0 1,0-1,1 1,-1-1,0 1,0-1,-1 1,1-1,0 1,0 0,-1 0,1-1,-1 1,1 0,-1 0,1 1,-1-1,1 0,-1 0,0 1,0-1,1 1,-1 0,0-1,0 1,1 0,-1 0,0 0,0 0,0 0,1 1,-2-1,-2 4,0 1,0-1,0 1,1 0,-1 0,1 0,1 1,-1 0,1 0,0-1,0 2,1-1,-1 0,1 1,1-1,-1 5,-1-3,0 0,1 1,0-1,0 1,1 0,0-1,1 1,0 0,0 0,1-1,0 1,1 0,0-1,0 1,1-1,0 0,0 0,1 0,0 0,0 0,1-1,0 0,0 0,1 0,5 5,11 1,0 0,1-2,0 0,1-2,0 0,1-2,0-1,0-1,0 0,0-2,1-1,-1-2,1 0,13-3,67 0</inkml:trace>
  <inkml:trace contextRef="#ctx0" brushRef="#br0" timeOffset="52889.414">7042 6901,'0'-3,"0"3,0 4,7 14,11 15,14 13,15 13,14 9,9 7,5 5,-4 0,-7-5,-12-8,-13-11,-13-15</inkml:trace>
  <inkml:trace contextRef="#ctx0" brushRef="#br0" timeOffset="53142.248">7510 6873,'-19'12,"-11"14,-9 17,-9 20,-5 19,-5 16,-2 10,3 4,6-3,12-19</inkml:trace>
  <inkml:trace contextRef="#ctx0" brushRef="#br0" timeOffset="53421.03">7804 7515,'-9'128,"10"-122,-1-1,1 0,0 1,1-1,-1 0,1 0,0 0,0 0,0 0,1-1,0 1,0 0,0-1,0 0,1 0,0 0,0 0,0-1,0 1,0-1,1 0,1 0,2 1,0-1,0 0,1 0,-1-1,0 0,1-1,-1 0,1 0,0-1,-1 0,1 0,0-1,-1 0,1-1,-1 0,0 0,1-1,-1 0,0 0,-1-1,1 0,-1 0,1-1,-1 0,0 0,-1-1,0 0,1 0,-2-1,1 1,-1-1,0 0,0-1,-1 1,0-1,-1 0,1 0,-2 0,1 0,-1 0,0-1,-1 1,0-1,0 1,-1-1,0 0,0 0,-1 3,-1 0,1 1,-1-1,0 0,0 0,-1 1,0-1,0 1,0 0,-1 0,0 0,1 0,-2 1,1 0,-1-1,1 2,-1-1,0 0,0 1,-1 0,1 0,-1 1,1-1,-1 1,0 0,0 1,0 0,0 0,0 0,0 0,0 1,0 0,0 0,0 1,0 0,0 0,0 0,0 1,0 0,0 0,0 0,-1 2,0 0,1 1,0 0,0 0,0 0,1 1,0 0,0 0,0 0,1 1,0-1,0 1,1 0,0 1,0-1,0 0,0 5,-7 29</inkml:trace>
  <inkml:trace contextRef="#ctx0" brushRef="#br0" timeOffset="53788.22">8660 6499,'10'44,"2"-1,2 0,2-1,6 8,-9-17,284 620,-279-608,-3-1,-1 2,6 41,-17-71,-1 1,0 0,-2-1,0 1,0 0,-2-1,0 1,-1-1,-1 1,0-1,-1 0,-6 11,-1-6,-1-1,-2 0,0-1,-1 0,0-2,-2 0,0-1,-1 0,0-2,-2 0,1-1,-2-2,1 0,-2-1,1-1,-1-1,-20 4,41-11,-4 1,0 0,-1 0,1 0,-1-1,1 0,-1-1,1 1,-1-1,0 0,1-1,-6 0,4-11,13-3</inkml:trace>
  <inkml:trace contextRef="#ctx0" brushRef="#br0" timeOffset="55823.398">11226 7181,'-1'1,"0"-1,0 0,0 1,0-1,0 0,0 1,1-1,-1 1,0-1,0 1,0 0,0-1,0 1,1 0,-1 0,0-1,1 1,-1 0,1 0,-1 0,1 0,-1 0,1 0,-1 0,1 0,0 0,0 0,-1 0,1 0,0 0,0 0,0 0,0 0,0 0,1 0,-1 0,0 0,0 0,1 0,-1 0,0 0,1 0,-1 0,1 0,-1 0,1 0,0 0,-1 0,1-1,0 1,0 0,-1-1,1 1,0 0,0-1,0 1,0-1,0 1,0-1,0 0,0 1,0-1,0 0,0 0,98 15,108-10,90 3,-256 0,-62 1,-233 24,165-18,0-4,-88-1,123-6,78 4,297-2,-151 11,-1 8,104 31,-174-35,-39-5,-60-16,0 1,0-1,0 1,0-1,0 1,0-1,0 0,0 1,0-1,0 1,0-1,0 1,0-1,0 1,0-1,0 1,0-1,-1 1,1-1,0 0,0 1,0-1,-1 1,1-1,0 0,-1 1,1-1,0 0,-1 1,1-1,0 0,-1 0,1 1,-1-1,1 0,-1 0,1 0,0 0,-1 1,1-1,-1 0,1 0,-1 0,1 0,-1 0,1 0,-1 0,1 0,-1 0,1 0,-1-1,1 1,-1 0,-256 69,82-25,-3-7,-1-8,-77-1,489-31,833-23,139 38,-873-17,-311 2,-21 3,1 0,-1-1,0 1,0 0,0 0,1-1,-1 1,0 0,0 0,0 0,0-1,0 1,0 0,0-1,0 1,0 0,1 0,-1-1,0 1,0 0,0 0,0-1,-1 1,1 0,0 0,0-1,0 1,0 0,0 0,0-1,0 1,0 0,-1 0,1-1,0 1,0 0,0 0,0 0,-1-1,1 1,0 0,0 0,0 0,-1 0,1-1,0 1,0 0,-1 0,1 0,0 0,0 0,-1 0,1 0,0 0,-1 0,1 0,0 0,0 0,-1 0,1 0,0 0,0 0,-1 0,1 0,0 0,-1 1,1-2,-55-18,22 9</inkml:trace>
  <inkml:trace contextRef="#ctx0" brushRef="#br0" timeOffset="56349.152">12055 7315,'-28'2,"23"2,18 0,110 6,821-3,169-8,-1018-1,-128-8,22 2</inkml:trace>
  <inkml:trace contextRef="#ctx0" brushRef="#br0" timeOffset="56640.953">14060 6887,'-2'0,"1"-1,-1 1,0-1,1 1,-1 0,0-1,1 1,-1 0,0 0,0 0,1 0,-1 1,0-1,1 0,-1 1,0-1,1 1,-1-1,1 1,-1 0,1 0,-1 0,1 0,-1 0,1 0,0 0,0 0,-1 0,1 1,0-1,0 1,0-1,0 1,1-1,-1 1,0-1,1 1,-1-1,1 1,-1 0,1 0,0-1,0 1,0 0,0-1,0 1,0 0,2 4,1 1,0-1,1 0,-1-1,1 1,0 0,0-1,1 0,0 0,0 0,0-1,0 0,6 4,56 38,1-2,3-4,1-3,2-3,4 4,-21-10,62 29,-2 6,99 72,-199-124,-1 1,-1 0,0 1,-1 1,-1 0,0 1,-1 0,10 17,-19-27,-1 0,1 0,-1 1,0-1,-1 1,1-1,-1 1,0 0,-1 0,1-1,-1 1,0 0,-1 0,1-1,-1 1,0 0,-1-1,1 1,-1 0,0-1,-1 0,1 0,-1 1,0-2,0 1,-1 0,1-1,-1 1,-1 0,-12 11,0 0,0-2,-2 0,0-1,0 0,-1-2,-1 0,-88 40,-3-5,-1-5,-2-5,-2-5,-73 8,-14-2</inkml:trace>
  <inkml:trace contextRef="#ctx0" brushRef="#br0" timeOffset="57418.417">11787 5871,'-5'38,"1"0,2 0,1 0,2 0,2 0,1 0,7 25,-2-51,-2-31,3-59,-4 0,-3 0,-4-25,1 77,1 6,-1 0,-1 0,-1-1,-1 1,0 0,-7-18,10 39,0-1,0 0,0 1,-1-1,1 0,0 1,0-1,-1 1,1-1,0 0,-1 0,1 1,0-1,-1 0,1 1,0-1,-1 0,1 0,-1 0,1 0,0 1,-1-1,1 0,-1 0,1 0,-1 0,1 0,0 0,-1 0,1 0,-1 0,1 0,-1 0,1 0,-1-1,1 1,0 0,-1 0,1 0,-1 0,1-1,0 1,-1 0,1-1,0 1,-1 0,1 0,0-1,0 1,-1 0,1-1,0 1,0-1,-1 1,1 0,0-1,0 1,0-1,0 1,0-1,0 1,0 0,0-1,0 1,-11 37,9-30,1 0,-1 0,1 0,0 0,1 1,0-1,0 0,0 1,1-1,0 0,0 0,1 0,0 1,0-2,1 1,0 0,0 0,1-1,0 0,0 0,0 0,0 0,1 0,0-1,1 0,-1 0,1-1,0 1,4 2,-4-5,1 0,-1 0,0-1,1 0,-1 0,1 0,-1-1,1 0,-1 0,1 0,-1-1,1 0,-1-1,0 1,1-1,-1 0,0-1,0 0,0 0,-1 0,1 0,-1-1,3-2,0 0,0-1,0-1,-1 0,0 0,0 0,-1-1,0 0,-1 0,0 0,0-1,-1 1,0-1,-1-1,0 1,8-77,-12 82,-1 12,-1 17,-8 121,7 103,4-196,-1-31,0-15,1 1,0-1,0 1,0 0,1-1,0 1,0-1,1 1,0-1,0 0,1 2,6 4</inkml:trace>
  <inkml:trace contextRef="#ctx0" brushRef="#br0" timeOffset="57958.973">12362 5764,'-5'28,"2"0,1 0,0 0,3 1,0-1,2 0,2 9,-2-22,0-1,1 1,1-1,0 0,1 0,0-1,1 1,1-2,0 1,1-1,0 0,1-1,0 0,7 5,-15-13,0-1,0 1,1-1,-1 1,1-1,-1 0,1 0,0 0,0 0,0-1,0 1,0-1,0 1,1-1,-1 0,0-1,1 1,-1 0,0-1,1 0,-1 0,1 0,-1 0,0 0,1-1,-1 0,0 1,1-1,-1 0,0-1,0 1,0-1,0 1,0-1,0 0,0 0,0 0,-1 0,1-1,5-11,0 0,-2 0,0 0,0-1,-1 0,-1 0,-1 0,0-1,0 1,-2-1,5-18,8-52,-4 21,3 1,3 1,11-27,-26 86,0 0,0-1,1 0,-1 1,1-1,0 1,0-1,0 1,1 0,0 0,0 0,0 0,0 0,0 1,1-1,-1 1,1 0,0 0,0 0,0 1,2-1,-3 4,-1 0,1 0,-1 0,0 0,1 1,-1-1,0 1,0 0,0 0,0 0,-1 0,1 0,0 0,-1 0,1 0,-1 1,0-1,0 0,0 1,0-1,0 1,-1-1,1 1,-1 0,1-1,-1 1,0 2,2 2,10 31,2 0,2-1,1-1,1 0,3-2,0 0,3-1,0-2,2 0,6 3,149 152,-178-184,-2 0,0-1,0 1,0-1,1 1,-1-1,0 0,1 1,-1-1,1 0,0 0,-1 0,1 0,0 0,-1 0,1-1,0 1,0-1,0 1,0-1,0 1,0-1,-1 0,1 0,0 0,0 0,0-1,0 1,0 0,0-1,0 1,0-1,-1 0,2 0,6-13</inkml:trace>
  <inkml:trace contextRef="#ctx0" brushRef="#br0" timeOffset="58200.424">13325 5777,'-18'-9,"-13"4,-8 9,-6 16,-5 20,-1 19,0 16,-2 11,1 4,1-1,9-17</inkml:trace>
  <inkml:trace contextRef="#ctx0" brushRef="#br0" timeOffset="58768.905">13860 5617,'-22'68,"4"1,3 1,-4 50,-4 15,21-126,1-7,0-1,0 1,1-1,-1 0,0 1,1 0,0-1,-1 1,1-1,0 1,-1 0,1-1,0 1,0-1,1 1,-1 0,0-1,0 1,1-1,-1 1,1 0,-1-1,1 1,0-1,0 0,-1 1,1-1,0 0,0 1,0-1,1 0,-1 0,0 0,0 0,1 0,-1 0,0 0,1 0,-1-1,2 1,11 0,1-1,0-1,0-1,0 0,-1-1,1 0,-1-2,0 1,6-4,-16 7,17-5,-1-2,1 1,-1-2,-1-1,0-1,0 0,-1-1,-1-1,0-1,2-2,-2-19,-16 34,-1 1,0-1,0 1,1-1,-1 0,0 1,0-1,0 0,0 1,0-1,0 0,0 1,0-1,-1 0,1 1,0-1,0 1,0-1,-1 0,1 1,0-1,-1 1,1-1,0 1,-1-1,1 1,-1-1,1 1,-1-1,1 1,-1 0,1-1,-1 1,1 0,-1-1,1 1,-1 0,0 0,1 0,-1-1,0 1,1 0,-1 0,1 0,-1 0,0 0,1 0,-1 0,0 0,1 0,-1 1,0-1,1 0,-1 0,0 1,-5 2,-1 0,1 1,0 0,0 0,0 0,0 1,1 0,0 0,0 1,0-1,0 1,1 0,0 0,1 0,-1 1,1 0,0-1,1 1,-1 2,-5 11,0 0,2 0,0 1,2 0,0 0,1 0,1 0,1 0,1 1,1-1,0 0,2 1,1-1,0-1,2 1,0-1,1 1,1-2,5 8,4-2</inkml:trace>
  <inkml:trace contextRef="#ctx0" brushRef="#br0" timeOffset="59085.059">14448 5884,'0'2,"0"1,1-1,-1 1,1-1,0 1,-1-1,1 1,0-1,1 0,-1 0,0 0,0 1,1-1,-1-1,1 1,0 0,0 0,0 0,0-1,0 1,0-1,0 0,0 1,0-1,1 0,-1 0,0-1,1 1,-1 0,1-1,-1 1,1-1,-1 0,1 0,-1 0,1 0,-1 0,1-1,-1 1,1-1,-1 0,0 1,1-1,-1 0,0-1,1 1,-1 0,0 0,0-1,0 0,0 1,1-3,1 1,0 0,-1 0,0 0,1-1,-1 1,0-1,-1 0,1 0,-1 0,0-1,0 1,0 0,0-1,-1 1,0-1,0 0,0 1,0-1,-1 0,0 0,0 1,0-1,0 0,-1 1,0-1,0 0,0 1,0-1,-1 1,0-1,0 1,0 0,-1 0,1 0,-1 0,0 0,0 0,0 1,0-1,-1 1,0 0,1 0,-1 1,0-1,-1 1,1-1,0 1,-4-1,4 3,0-1,0 1,1 0,-1 0,0 0,0 0,0 1,0-1,1 1,-1 0,0 0,1 1,-1-1,1 1,-1 0,1 0,0 0,0 0,0 0,0 1,0-1,0 1,1 0,-1 0,1 0,0 0,0 0,0 1,0-1,0 2,-10 21</inkml:trace>
  <inkml:trace contextRef="#ctx0" brushRef="#br0" timeOffset="59370.292">14528 6312,'0'0,"0"-1,1 1,-1-1,0 1,1-1,-1 1,1-1,-1 1,0-1,1 1,-1 0,1-1,-1 1,1 0,0-1,-1 1,1 0,-1 0,1-1,0 1,-1 0,1 0,-1 0,1 0,0 0,-1 0,1 0,-1 0,1 0,0 0,-1 0,1 0,-1 1,1-1,0 0,-1 0,1 1,-1-1,1 0,-1 1,1-1,-1 0,1 1,-1-1,1 1,-1-1,0 1,1-1,-1 1,0-1,1 1,-1-1,0 1,0 0,1-1,-1 1,0-1,0 1,0 0,0-1,0 1,0-1,0 1,0 0,0-1,0 1,0 0,4-7,0 0,0 0,-1 0,0-1,0 1,0-1,-1 1,0-1,0 0,-1 0,0 0,0 0,-1 0,0 0,0 0,0 0,-1 0,0 0,0 0,-1 0,-1-2,3 7,-1 0,0 1,0-1,0 1,0-1,0 1,0-1,-1 1,1 0,0 0,-1-1,1 1,-1 0,1 0,-1 0,1 1,-1-1,0 0,1 1,-1-1,0 1,0-1,1 1,-1 0,0 0,0-1,0 2,0-1,1 0,-1 0,0 0,0 1,1-1,-1 1,0-1,0 1,1 0,-1 0,1 0,-1 0,1 0,-2 1,0 0,0 0,1 0,-1 0,0 0,1 1,0-1,-1 1,1 0,0-1,0 1,1 0,-1 0,1 0,-1 0,1 1,0-1,0 0,0 1,1-1,-1 0,1 1,0-1,0 1,1-1,0 0,0 1,0-1,1 0,-1 0,1 0,0 0,0 0,0 0,0 0,0-1,1 1,-1-1,1 1,-1-1,1 0,24 17</inkml:trace>
  <inkml:trace contextRef="#ctx0" brushRef="#br0" timeOffset="59804.941">14983 6058,'6'-41,"2"1,1 0,3 1,1 0,2 1,1 0,5-3,-11 22,-10 19,0 1,0-1,0 0,-1 0,1 1,0-1,0 0,0 0,0 1,-1-1,1 0,0 0,0 1,0-1,0 0,0 1,0-1,0 0,0 1,0-1,0 0,0 1,0-1,0 0,0 0,0 1,0-1,0 0,0 1,1-1,-1 0,0 1,0-1,0 0,0 0,1 1,-1-1,0 0,0 0,0 0,1 1,-1-1,0 0,0 0,1 0,-1 0,0 0,1 1,-1-1,0 0,1 0,-1 0,0 0,0 0,1 0,-1 0,0 0,1 0,-1 0,0 0,1 0,-1 0,0 0,1 0,-1-1,0 1,0 0,1 0,-1 0,-3 273,44-24,-27-180,-10-4,-5-64,1 1,0 0,-1-1,1 1,-1-1,0 1,0-1,0 1,1-1,-1 1,0-1,-1 0,1 1,0-1,0 0,0 0,-1 0,1 0,-1 0,1 0,-1 0,1-1,-1 1,1-1,-1 1,0-1,1 1,-1-1,0 0,1 0,-1 0,0 0,1 0,-1 0,-1 0,-8-1,0-1,0 0,0-1,0 0,1-1,-1 0,1-1,-8-4,8-3,33 10,347 14,-283-13</inkml:trace>
  <inkml:trace contextRef="#ctx0" brushRef="#br0" timeOffset="69772.531">18298 6072,'0'23,"0"18,0 14,0 12,0 5,0 1,0-1,0-3,0-5,0-8,0-12</inkml:trace>
  <inkml:trace contextRef="#ctx0" brushRef="#br0" timeOffset="70025.853">18165 6807,'22'-3,"20"-2,13-3,7-3,-1 1,-5 3,-11 1,-15 2,-13 3</inkml:trace>
  <inkml:trace contextRef="#ctx0" brushRef="#br0" timeOffset="70273.192">18258 5884,'7'0,"11"2,12 4,12 2,10 3,6 1,-1 1,-9-2</inkml:trace>
  <inkml:trace contextRef="#ctx0" brushRef="#br0" timeOffset="70574.895">18672 6740,'-1'8,"0"0,1 0,0 1,0-1,1 0,0 0,0 0,1 0,0 0,1 0,-1 0,2-1,-1 1,1-1,0 0,0 0,1 0,0 0,0-1,1 0,0 0,0-1,0 1,1-1,-1-1,1 1,0-1,1 0,-1-1,1 0,-1 0,1 0,2-1,-3-1,0-1,0 0,-1 0,1-1,0 0,0 0,-1 0,1-1,-1 0,1-1,-1 1,0-1,0 0,0-1,0 0,-1 0,1 0,-1 0,0-1,0 0,-1 0,1 0,-1 0,0-1,-1 0,1 0,-1 0,0 0,-1 0,1-1,-1 1,-1-1,1 1,-1-1,0-3,2-4,-1 0,0 0,-1 0,-1 0,0 0,-1 0,0 0,-1 0,-1 0,0 0,-5-10,6 18,0 0,-1 1,1-1,-1 1,-1-1,1 1,-1 0,0 0,0 1,0-1,-1 1,0 0,0 0,0 0,0 1,0 0,-1 0,1 0,-1 1,0 0,0 0,0 0,0 1,0-1,0 1,0 1,-5-1,1 2,0 0,0 0,0 1,0 0,0 1,1 0,-1 0,1 1,0 1,0-1,0 2,0-1,1 1,0 0,0 1,1 0,-1 0,2 0,-1 1,1 0,0 1,-4 8,-17 33</inkml:trace>
  <inkml:trace contextRef="#ctx0" brushRef="#br0" timeOffset="71136.587">18378 7476,'0'13,"0"17,0 13,-2 14,-1 11,-2 7,-1 5,0 0,-1-5,3-8,0-15</inkml:trace>
  <inkml:trace contextRef="#ctx0" brushRef="#br0" timeOffset="71390.439">18298 8171,'-7'-7,"1"-2,7 0,11 2,14 2,15 2,11-1,6 0,2 2,-2 0,-6 0,-13 2</inkml:trace>
  <inkml:trace contextRef="#ctx0" brushRef="#br0" timeOffset="71637.773">18311 7395,'0'-14,"5"-9,8-2,8 0,9 2,7 3,7 5,5 9,0 11,0 10,-9 4</inkml:trace>
  <inkml:trace contextRef="#ctx0" brushRef="#br0" timeOffset="71925.005">18820 8130,'2'-30,"2"-1,1 1,2 0,1 0,1 1,2 0,5-11,20-58,-16 26,-49 175,21-68,1 0,2 0,1 1,2 0,1-1,2 1,4 19,-3-43,1-1,0 0,0 0,1 0,1 0,0-1,0 1,1-1,6 7,20 21</inkml:trace>
  <inkml:trace contextRef="#ctx0" brushRef="#br0" timeOffset="78105.613">19929 5737,'-19'22,"-3"26,3 0,1 1,3 0,1 2,3 0,3 0,1 0,3 1,2 4,-1-19,3 0,1 0,2 0,2 0,1 0,2 3,-3-23,0 1,1-1,1 1,1-2,0 1,1-1,1-1,1 1,0-2,1 1,0-2,1 0,3 3,1-3,0-1,1 0,0-2,1 0,0 0,0-2,6 1,45 12</inkml:trace>
  <inkml:trace contextRef="#ctx0" brushRef="#br0" timeOffset="78391.897">20210 5924,'-2'19,"6"16,11 15,14 7,17 3,13 1,11-3,5-5,-4-7,-7-7,-12-5,-15-4,-14-5,-15-4,-9-6</inkml:trace>
  <inkml:trace contextRef="#ctx0" brushRef="#br0" timeOffset="78658.185">20691 6058,'-16'-5,"-12"4,-8 8,-7 12,-5 17,-2 16,-1 12,2 9,1 6,8 4,7-5,10-14</inkml:trace>
  <inkml:trace contextRef="#ctx0" brushRef="#br0" timeOffset="78905.524">20878 6513,'86'-201,"-77"181,-5 38,-11 41,-1-12,2 2,2-1,2 0,2 1,3 0,1-1,7 25,29 13,-19-63</inkml:trace>
  <inkml:trace contextRef="#ctx0" brushRef="#br0" timeOffset="79156.376">21253 5817,'16'-7,"19"5,19 14,14 21,9 23,1 22,-6 21,-15 16,-21 14,-26 9,-30 7,-31 4,-30 1,-26-2,-17-10,11-29</inkml:trace>
  <inkml:trace contextRef="#ctx0" brushRef="#br0" timeOffset="79712.4">20049 7555,'-6'-2,"-10"8,-11 17,-10 20,-5 22,-3 19,0 17,5 8,9 5,13-4,18-11,23-14,21-17,16-17,12-17,-6-15</inkml:trace>
  <inkml:trace contextRef="#ctx0" brushRef="#br0" timeOffset="79988.211">20277 7755,'4'19,"7"16,10 17,8 13,9 9,8 3,7-2,2-5,2-7,-3-10,-5-12,-9-13,-9-11,-10-10,-9-8</inkml:trace>
  <inkml:trace contextRef="#ctx0" brushRef="#br0" timeOffset="80241.534">20691 7823,'-18'14,"-11"15,-7 17,-2 16,1 12,5 6,5 2,5-5,6-15</inkml:trace>
  <inkml:trace contextRef="#ctx0" brushRef="#br0" timeOffset="80438.009">20878 8344,'16'-81,"-4"-1,1-64,-12 135,-1 38,0-19,-1 45,3-1,2-1,4 17,-5-51,1 0,0 0,2 0,0-1,0 0,2 0,0-1,1 0,0 0,1-1,12 13,20 12,-3-9</inkml:trace>
  <inkml:trace contextRef="#ctx0" brushRef="#br0" timeOffset="80683.335">21399 7676,'12'16,"12"18,12 18,8 18,9 15,3 14,-2 10,-8 8,-13 6,-20 5,-29 3,-34 0,-8-22</inkml:trace>
  <inkml:trace contextRef="#ctx0" brushRef="#br0" timeOffset="81088.761">20384 8879,'-14'2,"-13"6,-9 10,-8 18,-3 19,0 20,3 21,7 16,10 12,13 3,19-6,20-13,19-17,18-21,12-21,-6-19</inkml:trace>
  <inkml:trace contextRef="#ctx0" brushRef="#br0" timeOffset="81328.657">20691 9173,'-2'21,"8"19,12 18,15 12,13 8,7 2,5-4,-2-5,-5-8,-10-8,-11-11,-10-13</inkml:trace>
  <inkml:trace contextRef="#ctx0" brushRef="#br0" timeOffset="81570.015">21092 9240,'-13'23,"-12"23,-11 20,-3 16,-2 11,3 3,7-3,7-11,9-20</inkml:trace>
  <inkml:trace contextRef="#ctx0" brushRef="#br0" timeOffset="81750.56">21373 9641,'5'-18,"1"-11,2-2,-1 8,-1 17,-4 19,-4 19,-3 15,1 10,0 8,3 2,9-4,8-9,7-10,0-13</inkml:trace>
  <inkml:trace contextRef="#ctx0" brushRef="#br0" timeOffset="81990.674">21895 8905,'9'23,"10"21,8 21,11 18,11 13,8 8,5 7,0 3,-11 5,-19 5,-30 6,-39 6,-13-20</inkml:trace>
  <inkml:trace contextRef="#ctx0" brushRef="#br0" timeOffset="82506.425">20357 10390,'-16'14,"-10"17,-5 23,-1 24,2 24,6 17,11 9,16-3,13-10,16-15,14-20,7-21,-4-21</inkml:trace>
  <inkml:trace contextRef="#ctx0" brushRef="#br0" timeOffset="82740.799">20732 10616,'0'21,"0"20,6 15,12 10,14 5,13 0,13-2,7-6,4-7,-2-6,-7-7,-10-9,-14-8,-14-8</inkml:trace>
  <inkml:trace contextRef="#ctx0" brushRef="#br0" timeOffset="82919.321">21199 10630,'-16'16,"-14"19,-11 19,-9 17,-1 11,1 9,4 2,5-4,10-16</inkml:trace>
  <inkml:trace contextRef="#ctx0" brushRef="#br0" timeOffset="83238.869">21373 11219,'20'-35,"-2"-1,-2 0,-1-1,-2-1,-1 0,-2-1,-2 0,-2-1,1-17,-23 428,16-356,-1-1,2 0,0 0,1 0,0 0,1 0,1 0,0-1,1 1,0-1,1 0,1 1,8 4</inkml:trace>
  <inkml:trace contextRef="#ctx0" brushRef="#br0" timeOffset="83490.208">21854 10564,'16'-5,"14"6,9 11,5 18,4 17,0 16,-3 14,-7 10,-10 7,-14 9,-21 10,-28 5,-32 7,-5-19</inkml:trace>
  <inkml:trace contextRef="#ctx0" brushRef="#br0" timeOffset="92139.834">26226 7435,'43'-270,"-40"257,0-11,1 0,1-1,1 2,2-1,0 1,1 0,4-3,-13 24,1 1,-1 0,1-1,0 1,0-1,0 1,0 0,0 0,0 0,0 0,0 0,0 0,1 0,-1 0,0 0,1 0,-1 1,0-1,1 0,-1 1,1-1,-1 1,1 0,0-1,-1 1,1 0,-1 0,1 0,-1 0,1 0,-1 1,1-1,0 0,-1 1,0-1,1 1,-1-1,1 1,-1 0,1 0,-1 0,0 0,0-1,0 2,1-1,-1 0,0 0,84 112,53 96,-138-209,1 1,1 0,-1 0,0 0,0 0,0 0,0 0,0 1,0-1,-1 0,1 1,0-1,-1 0,1 1,-1-1,1 1,-1-1,0 1,1-1,-1 1,0-1,0 1,0-1,0 1,0-1,-1 1,1-1,0 1,-1-1,1 1,-1-1,1 1,-1-1,0 0,0 1,0-1,1 0,-1 0,0 0,0 1,-1-1,1 0,0 0,0-1,0 1,-1 0,1 0,-1 0,-3-2,0 1,-1-1,1 0,0 0,0 0,0-1,0 0,0 0,0 0,0 0,1-1,-1 0,1 0,-1 0,1 0,0-1,1 0,-1 0,0 0,1 0,0 0,0-1,1 1,-1-1,1 0,0 0,0 0,0 0,1 0,0 0,0 0,0-1,0 1,1 0,0-1,0 1,1 0,0-1,-1 1,3-5,1 1,0 1,0 0,1 0,1 0,-1 1,1 0,0 0,1 0,0 1,0 0,0 0,1 0,-1 1,1 1,1-1,-1 1,1 1,-1-1,1 1,0 1,0 0,0 0,1 1,-1 0,0 0,1 1,-1 0,0 1,0 0,7 2,-12-2,-1 0,1 0,0 1,-1-1,1 1,-1 0,0 0,1 0,-1 0,0 0,0 1,-1 0,1-1,0 1,-1 0,0 0,1 1,-1-1,-1 0,1 1,0-1,-1 1,0-1,1 5,5 95,-8-62,1-39,0 1,0 0,0-1,0 1,1 0,-1-1,1 1,-1-1,1 1,0-1,0 1,0-1,0 1,1-1,-1 0,1 0,-1 0,1 0,0 0,0 0,0 0,0 0,0-1,0 1,0-1,0 0,1 1,-1-1,1 0,-1 0,1-1,-1 1,1 0,1-1,11 1,0-1,0-1,0-1,0 0,-1-1,1 0,-1-1,0-1,0 0,0-1,-1-1,1 0,-2 0,1-1,-1-1,0 0,-1-1,0 0,-1-1,0 0,4-6,-8 9,0 0,0 0,-1-1,0 0,0 0,-1 0,0 0,-1-1,0 1,1-6,-8 7,-4 26,7-9,0 0,1-1,0 1,0 0,1 0,0-1,1 1,0-1,0 1,1-1,0 1,0-1,1 0,0-1,0 1,1-1,0 1,0-1,1-1,0 1,0-1,1 0,-1 0,1-1,0 0,1 0,-1-1,1 0,1 0,36 19</inkml:trace>
  <inkml:trace contextRef="#ctx0" brushRef="#br0" timeOffset="92738.234">27576 7034,'7'40,"1"0,3-1,1 0,6 13,-17-49,-1 0,0 0,1 0,0 0,0 0,0 0,0 0,0 0,0-1,1 1,-1 0,1-1,0 1,0-1,0 1,0-1,0 0,0 0,1 0,-1 0,1-1,-1 1,1 0,0-1,0 0,-1 0,1 0,0 0,0 0,0 0,0-1,0 0,0 1,1-1,-1 0,0 0,0-1,0 1,13-8,-1-1,0 0,0-1,-1-1,-1 0,0-1,0-1,-1 1,-1-2,3-4,45-63,-59 81,0 0,0 0,0 0,0 1,0-1,0 0,0 0,0 1,0-1,0 0,0 0,0 0,0 1,0-1,0 0,1 0,-1 0,0 0,0 1,0-1,0 0,0 0,0 0,1 0,-1 0,0 1,0-1,0 0,1 0,-1 0,0 0,0 0,0 0,0 0,1 0,-1 0,0 0,0 0,1 0,-1 0,0 0,0 0,0 0,1 0,-1 0,0 0,0 0,0 0,1 0,-1 0,0 0,0 0,0-1,0 1,1 0,-1 0,0 0,0 0,0 0,0 0,0-1,1 1,-1 28,0-13,1-8,-1 0,1 0,0 0,1 0,0 0,0 0,0 0,1 0,0-1,0 0,1 1,0-1,0 0,0-1,1 1,0-1,0 0,0 0,1 0,-1-1,1 0,0 0,0 0,1-1,-1 0,1 0,0 0,-1-1,1 0,0-1,0 0,1 0,-1 0,0-1,0 0,0 0,1 0,1-2,0-1,1 0,-1 0,-1 0,1-1,0-1,-1 1,0-1,0-1,0 0,-1 0,0 0,0-1,0 0,-1 0,0-1,0 1,-1-1,3-7,6-12,0 0,-3-1,0 0,-2 0,5-24,11-79,-5-1,-6-1,-5-26,-7 120,1 9,-2 0,-1-1,-1 1,-1 0,-3-8,5 37,0 0,0 0,0 0,0 0,0 0,0 0,0 0,0 0,0 0,0 0,-1 1,1-1,0 0,-1 0,1 0,0 0,-1 0,1 1,-1-1,0 0,1 0,-1 1,1-1,-1 1,0-1,0 0,1 1,-1-1,0 1,0-1,0 1,1 0,-1-1,0 1,0 0,0 0,0-1,0 1,0 0,-1 0,-23 33,12 2,2 1,1 1,2 0,2 0,1 1,2-1,1 1,2 8,0-7,2 0,1-1,2 1,1-1,3 0,1 0,1-1,2-1,2 0,1-1,2 0,1-2,2 0,1-1,1-1,2-1,4 2,38 18,-47-44</inkml:trace>
  <inkml:trace contextRef="#ctx0" brushRef="#br0" timeOffset="92988.081">28071 6472,'25'0,"35"2,40 8,43 7,37 7,-13-1</inkml:trace>
  <inkml:trace contextRef="#ctx0" brushRef="#br0" timeOffset="94119.449">29862 7074,'-2'-7,"1"1,-1-2,2 1,-1 0,1 0,0 0,1 0,-1 0,1 0,1 0,0 0,-1 0,2 0,-1 1,1-1,0 1,1 0,-1 0,4-4,-6 9,-1 0,1 0,0 0,-1 1,1-1,0 0,0 0,0 1,0-1,0 1,0-1,0 1,0-1,0 1,0-1,0 1,0 0,0 0,0-1,0 1,0 0,0 0,0 0,0 0,0 0,1 1,-1-1,0 0,0 0,0 1,0-1,0 1,0-1,0 1,0-1,0 1,-1-1,1 1,0 0,0 0,0-1,-1 1,1 0,0 0,-1 0,1 0,-1 0,1 0,0 0,16 55,-11 29,-6-68,0 0,1-1,1 1,1 0,0-1,1 0,1 1,0-2,3 4,-7-16,1 0,0-1,0 1,0-1,0 1,1-1,-1 0,0 0,1 0,0 0,0 0,-1 0,1-1,0 1,0-1,0 0,1 0,-1 0,0-1,0 1,0-1,1 1,-1-1,0 0,1 0,-1-1,0 1,0-1,0 0,1 1,-1-1,0-1,0 1,0 0,0-1,-1 1,1-1,0 0,0 0,-1 0,0 0,2-3,6-2,-1-1,-1 0,0-1,0 0,0-1,-1 1,-1-1,0-1,0 1,-1-1,0 0,-1 0,0 0,-1-1,0 0,-1 1,1-11,-7-11,4 33,-1-1,1 1,0-1,0 1,0-1,0 1,-1-1,1 1,0-1,0 1,-1 0,1-1,0 1,-1-1,1 1,0 0,-1-1,1 1,-1 0,1 0,-1-1,1 1,0 0,-1 0,1 0,-1-1,1 1,-1 0,1 0,-1 0,1 0,-1 0,1 0,-1 0,1 0,-1 0,1 0,-1 0,1 1,-1-1,1 0,-1 0,1 0,-1 1,1-1,-1 0,1 0,0 1,-1-1,1 0,0 1,-1-1,1 1,0-1,-1 0,1 1,0-1,-1 1,-1 3,-1 0,1 0,0 0,0 1,0-1,1 0,-1 1,1-1,0 1,1 0,-1-1,1 1,0 0,0-1,0 1,0 0,1-1,0 1,0-1,0 1,1-1,-1 1,1-1,0 0,1 0,-1 0,1 0,-1 0,1 0,0-1,0 1,1-1,-1 0,1 0,0 0,2 1,3 2,1 0,-1-1,1 0,1 0,-1-1,1-1,-1 1,1-2,0 1,0-2,0 1,0-2,1 1,-1-2,0 1,0-2,5 0,-11-1,0 0,0-1,0 1,0-1,-1 0,0 0,1-1,-1 1,-1-1,1 0,-1 0,0 0,0 0,0-1,-1 1,0-1,0 0,0 1,-1-1,0 0,0 0,0 0,-1 0,0 0,0 0,0 0,-1 0,0 0,0 0,-1 0,1 0,-3-4,-10-19,13 29,0-1,1 1,-1 0,0 0,1-1,-1 1,0 0,1 0,-1 0,0 0,1 0,-1 0,0 0,1 0,-1 0,0 0,0 0,1 0,-1 1,0-1,1 0,-1 0,1 1,-1-1,0 1,1-1,-1 0,1 1,-1-1,1 1,-1-1,1 1,-1-1,1 1,0 0,-1-1,1 1,0 0,-1-1,1 1,0-1,0 1,-1 1,-1 3,-1 1,1 0,0 0,0 0,0 1,1-1,0 0,1 1,-1-1,1 0,0 1,1-1,-1 0,1 1,1-1,-1 0,1 0,0 1,0-2,1 1,0 0,0 0,0-1,1 0,0 1,0-1,0-1,0 1,1-1,0 1,0-1,0-1,0 1,1-1,-1 0,1 0,0 0,0-1,0 0,3 1,10 0,0 0,0-1,0 0,1-2,-1 0,0-2,0 0,0-1,0 0,0-2,-1 0,0-1,0-1,0-1,-1-1,0 0,-1-1,0 0,0-2,-1 0,-1 0,0-2,1-2,-7 9,-1 0,0-1,-1 1,1-2,-2 1,1-1,-1 0,0 0,-1 0,2-7,-6 15,1-1,-1 1,0 0,0-1,0 1,1-1,-1 1,-1-1,1 1,0 0,0-1,0 1,-1-1,1 1,-1 0,1-1,-1 1,0 0,1 0,-1-1,0 1,0 0,0 0,0 0,0 0,0 0,0 0,0 0,0 0,0 1,-1-1,1 0,0 1,-1-1,1 1,0-1,-1 1,-55-8,30 7,-1 2,0 0,1 3,0 0,0 1,0 2,0 1,-13 6,37-14,1 0,0 1,-1-1,1 1,0-1,0 1,0 0,0 0,0 0,0 0,0 0,0 0,0 1,0-1,0 1,1-1,-1 1,1 0,-1-1,1 1,0 0,-1 0,1 0,0 0,0 0,0 0,1 0,-1 1,0-1,1 0,0 0,-1 1,1-1,0 0,0 1,0-1,1 0,-1 0,0 1,1-1,0 0,-1 0,1 0,0 0,0 0,0 0,1 2,11 6,-1-1,1-1,1 0,-1-1,1 0,1-1,-1-1,1 0,0-1,0-1,15 2,-12-1,0-1,0 0,0-2,1 0,-1-1,14-2,-27 2,0-1,0 0,-1 0,1 0,0 0,-1-1,1 0,-1 0,1 0,-1 0,0-1,0 0,0 0,0 0,-1 0,1-1,-1 1,0-1,0 0,0 0,0 0,-1 0,0 0,0-1,0 1,0-1,0-2,4-63,-11 117,6-33,1-1,0 0,0 0,2 0,-1 0,2 0,0 0,0-1,3 4,-5-11,-1-1,1 1,-1-1,1 0,0 0,1 0,-1-1,1 1,0-1,0 1,0-1,0 0,0-1,0 1,1-1,0 0,-1 0,1 0,0-1,0 0,0 0,0 0,0 0,0-1,0 0,1 0,1-1,-1 0,1-1,-1 0,0 0,1 0,-1-1,0 0,0 0,-1-1,1 0,-1 0,0 0,0 0,0-1,0 0,-1 0,0 0,0 0,0-1,6-9,-1-1,-1 0,0 0,-1 0,0-1,1-10,14-101,-25 165,2 1,1-1,2 0,1 0,2 0,9 31,0-37,1-9</inkml:trace>
  <inkml:trace contextRef="#ctx0" brushRef="#br0" timeOffset="94371.775">31626 6433,'-16'-3,"-12"5,-8 8,-2 11,0 12,7 0</inkml:trace>
  <inkml:trace contextRef="#ctx0" brushRef="#br0" timeOffset="95168.72">26560 8532,'47'-317,"-44"294,-3 13,1 1,0-1,0 0,1 1,1-1,0 1,0-1,0 1,2 0,-4 8,1-1,0 1,0 0,-1 0,1 0,0 0,0 0,0 0,0 1,0-1,0 0,0 1,1 0,-1 0,0-1,0 1,0 1,0-1,0 0,0 0,0 1,1-1,-1 1,0 0,0-1,0 1,-1 0,1 0,0 0,0 1,0-1,-1 0,1 1,-1-1,2 2,230 163,-215-153,-12-10,0 1,-1 0,1 0,-1 1,0-1,0 1,-1 0,1 0,-1 1,0-1,-1 1,1 1,-4-6,1 0,-1 0,0 0,0 1,0-1,0 0,0 0,0 0,0 0,0 0,-1 1,1-1,0 0,-1 0,1 0,-1 0,1 0,-1 0,1 0,-1 0,0 0,0 0,1-1,-1 1,0 0,0 0,0-1,0 1,0 0,0-1,0 1,0-1,0 1,0-1,0 0,0 1,0-1,0 0,-1 0,-47 8,46-7,-1-1,1 1,-1-1,0 0,1 0,-1 0,1 0,-1-1,1 0,-1 1,1-1,-1 0,1-1,0 1,-1-1,1 1,0-1,0 0,0 0,0 0,1-1,-1 1,1-1,-1 1,1-1,0 0,0 0,0 0,0 0,0 0,1 0,-1-1,1 1,0 0,0-1,1 1,-1-1,1 1,-1-1,1 0,0-1,6-6,0 1,0 0,1 0,1 1,0 0,0 0,0 1,1 0,0 0,1 1,0 1,0-1,0 2,1-1,0 1,0 1,7-2,0-2,0 1,0 0,0 1,1 2,0 0,0 1,0 0,0 2,0 0,15 2,-31-1,0 1,0-1,0 1,0 0,0 0,0 0,-1 1,1-1,0 0,0 1,-1 0,1 0,-1 0,0 0,1 0,-1 0,0 1,0-1,0 1,-1-1,1 1,-1 0,1-1,-1 1,0 0,0 0,0 0,-1 0,1 0,-1 0,1 0,-1 0,0 3,-5 112,5-115,0-1,0 1,0-1,1 0,-1 1,1-1,0 1,-1-1,1 0,0 0,0 0,1 1,-1-1,0 0,1 0,-1-1,1 1,0 0,-1 0,1-1,0 1,0-1,0 0,0 1,0-1,0 0,1 0,-1 0,0-1,1 1,-1 0,0-1,1 0,-1 1,1-1,0 0,22 0</inkml:trace>
  <inkml:trace contextRef="#ctx0" brushRef="#br0" timeOffset="96871.92">27202 7742,'42'33,"1"-1,1-3,2-2,18 7,-21-12,-1 2,-1 2,-1 2,-1 1,2 5,-33-27,-1-1,-1 1,1 1,-1-1,0 1,-1 0,1 0,-2 1,1-1,-1 1,-1 0,1 0,-2 1,1-1,-1 1,-1-1,1 1,-2 0,1 6,-19 79,17-94,1 0,-1 0,1 0,0 0,0 0,-1 0,1 0,0 1,0-1,0 0,0 0,0 0,1 0,-1 0,0 0,1 1,-1-1,0 0,1 0,-1 0,1 0,-1 0,1 0,0 0,0-1,-1 1,1 0,0 0,0 0,0-1,0 1,0 0,0-1,0 1,0-1,0 1,0-1,0 0,0 1,0-1,0 0,0 0,0 1,1-1,-1 0,0 0,0-1,0 1,0 0,0 0,0 0,1-1,-1 1,62-23,-49 16,0-1,-1-1,0 0,-1 0,0-2,0 0,-1 0,0-1,-1 0,0 0,-1-1,-1-1,0 0,-1 0,5-12,-8-8,-8 38,-1 6,1 1,0 0,1 0,0 0,1 0,0 0,1 0,0 1,1-1,0 5,0-9,1-1,-1 1,1-1,1 0,-1 1,1-1,0 0,1 0,-1 0,1 0,0 0,1 0,-1-1,1 0,0 0,1 0,-1 0,1-1,0 1,0-1,0 0,1-1,-1 1,1-1,0 0,0-1,0 1,0-1,0 0,1-1,-1 0,1 0,-1 0,1-1,-1 1,1-2,3 1,0-2,1-1,-1 1,0-1,0-1,0 0,-1-1,1 1,-1-2,0 1,0-1,-1-1,0 0,0 0,-1 0,1-1,-2 0,1-1,-1 1,0-1,-1 0,0-1,-1 1,0-1,0 0,-1 0,0 0,-1-1,0 1,0-10,-1 1,-1 19,-1 0,1 0,0 1,0-1,0 0,0 0,0 0,-1 0,1 0,0 0,0 0,0 0,0 0,0 0,-1 0,1 0,0 0,0 0,0 0,0 0,-1 0,1 0,0 0,0 0,0 0,0 0,-1 0,1 0,0 0,0 0,0 0,0 0,0 0,-1 0,1-1,0 1,0 0,0 0,0 0,0 0,0 0,0 0,-1-1,1 1,0 0,0 0,0 0,0 0,-4 10,0 1,0 0,1 0,1 0,0 1,0-1,1 1,1-1,0 1,0-1,2 9,-1-15,1 0,-1 0,1 0,-1 0,2 0,-1-1,0 1,1-1,0 1,0-1,0 0,1 0,-1 0,1 0,0-1,0 0,0 1,0-2,1 1,-1 0,1-1,0 0,0 0,0 0,0-1,0 1,0-1,0 0,0-1,0 1,1-1,-1 0,0-1,0 1,0-1,1 0,2-1,5-2,0-1,-1 0,0 0,0-2,0 1,-1-1,0-1,-1 0,1-1,-1 0,-1 0,0-1,0-1,-1 1,0-1,-1 0,-1-1,1 0,-2 0,0 0,0-1,-1 0,-1 0,0 0,0 0,-2 0,1-7,-7-3,4 23,1-1,0 1,-1 0,1 0,0 0,0-1,-1 1,1 0,0 0,-1 0,1 0,0 0,-1 0,1 0,0 0,-1-1,1 1,0 0,-1 0,1 1,0-1,-1 0,1 0,0 0,-1 0,1 0,0 0,-1 0,1 0,0 1,0-1,-1 0,1 0,0 0,-1 1,1-1,0 0,0 0,0 1,-1-1,1 0,0 1,0-1,0 0,0 0,-1 1,1-1,0 0,0 1,0-1,0 0,0 1,0-1,0 0,0 1,0-1,0 0,0 1,0-1,0 0,0 1,1-1,-1 0,-2 5,0-1,0 1,1-1,0 1,0-1,0 1,0 0,1-1,0 1,0 0,0-1,0 1,1 0,0 0,0-1,0 1,0-1,1 1,0-1,0 0,0 0,0 1,1-1,0-1,-1 1,2 0,-1-1,0 1,1-1,-1 0,1 0,0-1,0 1,0-1,0 1,0-1,1-1,-1 1,1-1,-1 1,1-1,2 0,-3-1,0 0,1-1,-1 1,0-1,0 0,1 0,-1 0,0-1,0 1,0-1,-1 0,1 0,0 0,-1-1,1 1,-1-1,0 0,0 0,0 0,0 0,0-1,-1 1,1-1,-1 0,0 1,0-1,0 0,-1 0,1-1,29-123,-26 111,-6 52,1-20,-16 325,-18 21,-9 160,35-398,4-111,0-32,-19-317,14 207,5 0,7 0,13-83,-14 191,2 1,1-1,0 1,2 0,8-17,-14 35,0 0,0 0,0 0,0 0,1 1,0-1,-1 0,1 1,0 0,0-1,0 1,1 0,-1 0,0 0,1 0,-1 0,1 1,0-1,0 1,-1 0,1 0,0 0,0 0,0 0,0 1,0-1,0 1,0 0,1 0,-1 0,0 0,0 0,0 1,0 0,0-1,0 1,0 0,1 1,19 11,-1 0,-1 2,0 0,-1 2,0 0,-2 1,0 1,5 8,-17-21,100 121,-106-127,1 1,0 0,0-1,0 1,-1-1,1 1,0 0,-1 0,1-1,0 1,-1 0,1 0,-1 0,0 0,1 0,-1 0,0 0,1 0,-1-1,0 1,0 0,0 0,0 0,0 0,0 0,0 0,0 0,0 0,0 0,-1 0,1 0,0 0,-1 0,1 0,-1 0,1 0,-1-1,1 1,-1 0,0 0,1 0,-1-1,0 1,1 0,-1-1,0 1,0-1,0 1,0-1,0 1,1-1,-1 0,0 1,0-1,0 0,0 0,0 0,0 0,0 0,0 0,0 0,0 0,0 0,0 0,0 0,0-1,-11-2,0 0,0-1,1 0,-1-1,1 0,1-1,-1-1,1 1,0-2,0 1,1-1,0-1,-5-5,11 11,0 0,-1 0,1 0,0-1,1 1,-1-1,1 1,0-1,-1 0,2 0,-1 0,0 0,1 0,0 0,0-1,0 1,0 0,1-1,-1 1,1 0,0-1,1 1,-1 0,1-1,0 1,1-3,4-2,0 0,1 1,0 0,1 1,0 0,0 0,0 0,1 1,0 0,0 1,0 0,1 0,0 1,4-1,-1-1,83-37,144-77,-219 107,0-2,-1 0,-1-1,0 0,-1-2,-1 0,0-1,-2-1,8-12,-17 22,-1 0,1-1,-2 0,0 0,0 0,-1 0,0-1,-1 1,0-1,-1 0,0-11,-1 18,0-1,0 1,-1 0,0 0,0 0,-1 0,1 0,-1 0,0 0,0 0,-1 1,1-1,-1 1,0 0,0-1,-1 1,1 1,-1-1,0 0,0 1,0 0,0 0,0 0,-1 1,0-1,1 1,-5-1,5 1,-1 1,1-1,0 1,-1 0,1 1,0-1,-1 1,1 0,-1 0,1 0,-1 1,1-1,0 1,-1 0,1 0,0 1,0 0,0-1,0 1,0 0,0 1,0-1,1 1,-1 0,1 0,0 0,0 0,0 0,0 1,0-1,1 1,-1 0,1 0,0 0,-5 9,1 1,0 1,0-1,2 1,0 0,0 0,1 0,1 0,1 7,1 17,2-1,2 0,2 0,1 0,2 0,1-1,2-1,2 0,1 0,1-2,3 0,0-1,18 21,-25-36,1-2,0 1,1-2,1 0,1 0,5 2,-17-13,0-1,1 0,-1 0,0-1,1 1,0-1,0 0,0 0,0-1,0 1,0-1,0 0,0-1,0 1,1-1,-1 0,0 0,0-1,0 1,0-1,1 0,-1-1,0 1,0-1,-1 0,1 0,4-3,4-5,-1-1,0 0,0-1,-1-1,-1 1,0-2,-1 1,0-1,-1-1,-1 0,0 0,-1 0,0-1,0-5,7-55,-12 74,-1 0,0 0,0 0,-1-1,1 1,0 0,-1 0,1 0,-1 0,0 0,1 0,-1 0,0 0,0 0,-1 0,1 1,0-1,0 0,-1 1,1-1,-1 1,0-1,1 1,-1 0,0 0,0 0,0 0,1 0,-1 0,0 0,-1 0,1 1,-1-1,-3 1,0 1,0 0,0 0,0 1,0-1,0 1,0 0,1 1,-1 0,1 0,0 0,0 0,0 1,0-1,1 1,-1 1,1-1,0 1,0-1,1 1,-1 0,1 0,0 1,0-1,1 1,0-1,0 1,0 1,-1 1,1-1,1 0,-1 1,1-1,1 1,-1-1,1 1,1-1,-1 1,1-1,1 1,-1-1,1 0,1 1,-1-1,1 0,0-1,1 1,-1 0,1-1,1 0,-1 0,1 0,0 0,1-1,-1 0,1 0,0 0,0-1,7 4,4 1,0-1,1-1,0 0,0-1,0-1,1-1,0-1,17 1,21 2</inkml:trace>
  <inkml:trace contextRef="#ctx0" brushRef="#br0" timeOffset="97128.275">30690 8532,'-2'-3,"-1"0</inkml:trace>
  <inkml:trace contextRef="#ctx0" brushRef="#br0" timeOffset="100703.034">24234 7341,'20'0,"30"-2,34-3,34-3,24 0,11 3,-5 8,-27 2</inkml:trace>
  <inkml:trace contextRef="#ctx0" brushRef="#br0" timeOffset="101699.415">24501 10790,'14'0,"20"-2,25-1,27-2,24 0,19 0,7 4,-7 2,-27 1</inkml:trace>
  <inkml:trace contextRef="#ctx0" brushRef="#br0" timeOffset="102721.745">26306 10457,'-3'20,"-2"23,-1 22,1 21,4 13,3 11,5 5,2-4,1-20</inkml:trace>
  <inkml:trace contextRef="#ctx0" brushRef="#br0" timeOffset="103308.18">26185 10751,'-1'-5,"0"0,0 0,1 0,-1 0,1-1,0 1,1 0,-1 0,1 0,0 0,0 0,1 0,-1 0,1 1,0-1,1 0,-1 1,1 0,-1-1,2 1,-1 0,0 0,1 1,-1-1,1 1,0 0,1-1,8-2,0 2,0-1,0 1,1 1,-1 1,1 0,0 0,0 2,-1-1,1 2,0 0,0 0,-1 2,1 0,-1 0,1 1,-1 0,0 2,-1-1,5 4,-10-5,0 0,0 1,0 0,0 0,-1 0,0 1,0 0,-1 1,4 4,-7-9,0 1,-1-1,1 0,-1 1,0 0,0-1,0 1,0 0,0-1,-1 1,1 0,-1 0,0-1,0 1,0 0,0 0,0 0,0 0,-1-1,1 1,-1 0,0 0,0-1,0 1,0-1,-1 1,1-1,-1 1,-1 1,-5 3,0 0,0 0,-1 0,0-1,0-1,-1 0,1 0,-1-1,0 0,-1 0,1-1,-1-1,-7 1,5 1,0-1,-1-1,1 0,0-1,-1 0,0-1,1-1,-1 0,1 0,-8-3,20 4,-1 0,1 0,-1-1,1 1,-1 0,1-1,-1 1,1 0,-1-1,1 0,-1 1,1-1,0 0,-1 0,1 0,0 0,0 0,0 0,0 0,0 0,0-1,0 1,0 0,0-1,0 1,1 0,-1-1,0 1,1-1,0 1,-1-1,1 1,0-1,0 1,-1-1,1 0,0 1,1-1,-1 1,0-1,0 1,1-1,-1 1,1-1,-1 1,1-1,0 1,-1 0,1-1,0 1,0 0,1-1,7-6,2 1,-1 1,1-1,-1 2,2-1,-1 2,0-1,1 2,0-1,0 2,0 0,11-1,-21 3,22-5,1 1,-1 1,1 1,0 2,0 0,0 1,-1 2,1 1,0 0,-1 2,0 1,6 3,-29-10,1 1,0-1,0 1,0-1,0 1,0 0,-1 0,1 0,0 0,-1 0,1 0,-1 0,1 0,-1 1,1-1,-1 0,0 1,0-1,0 1,0 0,0-1,0 1,0 0,0 0,-1 0,1-1,-1 1,1 0,-1 0,0 0,0 0,0 0,0 0,0 0,0 0,0 0,-4 2,1 1,-1-1,0-1,0 1,0 0,0-1,-1 0,1 0,-1 0,0-1,0 1,0-1,-4 1,-19 10,27-13,1 1,-1-1,1 0,-1 0,1 1,-1-1,1 0,-1 0,1 1,-1-1,1 1,-1-1,1 0,-1 1,1-1,0 1,-1-1,1 1,0-1,0 1,-1-1,1 1,0 0,0-1,0 1,-1-1,1 1,0-1,0 1,0 0,0-1,0 1,0-1,0 1,1 0,-1-1,0 1,0-1,0 1,1-1,-1 1,0-1,0 1,1-1,-1 1,0-1,1 1,-1-1,1 1,-1-1,1 0,-1 1,1-1,-1 0,1 1,-1-1,1 0,-1 0,1 1,-1-1,1 0,0 0,-1 0,1 0,-1 0,1 0,42 14,-27-10,1-1,0-1,0 0,0-1,0-1,0-1,0 0,0-1,0-1,0 0,6-3,-18 2,1 0,0-1,-1 1,0-1,0 0,0 0,-1-1,0 0,0 1,0-1,-1 0,0-1,0 1,0-1,-1 1,0-1,0 0,-1 0,0 0,0 0,0 0,-1 0,0 0,-1 0,1 0,-1 0,-1 0,1 1,-1-1,0 0,-1 1,0-1,0 0,1 3,1 1,-1-1,0 1,0-1,0 1,0 0,-1 0,0 0,1 0,-1 0,0 0,0 1,0-1,-1 1,1 0,-1 0,1 1,-1-1,1 0,-1 1,0 0,0 0,0 0,0 1,0-1,0 1,0 0,0 0,1 0,-1 1,0-1,0 1,0 0,0 0,0 0,1 1,-1-1,0 1,-2 2,0-1,0 0,0 0,1 1,-1 0,1 0,0 0,0 1,0-1,1 1,0 0,0 1,0-1,0 1,1 0,0-1,0 2,1-1,-1 0,1 0,1 1,-1-1,1 1,0-1,1 6,3 24</inkml:trace>
  <inkml:trace contextRef="#ctx0" brushRef="#br0" timeOffset="103702.639">27202 10897,'100'-304,"-72"207,-5 0,-4-1,-4-1,1-82,-16 167,1 7,0 0,-1 0,0-1,0 1,-1 0,0 0,0 0,0 0,-1 0,0 0,-1 0,-2-5,4 12,0-1,0 1,0 0,-1 0,1-1,0 1,0 0,0 0,-1 0,1 1,0-1,0 0,0 0,-1 1,1-1,0 0,0 1,0-1,0 1,0 0,0-1,0 1,0 0,0-1,0 1,0 0,0 0,1 0,-1 0,0 0,1 0,-1 0,1 0,-1 0,1 0,-1 0,1 1,0-1,-1 0,1 0,0 0,0 1,0-1,0 1,-8 25,1 0,2 0,1 0,1 1,1 0,1 16,1-31,13 518,-13-504,-1-15,0 0,1 1,0-1,1 0,1 1,0-1,1 0,0 0,0 0,1-1,1 1,0-1,5 7,-6-14,0 0,1 0,0-1,-1 1,1-1,1-1,-1 1,0-1,0 0,1 0,-1 0,1-1,0 1,0-2,-1 1,1 0,0-1,0 0,-1-1,1 1,0-1,0 0,-1-1,2 0,28-7</inkml:trace>
  <inkml:trace contextRef="#ctx0" brushRef="#br0" timeOffset="103956.59">26988 10256,'27'0,"30"2,30 3,29 3,23 1,13-2,-20-2</inkml:trace>
  <inkml:trace contextRef="#ctx0" brushRef="#br0" timeOffset="104521.637">28793 10376,'6'2,"1"1,0-1,0-1,0 1,0-1,0-1,1 1,-1-1,0 0,0-1,0 0,2 0,-3 0,21-2,0-1,0-1,0-2,-1-1,0-1,0-1,-1-1,0-1,2-3,-15 8,-1 0,0-1,0-1,0 1,-1-1,-1-1,1 0,-2-1,1 1,-2-1,1-1,-2 0,1 0,-2 0,1-1,-2 1,0-1,0-1,0-4,-3 15,0 0,0 0,-1 0,1 0,-1 0,1 0,-1 0,0-1,-1 1,1 0,0 0,-1 0,1 0,-1 0,0 0,0 0,0 0,-1 1,1-1,-1 0,1 0,-1 1,0-1,0 1,0 0,0 0,-1 0,1 0,-1 0,1 0,-1 0,0 1,1-1,-1 1,0 0,0 0,0 0,0 0,0 0,0 1,0-1,0 1,0 0,0 0,0 0,-1 1,1-1,-5 2,1 1,0-1,-1 2,1-1,1 1,-1 0,0 0,1 1,0-1,0 2,0-1,1 1,0-1,0 2,0-1,-2 4,-4 8,0 0,2 1,0 0,0 0,-3 16,1 6,1 1,2 0,2 0,2 1,2 0,1-1,4 25,11 65,24 101,4 24,-39-239,0 0,-2 1,0-1,-1 1,-1-1,0 1,-2-1,0 1,-1-1,-1 0,-4 8,-15 18</inkml:trace>
  <inkml:trace contextRef="#ctx0" brushRef="#br0" timeOffset="104871.699">28806 10764,'114'-16,"-1"-6,-1-4,-1-5,-2-5,-1-5,46-26,-154 67,-1 0,1 1,0-1,0 1,0-1,0 0,0 1,0-1,0 1,0-1,0 1,0-1,0 0,0 1,1-1,-1 1,0-1,0 0,0 1,1-1,-1 0,0 1,0-1,1 0,-1 1,0-1,0 0,1 1,-1-1,0 0,1 0,-1 1,1-1,-1 0,0 0,1 0,-1 0,1 0,-1 1,0-1,1 0,-1 0,1 0,-1 0,1 0,-5 8,-3 10,0 1,1-1,1 1,1 1,1-1,0 0,2 1,0 16,1-26,1 0,0 0,0 0,1 0,0-1,0 1,1 0,1-1,0 0,0 0,0 0,1 0,1-1,-1 1,2-1,-1-1,1 1,1 0,15 9</inkml:trace>
  <inkml:trace contextRef="#ctx0" brushRef="#br0" timeOffset="105116.739">29755 10096,'-12'16,"-3"9,1 2</inkml:trace>
  <inkml:trace contextRef="#ctx0" brushRef="#br0" timeOffset="110221.481">26681 12435,'0'3,"2"4,3 9,5 8,8 9,8 8,8 9,10 4,7 5,3 1,0-2,-6-5,-5-7,-11-8,-10-9,-14-12,-8-8</inkml:trace>
  <inkml:trace contextRef="#ctx0" brushRef="#br0" timeOffset="110493.285">27095 12408,'-5'-2,"-5"6,-9 13,-8 16,-7 16,-8 12,-6 11,-4 3,1 1,6-3,11-8,11-10,10-14</inkml:trace>
  <inkml:trace contextRef="#ctx0" brushRef="#br0" timeOffset="111024.245">27308 13103,'17'-23,"12"-15,-1-1,-2-1,-2-1,-2-1,-1-1,7-26,-21 45,-13 149,11-52,3 0,4 0,11 36,16 107,-41-222,-1-4</inkml:trace>
  <inkml:trace contextRef="#ctx0" brushRef="#br0" timeOffset="112038.069">28258 12556,'3'3,"0"0,1 0,-1 0,1 0,0 0,0-1,0 0,0 1,0-2,1 1,-1 0,0-1,1 0,0 0,-1 0,1 0,0-1,-3-1,-1 0,1 0,-1-1,1 1,-1 0,0-1,1 1,-1-1,0 0,0 1,0-1,0 0,-1 1,1-1,0 0,-1 0,1 0,-1 0,0 0,1 0,-1 0,0 0,0 1,0-1,-1 0,1 0,0 0,-1 0,1 0,-1 0,0 0,1 1,-1-1,0 0,0 1,0-1,0 0,-2-2,1-1,-1 0,0 1,0 0,-1 0,1 0,-1 0,0 0,0 1,0-1,0 1,0 0,-1 0,0 1,4 1,0 1,0 0,0 0,0-1,0 1,0 0,1 0,-1 0,0 0,0 0,0 0,0 1,0-1,0 0,0 0,0 1,0-1,1 0,-1 1,0-1,0 1,0-1,1 1,-1 0,0-1,1 1,-1-1,0 1,1 0,-1 0,1-1,-1 1,1 0,0 0,-1 0,1 0,0 0,-1-1,1 1,0 0,0 0,0 0,0 0,0 0,0 0,0 0,0 0,0 0,0 0,3 47,2-19</inkml:trace>
  <inkml:trace contextRef="#ctx0" brushRef="#br0" timeOffset="112306.43">28297 12889,'21'16,"18"10,13 7,12 5,7 3,-3 1,-10 0,-15 3,-22-1,-27 3,-34-1,-33-4,-26-5,3-11</inkml:trace>
  <inkml:trace contextRef="#ctx0" brushRef="#br0" timeOffset="112704.897">29194 12395,'0'16,"4"14,9 11,11 11,13 4,11 5,9-1,4-2,-4-4,-7-7,-12-6,-12-9,-16-9,-16-8,-7-8</inkml:trace>
  <inkml:trace contextRef="#ctx0" brushRef="#br0" timeOffset="112959.866">29527 12448,'-20'25,"-16"22,-14 19,-6 14,-4 9,2 4,6-3,13-17</inkml:trace>
  <inkml:trace contextRef="#ctx0" brushRef="#br0" timeOffset="113223.161">29875 13077,'59'-274,"-54"254,0 32,13 259,29-58,-42-185</inkml:trace>
  <inkml:trace contextRef="#ctx0" brushRef="#br0" timeOffset="113635.089">29033 11914,'23'8,"84"10,1-5,1-4,65-5,-135-3,303 1,-377-4,45 2</inkml:trace>
  <inkml:trace contextRef="#ctx0" brushRef="#br0" timeOffset="114352.225">31078 12663,'-12'-9,"4"3,0 0,0 0,-1 1,1 0,-1 0,-1 1,1 0,0 1,-1 0,0 1,0 0,0 0,0 1,4 2,20-3,-12 1,-1 1,1 0,-1-1,1 1,-1-1,1 1,-1-1,0 0,1 0,-1 0,0 0,1 0,-1 0,0 0,0 0,0 0,0 0,0 0,0-1,-1 1,1 0,0-1,-1 1,1-1,0 1,-1-1,0 1,1-1,-1 1,0-1,0 1,0-1,0 1,0-1,0 0,0 1,-1-1,1 1,-1-1,1 1,-1-1,1 1,-1 0,0-1,0 1,1 0,-1-1,0 1,0 0,0 0,-1 0,1 0,0 0,0 0,0 0,-2 0,1 0,-1 0,0 1,1 0,-1-1,1 1,-1 0,0 0,1 1,-1-1,0 0,1 1,-1 0,1-1,-1 1,1 0,-1 1,1-1,0 0,-1 0,1 1,0 0,0-1,0 1,0 0,0 0,1 0,-1 0,1 0,-1 0,1 1,0-1,0 1,0-1,0 0,0 1,0 0,1-1,-1 1,1-1,-4 18</inkml:trace>
  <inkml:trace contextRef="#ctx0" brushRef="#br0" timeOffset="117803.256">30984 13077,'5'9,"3"15,6 16,0 15,-3 12,-9 13,-22 9,-36 7,-10-13</inkml:trace>
  <inkml:trace contextRef="#ctx0" brushRef="#br0" timeOffset="118741.298">27215 14360,'-11'12,"0"0,0 1,2 0,0 1,0 0,1 0,1 0,0 1,1 1,0-1,2 1,0 0,0 0,2 0,0 0,1 0,0 1,1-1,1 0,1 1,1 1,-1-3,1 0,0-1,1 1,1-1,0 0,1 0,1-1,0 0,0 0,1 0,1-1,1 0,-1-1,2 0,-1-1,1 0,1 0,0-1,0-1,1 0,0-1,1 0,-1-1,1 0,8 1,-16-6,-1 0,0-1,1 0,-1 0,1 0,-1-1,0 1,1-1,-1-1,0 1,0-1,0 0,0 0,0 0,0-1,-1 0,1 0,-1 0,0 0,0-1,0 1,0-1,0 0,-1 0,0-1,0 1,0-1,0 1,-1-1,0 0,0 0,0 0,0 0,-1-1,0 1,0-2,4-20,-2 0,-1 0,-1 0,-1-1,-2 1,0 0,-2 0,-1 0,-1 0,-2 1,-5-14,8 23,-1 1,0-1,-1 1,-1 1,0-1,-1 1,-1 1,0 0,-1 0,0 1,-1 0,-12-9,21 19,-1 0,-1 1,1-1,0 1,-1 0,1 0,-1 1,0-1,1 1,-1 0,0 0,0 0,0 1,0 0,1 0,-1 0,0 0,0 1,0 0,0 0,1 0,-1 1,0-1,1 1,-1 0,1 0,0 1,0 0,0-1,0 1,0 1,0-1,1 0,-2 2,-3 6,-1 0,2 1,0 0,0 0,1 0,1 1,0-1,0 1,1 1,1 0,-13 62</inkml:trace>
  <inkml:trace contextRef="#ctx0" brushRef="#br0" timeOffset="119258.332">28258 14507,'-14'53,"14"-52,0 0,0 0,0 1,0-1,0 0,0 0,0 0,0 0,0 1,1-1,-1 0,0 0,1 0,-1 0,1 0,-1 0,1 0,0 0,-1 0,1 0,0 0,0 0,0 0,-1-1,1 1,0 0,0 0,0-1,0 1,0-1,0 1,1-1,-1 1,0-1,0 0,0 0,0 1,0-1,1 0,-1 0,0 0,0 0,1-1,2 1,0-1,-1 0,1-1,-1 1,1 0,-1-1,1 0,-1 0,0 0,0 0,0-1,0 1,-1-1,1 0,0 1,-1-1,0 0,0-1,0 1,0 0,0 0,0-2,23-82,-28 47,3 39,0 0,-1 0,1 1,0-1,0 0,0 0,-1 0,1 1,0-1,-1 0,1 0,-1 1,1-1,-1 0,1 1,-1-1,1 0,-1 1,0-1,1 1,-1-1,0 1,0-1,1 1,-1 0,0-1,0 1,0 0,1-1,-1 1,0 0,0 0,0 0,0 0,0 0,1 0,-1 0,0 0,0 0,0 0,0 1,0-1,-2 3,-1-1,1 1,0 0,0 0,1 0,-1 1,1-1,0 1,-1-1,1 1,1 0,-1-1,1 1,-1 0,1 0,0 0,0 0,1 4,-1-5,-7 34</inkml:trace>
  <inkml:trace contextRef="#ctx0" brushRef="#br0" timeOffset="119503.264">28365 14962,'5'20,"5"14,6 10,5 7,3 4,0-1,-4-1,-10 3,-16 0,-20 0,-22 0,-19-8,3-12</inkml:trace>
  <inkml:trace contextRef="#ctx0" brushRef="#br0" timeOffset="120134.655">29368 14588,'184'-372,"-183"369,9-17,-10 21,0-1,0 0,0 0,0 0,0 0,0 1,0-1,0 0,0 0,0 0,1 1,-1-1,0 0,0 0,0 0,0 0,0 0,0 1,0-1,1 0,-1 0,0 0,0 0,0 0,0 0,1 0,-1 1,0-1,0 0,0 0,0 0,1 0,-1 0,0 0,0 0,0 0,1 0,-1 0,0 0,0 0,0 0,0 0,1 0,-1 0,0 0,0 0,0-1,1 1,-1 0,0 0,0 0,0 0,0 0,0 0,1 0,-1-1,0 1,3 111,32 107,-23-164,-3 0,-1 0,-4 1,-1 31,-2-78,-1 0,-1 0,0 0,0 1,0-1,-1 0,0 0,-1-1,0 1,0 0,0-1,-1 0,0 0,-1 0,0 0,0 0,0-1,-1 0,0 0,0-1,0 0,-1 0,1 0,-1-1,0 0,-1 0,-6 2,12-5,-1 0,1 0,0-1,0 1,0-1,-1 0,1 0,0 0,0 0,-1 0,1 0,0-1,0 1,0-1,0 1,-1-1,1 0,0 0,0 0,0 0,0 0,0 0,-1-2,3 3,0-1,0 0,0 0,1 0,-1 0,0 0,0 0,0 1,1-1,-1 0,0 0,1 0,-1 1,1-1,-1 0,1 0,0 1,-1-1,1 0,-1 1,1-1,0 1,0-1,-1 1,1-1,0 1,0-1,0 1,-1 0,1 0,0-1,0 1,0 0,0 0,0 0,0 0,-1 0,1 0,0 0,0 0,0 0,0 1,0-1,0 0,-1 0,1 1,0-1,0 1,259 16,-81-9,-102-6</inkml:trace>
  <inkml:trace contextRef="#ctx0" brushRef="#br0" timeOffset="120803.438">30704 14962,'12'16,"10"14,8 9,6 7,1 2,-3 0,-5 1,-7-1,-18 1,-24 0,-34 2,-40-2,-3-9</inkml:trace>
  <inkml:trace contextRef="#ctx0" brushRef="#br0" timeOffset="120556.528">30638 14307,'-5'0,"-1"2,-2 3,0 3,2 5,2 4,-1 5,0-2</inkml:trace>
  <inkml:trace contextRef="#ctx0" brushRef="#br0" timeOffset="122054.095">30531 14387,'0'1,"1"1,-1-1,1 1,0-1,0 0,0 1,0-1,0 0,0 0,0 0,0 0,0 0,0 0,1 0,-1 0,0 0,1 0,-1-1,1 1,-1 0,1-1,-1 0,1 1,-1-1,1 0,-1 1,1-1,0 0,-1 0,1-1,-1 1,1 0,-1 0,1-1,0 1,-1-1,0 1,1-1,-1 0,1 0,-1 1,0-1,1 0,-1 0,0 0,0 0,1-1,-1 1,0 0,0 0,-1 0,1 0,0 0,-1-1,1 1,0 0,-1 0,1 0,-1 0,0-1,1 1,-1 0,0-1,0 1,0 0,0 0,0-1,0 1,0 0,0-1,-1 1,1 0,0 0,-1-1,1 1,-1 0,1 0,-1 0,0 0,1 0,-1 0,0 0,0 0,0 0,0 0,0 0,0 0,0 0,0 1,0-1,0 0,0 1,-1-1,1 1,0 0,0-1,0 1,-1 0,1 0,0-1,-1 1,1 0,0 0,-1 0,1 1,0-1,0 0,-2 1,3 0,-1-1,0 1,0 0,0 0,1 0,-1 0,0 0,1 0,-1 0,1 0,-1 1,1-1,-1 0,1 0,0 0,0 0,0 1,-1-1,1 0,0 0,0 1,1-1,-1 0,0 0,0 0,1 1,-1-1,0 0,1 0,-1 0,1 0,0 0,-1 0,1 0,0 0,0 0,-1 0,1 0,0 0,0-1,0 1,0 0,0-1,0 1,0 0,1-1,-1 0,1 1,2 3,0-1,0 0,1 0,0-1,-1 1,1-1,0 0,0 0,0-1,1 1,-1-1,0 0,0-1,1 1,-1-1,0 0,5-1,-7-1,-1 0,1 0,-1-1,0 1,0-1,0 1,-1-1,1 1,0-1,-1 0,0 0,1 0,-1 0,-1 0,1 0,0 0,-1-1,1 1,-1 0,0 0,0 0,0-1,-1 1,1 0,-1 0,0 0,0-3,-12-31,13 36,0 1,0-1,-1 0,1 1,0-1,-1 0,1 1,-1-1,1 1,-1-1,1 0,-1 1,1 0,-1-1,1 1,-1-1,1 1,-1 0,0-1,1 1,-1 0,0-1,1 1,-1 0,0 0,0 0,1 0,-1 0,0 0,1 0,-1 0,0 0,0 0,1 0,-1 0,0 0,1 1,-1-1,0 0,1 0,-1 1,0-1,1 1,-1-1,1 0,-1 1,1-1,-1 1,1-1,-1 1,1 0,-35 44,15-17</inkml:trace>
  <inkml:trace contextRef="#ctx0" brushRef="#br0" timeOffset="160571.295">1627 12328,'-6'23,"-6"21,-4 16,-2 12,2 8,4 3,4-3,3-6,3-11,1-16</inkml:trace>
  <inkml:trace contextRef="#ctx0" brushRef="#br0" timeOffset="160844.561">1440 12154,'-3'-4,"2"3,0 0,-1 0,1-1,0 1,-1 0,1-1,0 1,0-1,0 1,0-1,1 1,-1-1,0 0,0 1,1-1,0 0,-1 0,1 1,0-1,-1 0,1 0,0 1,1-1,-1 0,0 0,0 0,1 1,-1-1,1 0,-1 0,1 1,0-1,0 1,0-1,0 1,0-1,0 1,0-1,0 1,0 0,2-1,7-2,0 0,1 1,-1 0,1 1,0 0,0 1,0 0,4 1,32-2,0 1,0 3,0 2,0 3,-1 1,32 10,-66-15,-1 0,0 0,-1 1,1 1,-1 0,1 0,-1 1,-1 0,1 1,3 3,-11-7,-1 0,1 0,0 0,-1 0,1 1,-1-1,0 0,0 1,0-1,-1 1,1-1,-1 0,0 1,0-1,0 1,0-1,-1 1,0-1,1 1,-1-1,0 0,0 1,-1-1,1 0,-1 0,0 0,1 0,-2 0,1 0,0-1,0 1,-1-1,1 1,-1-1,0 0,0 0,0 0,0 0,0-1,0 1,-1-1,-42 29,-2-2,0-3,-2-2,-1-2,-29 8,-10 5,30-10</inkml:trace>
  <inkml:trace contextRef="#ctx0" brushRef="#br0" timeOffset="161157.761">1868 12996,'244'-264,"-242"261,1 0,0-1,-1 1,1-1,-1 1,0-1,0 0,0 0,0 0,-1 0,0 0,0-1,0 1,0-3,-1 6,0-1,0 1,-1 0,1 0,0 0,-1 0,1 0,-1 0,1 1,-1-1,0 0,1 0,-1 0,0 0,1 1,-1-1,0 0,0 1,0-1,0 0,0 1,0-1,0 1,0 0,0-1,0 1,0 0,0-1,0 1,0 0,0 0,0 0,0 0,0 0,0 0,0 0,0 1,-1-1,-42 9,29-4,1 0,0 1,1 1,-1 0,1 1,1 0,-1 1,2 1,-1 0,1 0,1 1,0 0,0 1,1 0,0 1,1-1,0 4,7-14,0 1,0-1,0 1,0 0,1 0,-1-1,1 1,0 0,-1 0,1 0,0 0,1-1,-1 1,1 0,-1 0,1 0,0-1,0 1,0 0,0-1,0 1,1-1,-1 1,1-1,0 0,-1 0,1 0,0 0,1 0,-1 0,0 0,0 0,1-1,-1 0,1 1,-1-1,1 0,0 0,-1 0,1 0,0-1,1 1,23 5,0-1,1-1,-1-1,1-2,0-1,0-1,0-1,7-3,-22 4,92-10</inkml:trace>
  <inkml:trace contextRef="#ctx0" brushRef="#br0" timeOffset="167635.149">1507 14146,'23'-13,"0"1,0 1,1 2,0 0,1 1,0 1,1 2,-1 0,1 2,6 0,-29 2,1 0,0 1,-1-1,1 1,-1 0,1 0,0 0,-1 0,1 0,0 1,-1 0,1 0,-1 0,1 0,-1 0,1 1,-1-1,0 1,0 0,0 0,0 0,0 1,0-1,-1 1,1-1,-1 1,1 0,-1 0,0 0,0 0,-1 0,1 1,-1-1,1 1,-1-1,0 1,0-1,0 3,-5 5,0-1,-1 1,0-1,0 0,-1 0,0-1,-1 0,0 0,-1 0,0-1,0 0,0 0,-1-1,-1-1,1 1,-1-1,-7 3,-20 20,44-23,106 0,4 15,-112-20,1 1,0 0,-1 0,1 1,-1 0,0 0,0 0,0 1,0-1,0 1,-1 0,1 0,-1 1,-1 0,1-1,0 1,-1 0,1 3,-3-3,-1 1,1 0,-1 0,-1 0,1 0,-1-1,0 1,0 0,0 0,-1-1,0 1,0-1,-1 1,1-1,-1 0,0 0,0 0,-1 0,0-1,0 0,0 1,0-1,0-1,-1 1,0 0,0-1,0 0,0-1,-1 1,-13 9,-2-1,1-1,-1 0,-1-2,0-1,0 0,0-2,-1 0,0-2,0 0,-6-2,-27-7,55 5,1 1,-1-1,1 0,-1 1,1-1,0 0,-1 1,1-1,0 0,0 0,0 1,-1-1,1 0,0 1,0-1,0 0,0 0,0 0,0 1,0-1,0 0,1 1,-1-1,0 0,0 0,1 1,-1-1,0 0,1 1,-1-1,1 0,-1 1,1-1,-1 1,1-1,-1 1,1-1,-1 1,1-1,0 1,-1 0,1-1,0 1,-1 0,1-1,0 1,-1 0,1 0,0 0,0 0,-1 0,1-1,0 1,0 1,0-1,-1 0,1 0,0 0,24-9</inkml:trace>
  <inkml:trace contextRef="#ctx0" brushRef="#br0" timeOffset="176090.457">1748 15630,'18'73,"-3"1,3 58,-2-21,2-38,-17-72,-1 0,1 0,-1 0,1 0,0 0,-1 0,1 0,0-1,0 1,0 0,0 0,-1-1,1 1,0 0,0-1,1 1,-1-1,0 1,0-1,0 0,0 1,0-1,0 0,0 0,1 0,-1 0,0 0,0 0,0 0,0 0,1-1,-1 1,0 0,0 0,0-1,0 1,0-1,0 1,0-1,0 0,0 1,0-1,0 0,0 0,40-39,-13-1,-2 0,-2-2,-2-1,-1-1,-3-1,-1 0,-3-2,1-14,-8 44,-2 20,2 66,-5-34,3 1,0-1,3 0,0-1,2 0,8 16,5-1</inkml:trace>
  <inkml:trace contextRef="#ctx0" brushRef="#br0" timeOffset="176435.812">2537 15697,'-1'14,"1"0,0-1,1 1,1-1,0 1,1-1,0 0,1 0,1 0,0 0,0-1,1 1,1-1,0-1,1 0,0 0,1 0,0-1,0 0,1-1,1 0,3 2,-10-8,0-1,0 0,0-1,0 1,0-1,0 0,0 0,1 0,-1 0,0-1,0 0,1 0,-1 0,0 0,1-1,-1 1,0-1,1 0,-1-1,0 1,0-1,0 1,0-1,-1-1,1 1,0 0,-1-1,0 0,1 0,-1 0,0 0,0-1,8-9,-1 0,0 0,-1-1,0 0,-1-1,-1 1,5-17,29-123,-32 194,-7-29,0 0,2-1,-1 1,1-1,1 0,0 0,0 0,1 0,0-1,0 0,1-1,1 1,-1-1,2 0,-1-1,1 0,0-1,6 4,53 24,0-8</inkml:trace>
  <inkml:trace contextRef="#ctx0" brushRef="#br0" timeOffset="164860.245">11053 12970,'0'23,"0"20,-3 16,0 10,-4 8,-4 1,-6-3,-10-5,0-14</inkml:trace>
  <inkml:trace contextRef="#ctx0" brushRef="#br0" timeOffset="165746.916">12095 12756,'2'186,"-9"319,-6-405,13-100,0 1,0 0,0-1,0 1,0-1,0 1,0-1,0 1,0 0,0-1,0 1,0-1,0 1,0-1,-1 1,1-1,0 1,0-1,-1 1,1-1,0 1,-1-1,1 1,0-1,-1 1,1-1,-1 0,1 1,-1-1,1 0,-1 1,1-1,-1 0,1 0,-1 1,1-1,-1 0,1 0,-1 0,0 0,1 0,-1 0,1 0,-1 0,1 0,-1 0,0 0,1 0,-1 0,1-1,-1 1,1 0,-16-29,3-24,2 0,3-1,2 0,2-21,2 51,2 23,-7-88,4 0,3-1,8-41,-6 116,1-1,0 2,1-1,0 0,1 1,6-12,-10 23,1-1,0 1,-1 0,1 0,0 1,0-1,1 0,-1 1,0-1,1 1,0-1,-1 1,1 0,0 0,0 1,0-1,0 1,1-1,-1 1,0 0,1 0,-1 0,0 1,1-1,-1 1,1 0,-1 0,1 0,-1 0,1 1,-1-1,1 1,7 4,-1 0,1 0,-1 1,0 1,-1-1,0 2,0-1,0 1,-1 1,0-1,-1 1,1 1,-2-1,0 1,0 1,3 2,-1 0,0 1,-1 0,-1 1,0-1,1 10,-5-20,-1 0,0-1,-1 1,1 0,-1 0,0 0,1-1,-2 1,1 0,0 0,-1 0,0-1,0 1,0 0,0 0,-1-1,1 1,-1-1,0 0,0 1,0-1,0 0,-1 0,1 0,-1-1,0 1,0 0,0-1,0 0,-1 1,0 0,-1 0,1-1,-1 0,1 0,-1 0,0-1,1 1,-1-1,0 0,0-1,0 1,0-1,0 0,0 0,0 0,0-1,0 0,0 0,0 0,-2-2,5 2,1 0,0 0,0 0,0 0,-1 0,1 0,0 0,1-1,-1 1,0 0,0-1,0 1,1-1,-1 1,1-1,-1 1,1-1,0 1,0-1,-1 1,1-1,0 1,0-1,1 0,-1 1,0-1,0 1,1-1,-1 1,1-1,-1 1,1-1,1 0,29-51,-28 49,255-342,-231 304,-2 0,-2-1,-2-2,-2 0,-1-1,-3-1,-2 0,5-36,-21-2,3 83,-1 0,1-1,-1 1,0-1,0 1,0 0,0-1,0 1,0 0,-1 0,1 0,-1 0,0 0,1 0,-1 0,0 1,0-1,0 1,0-1,0 1,0 0,-1 0,1 0,0 0,-1 0,1 0,0 0,-1 1,1 0,-3-1,1 1,0 1,0-1,0 1,0 0,0 0,0 0,0 1,0-1,1 1,-1 0,0 0,1 0,0 1,-1-1,1 1,0 0,1 0,-1 0,0 0,1 0,-1 0,0 2,-37 87,33-49,2 0,2 0,2 0,1 1,3-1,1 0,3 0,1-1,2 0,2 0,1-1,16 31,-5-8,3-1,2-1,27 41,-46-88</inkml:trace>
  <inkml:trace contextRef="#ctx0" brushRef="#br0" timeOffset="165987.298">12175 12408,'21'0,"29"5,29 3,30 5,22 6,10 0,-21-2</inkml:trace>
  <inkml:trace contextRef="#ctx0" brushRef="#br0" timeOffset="166318.036">12884 12850,'5'0,"137"11,-135-9,-1 0,1 0,0 0,-1 1,1 0,-1 0,0 1,0 0,0 0,-1 0,1 1,-1 0,0 0,0 0,-1 0,1 1,-1 0,2 5,0 2,-1 0,0 1,-1-1,-1 1,0 0,0 0,-2 1,0-1,0 0,-2 0,0 1,0-1,-1 0,-3 9,-2-5,6-18,1 0,-1 0,1 0,-1 0,1 0,-1-1,1 1,-1 0,1 0,-1 0,1-1,-1 1,1 0,0-1,-1 1,1 0,-1-1,1 1,0 0,-1-1,1 1,0-1,-1 1,1-1,0 1,0-1,0 1,-1-1,1 1,0-1,0 1,0-1,0 1,0-1,0 1,0-1,0 1,0-1,0 0,0 1,0-1,0 1,1-1,-1 1,-4-47,3-1,2 1,2-1,1 1,3 0,12-42,-16 76,-2 6,0 1,0-1,0 1,1-1,0 1,1 0,-1 0,1 0,1 0,-1 0,1 1,0-1,-2 5,0 0,0 0,0 1,0-1,0 1,0-1,0 1,0 0,0 0,0 0,0 0,0 0,0 0,0 1,0-1,0 1,0-1,0 1,0 0,0 0,0 0,0 0,0 0,-1 0,1 0,0 1,0 0,6 2,21 12,1-2,1-2,0 0,1-2,0-1,14 1,-4-4</inkml:trace>
  <inkml:trace contextRef="#ctx0" brushRef="#br0" timeOffset="172738.966">11039 14775,'118'-395,"-95"330,-23 65,0-1,1 1,-1-1,1 1,-1 0,1-1,-1 1,1-1,-1 1,1 0,-1-1,1 1,-1 0,1 0,0 0,-1-1,1 1,-1 0,1 0,0 0,-1 0,1 0,-1 0,1 0,0 0,-1 0,1 0,0 1,-1-1,1 0,-1 0,1 0,-1 1,1-1,0 0,-1 1,1-1,-1 0,0 1,1-1,-1 1,1-1,-1 1,1-1,-1 1,0-1,0 1,1-1,-1 1,0 0,0-1,1 1,120 158,4-14,-124-145,-1 1,1-1,-1 1,1 0,-1-1,1 1,-1 0,1-1,-1 1,0 0,1-1,-1 1,0 0,1 0,-1-1,0 1,0 0,0 0,0 0,0-1,0 1,0 0,0 0,0-1,0 1,-1 0,1 0,0 0,0-1,-1 1,1 0,0-1,-1 1,1 0,-1-1,1 1,-1 0,1-1,-1 1,0-1,1 1,-1-1,1 1,-1-1,0 0,0 1,1-1,-1 0,-41 3,34-5,-1 0,1 0,0-1,0 0,0 0,0-1,0 0,1-1,-1 1,-4-5,10 7,0 1,0-1,0 0,0 1,0-1,0 0,0 0,0-1,1 1,-1 0,1-1,0 1,0 0,0-1,0 0,0 1,0-1,1 1,-1-1,1 0,0 0,-1 1,1-1,1 0,-1 1,0-1,1 0,-1 0,1 1,0-1,0 1,0-1,0 1,0-1,1 0,7-6,1 0,0 1,0 0,1 1,0 0,1 1,-1 0,1 1,0 0,0 1,1 0,-1 1,1 0,0 1,8 0,6-4,1 1,0 2,-1 1,2 1,-1 2,-1 0,3 2,-28-3,0 0,1 0,-1 0,0 1,0-1,0 0,0 1,0-1,0 1,0 0,0 0,0 0,0 0,0 0,0 0,0 0,-1 1,1-1,0 1,-1-1,1 1,-1-1,0 1,0 0,1 0,-1 0,0 0,-1 0,1 0,0 0,0 0,-1 0,0 0,1 0,-1 0,0 0,0 1,0-1,0 0,0 0,0 0,-1 0,1 1,-39 85,39-85,1 0,0-1,0 1,-1 0,2-1,-1 1,0-1,0 1,1-1,-1 0,1 1,0-1,0 0,0 0,0 0,0-1,0 1,0 0,1-1,-1 1,1-1,-1 0,1 0,-1 0,1 0,0 0,-1-1,1 1,0-1,0 1,-1-1,1 0,0 0,1-1,8 4,-1-1,0 0,1-1,-1 0,1-1,-1-1,0 1,1-2,-1 0,0 0,1-1,-1 0,-1-1,1 0,0-1,-1 0,0 0,0-1,-1-1,0 0,0 0,0 0,-1-1,0-1,-1 0,1 0,-2 0,1 0,-1-1,-1 0,0-1,1-3,-3 5,-1 0,0-1,0 1,-1-1,-1 1,1-1,-1 0,-1 1,-1-7,2 17,0-1,0 1,-1-1,1 1,0-1,0 0,-1 1,1-1,0 0,-1 1,1-1,-1 0,1 1,0-1,-1 0,1 0,-1 1,1-1,-1 0,1 0,-1 0,1 0,-1 0,1 0,-1 0,1 0,-1 0,1 0,-1 0,1 0,-1 0,1 0,-1 0,1 0,-1 0,1-1,0 1,-1 0,1 0,-1-1,1 1,-1 0,1-1,0 1,-1 0,1-1,0 1,-1-1,1 1,0 0,0-1,-1 1,1-1,-2 8,0 0,0 0,1 0,0 0,0 0,0 1,1-1,0 0,1 0,0 0,0 0,0 1,1-1,0-1,0 1,1 0,0 0,0-1,1 0,-1 1,1-1,1-1,-1 1,1-1,0 1,0-1,1-1,-1 1,1-1,0 0,2 1,35 12,-1-7</inkml:trace>
  <inkml:trace contextRef="#ctx0" brushRef="#br0" timeOffset="173120.673">12483 14187,'1'1,"0"1,1 0,-1 0,1-1,-1 1,1-1,0 1,0-1,0 0,0 0,0 0,0 0,0 0,0 0,0 0,0-1,0 1,0-1,1 0,-1 1,1-1,0 0,13 3,1 0,-1-2,1 0,-1-1,0 0,1-2,-1 0,0 0,1-2,-2 0,1-1,0 0,-1-2,0 1,0-2,-1 0,0-1,-1 0,0-1,0-1,-1 0,0 0,-1-1,0-1,-1 0,0 0,-1-1,2-6,-4 7,-1 1,0-1,-1 0,-1 0,0-1,-1 1,0-1,-1 0,0 1,-1-1,-1 0,-1 0,1 0,-3-4,3 16,0 0,0 0,0 0,-1-1,1 1,-1 0,0 0,1 0,-1 0,0 0,0 0,0 0,-1 1,1-1,0 0,-1 1,1-1,-1 1,1-1,-1 1,0-1,0 1,1 0,-1 0,0 0,0 0,0 1,0-1,0 0,-1 1,1-1,0 1,0 0,0 0,0 0,0 0,-1 0,1 0,0 0,0 1,0-1,0 1,0 0,0-1,0 1,0 0,0 0,0 0,0 1,0-1,1 0,-1 1,0 0,-10 10,2 1,0 0,1 0,0 1,1 0,0 1,1 0,1 0,0 0,1 1,0 4,-10 32,3 1,2 0,2 1,3 0,1 0,4 14,7 100,14 58,-4-53,-14-134,-1 0,-2 0,-4 35,3-62,-1-1,0 0,-1-1,0 1,0 0,-1-1,-1 1,1-1,-2-1,1 1,-2-1,1 0,-1 0,0 0,-8 6,-22 12</inkml:trace>
  <inkml:trace contextRef="#ctx0" brushRef="#br0" timeOffset="173430.03">12670 14668,'1'-11,"0"0,1 0,0 0,1 0,0 0,0 1,1-1,1 1,0 0,0 0,1 1,0 0,0 0,1 0,1 1,-1 0,1 0,2-1,14-11,1 1,1 1,0 1,1 1,24-9,-51 25,16-9,0 1,1 0,0 1,0 1,0 1,1 1,0 0,0 1,0 1,6 0,-22 2,0 1,1-1,-1 1,0-1,0 1,0 0,0 0,0 0,0 0,0 0,0 1,0-1,0 0,-1 1,1-1,-1 1,1 0,-1 0,1-1,-1 1,0 0,0 0,0 0,0 0,0 1,0-1,-1 0,1 0,-1 0,0 1,1-1,-2 76,0-66,-3 19,2-22,0-1,1 0,-1 0,2 1,-1-1,1 1,1-1,-1 1,1-1,1 0,0 0,0 1,0-1,1 0,1-1,-1 1,5 6,39 8,-21-20</inkml:trace>
  <inkml:trace contextRef="#ctx0" brushRef="#br0" timeOffset="173672.887">13272 14133,'2'9,"12"8,4 0</inkml:trace>
  <inkml:trace contextRef="#ctx0" brushRef="#br0" timeOffset="173938.18">13873 14481,'-133'-123,"132"122,0-1,0 1,0 0,0-1,0 1,-1 0,1 0,0 0,-1 0,1 0,-1 0,1 1,-1-1,0 0,1 1,-1-1,0 1,1 0,-1-1,0 1,1 0,-1 0,0 0,0 0,1 0,-1 1,0-1,1 0,-1 1,0-1,1 1,-1 0,1 0,-1-1,1 1,-1 0,1 0,0 0,-1 1,1-1,0 0,-3 8,0 0,1-1,1 2,0-1,0 0,0 0,1 0,1 1,0-1,0 1,0-1,1 0,1 1,0-1,0 0,2 3,-2-6,0 0,0 0,1 0,0-1,0 1,1-1,-1 0,1 0,0 0,1 0,-1-1,1 0,0 0,0 0,0 0,1-1,-1 0,1 0,0 0,-1-1,1 0,1 0,2 0,4 1,-1-2,1 1,0-2,0 0,0 0,-1-1,1-1,0 0,-1 0,1-2,2-1,6-2,0-1,-1-2,0 0,-1-1,0-1,-1 0,0-2,-1 0,0-1,-1 0,-1-1,-1-1,0-1,-1 0,-1-1,-1 0,-1-1,0 0,-2 0,1-3,0-35,-9 57,-1 1,1 0,-1 0,1-1,-1 1,0 0,1 0,-1 0,0 0,1 0,-1 0,0 0,1 0,-1 0,1 0,-1 0,0 0,1 0,-1 1,0-1,1 0,-1 0,1 1,-1-1,1 0,-1 1,1-1,-1 1,1-1,-1 0,1 1,-1-1,1 1,0-1,-1 1,1 0,0-1,0 1,-1-1,1 1,0 0,0-1,0 1,-1 0,-6 11,1-1,-1 1,2 1,0-1,0 1,1 0,1 0,0 0,0 1,2-1,0 1,0-1,1 1,1-1,0 1,1-1,-1-7,1 0,0 0,1 0,-1 0,1 0,0-1,0 0,1 1,0-1,0-1,0 1,0 0,1-1,0 0,-1 0,2 0,-1-1,0 0,1 0,-1 0,33 13</inkml:trace>
  <inkml:trace contextRef="#ctx0" brushRef="#br0" timeOffset="174104.373">14300 13878,'-4'19,"3"14,1 2</inkml:trace>
  <inkml:trace contextRef="#ctx0" brushRef="#br0" timeOffset="174936.06">14488 14588,'20'-5,"-1"-1,-1 0,1-2,-1 0,0-1,-1-1,0 0,-1-1,0-1,0-1,-2 0,1-1,-2 0,0-1,-1-1,0 0,-1-1,-1 0,-1 0,0-1,3-11,-11 26,0 1,0-1,0 1,-1-1,1 1,-1-1,1 1,-1-1,0 1,0-1,0 0,0 1,-1-1,1 1,-1-1,1 0,-1 1,0 0,0-1,0 1,0-1,-1 1,1 0,0 0,-1 0,0 0,1 0,-1 0,0 0,0 1,0-1,0 0,-1 1,1 0,0 0,-1-1,1 1,-1 1,-2-2,0 2,0-1,0 1,-1 0,1 0,0 0,0 0,-1 1,1 0,0 1,0-1,0 1,0 0,0 0,1 0,-1 0,1 1,-1 0,1 0,0 0,0 1,0-1,0 1,-2 3,0 0,1 0,0 0,0 0,0 1,1 0,0 0,1 0,-1 0,2 1,-1-1,1 1,0-1,1 1,0 5,1-5,1-1,0 0,1 1,-1-1,2 0,-1 0,1 0,1 0,-1 0,1-1,1 1,-1-1,1 0,0 0,1-1,0 0,0 0,0 0,1-1,-1 0,1 0,1 0,-1-1,1 0,-1-1,6 3,-2-2,-1 0,1 0,0-1,0 0,0-1,1 0,-1-1,0 0,1-1,-1 0,0 0,1-2,-1 1,0-1,0-1,0 0,0-1,0 0,8-5,-6-1,-1-2,-1 1,0-1,-1-1,0 0,-1 0,0-1,-1 0,-1 0,0-1,-1 0,-1 0,0-1,-1 0,-1 0,0 0,-1 0,0-1,1 0,7 89,-8-56,1 0,1 1,0-2,1 1,1 0,0-1,2 2,-5-13,-1 1,1-1,0 1,0-1,0 0,1 0,0 0,-1 0,1-1,1 1,-1-1,0 0,1-1,0 1,-1-1,1 0,0 0,0 0,0 0,0-1,1 0,-1 0,0-1,1 1,3-2,-1 0,1 0,-1-1,1 0,-1 0,0-1,0 0,0 0,-1-1,1 0,-1 0,0-1,0 0,0 0,-1-1,0 0,0 0,0 0,0-2,7-8,-1-1,0 0,-2 0,0-1,-1 0,-1-1,3-8,-15 40,0 0,2 0,-1 1,2-1,-1 1,2 0,0-1,1 1,0 0,1-1,0 1,2-1,0 2,-3-9,1 0,1 0,-1 1,1-1,0-1,1 1,-1 0,1-1,0 0,0 0,1 0,0 0,0-1,0 0,0 0,0 0,1 0,0-1,0 0,0 0,0-1,0 0,0 0,1 0,-1-1,1 0,-1 0,1 0,0-1,0 0,0-1,0 1,0-1,-1-1,1 1,0-1,-1 0,1-1,-1 0,0 0,0 0,0 0,0-1,0 0,-1-1,0 1,0-1,0 0,0 0,-1 0,0-1,1-2,8-12,-1-1,-2 0,0 0,-1-1,-1-1,1-6,26-116,-6-1,-6-1,-5-15,-17 151,5-109,-5 119,-1 0,0 0,0 1,0-1,0 0,0 0,0 0,-1 1,1-1,0 0,0 0,0 1,-1-1,1 0,0 1,-1-1,1 0,-1 1,1-1,-1 0,1 1,-1-1,1 1,-1-1,1 1,-1-1,0 1,1 0,-1-1,0 1,1 0,-1-1,0 1,0 0,1 0,-1 0,0-1,0 1,0 0,1 0,-1 0,0 0,0 1,1-1,-1 0,0 0,0 0,1 1,-1-1,0 0,1 1,-1-1,0 0,1 1,-1-1,0 1,1-1,-1 1,1-1,-1 1,1 0,-1-1,1 1,0 0,-1-1,1 1,-16 16,2 0,0 0,1 1,1 1,1 0,0 1,2 0,-6 18,-1 0,2 1,2 0,1 1,2 1,2-1,2 1,1 17,3-34,1 1,1-1,1 1,2-1,0 1,1-1,2-1,0 1,2-1,0 0,2-1,0 0,2 0,-9-14,0-1,1 1,0-1,0 0,1-1,0 1,0-1,0 0,1-1,0 1,0-1,0-1,1 1,0-1,0-1,0 1,0-2,0 1,1-1,-1 0,1 0,7-1,12-8</inkml:trace>
  <inkml:trace contextRef="#ctx0" brushRef="#br0" timeOffset="175189.318">15637 13999,'25'2,"38"6,43 5,38 6,30 1,-15-2</inkml:trace>
  <inkml:trace contextRef="#ctx0" brushRef="#br0" timeOffset="162306.027">3739 12769,'-18'-10,"-2"0,1 2,-1 0,0 1,-1 2,1 0,-1 1,0 0,-1 2,1 1,0 0,-8 2,20 1,0-1,-1 1,1 1,0 0,0 0,0 0,1 1,-1 1,1-1,0 2,-2 1,7-6,1 1,-1 0,1 0,0 0,0 0,0 0,0 1,0-1,0 1,1-1,-1 1,1 0,0-1,0 1,0 0,0 0,0 0,0 0,1 0,-1 0,1 0,0 0,0 0,0 0,1 0,-1 0,1 0,-1 0,1 0,0 0,0 0,0-1,1 1,-1 0,1-1,1 2,5 5,1 0,0-1,1 0,0-1,0 0,1-1,0 0,0-1,0 0,1 0,0-1,0-1,0 0,0-1,0 0,0-1,5 0,60 6,-1-4,1-2,0-5,-1-2,0-4,0-4,43-14,63-27,-180 54,3 0,0-1,0 0,0 0,-1 0,1-1,0 1,-1-1,0 0,0-1,0 1,0-1,0 1,-1-1,1 0,0-3,-4 6,0-1,0 1,0 0,-1-1,1 1,0-1,-1 1,1 0,-1 0,0-1,1 1,-1 0,0 0,0 0,0 0,0 0,0 0,0 0,0 0,0 0,0 0,0 0,0 1,-1-1,1 0,0 1,-1-1,1 1,0 0,-1-1,1 1,0 0,-1 0,1 0,-1 0,0 0,-24-5,-1 2,1 0,-1 2,0 1,1 1,-1 1,0 2,1 0,0 2,0 1,0 1,18-6,0 0,0 0,1 1,-1 0,0 1,1-1,0 1,0 1,0 0,1 0,-1 0,1 0,0 1,1 0,-1 1,1 0,4-5,0 0,1 0,-1-1,0 1,1 0,0 0,-1 1,1-1,0 0,0 0,0 0,1 0,-1 0,0 0,1 0,-1 0,1 0,0 0,-1-1,1 1,0 0,0 0,0 0,0-1,1 1,-1-1,0 1,1-1,-1 1,1-1,0 0,-1 0,1 1,0-1,1 0,71 29,-52-25,0-1,1-1,-1-1,0-1,1-1,-1-1,0-1,1-1,-1-1,0-1,-1-1,21-8,21-28,-61 40,-1 0,1 0,0 0,-1 0,1 0,-1 0,1 0,-1 0,0-1,0 1,0 0,0-1,0 1,-1-1,1 1,-1-1,0 1,0-1,1 1,-2-1,1 1,0-1,0 1,-1-1,1 1,-1-1,-1-1,2 4,-1 0,0-1,1 1,-1 0,0-1,0 1,1 0,-1 0,0-1,0 1,1 0,-1 0,0 0,0 0,0 0,1 0,-1 1,0-1,0 0,1 0,-1 0,0 1,0-1,1 0,-1 1,0-1,1 1,-1-1,0 1,1-1,-1 1,1-1,-1 1,1-1,-1 1,1 0,-1-1,1 1,0 0,-1 0,1-1,0 1,0 0,0 0,-1-1,1 1,0 0,0 0,0 0,0-1,0 1,0 0,0 0,1 0,-4 6,1 0,0 1,0-1,1 1,0-1,0 1,1 0,0-1,0 1,1 0,0-1,0 1,1 0,0-1,0 0,1 1,0-1,0 0,1 0,-1-1,2 1,-1-1,1 0,0 0,0 0,0-1,6 5,-9-10,-1 1,0 0,1-1,-1 1,1 0,-1-1,1 0,0 1,-1-1,1 0,-1 0,1 0,-1 0,1 0,0 0,-1-1,1 1,-1 0,1-1,-1 1,1-1,-1 0,1 1,-1-1,0 0,1 0,-1 0,0 0,0 0,0 0,0 0,0 0,0-1,0 1,1-1,25-53,-24 47,10-28,2 1,1 0,2 1,14-19,-26 44,1 0,0 0,1 0,-1 1,1 0,1 1,0 0,0 0,0 1,1 0,0 1,0 0,0 1,0 0,1 0,0 1,0 0,1 1,-6 1,0 1,0-1,0 1,0 1,0-1,0 1,0 0,0 0,0 1,-1 0,1 0,0 0,-1 1,1-1,-1 1,0 1,0-1,0 1,-1 0,1 0,-1 0,0 1,0-1,0 1,-1 0,1 0,-1 0,-1 1,1-1,1 4,5 24,-1-1,-2 1,-1 0,-1 0,-2 0,-1 1,-2-1,-1 1,-2-1,-5 22,5-28,-4 42,0-24,3 0,1 1,3 0,1-1,3 1,6 30,-9-70,1 1,1-1,-1 0,1 1,0-1,1 0,-1 0,1-1,0 1,1-1,-1 1,1-1,0 0,0 0,1-1,0 1,-1-1,2 0,-1 0,0-1,1 1,1-1,-6-2,1-1,0 1,0-1,0 0,0 0,0 0,0 0,0 0,-1 0,1 0,0-1,0 1,0-1,0 0,-1 1,1-1,0 0,0 0,-1 0,1 0,-1 0,1 0,-1-1,1 1,-1 0,0-1,0 1,0-1,1 1,-2-1,1 0,0 0,0 1,0-1,-1 0,1 0,-1 0,1 0,10-76,-14 41,-2 0,-1 0,-2 1,-2 0,-1 0,-1 1,-3 0,0 1,-9-10,11 17,-2 0,-1 2,-1 0,-1 1,-2 1,0 0,-1 2,-1 0,-1 2,-1 0,0 2,-17-9,23 16,38 5,398 9,-310-9</inkml:trace>
  <inkml:trace contextRef="#ctx0" brushRef="#br0" timeOffset="164563.387">6828 12850,'-23'-9,"-1"1,0 1,0 1,0 2,0 0,-1 1,-1 2,15 1,0 0,0 1,1 0,-1 1,0 0,1 0,-1 1,1 1,0 0,0 0,1 1,-1 0,1 1,0 0,0 0,1 1,-1 1,6-6,1-1,-1 1,1 0,0 0,0-1,0 1,0 1,0-1,0 0,1 0,-1 1,1-1,-1 1,1-1,0 1,0 0,0-1,0 1,1 0,-1 0,1-1,-1 1,1 0,0 0,0 0,1 0,-1 0,0-1,1 1,0 0,0 0,-1-1,2 1,-1 0,0-1,0 1,1-1,0 0,-1 1,1-1,1 1,6 1,1 0,-1 0,1-1,0 0,0-1,0 0,1-1,-1 0,0 0,0-1,1 0,-1-1,0 0,0-1,1 0,-2-1,1 0,1-1,5 0,0-1,0 0,0-2,-1 1,0-2,0 0,-1-1,0 0,-1-1,0-1,0 0,-1-1,-1 0,0-1,-1 0,0 0,6-13,-9 4,-7 22,0 0,0 1,0-1,0 0,0 0,-1 1,1-1,0 0,0 1,0-1,-1 0,1 0,0 0,0 1,-1-1,1 0,0 0,0 0,-1 1,1-1,0 0,-1 0,1 0,0 0,-1 0,1 0,0 0,-1 0,1 0,0 0,0 0,-1 0,1 0,0 0,-1 0,1 0,0 0,-1 0,1 0,0 0,-1-1,1 1,0 0,0 0,-1 0,1 0,0-1,0 1,-1 0,1 0,0-1,0 1,0 0,-1 0,1-1,0 1,-8 14,1 1,1 0,0 1,1-1,1 1,0 0,1 0,1 1,0-1,2-13,-7 76,3 0,4 0,3 1,4-2,17 75,-20-128,-1-12,-1 0,0-1,-1 1,0 0,-1 0,0 0,-1 0,-1 0,0 0,-1 1,2-11,0 0,0-1,0 1,0-1,0 1,-1-1,1 1,-1-1,0 0,1 0,-1 0,0 0,0 0,-1 0,1-1,0 1,-1-1,1 1,0-1,-1 0,0 0,1 0,-1 0,0 0,1-1,-1 1,0-1,0 0,1 0,-1 0,0 0,0 0,0-1,1 1,-2-1,-4-1,-1 0,1-1,-1-1,1 1,0-1,0 0,1-1,-1 0,1 0,-3-3,-3-4,1 0,1 0,0-1,1 0,0-1,1 0,1 0,0-1,1 0,1-1,-4-10,7 17,1 0,0-1,0 1,1 0,0-1,0 1,1-1,0 1,1-1,0 1,1-1,0 1,0 0,1 0,0 0,1 0,0 0,0 1,1-1,0 1,1-1,11-8,0 2,1 0,1 1,0 1,1 1,1 1,-1 0,2 2,-1 0,1 1,0 2,16-3,13-7,-44 13,127-52,-127 51,0 0,-1-1,0 0,0 0,0 0,0 0,-1-1,0 0,0 0,0 0,-1-1,0 0,-1 0,1 0,-1 0,0 0,0-3,-1 0,0-1,-1 1,-1-1,1 1,-1-1,-1 1,0 0,-1-1,0 1,0 0,-1 0,0 0,-1 0,0 0,-1 1,0 0,0 0,-1 0,-2-3,7 11,0-1,1 1,-1-1,0 1,1 0,-1-1,0 1,0 0,0-1,0 1,-1 0,1 0,0 0,0 0,-1 0,1 0,0 1,-1-1,1 0,-1 1,1-1,-1 1,1-1,-1 1,0 0,1 0,-1 0,1-1,-1 1,0 1,1-1,-1 0,1 0,-1 1,1-1,-1 1,0-1,1 1,0 0,-1-1,1 1,-1 0,1 0,0 0,0 0,0 0,-1 0,1 1,0-1,0 0,1 0,-1 1,0-1,0 1,-1 10,0 0,2-1,-1 1,1 0,1 0,0-1,0 1,2 0,-1-1,1 0,1 1,0-1,0-1,2 1,-1-1,1 1,0-2,1 1,1 1,3 5,1 0,0-1,0 0,2-1,0-1,1 0,0 0,0-2,2 0,11 6,-24-16,-1-1,1 0,0 0,-1 0,1 0,0 0,-1-1,1 0,-1 1,1-1,-1-1,1 1,-1 0,0-1,0 0,1 0,-1 0,-1 0,1 0,0-1,0 1,-1-1,1 1,-1-1,0 0,0 0,0 0,0 0,-1-1,1 1,-1 0,0-1,0 1,0-1,0 1,0-2,1 1,96-224,-85 205,-13 23,0 0,0 0,0 1,0-1,0 0,0 0,1 0,-1 1,0-1,0 0,0 0,0 0,1 1,-1-1,0 0,0 0,0 0,1 0,-1 0,0 0,0 1,0-1,1 0,-1 0,0 0,0 0,1 0,-1 0,0 0,0 0,1 0,-1 0,0 0,0 0,0 0,1 0,-1 0,0 0,0 0,1-1,-1 1,0 0,0 0,0 0,1 0,-1 0,0 0,0-1,0 1,1 0,-1 0,0 0,0-1,0 1,0 0,0 0,0 0,0-1,1 1,-1 0,0 0,0 23,0-21,-4 39,2-29,0 0,1 0,0 0,1 0,0 0,1 0,0 0,1 0,0 0,1-1,1 1,-1-1,4 6,-2-12,1 0,-1-1,1 0,0 0,0 0,0 0,1-1,-1 0,1 0,0-1,0 0,0 0,0-1,0 0,0 0,0 0,0-1,0 0,0-1,1 1,-1-1,0-1,0 1,0-1,-1 0,5-3,4 1,0-1,0-1,-1-1,1 0,-1-1,-1 0,0-1,0-1,-1 0,0 0,0-1,-1-1,-1 0,0-1,-1 0,0 0,-1-1,0 0,-1 0,-1-1,0 0,-1 0,2-12,-4 6,-3 20,-1 1,1 0,0 0,0 0,0-1,-1 1,1 0,0 0,0 0,-1 0,1-1,0 1,-1 0,1 0,0 0,0 0,-1 0,1 0,0 0,-1 0,1 0,0 0,0 0,-1 0,1 0,0 0,-1 0,1 0,0 0,0 0,-1 0,1 1,0-1,0 0,-1 0,1 0,0 0,0 1,-1-1,1 0,0 0,0 0,0 1,-1-1,1 0,0 0,0 1,0-1,0 0,0 1,0-1,0 0,-1 0,1 1,0-1,0 0,0 1,0-1,0 0,0 0,0 1,1-1,-1 0,0 1,0-1,0 0,0 0,0 1,0-1,-5 10,0 0,1 0,-1 0,2 1,0 0,0-1,1 1,0 0,1 1,0-1,1 0,0 0,1 0,0 0,1 0,0 0,1 0,0 0,2 3,-2-9,1 0,0 0,0-1,1 1,0-1,-1 0,1 0,0 0,1-1,-1 0,1 0,-1 0,1-1,0 0,0 0,0 0,0-1,0 1,1-2,-1 1,0-1,0 0,5 0,5-1,1-1,-1 0,0-1,0-1,-1 0,1-1,-1-1,10-5,-13 5,0 0,0 0,-1-1,0-1,0 0,-1 0,1-1,-2 0,0-1,0 0,-1-1,0 0,0 0,-1-1,-1 1,0-1,-1-1,0 1,-1-1,0 0,-1 0,1-13,-3 24,-1 0,0 0,0 0,0 0,0 0,0 1,-1-1,1 0,0 0,-1 0,1 0,-1 0,0 0,0 1,0-1,0 0,0 1,0-1,0 1,0-1,-1 1,1-1,0 1,-1 0,1 0,-1-1,0 1,1 0,-1 1,0-1,0 0,1 0,-1 1,0-1,0 1,0 0,0-1,0 1,0 0,0 0,0 0,0 0,0 1,-1-1,-3 3,1 0,-1 1,1-1,-1 1,1 0,0 0,0 1,1-1,-1 1,1 0,0 0,1 1,-1-1,1 1,0 0,0 0,1 0,0 0,0 0,0 0,1 1,0-1,0 1,1-1,-1 1,1-1,1 1,-1-1,1 1,0-1,1 0,0 1,1 2,2 2,0-1,0 1,2-1,-1 0,1 0,1-1,0 0,0 0,0-1,1 0,1-1,-1 1,1-2,0 0,1 0,-1 0,1-2,0 1,1-1,-1-1,1 0,-1-1,1 0,0-1,0 0,0 0,0-2,0 1,0-2,-1 1,8-3,-12 1,0 0,-1 0,1 0,-1-1,1 0,-1 0,-1-1,1 1,-1-1,1-1,-1 1,-1-1,1 0,-1 0,0 0,0 0,-1-1,0 0,0 1,2-8,0-5,-1 0,0 0,-1 0,-1 0,-1 0,-1-1,-1-7,2 21,-1-1,0 1,0 0,0 0,-1 0,0 1,0-1,-1 0,1 0,-1 0,-1 1,1-1,-1 1,0 0,0 0,0 0,-1 0,0 0,0 1,0-1,-1 1,1 0,-1 1,-4-4,8 7,1 0,-1-1,0 1,0 0,0 0,0 0,1 0,-1-1,0 1,0 0,0 0,0 1,1-1,-1 0,0 0,0 0,0 1,0-1,1 0,-1 1,0-1,0 0,1 1,-1-1,0 1,1-1,-1 1,0 0,1-1,-1 1,1 0,-1-1,1 1,-1 0,1-1,0 1,-1 0,1 0,0 0,0-1,0 1,-1 0,1 0,0 0,0 0,0 0,0-1,0 1,0 0,1 0,-1 0,0 0,0-1,1 1,-1 0,0 0,1-1,-1 1,1 0,-1 0,1-1,-1 1,1 0,-1-1,1 1,0-1,-1 1,1-1,0 1,9 7,0 0,1 0,-1-1,1-1,1 0,0 0,-1-1,1-1,1 0,8 2,2 2,43 12,82 35,-143-53,0 1,-1 0,1 0,-1 0,0 0,1 1,-1 0,-1 0,1 0,-1 0,1 1,-1-1,0 1,-1-1,1 1,-1 0,0 0,0 1,-1-1,0 0,1 1,-2-1,1 0,-1 1,1-1,-2 1,1-1,-1 4,-2 11,2-19,0 2,0-1,0 0,1 0,-1 0,0 0,1 0,0 1,0-1,-1 0,1 0,0 0,1 1,-1-1,0 0,1 0,-1 0,1 1,0-1,0 0,-1 0,1 0,1 0,-1 0,0 0,0-1,1 1,-1 0,1-1,0 1,-1-1,1 1,0-1,0 0,0 0,0 0,0 0,0 0,2 1,11 0,1 0,0-1,0 0,0-1,0-1,0 0,0-2,2 0,-3 1,84-13,-1-4,-1-4,39-17,-129 37,4 0,0 0,0-1,-1 0,1-1,-1 0,0-1,0 0,-1 0,0-1,0 0,-1-1,6-5,-13 12,0 0,-1-1,1 1,0 0,0 0,-1-1,1 1,-1 0,1-1,-1 1,1 0,-1-1,0 1,0-1,0 1,1-1,-1 1,-1-1,1 1,0 0,0-1,-1 1,1-1,0 1,-1 0,0-1,1 1,-1 0,0-1,1 1,-1 0,0 0,0 0,0 0,0 0,0 0,0 0,-1 0,1 0,0 0,-1 0,-59-21,49 19,-1 0,0 1,0 1,0 0,-1 0,1 2,0-1,0 2,0 0,0 0,0 1,1 1,-1 0,1 1,0 0,-3 3,13-7,0 0,0 1,0-1,0 1,1 0,-1-1,1 1,-1 0,1 0,0 0,0 0,0 0,0 0,0 0,0 1,0-1,1 0,-1 1,1-1,0 0,-1 1,1-1,0 0,1 1,-1-1,0 0,1 1,-1-1,1 0,0 0,-1 1,1-1,0 0,0 0,1 0,-1 0,0 0,1 0,-1 0,1-1,0 1,-1-1,2 1,5 5,0-1,1-1,0 1,0-2,0 1,1-1,-1 0,1-1,0 0,0-1,0 0,0-1,1 0,-1 0,0-1,0-1,1 1,-1-2,0 1,0-1,0-1,0 0,0 0,6-4,-12 5,0-1,1 1,-1-1,0 0,-1 0,1 0,0 0,-1-1,0 1,0-1,0 0,0 0,-1 0,1 0,-1-1,0 1,0-1,0-2,-4 14,1 0,-1-1,1 1,0 0,1 0,0 0,0 0,0 0,1 0,0 0,0-1,1 1,0 0,0-1,1 1,-1-1,2 0,-1 1,0-2,4 5,-2-5,1 0,0-1,0 1,0-1,0-1,0 1,1-1,0 0,0-1,0 1,0-1,0-1,0 1,0-1,0-1,1 1,-1-1,0 0,1-1,-1 0,0 0,0 0,0-1,0 0,0-1,0 1,0-1,-1-1,0 1,1-1,-1 0,0-1,-1 1,1-1,-1 0,0-1,0 1,0-3,16-23,-2-2,-1 0,-1-1,-2-1,-2 0,-1-1,-2 0,4-28,11-35,-5-1,6-92,-24 179,-1 0,1-1,-2 1,0 0,-1-1,0 1,-1 0,0-1,-1 1,-1 0,0 0,-1 1,0 0,-1-2,4 12,1-1,-1 1,0 0,0 0,0 0,0 0,0 1,0-1,0 0,0 1,-1-1,1 1,-1 0,1 0,-1 0,1 0,-1 0,0 1,1-1,-1 1,0 0,0-1,1 1,-1 1,0-1,0 0,1 1,-1-1,0 1,1 0,-1 0,0 0,-4 2,1 0,-1 1,1 0,0 0,0 1,0 0,1 0,-1 0,1 0,0 1,-2 4,-5 11,0 1,1 1,2-1,0 2,1-1,2 1,0 0,2 0,0 1,2 0,1-1,1 1,0 0,2-1,1 1,2-1,0 3,2-2,0-1,2 0,1-1,0 0,2-1,0 0,2 0,0-2,2 1,0-2,1 0,1-1,0-1,1-1,1 0,1-2,21 12,29 12</inkml:trace>
  <inkml:trace contextRef="#ctx0" brushRef="#br0" timeOffset="168008.452">2698 14213,'21'22,"0"1,-2 1,0 1,-2 0,0 2,-2 0,-1 0,-1 2,5 19,27 51,-34-82,-4-18,5-56,-7 7,-4 21,1 0,2 0,1 1,1 0,2 0,1 0,1 1,1 0,4-5,-13 27,1 1,0-1,0 1,0 0,1 0,-1 1,1-1,0 1,0-1,1 1,-1 0,0 1,1-1,0 1,0 0,-1 0,1 0,0 1,0 0,1 0,-1 0,0 1,0-1,0 1,1 0,-1 1,0-1,0 1,0 0,1 1,29 11</inkml:trace>
  <inkml:trace contextRef="#ctx0" brushRef="#br0" timeOffset="168838.703">3539 14333,'-3'-5,"-1"0,0 0,0 0,0 0,0 1,-1 0,0 0,0 0,0 0,0 1,-1 0,1 0,-1 0,0 1,0 0,0 0,0 0,0 1,0 0,-1 0,1 1,0 0,0 0,-1 0,1 1,0-1,0 2,-4 0,1 2,0 1,0 0,0 1,1 0,0 0,0 1,0 0,1 0,0 1,1 0,-1 0,1 1,1-1,0 1,0 1,1-1,0 0,1 1,0 0,0 0,1 0,0 0,1 1,0-1,1 0,0 3,0-10,0 0,0 1,1-1,-1 0,1 0,0 0,0 1,0-1,1 0,-1 0,1 0,-1-1,1 1,0 0,0-1,0 1,1-1,-1 1,0-1,1 0,0 0,-1 0,1-1,0 1,0-1,0 1,0-1,0 0,0 0,1 0,-1 0,0-1,2 1,3-1,1 0,-1 0,1 0,0-1,-1-1,1 1,-1-1,0-1,0 1,0-1,0-1,3-2,0 0,0 0,0-1,-1-1,0 0,0 0,-1-1,0-1,-1 1,0-1,0 0,-1-1,-1 0,0 0,2-4,-10 21,0-1,1-1,0 0,-1 1,1-1,1 1,-1 0,1-1,-1 1,1 0,1-1,-1 1,1 0,0-1,0 1,0-1,0 1,1-1,0 0,0 0,0 1,0-1,1 0,0 1,2-5,-1 1,1-1,-1 0,1 0,-1-1,1 1,-1-1,1 0,-1 0,0-1,0 1,0-1,0 0,0 0,0 0,0-1,0 1,-1-1,1 0,-1 0,0 0,0-1,0 1,2-4,6-7,0-2,-1 1,0-2,-1 1,-1-1,-1 0,-1-1,0 0,-1 0,-1 0,0 0,-2-1,0 0,-1 1,-1-1,-1-13,1 33,0 0,1-1,-1 1,0-1,0 1,1-1,-1 0,0 1,1-1,-1 1,1-1,-1 0,1 1,-1-1,1 0,-1 1,1-1,-1 0,1 0,-1 1,1-1,-1 0,1 0,0 0,-1 0,1 0,-1 0,1 0,-1 0,1 0,0 0,-1 0,1 0,-1 0,1-1,-1 1,1 0,-1 0,1-1,-1 1,1 0,-1-1,1 1,-1 0,1-1,-1 1,0-1,1 1,-1 0,0-1,1 1,-1-1,0 1,1-1,-1 1,0-1,0 0,0 1,0-1,0 1,1-1,-1 1,0-1,0 0,7 7,15 8,1-1,0 0,1-2,1-1,0-1,0 0,1-3,21 4,-41-9,-1-1,0 1,1 0,-1 0,0 1,1 0,-1 0,0 0,0 0,-1 1,1 0,0 0,-1 0,0 0,1 1,-2 0,1 0,0 0,-1 0,1 0,-1 1,0 0,-1-1,1 1,-1 1,-5 90,-3-18,6-76,0 0,1 1,-1-1,1 0,-1 0,1 0,0-1,0 1,0 0,0 0,0 0,0-1,1 1,-1 0,0-1,1 1,0-1,-1 0,1 1,0-1,-1 0,1 0,0 0,0 0,0-1,0 1,0 0,0-1,0 1,0-1,0 0,0 0,0 0,1 0,72-10,-57 5,-1 0,1-2,-1 0,-1-1,1-1,-1 0,-1-1,0-1,0 0,-1-1,11-13,-23 23,1 0,-1 0,0 0,0-1,0 1,0-1,-1 0,1 1,-1-1,0 0,1 0,-1 0,-1 0,1 0,0 0,-1 0,1 0,-1 0,0 0,0-1,0 1,-1 0,1 0,-1 0,1 0,-1 0,0 0,0 0,-1 0,1 0,0 1,-1-1,0 0,0 1,-1-2,2 3,0 1,1 0,-1-1,0 1,0 0,0 0,0 0,0 0,0-1,1 1,-1 1,0-1,0 0,0 0,0 0,0 0,1 0,-1 1,0-1,0 0,0 1,1-1,-1 1,0-1,0 1,1-1,-1 1,0 0,1-1,-1 1,1 0,-1-1,1 1,-1 0,1 0,-1-1,1 1,0 0,0 0,-1 0,1 0,0 0,-12 39,9-28,0 0,1 1,1-1,0 0,0 0,1 1,1-1,0 0,1 0,0 0,1 0,1 0,-1 0,2-1,-1 0,7 10,28 4,-20-25</inkml:trace>
  <inkml:trace contextRef="#ctx0" brushRef="#br0" timeOffset="169088.037">4488 13932,'-9'14,"4"13,14 9,5-1</inkml:trace>
  <inkml:trace contextRef="#ctx0" brushRef="#br0" timeOffset="169434.735">5037 14400,'-14'-15,"5"6,0-1,0 1,-1 1,0 0,0 0,-1 1,0 0,0 1,0 0,-4 0,10 6,0 0,0 1,1-1,-1 1,0 0,0 1,1-1,-1 1,1 0,-1 0,1 1,0-1,-1 1,2 0,-1 0,0 0,0 1,1-1,0 1,0 0,0 0,0 0,0 0,1 0,0 1,0-1,0 1,1 0,-2 2,-3 7,1-1,0 0,0 1,1 0,1 0,0 1,1-1,1 2,0-12,1-1,0 1,0-1,0 1,1-1,-1 1,1-1,0 0,-1 1,2-1,-1 0,0 1,1-1,-1 0,1 0,0 0,0 0,0-1,0 1,1 0,-1-1,1 0,-1 1,1-1,0 0,0 0,0-1,0 1,0-1,1 1,-1-1,0 0,1 0,-1-1,3 1,5-1,1-1,-1 0,0-1,1 0,-1-1,0-1,-1 1,1-2,-1 1,1-2,-1 1,-1-1,1-1,-1 0,0 0,-1 0,0-1,0-1,0 1,-1-1,-1-1,1 1,-2-1,1 0,-1-1,0-1,-1 4,0 0,-1-1,0 1,-1-1,0 1,0-1,-1 0,0 0,0 0,-1 0,-1-1,2 10,-1-1,0 0,0 1,0-1,0 0,0 1,0-1,0 0,0 1,0-1,0 0,0 1,0-1,0 0,-1 1,1-1,0 1,0-1,-1 0,1 1,0-1,-1 1,1-1,-1 1,1-1,-1 1,1-1,-1 1,1 0,-1-1,1 1,-1 0,0-1,1 1,-1 0,1 0,-1-1,0 1,1 0,-1 0,0 0,1 0,-1 0,0 0,1 0,-1 0,0 0,-20 28,16-15,1 0,1 0,0 0,1 1,0-1,1 1,1-1,0 1,1 0,0-1,1 1,0-1,1 0,1 0,4 9,-5-16,0-1,1 0,0 0,0 0,0-1,1 0,-1 1,1-1,0-1,0 1,1-1,-1 0,1 0,-1 0,1-1,0 0,0 0,0-1,0 1,0-1,1-1,-1 1,0-1,0 0,1 0,-1-1,0 0,0 0,0-1,0 1,0-1,0 0,0-1,0 0,-1 0,2 0,41-30,-7-4</inkml:trace>
  <inkml:trace contextRef="#ctx0" brushRef="#br0" timeOffset="169957.479">5464 14159,'0'-284,"1"844,-1-549,-1-6,1 0,0-1,0 1,0 0,1 0,0-1,-1 1,2-1,-1 1,0-1,1 1,0-1,0 0,3 4,-3-7,0-1,-1 0,1 0,0 0,0 0,0 0,0 0,0 0,0-1,0 1,0-1,-1 0,1 1,0-1,0 0,-1 0,1 0,0 0,-1 0,1 0,-1-1,0 1,1 0,-1-1,0 1,0-1,0 0,0 1,0-1,0 0,1-1,25-30,-20 22,0 1,1 1,0 0,1 0,0 0,0 1,0 0,1 1,1 0,7-4,-15 10,0 0,0 1,0-1,-1 0,1 1,0 0,0 0,0 0,0 0,0 0,0 0,0 1,0-1,0 1,-1 0,1 0,0 0,-1 0,1 1,0-1,-1 1,0-1,1 1,-1 0,0 0,0 0,0 0,0 0,0 1,0-1,-1 1,1-1,0 3,36 94,-36-94,0 0,0 1,-1-1,0 1,0 0,0-1,-1 1,0 0,0-1,0 1,-1 0,0 0,0-1,0 1,0-1,-1 1,0-1,-1 0,1 0,-1 0,0 0,0 0,0 0,-1-1,1 0,-1 1,0-1,-4 2,6-5,0 0,0-1,0 1,0-1,0 1,0-1,0 0,0 0,-1 1,1-2,0 1,0 0,0 0,0-1,0 1,0-1,-1 0,1 1,1-1,-1 0,0 0,0 0,0-1,0 1,1 0,-1-1,1 1,-1-1,1 1,-1-1,1 0,0 1,-1-2,-26-66,28 60,0 0,0 0,1 0,0 0,0 0,1 0,0 0,1 1,0-1,0 1,1-1,0 1,0 0,1 1,0-1,1 1,-1 0,1 0,1 1,-1 0,1 0,0 0,0 1,1 0,0 0,0 1,0 0,0 1,1-1,-1 2,1-1,0 1,0 0,0 1,6 0,-12 1,0-1,0 2,0-1,0 0,0 1,0-1,0 1,0 0,0 0,0 0,-1 0,1 1,0-1,-1 1,1-1,-1 1,0 0,1 0,-1 0,0 0,0 1,0-1,-1 0,1 1,0-1,-1 1,0 0,1 0,-1-1,0 1,-1 0,1 0,10 102,-11-87,11 63,-11-78,1-1,0 0,0 0,0 0,0-1,0 1,0 0,0 0,1-1,-1 1,1 0,-1-1,1 1,-1-1,1 0,0 0,0 1,0-1,0 0,0-1,0 1,0 0,0 0,0-1,0 0,0 1,0-1,0 0,1 0,-1 0,0 0,0 0,0-1,0 1,2-1,24-9,-1-4</inkml:trace>
  <inkml:trace contextRef="#ctx0" brushRef="#br0" timeOffset="170205.827">5919 13893,'0'13,"5"14,10 9,2-1</inkml:trace>
  <inkml:trace contextRef="#ctx0" brushRef="#br0" timeOffset="170579.838">6226 14467,'45'-41,"-2"-1,-2-2,-1-2,6-14,-32 40,-1 0,-1 0,-1-2,-1 1,-1-1,-1 0,-1-1,0 0,-2 0,-1-1,-1 1,-1-6,0 21,-2 0,1-1,-1 1,-1 0,1 0,-1 0,-1-1,1 1,-2 0,1 0,-1 1,0-1,0 0,-1 1,0 0,-1 0,1 0,-1 1,-1-1,1 1,-1 0,0 1,-6-5,9 9,-1 0,1 0,0 1,0-1,-1 1,1 0,-1 0,1 0,0 0,0 1,-1-1,1 1,0 0,0 0,-1 0,1 0,0 1,0-1,0 1,1 0,-1 0,0 0,1 0,-1 0,1 0,-1 1,1 0,-54 80,45-58,0 1,2 0,1 0,1 1,1 0,2 1,0-1,2 1,1 0,1-1,2 1,0 0,2-1,1 1,2-1,0 0,1-1,10 18,-12-30,2-1,0 1,1-1,0-1,0 0,2 0,-1-1,2 0,-1 0,3-1,-10-6,1-1,1 1,-1-1,0-1,1 1,-1-1,1 0,0 0,0-1,0 1,0-1,0-1,0 1,0-1,0 0,0 0,0-1,0 0,0 0,0 0,0-1,0 0,-1 0,1 0,0-1,3-2,2-2,-1-1,-1 0,1 0,-2-1,1 0,-1 0,0-1,-1 0,0-1,-1 1,0-1,-1-1,0 1,-1-1,0 0,0 0,-2 0,1 0,-2 0,1-1,-2 1,0-7,1 17,-1 0,1 0,-1 0,0 0,0 1,0-1,0 0,0 0,0 0,0 0,-1 0,1 0,-1 0,1 0,-1 1,0-1,0 0,0 0,0 1,0-1,0 1,0-1,0 1,-1-1,1 1,0-1,-1 1,1 0,-1 0,0 0,1 0,-1 0,0 0,0 1,1-1,-1 0,0 1,0 0,0-1,0 1,0 0,0 0,0 0,0 0,0 0,0 0,1 1,-1-1,0 1,-1 0,-3 3,1 0,1 0,-1 1,0-1,1 1,0 0,0 1,1-1,-1 1,1-1,0 1,1 0,-1 0,1 0,1 1,-1-1,1 0,0 1,0-1,1 1,0-1,0 0,0 1,1-1,0 1,0-1,1 0,0 1,0-1,0 0,1 0,0 0,2 2,6 5,1 0,1-1,0-1,1 0,0-1,0 0,1-1,0-1,1-1,0 0,0 0,0-2,1 0,17 2,74 20</inkml:trace>
  <inkml:trace contextRef="#ctx0" brushRef="#br0" timeOffset="171626.827">8018 14681,'30'-18,"0"-1,-1-1,-1-2,-1 0,-1-2,-1-1,-2-1,0-1,-2-1,1-3,-21 29,24-46,-25 47,1 0,-1 0,1 0,-1 0,0 0,1 0,-1 0,0 0,0 0,0 0,0 0,0 0,0 0,0-1,0 1,0 0,0 0,-1 0,1 0,0 0,-1 0,1 0,-1 0,1 0,-1 0,0 0,1 0,-1 1,0-1,0 0,1 0,-1 0,0 1,0-1,0 1,0-1,0 1,0-1,0 1,0-1,0 1,-1-1,-3 2,-1-1,1 1,0 0,0 0,0 0,0 1,0-1,0 1,1 1,-1-1,1 0,-1 1,1 0,0 0,0 1,0-1,0 1,1 0,-1 0,1 0,0 0,0 0,1 1,-3 4,1-2,1 0,-1 1,1-1,1 1,0 0,0 0,0 0,1 0,0 0,0 0,1 0,0 0,1 0,0 0,0 0,0 0,1 0,0 0,1-1,0 1,0-1,1 1,0-1,0 0,0 0,1-1,0 0,0 1,1-2,0 1,2 1,3 2,-1-1,1 0,0 0,1-1,0-1,0 0,1-1,-1 0,1-1,0 0,0-1,0-1,1 0,-1-1,1 0,-1-1,1 0,-1-1,1-1,3-1,-11 1,0 0,0-1,-1 0,1 0,0 0,-1-1,0 0,0 0,0 0,-1-1,1 1,-1-1,0 0,0 0,0-1,-1 1,0-1,0 0,0 0,31-122,-22 68,-13 58,1 0,0 0,0 0,0 0,0 0,1-1,-1 1,0 0,1 0,0 0,-1 0,1 0,0 0,0 0,0 1,0-1,0 0,1 0,-1 1,0-1,1 1,-1-1,1 1,0-1,-1 1,1 0,0 0,0 0,0 0,0 0,0 1,0-1,0 0,0 1,0-1,0 1,0 0,0 0,0 0,0 0,1 0,-1 0,0 1,0-1,1 1,8 8,-2 0,1 1,-1-1,-1 2,0 0,0 0,-1 0,0 1,-1 0,0 0,-1 0,-1 1,3 10,-5-18,1-1,-1 1,-1 0,1 0,-1 0,1 0,-2 0,1 0,0 0,-1 1,0-1,0 0,-1 0,1 0,-1 1,0-1,0 0,-1 0,0 0,0-1,0 1,0 0,-1-1,-1 4,4-9,0 1,0 0,1-1,-1 1,0-1,0 1,1-1,-1 1,0 0,0-1,0 1,0-1,0 1,0-1,0 1,0-1,0 1,0-1,0 1,0-1,0 1,0-1,0 1,0-1,-1 1,1 0,0-1,0 1,-1-1,1 1,0 0,0-1,-1 1,1-1,0 1,-1 0,1 0,-1-1,1 1,0 0,-1 0,1-1,-1 1,1 0,-1 0,1 0,-1 0,1 0,-1-1,1 1,0 0,-1 0,1 0,-1 0,1 1,-1-1,1 0,-1 0,1 0,-1 0,1 0,-1 1,1-1,88-120,-41 61,-3-2,-2-2,-3-2,8-22,-34 58,0-1,-2 0,-1 0,-1-1,-2 0,-1 0,-2-1,-1 0,-1 0,-2 0,-2-16,2 41,-1 0,0 0,0 0,-1 0,0 0,0 0,0 0,-1 1,0-1,-3-4,5 10,-1 0,1 0,0 0,0 0,-1 0,1 0,0 1,-1-1,1 0,-1 1,1-1,-1 1,1-1,-1 1,1 0,-1 0,0 0,1 0,-1 0,1 0,-1 0,0 0,1 0,-1 1,1-1,-1 1,1-1,-1 1,1 0,0-1,-1 1,1 0,0 0,-1 0,1 0,0 0,0 0,0 1,0-1,0 0,0 1,0-1,1 0,-1 1,0-1,1 1,-1-1,1 1,-1-1,1 1,-9 20,0 0,2 0,0 1,2 0,1 0,0 0,2 1,0-1,2 1,2 15,0 8,3 1,2-1,2 0,2-1,2 0,1-1,3-1,2 0,18 30,-30-60,2 0,-1-1,2 0,0 0,0-1,12 10,-20-19,1-1,0 1,0-1,1 0,-1 0,0 0,1 0,-1 0,1-1,-1 0,1 1,0-2,-1 1,1 0,0-1,0 1,0-1,-1 0,1 0,0-1,0 1,0-1,-1 0,1 0,0 0,-1 0,1-1,-1 0,1 1,-1-1,1-1,8-8,0 0,-1-1,0-1,-1 0,0 0,-1-1,-1 0,0-1,-1 0,-1 0,0 0,-1-1,0 0,1-12,-6 25,4-7,-2 0,1 0,-1 0,-1 0,0 0,0 0,-1 0,0-1,-2-9,2 20,0-1,0 1,0-1,0 1,0 0,0-1,0 1,0-1,0 1,0-1,0 1,-1 0,1-1,0 1,0-1,0 1,-1 0,1-1,0 1,0 0,-1-1,1 1,0 0,-1-1,1 1,0 0,-1 0,1-1,-1 1,1 0,0 0,-1 0,1-1,-1 1,1 0,0 0,-1 0,1 0,-1 0,1 0,-1 0,1 0,-1 0,1 0,0 0,-1 0,1 1,-1-1,1 0,-1 0,1 0,0 1,-1-1,1 0,0 0,-1 1,1-1,0 0,-1 1,1-1,-18 25,10-11,2 0,0 1,1 0,0 0,1 0,1 1,0-1,1 1,1 0,0-1,1 1,1 0,1 0,0-1,2 7,1-12,-1-1,2 0,-1 0,1 0,1 0,0-1,0 0,0-1,1 1,0-1,1-1,-1 0,1 0,0-1,1 0,-1 0,1-1,0 0,0-1,1 0,-1-1,1 0,-1 0,1-1,5-1,38 5</inkml:trace>
  <inkml:trace contextRef="#ctx0" brushRef="#br0" timeOffset="171835.322">8847 13986,'16'2,"28"1,40 0,45-1,41-3,-8-1</inkml:trace>
  <inkml:trace contextRef="#ctx0" brushRef="#br0" timeOffset="179405.313">9235 16112,'27'-23,"-1"0,0-2,-2-1,-1 0,-2-2,0-1,-2 0,-1-2,-1 0,9-26,-16 40,-12 44,0-12,-1 33,2-1,2 1,3-1,1 1,2-1,3-1,4 11,-1-12,-7-26,0 1,-1 0,-1 0,-1 0,0 0,-2 1,0-1,-2 5,1-19,-1-1,0 0,-1 0,1 1,-1-1,0 0,0 0,0-1,-1 1,0 0,0-1,0 0,0 0,-1 0,1 0,-1 0,0 0,-1-1,1 0,0 0,-1 0,0-1,1 1,-1-1,0 0,0-1,-1 1,1-1,0 0,0 0,-1 0,1-1,0 0,-1 0,1-1,0 1,-5-2,7 1,1-1,-1 1,0-1,1 0,-1 0,1 0,-1-1,1 1,0 0,0-1,0 1,0-1,0 0,1 0,-1 0,1 0,0 0,0 0,0 0,0 0,1 0,-1 0,1-1,0 1,0 0,0 0,0-1,0 1,1-3,1 4,0 0,0 0,1-1,-1 2,0-1,1 0,-1 0,1 1,-1 0,1-1,0 1,0 0,0 0,0 0,-1 1,1-1,0 1,0 0,0 0,0 0,0 0,0 0,3 1,-1-1,250 2,-197-1</inkml:trace>
  <inkml:trace contextRef="#ctx0" brushRef="#br0" timeOffset="180157.694">10905 16365,'3'-22,"1"-1,1 1,1 0,1 0,1 1,1 0,0 0,2 1,0 1,2-1,0 2,1 0,14-15,-23 27,2-3,-1 1,1-1,1 1,0 1,0-1,0 1,1 1,0 0,0 0,5-2,-12 8,1 0,-1 0,1 0,-1 0,1 0,-1 0,1 1,-1-1,1 1,-1 0,1 0,-1 0,0 0,0 0,0 0,1 1,-1-1,0 1,-1 0,1-1,0 1,0 0,-1 0,1 0,-1 0,1 0,-1 0,0 1,0-1,0 0,0 1,-1-1,1 1,-1-1,1 1,-1-1,0 1,0 1,3 4,68 188,-70-192,0-3,0 0,0 1,0-1,0 1,-1-1,1 1,0-1,-1 1,1 0,-1-1,0 1,0 0,1-1,-1 1,0 0,0-1,0 1,-1 0,1-1,0 1,-1 0,1-1,-1 1,1-1,-1 1,0-1,0 1,1-1,-1 1,0-1,0 0,-1 1,1-1,0 0,0 0,-1 0,1 0,0 0,-1 0,1 0,-1 0,-5-1,1 0,-1 0,0 0,1-1,-1 0,1 0,-1-1,1 0,0 0,0 0,-1-1,2 0,-1 0,0-1,1 1,-1-1,1 0,0-1,0 1,1-1,-1 0,1 0,0-1,1 1,-1-1,-1-4,4 8,0-1,0 0,0 0,1 0,-1 0,1 0,0 0,-1 0,1 0,1 0,-1 0,0 0,1 0,-1 0,1 0,0 0,0 1,0-1,1 0,-1 0,1 1,-1-1,1 1,0-1,0 1,0 0,0 0,0 0,1 0,-1 0,0 0,1 1,91-40,-54 31,-1 2,2 2,-1 1,1 2,-1 2,16 2,-53-1,-1-1,0 1,0 0,1 0,-1 0,0 0,0 0,0 0,1 1,-1-1,0 1,0-1,0 1,0 0,0 0,0 0,0 0,0 0,0 0,0 1,0-1,-1 1,1-1,-1 1,1 0,-1-1,1 1,-1 0,0 0,0 0,0 0,0 0,0 0,-1 0,1 0,-1 1,1-1,-1 0,0 0,0 1,0-1,0 1,-23 60,19-56,0 0,1 1,0-1,0 0,1 1,0 0,0-1,1 1,0 0,1 0,-1 0,1 0,1 0,1-4,0 0,0 0,1 0,0-1,-1 1,1-1,1 0,-1 0,0 0,1 0,-1-1,1 1,0-1,0 0,0 0,0 0,0-1,1 1,-1-1,0 0,1-1,-1 1,0-1,1 1,-1-1,1 0,-1-1,1 1,-1-1,0 0,1 0,-1-1,3 0,25-9</inkml:trace>
  <inkml:trace contextRef="#ctx0" brushRef="#br0" timeOffset="180403.116">11373 15537,'-16'0,"-10"2,0 5,4 11,8 11,11 13,6-2</inkml:trace>
  <inkml:trace contextRef="#ctx0" brushRef="#br0" timeOffset="180573.659">11226 16539,'-9'21,"-5"13,-3 10,2 4,5-1,5-4,3-7,2-11</inkml:trace>
  <inkml:trace contextRef="#ctx0" brushRef="#br0" timeOffset="177132.992">4943 15603,'5'70,"-2"-1,-4 0,-2 1,-4-1,-2 0,-4-1,-7 17,-2-14,22-72,0 1,0 0,0-1,0 1,0 0,0 0,0-1,-1 1,1 0,0-1,0 1,0 0,0 0,0-1,0 1,0 0,-1 0,1-1,0 1,0 0,0 0,-1-1,1 1,0 0,0 0,-1 0,1 0,0-1,0 1,-1 0,1 0,0 0,-1 0,1 0,0 0,0 0,-1 0,1 0,0 0,-1 0,1 0,0 0,0 0,-1 0,1 0,0 0,21-228,-5-192,-6 545,-9-122,-1 1,1 0,0-1,0 1,1 0,-1-1,1 0,0 1,0-1,0 0,0 0,1 0,-1 0,1 0,-1-1,1 1,0-1,0 0,1 1,-1-1,0-1,0 1,1 0,-1-1,1 0,0 0,-1 0,1 0,0-1,0 1,-1-1,3 0,7-2,0-2,-1 1,1-1,-1-1,0-1,0 1,0-2,-1 0,0 0,0-1,-1 0,0-1,9-9,-5 6,-1-1,0-1,-1 0,0-1,-1 0,-1 0,0-1,-1-1,-1 0,-1 0,3-7,-12 18,-5 20,-11 30,3 0,1 1,2 1,-3 35,6-40,1 0,2 1,2 0,2 0,2 1,5 39,-4-74,0 0,1 0,1 0,-1-1,1 1,1 0,-1-1,1 0,0 0,1 0,0 0,19 17</inkml:trace>
  <inkml:trace contextRef="#ctx0" brushRef="#br0" timeOffset="177425.558">5478 15630,'-9'106,"5"1,5 0,5 12,17-12,-21-102,-1-1,1 0,1 1,-1-1,1 0,-1-1,1 1,0 0,1-1,-1 0,0 1,1-1,0-1,0 1,0 0,0-1,0 0,0 0,1 0,-1-1,5 2,1-3,1 0,-1 0,0-1,0 0,0-1,0 0,0-1,0 0,0-1,-1 0,0 0,0-1,0 0,0 0,-1-1,0-1,0 1,0-1,-1 0,0-1,2-4,5-4,-2-2,0 1,-1-2,0 1,-2-2,0 1,-1-1,-2 0,0-1,2-13,4-28,-4 0,1-60,-4 21,-4 102,-1-1,1 1,-1 0,1-1,-1 1,1-1,-1 1,1-1,-1 0,1 1,0-1,-1 0,1 1,0-1,-1 0,1 0,0 1,-1-1,1 0,0 0,-1 0,1 0,0 0,0 0,-1 0,1 0,0 0,-1-1,1 1,0 0,0 0,-1 0,1-1,-1 1,1-1,0 1,-1 0,1-1,-1 1,1-1,-1 1,1-1,-1 1,1-1,-1 0,1 1,-1-1,0 1,1-1,-1 0,0 1,0-1,0 0,1 0,-1 1,0-1,0 0,0 1,0-1,0 0,0 0,0 1,-1-1,1 0,0 1,0-1,0 0,-1 1,1-1,-1 0,16 16</inkml:trace>
  <inkml:trace contextRef="#ctx0" brushRef="#br0" timeOffset="177678.872">6254 15670,'6'14,"8"13,10 14,12 8,11 8,10 6,3 3,2-1,-2-1,-6-6,-5-8,-7-12,-8-13,-10-13,-8-15,-8-7</inkml:trace>
  <inkml:trace contextRef="#ctx0" brushRef="#br0" timeOffset="177942.172">6828 15657,'-14'-16,"-11"-5,-8 7,-8 18,-10 27,-12 28,-15 26,-13 23,-12 12,-5 5,16-20</inkml:trace>
  <inkml:trace contextRef="#ctx0" brushRef="#br0" timeOffset="182929.636">13566 15951,'-4'3,"1"0,-1 1,1-1,0 1,0 0,0 0,1 0,-1 0,1 0,0 1,0-1,1 1,-1-1,1 1,0 0,0-1,1 1,-1 0,1 1,-2 9,1-1,1 1,0 0,1-1,1 1,0-1,1 1,0-1,1 0,1 0,0-1,1 1,0-1,1 0,1-1,0 1,3 2,-8-12,0 0,0 0,-1 0,2-1,-1 1,0-1,0 0,1 0,-1 0,1 0,0-1,-1 1,1-1,0 0,0 0,0 0,0-1,0 1,0-1,0 0,0 0,0-1,0 1,0-1,0 0,0 0,-1 0,1 0,0-1,0 1,-1-1,1 0,-1 0,0-1,1 1,-1-1,12-12,-1 0,-1-1,0 0,-2-1,1 0,-2-1,-1 0,0-1,-1 0,-1 0,0-1,-2 0,0-5,2 5,-2 35,-5 29,-1-32,0 0,1 0,0 0,1 0,0-1,1 1,0 0,1 0,0-1,1 0,0 1,1-1,0-1,1 1,0-1,3 4,18 12</inkml:trace>
  <inkml:trace contextRef="#ctx0" brushRef="#br0" timeOffset="183274.281">14248 16058,'-1'29,"2"-1,0 0,2 1,1-1,2 0,0 0,2-1,2 2,-10-26,1-1,-1 0,1 1,0-1,-1 0,1 0,0 0,0 1,1-1,-1 0,0 0,1-1,-1 1,1 0,0 0,-1-1,1 1,0-1,0 0,0 1,0-1,0 0,0 0,0 0,1 0,-1-1,0 1,1-1,-1 1,0-1,1 0,-1 0,0 0,1 0,-1 0,1 0,5-6,1 0,-1-1,0 0,-1 0,1 0,-2-1,1 0,-1-1,0 1,-1-1,0 0,1-3,3-3,83-155,-77 148,-15 22,1 0,0 0,0-1,0 1,-1 0,1 1,0-1,0 0,0 0,-1 0,1 0,0 1,0-1,-1 0,1 1,0-1,-1 0,1 1,0-1,-1 1,1-1,0 1,-1 0,1-1,-1 1,1-1,-1 1,0 0,1 0,-1-1,0 1,1 0,-1-1,0 1,0 0,0 0,1 0,-1-1,0 1,0 0,0 0,0 0,-1-1,1 1,0 0,0 0,0-1,-1 1,1 0,0 0,0-1,-1 1,1 0,-1 0,1 2,0 6,1 0,0 0,0 0,1 0,0-1,1 1,0-1,0 1,1-1,0 0,0 0,1-1,0 1,0-1,1 0,0 0,0-1,0 0,3 2,44 23,3-7</inkml:trace>
  <inkml:trace contextRef="#ctx0" brushRef="#br0" timeOffset="178535.153">7898 15764,'-15'224,"7"-49,-8-44,17-130,-1 0,1 1,0-1,0 0,-1 0,1 0,0 1,0-1,0 0,0 0,0 0,1-1,-1 1,0 0,0 0,1-1,-1 1,0-1,1 1,-1-1,1 1,-1-1,0 0,1 0,-1 1,1-1,-1 0,1-1,-1 1,1 0,-1 0,0 0,1-1,-1 1,1-1,-1 1,0-1,1 0,-1 0,0 1,0-1,0 0,0 0,1 0,-1-1,2 1,48-23,-1-2,-2-2,23-18,-38 20,-55 57,8-12,2 1,1 0,0 1,1 0,2 1,0 0,1 0,1 1,2 0,0 0,1 0,1 0,1 0,2 1,0-1,1 0,1 1,2 2,7 14</inkml:trace>
  <inkml:trace contextRef="#ctx0" brushRef="#br0" timeOffset="178795.936">8579 15871,'-16'2,"-5"4,1 6,4 7,7 6,9 4,9 4,4-4</inkml:trace>
  <inkml:trace contextRef="#ctx0" brushRef="#br0" timeOffset="179058.23">8606 16378,'-2'10,"1"2,1-1</inkml:trace>
  <inkml:trace contextRef="#ctx0" brushRef="#br0" timeOffset="181924.603">8525 15924,'0'2,"0"1,-1 0,1-1,0 1,1 0,-1-1,0 1,1-1,-1 1,1 0,0-1,0 1,0-1,0 0,1 1,-1-1,0 0,1 0,0 0,-1 0,1 0,0 0,0 0,0-1,0 1,1-1,-1 1,0-1,1 0,-1 0,1 0,-1 0,1 0,-1-1,1 1,-1-1,1 1,0-1,-1 0,1 0,0 0,-1-1,1 1,-1-1,1 1,0-1,-1 0,1 0,-1 0,0 0,1 0,-1-1,0 1,0-1,1 0,0 0,0-1,0 1,-1-1,1 0,-1 0,0 0,0 0,0 0,0-1,0 1,0-1,-1 1,0-1,0 1,0-1,0 0,0 1,-1-1,0 0,0 0,0 0,0 1,0-1,-1 0,0 0,1 1,-2-1,1 0,0 1,-1-1,1 1,-1 0,0-1,0 1,0 0,-1 0,1 0,-1 1,1-1,-1 0,0 1,0 0,0 0,-1 0,0 0,2 1,0 0,-1 1,1-1,0 1,-1 0,1 0,-1 0,1 0,-1 1,1-1,0 0,-1 1,1 0,0-1,0 1,-1 0,1 0,0 1,0-1,0 0,0 1,0-1,0 1,1 0,-1-1,0 1,1 0,-1 0,1 0,0 0,-1 1,-1 3,1-1,-1 1,1 0,0 0,1 0,-1 0,1 0,0 0,1 1,0-1,0 5,3 20</inkml:trace>
  <inkml:trace contextRef="#ctx0" brushRef="#br0" timeOffset="182172.94">8619 16339,'12'5,"5"-2,5-5,3-4,-3-4,-5-3,-5-1,-7 0,-9 2,-9 3,-5 3,-8 7,-1 6,3 8,7 4,15 2,8-4</inkml:trace>
  <inkml:trace contextRef="#ctx0" brushRef="#br0" timeOffset="185865.622">2309 17061,'0'20,"0"16,0 14,0 6,0 4,0 0,-2-5,-1-12</inkml:trace>
  <inkml:trace contextRef="#ctx0" brushRef="#br0" timeOffset="186124.928">2269 16767,'2'9,"8"5,2 1</inkml:trace>
  <inkml:trace contextRef="#ctx0" brushRef="#br0" timeOffset="188909.8">8085 17020,'-25'16,"-20"19,-13 19,-4 22,4 19,12 20,18 10,26 2,31-7,33-12,29-18,-1-24</inkml:trace>
  <inkml:trace contextRef="#ctx0" brushRef="#br0" timeOffset="191617.725">12697 17155,'13'25,"14"24,7 21,3 21,-6 16,-13 14,-27 10,-43 9,-62 5,-11-22</inkml:trace>
  <inkml:trace contextRef="#ctx0" brushRef="#br0" timeOffset="189675.348">8525 17569,'0'51,"-1"-13,1 0,2 1,2-1,3 6,-8-42,1 1,1-1,-1 0,0 1,0-1,1 0,0 1,-1-1,1 0,0 0,0 0,0 0,0 0,0 0,1 0,-1 0,1 0,-1 0,1-1,0 1,0 0,-1-1,1 0,0 1,0-1,0 0,1 0,-1 0,0 0,0-1,1 1,-1 0,0-1,3 0,5-3,1-2,-1 0,1 0,-1 0,-1-2,1 1,-1-1,-1 0,1-1,-1 0,0 0,2-5,1 2,-1 0,-1-1,0 0,0 0,-1-1,-1 0,0-1,-1 1,0-1,-2-1,1 1,-1-1,-1 1,-1-1,0-3,-12 58,9 96,2-131,0 0,0 0,0 0,1 0,-1 0,1 0,1 0,-1-1,1 1,-1-1,1 1,1-1,-1 0,0 0,1-1,0 1,0-1,0 1,0-1,1-1,-1 1,1 0,0-1,2 1,21 5</inkml:trace>
  <inkml:trace contextRef="#ctx0" brushRef="#br0" timeOffset="190274.27">9141 17555,'77'145,"-59"-116,-2 0,0 0,-2 2,4 12,-18-42,0 0,-1 0,1 0,0-1,0 1,1 0,-1 0,0 0,0-1,0 1,0 0,1 0,-1 0,0-1,1 1,-1 0,1-1,-1 1,0 0,1-1,0 1,-1 0,1-1,-1 1,1-1,0 1,-1-1,1 1,0-1,0 0,-1 1,1-1,0 0,0 0,-1 0,1 1,0-1,0 0,0 0,0 0,-1 0,1 0,0 0,0 0,0-1,-1 1,1 0,0 0,0-1,-1 1,1 0,0-1,0 1,-1-1,1 0,78-90,54-82,-113 152,-10 22,-14 19,2-14,2-4,-14 104,14-101,1-1,-1 1,1-1,0 1,0-1,0 0,1 0,-1 0,1 1,0-1,1-1,-1 1,0 0,1-1,0 1,0-1,0 0,0 0,1 0,-1 0,1 0,0-1,0 1,14 3,0 0,0-1,0 0,1-2,-1 0,1-1,0-1,-1-1,1 0,0-2,0 0,-1-1,0-1,1 0,0-2,-4 3,-2 0,1-1,0 0,-1-1,1 0,-1-1,-1-1,1 0,-1-1,-1 0,1 0,-1-2,-1 1,0-1,0-1,-1 0,0 0,0-2,-8 10,1 0,-1-1,0 1,0 0,-1-1,1 1,-1 0,0-1,1 1,-1-1,-1 1,1-1,-1 1,1 0,-1-1,0 1,0 0,0-1,-1 1,1 0,-1 0,0 0,1 0,-1 1,-1-1,1 0,0 1,-1-1,1 1,-1 0,0 0,0 0,0 0,0 1,0-1,0 1,0-1,0 1,0 0,-1 0,1 1,-1-1,1 1,-2-1,-2 1,0-1,-1 1,1 0,0 1,0 0,0 0,-1 0,1 1,1 0,-1 1,0-1,0 1,1 1,0-1,-1 1,1 0,1 0,-1 1,1 0,-3 2,5-3,0-1,0 0,0 1,0-1,1 1,0 0,-1 0,2 0,-1 0,0 0,1 1,0-1,0 0,0 1,0-1,1 1,-1-1,1 1,0-1,1 1,-1-1,1 0,0 1,0-1,0 1,1-1,-1 0,1 0,0 0,0 0,1 0,-1-1,2 2,2 3,2-1,-1 0,1 0,0 0,0-1,1 0,0-1,0 0,0-1,1 1,-1-2,1 1,0-1,5 0,146 19,-4-20,-91-6</inkml:trace>
  <inkml:trace contextRef="#ctx0" brushRef="#br0" timeOffset="190604.387">10585 17689,'-3'5,"1"-1,0 1,0 0,1-1,0 1,-1 0,2 0,-1 0,0 0,1 0,0 0,0 0,1 0,-1 0,1 0,0 0,0 0,1 0,0 0,-1-1,2 1,-1-1,0 1,1-1,0 0,0 0,0 0,0 0,1-1,0 1,0-1,0 0,0 0,0 0,0-1,1 1,-1-1,2 0,0 0,-1 0,0 0,1-1,-1 0,1 0,0 0,-1-1,1 0,-1 0,1 0,0-1,-1 0,1 0,-1 0,0-1,1 0,-1 0,0 0,0-1,0 1,0-1,-1 0,1-1,-1 1,1-1,-1 0,-1 0,1 0,0 0,-1-1,0 0,0 1,0-1,-1 0,0-1,0 1,0 0,0-1,-1 1,0-1,0 1,0-1,-1 1,0-1,0-2,-1 1,0 1,-1-1,0 0,0 1,0 0,-1-1,0 1,0 0,-1 1,1-1,-1 0,0 1,-1 0,0 0,1 0,-1 1,-1-1,1 1,-1 1,0-1,1 1,-1 0,-1 0,1 0,0 1,-1 0,1 0,-1 1,0 0,1 0,-1 1,0-1,0 1,0 1,1 0,-1-1,0 2,1-1,-1 1,1 0,-1 1,1-1,0 1,0 0,-4 4,7-5,1 0,-1 0,1 1,0 0,-1-1,1 1,0 0,1 0,-1 0,0 0,1 0,0 0,0 1,0-1,0 0,0 1,1-1,-1 0,1 1,0-1,0 1,0-1,1 1,-1-1,1 0,0 1,0-1,0 0,0 1,0-1,1 0,0 0,-1 0,1 0,0-1,0 1,1 0,-1-1,1 1,-1-1,1 0,0 0,0 0,9 6,1 0,0-1,1-1,-1 0,1-1,0 0,5 0,45 12</inkml:trace>
  <inkml:trace contextRef="#ctx0" brushRef="#br0" timeOffset="191119.406">11173 17823,'-15'-26,"1"-1,2 0,1 0,1-1,1 0,1-1,2 0,0-3,6 31,-1 0,1 0,-1-1,1 1,-1 0,1 0,0 0,0 0,0 0,-1 0,1-1,0 1,0 0,0 0,1 0,-1 0,0 0,0-1,1 1,-1 0,0 0,1 0,-1 0,1 0,0 0,-1 0,1 0,0 0,0 0,-1 1,1-1,0 0,0 0,0 1,0-1,0 0,0 1,0-1,0 1,0 0,0-1,0 1,0 0,1-1,-1 1,0 0,0 0,0 0,0 0,1 0,-1 0,0 1,0-1,0 0,0 0,0 1,149 58,-107-44,-27-10,0 0,0 1,-1 1,0 0,-1 1,0 0,0 1,0 1,7 7,-18-13,0 0,0 0,-1 0,0 1,0-1,0 1,0-1,-1 1,1-1,-1 1,0 0,-1 0,1-1,-1 1,0 0,0 0,-1 2,6 45,-4-48,1-1,-1 1,1-1,0 0,0 1,0-1,0 0,1 0,-1 0,1-1,0 1,0 0,0-1,0 0,0 0,1 0,-1 0,1 0,-1-1,1 0,-1 1,1-1,0 0,1-1,94 7,-85-7,-1-1,1 0,0-1,-1 0,0-1,1-1,-1 0,-1-1,1 0,-1-1,0-1,0 0,0 0,-1-1,0-1,-1 0,0 0,0-1,-1 0,-1 0,1-1,-2-1,1 1,-2-1,1 0,-2-1,4-10,-4 9,-4 25,0 7,1 7,2 0,0 0,2-1,1 1,0-2,2 1,10 17,-18-38,-1-1,1 0,1 0,-1 1,0-1,0 0,1 0,0 0,-1-1,1 1,0 0,0 0,0-1,0 1,0-1,0 0,0 0,0 0,0 0,1 0,-1 0,2 0,8-3</inkml:trace>
  <inkml:trace contextRef="#ctx0" brushRef="#br0" timeOffset="191372.97">12081 17421,'-15'-2,"-11"-1,-5 3,3 2,6 7,9 4,14 1,16-1,4-3</inkml:trace>
  <inkml:trace contextRef="#ctx0" brushRef="#br0" timeOffset="186449.575">2737 17140,'17'114,"-8"-73,-3-1,-1 1,-2 1,-2-1,-2 0,-3 15,5-56,-1 0,0 0,1 0,-1 0,0 0,1 0,-1 0,0 0,1 0,-1 0,0 0,1 0,-1 0,0 0,1 0,-1 1,0-1,1 0,-1 0,0 0,1 0,-1 1,0-1,0 0,1 1,210-390,-211 388,15-21,-14 22,-1 1,0-1,0 0,0 0,0 1,0-1,0 0,0 0,0 0,1 1,-1-1,0 0,0 0,0 0,0 1,1-1,-1 0,0 0,0 0,1 0,-1 0,0 0,0 0,1 1,-1-1,0 0,0 0,0 0,1 0,-1 0,0 0,1 0,-1 0,0 0,0 0,1 0,-1 0,0 0,0-1,0 1,1 0,-1 0,0 0,0 0,1 0,-1 0,0-1,0 1,0 0,1 0,-1 0,0-1,0 1,0 0,0 0,0 0,0-1,1 1,-1 0,0 0,0-1,0 1,0 0,-10 186,10-173,0 0,1 0,0 0,1 0,1 0,0 0,0-1,1 1,1-1,0 0,1 0,0-1,1 0,1 0,-1 0,1-1,1 0,0-1,1 1,2 0,8 4</inkml:trace>
  <inkml:trace contextRef="#ctx0" brushRef="#br0" timeOffset="186756.268">3339 17288,'61'106,"-45"-76,0-1,2-1,1-1,1 0,2 0,-20-24,-1 0,1 0,0-1,0 1,0-1,0 1,0-1,1 0,-1 0,1 0,-1 0,1 0,0-1,0 1,0-1,0 0,0 1,0-1,0-1,0 1,0 0,0-1,1 0,-1 0,0 0,0 0,0 0,1 0,-1-1,0 0,0 0,0 1,0-2,0 1,0 0,0-1,0 1,-1-1,1 0,-1 0,1 0,1-2,5-11,-1 0,-1-1,0 0,-1 0,-1-1,-1 0,0 0,0-6,1-1,4-20,-6 24,1 0,1 1,1 0,0 0,1 0,1 1,4-5,6 1,-1 9</inkml:trace>
  <inkml:trace contextRef="#ctx0" brushRef="#br0" timeOffset="187341.269">3900 17595,'69'-48,"-1"-3,-3-3,34-39,-65 48,-34 43,1 1,0 0,-1 0,1 0,-1-1,0 1,1 0,-1-1,0 1,0 0,0-1,1 1,-1 0,-1-1,1 1,0 0,0-1,0 1,-1 0,1-1,-1 1,1 0,-1 0,0 0,1-1,-1 1,0 0,0 0,1 0,-1 0,0 0,0 0,0 0,-1 1,1-1,0 0,0 0,0 1,-6-2,0 0,0 1,0 0,0 1,0-1,0 1,-1 1,1-1,0 1,0 1,0-1,1 1,-1 0,0 1,1-1,-1 1,1 1,0-1,0 1,0 0,0 0,1 1,0 0,0 0,0 0,-1 2,1-2,-1-1,1 1,0 0,0 1,0-1,1 1,0 0,0 0,1 1,0-1,0 1,0-1,1 1,0 0,0 0,0 0,1 0,0 0,1 1,0-1,0 0,0 0,1 0,0 0,0 1,1-1,0-1,0 1,1 0,0 0,0-1,0 0,1 1,0-1,0 0,1-1,3 5,4-2,0-1,0 0,1-1,0 0,0 0,0-2,1 0,-1 0,1-1,0-1,0 0,0-1,0-1,0 0,0-1,0 0,0-1,0-1,0 0,-1-1,1 0,5-4,-11 4,-1 0,1 0,-1-1,0 0,0 0,-1-1,0 0,0 0,0-1,-1 0,1 1,-2-2,1 1,-1-1,0 1,-1-1,1 0,-2 0,1-1,-1 1,3-18,0-1,-2 1,-1-1,-1 1,-3-24,4 0,-1 49,0 0,-1 1,1-1,0 0,-1 1,1-1,0 1,0 0,-1-1,1 1,0-1,0 1,0 0,0 0,-1 0,1-1,0 1,0 0,0 0,0 0,0 0,0 0,0 1,-1-1,1 0,0 0,0 0,0 1,0-1,-1 0,1 1,0-1,0 1,-1-1,1 1,0 0,-1-1,1 1,0-1,-1 1,1 0,-1 0,1-1,-1 1,0 0,1 0,1 1,163 127,-155-123,-1 0,0 1,0 0,0 0,-1 0,0 1,-1 1,1-1,-2 1,1 1,-1-1,-1 1,0 0,0 0,-1 0,0 1,-1 0,0 0,0 0,-1 1,-11 109,9-119,0 1,1-1,-1 1,1-1,0 0,-1 1,1-1,0 0,1 1,-1-1,0 0,1 0,-1 0,1 0,-1-1,1 1,0 0,0-1,0 1,0-1,0 1,0-1,0 0,1 0,-1 0,0 0,1 0,-1-1,1 1,-1-1,1 0,83 4,-84-4,149-22,-72 4</inkml:trace>
  <inkml:trace contextRef="#ctx0" brushRef="#br0" timeOffset="188000.225">5651 17342,'-18'-5,"0"1,-1 1,1 1,-1 0,0 2,0 0,1 1,-1 1,0 1,1 0,0 2,0 0,0 1,0 0,1 2,0 0,0 1,1 0,1 1,-1 1,-10 11,23-20,-1 0,1 0,0 1,0-1,1 1,-1-1,1 1,-1 0,1 0,0 0,0 0,0 1,0-1,0 0,1 1,0-1,0 1,0 0,0-1,0 1,1 0,-1 0,1-1,0 1,0 0,1 0,-1 1,5 0,-1 0,1 0,0 0,0 0,1-1,-1 0,1 0,0-1,0 1,0-1,0-1,1 1,-1-1,1 0,-1 0,1-1,6 1,-6-1,84 19,-56-14,0 2,-1 1,-1 1,0 2,9 5,-40-16,0-1,0 0,0 1,0 0,0-1,0 1,0 0,0 0,0 0,0 1,0-1,0 0,-1 1,1-1,0 1,-1-1,1 1,-1 0,0 0,0-1,1 1,-1 0,-1 0,1 0,0 0,0 1,-1-1,1 0,-1 0,0 0,1 0,-1 1,0-1,0 0,-1 0,1 0,0 1,-1-1,1 0,-1 0,0 0,0 0,0 0,0 0,0 0,0 0,0 0,0 0,-1-1,0 2,-13 6,1 0,-1-1,-1-1,0 0,0-1,0-1,-1 0,1-1,-1-1,0-1,0 0,0-1,-9-1,25 0,-5 1,0 0,0-1,0 0,0 0,0 0,0-1,0 1,0-1,0-1,1 1,-1-1,0 0,1 0,-1-1,1 0,0 0,-1-1,5 3,0 0,0 1,1-1,-1 0,1 0,-1 0,1 0,-1 0,1-1,0 1,-1 0,1 0,0 0,0 0,0 0,0 0,0-1,0 1,0 0,0 0,0 0,1 0,-1 0,0 0,1 0,-1 0,1 0,-1 0,1 0,-1 0,1 0,0 0,-1 0,1 0,0 0,0 1,1-2,37-25,-8 14,0 1,1 2,1 0,-1 3,2 1,-1 1,7 1,-28 1,1 1,-1 1,0 0,1 1,-1 0,0 0,1 2,-1-1,0 2,0-1,0 2,0 0,0 0,-1 1,0 0,0 1,0 0,2 3,15 52,-26-60,0 0,0 0,0-1,0 1,0 0,1-1,-1 1,0-1,0 0,1 0,-1 0,0 0,0 0,1-1,-1 1,0 0,0-1,0 0,0 1,0-1,1 0,-1 0,-1 0,1-1,0 1,0 0,0-1,7-2,-2 0,1 0,0-1,-1 1,0-2,0 1,0-1,-1 0,1 0,-2-1,1 0,-1 0,0 0,0-1,-1 1,0-1,0 0,-1 0,0-1,0 1,-1-1,-1 0,1 1,-1-1,0 0,-1 0,0 1,-1-1,0 0,0 0,-1 0,0 1,0-1,-3-4,2 8,1-1,-2 1,1 1,-1-1,0 0,0 1,0 0,0 0,-1 0,1 0,-1 1,0 0,0 0,-1 0,1 1,0-1,-1 1,0 0,1 1,-1 0,0 0,0 0,0 0,0 1,0 0,0 0,1 1,-1 0,0 0,0 0,0 0,1 1,-1 0,1 0,-1 1,1 0,0 0,0 0,0 0,-3 3,3-2,0 0,0 0,1 0,-1 1,1-1,0 1,0 0,1 0,-1 1,1-1,0 1,1-1,-1 1,1 0,0 0,1 0,-1 0,1 1,0-1,1 0,0 0,0 1,0-1,1 0,-1 0,2 1,-1-1,1 0,-1 0,2 0,-1-1,1 1,0 0,0-1,22 25</inkml:trace>
  <inkml:trace contextRef="#ctx0" brushRef="#br0" timeOffset="188407.278">6267 17756,'-13'-273,"13"267,-1 5,0-1,1 0,-1 0,1 0,0 0,-1-1,1 1,0 0,0 0,0 0,0 0,1 0,-1 0,1 0,-1 0,1 0,0 0,-1 0,1 0,0 1,0-1,1 0,-1 0,0 1,0-1,1 1,-1-1,1 1,0 0,-1 0,1-1,0 1,0 0,-1 0,1 1,0-1,0 0,0 1,0-1,116 57,-81-39,-26-14,-1 1,1 0,-1 1,-1 0,1 0,-1 1,1 0,-2 1,1 0,-1 0,0 1,0 0,-1 1,0-1,-1 1,3 6,-7-7,-1 0,-1 0,1 0,-1 0,-1-1,1 1,-1 0,-1 0,1-1,-2 1,1 0,-1-1,0 0,0 0,-1 0,0 0,0 0,0-1,-1 0,0 0,-1 0,1 0,-1-1,-2 2,-16 21,25-28,-1-1,1 1,0 0,-1-1,1 1,0 0,-1 0,1 0,0-1,-1 1,1 0,0 0,0 0,-1 0,1 0,0 0,0 1,-1-1,1 0,0 0,-1 0,1 1,0-1,-1 0,1 1,0-1,-1 1,1-1,-1 0,1 1,-1-1,1 1,-1 0,1-1,-1 1,1-1,-1 1,0 0,1-1,-1 1,0 0,0-1,1 1,-1 0,0-1,0 1,0 0,0 0,0-1,0 1,0 0,0 0,0-1,0 1,-1 0,1-1,0 1,0 0,-1-1,1 1,0 0,-1-1,1 1,-1 0,1-1,-1 1,1-1,-1 1,220-31,45-12,-131 22</inkml:trace>
  <inkml:trace contextRef="#ctx0" brushRef="#br0" timeOffset="192773.708">211 11673,'-12'213,"12"-153,-16 1036,-55 32,21-99,48-794,-1 152,-43 276,35-581</inkml:trace>
  <inkml:trace contextRef="#ctx0" brushRef="#br0" timeOffset="195058.078">305 11740,'-9'-37,"2"-1,2 0,2-1,1 1,2-1,2 1,2-5,-4 34,0 0,0 0,1 1,1-1,-1 0,1 1,1-1,0 1,0 0,0 0,1 0,0 0,1 1,0-1,0 1,1 1,-1-1,1 1,1 0,-1 0,1 0,0 1,1 0,-1 1,4-2,24-2,0 1,1 2,-1 2,22 0,-18 1,197-6,1 11,227 32,497 33,-398-37,57 9,464 37,104 11,-231-43,16-43,-523-3,232-5,397 3,276 4,439-6,-49 64,-1584-52,69 2,39 1,221 38,-54 45,-410-88,60 10,-1 4,-1 3,0 4,-2 3,-2 4,22 15,-75-33,-17-11,-1 0,0 1,0 0,0 0,-1 1,0 0,0 0,0 1,-1 0,0 0,-1 1,1 0,-1 0,-1 1,0-1,0 1,0 1,-1 14,-1 1,-1 0,-2 0,0 0,-1-1,-2 1,0 0,-2-1,-1 1,-4 10,-37 151,-55 251,13 237,50-332,-151 708,97-507,21 36,61-482,-96 695,91-602,7 162,9-351,0 30,1-45,16-70,-5 58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3.5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77 632,'-2'25,"1"22,3 21,6 17,4 15,2 10,1 10,-2 7,-3 2,-6-2,-8-12,-3-25</inkml:trace>
  <inkml:trace contextRef="#ctx0" brushRef="#br0" timeOffset="306.3">10 1073,'-3'-25,"0"4,1 0,1 1,0-1,2 0,0 0,4-13,-5 31,1 0,0 0,0 0,0 0,0 1,1-1,-1 0,1 0,0 1,-1-1,1 1,0 0,1-1,-1 1,0 0,1 0,-1 0,1 1,-1-1,1 1,0-1,0 1,0 0,0 0,0 0,0 0,0 1,0-1,0 1,0 0,0 0,3 0,5 1,-1 0,1 0,-1 1,0 1,0 0,0 0,0 1,-1 0,4 3,0-1,0 1,0 0,-1 2,0-1,0 1,-1 1,0 0,-1 0,0 1,-1 1,0 0,-1 0,0 1,-7-12,0 0,-1 1,1-1,-1 1,1-1,-1 1,1-1,-1 1,0-1,0 1,0-1,0 1,0 0,0-1,0 1,0-1,-1 1,1-1,0 1,-1-1,0 1,1-1,-1 0,0 1,0-1,1 0,-1 1,0-1,0 0,-1 0,1 0,0 0,0 0,0 0,-1 0,1 0,0-1,-1 1,1 0,-1-1,1 1,-1-1,0 0,-69 12,70-12,-68-4,65 1,7 0</inkml:trace>
  <inkml:trace contextRef="#ctx0" brushRef="#br0" timeOffset="666.314">571 1100,'-15'-145,"7"0,7-76,23-270,-27 400,5 92,-1-1,1 0,0 1,0-1,-1 0,1 1,0-1,-1 0,1 1,0-1,-1 0,1 0,0 0,-1 1,1-1,-1 0,1 0,0 0,-1 0,1 0,-1 0,1 0,-1 0,1 0,0 0,-1 0,1 0,-1 0,1 0,-1 0,1 0,0 0,-1-1,1 1,-1 0,1 0,0 0,-1-1,1 1,0 0,-1-1,1 1,0 0,0-1,-1 1,1 0,0-1,0 1,-1 0,1-1,0 1,0-1,0 1,0 0,0-1,0 1,0-1,0 1,0-1,0 1,0 0,0-1,0 1,-25 90,10 21,5 1,4 0,8 61,-3-140,2 0,1 1,1-1,2 0,2-1,1 1,1-1,12 27,-16-51,1 0,-1 0,1-1,1 0,-1 0,1-1,1 0,-1 0,1 0,0-1,0 0,0-1,1 0,0 0,-1-1,1 0,1-1,-1 1,0-2,1 1,-1-2,0 1,1-1,-1 0,1-1,-1 0,1-1,-1 0,0 0,0-1,0 0,0-1,-1 0,8-4,20-11</inkml:trace>
  <inkml:trace contextRef="#ctx0" brushRef="#br0" timeOffset="912.661">317 418,'-13'-2,"-8"-1,5 0,17 1,26 0,33 1,35 0,25 6,-8 1</inkml:trace>
  <inkml:trace contextRef="#ctx0" brushRef="#br0" timeOffset="1265.717">1172 1113,'13'-18,"-1"-1,-1-1,0 1,-2-2,0 1,-2-2,0 1,-1-1,-1 0,-1 0,-2 0,0 0,-1-1,-1 1,-1 0,-2-12,1 27,0 0,0 0,-1 1,0-1,0 1,-1-1,0 1,0 0,0 1,0-1,-4-2,6 6,0 0,0 0,0 0,-1 0,1 1,0-1,-1 1,0 0,1-1,-1 1,1 0,-1 1,0-1,0 0,0 1,1 0,-1-1,0 1,0 0,0 1,0-1,1 0,-1 1,0-1,0 1,1 0,-1 0,0 0,-1 2,2-3,0 1,0 0,1 0,-1 0,0 0,1 0,-1 0,1 0,0 0,-1 1,1-1,0 1,0-1,-1 1,1-1,0 1,1 0,-1-1,0 1,0 0,1 0,-1-1,1 1,0 0,-1 0,1 0,0 0,0 0,0 0,0-1,1 1,-1 0,0 0,1 0,-1 0,1 0,0-1,-1 1,1 0,0-1,0 1,0 0,6 2,0 0,0 0,1-1,-1 0,1 0,0 0,-1-1,1 0,0-1,0 0,0 0,1-1,6 0,-6 1,258 0,-263-1,0 0,0 0,0 0,0 1,0-1,0 1,-1 0,1 0,0 0,0 1,-1-1,1 1,-1 0,1 0,-1 0,0 0,0 1,0-1,0 1,0 0,-1 0,1 0,-1 0,0 0,0 1,0-1,0 0,0 1,-1 0,0-1,1 1,-2 0,1 0,0 0,-1 0,1 0,-1 0,0 0,-3 10,-1 0,0 0,0 0,-1-1,-1 0,0 0,-6 8,-22 53,34-73,-1 0,1 1,-1-1,1 0,-1 0,1 1,0-1,0 1,0-1,0 0,0 1,0-1,0 0,0 1,0-1,1 0,-1 1,0-1,1 0,-1 1,1-1,0 0,-1 0,1 0,0 1,0-1,0 0,0 0,0 0,0 0,0-1,0 1,0 0,0 0,0-1,1 1,-1 0,0-1,0 1,1-1,-1 0,1 1,66 2,111-29,-79 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2.1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0 241,'28'21,"-28"-21,26 6,1-1,-1-1,1-1,-1-2,22-1,-9 0,555-13,-584 10,-9 0</inkml:trace>
  <inkml:trace contextRef="#ctx0" brushRef="#br0" timeOffset="532.605">709 1,'353'301,"-333"-286,-9-7,0 0,-1 1,0 1,0-1,-1 2,0-1,-1 1,7 12,-14-19,-1 0,1 1,-1-1,0 0,0 0,0 1,-1-1,0 0,1 0,-1 0,-1 0,1 0,-1 0,1 0,-1 0,0 0,-1-1,1 1,0-1,-1 0,0 1,0-1,0 0,0-1,-1 1,1 0,-1-1,1 0,-4 2,-252 165,208-136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8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5,'79'-5,"-76"5,0 0,0 1,0-1,0 1,0-1,-1 1,1 0,0 0,0 0,-1 0,1 1,-1-1,1 1,-1-1,0 1,1 0,-1 0,0 0,0 0,0 0,-1 1,1-1,0 0,-1 1,1 1,-2 2,-1 0,0-1,0 1,0 0,-1 0,0-1,0 1,-1-1,1 0,-1 1,0-1,0 0,-1-1,0 1,0-1,0 1,0-1,0 0,-1-1,0 1,0-1,0 0,-2 1,-32 25,39-29,0 0,0 0,1 0,-1 0,0 0,0 0,1 0,-1 0,0 0,0 0,0 0,1 0,-1 0,0 0,0 0,0 0,1 0,-1 1,0-1,0 0,0 0,1 0,-1 0,0 1,0-1,0 0,0 0,0 0,0 1,1-1,-1 0,0 0,0 0,0 1,0-1,0 0,0 0,0 1,0-1,0 0,0 0,0 0,0 1,0-1,0 0,0 0,0 1,0-1,-1 0,1 0,0 0,0 1,0-1,0 0,0 0,0 0,-1 0,1 1,0-1,0 0,0 0,0 0,-1 0,1 0,25-1,-21 1,51-7,-36 4,-1 0,1 0,-1 2,1 0,0 2,0 0,-1 1,1 0,-1 2,0 0,0 1,3 2,-18-6,0 1,0-1,-1 0,1 1,-1 0,1 0,-1 0,0 0,1 0,-1 0,0 1,0-1,-1 1,1-1,0 1,-1 0,0 0,1-1,-1 1,0 0,-1 0,1 0,0 0,-1 0,0 1,0-1,0 0,0 0,0 0,0 0,-1 0,0 0,0 2,-6 8,0 0,-1-1,-1 1,0-2,-1 1,0-1,0-1,-1 0,-1-1,0 0,0 0,0-1,-1-1,-12 5,-28 15,7-7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9.3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41,'10'-6,"-1"1,1 0,0 0,0 1,1 1,-1 0,1 0,0 1,0 0,0 1,0 0,0 1,0 0,0 1,0 0,0 1,-1 0,4 1,-11-2,-1 0,1 0,-1 1,0-1,1 0,-1 1,0 0,0 0,0-1,0 1,0 0,-1 0,1 1,-1-1,1 0,-1 0,0 1,1-1,-1 1,-1-1,1 1,0 0,-1-1,1 1,-1 0,0-1,0 1,0 0,0-1,0 1,-1 0,1-1,-1 1,1 0,-1-1,-1 2,-50 85,-101 59,154-148,0 0,0 0,0 0,0 0,0 0,0 0,0 0,0 0,0 0,0 1,0-1,0 0,0 0,0 1,-1-1,1 1,0-1,0 1,0-1,0 1,-1 0,1-1,0 1,-1 0,1 0,0-1,-1 1,1 0,-1 0,1 0,-1 0,0 0,1 0,-1 0,0 0,0-1,1 1,-1 0,0 0,0 0,0 0,0 0,0 0,-1 0,1 0,0 0,0 0,-1 0,1 0,0 0,-1 0,1 0,-1 0,1-1,-1 1,0 0,1 0,-1 0,0-1,1 1,-1-1,0 1,0 0,0-1,1 1,-1-1,0 0,0 1,0-1,37 3,1-3,0-1,-1-1,1-2,4-3,-10 3,99-14,-4-2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40.1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0 247,'2'-18,"1"-13,2-8,3-4,-1 1,2 2,1 13,-1 21,-3 24,1 23,-1 20,-2 14,1 5,4-1,8-9,7-10,7-16,-2-15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40.9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46 109,'-4'11,"-1"1,1 1,0 0,0 0,1 1,1-1,0 0,1 1,1 0,0-1,1 3,0-13,0 1,0-1,0 1,1-1,-1 0,1 0,0 0,0 0,0 0,0 0,0 0,1 0,-1-1,1 1,0-1,0 0,0 0,0 0,0 0,0-1,1 1,-1-1,0 0,1 0,-1 0,1 0,-1 0,1-1,2 0,4 1,0 0,1-2,-1 1,1-1,-1 0,0-1,0-1,0 0,9-3,-12 3,0 0,-1 0,1-1,-1 0,1 0,-1 0,0-1,-1 0,1 0,-1-1,0 0,-1 0,1 0,-1 0,0 0,0-1,-1 0,0 0,0 0,-1 0,0 0,0-1,-1 1,0 0,0-1,0 1,-1-1,0 0,-1 1,0-1,0 1,-1 0,1-1,-2 1,1 0,-2-4,0 5,0 0,0 0,0 1,0-1,-1 1,0 0,0 0,0 1,-1-1,0 1,0 0,0 1,0-1,0 1,-1 1,1-1,-1 1,0 0,0 1,1-1,-1 1,0 1,0-1,-1 1,1 0,0 1,0 0,1 0,-1 0,0 1,0 0,1 1,-1-1,1 1,-1 0,1 1,0 0,0 0,1 0,-1 0,1 1,0 0,0 0,1 0,0 1,-1 0,1 1,-13 33,9-1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41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1,'18'29,"20"31,17 25,13 24,6 17,-1 13,-7 8,-16 4,-25 1,-37 2,-51 2,-58 0,-8-27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40.4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0 160,'21'5,"17"8,17 13,14 12,12 10,8 11,4 9,-1 4,-6 0,-11-2,-15-6,-16-9,-15-12,-13-13</inkml:trace>
  <inkml:trace contextRef="#ctx0" brushRef="#br0" timeOffset="179.126">775 1,'-22'0,"-22"9,-17 16,-9 21,-2 18,5 13,11 13,15 7,17-3,13-16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9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0,'14'14,"15"13,17 11,14 14,13 8,8 6,1 3,-5 1,-7-3,-15-2,-15-9,-16-14</inkml:trace>
  <inkml:trace contextRef="#ctx0" brushRef="#br0" timeOffset="165.076">481 41,'-13'13,"-15"19,-12 19,-13 20,-7 15,-3 10,3 3,11-14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8.8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54,'23'11,"19"14,15 10,13 12,5 11,-2 7,-5 4,-10-1,-13-3,-11-5,-12-11,-10-14</inkml:trace>
  <inkml:trace contextRef="#ctx0" brushRef="#br0" timeOffset="241.768">468 0,'-18'12,"-15"12,-12 16,-6 17,-2 15,2 11,2 8,7-1,11-16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7.4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270 0,'-16'10,"-14"11,-9 14,-5 17,-1 15,4 17,9 17,13 14,16 10,20 2,21-4,17-10,16-15,11-18,6-17,-4-17,-15-17</inkml:trace>
  <inkml:trace contextRef="#ctx0" brushRef="#br0" timeOffset="276.26">498 402,'11'18,"15"13,17 8,18 4,8 0,5-2,-1 0,-9 0,-10-1,-13-2,-12-1,-12-2,-9-8</inkml:trace>
  <inkml:trace contextRef="#ctx0" brushRef="#br0" timeOffset="558.505">845 415,'-11'27,"-11"25,-13 23,-10 15,-8 11,-4 1,7-19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36.1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125 216,'1'617,"-1"-596,-1 2,1-1,1 0,1 0,1 0,2 0,0 0,3 8,-8-30,0-1,0 1,0 0,0-1,0 1,0 0,1-1,-1 1,0 0,0 0,0-1,0 1,0 0,1 0,-1-1,0 1,0 0,0 0,1-1,-1 1,0 0,0 0,1 0,-1 0,0-1,0 1,1 0,-1 0,0 0,1 0,-1 0,0 0,1 0,-1 0,0 0,1 0,-1 0,0 0,0 0,1 0,-1 0,0 0,1 0,-1 0,0 0,0 1,1-1,-1 0,0 0,1 0,-1 1,3-37,-1 1,-1-1,-3 0,-3-22,4 51,-5-59</inkml:trace>
  <inkml:trace contextRef="#ctx0" brushRef="#br0" timeOffset="261.303">58 203,'-6'-16,"-6"-8,-2-1,-1 0,4 6,11 5,17 5,21 2,25 0,19-4,15-2,6-1,-5 2,-12 5,-19 9,-25 10,-20 3</inkml:trace>
  <inkml:trace contextRef="#ctx0" brushRef="#br0" timeOffset="521.616">31 617,'21'2,"18"1,20 0,21-1,17-4,15-6,9 0,-16 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52.6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3 509,'-1'-63,"-1"0,3 0,2-1,4 1,2 1,7-23,-16 83,0 1,0-1,0 0,0 0,0 1,0-1,1 0,-1 1,0-1,1 0,-1 1,1-1,0 0,0 1,0-1,-1 1,1-1,0 1,1 0,-1 0,0-1,0 1,1 0,-1 0,0 0,1 0,-1 0,1 0,-1 1,1-1,0 0,-1 1,1-1,0 1,-1 0,1 0,0-1,0 1,-1 0,1 0,0 1,0-1,-1 0,1 0,0 1,-1-1,1 1,0 0,148 121,-113-91,108 99,-107-66,-37-62,0 0,-1 0,1 0,-1 0,0 0,0 0,0-1,0 1,0 0,0 0,0 0,0 0,-1 0,1 0,-1 0,0-1,1 1,-1 0,0 0,0-1,0 1,0 0,0-1,-1 1,1-1,0 0,-1 1,1-1,-1 0,1 0,-1 0,0 0,1 0,-1 0,0 0,-1 0,1 0,-1 0,0 1,0-1,0-1,-1 1,1 0,0-1,0 1,0-1,0 0,-1 0,1 0,0-1,0 1,0-1,0 1,0-1,0 0,0-1,0 1,0 0,0-1,0 1,1-1,-1 0,1 0,-1 0,1 0,0-1,0 1,0-1,0 1,0-1,0 0,1 1,-1-1,1 0,0 0,0 0,0 0,0 0,1 0,-1-1,1 1,-1 0,1 0,0 0,1 0,-1-1,1 1,-1 0,1 0,0 0,1-3,4-1,1 0,0 1,0 0,1 0,-1 0,1 1,1 1,-1-1,1 1,-1 0,1 1,0 0,0 1,1 0,-1 0,0 1,1 0,-1 0,1 1,1 1,127 2,-103 0,1-1,-1-2,1-2,1-1,-33 2,1 1,-1-1,1 0,-1 0,1-1,-1 1,1-1,-1 0,0 0,0 0,0 0,0-1,0 0,-1 0,1 0,-1 0,0-1,0 1,0-1,0 1,-1-1,1 0,-1 0,0-1,0 1,-1 0,1-1,-1 1,0-1,0 1,0-1,-1 1,0-1,0-1,0 0,-1 0,0 0,0 0,0 0,-1 1,0-1,0 1,-1-1,1 1,-1 0,0 0,0 0,-3-3,4 6,1 0,-1 0,0 0,1 1,-1-1,0 1,0-1,0 1,0-1,0 1,-1 0,1 0,0 0,0 0,-1 1,1-1,-1 0,1 1,-1 0,1 0,0 0,-1 0,1 0,-1 0,1 0,-1 1,1-1,0 1,-1 0,1 0,0 0,-1 0,0 1,-3 3,0 2,0-1,0 1,1 0,0 0,1 0,-1 0,1 1,1 0,-1 0,2 0,-1 0,1 1,0-1,1 1,-1-1,2 1,-1-1,1 1,1 5,0-3,0 0,1 0,0 0,0 0,2-1,-1 1,1-1,0 1,1-1,1-1,-1 1,1-1,1 0,0 0,0-1,1 0,0 0,0-1,1 1,0-2,0 0,0 0,1 0,0-1,3 0,13 7,1-2,1-2,-1 0,1-1,23 1,39 2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53.4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113 805,'-9'16,"-3"21,0 20,6 19,6 14,12 13,7 7,6 0,0-2,-1-8,-5-13,-6-18,-7-21,-7-18,-8-20,-3-11</inkml:trace>
  <inkml:trace contextRef="#ctx0" brushRef="#br0" timeOffset="303.59">73 1206,'-20'-246,"22"148,-1 96,0 0,-1 0,1 0,0 0,0 0,0 1,0-1,1 0,-1 0,0 1,1-1,-1 1,1-1,0 1,-1 0,1 0,0-1,0 1,0 0,0 1,0-1,0 0,0 0,0 1,0 0,0-1,0 1,0 0,0 0,1 0,-1 0,0 0,0 0,2 1,72 22,-74-22,35 14,0 2,-1 1,0 2,-2 2,-1 0,4 6,-36-27,0-1,0 1,0-1,0 1,0 0,0-1,0 1,0 0,-1-1,1 1,0 0,-1 0,1 0,0 0,-1 0,1 0,-1 0,0 0,1 0,-1 0,0 0,1 0,-1 0,0 0,0 0,0 0,0 0,0 0,0 0,0 0,0 1,-1-1,1 0,0 0,-1 0,1 0,-1 0,1 0,-1 0,1-1,-1 1,0 0,1 0,-1 0,0 0,0-1,1 1,-1 0,0-1,0 1,0-1,0 1,0-1,0 1,0-1,0 0,0 1,0-1,0 0,0 0,0 0,0 0,0 0,-1 0,1 0,0 0,-36 8,-1-2,1-2,-1-1,0-2,-25-3,35 2,0-2,0 0,0-2,-23-7,36 4,18 1,28 0,20 3,6 1</inkml:trace>
  <inkml:trace contextRef="#ctx0" brushRef="#br0" timeOffset="612.766">661 1032,'87'26,"19"-6,-103-20,1 0,-1 0,1 0,0-1,-1 0,1 1,-1-1,0 0,1 0,-1-1,0 1,0-1,0 0,0 0,0 0,0 0,0 0,0 0,-1-1,0 0,1 1,-1-1,0 0,0 0,0 0,-1 0,1 0,-1-1,1 1,-1-1,-1 1,1-1,0 1,-1-1,0 1,0-1,0 0,0 1,0-1,-1 1,0-1,1 1,-1-1,-1 1,1 0,0-1,-1 1,0 0,0 0,0 0,0 0,0 0,0 1,-1-1,1 0,-1 1,0 0,0 0,0 0,-1-1,-6-3,-1-1,0 2,0 0,0 0,0 1,-1 0,0 1,-5-1,5 1,1 1,-1 1,1 0,-1 0,1 1,-1 0,1 1,-1 1,1 0,-1 0,1 1,0 1,0 0,0 0,1 1,-1 0,1 1,1 0,-1 1,1 0,0 0,0 1,-2 3,9-9,1 1,-1-1,1 0,-1 1,1-1,0 1,0-1,0 1,0 0,1-1,-1 1,1 0,0 0,-1-1,1 1,0 0,1 0,-1-1,0 1,1 0,0-1,-1 1,1 0,0-1,0 1,1-1,-1 1,0-1,1 0,0 0,-1 1,1-1,0 0,2 1,4 4,1 0,0-1,0 0,1 0,-1-1,1 0,1-1,1 1,55 17</inkml:trace>
  <inkml:trace contextRef="#ctx0" brushRef="#br0" timeOffset="1391.774">1543 993,'-22'-16,"-1"1,0 1,-1 2,-1 0,0 1,-1 2,0 0,0 2,0 1,-1 1,0 1,0 2,-27 0,49 2,0 0,0 1,0-1,0 1,-1 0,1 1,0-1,1 1,-1 0,0 0,0 0,1 1,-1-1,1 1,0 0,0 1,0-1,0 1,1-1,-1 1,1 0,0 1,0-1,0 1,1-1,0 1,0 0,0-1,0 1,1 0,-1 0,1 0,1 1,-1-1,1 0,0 0,0 0,0 1,1 2,4 0,0-1,1 0,-1 0,1-1,1 0,-1 0,1 0,0 0,0-1,1-1,-1 1,1-1,0 0,1-1,-1 0,0 0,1-1,0 0,-1-1,1 1,0-2,2 1,4 0,1 1,0-2,0 0,0-1,0-1,-1-1,1 0,-1 0,1-2,-1 0,0-1,4-2,-11 4,0 0,0-1,-1 0,1 0,-1 0,-1-1,1 0,-1-1,0 1,0-1,-1 0,0-1,0 1,0-1,-1 0,-1 0,1-1,-1 1,-1-1,1 1,-1-1,0-4,-2 10,1 0,-1 0,1 0,-1-1,0 1,0 0,0 0,-1 0,1-1,-1 1,1 0,-1 0,0 0,0 0,-1 0,1 0,-1 1,1-1,-1 0,0 1,-1-2,1 4,0 1,0-1,1 0,-1 1,0 0,0-1,1 1,-1 0,0 0,1 0,-1 0,1 0,-1 1,1-1,-1 0,1 1,0-1,0 1,0-1,0 1,0-1,0 1,0 0,0 0,1-1,-1 1,0 0,1 0,0 0,-1 1,-2 4,1 0,-1 0,1 0,1 0,-1 0,1 1,0-1,1 0,0 1,0-1,0 1,1-1,0 0,1 0,0 1,0-1,0 0,1 0,0-1,0 1,1-1,-1 1,2-1,-1 0,1 0,0-1,0 0,0 1,1-2,-1 1,1-1,1 0,-1 0,0 0,1-1,0 0,6 2,-4-3,0-1,-1 0,1-1,0 1,0-2,-1 1,1-1,0 0,0-1,-1 0,0-1,1 0,-1 0,0 0,0-1,0-1,-1 1,0-1,6-4,1-3,1-1,-2-1,1 0,-2 0,0-2,-1 1,0-1,4-12,8-24,-2-1,-3-1,-2-1,-3 0,-2-1,-3-1,-1 1,-3-35,0 47,-2-1,-1 1,-3 0,-1-1,-10-39,13 80,0 0,0-1,-1 1,0 0,0 0,0 0,0 0,0 0,-1 0,0 0,0 1,0-1,0 0,-1 1,1 0,-1-1,0 1,0 0,0 0,0 1,-1-1,1 1,-1 0,1 0,-1 0,0 0,0 0,0 1,0 0,0 0,0 0,0 0,0 0,-3 1,1 2,0 1,0 0,1 0,-1 0,1 1,0 0,0 0,0 0,0 0,1 1,0 0,0 0,0 0,1 0,0 1,0-1,-1 3,-10 21,2 1,1 1,2 0,1 0,1 1,1 0,2 0,2 0,0 1,3-1,0 0,2 1,2-1,1 0,1-1,7 18,-4-14,1-2,2 1,1-2,1 0,2 0,2-2,0 0,2-1,1-1,2-2,0 0,2-1,0-1,2-2,0-1,2-1,0-1,6 0,-26-13,0-2,0 1,1-1,-1-1,1 0,0-1,0 0,0 0,1-1,-1-1,0 0,0 0,0-1,0-1,1 0,-2 0,1-1,0 0,0-1,-1 0,0-1,0 0,6-5,-4-2,0 0,-1-1,0 0,-1-1,-1-1,0 1,-1-1,0-1,-2 0,1 0,-2 0,0 0,-1-1,-1 0,-1 0,0 0,-1-9,0 19,-1 0,0 0,0 0,0 0,-1 1,0-1,-1 0,1 0,-1 1,-3-5,5 10,0 0,-1 0,0 0,1 0,-1 0,0 0,1 0,-1 0,0 0,0 0,0 0,0 1,0-1,0 0,0 1,0-1,0 1,0-1,0 1,0 0,-1-1,1 1,0 0,0 0,0 0,0-1,-1 2,1-1,0 0,0 0,0 0,-1 0,1 1,0-1,0 0,0 1,0-1,0 1,0 0,0-1,0 1,0 0,0-1,0 1,0 0,0 0,1 0,-2 1,-37 49,34-43,1 0,0 1,0 0,1-1,0 1,0 0,1 0,0 1,1-1,0 0,0 1,1-1,0 1,1-1,0 0,1 1,-1-1,2 0,-1 0,1 0,1 0,0-1,0 1,1-1,-1 0,2 0,-1-1,1 0,1 1,7 3,0-1,0-1,1 0,0-1,0 0,1-1,0-1,1-1,-1 0,1-1,0-1,0 0,0-2,1 0,-1 0,0-2,0 0,1-1,7-2,24-10</inkml:trace>
  <inkml:trace contextRef="#ctx0" brushRef="#br0" timeOffset="1643.502">1651 444,'-21'-7,"-6"-4,8-1,27 2,43 3,53 5,56 4,49 8,30 5,-25 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0.0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299 46,'-11'-3,"0"1,0 0,0 1,-1 0,1 1,0 1,0-1,-1 2,1-1,0 2,0-1,0 2,1-1,-1 2,1-1,0 1,0 1,0 0,1 0,0 1,0 0,1 0,0 1,0 0,-2 4,5-5,1 0,1 0,-1 1,1-1,0 1,1-1,0 1,0 0,1 0,0 0,0 0,0 0,1 0,1 0,-1 0,1 0,1 0,0 0,0 0,0-1,1 1,0-1,0 1,1-1,0 0,0-1,1 1,0-1,0 1,0-1,1-1,0 1,0-1,5 3,7 2,0-1,0 0,1-2,0 0,1-1,0-1,0-1,0 0,0-2,0 0,0-2,1 0,-1-1,0-1,0-1,0 0,0-2,0 0,-1-2,0 0,0-1,14-8,-20 8,-1-1,1 0,-2 0,1-1,-1-1,-1 0,0 0,-1-1,0 0,0-1,-2 0,1 0,-2 0,0-1,0 0,-2-1,1 1,-2-1,0 0,-1 0,0 0,-1 0,-1 0,0 0,-3-14,-1 8,-2 20,-3 55,9-35,1 1,0-1,1 0,2 0,-1-1,2 1,7 17,-9-27,1 0,0 0,0-1,1 1,1-1,-1 0,1 0,0-1,1 1,0-1,0-1,0 1,1-2,0 1,0-1,6 3,-9-6,-1 0,1 0,-1-1,1 0,0 0,0 0,0-1,0 1,0-1,-1 0,1 0,0-1,0 0,0 0,0 0,-1 0,1-1,0 1,-1-1,1-1,-1 1,0 0,0-1,0 0,0 0,0 0,-1-1,1 1,1-4,5-5,0 0,-1-1,-1 0,0 0,-1-1,0 0,-1 0,4-15,-4 9,-1-1,0 1,-1-1,-2-1,0 1,-1 0,-1-1,-1-1,-9 0,-4 38,11-5,0 0,0 1,1-1,1 0,0 1,0-1,1 0,0 1,1-1,0 1,1-1,0 0,0 0,1 0,1 0,0 0,0 0,1-1,0 0,0 0,1 0,0-1,1 0,0 0,0-1,1 1,0-1,0-1,0 0,5 2,22 8,1-2,0-1,1-2,0-2,1-1,0-2,0-2,1-1,-1-2,19-2,61 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2.5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53 121,'-1'15,"1"0,0 0,1-1,0 1,2-1,-1 1,2-1,0 0,0 0,2 0,-1-1,7 11,10 14,1-1,2-1,19 19,128 159,-171-213,1 0,-1 0,0 0,0 0,0 0,0 1,0-1,0 0,-1 0,1 1,0-1,-1 0,1 1,0-1,-1 1,0-1,1 0,-1 1,0-1,0 1,0-1,0 1,0-1,0 1,0-1,0 1,-1-1,1 1,-1-1,1 1,-1-1,1 0,-1 1,0-1,0 0,0 1,0-1,1 0,-2 0,1 0,0 0,0 0,0 0,0 0,-1 0,1-1,0 1,-1 0,1-1,0 1,-1-1,0 1,-14 1,0 0,0-1,-1 0,1-1,0-1,0-1,0 0,0-2,0 1,0-2,1 0,-6-3,8 4,0-2,0 0,1 0,0-1,0 0,0-1,1 0,-5-7,12 12,0-1,1 1,-1-1,1 0,0 0,1 0,-1-1,1 1,-1-1,2 0,-1 1,0-1,1 0,0 0,0 0,0 0,1 0,-1 0,1 0,0 0,1 0,-1 0,1 0,1-5,4-3,1 0,0 0,0 0,1 1,1 0,0 1,1 0,0 0,0 1,1 1,1-1,7-3,65-51,-58 47,0-2,-1-1,-1 0,-1-2,-1-1,-1-1,9-14,-28 35,1 0,-1 1,0-2,0 1,0 0,0 0,0-1,-1 1,0-1,1 1,-1-1,-1 1,1-1,0 0,-1 0,0 1,0-1,0 0,0 1,-1-1,1 0,-1 0,0 1,0-1,0 1,-1-1,1 1,-1 0,0-1,0 1,0 0,0 0,-1 0,1 0,-1 1,0-1,1 1,-1-1,0 1,-2-1,-3 0,0 0,0 0,0 1,0 0,0 0,-1 1,1 0,-1 1,1 0,0 0,-1 0,1 1,-1 1,1-1,-6 3,8-2,1-1,0 1,0 0,0 0,0 1,0 0,0 0,0 0,1 0,0 1,0-1,0 1,0 0,0 1,1-1,0 1,0-1,0 1,0 0,1 0,0 0,0 0,0 1,0 1,1-2,1 1,0 0,0-1,0 1,1-1,0 1,0-1,0 1,1-1,0 0,0 1,0-1,0 0,1 0,0-1,0 1,1 1,29 36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2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126 73,'-59'43,"57"-41,1-1,0 1,0 0,0-1,-1 1,2 0,-1 0,0 0,0 0,0-1,1 1,-1 0,1 0,0 0,0 1,0-1,-1 0,2 0,-1 0,0 0,0 0,1 0,-1 0,1 0,-1 0,1-1,0 1,0 0,0 0,0 0,0-1,0 1,2 1,2 1,0 0,0-1,0 1,1-1,-1 0,1-1,-1 1,1-1,0 0,0-1,0 1,1-1,-1 0,0-1,0 0,0 0,1 0,-1 0,0-1,0 0,0-1,0 1,0-1,0 0,0-1,0 1,-1-1,1 0,-1-1,0 1,0-1,2-2,-5 3,1 1,-1-1,0 0,0 0,-1 0,1 0,-1 0,1 0,-1-1,0 1,0 0,-1-1,1 1,-1-1,1 1,-1-1,0 1,-1-1,1 1,0-1,-1 1,0 0,0-1,0 1,0 0,-1-1,1 1,-1 0,1 0,-1 0,-1-1,-2-2,0 0,0 0,0 1,0-1,-1 1,0 0,0 1,-1-1,1 1,-1 1,0-1,0 1,0 0,0 1,2 0,0 1,0-1,0 1,0 1,0-1,0 1,0 0,-1 0,1 0,0 0,0 1,0 0,0 0,0 1,0-1,1 1,-1 0,0 1,1-1,-1 1,1-1,0 1,0 1,0-1,0 1,1-1,-1 1,1 0,0 0,0 0,1 1,-1 0,-13 37,6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3.1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97 194,'0'1,"-1"-1,1 0,0 1,0-1,0 0,0 1,1-1,-1 0,0 0,0 1,0-1,0 0,0 1,0-1,0 0,0 1,1-1,-1 0,0 0,0 1,0-1,1 0,-1 0,0 0,0 1,1-1,-1 0,0 0,0 0,1 0,-1 1,0-1,1 0,-1 0,0 0,1 0,-1 0,0 0,0 0,1 0,-1 0,0 0,1 0,-1 0,0 0,1 0,-1 0,0 0,1-1,-1 1,0 0,0 0,1 0,-1 0,0 0,0-1,1 1,-1 0,0 0,0-1,0 1,1 0,-1 0,0-1,0 1,0 0,0-1,18-16,-14 11,0-1,0 0,-1 0,0 0,0-1,-1 1,0-1,0 1,-1-1,0 0,0-6,0 11,-1-1,0 1,0 0,0-1,0 1,-1-1,0 1,1 0,-1-1,0 1,-1 0,1 0,-1 0,1 0,-1 0,0 0,0 0,0 0,0 1,-1-1,1 1,-1-1,1 1,-1 0,0 0,0 1,-2-2,1 2,1 0,-1 0,0 0,1 1,-1-1,0 1,0 0,1 0,-1 0,0 1,1-1,-1 1,0 0,1 0,-1 0,1 1,-1-1,1 1,0 0,0 0,-1 0,1 0,1 1,-1-1,0 1,1 0,-1-1,1 1,0 0,0 1,0-1,0 0,0 0,1 1,0-1,-1 1,1 0,1-1,-1 1,0 0,1-1,0 1,0 0,0-1,0 1,1 0,-1 0,1-1,0 1,0-1,0 1,1-1,-1 1,1-1,0 0,0 1,1 0,33 26,6-5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3.4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0 451,'139'-260,"-137"256,10-19,-1 0,-2 0,0-1,-1 0,-2-1,3-19,-20 77,5 26,2 0,3 0,2 0,3 0,3-1,2 1,6 12,11 97,-25-160,1 1,1 0,-2 0,1 0,-1 1,0-1,-1 0,0 1,-1-1,0 0,0 1,-1-1,-1 0,1 0,-1 0,-1-1,1 1,-1-1,-1 1,0-1,0-1,-2 3,-15 5</inkml:trace>
  <inkml:trace contextRef="#ctx0" brushRef="#br0" timeOffset="151.108">54 852,'22'3,"18"2,14 1,11-1,4-1,1-2,-3 0,-11-4,-12 0,-14-1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0.8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42 136,'-13'66,"2"0,3 1,4 0,2 36,1-63,-1 209,2-237,0-24,1-200,11-270,-13 496,-1-6,0 0,1 0,0 0,1 0,0 0,0 0,1 0,0 0,0 0,1-1,0 1,0 0,1-1,0 1,0-1,1 0,0 0,0 0,0 0,1-1,2 2,1-4,1 0,0-1,-1-1,1 1,0-2,0 1,1-1,-1 0,0-1,0 0,0-1,1 0,-1 0,0-1,0 0,0 0,-1-1,1 0,-1-1,1 0,-1 0,0-1,-1 0,6-4,3-1,0-1,-1-1,0 0,-1-1,0 0,-1-1,0-1,-2 0,1-1,-2 0,0 0,-1-1,-1-1,0 1,0-7,0 7,-9 40,-4 33,-8 62,7 1,5 68,2-163,1-1,1 1,2-1,0 0,1 0,1 0,1-1,5 8,10 10</inkml:trace>
  <inkml:trace contextRef="#ctx0" brushRef="#br0" timeOffset="338.094">884 136,'-13'20,"1"1,0 0,2 0,0 1,2 0,0 1,2 0,0 0,2 1,0-1,2 1,0 7,1-9,0 0,2 0,0 0,2 0,0-1,2 1,0-1,1 0,2 0,-5-11,2 1,0-1,0-1,0 1,1-1,1 0,0 0,0 0,1-1,-1-1,2 1,-1-1,1 0,0-1,1 0,-1-1,1 0,6 2,-7-4,-1-1,1 0,0-1,-1 1,1-2,0 1,0-2,0 1,0-1,-1 0,1-1,0 0,-1 0,1-1,-1 0,0 0,0-1,0 0,0-1,-1 0,0 0,0 0,0-1,0 0,-1 0,0-1,0 0,-1 0,0 0,0-1,-1 1,3-7,9-23,-2 0,-2-1,-1 0,-2-1,-1 0,-3 0,-1-1,-1 1,-3-1,-1-2,0-140,0 181,1 0,0 1,0-1,0 0,0 0,0 0,0 0,0 0,0 0,0 0,0 1,1-1,-1 0,0 0,0 0,1 0,-1 0,1 1,-1-1,1 0,-1 1,1-1,-1 0,1 1,0-1,-1 0,1 1,0-1,0 1,-1-1,1 1,0 0,0-1,0 1,0 0,-1-1,1 1,0 0,0 0,0 0,0 0,0 0,0 0,18 4</inkml:trace>
  <inkml:trace contextRef="#ctx0" brushRef="#br0" timeOffset="585.971">1673 56,'3'25,"7"22,11 17,13 10,15 5,12 0,10-4,4-8,-2-12,-6-11,-10-15,-13-16,-13-17,-12-17,-10-5</inkml:trace>
  <inkml:trace contextRef="#ctx0" brushRef="#br0" timeOffset="840.309">2195 110,'-21'7,"-15"11,-13 18,-10 20,-6 20,-6 18,-4 11,-1 1,12-17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6:55.9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268 750,'0'23,"0"19,0 13,0 10,0 1,2-2,1-9,0-12</inkml:trace>
  <inkml:trace contextRef="#ctx0" brushRef="#br0" timeOffset="1524.706">0 456,'20'-6,"0"0,1 1,0 2,-1 0,1 1,0 1,0 0,0 2,0 1,0 0,-1 2,1 0,-1 1,0 1,0 1,-1 1,0 1,0 0,-1 2,0 0,-1 1,0 0,-1 2,12 12,-7 1,-2 0,-1 2,-1 0,-2 1,-1 1,-1 0,-2 1,-1 0,-1 1,-2 0,-1 0,-2 1,0 27,-2-39,-2-12,1 1,0-1,0 0,1 0,1-1,0 1,0 0,1-1,3 7,-6-15,0 1,0-1,-1 0,1 0,0 0,0 1,1-1,-1 0,0 0,0 0,0-1,1 1,-1 0,1 0,-1-1,0 1,1-1,-1 1,1-1,-1 0,1 1,-1-1,1 0,-1 0,1 0,-1 0,1 0,0 0,-1-1,1 1,-1-1,0 1,1-1,-1 1,2-2,44-35,-30 14,-1-2,-1 0,-2 0,0-1,-2-1,0 0,-2 0,-1-1,-2 0,3-19,-4-5,-9 55,-1 16,0 1,2-1,0 1,1 0,1 0,1 0,2 8,-3-21,0 1,1-1,0 1,1-1,0 0,0 1,0-1,1 1,0-1,1 0,0 0,0 0,0-1,1 1,-1-1,2 1,-1-1,1-1,0 1,0-1,0 1,1-1,0-1,0 1,0-1,1 0,-1-1,1 1,5 0,-4-2,1-2,-1 1,1-1,0 0,-1-1,1 0,-1-1,1 1,-1-2,0 1,0-1,0 0,0-1,0 0,-1 0,1-1,-1 1,0-2,-1 1,5-5,1-1,-2 0,1-1,-1 0,-1 0,0-1,-1 0,0-1,-1 0,-1 0,0 0,0-4,-2 6,-1-1,0 1,-1-1,0 0,-1 0,0 0,-1 0,-1 0,0 0,-1 1,0-1,-1 0,-1-2,4 14,1 1,-1-1,0 0,0 1,0-1,0 0,0 1,0-1,-1 1,1-1,0 0,0 1,0-1,0 1,-1-1,1 0,0 1,-1-1,1 1,0-1,-1 1,1-1,-1 1,1-1,-1 1,1 0,-1-1,1 1,-1-1,1 1,-1 0,1 0,-1-1,0 1,1 0,-1 0,1 0,-1 0,0 0,1 0,-1 0,0 0,1 0,-1 0,0 0,1 0,-1 0,1 0,-1 0,0 1,1-1,-1 0,1 1,-1-1,1 0,-1 1,1-1,-1 0,1 1,-1-1,1 1,-1-1,1 1,0-1,-1 1,1 0,0-1,0 1,-1 0,-16 45,15-37,0 0,0 0,0 0,1 0,1 0,-1 0,2 0,-1 1,1-1,1 0,-1 0,1 0,1 0,0-1,0 1,1-1,0 0,0 0,1 0,0 0,0-1,1 1,0-2,0 1,1 0,0-1,0-1,0 1,1-1,4 2,5-1,1-2,-1 0,1 0,0-2,0 0,0-1,0-1,0-1,0-1,0 0,0-1,0-1,-1 0,0-2,0 0,0-1,0 0,-1-2,-1 0,1 0,-1-1,3-5,-8 6,0-1,-1 0,-1 0,1-1,-2 0,1 0,-2-1,1 0,-2 0,0-1,0 0,-1 0,0 0,-2 0,1 0,-1-1,-1 1,-1-1,0 1,0-1,-2 0,1 1,-3-6,-11-14,8 43,5 3,0 1,1-1,0 0,1 1,1-1,0 1,0-1,2 0,0 1,-1 1,27 130,30 85,15 64,-58-218,-3 1,-3 0,-3 1,-4 0,-4 0,-5 27,6-97,-1 0,0 0,-1 0,1-1,-2 1,1 0,-1-1,0 0,0 1,-1-1,0 0,-1 0,4-6,0-1,0 1,0 0,0-1,0 1,-1-1,1 1,0-1,0 1,0-1,0 0,-1 0,1 1,0-1,0 0,-1 0,1 0,0-1,0 1,-1 0,1 0,0-1,0 1,0 0,0-1,-1 0,1 1,0-1,0 1,0-1,0 0,0 0,0 0,1 1,-1-1,0 0,0 0,1 0,-1 0,0-1,1 1,-1 0,1 0,-1 0,1 0,0-1,-9-17,1 1,0-1,2-1,0 1,-2-17,-19-113,6 0,6-2,7 0,8-35,0 174,-2-24,2 0,2-1,2 1,1 1,1-1,2 1,2-2,-9 32,1 0,-1 1,1-1,-1 1,2 0,-1 0,0-1,1 1,-1 0,1 1,0-1,1 1,-1-1,1 1,-1 0,1 0,0 0,0 1,0-1,0 1,1 0,-1 0,0 1,1-1,0 1,-1 0,1 0,4 0,2 4,-1 1,1 0,-1 0,0 1,0 0,-1 1,1 0,-1 1,-1 0,1 0,-1 1,0 0,-1 0,0 1,0 0,-1 0,0 0,-1 1,0 0,0 0,-1 1,0 0,0-1,0 0,-1 0,0 0,-1 0,0 1,-1-1,0 0,0 1,-2 8,1-16,0 0,-1 0,1 0,-1 0,0 0,0 0,0-1,0 1,0 0,-1 0,1-1,-1 1,0-1,0 1,0-1,0 0,0 0,0 0,0 0,-1 0,1 0,-1-1,0 1,1-1,-1 0,0 0,0 0,0 0,0 0,0-1,0 1,0-1,0 1,0-1,-1-1,-5 1,0 0,0-1,0 0,0-1,0 0,0 0,0-1,0 0,1 0,0-1,-1 0,1-1,1 0,-1 0,1-1,0 0,0 0,-2-4,8 9,0 0,0 0,1 0,-1-1,1 1,-1 0,1 0,0-1,-1 1,1 0,0-1,0 1,0-1,0 1,0 0,0-1,0 1,0 0,1-1,-1 1,0 0,1-1,-1 1,1 0,0 0,-1 0,1-1,0 1,0 0,0 0,0 0,-1 0,1 0,1 0,-1 1,0-1,0 0,51-30,-42 27,-9 3,49-21,0-3,-2-1,-1-3,-1-2,-2-1,-1-3,-1-1,12-17,-33 28,-2-1,0 0,-2-1,-1-1,-1-1,-1 0,-2-1,0-1,-3 0,0 0,-2 0,-2-1,0 0,-3-1,0 1,-3-14,-20-49,21 92,-1 0,0 1,-1-1,1 0,0 1,-1-1,1 1,-1 0,0-1,0 1,0 0,0 0,0 0,0 1,-1-1,1 0,-1 1,1 0,-1-1,1 1,-1 0,0 0,1 0,-1 1,0-1,0 1,0 0,0-1,0 1,1 0,-2 1,-2 0,1 1,0 0,1 1,-1-1,0 1,1 0,-1 0,1 0,0 1,0-1,0 1,1 0,-1 0,1 0,0 1,0-1,0 1,1 1,-13 24,2 0,1 1,2 1,1 0,1 0,2 1,2 0,0 0,2 0,2 1,2 14,-1-15,1-1,1 1,2 0,2-1,0 0,3-1,0 1,2-2,1 0,2 0,0-1,2-1,2-1,0 0,8 6,-17-23,0 0,1-1,0 0,0-1,1 0,0-1,1-1,-1 0,1 0,1-1,9 2,-16-5,0-1,-1 0,1 0,0 0,0-1,0 0,0-1,0 1,0-1,-1-1,1 1,0-1,-1 0,1-1,-1 1,0-1,1-1,-2 1,1-1,0 0,-1 0,1-1,-1 1,2-4,6-13,0 0,-1-2,-1 1,-2-1,0-1,-1 0,-1 0,-2-1,0 1,-1-1,-2 0,-1 0,-1-4,2 9,-1 6,-1 29,-1 3,-1 14,2 1,1-1,1 0,2 0,1 0,7 23,-10-48,0-1,1 0,0 0,0 0,0 0,1 0,0 0,0-1,0 0,1 0,0 0,0 0,0-1,1 0,-1 0,1 0,0-1,0 0,1 1,30 9</inkml:trace>
  <inkml:trace contextRef="#ctx0" brushRef="#br0" timeOffset="1694.244">3316 697,'-9'16,"-3"12,0 10,3 6,5 2,9-2,12-4,11-9,9-10,3-8,3-7,-1-8,-9-5</inkml:trace>
  <inkml:trace contextRef="#ctx0" brushRef="#br0" timeOffset="3263.524">3571 804,'-17'-56,"17"56,0 1,0-1,0 0,0 0,0 0,0 1,0-1,0 0,0 0,0 1,0-1,0 0,0 0,0 0,0 1,0-1,0 0,0 0,0 1,0-1,-1 0,1 0,0 0,0 0,0 1,0-1,0 0,-1 0,1 0,0 0,0 0,0 1,-1-1,1 0,0 0,0 0,0 0,-1 0,1 0,0 0,0 0,-1 0,1 0,0 0,0 0,-1 0,1 0,0 0,0 0,0 0,-1 0,1 0,0 0,0-1,-1 1,-1 26,0-6,1-1,1 1,0-1,2 1,0-1,1 1,1-1,1 0,1 0,1-1,0 0,1 0,5 6,-12-21,1 0,0 0,0 0,0 0,0-1,1 1,-1-1,1 0,-1 0,1 0,0 0,0 0,0 0,0-1,0 1,0-1,0 0,1 0,-1 0,0 0,1-1,-1 1,1-1,-1 0,0 0,1 0,-1-1,1 1,-1-1,0 0,1 0,-1 0,0 0,0 0,2-2,11-10,0 0,-1-2,-1 0,0-1,-1 0,-1-1,0 0,-1-1,-1 0,-1-1,6-16,33-80,-71 183,21-60,1-1,0 0,0 1,0-1,1 1,0-1,0 1,1-1,0 1,1-1,-1 0,1 1,1-1,-1 0,1 0,1-1,-1 1,1-1,0 1,0-1,1 0,0-1,0 1,2 0,10 5,0-1,0-1,1-1,1-1,0 0,-1-1,2-1,-1-1,1-1,-1 0,1-2,0 0,0-1,18-3,0 1,-1-1,1-2,-1-1,0-3,-1 0,0-3,0-1,-2-1,24-14,-49 24,-1 0,0-1,0 0,0 0,0-1,-1 1,0-2,0 1,-1-1,1 0,-2-1,1 1,-1-1,0 0,-1-1,0 1,0-1,0 1,-1-1,-1 0,0-1,0 1,-1 0,0-1,0 1,-1 0,0-1,-1 1,0-1,0 1,-1 0,-1 0,-1-5,2 8,-1 1,0 0,0 0,0 0,-1 0,1 0,-1 1,0-1,-1 1,1 0,-1 0,1 1,-1 0,0-1,-1 1,1 1,0-1,-1 1,0 0,1 0,-1 1,0 0,0 0,0 0,0 1,0 0,0 0,0 0,0 1,0-1,1 2,-1-1,0 1,0-1,1 2,-1-1,1 1,0-1,0 1,0 1,-2 0,0 3,0 0,1 0,0 0,0 1,0 0,1 0,0 1,1 0,0-1,0 1,1 1,0-1,0 0,1 1,1-1,-1 1,2 0,-1-1,1 1,1 0,0 0,0-1,1 1,0-1,0 1,1-1,1 0,-1 0,2 0,-1-1,1 1,0-1,1 0,0 0,4 3,3 0,0-1,1 0,0-1,1-1,0 0,1-1,-1-1,1 0,1-1,-1 0,1-2,-1 0,1-1,0 0,0-2,0 0,0-1,0 0,0-2,0 0,-1 0,1-2,-1 0,0-1,-1 0,1-2,-1 0,7-5,-13 7,0 0,0 0,-1-1,0 0,0-1,-1 0,0 0,0-1,-1 1,0-2,0 1,-1 0,0-1,-1 0,0 0,-1-1,0 1,-1-1,0 1,0-1,-1-3,-9-19,8 32,-1 1,1 0,0-1,-1 1,1-1,-1 1,1 0,-1-1,1 1,0 0,-1 0,1-1,-1 1,1 0,-1 0,0 0,1 0,-1-1,1 1,-1 0,1 0,-1 0,1 0,-1 0,1 0,-1 1,0-1,1 0,-1 0,1 0,-1 0,1 1,-1-1,1 0,-1 1,1-1,0 0,-1 1,1-1,-1 0,1 1,0-1,-1 1,1-1,0 1,-1-1,1 0,0 1,0-1,0 1,-1 0,1-1,0 1,0-1,0 1,0-1,0 1,-5 10,0 0,1 0,0 0,1 0,0 1,1 0,0-1,1 1,1 0,-1 0,2 0,0-1,0 1,2 4,-2-11,1 0,0-1,-1 1,2-1,-1 0,0 0,1 0,0 0,0 0,0 0,0-1,1 1,-1-1,1 0,0 0,0 0,0-1,0 0,1 1,-1-1,1-1,-1 1,1-1,0 1,-1-1,1-1,0 1,0-1,0 0,-1 0,1 0,0-1,0 1,0-1,-1 0,2-1,8-2,-1-1,1 0,-1-1,0 0,0-1,-1-1,0 0,0 0,-1-1,0-1,-1 0,0 0,0-1,-1 0,-1-1,0 0,0 0,-1-1,-1 0,0 0,1-6,-5 50,-4-23,1 0,0 0,0 0,1 0,1 0,-1 1,1-1,0 0,1 0,0 0,1 0,-1-1,1 1,1 0,-1-1,1 0,1 0,-1 0,1-1,0 1,1-1,-1 0,1-1,1 1,-1-1,1-1,-1 1,5 1,-1-2,0-1,0-1,0 1,1-2,-1 1,1-1,-1-1,1 0,-1 0,0-1,1-1,-1 0,0 0,1-1,-1 0,-1 0,1-1,0-1,3-2,1-1,-1 0,0 0,-1-2,0 1,0-2,-1 1,0-2,-1 1,0-2,-1 1,-1-1,0 0,0-1,6-25,-1 0,-1 0,-3-1,-1 0,-2-1,-2 0,-1 0,-3-35,0-3,-4 1,-2 0,-4 1,-8-21,3 45,4 32,-3 30,-2 106,12-42,3-1,3 1,4 0,3-1,3 0,3-1,3 0,14 33,-20-75,1 0,1-1,1 0,2-1,7 8,-16-24,1 0,-1-1,2 0,0-1,0 0,0 0,1-1,1 0,-1-1,1-1,0 0,1 0,6 1,-16-6,-1 0,1 0,0 0,-1 0,1-1,0 1,0-1,-1 0,1 0,0 0,0 0,0 0,-1-1,1 1,0-1,0 0,-1 1,1-1,-1-1,1 1,-1 0,1-1,-1 1,0-1,1 0,-1 1,0-1,0 0,0 0,-1-1,1 1,0 0,-1-1,0 1,1-1,-1 1,0-1,0 0,0-7,0-1,-1 1,0-1,-1 1,0 0,0-1,-1 1,0 0,-1 0,0 0,-1 0,0 1,-1-1,0 1,0 0,-3-3,-14-25,-2 2,-1 0,-1 2,-2 1,-1 1,-2 2,-1 0,-1 3,-1 0,-1 2,-1 2,-1 2,-7-2,-70-14,85 36,28 1,1-1,-1 1,1-1,-1 0,1 1,0-1,-1 1,1-1,0 1,-1 0,1-1,0 1,0-1,0 1,-1-1,1 1,0 0,0-1,0 1,0 0,0-1,0 1,0-1,0 1,0 0,0-1,1 1,-1-1,0 1,0 0,1-1,-1 1,0-1,0 1,1-1,-1 1,1-1,-1 1,0-1,1 1,-1-1,1 0,-1 1,1-1,-1 0,1 1,0-1,-1 0,1 0,-1 0,1 1,0-1,-1 0,1 0,-1 0,1 0,0 0,-1 0,1 0,0 0,0 0,23 10,1-1,0-1,1-1,0-2,0 0,0-2,4 0,-20-2,183 15,103-9,-59-2,-133 7,-103-11,-1 0,1-1,-1 1,1 0,-1 0,0-1,0 1,1 0,-1 0,0-1,0 1,0 0,0 0,0 0,0-1,0 1,0 0,0 0,0 0,0 0,0-1,-1 1,1 0,0 0,0-1,-1 1,1 0,-1-1,1 1,-1 0,1-1,-1 1,1 0,-1-1,0 1,1-1,-1 1,0-1,1 0,-1 1,0-1,1 0,-1 1,0-1,0 0,0 0,1 1,-1-1,0 0,0 0,0 0,-1 1,-94 54,70-43,1 1,1 1,0 2,1 0,1 1,0 2,1 0,1 1,-2 4,20-21,-1-1,1 1,0 0,-1-1,1 1,0 0,1 0,-1 1,0-1,1 0,0 1,0-1,0 0,0 1,0-1,1 1,0-1,-1 1,1 0,1-1,-1 1,0-1,1 1,0-1,0 1,0-1,0 0,0 1,1-1,-1 0,1 0,0 0,0 0,0 0,1 0,-1-1,0 1,1-1,0 1,0-1,2 2,6-1,0 1,0-1,0-1,1 0,-1-1,0 0,1 0,-1-2,1 1,-1-1,1-1,-1 0,0-1,0 0,0 0,0-1,-1-1,1 0,-1 0,0-1,-1 0,1-1,-1 0,0 0,-1-1,1-2,-2 3,0-1,0 0,-1 0,-1-1,1 1,-1-1,-1 0,0-1,0 1,0-1,-2 0,1 0,-1 0,-1 0,1 0,-2 0,1-1,-2 1,1 0,-3-9,3 18,0 0,0-1,0 1,0 0,0 0,-1 0,1 0,0-1,-1 1,1 0,-1 0,1 0,-1 0,0 0,1 0,-1 0,0 1,0-1,0 0,1 0,-1 0,0 1,0-1,0 1,0-1,0 0,-1 1,1 0,0-1,0 1,0 0,0-1,0 1,-1 0,1 0,0 0,0 0,0 0,0 0,-1 1,1-1,0 0,0 0,0 1,0-1,0 1,0-1,0 1,0-1,0 1,0 0,0 0,0-1,0 1,0 0,-4 6,0 0,0 1,1-1,0 1,0 0,1-1,0 2,1-1,-1 0,2 1,-1-1,1 1,0-1,1 1,0-1,0 1,1 0,0-1,1 1,-1-1,2 1,0 0,1 0,0-1,0 1,1-1,0 0,0 0,1 0,0-1,0 0,1 0,0-1,0 0,1 0,-1-1,1 1,1-2,-1 1,7 2,13 4,0-1,0 0,1-3,0 0,17 0,115 10,0-11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4.9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1,'18'0,"20"0,19 0,18 0,14 0,11 0,-1 0,-5 2,-8 2,-11 1,-12 0,-17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5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4,'29'-2,"-1"1,1 1,0 2,-1 1,1 1,3 3,-24-6,-3 0,14 2,0 0,0 2,0 0,-1 1,18 8,-35-14,1 1,-1-1,0 1,0-1,1 1,-1-1,0 1,0-1,0 1,0 0,0 0,0 0,0 0,0 0,0 0,0 0,0 0,0 0,-1 0,1 0,0 0,-1 1,1-1,-1 0,1 0,-1 1,0-1,0 0,1 1,-1-1,0 0,0 1,0-1,-1 0,1 1,0-1,0 0,-1 1,1-1,-1 0,1 0,-1 1,1-1,-1 0,0 0,0 1,-7 6,0 0,0 0,-1-1,0-1,0 1,-1-1,0-1,-7 4,-58 40,74-49,1 0,-1 1,0-1,1 1,-1-1,1 1,-1-1,1 1,0-1,-1 1,1-1,-1 1,1-1,0 1,0 0,-1-1,1 1,0 0,0-1,0 1,0 0,-1-1,1 1,0 0,0-1,0 1,1 0,-1 0,0-1,0 1,0 0,0-1,1 1,-1-1,0 1,1 0,-1-1,0 1,1-1,-1 1,1-1,-1 1,1-1,-1 1,1-1,-1 1,1-1,-1 0,1 1,0-1,-1 0,1 1,0-1,41 12,-37-11,35 7,-19-5,0 1,0 1,0 1,-1 1,0 0,0 2,17 10,-35-19,-1 1,1-1,-1 1,1 0,-1 0,1 0,-1 0,0 0,1 0,-1 0,0 0,0 0,0 0,0 1,0-1,0 0,0 1,-1-1,1 1,0-1,-1 1,1-1,-1 1,1 0,-1-1,0 1,0 0,0-1,0 1,0-1,0 1,0 0,0-1,-1 1,1 0,-1-1,1 1,-1-1,0 1,1-1,-1 0,0 1,-9 5,0-1,0 0,0 0,-1-1,1-1,-1 1,-1-2,1 0,0 0,-1-1,1 0,-10 0,19-2,-72 6,54-8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08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1065,'17'-22,"-1"-1,-1 0,-2-2,0 1,-2-2,0 1,-2-2,-1 1,5-27,1-50,-14 102,0 0,0 1,0-1,0 0,0 0,1 0,-1 0,0 1,0-1,1 0,-1 0,1 0,-1 1,0-1,1 0,-1 1,1-1,0 0,-1 1,1-1,-1 1,1-1,0 1,0-1,-1 1,1-1,0 1,0 0,-1-1,1 1,0 0,0 0,0 0,0-1,-1 1,1 0,0 0,0 0,0 0,0 1,0-1,-1 0,1 0,0 0,0 1,0-1,-1 0,1 1,0-1,0 1,-1-1,1 1,0-1,-1 1,1-1,0 2,36 38,-35-37,15 20,-1 0,-2 1,0 0,-1 1,-2 1,8 24,-18-48,1 1,-1 0,0 0,0-1,0 1,0 0,-1 0,1 0,-1 0,0 0,0 0,0 0,0 0,0 0,0 0,-1 0,0 0,0 0,0 0,0 0,0 0,0-1,-1 1,1 0,-1-1,1 1,-1-1,0 0,0 0,-1 1,1-1,0-1,-1 1,-2 2,2-4,-1 1,0 0,0-1,0 0,0 1,0-1,0-1,1 1,-1-1,0 0,0 1,0-2,1 1,-1 0,0-1,1 1,-1-1,1 0,0-1,0 1,0 0,0-1,0 0,0 1,1-1,-1 0,1 0,0-1,0 1,0 0,0-1,0 0,1 1,0-1,0 0,0 1,0-1,0 0,1 0,0 0,0 0,0 0,0 0,0 0,1 1,0-1,0 0,0 0,0 1,0-1,1 0,0 1,-1-1,3-1,5-3,-1 1,2 0,-1 0,1 1,0 1,0-1,1 2,0-1,0 2,0-1,0 1,0 1,1 0,-1 1,5 0,2-2,12-2,119-31,-105 5,-44 30,1 0,0 0,-1 0,1 0,0 0,-1 0,1 0,-1 0,1 0,-1 0,0 0,1-1,-1 1,0 0,0 0,0 0,0 0,0-1,0 1,0 0,0 0,-1 0,1 0,0-1,-1 1,1 0,-1 0,1 0,-1 0,1 0,-1 0,0 0,1 0,-1 0,0 1,0-1,0 0,0 0,0 1,0-1,0 0,-1 0,-2 0,0-1,0 0,-1 1,1 0,-1 0,1 0,-1 1,1-1,-1 1,0 0,1 1,-1-1,1 1,-1 0,1 0,-1 0,1 1,0-1,0 1,0 0,0 0,0 1,0-1,0 1,1 0,-1 0,1 0,0 0,0 0,0 1,0 0,0 0,1-1,0 1,0 1,0-1,0 0,1 0,-1 1,1-1,0 1,1-1,-1 2,1 1,0 0,0 0,0 0,1-1,0 1,1 0,0-1,0 1,0-1,0 1,1-1,0 0,1 0,-1-1,1 1,0-1,1 1,-1-1,1 0,0-1,0 1,0-1,1 0,0-1,0 1,2 1,0 0,0-1,0 0,1-1,-1 1,1-2,0 1,0-1,0-1,0 1,0-2,1 1,-1-1,0 0,0-1,0 0,0-1,5-1,-4-1,0 0,-1-1,1 0,-1-1,0 0,-1-1,1 1,-1-2,0 1,-1-1,0 0,0 0,-1-1,0 0,0 0,-1-1,-1 0,1 1,-1-2,8-21,-2-1,-1 0,-1-1,-2 0,-1-11,4-41,-5-1,-3-34,-11 43,9 78,1-1,0 0,-1 0,1 1,-1-1,1 1,-1-1,1 0,-1 1,1-1,-1 1,1-1,-1 1,0 0,1-1,-1 1,0 0,1-1,-1 1,0 0,0 0,1-1,-1 1,0 0,0 0,0 0,1 0,-1 0,0 0,0 0,1 0,-1 1,0-1,0 0,1 0,-1 1,0-1,1 0,-1 1,0-1,1 1,-1-1,0 1,1-1,-1 1,1-1,-1 1,1 0,-1-1,1 1,0-1,-1 1,-9 12,0 0,1 1,1 0,0 1,1-1,0 1,2 1,-1-1,2 2,2-11,-12 35,3 1,1 0,2 1,2 0,2 0,1 7,3-26,0 0,2 0,0-1,2 1,1-1,0 0,2 0,1 0,0-1,2 0,0-1,2 0,-9-14,0-1,0 0,1 0,0-1,0 1,0-1,1 0,0 0,0 0,0-1,0 0,1 0,0 0,0 0,0-1,0 0,0-1,1 1,-1-1,1 0,-1-1,1 1,0-1,0-1,0 1,0-1,-1-1,1 1,0-1,0 0,0 0,-1-1,1 0,-1 0,1-1,6-7,-1-1,-1 1,0-2,-1 1,0-2,0 1,-2-1,1-1,-2 1,0-1,0-1,-2 1,1-1,-2 0,0-1,1-11,-4 23,1 0,-1-1,1 0,-1 0,0 0,-1 0,1 0,-1 0,0 0,0 0,0 0,-1 0,1 0,-1 0,-1 0,1 0,-1 0,0 1,0-1,-2-3,1 7,1 1,-1 0,0 0,1 0,-1 0,0 1,1-1,-1 1,0-1,1 1,-1 0,1 0,-1 0,1 0,-1 1,1-1,0 0,0 1,0 0,0 0,0-1,0 1,0 0,0 1,1-1,-1 0,1 0,0 1,-1-1,1 1,0-1,1 1,-1 0,-3 4,0 0,1 0,1 0,-1 0,1 0,0 0,1 1,-1-1,1 1,1-1,0 1,0-1,0 1,1 0,0-1,0 0,1 1,0-1,1 0,-1 0,1 0,1 0,-1 0,1-1,0 1,1-1,-1 0,1-1,0 1,1-1,-1 0,1 0,0 0,1-1,4 3,43 16,0-6</inkml:trace>
  <inkml:trace contextRef="#ctx0" brushRef="#br0" timeOffset="599.358">1484 771,'-6'2,"1"-1,-1 1,1 0,-1 1,1-1,0 1,0 0,0 0,0 1,1-1,-1 1,1 0,0 0,0 1,1-1,-1 1,1 0,0 0,0 0,1 0,-1 1,1-1,0 1,1-1,-1 1,1 0,0-1,1 1,-1 0,1 0,0 0,1 0,0-1,-1 1,2 0,-1-1,1 1,-1 0,2-1,-1 0,1 1,-1-1,1 0,1-1,-1 1,3 3,0-1,-1-1,1 1,0-1,0 0,1-1,0 1,0-1,0-1,1 1,-1-1,1-1,0 1,0-1,1-1,-1 1,0-1,1-1,-1 0,1 0,0 0,-1-1,1-1,0 1,-1-2,1 1,-1-1,1 0,-1-1,0 0,0 0,0 0,0-1,5-4,-2-1,-1-1,0 0,0 0,-1-1,-1 0,0 0,0-1,-1 0,-1-1,0 1,0-1,0-7,6-18,-1 0,-3-1,3-31,7-97,-8 0,-7-10,-11 39,-6 95,14 42,-1 1,1-1,-1 0,1 1,-1-1,1 1,-1-1,0 0,1 1,-1-1,0 1,1 0,-1-1,0 1,0-1,1 1,-1 0,0 0,0-1,0 1,1 0,-1 0,0 0,0 0,0 0,0 0,1 0,-1 0,0 1,0-1,0 0,0 0,1 1,-1-1,0 0,0 1,1-1,-1 1,0-1,1 1,-1-1,1 1,-1-1,0 1,1 0,-1-1,1 1,-1 0,-7 10,0 0,1 1,0 0,1 0,0 0,1 1,0 0,1 0,1 0,0 0,-1 10,-7 49,2 0,4 0,3 1,4-1,2 0,4 1,14 61,-21-129,3 21,0 0,2 0,1-1,1 0,1 0,2-1,10 18,-20-40,0 1,1-1,-1 0,1 0,-1 0,1 0,0 0,0 0,0-1,0 1,0-1,1 1,-1-1,0 0,1 0,-1 0,1 0,-1 0,1 0,-1-1,1 1,-1-1,1 0,0 0,-1 0,1 0,0 0,-1-1,1 1,-1-1,1 1,-1-1,1 0,-1 0,1 0,-1-1,0 1,0 0,1-1,-1 1,0-1,0-1,18-16,-2-1,0 0,-1-2,-2 0,0 0,-1-2,4-9,-10 18,25-46,-30 52,-5 13,-9 16,4-3,0 0,1 0,0 1,2-1,0 1,1 0,1 0,1 1,0 16,2-31,-1 0,1-1,0 1,0 0,0-1,0 1,1-1,0 1,-1-1,1 0,1 1,-1-1,0 0,1 0,-1-1,1 1,0 0,0-1,0 0,0 0,0 0,1 0,-1 0,1-1,-1 1,1-1,0 0,-1 0,1 0,0-1,3 1,24 1</inkml:trace>
  <inkml:trace contextRef="#ctx0" brushRef="#br0" timeOffset="749.493">2206 677,'-16'-7,"-7"-4,-3 0,2-1,2-1,0-2,4 1</inkml:trace>
  <inkml:trace contextRef="#ctx0" brushRef="#br0" timeOffset="938.476">1752 397,'22'0,"22"2,21 4,18 2,10 2,2 2,-7 4,-18-2</inkml:trace>
  <inkml:trace contextRef="#ctx0" brushRef="#br0" timeOffset="1104.041">2260 745,'-7'13,"-4"12,-1 11,2 3,7 2,9-1,10-6,7-8,-1-8</inkml:trace>
  <inkml:trace contextRef="#ctx0" brushRef="#br0" timeOffset="1357.052">2366 344,'-11'-3,"-11"5,-1 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11.9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269 0,'-8'2,"0"0,0 1,0 0,0 0,0 0,1 1,-1 1,1-1,0 1,0 0,1 1,0-1,0 1,0 0,0 1,1 0,0 0,1 0,-1 1,-5 10,2-1,0 2,0-1,2 1,0 0,2 1,-3 13,1 21,2 2,2-1,3 0,2 0,3 0,2 0,9 28,27 88,47 112,-85-265,-2-5,15 41,-2 0,-3 0,0 18,-11-56,-1 0,-1 0,-1 0,0 0,-1 1,-1-1,0 0,-1 0,-1-1,0 1,-2-1,1 0,-7 11,-3-2,0-1,-2-1,-1 0,0-2,-2 0,0-1,-1 0,-1-2,-1-1,0-1,-1 0,-17 6,180-42,-130 21,0 0,1 0,-1 1,-1 0,1 1,0 0,0 0,0 1,-1 0,0 0,1 1,-1 0,-1 1,1 0,-1 0,1 0,-1 1,-1 0,1 1,-1-1,0 1,-1 1,3 3,3 14,-2 2,0-1,-2 1,-1 0,-1 1,-1-1,-1 1,-2 0,-1 0,-1 0,-3 18,-43 382,11-145,16-28,12 236,9-420,4-1,3 0,12 46,-18-104,1 1,1-1,0 0,1 0,0-1,1 1,0-1,3 3,13 10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13.0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0,'-6'16,"-3"17,0 11,5 13,6 7,9 7,6 2,2-1,1-5,-3-9,-4-14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13.2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 26,'-12'-11,"0"0,5 8,11 10,14 8,13 8,1-2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13.7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1 135,'4'41,"2"0,1-1,2 0,2 0,2-1,1 0,2-2,17 29,-17-46,-16-19,1-1,-1 0,0 0,0 1,0-1,1 0,-1 0,0 1,0-1,1 0,-1 0,0 0,1 0,-1 1,0-1,1 0,-1 0,0 0,1 0,-1 0,0 0,1 0,-1 0,0 0,1 0,-1 0,0 0,1 0,-1 0,0 0,1 0,-1 0,0-1,1 1,-1 0,0 0,0 0,1 0,-1-1,0 1,0 0,1 0,-1-1,0 1,0 0,0 0,1-1,-1 1,0 0,0-1,0 1,0 0,0-1,0 1,1 0,-1-1,0 1,0 0,0-1,0 1,0 0,0-1,0 1,-1 0,1-1,0 1,-1-159,0 148,1 0,1 1,0-1,0 0,1 1,1-1,0 1,0 0,1 0,0 0,0 0,1 1,1 0,0 0,0 0,0 1,1 0,1 0,-1 0,1 1,0 0,1 1,0 0,0 0,0 1,2-1,-9 6,1-1,0 0,0 1,0-1,0 1,-1 0,1 0,0 0,0 0,0 1,0-1,0 1,-1 0,1 0,0 0,-1 0,1 0,0 0,-1 1,0-1,1 1,-1 0,0 0,0 0,0 0,0 0,0 0,0 0,0 1,-1-1,1 1,-1-1,0 1,0 0,0-1,1 3,20 106,-19-12,10 65,-13-160,1 0,0 0,0 0,0 0,1 0,-1 0,1 0,0 0,0-1,0 1,1-1,-1 1,1-1,0 0,0 0,0 0,0-1,1 1,-1-1,0 0,1 0,0 0,0 0,-1 0,1-1,0 0,0 0,1 0,-1 0,0 0,3-1,27-1</inkml:trace>
  <inkml:trace contextRef="#ctx0" brushRef="#br0" timeOffset="332.289">643 176,'2'24,"1"1,2-1,0 1,2-2,0 1,2-1,0 0,2 0,0-1,8 9,-11-16,0 0,1 0,1 0,1-1,0-1,0 0,2 0,-1-1,2-1,-1 0,2-1,-1 0,12 4,-24-13,1 0,-1 0,1 0,0-1,-1 1,1-1,-1 0,1 0,0 0,-1 0,1 0,-1-1,1 1,0-1,-1 0,1 1,-1-1,0 0,1-1,-1 1,0 0,1-1,-1 1,0-1,0 0,0 1,-1-1,1 0,0 0,-1-1,2 0,30-78,-3-104,-25 141,1-1,2 1,2 1,12-31,16 8,-20 48</inkml:trace>
  <inkml:trace contextRef="#ctx0" brushRef="#br0" timeOffset="2145.987">1245 443,'23'1,"1"-1,-1-1,1-1,-1 0,1-2,-1-1,-1-1,16-6,-8 4,-1 0,-1-2,1-2,-2 0,0-2,0 0,-1-2,-1-1,-1-1,7-8,-29 25,0-1,0 1,0 0,0-1,0 0,0 1,-1-1,1 0,-1 0,1 0,-1 0,0 0,0 0,0 0,0 0,0-1,0 1,-1 0,1-1,-1 1,1 0,-1-1,0 1,0 0,0-1,0 1,-1-1,1 1,-1 0,1-1,-1 1,0 0,0 0,0-1,-1 0,-4-1,-1 1,1 1,-1-1,0 1,0 0,0 1,-1 0,1 0,0 0,0 1,0 0,-1 0,1 1,0 0,0 0,0 1,0 0,0 0,0 1,-5 2,5-2,-1 0,1 0,0 0,0 1,1 1,-1-1,1 1,0 0,0 0,0 0,1 1,0 0,0 0,0 1,1-1,0 1,0 0,1 0,-1 1,2-1,-1 0,1 1,0 0,1-1,0 1,0 0,0 0,1 0,1 0,-1 0,1 0,0-1,1 1,0 0,0-1,1 1,2 2,1 1,0-1,0 0,1 0,1-1,-1 0,2 0,-1-1,1 0,0-1,1 0,0 0,0-1,0 0,1-1,0 0,0 0,0-1,0-1,1 0,0-1,7 1,-9-1,1-1,-1 0,1-1,-1 0,1 0,-1-1,1-1,-1 0,1 0,-1-1,0 0,0-1,-1 0,1-1,-1 0,0 0,0-1,0 0,-1-1,0 0,0 0,-1 0,0-1,0 0,2-5,0-5,-1 0,0 0,-2-1,0 0,-1-1,-1 1,-1-1,-1 0,-1 0,0 0,-2 0,0 1,-1-1,-4-17,4 29,2 7,-1 0,0 0,1 0,-1 0,1 0,-1 0,1 0,-1 0,1 0,0 0,0 0,-1 0,1 0,0-1,0 1,0 0,0 0,0 0,1 0,-1 0,0 0,0-1,1 1,-1 0,1 0,-1 0,1 0,-1 0,1 0,0 0,-1 1,1-1,0 0,0 0,-1 0,1 1,0-1,0 0,0 1,0-1,0 1,0-1,0 1,0-1,0 1,0 0,1 0,-1-1,117 38,27 27,-138-59,-1-1,1 1,-1 0,0 0,0 0,-1 1,0 0,0 0,0 1,-1-1,0 1,0 0,0 0,-1 1,0-1,-1 0,1 1,0 7,3 134,-5-145,1 0,-1 0,1 0,0 0,0 0,0 0,0-1,0 1,1-1,0 1,0-1,0 0,0 0,0-1,0 1,1 0,0-1,-1 0,1 0,0 0,0-1,0 1,0-1,0 0,5 1,105 5,-51-12</inkml:trace>
  <inkml:trace contextRef="#ctx0" brushRef="#br0" timeOffset="3166.562">3143 82,'-30'-1,"0"2,0 1,1 1,-1 2,1 1,0 1,-21 8,48-14,0-1,-1 1,1-1,0 1,-1 0,1 0,0 0,0 0,0 0,0 1,0-1,0 1,0-1,1 1,-1 0,0-1,1 1,-1 0,1 0,0 0,0 0,0 0,0 0,0 1,0-1,0 0,1 1,-1-1,1 0,0 1,-1-1,1 0,0 1,1-1,-1 1,1 1,4 4,2 1,-1-1,1-1,1 0,-1 0,1 0,0-1,1 0,-1 0,1-1,9 4,6 5,14 8,-22-14,1 1,-2 0,1 1,-1 1,-1 0,0 1,0 1,-1 0,-1 1,0 0,-1 1,7 12,-17-24,1 1,-1-1,0 0,0 0,0 1,0-1,0 1,-1-1,0 0,1 1,-1-1,0 1,-1-1,1 1,-1-1,0 1,1-1,-1 0,-1 1,1-1,0 0,-1 0,0 0,0 0,0 0,0 0,0-1,0 1,-1-1,1 1,-1-1,0 0,1 0,-1 0,0 0,0-1,-1 1,1-1,0 0,0 0,-3 2,0-1,0-1,0 1,0-1,0 0,0-1,-1 1,1-1,0 0,0-1,0 0,0 0,-1 0,1-1,4 2,-1-1,1 0,-1 0,1 0,0 0,-1-1,1 1,0-1,0 1,0-1,0 0,0 0,0 0,1 0,-1 0,0 0,1 0,0 0,0-1,-1 1,1-1,1 1,-1-1,0 1,0-1,1 1,0-1,-1 0,1 1,0-1,0 1,1-1,-1-2,3-3,1 0,0 0,0 0,0 0,1 0,0 1,0 0,1 0,0 1,0-1,1 1,0 1,0-1,0 1,0 0,1 1,0 0,0 0,0 0,1 1,-1 1,1-1,-1 1,5 0,-6-1,0 1,0-1,0 1,0 1,1-1,-1 1,1 1,-1-1,0 1,1 1,-1-1,1 1,-1 0,0 1,1 0,-1 0,0 0,0 1,0 0,-1 1,1-1,-1 1,0 1,0-1,0 1,-1 0,1 0,-1 1,0-1,-1 1,3 4,0 5,-6-11,0 0,1-1,0 1,-1 0,1 0,1-1,-1 1,0-1,1 0,0 0,-1 0,1 0,1 0,-1-1,0 1,1-1,-1 0,1 0,-1 0,1 0,3 0,5 0,1 0,-1-1,1 0,0-1,-1 0,1-1,-1-1,1 0,-1 0,1-2,-1 1,0-1,-1-1,1 0,-1-1,0 0,0-1,8-7,-14 11,0-1,0-1,-1 1,1-1,-1 0,0 0,0 0,-1 0,1-1,-1 1,-1-1,1 0,-1 0,0 0,0 0,0 0,-1 0,0-1,-1 1,1 0,-1-1,0 1,-1-1,1 1,-1 0,-1-1,1 1,-1 0,0 0,0 0,-1 0,0 0,0 1,0-1,-1 1,0 0,0 0,0 0,0 1,-1-1,0 1,0 0,0 0,-4-2,5 4,-1-1,1 0,0 1,-1 0,0 0,1 0,-1 1,0 0,0 0,0 0,0 0,1 1,-1 0,0 0,0 0,0 0,0 1,0 0,0 0,0 0,0 1,1 0,-1-1,1 2,-1-1,1 0,0 1,0 0,0 0,0 0,0 1,1-1,-1 1,1 0,0 0,0 0,1 0,-1 0,1 1,0-1,0 1,0 0,1-1,0 1,-1 0,1 5,1-5,1 1,0 0,0 0,1 0,-1-1,1 1,0-1,1 1,-1-1,1 0,0 0,1 0,-1 0,1-1,0 0,0 1,0-1,0 0,1-1,2 2,7 5,0-1,1 0,0-1,0-1,1 0,9 2,0-2,0 0,0-2,0-1,0-1,1-1,18-2,-42 1,1-1,-1 0,1 0,-1 0,1 0,-1 0,1-1,-1 1,0-1,1 1,-1-1,0 0,1 0,-1 0,0 0,0-1,0 1,0 0,0-1,0 0,0 1,0-1,-1 0,1 0,-1 0,1 0,-1 0,0 0,0 0,0-1,0 1,0 0,0-1,-1 1,1-1,-1 1,0 0,0-2,13-226,-10 212,-3 7,1 1,0 0,1-1,1 1,-1 0,1 1,1-1,0 0,2-2,-4 10,0 1,1-1,-1 1,0 0,1 0,-1 0,1 0,-1 0,1 1,-1-1,1 1,0-1,-1 1,1 0,-1 0,1 0,0 0,-1 1,1-1,0 1,-1 0,1-1,-1 1,1 0,-1 1,0-1,1 0,-1 1,0-1,0 1,1 1,0-2,22 11,-2 2,0 0,0 1,-1 1,-1 1,-1 1,3 5,-16-16,0 1,-1-1,0 1,0 1,-1-1,0 1,0 0,-1 0,0 0,-1 1,0 0,0-1,-1 1,-1 0,0 0,0 0,0 0,-2 0,1 0,-2 10,-31 86,33-104,0 1,0-1,0 0,0 0,1 0,-1 0,1 0,0 0,-1 0,1 0,0 0,0 0,0 0,0-1,1 1,-1 0,0-1,1 1,-1-1,1 1,-1-1,1 0,0 1,0-1,0 0,-1 0,1 0,0-1,0 1,0 0,0-1,1 1,-1-1,0 0,0 0,0 0,0 0,0 0,0 0,0 0,0-1,1 1,0-1,62 3,0-3,-1-2,1-3,-1-4,42-11,49-16,-13-4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29.7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215 56,'-121'568,"119"-561,1-1,0 0,1 1,0-1,0 1,0-1,1 1,0-1,0 1,0-1,1 0,0 0,1 0,-1 0,1 0,0 0,0-1,1 1,1 1,3-1,-1-1,1 0,0-1,0 0,0 0,0-1,1 0,-1 0,1-1,0 0,0-1,0 0,0 0,0-1,0 0,0 0,0-1,0 0,-1-1,1 0,0-1,-1 1,3-2,57-29,-66 32,1-1,-1 1,0-1,1 1,-1-1,0 0,0 0,-1 0,1 0,0-1,-1 1,1 0,-1-1,0 1,0-1,0 1,0-1,0 0,0 1,-1-1,1 0,-1 1,0-1,0 0,0-1,-2-2,-1 1,0-1,0 1,-1 0,1 1,-1-1,0 1,-1-1,1 1,-1 0,1 1,-1-1,0 1,0 0,-1 0,-2-2,-263-182,265 183,0 0,1 0,0-1,-1 0,1 0,1-1,-1 1,1-1,0 0,0 0,1-1,0 1,0-1,0 1,1-1,0 0,0 0,1 0,0 0,0 0,1-3,-11-225,13 231,0 1,0-1,0 1,0 0,1-1,-1 1,1 1,-1-1,1 0,0 1,0-1,1 1,-1 0,0 0,1 0,-1 0,1 1,0-1,-1 1,1 0,0 0,0 1,0-1,0 1,0-1,0 1,0 1,0-1,-1 0,1 1,0 0,5-1,79-2,-75 11,-21-3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0.4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 21,'-8'61,"8"-60,1 1,-1-1,1 1,-1 0,1-1,-1 1,1-1,0 0,0 1,0-1,0 0,0 1,0-1,0 0,0 0,1 0,-1 0,0 0,1 0,-1 0,1 0,-1-1,1 1,-1-1,1 1,-1-1,1 1,0-1,-1 0,1 0,-1 0,1 0,0 0,-1 0,3 0,-2-1,0 1,1 0,-1 0,0-1,1 0,-1 1,0-1,0 0,0 0,0 0,1 0,-1-1,-1 1,1-1,0 1,0-1,0 1,-1-1,1 0,-1 0,0 0,1 0,-1 0,0 0,0 0,0 0,0-1,-1 1,1 0,-1-1,1 1,-1 0,0-1,0 1,0 0,0-1,0 1,0 0,-1-1,1 1,-1 0,0-1,1 1,-1 0,0 0,-1 0,1 0,0 0,0 0,-1 0,1 0,-2-1,2 2,1 0,-1 0,0-1,0 1,0 0,0 0,0 0,0 0,0 0,0 0,0 0,-1 0,1 1,0-1,-1 0,1 1,0-1,-1 1,1-1,-1 1,1 0,-1-1,1 1,0 0,-1 0,1 0,-1 0,1 1,-1-1,1 0,-1 0,1 1,-1-1,1 1,0 0,-1-1,1 1,0 0,0 0,-1-1,1 1,0 0,0 0,0 1,0-1,0 0,0 0,1 0,-1 1,0-1,0 0,1 1,-1-1,1 0,-1 1,1-1,0 1,-6 25,2 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0.7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69 169,'4'-2,"0"1,1-1,-1 0,0 0,0 0,0-1,0 1,-1-1,1 0,-1 0,1-1,-1 1,0-1,0 1,-1-1,1 0,-1 0,0 0,0 0,0-1,-1 1,1 0,0-3,-2 4,1 1,0-1,-1 0,1 0,-1 0,0 0,0 0,0 1,0-1,0 0,-1 0,1 0,-1 0,0 0,0 1,0-1,0 0,0 1,-1-1,1 1,-1-1,0 1,1 0,-1 0,0 0,0 0,-1 0,1 0,0 0,-1 1,1-1,-1 1,1 0,-1-1,0 1,1 0,-1 1,-1-1,1 0,0 1,0-1,-1 1,1 0,0 0,-1 0,1 0,0 1,-1 0,1-1,0 1,0 0,0 0,0 1,0-1,0 1,0 0,0-1,0 1,1 0,-1 1,1-1,0 0,-1 1,1-1,0 1,0 0,1 0,-1-1,0 1,1 0,0 1,0-1,0 0,0 0,0 0,1 1,-1-1,1 0,0 1,0-1,0 0,1 1,-1-1,1 0,0 0,-1 1,1-1,1 0,-1 0,0 0,1 0,0 0,0 0,-1-1,2 1,-1-1,0 1,5 2,1 0,-1 0,1-1,0 0,0 0,1-1,-1 0,1-1,5 2,38 7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1.1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0 375,'108'-357,"-102"341,-6 15,0 1,0 0,1 0,-1 0,0 0,0 0,1-1,-1 1,0 0,1 0,-1 0,0 0,0 0,1 0,-1 0,0 0,1 0,-1 0,0 0,0 0,1 0,-1 0,0 0,1 1,-1-1,0 0,0 0,1 0,-1 0,0 0,0 1,0-1,1 0,-1 0,0 0,0 1,0-1,1 0,-1 0,0 1,0-1,0 0,0 0,0 1,0-1,0 0,1 0,-1 1,0-1,0 0,0 1,0-1,0 0,0 0,0 1,-1-1,1 0,0 1,0-1,0 0,0 0,0 1,0-1,0 0,-1 0,1 1,0-1,0 0,0 0,10 63,-3 0,-3 1,-2 28,-2-58,2 11,0 1,-2-1,-1 1,-3-1,-1 0,-6 15,10-54,-1-1,0 1,-1-1,1 1,-1-1,0 0,0 0,0-1,-1 1,0 0,-2 1,5-5,-1 0,1 1,0-1,-1-1,1 1,0 0,-1 0,1 0,-1-1,0 1,1-1,-1 1,1-1,-1 0,0 0,1 1,-1-1,0 0,1 0,-1-1,0 1,1 0,-1-1,0 1,1-1,-1 1,1-1,-1 1,1-1,-1 0,1 0,0 0,-1 0,1 0,0 0,0 0,-1-1,1 1,0 0,0-2,0 2,0 1,0-1,1 1,-1-1,0 1,1-1,-1 1,1-1,-1 0,1 1,-1-1,1 0,-1 0,1 0,0 1,0-1,-1 0,1 0,0 0,0 1,0-1,0 0,0 0,0 0,0 0,0 0,0 1,0-1,0 0,0 0,1 0,-1 0,0 1,1-1,-1 0,0 0,1 1,-1-1,1 0,0 1,-1-1,1 0,-1 1,1-1,0 1,-1-1,1 1,0-1,0 1,0-1,47-9,373-13,-310 17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3.3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1 137,'38'65,"-2"2,-4 2,-3 1,1 13,8 15,-18-47,-6-13,1 0,3-1,0-1,6 5,-23-39,-1 0,1-1,-1 1,1-1,0 1,-1-1,1 0,0 1,0-1,0 0,0 0,1 1,-1-1,0 0,0 0,1 0,-1 0,0-1,1 1,-1 0,1-1,-1 1,1 0,-1-1,1 0,0 1,-1-1,1 0,-1 0,1 0,0 0,-1 0,1 0,-1-1,1 1,0 0,-1-1,1 1,-1-1,1 0,-1 1,1-1,-1 0,0 0,1 0,6-9,0 0,0-1,-1 0,0 0,-1 0,0-1,-1 0,-1 0,3-9,-3 11,24-82,-5-2,-3 0,4-70,-11 78,13-79,-26 164,-1 0,1 1,0-1,0 0,0 0,0 0,0 1,0-1,0 0,0 0,0 0,0 1,0-1,1 0,-1 0,0 1,1-1,-1 0,0 1,1-1,-1 0,1 1,-1-1,1 0,-1 1,1-1,-1 1,1-1,0 1,-1-1,1 1,0 0,-1-1,1 1,0 0,0-1,-1 1,1 0,0 0,0 0,0 0,-1 0,1 0,0 0,0 0,0 0,-1 0,1 0,0 0,0 1,-1-1,1 0,0 0,-1 1,1-1,0 1,0-1,-1 1,1 0,15 10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4.8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28 467,'122'434,"-67"-229,0 6,10-2,24 36,-83-229,2 5,0 0,2 0,0-1,1 0,1-1,1 0,1-1,0 0,4 1,-17-17,1-1,-1 1,0-1,1 1,-1-1,1 0,-1 0,1 0,0 0,0 0,-1 0,1 0,0-1,0 1,0-1,0 1,0-1,0 0,0 0,0 0,0 0,0 0,0 0,0 0,-1-1,1 1,0-1,0 1,0-1,0 0,0 1,-1-1,1 0,0-1,-1 1,1 0,-1 0,1-1,-1 1,0 0,1-1,-1 1,1-2,35-85,-10-35,9-100,-20 109,4-9,25-170,7-268,-49 513,-3 0,-1 0,-3 1,-2-1,-1 1,-3 0,-12-33,4 45,18 35,0 0,-1 0,1-1,0 1,0 0,0-1,0 1,0 0,0-1,0 1,-1 0,1 0,0-1,0 1,0 0,-1 0,1-1,0 1,0 0,-1 0,1 0,0-1,-1 1,1 0,0 0,0 0,-1 0,1 0,0 0,-1 0,1 0,0 0,-1-1,1 1,0 1,-1-1,1 0,0 0,-1 0,1 0,0 0,-1 0,1 0,0 0,0 0,-1 1,1-1,0 0,-1 0,1 0,0 1,0-1,0 0,-1 0,1 1,0-1,0 0,0 0,-1 1,1-1,0 0,0 1,-2 23,7 6,1 0,2-1,0 0,2-1,9 18,-4-8,21 54</inkml:trace>
  <inkml:trace contextRef="#ctx0" brushRef="#br0" timeOffset="251.12">1 1081,'16'-2,"23"-1,30 0,36 1,38 0,36 1,28 1,15 0,-4-3,-41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3.8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0 391,'3'-6,"16"-4,28 2,30 1,33 2,24 2,15 1,2 1,-11 1,-20 1,-28 1,-32 4,-26 0</inkml:trace>
  <inkml:trace contextRef="#ctx0" brushRef="#br0" timeOffset="256.312">67 619,'21'4,"24"5,26 2,25-1,22-1,19-3,15-2,4-2,-4-4,-17-5,-30-3</inkml:trace>
  <inkml:trace contextRef="#ctx0" brushRef="#br0" timeOffset="463.118">1204 44,'-92'-44,"464"170,-302-101,-2 4,-1 2,-1 3,22 17,-78-45,1-1,-1 2,-1-1,1 1,-1 1,-1-1,1 2,-1-1,-1 1,1 0,-2 1,1 0,-1 0,-1 0,0 1,0-1,-1 1,-1 1,1-1,-2 0,2 11,-7-7,-1 0,0 0,-1-1,-1 0,0 0,-1 0,0-1,-1 0,-1 0,0-1,0 0,-1-1,-1 0,0 0,-1-1,0-1,0 0,-3 1,-70 54,-88 48,-33 24,166-105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2.1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1,'0'20,"-2"21,-1 19,0 18,1 13,3 10,3 3,3-2,4-5,-2-9,2-14,-3-19</inkml:trace>
  <inkml:trace contextRef="#ctx0" brushRef="#br0" timeOffset="359.039">465 175,'0'18,"0"18,0 18,-2 13,-4 10,-2 3,-2-4,0-5,0-10,-1-14,1-14</inkml:trace>
  <inkml:trace contextRef="#ctx0" brushRef="#br0" timeOffset="606.459">478 334,'-6'23,"-1"17,10 12,14 7,18 3,18-3,15-7,8-7,1-10,-3-10,-15-10</inkml:trace>
  <inkml:trace contextRef="#ctx0" brushRef="#br0" timeOffset="770.02">959 175,'-2'20,"-3"21,-3 19,-3 15,-1 11,-1 4,2 1,2-6,5-8,4-18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1.4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0 228,'21'5,"20"3,21 1,19 1,13-2,9-1,3-3,-1-1,-4-2,-11 0,-15-2,-21-1,-20-2</inkml:trace>
  <inkml:trace contextRef="#ctx0" brushRef="#br0" timeOffset="246.341">655 1,'-13'13,"-5"17,0 19,4 14,5 13,5 6,6 4,5 1,3-4,5-6,0-17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27.1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92 152,'6'31,"-2"-1,-1 1,-2-1,-1 1,-1-1,-2 1,0-1,-3 1,-3 11,-71 305,77-295,7-50,-1-8,0 0,0 0,0 1,-1-2,0 1,-1 0,1 0,-1 0,0-1,0-5,0 0,8-81,-5-1,-5-54,3-91,-1 230,-2 1,2 0,-1-1,1 1,0 0,1 0,0 1,0-1,1 0,0 1,0-1,2-1,-3 8,-1 0,1 0,-1 1,1-1,0 1,0-1,-1 1,1 0,0 0,0-1,0 1,-1 0,1 1,0-1,0 0,-1 0,1 1,0-1,0 1,-1 0,1-1,0 1,-1 0,1 0,-1 0,1 0,-1 0,0 0,1 1,-1-1,0 0,0 1,0-1,0 1,0-1,0 1,0-1,-1 1,1 0,0-1,-1 1,1 2,79 181,-79-184,-1 1,1-1,0 0,0 1,0-1,0 0,0 0,0 0,1 1,-1-1,0-1,0 1,1 0,-1 0,1 0,-1-1,1 1,-1-1,1 1,-1-1,1 1,-1-1,1 0,0 0,-1 0,1 0,-1 0,1 0,0 0,-1-1,1 1,-1 0,1-1,-1 0,1 1,-1-1,1 0,-1 0,0 1,1-1,0-1,51-51,-50 49,112-174,-72 105,-42 71,-1 1,0 0,0 1,0-1,0 0,0 0,1 0,-1 0,0 1,0-1,1 0,-1 0,0 0,1 1,-1-1,1 0,-1 0,1 1,-1-1,1 0,-1 1,1-1,0 1,-1-1,1 1,0-1,-1 1,1-1,0 1,0 0,0-1,-1 1,1 0,0 0,0 0,0-1,0 1,0 0,-1 0,1 0,0 1,0-1,0 0,0 0,-1 0,1 0,0 1,0-1,0 0,4 114,0 109,-16 101,2-162,10-133</inkml:trace>
  <inkml:trace contextRef="#ctx0" brushRef="#br0" timeOffset="395.969">801 246,'9'33,"0"-1,-3 1,0 0,-2 1,-2-1,-1 23,0-27,0 27,-2-31,2-1,0 1,2 0,0 0,2-1,7 22,-11-43,0 0,0 0,0 0,1 0,-1 0,1 0,0 0,0 0,0-1,0 1,0-1,1 1,-1-1,1 0,-1 0,1 0,0 0,0-1,0 1,0-1,0 0,0 0,0 0,1 0,-1 0,0-1,0 1,1-1,-1 0,0 0,1 0,-1 0,0-1,1 0,-1 1,0-1,0 0,0 0,0-1,1 0,11-7,0-1,-1-1,-1 0,0-1,0-1,-1 0,-1 0,0-1,-1-1,0 0,-1 0,-1 0,-1-1,0-1,3-11,4-17,-2-1,-1-1,-3 0,-2 0,-2 0,-2-14,1 36,2 9</inkml:trace>
  <inkml:trace contextRef="#ctx0" brushRef="#br0" timeOffset="646.118">1496 193,'4'16,"11"16,10 15,12 10,8 9,6 5,2 2,-3 0,-2-4,-5-4,-7-9,-10-9,-9-11,-8-13,-5-11</inkml:trace>
  <inkml:trace contextRef="#ctx0" brushRef="#br0" timeOffset="897.444">1964 260,'-21'-5,"-13"10,-10 18,-7 21,-6 21,-4 20,-6 14,-1 6,3-2,12-17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8.5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265 749,'-21'-2,"0"0,0 1,-1 2,1 0,-16 3,30-3,1 0,-1 1,1 0,0 0,-1 0,1 1,0-1,0 2,1-1,-1 1,1-1,-1 1,1 1,0-1,1 1,-1 0,1 0,0 0,0 1,0 1,3-6,0 1,0 0,0-1,1 1,-1 0,0 0,1 0,-1 0,1 0,0 0,-1 0,1 0,0 0,0 0,0 0,1 0,-1 0,0 0,1-1,-1 1,1 0,0 0,0 0,-1 0,1-1,0 1,1 0,-1-1,0 1,0-1,1 1,-1-1,1 1,-1-1,1 0,-1 0,1 0,0 0,0 0,-1 0,1-1,0 1,2 0,5 2,-1-1,1 1,0-2,0 1,0-1,0-1,0 1,0-2,3 0,-1 0,-1-2,1 1,0-2,-1 1,0-1,0-1,0 0,-1 0,0-1,0 0,0-1,0 0,-1 0,0-1,-1 0,0 0,0-1,-1 1,0-2,0 1,-1-1,0 0,-1 0,0 0,-1 0,0-1,0 1,-1-2,9-61,-2 0,-4 0,-2-1,-5 0,-2-3,3 45,0-6,-1 0,-2 1,-8-34,-6 35,17 36,1 0,-1-1,0 1,0 0,0 0,1-1,-1 1,0 0,0 0,0 0,1 0,-1 0,0 0,0 0,0 0,0 1,1-1,-1 0,0 0,0 1,1-1,-1 1,0-1,1 0,-1 1,0-1,1 1,-1 0,0-1,1 1,-1-1,1 1,-1 0,1-1,0 1,-1 0,1 0,0-1,-1 1,1 0,0 0,0 0,0-1,0 1,-1 0,-7 20,1 0,0 0,1 0,2 1,0 0,1 0,1 12,0-14,-5 25,3 0,1 0,2 1,2-1,3 0,1 0,2 0,2 0,2-1,2-1,16 37,-22-68,0 1,0-1,2-1,-1 1,1-2,1 1,0-1,7 5,-13-11,1-1,0 1,0-1,1 0,-1 0,1-1,-1 1,1-1,0 0,0-1,0 0,0 0,0 0,0 0,0-1,0 0,0 0,0-1,0 0,6-1,1-4,-1 0,0-1,0-1,-1 0,0 0,0-1,-1 0,0-1,0 0,-1-1,-1 0,0 0,0 0,-1-1,-1-1,0 1,0-1,2-11,-2 8,0 0,-1 0,-1-1,0 0,-2 1,0-1,0-12,-9-1,7 30,-1 0,1-1,0 1,-1 0,1-1,-1 1,1 0,0-1,-1 1,1 0,-1 0,1 0,-1-1,1 1,-1 0,1 0,-1 0,1 0,-1 0,1 0,-1 0,0 0,1 0,-1 0,1 0,-1 0,1 1,-1-1,1 0,-1 0,1 0,0 1,-1-1,1 0,-1 1,1-1,-1 0,1 1,0-1,-1 0,1 1,0-1,-1 1,1-1,0 1,0-1,0 1,-1-1,1 1,0-1,0 1,0-1,-4 8,0 0,0-1,1 1,0 0,0 1,1-1,0 0,1 1,0-1,0 1,1-1,0 1,0 0,1-1,0 1,0-1,1 1,1-1,-1 0,1 0,0 0,1 0,0 0,0-1,1 0,0 1,6 2,0 1,1-1,0-1,1 0,0-1,0 0,1-1,0 0,0-1,0-1,1 0,0-1,0-1,1 0,67 14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6.9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2 594,'0'5,"-1"1,1-1,0 0,0 1,0-1,1 0,0 1,0-1,0 0,1 0,-1 0,1 0,1 0,-1 0,1 0,-1-1,1 1,1-1,-1 0,1 0,-1 0,1 0,0-1,0 0,1 1,-1-1,1-1,0 1,-1-1,1 0,0 0,0 0,0-1,1 1,-1-1,0-1,1 1,-1-1,0 0,3 0,-4-1,1 0,-1 0,0 0,1-1,-1 0,0 1,0-2,0 1,0 0,-1-1,1 0,-1 1,1-1,-1-1,0 1,0 0,0-1,-1 0,1 1,-1-1,0 0,0 0,-1-1,1 1,-1 0,1 0,-1-4,-1 9,0-1,0 0,0 1,0-1,0 0,-1 1,1-1,0 0,0 0,0 1,0-1,-1 0,1 1,0-1,0 0,-1 0,1 0,0 1,0-1,-1 0,1 0,0 0,-1 1,1-1,0 0,-1 0,1 0,0 0,-1 0,1 0,0 0,-1 0,1 0,0 0,-1 0,1 0,0 0,-1 0,1 0,0 0,-1 0,1-1,0 1,0 0,-1 0,1 0,0 0,-1-1,1 1,0 0,0 0,0-1,-1 1,1 0,0 0,0-1,0 1,-1 0,1-1,0 1,0 0,0-1,0 1,0 0,0 0,0-1,0 1,-18 23,13-9,0 0,1 0,0 0,1 0,1 1,0 0,1-1,1 1,0 5,-2 33,-32 142,33-228,-4-59,-4 1,-4 0,-8-23,-25-197,46 288,3 20,1 16,13 59,-3 1,-4 1,0 36,-7-71,38 559,-14-463,-15-125,-7-33,-1-66,-5 1,-12-86,6 77,-26-606,1 468,32 235,0-1,-1 0,1 0,-1 1,1-1,0 0,0 0,-1 1,1-1,0 0,0 0,0 0,0 1,0-1,0 0,0 0,0 0,1 1,-1-1,0 0,0 0,0 1,1-1,-1 0,1 0,-1 1,0-1,1 0,-1 1,1-1,0 1,-1-1,1 0,-1 1,1-1,0 1,-1 0,1-1,0 1,0 0,-1-1,1 1,0 0,0 0,-1-1,1 1,0 0,0 0,0 0,-1 0,1 0,0 0,0 0,0 1,0-1,143 25,296 42,-414-63,-12-3,1 0,-1 2,1-1,-1 2,0 0,0 1,0 0,-1 1,6 4,5 9</inkml:trace>
  <inkml:trace contextRef="#ctx0" brushRef="#br0" timeOffset="252.377">17 754,'27'11,"29"0,31-10,25-11,19-10,9-10,0-4,-11 0,-18 3,-28 7</inkml:trace>
  <inkml:trace contextRef="#ctx0" brushRef="#br0" timeOffset="857.76">1273 526,'49'394,"-40"-316,-3 0,-4 1,-5 32,-10-56,12-55,0 0,1 0,-1 0,0 0,1 0,-1 0,0 0,0 0,1 0,-1 0,0 0,1 0,-1 0,0 0,0-1,1 1,-1 0,0-1,1 1,-1 0,1-1,-1 1,1-1,-1 1,1-1,-1 1,1-1,-1 1,1-1,-1 0,1 1,0-1,-1 0,1 1,0-1,0 0,-1 1,1-1,0 0,0 1,0-1,0 0,0 0,0 1,0-1,-7-23,1 1,0-2,2 1,1 0,1-16,0 22,-10-268,22-228,-1 371,-9 143,-1-2,1 0,-1 0,1 0,0 0,0 0,0 1,0-1,0 0,0 0,1 0,-1 0,0 0,1 1,0-1,-1 0,1 0,0 1,0-1,0 0,0 1,0-1,0 1,0-1,1 1,-1 0,0-1,1 1,0 0,-1 0,1 0,-1 0,1 0,0 1,0-1,-1 0,1 1,0-1,0 1,0 0,0 0,0-1,-1 1,1 0,0 1,101 55,-67-32,12 6,-6-5,-1 1,-2 3,33 30,-68-56,0 0,0 1,0 0,0 0,-1 0,1 0,-1 0,0 1,0-1,-1 1,0 0,0 0,0 0,0 0,0 0,-1 0,0 0,-1 1,1-1,-1 0,0 1,0-1,0 0,-1 1,0 3,-5 2,-1 0,1 0,-2-1,1 0,-2 0,1 0,-1-1,-1-1,1 0,-2 0,1 0,-1-2,-5 4,-181 95,116-66,81-39,0 0,1 0,-1 0,0 0,1 1,-1-1,0 0,1 0,-1 0,0 1,0-1,1 0,-1 0,0 1,0-1,1 0,-1 1,0-1,0 0,0 1,0-1,1 0,-1 1,0-1,0 0,0 1,0-1,0 0,0 1,0-1,0 0,0 1,0-1,0 0,0 1,0-1,0 1,-1-1,1 0,0 1,0-1,0 0,247 11,-227-9,-1 1,1 1,-1 1,1 0,-1 2,-1 0,0 1,0 1,0 1,-1 0,0 1,-1 1,-1 1,0 0,0 1,11 15,-23-25,0 0,0 1,-1-1,0 1,0 0,0 0,0 0,-1-1,0 1,0 1,0-1,-1 0,1 0,-1 0,-1 0,1 0,-1 0,0 1,0-1,0 0,-1-1,1 1,-1 0,0 0,-1-1,1 1,-1-1,-1 1,-11 11,-1-1,0-1,-2 0,1-2,-2 0,1 0,-2-2,1-1,-1 0,-1-1,1-1,-17 2,11 0,1-1,-1-1,0-2,0 0,-1-2,0-1,1-1,-23-2,23-8,13-2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9.7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13 764,'15'41,"1"-2,3 0,0 0,3-2,1-1,5 3,-19-25,-4-6,-1-1,1 0,1 0,-1 0,1-1,0 1,1-2,-1 1,3 0,-8-6,0 0,1 0,-1 0,0 0,1 0,-1 0,0-1,0 1,1 0,-1-1,0 1,0-1,0 0,0 1,0-1,0 0,0 0,0 1,0-1,0 0,0 0,0 0,0 0,-1 0,1-1,0 1,-1 0,1 0,-1 0,0 0,1-1,-1 1,0 0,1 0,-1-1,0 1,0 0,0-1,0 1,-1 0,1 0,0-1,-1 0,1 1,12-275,-12 273,0-1,0 1,1 0,0-1,-1 1,1-1,0 1,1 0,-1 0,1 0,-1 0,1 0,0 0,0 0,0 0,1 1,-1-1,1 1,-1 0,1-1,0 1,0 0,0 1,0-1,0 0,0 1,0 0,0 0,1 0,-1 0,1 0,0 1,24 4,-2 4</inkml:trace>
  <inkml:trace contextRef="#ctx0" brushRef="#br0" timeOffset="862.376">655 951,'-3'-5,"0"1,-1-1,1 1,-1 0,0 0,0 0,-1 1,1 0,-1-1,0 1,0 1,0-1,0 1,0 0,0 0,0 0,-1 1,1 0,-1 0,0 0,1 1,-1-1,1 1,-1 1,0-1,1 1,-4 1,1 0,-1 0,1 1,0 0,0 0,0 1,1 0,-1 1,1 0,0 0,0 0,1 1,-1 0,1 0,1 0,-1 1,1 0,-2 4,4-8,1 0,0 0,0 0,0 0,0 0,1 1,-1-1,1 1,0-1,0 1,0-1,0 1,0 0,1-1,0 1,0 0,0 0,0-1,1 1,-1 0,1-1,0 1,0-1,0 1,1-1,-1 1,1-1,0 0,0 1,0-1,0 0,0 0,1-1,2 3,3-1,0-1,0-1,1 1,-1-1,1 0,-1-1,1 0,0-1,0 0,-1 0,1-1,0 0,-1 0,1-1,-1 0,1-1,-1 1,0-2,0 1,0-1,0 0,-1-1,0 0,0 0,0-1,0 0,-1 0,0 0,0-1,1-1,11-21,-20 32,1 1,0-1,0 1,1 0,-1 0,1-1,-1 1,1 0,1 0,-1 0,0-1,1 1,0 0,0-1,0 1,0 0,0-1,1 1,0-1,0 0,0 1,0-1,0 0,1 0,-1-1,1 1,-1 0,1-1,0 1,0-1,1 0,-1 0,0-1,1 1,-1 0,1-1,-1 0,1 0,0 0,-1 0,2-1,-1 0,0-1,-1 0,1-1,0 1,-1 0,0-1,1 0,-1 0,0 0,0 0,0-1,0 1,0-1,0 0,-1 1,1-1,-1-1,0 1,0 0,0 0,0-1,-1 1,1-1,-1 1,1-3,16-97,-25-44,6 129,2 18,0-1,-1 1,1-1,0 1,0 0,0-1,0 1,-1 0,1 0,0 0,0 0,0 0,0 0,0 0,0 0,0 0,0 0,-1 0,1 0,0 1,0-1,0 0,0 1,-1-1,1 1,0-1,0 1,-1-1,1 1,0-1,-1 1,1 0,0-1,-1 1,1 0,2 1,24 12,0-2,1-1,0-2,23 6,56 18,-104-31,0 0,0-1,0 1,0 0,-1 0,1 0,0 1,-1-1,0 1,1-1,-1 1,0 0,0 0,-1 0,1 0,0 0,-1 0,0 1,0-1,0 0,0 1,-1-1,1 1,-1-1,0 1,0-1,0 0,0 1,-1-1,1 1,-1-1,0 1,0-1,-1 3,0-1,0 0,1 0,0 0,0 1,0-1,0 0,1 0,0 1,0-1,1 0,-1 1,1-1,0 0,1 0,-1 0,1 0,0 0,0 0,1 0,-1-1,1 1,0-1,0 1,1-1,-1 0,1-1,0 1,0-1,1 1,0-1,0 0,0 0,1 0,-1-1,1 0,-1 0,1-1,0 0,0 0,0 0,0 0,0-1,-1 0,1-1,0 1,0-1,0 0,0 0,0-1,-1 0,1 0,-1 0,1-1,-1 1,0-1,0-1,0 1,0-1,-1 1,0-1,1-1,-1 1,2-4,0-2,-2-1,0 1,0-1,0 0,-2 0,1 0,-1 0,-1 0,0 0,0-1,-2-8,-10 101,10-74,-1 1,1 0,1 0,-1-1,1 1,1 0,0 0,0-1,0 1,1 0,0-1,0 1,1-1,0 0,0 0,1 0,0 0,0-1,1 1,-1-1,1 0,3 2,8 1</inkml:trace>
  <inkml:trace contextRef="#ctx0" brushRef="#br0" timeOffset="1105.726">1257 550,'19'16,"5"5</inkml:trace>
  <inkml:trace contextRef="#ctx0" brushRef="#br0" timeOffset="2041.043">1912 1058,'0'-7,"0"0,-1-1,0 1,0 0,0-1,-1 1,-1 0,1 0,-1 0,0 1,0-1,-1 1,0-1,0 1,-1 0,1 1,-1-1,0 1,-1 0,0 0,1 1,-1-1,-1 1,1 1,-1-1,1 1,-1 0,0 1,0-1,0 1,0 1,-1-1,1 1,0 1,-1-1,1 1,0 1,-5 0,4 1,0 1,1 0,-1 0,0 1,1 0,0 0,0 1,0 0,1 0,0 1,0 0,-4 4,7-7,1-1,0 1,-1 0,1 0,0 0,0 0,1 0,-1 0,1 1,0-1,0 0,0 1,0-1,0 1,1-1,-1 1,1-1,0 1,0-1,0 1,1-1,-1 1,1-1,0 1,0-1,0 1,1-1,-1 0,1 0,1 3,2-1,1 0,1 0,-1-1,1 1,0-1,0-1,0 1,0-1,1-1,-1 1,1-1,0-1,-1 1,1-1,0-1,0 1,0-1,0-1,0 1,0-1,-1-1,1 1,0-1,5-3,-3 2,-1 0,0 0,0-1,0-1,0 1,-1-1,0-1,0 0,0 0,-1 0,0-1,0 0,0-1,-1 1,0-1,-1 0,0-1,0 1,3-10,-8 18,0 0,-1 1,1-1,0 0,-1 0,1 0,0 0,-1 0,1 0,0 0,-1 0,1-1,0 1,-1 0,1 0,0 0,-1 0,1 0,0 0,-1-1,1 1,0 0,0 0,-1 0,1-1,0 1,0 0,0 0,-1-1,1 1,0 0,0 0,0-1,0 1,-1 0,1-1,0 1,0 0,0-1,-5 12,1 0,0 0,1 1,0-1,1 1,0-1,0 1,2 0,-1 0,1-1,1 1,0 0,1 0,1 1,-3-8,1 0,0-1,1 1,-1 0,1-1,0 1,0-1,0 1,1-1,-1 0,1 0,0 0,0 0,1-1,-1 1,1-1,0 0,0 0,0 0,0 0,0-1,1 0,-1 0,1 0,-1 0,1-1,0 1,-1-1,1-1,0 1,0-1,0 1,0-1,0-1,0 1,4-2,-2 0,-1 0,0-1,0 0,0 0,0 0,-1-1,1 0,-1 0,0 0,0-1,0 0,-1 0,0 0,1 0,-2-1,1 1,-1-1,1-3,40-116,-12-17,-7-1,2-73,-25 191,1 12,-2 0,0 0,-1 0,0 0,-1 0,0 0,-3-11,3 24,1-1,-1 0,0 1,1-1,-1 1,0-1,1 1,-1-1,0 1,0-1,0 1,0 0,1 0,-1-1,0 1,0 0,0 0,0 0,0 0,0 0,0 0,1 0,-1 0,0 0,0 0,0 1,0-1,0 0,1 0,-1 1,0-1,0 1,0-1,1 1,-1-1,0 1,1-1,-1 1,0 0,1-1,-1 1,1 0,-1 0,1-1,-1 1,1 0,0 0,-1 0,1 0,0-1,0 1,0 0,-1 0,1 0,0 0,0 0,0 0,0 0,1 0,-10 23,2 0,0 1,2-1,1 1,1 0,1 0,1 0,1 1,0 34,2 1,3-1,3-1,2 1,7 16,-1-37,-15-38,-1-1,1 1,0 0,-1-1,1 1,0-1,0 1,-1-1,1 1,0-1,0 1,0-1,0 0,-1 1,1-1,0 0,0 0,0 0,0 0,0 0,0 0,0 0,0 0,0 0,0 0,-1-1,1 1,0 0,0 0,0-1,0 1,0-1,-1 1,1-1,0 1,0-1,-1 0,1 1,0-1,0 0,34-32,-30 27,0 0,0 1,0 0,1 0,0 0,0 0,0 1,1 0,0 1,-1-1,1 1,1 1,-1-1,0 1,3 0,-7 1,-1 1,0 0,0 1,1-1,-1 0,0 0,0 1,0 0,0-1,0 1,0 0,0 0,0 0,0 0,0 0,0 0,0 1,-1-1,1 1,0-1,-1 1,0 0,1-1,-1 1,0 0,0 0,0 0,0 0,0 0,0 0,-1 0,1 0,0 0,-1 1,0 0,-3 79,2-75,-1 0,-1 0,1 0,-1-1,0 1,-1-1,1 0,-1 0,0 0,-1-1,0 1,1-1,-2 0,1 0,-1-1,1 0,-1 1,0-2,-1 1,1-1,-2 0,7-2,0-1,0 0,0 1,0-1,0 0,0 0,0 0,0 1,0-1,-1-1,1 1,0 0,0 0,0 0,0 0,0-1,0 1,0-1,0 1,0-1,0 1,0-1,0 1,0-1,0 0,1 1,-1-1,0 0,0 0,1 0,-1 0,0 1,1-1,-1 0,1 0,0 0,-1 0,1 0,0-1,-1 1,1 0,0 0,0 0,0 0,0 0,0-1,9-51,0 35,2 1,0 0,1 1,0 1,2 0,-1 0,2 1,0 1,1 0,0 2,1-1,0 2,0 0,10-3,-26 13,0-1,0 0,0 0,0 0,0 0,0 1,0-1,0 0,0 1,1-1,-1 1,0-1,0 1,0 0,1 0,-1-1,0 1,0 0,1 0,-1 0,0 0,1 0,-1 1,0-1,0 0,1 0,-1 1,0-1,0 1,0-1,0 1,0 0,0-1,0 1,0 0,0 0,0 0,0 0,0 0,0 0,0 0,-1 0,1 0,0 0,-1 0,1 0,-1 0,0 1,1-1,-1 0,0 0,1 1,-1-1,0 0,0 0,0 1,0 57,-2-52,1 0,0 0,1 0,-1 0,1 0,1 0,-1 0,1 0,0 0,1 0,0 0,0 0,0 0,1-1,0 1,0-1,0 0,1 0,0 0,1-1,-1 1,1-1,3 3,26-4,-20-11</inkml:trace>
  <inkml:trace contextRef="#ctx0" brushRef="#br0" timeOffset="2294.005">2687 577,'-6'5,"1"5,3 2</inkml:trace>
  <inkml:trace contextRef="#ctx0" brushRef="#br0" timeOffset="2700.913">2955 724,'207'-374,"-205"370,22-46,-1 0,-3-2,-2-1,-2-3,-14 53,-1 1,0-1,-1 1,1-1,0 1,-1-1,1 0,-1 1,0-1,0 0,0 1,0-1,0 0,-1 1,1-1,-1 0,0 1,0-1,1 1,-2-1,1 1,0 0,0-1,-1 1,0 0,1 0,-1 0,0 0,0 0,0 0,0 1,0-1,0 0,-1 1,1 0,-7 0,1 1,-1 0,1 0,-1 1,1 0,0 1,-1 0,1 0,0 1,0 0,0 0,0 1,1 0,0 0,-1 1,2 0,-1 0,0 1,1 0,0 0,1 0,-1 1,-11 16,2 0,1 0,1 1,1 1,1 0,1 1,1 0,2 1,0 0,2 0,1 0,1 0,2 1,0-1,2 1,1-1,2 10,7 44,2 1,5-2,24 71,-38-137,-1-2,0 0,1 0,0 0,1-1,0 1,1-1,0 0,1-1,0 0,1 0,4 4,-7-11,1-1,0 1,1-1,-1-1,0 1,1-1,-1 0,0-1,1 1,-1-1,1 0,-1-1,1 0,-1 0,1 0,-1-1,0 0,0 0,0 0,0-1,0 0,-1 0,1 0,2-4,12-3,-1-1,-1-1,0-1,-1-1,-1 0,0-1,0-1,-2-1,0 0,-1 0,-1-2,0 1,-1-2,5-13,-15 31,1 0,-1 0,0 0,0 0,0 0,0 0,0 0,0 0,0 0,-1-1,1 1,-1 0,0-1,1 1,-1 0,0-1,0 1,-1 0,1-1,0 1,-1 0,0 0,1-1,-1 1,0 0,0 0,0 0,0 0,-1 0,1 0,0 0,-1 0,0 1,1-1,-1 0,0 1,0-1,0 1,0 0,0 0,0 0,-1-1,-4 2,0 1,0 0,0 0,0 1,0 0,1 0,-1 1,1-1,-1 1,1 1,0-1,0 1,0 0,1 1,0-1,-1 1,1 0,1 0,-1 1,1-1,0 1,0 0,1 0,0 0,0 1,0-1,1 1,0 0,-2 3,0 1,1 0,0 0,1 0,1 0,-1 1,2-1,0 0,0 1,1-1,0 0,1 0,0 0,1 0,0 0,1 0,0 0,1-1,0 0,0 0,1 0,0-1,1 0,0 0,8 6,31 26,0-10</inkml:trace>
  <inkml:trace contextRef="#ctx0" brushRef="#br0" timeOffset="3348.62">455 563,'-14'14,"-8"13,-6 10,-3 6,1 4,-1 0,6-7</inkml:trace>
  <inkml:trace contextRef="#ctx0" brushRef="#br0" timeOffset="3556.743">0 657,'0'23,"0"16,0 9,0-4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7:39.0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67 175,'-1'500,"0"-499,1 0,0 0,0 0,-1 0,1-1,0 1,0 0,0 0,0 0,0 0,0 0,0 0,0-1,1 1,-1 0,0 0,0 0,1 0,-1-1,0 1,1 0,-1 0,1-1,-1 1,1 0,0 0,-1-1,1 1,0-1,-1 1,1-1,0 1,-1-1,1 1,0-1,0 0,0 1,0-1,-1 0,1 0,0 1,0-1,0 0,0 0,0 0,0 0,-1 0,1 0,0-1,0 1,0 0,0 0,0-1,-1 1,1 0,0-1,0 1,179-60,8 19,-187 41,1 0,-1 0,0 1,0-1,0 0,0 0,0-1,0 1,0 0,0 0,0 0,0-1,0 1,0 0,0-1,0 1,0-1,0 1,0-1,0 0,0 1,0-1,-1 0,1 0,0 0,-1 1,1-1,0 0,-1 0,1 0,-1 0,1 0,-1 0,0 0,1 0,-1 0,0 0,0 0,0 0,0-1,0 1,0 0,0 0,0 0,0 0,0 0,-1 0,1 0,0 0,-1 0,1 0,-1 0,1 0,-1-1,-84-97,83 96,2 2,0 1,0-1,0 0,-1 1,1-1,0 0,0 1,-1-1,1 1,0-1,-1 0,1 1,-1-1,1 1,0-1,-1 1,1-1,-1 1,0 0,1-1,-1 1,1 0,-1-1,1 1,-1 0,0 0,1-1,-1 1,0 0,1 0,-1 0,0 0,1 0,-1 0,0 0,1 0,-1 0,0 0,1 0,-1 1,0-1,1 0,-1 0,0 1,1-1,-1 0,1 1,-1-1,1 0,-1 1,1-1,-1 1,-7 15,2 1,-1-1,2 1,0 0,1 1,1-1,1 1,0 0,1 1,0-11,-2 30,2 0,1-1,2 1,1 0,2-1,2 0,2 0,1 0,14 32,4 0</inkml:trace>
  <inkml:trace contextRef="#ctx0" brushRef="#br0" timeOffset="5375.589">1 1,'0'2,"0"3,0 8,0 8,0 5,0-1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0.0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95 232,'-27'124,"18"-82,2 0,1 1,3 0,1 14,-24 302,12-159,14 177,28-171,-29 286,15-300,26 34,-16-80,6 81,-17-34,-5 158,10-46,-13-77,20 7,37 76,-59-271,1 0,2-1,2 1,1-2,2 1,3 2,-6-22,2 11,3-1,0 0,2-1,1-1,1 0,13 15,-17-30,0-1,1 0,0-1,1 0,0-1,11 4,-11-5,11 3,0-2,0-1,1-1,-1-1,2-1,-1-2,0 0,1-2,0-1,-1-2,18-2,-5 1,-1-1,0-3,0 0,0-3,4-3,-27 6,0-1,-1-1,1 0,-2-1,0 0,0-1,-1-1,0 0,-1-1,0 0,-1-1,-1-1,0 1,-1-1,0-3,10-13,37-55,-5-3,-3-1,-4-3,-5-2,-1-6,65-281,59-314,-149 649,-3-2,-2 1,-2-1,-3-1,-1 1,-4-24,-24-226,-15-319,37 528,-4 1,-9-30,-4-34,3-81,-8-143,26 326,1-13,-3 0,-2 0,-6-12,-29-147,31 193,-2 0,-1 1,-1 0,-1 1,-2 0,-13-18,15 27,-1 1,-1 1,0 0,-1 1,-1 1,-1 0,0 1,0 1,-2 1,1 1,-1 0,-1 2,0 0,-2 1,-174-41,168 44,1 1,-1 1,0 1,0 2,-19 3,-16-2,39-1,-15 0,-1 1,1 1,0 3,-18 5,4 2,19-5,1 1,0 1,0 3,1 0,-2 4,11-2,0 0,2 2,0 0,1 2,-7 7,18-13,1-1,1 2,0-1,0 1,1 0,1 1,0 0,-2 11,-23 46,0-18,0-3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1.8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567 1,'-18'6,"0"1,1 1,0 1,1 0,0 1,0 1,1 0,0 1,1 1,1 0,0 1,1 1,0 0,-6 11,-15 27,3 1,2 1,-18 51,0 18,5 3,-22 123,45-158,4 1,4 0,4 1,4 0,9 73,29 52,-33 35,2-228,-4-21,-4-17,-3-11,-2-4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2.5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 3,'-2'-3,"-1"5,0 6,1 10,0 12,3 12,2 13,2 7,2 8,3 3,0-2,0-3,-2-8,-2-8,-2-14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2.8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71,'-2'2,"1"1,6 0,8-3,7-4,10-5,5-4,4-2,0 2,-1 2,-7 4,-4 3,-6 2,-6 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3.19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 61,'-14'0,"-1"2,7 1,13 0,17 0,15-4,14-3,11-6,7-3,0-2,-4-1,-14 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3.9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18 227,'-1'13,"0"0,0 1,2-1,-1 1,2-1,0 0,0 1,2-1,-1 0,2-1,-1 1,2-1,0 0,2 4,-6-12,0-1,1 0,-1 0,0 0,1-1,0 1,0-1,-1 1,1-1,1 0,-1 0,0 0,0 0,1-1,-1 0,1 1,-1-1,1 0,0-1,-1 1,1-1,0 1,0-1,-1 0,1-1,0 1,0 0,-1-1,1 0,0 0,-1 0,1-1,-1 1,0-1,1 1,-1-1,0 0,0-1,0 1,0-1,9-7,0-2,-1 0,0 0,-1-1,0 0,-1 0,-1-1,0-1,-1 1,0-1,-1 0,-1-1,-1 1,0-1,-1 0,0 0,-1-1,-1 1,-1 0,0 0,-2-1,-1-10,2 22,1 1,-1-1,-1 0,1 0,-1 1,0-1,0 1,0 0,0-1,-1 1,0 0,0 0,0 1,0-1,-1 0,1 1,-1 0,0 0,0 0,0 1,0-1,0 1,-1 0,1 0,-1 0,1 1,-1-1,0 1,0 1,0-1,1 0,-1 1,0 0,-1 0,-5 5,-1 0,1 0,0 1,0 0,1 1,0 0,0 0,1 2,0-1,0 1,0 0,2 1,-1-1,1 2,0-1,1 1,1 0,-4 9,-19 36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6.3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0,'7'19,"6"14,6 9,5 6,1 2,1-1,-1-4,-3-7,1-9,-4-8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06.6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274 1,'2'4,"1"9,-5 11,-10 13,-16 13,-16 15,-16 10,-10 5,7-10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3.7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283 64,'-10'5,"2"0,-1 0,0 1,1 0,0 1,0-1,1 2,0-1,0 1,1 0,0 0,0 1,1-1,0 2,1-1,-1 0,2 1,-1 1,-27 97,4 1,-2 43,9-19,6 0,6 1,6 10,4 694,-30-305,29-35,26-285,-9-108,-15-70,1-2,2 1,2 0,0-1,3-1,0 0,3 0,0-1,2-1,1 0,1-1,2-1,17 18,-1-13,2-2,1-2,30 16,22 17,-63-41,1 0,1-2,0-1,1-1,1-2,1-1,0-2,1-1,0-2,1-1,17 1,22-5,-1-2,1-4,-1-4,53-10,-106 14,0-1,0-1,0-1,-1-1,1 0,-2-2,1 0,-1-1,0 0,-1-2,0 0,0-1,-2-1,1 0,-2-1,0-1,1-1,-3-4,0 0,-1-1,-1 0,-1-1,-1 0,-1 0,-1-1,-1 0,0-5,15-215,-16 146,12-124,-1 37,-7 0,-9-1,-13-66,-41-259,48 413,-4-1,-5 2,-3 0,-5 1,-34-85,-179-368,198 444,27 65,-2 1,-1 0,-2 1,-2 0,-1 2,-1 0,-3 1,-8-8,14 27,-1 0,0 2,-1 0,0 1,-1 1,-1 1,1 1,-2 1,1 1,-1 0,-20-2,-22-8,41 9,-195-45,202 51,-1 0,0 1,1 1,-1 0,0 2,1 0,-1 0,1 2,0 0,0 1,-9 5,17-6,0 1,0 0,0 1,1 0,0 0,0 0,0 1,1 1,0-1,1 1,0 0,0 1,0 0,1 0,0 0,1 0,0 0,1 1,0 0,0 0,1 0,0 0,0 6,2 12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4.5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1960,'14'-46,"2"1,2 0,2 1,2 1,1 2,26-35,-27 42,596-890,-154 286,-446 615,-21 29,-14 17,-2 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5.3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260 1,'-79'236,"-73"146,124-309,28-74,0 1,1 0,-1 0,0 0,1 0,-1 0,0-1,1 1,-1 0,0 0,1 0,-1 0,1 0,-1 0,0 0,1 0,-1 1,0-1,1 0,-1 0,0 0,1 0,-1 0,0 1,1-1,-1 0,0 0,1 0,-1 1,0-1,0 0,1 1,-1-1,0 0,0 0,0 1,1-1,-1 0,0 1,0-1,0 0,0 1,0-1,0 1,0-1,1 0,-1 1,0-1,0 0,-1 1,1-1,0 1,0-1,0 0,0 1,0-1,0 0,0 1,-1-1,1 0,0 1,0-1,0 0,-1 0,1 1,0-1,0 0,-1 1,1-1,28-20,-22 14,20-14,1 0,1 2,1 1,1 2,0 0,0 2,13-2,160-42,-201 57,1-1,-1 1,1-1,-1 0,1 0,-1 0,1 0,-1 0,0-1,0 1,1-1,-1 0,0 1,-1-1,1 0,0 0,0 0,-1 0,1-1,-1 1,0 0,0-1,0 1,0 0,0-1,0 0,-1 1,1-1,-1 1,1-1,-1 0,0 1,0-3,-5-7,0 1,0 0,-1 0,0 1,-1-1,0 2,-1-1,0 1,0 0,-7-6,4 4,-170-154,169 156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5.9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3,'0'-2,"0"3,0 9,0 14,0 14,0 12,0 9,2 6,1 3,2-4,0-2,2-8,-1-9,-1-12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6.2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0 139,'7'-2,"9"-1,8-4,10-4,5-4,4-2,-2 0,-5 3,-9 1,-9 1,-7-3,-6 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6.4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5 179,'-5'-7,"6"-5,9-2,15-3,16-4,15-5,12 0,5 2,-2 5,-14 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6.6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75 0,'-7'19,"-6"14,-4 11,1 8,4 3,3-1,11 0,13-5,14-8,1-11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8.4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238 418,'-19'43,"2"0,1 2,3 0,1 0,3 1,2 0,0 15,-2 88,8 91,1-217,16 818,-13-158,3-608,3 1,4-1,2-1,4 0,12 24,160 538,-174-572,2-1,4-1,2-1,22 37,-41-85,1 0,0-1,0 0,1 0,1-1,0 0,1-1,0 0,0 0,1-1,1 0,-1-1,1 0,1-1,-1-1,1 0,0 0,1-2,-1 1,1-2,0 1,0-2,4 0,6-5,0-1,0-2,-1 0,0-2,0 0,0-2,-2 0,1-2,-1 0,-1-1,0-1,-1-1,11-12,-13 13,0-1,-1-1,-1-1,-1 0,-1-1,0 0,-1-1,-1-1,-1 0,0 0,-2-1,0 0,3-17,85-380,-47 184,2-3,-10-2,-11-2,-2-180,-34 228,-7 0,-12-15,18 144,-4-18,-4 1,-3 0,-9-17,-43-139,6-21,52 198,9 33,-1-1,-1 1,-2-1,-1 2,-1-1,-1 1,-1 0,-1 1,-1 1,-2 0,0 1,-2 0,-14-15,0 12,0 1,-2 2,-1 1,-1 2,0 1,-2 2,0 1,0 2,-2 2,1 1,-2 2,1 2,-1 2,-26 0,32 1,0 2,0 2,1 1,-1 1,0 2,1 2,0 1,0 1,1 2,0 1,1 2,0 0,1 3,0 0,-25 20,-7 37,52-53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9.2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2058,'5'-44,"2"0,1 1,3 0,1 1,2 0,2 1,1 1,3 0,19-28,-29 47,444-886,-354 697,10 6,28-29,-116 204,-22 28,1 1,-1-1,0 1,1-1,-1 1,1-1,0 1,-1 0,1-1,-1 1,1 0,0-1,-1 1,1 0,0 0,-1 0,1-1,0 1,-1 0,1 0,0 0,-1 0,1 0,0 1,-1-1,1 0,0 0,-1 0,1 0,0 1,-1-1,1 0,-1 1,1-1,-1 0,1 1,-1-1,1 1,-1-1,1 1,-1-1,1 1,-1-1,1 1,-1-1,0 1,0 0,1-1,-1 1,0 0,0-1,0 1,1 0,-1-1,0 1,0 0,0-1,0 1,0 0,0-1,-1 1,1 0,0-1,0 1,0 0,-1-1,1 1,0-1,-1 1,2 4,2 9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19.9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70 0,'-3'52,"-2"0,-3-1,-9 30,-16 130,33-211,-1 1,1 0,-1-1,1 1,0 0,-1-1,1 1,0 0,0 0,0-1,0 1,-1 0,1-1,0 1,0 0,0 0,0-1,1 1,-1 0,0 0,0-1,0 1,1 0,-1 0,0-1,1 1,-1-1,0 1,1 0,-1-1,1 1,-1-1,1 1,-1-1,1 1,0-1,-1 1,1-1,-1 1,1-1,0 0,0 0,-1 1,1-1,0 0,-1 0,1 0,0 1,0-1,-1 0,1 0,0 0,0-1,-1 1,1 0,0 0,0 0,-1 0,1-1,0 1,0 0,138-105,-63 55,2 4,2 4,2 2,2 5,20-4,-76 29,-11 2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1.6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0,'0'3,"0"7,0 11,0 11,0 14,0 12,0 9,0 5,0 3,0-3,0-6,0-15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1.9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93,'4'-4,"9"-2,9-2,9-2,7-2,4 2,1 0,-5-1,-3-1,-8 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2.1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0 130,'5'-10,"15"-4,20-5,23-4,20-2,11 3,-10 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2.5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70,'1'-4,"0"0,1 1,-1-1,1 1,-1-1,1 1,0-1,1 1,-1 0,0 0,1 0,0 0,-1 1,1-1,0 1,1 0,-1-1,0 1,0 1,1-1,0 0,-1 1,1 0,0 0,-1 0,1 0,0 1,0-1,0 1,0 0,-1 0,1 0,0 1,0-1,0 1,0 0,-1 0,1 0,-1 1,1-1,-1 1,1 0,-1 0,0 0,0 1,0-1,0 1,0-1,0 1,1 2,-2-1,0 0,0 0,0 0,0 0,-1 0,0 0,0 0,0 0,0 1,-1-1,1 0,-1 1,0-1,-1 0,1 1,-1-1,0 0,0 0,0 1,0-1,-1 0,0 0,0 0,0 0,-2 2,-73 86,74-88,-4 3,-25 28,31-34,1 0,-1-1,1 1,-1 0,1 0,-1 0,1 0,-1 0,1 0,0 0,0 0,-1 0,1 0,0 0,0 0,0 0,0 0,0 0,0 0,1 0,-1 0,0 0,0 0,1 0,-1 0,1 0,-1 0,1 0,-1 0,1 0,-1-1,1 1,0 0,-1 0,1-1,0 1,0 0,0-1,-1 1,9 3,-1-1,1 0,0 0,0-1,0 0,0-1,0 1,0-2,0 1,1-2,-1 1,11 0,54 1,-50-3,1 2,0 1,0 1,0 0,-1 2,0 2,23 6,-46-11,1-1,0 0,0 1,-1-1,1 1,0 0,-1-1,1 1,0 0,-1 0,1 0,-1 0,0 0,1 1,-1-1,0 0,0 1,1-1,-1 1,0-1,-1 1,1-1,0 1,0 0,-1-1,1 1,-1 0,1 0,-1-1,0 1,0 0,1 0,-1 0,-1-1,1 1,0 0,0 0,-1-1,1 1,-1 0,1 0,-1-1,0 1,0 0,0-1,-6 8,-1-1,0-1,-1 0,1 0,-2 0,1-1,-1 0,1-1,-2 0,-9 3,6-2,-53 24,-2-4,-38 9,63-23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5.0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951 217,'-25'-6,"0"1,-1 1,0 2,0 0,0 2,0 1,1 1,-1 1,0 1,1 1,0 2,0 0,-22 11,15-5,2 1,0 2,0 2,2 0,0 2,2 1,0 1,1 1,1 1,-9 13,12-5,2 0,1 1,2 1,1 1,1 0,2 1,2 1,1-1,-3 34,-7 17,-10 33,5 2,6 0,4 1,5 48,24 434,-5-133,0-332,-6-1,-11 79,3-160,-3 8,4 1,2-1,3 0,9 47,59 249,-55-249,-11-60,2-1,3 0,2 0,2-1,2 0,2-2,3 1,2-2,8 11,-17-38,0 0,2-1,0-1,1 0,1-2,1 1,0-2,1-1,1 0,0-1,1-1,1-1,0-1,0-1,1-1,0-1,1-1,0-1,0-1,0-1,0-1,1-2,4 0,15-8,-1-2,1-1,-2-3,0-1,0-3,-1-1,-2-2,0-1,-1-2,-1-2,20-19,-21 17,-2-1,-1-2,-1-2,-2-1,-1-1,-2-1,-1-1,-2-2,18-37,15-43,-4-3,-6-1,-5-3,-5-1,12-91,-23 22,-9-1,-9 0,-13-144,2 140,3 93,3 35,-4 0,-3 1,-3-1,-3 1,-13-46,6 76,0 1,-3 1,-1 0,-2 2,-2 1,-1 0,-1 2,-17-14,-66-90,26 7,5-3,-41-103,-9-15,87 182,-2 1,-3 2,-3 3,-3 1,-15-10,56 62,0 1,0 0,-1 1,0 0,0 1,-1 1,0 0,-1 0,0 2,0 0,0 0,0 2,-1 0,1 1,-8-1,-175-1,177 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5.9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2188,'103'-83,"77"-45,-134 97,106-72,33-22,1388-879,-475 354,-984 587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6.8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249 44,'-17'53,"-3"0,-2-2,-2 0,-2-2,-7 6,-50 102,60-87,23-68,0-1,1 1,-1-1,1 0,-1 1,1-1,0 1,-1-1,1 0,0 1,0-1,0 0,0 0,0 0,0 0,0 0,0 0,0 0,1 0,-1 0,0 0,1-1,-1 1,1 0,-1-1,1 0,-1 1,1-1,-1 0,1 1,-1-1,1 0,0 0,57-2,-55 2,59-9,0-3,-1-3,-1-2,32-15,-80 27,-4 3,0-1,-1 0,1 0,-1-1,0 0,0 0,-1-1,1 0,-1 0,0-1,0 0,-1 0,4-5,-9 5,0 0,0 0,-1 0,0 0,0 0,-1 0,1 1,-1-1,-1 0,1 0,-1 0,0 1,0-1,-1 1,0 0,0-1,0 1,0 0,-1 1,-2-3,-2-7,-3-5,-23-39,-2 1,-3 2,-3 0,34 45,-1 0,1 1,-2 1,1-1,-1 2,0-1,-1 1,0 1,9 5,0 1,1-1,-1 1,0-1,0 1,0 0,1 0,-1 0,0 0,0 0,0 0,0 1,1-1,-1 1,0-1,0 1,1 0,-1-1,0 1,1 0,-1 0,1 0,-1 1,1-1,-1 0,1 0,0 1,0-1,0 1,-1-1,1 1,1-1,-1 1,0 0,0-1,1 1,-1 0,1 0,-1-1,1 1,0 0,0 0,0 0,0 0,0 0,0-1,0 1,0 0,1 0,-1 0,1-1,0 1,-1 0,2 8,-1-1,1 1,1-1,0 0,0 0,1 0,0 0,0 0,1-1,0 0,1 0,0 0,0-1,0 1,6 3,5 4,1 1,1-2,0-1,0 0,20 9,25 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7.6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1,'-3'13,"0"14,1 12,-1 12,4 11,3 10,4 4,2 5,0-1,-2-5,-2-6,-3-14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7.8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1 137,'11'-5,"11"-3,13-3,9-2,9-1,5-2,-1-2,-6 1,-12-1,-11 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8.1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61,'20'0,"23"-3,23-4,20-7,16-4,-10-1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28.6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 37,'0'0,"0"0,-1 0,1 0,0 0,-1-1,1 1,0 0,-1 0,1 0,0 0,0 0,-1-1,1 1,0 0,-1 0,1-1,0 1,0 0,0 0,-1-1,1 1,0 0,0 0,0-1,0 1,0 0,-1-1,1 1,0 0,0-1,0 1,0 0,0-1,0 1,0 0,0-1,0 1,0 0,0-1,0 1,1 0,-1-1,0 1,0 0,0-1,0 1,0 0,1 0,-1-1,0 1,0 0,1 0,-1-1,0 1,0 0,1 0,-1 0,0-1,0 1,1 0,-1 0,0 0,25-7,-1 2,1 1,-1 1,1 1,0 1,0 2,0 0,0 2,-1 0,5 3,-25-6,0 2,-1-1,1 0,0 1,-1 0,1-1,-1 1,0 1,1-1,-1 0,0 1,0 0,-1 0,1 0,0 0,-1 0,0 0,0 0,0 1,0-1,0 1,-1 0,0 0,0-1,0 1,0 0,0 0,-1 0,1 0,-1 0,-1 2,-3 13,-2-1,0 1,-1-1,-1-1,-1 1,0-1,-1-1,-1 0,-1 0,0-1,-1-1,0 0,-4 2,10-8,-143 156,148-163,0 1,0-1,0 1,0 0,0 0,0 0,0 0,1 0,-1 0,1 0,-1 0,1 0,0 1,0-1,0 1,0-1,0 1,1-1,-1 1,1-1,0 1,0-1,-1 1,2 0,-1-1,0 1,0-1,1 1,0 0,-1-1,1 0,0 1,0-1,0 1,1-1,-1 0,0 0,1 0,0 0,-1 0,2 1,8 1,0-1,0 0,0 0,0-1,0-1,1 0,-1 0,0-1,1-1,3 0,69-7,-1-4,-1-4,0-3,-1-3,37-18,13-8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46.63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69 0,'0'10,"0"9,-3 13,-2 12,-1 10,-1 8,-2 4,0 0,0-2,1-5,2-8,3-8,0-7,2-7,1-9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46.89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 28,'-3'0,"3"0,4 0,10-2,13-1,11-2,6-1,4 2,0 0,-8 2,-9 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47.28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69,'18'-6,"18"-6,11-2,10 2,3 1,4 4,-3 3,-11 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47.78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44 107,'-5'6,"1"1,0 0,0 0,1 0,-1 0,1 0,1 1,0-1,0 1,0 0,1-1,0 1,0 0,1 0,0 0,1 0,0 0,0-1,1 5,0-10,-1 1,1-1,0 0,0 0,0 1,1-1,-1-1,0 1,1 0,-1 0,1-1,0 0,-1 1,1-1,0 0,0 0,0 0,0-1,0 1,-1-1,1 0,0 0,0 0,0 0,0 0,0 0,0-1,0 0,0 1,1-2,5 0,0-1,0 0,0-1,-1 0,1 0,-1-1,0 0,-1 0,3-2,-6 3,1 0,-1 1,1-2,-1 1,-1 0,1-1,-1 0,1 0,-1 0,-1 0,1 0,-1 0,0-1,0 1,0-1,-1 0,0 0,0 1,-1-1,1 0,-1 0,0 0,-1 0,0 1,0-1,0 0,0 0,-1 1,0-1,0 1,-1 0,1-1,-1 1,0 0,0 0,-1 1,0-1,0 1,0 0,0 0,0 0,-5-3,3 4,-1-1,1 1,-1 0,1 1,-1-1,0 1,0 1,0-1,0 1,0 1,-1-1,1 1,-4 0,8 1,-1-1,1 0,0 1,-1 0,1 0,0 0,-1 0,1 1,0-1,0 1,0 0,0-1,0 1,1 1,-1-1,1 0,-1 1,1-1,0 1,0 0,0 0,0 0,0 0,1 0,-1 0,1 0,0 0,-1 3,-1 24,7-2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55.11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1 315,'-1'-33,"2"1,2 0,1 0,1 0,1 1,2-1,9-21,7 16,-19 47,-18 130,12-127,-4 14,2-1,0 1,2 1,1-1,1 0,2 0,0 0,2 0,1-1,8 25,8-10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56.79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162 41,'-7'23,"-2"19,1 10,0 10,3 4,2 2,2 0,0-1,-1-3,-1-3,-2-5,1-8,-1-9,2-12</inkml:trace>
  <inkml:trace contextRef="#ctx0" brushRef="#br0" timeOffset="180.518">15 790,'-9'-2,"3"-4,11 0,15 1,15-1,14-2,5 0,0 0,-5 1,-10 1</inkml:trace>
  <inkml:trace contextRef="#ctx0" brushRef="#br0" timeOffset="397.989">2 1,'22'5,"27"3,24 5,21 3,-6-2</inkml:trace>
  <inkml:trace contextRef="#ctx0" brushRef="#br0" timeOffset="901.664">496 509,'164'3,"-161"-3,0 0,0 0,1 0,-1 1,0-1,0 1,0 0,0 0,0 0,-1 0,1 1,0-1,0 1,-1-1,1 1,-1 0,1 0,-1 0,0 0,0 1,0-1,0 1,0-1,-1 1,1 0,-1-1,1 1,-1 0,0 0,0 0,0 0,-1 0,1 0,-1 0,0 0,0 0,0 1,0-1,0 0,-1 0,1 0,-1 0,0 0,0 0,0 0,0 0,0 0,-2 1,-4 4,0 0,-1-1,0 1,-1-1,1-1,-1 0,-1 0,1-1,-1 0,-7 3,-12 7,28-15,0 0,0 0,1 0,-1 0,0 0,0 0,1 1,-1-1,0 0,1 1,-1-1,0 0,1 1,-1-1,0 1,1-1,-1 1,1-1,-1 1,1-1,-1 1,1-1,-1 1,1 0,0-1,-1 1,1 0,0-1,-1 1,1 0,0 0,0-1,0 1,0 0,0 0,0-1,0 1,0 0,0 0,0-1,0 1,0 0,1 0,-1-1,0 1,0 0,1-1,-1 1,1 0,-1-1,0 1,1-1,-1 1,1-1,0 1,-1-1,1 1,-1-1,1 1,0-1,133 57,-125-53,-1-1,0 1,-1 1,1-1,-1 2,0-1,0 1,0 0,-1 0,0 0,0 1,-1 0,0 0,0 1,-1-1,1 1,-2 0,1 0,-1 1,0-1,-1 1,0-1,0 7,-2-11,0 0,-1 0,1 1,-1-1,0 0,0 0,-1 0,1-1,-1 1,0 0,0 0,0-1,0 1,-1-1,1 0,-1 0,0 0,0 0,0 0,0-1,-1 1,1-1,-1 0,1 0,-1 0,0 0,0-1,-4 1,-6 3,-1-1,0 0,0-1,-1-1,1-1,0 0,-5-1,-56-11,48 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55.55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228 13,'-16'22,"-7"20,0 11,3 8,7 5,6 3,7 3,7 1,3-1,0-1,-1-4,-2-4,-7-6,-11-8,-2-12</inkml:trace>
  <inkml:trace contextRef="#ctx0" brushRef="#br0" timeOffset="248.382">1 855,'4'0,"7"0,8 0,9 0,13-3,7 0,2-2,1-2,-8-3,-8-2,-10 2</inkml:trace>
  <inkml:trace contextRef="#ctx0" brushRef="#br0" timeOffset="434.885">81 26,'7'-5,"13"0,18-1,17 1,18 2,13 1,5 3,-13 2</inkml:trace>
  <inkml:trace contextRef="#ctx0" brushRef="#br0" timeOffset="911.623">763 747,'34'0,"-24"-2,0 2,1-1,-1 2,0-1,1 1,-1 1,0 0,0 0,0 1,0 0,3 3,-10-5,-1 1,1-1,-1 1,0 0,0 0,0 0,0 0,0 0,0 0,-1 1,1-1,-1 1,0-1,1 1,-1-1,0 1,0 0,-1 0,1-1,-1 1,1 0,-1 0,0 0,0 0,0-1,0 1,-1 0,1 0,-1 0,0 0,1-1,-1 1,-1 0,1-1,-1 1,-54 88,55-90,-33 39,-32 50,66-88,0-1,-1 1,1-1,0 1,0-1,0 1,0-1,0 1,0-1,0 1,1-1,-1 1,0-1,1 1,0-1,-1 1,1-1,0 0,-1 1,1-1,0 0,0 0,0 0,0 0,0 1,0-1,1-1,-1 1,0 0,0 0,1 0,-1-1,1 1,-1 0,0-1,1 0,-1 1,1-1,-1 0,1 0,-1 1,1-1,-1 0,1-1,0 1,-1 0,2-1,32 2,1-1,-1-2,0-2,0-1,0-2,-1-1,20-8,-53 16,94-28,-8 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54.27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218 147,'-23'36,"12"-17,2 1,0 0,1 1,1 0,0 0,2 0,1 1,0 0,1 18,6 272,4-150,-12-111,2-49</inkml:trace>
  <inkml:trace contextRef="#ctx0" brushRef="#br0" timeOffset="194.015">31 883,'-11'0,"-2"0,6 0,11 0,12 0,14-3,11 0,6-2,2-3,-4 1,-4-2,-10-1,-9 2</inkml:trace>
  <inkml:trace contextRef="#ctx0" brushRef="#br0" timeOffset="443.362">31 40,'7'-5,"11"-1,12 1,14-2,13 1,11 1,8 1,-10 2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2:01.36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287 493,'-12'-1,"-13"-4,-1 2,0 1,1 1,-1 2,-10 1,32-1,-1 0,0 0,1 1,-1-1,1 1,0 0,-1 1,1-1,0 1,0 0,0 0,1 0,-1 0,1 1,0 0,0-1,0 1,0 0,1 0,-1 1,1-1,0 0,1 1,-1 1,-4 9,2 1,0 1,1-1,1 1,0-1,1 8,1-19,-1-1,1-1,-1 1,1-1,0 1,0 0,0-1,0 1,1 0,0-1,0 1,0-1,0 1,0-1,0 1,1-1,0 0,0 0,0 0,0 0,0 0,1-3,-1 0,1 0,0 0,-1-1,1 1,-1-1,1 0,-1 1,0-1,1-1,-1 1,0 0,0 0,0-1,0 1,0-1,0 0,0 0,0 1,-1-1,1 0,-1 0,1-1,-1 1,0 0,0 0,1-3,24-39,-1-2,-3-1,-2 0,-2-2,11-45,-12 33,-3-1,-3 0,-2 0,0-50,-11 79,2 33,0 1,0-1,0 1,0-1,0 1,0-1,0 1,0-1,0 1,0-1,0 1,0-1,0 1,-1-1,1 1,0-1,0 1,-1-1,1 1,0-1,0 0,-1 1,1-1,-1 0,1 1,0-1,-1 0,1 1,-1-1,1 0,0 0,-1 0,1 1,-1-1,1 0,-1 0,1 0,-1 0,1 0,-1 0,1 0,-1 0,1 0,-1 0,1 0,-1 0,1 0,-1 0,1-1,-1 1,1 0,-1 0,1 0,-1-1,1 1,0 0,-1-1,1 1,0 0,-1-1,1 1,0-1,-1 1,1 0,0-1,0 1,-1-1,1 1,0-1,-17 35,3 0,0 1,2 1,2 0,1 0,-1 20,4-34,1 0,1 0,0 1,2 0,1 0,0-1,2 1,1 0,1 0,0-1,2 1,1-1,0-1,2 1,2 5,-6-22,0 1,0 0,1-1,-1 0,1 0,0 0,1-1,-1 0,1 0,0 0,0 0,0-1,0 0,0-1,1 1,-1-1,1 0,0-1,0 1,-1-2,1 1,0-1,0 0,0 0,0 0,0-1,0 0,-1-1,1 0,0 0,-1 0,1-1,-1 0,0 0,77-64,-82 67,0 0,0 1,-1-1,1 1,0-1,0 1,-1-1,1 1,0 0,-1-1,1 1,-1 0,1 0,-1-1,1 1,-1 0,1 0,-1 0,0-1,0 1,1 0,-1 0,0 0,0 0,0 0,0 0,0 0,0-1,0 1,0 0,0 0,0 0,-1 0,1 0,0 0,-1-1,1 1,0 0,-1 0,0 0,1 2,0 0,-1-1,1 1,0-1,0 1,0-1,0 1,0-1,1 1,-1-1,1 1,0-1,0 1,-1-1,1 0,1 1,-1-1,0 0,1 0,-1 0,1 0,-1 0,1 0,0 0,0-1,0 1,0-1,0 1,0-1,1 0,-1 0,0 0,1 0,-1 0,1 0,-1-1,1 1,0-1,2 1,1 0,-1-1,1 0,-1 0,1-1,-1 0,0 0,1 0,-1 0,0-1,0 0,0 0,0 0,0-1,0 1,0-1,-1 0,0-1,1 1,-1-1,0 0,-1 0,1 0,-1 0,0-1,0 1,0-1,-1 0,1 0,-1 0,0 0,-1 0,1-1,-1 1,0 0,0-1,-1 1,0-6,1 5,0 0,0 0,-1 0,0 0,-1 1,1-1,-1 0,0 0,-1 0,1 0,-1 1,0-1,0 1,-1-1,0 1,0 0,0 0,0 0,-1 0,0 1,0 0,0-1,-1 2,1-1,-1 0,0 1,0 0,0 0,-1 0,1 1,0-1,-1 1,0 1,0-1,-2 1,3 2,0 0,1 0,-1 1,0 0,1 0,-1 0,1 0,0 1,0 0,0 0,0 0,0 0,0 0,1 1,0 0,0 0,0 0,0 0,0 0,1 0,0 1,0-1,0 1,1 0,-1 0,1-1,0 1,0 0,1 0,0 0,-1 0,2 0,-1 0,1 2,3 26</inkml:trace>
  <inkml:trace contextRef="#ctx0" brushRef="#br0" timeOffset="1314.348">1142 493,'-7'-6,"-1"-1,0 1,0 0,-1 1,1 0,-1 0,0 1,0 0,-1 0,1 1,-1 1,0-1,1 1,-1 1,0 0,0 1,0 0,-7 0,10 1,0 0,0 0,0 0,0 1,1 0,-1 1,0-1,1 1,0 0,-1 1,1 0,1 0,-1 0,0 0,1 1,0 0,0 0,1 1,-1-1,1 1,0 0,1 0,-1 0,1 1,1-1,-2 3,3-4,-1 0,1 0,1 0,-1 0,1 0,-1 1,1-1,1 0,-1 0,1 0,0 0,0 0,0 0,1 0,0 0,0 0,0-1,0 1,1-1,0 0,0 1,0-1,0 0,1-1,0 1,-1-1,1 1,1-1,-1 0,0-1,1 1,-1-1,1 0,0 0,-1 0,3 0,1 1,0 0,-1-1,1 1,0-2,0 1,0-1,1 0,-1-1,0 0,0 0,0-1,1 0,-1 0,0-1,0 0,-1 0,1-1,0 0,-1-1,0 1,1-1,-1-1,-1 0,1 1,-1-2,0 1,0-1,0 0,-1 0,0-1,0 1,-1-1,0 0,0-1,0 1,-1-1,0 1,-1-2,-2-12,-7 33,6-8,-1 0,1 0,1 0,-1 0,1 1,-1-1,1 0,0 0,1 0,-1 1,1-1,0 0,0 0,0 0,0 0,1 0,0 0,0-1,0 1,0 0,0-1,1 0,-1 1,1-1,0 0,0 0,0 0,1-1,-1 1,1-1,-1 0,1 0,0 0,0 0,0-1,0 0,0 0,2 1,3-3,-1-1,0 0,0-1,0 0,0 0,0-1,-1 1,1-2,-1 1,0-1,-1 0,1-1,-1 1,0-1,0 0,-1-1,1 0,-2 0,1 0,-1 0,0 0,0-1,-1 0,0 0,0 0,-1 0,0 0,0-8,13-149,-15 162,0 2,-1 0,1 0,0-1,-1 1,1 0,0 0,0 0,0-1,0 1,0 0,0 0,0 0,1 0,-1-1,0 1,1 0,-1 0,0 0,1 0,0 0,-1 0,1 0,-1 0,1 0,0 0,0 0,0 0,0 0,0 1,-1-1,1 0,0 1,1-1,-1 0,0 1,0 0,0-1,0 1,0-1,0 1,1 0,0 0,8 4,0 0,-1 1,1 0,-1 1,0 0,0 0,-1 1,0 0,2 3,6 4,-12-10,2-2,-1 1,0 1,0-1,0 1,-1 0,1 0,-1 0,0 0,0 1,-1 0,1-1,-1 1,0 1,0-1,-1 0,1 1,-1 0,0-1,-1 1,0 0,0 0,0 0,0 0,-1 0,0 0,0 0,-1 0,0 2,-97 163,97-169,0 1,0 0,0-1,0 1,0 0,1 0,-1 0,1 0,0 0,0 0,0 0,0-1,0 1,1 0,-1 0,1 0,0 0,0 0,0-1,0 1,0 0,1-1,-1 1,1-1,0 0,-1 1,1-1,0 0,1 0,-1 0,0 0,0-1,1 1,1 1,13 4,0 0,0-1,0-1,1 0,-1-1,1-1,0-1,0-1,16 0,-15 0,171 2,-107-7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1:59.57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532 755,'-22'-9,"-1"1,0 1,-1 1,1 2,-1 0,0 1,0 1,0 2,0 0,0 2,0 0,-11 4,19-2,0 0,0 1,1 1,0 0,0 2,0-1,1 2,-11 8,20-14,0 1,0 0,0 0,1 0,-1 1,1-1,0 1,1 0,-1 0,1 1,0-1,0 1,1 0,0-1,0 1,0 0,0 0,1 1,0-1,1 0,-1 0,1 0,0 1,1 2,1-3,1 1,0-1,0 0,1 0,0 0,0-1,0 1,0-1,1 0,0 0,0 0,1-1,-1 0,1 0,0 0,0-1,0 0,0 0,1 0,-1-1,1 0,0 0,-1-1,1 0,0 0,0 0,0-1,0 0,0-1,0 1,0-1,-1-1,3 0,9-3,-1-1,1 0,-1-2,-1 0,1-1,-1 0,-1-1,0-1,0-1,-1 0,-1-1,0 0,-1-1,0 0,-1-1,-1-1,0 0,-1 0,-1 0,0-1,-1-1,-1 1,-1-1,-1 0,0 0,-1-2,5-15,-3 0,0 0,-3-1,-1 1,-1-1,-2 0,-1 1,-2 0,-3-7,-9 1,17 40,-1 0,1 0,-1 0,1 0,-1 0,0 0,1 1,-1-1,0 0,1 0,-1 1,0-1,0 0,0 1,0-1,0 1,0-1,0 1,0-1,0 1,0 0,0-1,0 1,0 0,0 0,0 0,0 0,0 0,0 0,0 0,0 0,0 0,0 1,0-1,0 0,0 1,0-1,0 1,-4 3,1 0,-1 0,1 0,0 1,1-1,-1 1,1 0,0 1,0-1,0 0,1 1,-1 1,-9 26,0 1,3-1,0 1,3 1,1 0,1 0,2 0,1 0,2 0,2 3,-1-20,0 0,2-1,0 1,1-1,1 1,0-1,2-1,0 0,0 0,7 8,-10-17,0 0,0 0,1-1,0 0,0 0,0 0,1-1,0 0,0-1,0 1,0-1,1 0,0-1,-1 0,1 0,1-1,-1 0,0 0,0-1,1 0,-1-1,1 1,4-2,4-3,1 0,0-1,-1-2,0 1,-1-2,1 0,-1-1,-1-1,0 0,0-1,-1 0,0-2,-1 1,-1-2,0 0,0 0,-2-1,5-9,-9 16,0-1,0 0,-1 0,-1 0,0-1,0 1,-1-1,0 0,0 0,-1 0,0-7,-2 17,0-1,0 1,1 0,-1-1,0 1,0 0,0-1,0 1,0 0,0-1,0 1,0-1,0 1,0 0,0-1,0 1,0 0,0-1,0 1,0-1,0 1,0 0,0-1,0 1,-1 0,1-1,0 1,0 0,0-1,-1 1,1 0,0-1,-1 1,1 0,0 0,0-1,-1 1,1 0,0 0,-1 0,1 0,0-1,-1 1,1 0,-1 0,1 0,0 0,-1 0,1 0,-1 0,1 0,0 0,-1 0,1 0,0 0,-1 0,1 0,-1 1,1-1,0 0,-1 0,1 0,0 0,-1 1,1-1,0 0,0 0,-1 1,1-1,-19 22,15-16,0 0,0 0,1 0,0 1,0-1,0 1,1 0,0 0,0 0,1 0,0 0,0 0,1 0,0 0,0 0,0 0,1 0,0 0,1 0,0 0,0 0,0 0,1-1,-1 1,2-1,-1 0,1 0,0 0,0 0,1-1,-1 1,1-1,0 0,1-1,-1 1,5 2,5-1,-1-1,1-1,0 0,0-1,0 0,0-1,0-1,1-1,-1 0,1 0,-1-2,0 0,0-1,0 0,0-1,0-1,-1-1,0 0,0 0,0-1,-1-1,0-1,-1 1,0-2,0 0,-1 0,0-1,1-3,-3 2,0 0,-1 0,-1-1,0 0,-1 0,0-1,-1 0,-1 0,0 0,-1 0,0-1,-1-6,-8-20,-4 47,4 5,1 0,0 0,1 1,0 0,1 0,0 0,1 0,0 0,1 3,-2 8,-17 144,4 115,-8 88,21-349,2-4,0 0,-2-1,0 1,-1 0,-1-1,0 0,-1 0,-3 2,9-17,0 0,-1 0,1 0,-1 0,1 0,-1 0,1 0,-1-1,0 1,1 0,-1 0,0-1,0 1,0 0,0-1,1 1,-1-1,0 1,0-1,0 1,0-1,0 0,0 1,0-1,0 0,0 0,-1 0,1 0,0 0,0 0,0 0,0 0,0 0,0-1,0 1,0 0,0-1,0 1,0 0,0-1,0 1,0-1,1 0,-1 1,0-1,0 0,0 1,1-1,-1 0,0 0,1 0,-1 0,1 0,-1 0,1 0,-1 0,1 0,0 0,-1 0,1 0,0 0,0 0,0 0,0 0,0 0,0 0,0 0,0-1,-6-22,1 0,1 0,1-1,2 1,0-1,1-4,0 6,1-77,5 0,4 0,5 0,4 1,20-56,-36 141,2-6,1 0,1 0,0 1,1 0,1 0,1 1,8-10,-17 26,1 0,-1 0,1 0,0 0,-1 0,1 1,0-1,0 1,0-1,1 1,-1 0,0 0,0 0,1 0,-1 0,1 1,-1-1,0 1,1-1,-1 1,1 0,-1 0,1 0,-1 0,1 1,-1-1,1 1,-1-1,1 1,-1 0,0 0,0 0,1 0,-1 0,0 1,0-1,0 1,0-1,0 1,0 0,-1-1,1 1,0 1,19 20,0 1,-2 0,-1 1,-1 1,4 11,-19-34,0-1,1 1,0 0,-1 0,0-1,0 2,0-1,0 0,0 0,0 1,-1-1,0 1,0-1,0 1,0-1,0 1,-1 0,1-1,-1 1,0 0,0 0,-1-1,1 1,-1 0,0-1,0 1,0 0,0-1,-1 1,1-1,-1 0,0 0,0 1,0-1,0 0,-1-1,1 1,-1 0,-1 1,-2-1,-1 1,1-1,-1 0,0 0,0-1,0 0,-1 0,1 0,0-1,-1 0,1-1,0 0,-1 0,1 0,-1-1,1 0,0-1,0 1,-1-2,1 1,0-1,1 0,-1 0,0 0,1-1,0 0,0-1,-2-1,7 4,-1 0,1-1,-1 1,1-1,0 1,0-1,0 0,0 1,0-1,0 0,1 0,0 1,-1-1,1 0,0 0,0 0,1 0,-1 1,0-1,1 0,0 0,0 1,0-1,0 0,0 1,0-1,1 1,-1-1,1 1,-1 0,1 0,0-1,72-58,-46 47,1 1,1 1,0 2,1 1,-1 1,2 2,-1 1,1 2,-1 0,17 3,-41-1,-6 1,1-1,0 1,0 0,0-1,0 1,0 0,0 0,0 0,-1 0,1 0,0 1,0-1,0 1,0-1,0 1,-1 0,1-1,0 1,-1 0,1 0,0 0,-1 0,1 1,-1-1,0 0,1 1,-1-1,0 1,0-1,0 1,0-1,0 1,-12 132,11-131,0 1,0 0,1 0,0-1,0 1,0 0,0-1,1 1,-1-1,1 1,0-1,0 0,0 0,0 0,1 0,-1 0,1 0,0-1,0 1,0-1,0 0,0 1,0-2,1 1,-1 0,1-1,-1 1,1-1,0 0,-1 0,1-1,0 1,0-1,-1 0,2 0,20-1</inkml:trace>
  <inkml:trace contextRef="#ctx0" brushRef="#br0" timeOffset="428.243">1775 475,'128'33,"-83"-24,0 3,0 1,-1 2,-1 3,24 13,-59-27,-1 0,0 1,0-1,0 2,0-1,-1 1,0 0,0 0,0 1,-1-1,0 1,0 0,-1 1,0-1,0 1,-1 0,0 0,0 0,-1 1,0-1,0 0,-1 1,0-1,-1 1,1-1,-2 2,-23 128,23-136,1 0,0-1,0 1,0-1,0 1,0 0,0-1,0 1,0-1,1 1,-1-1,1 1,-1 0,1-1,-1 0,1 1,0-1,0 1,0-1,0 0,0 0,0 1,0-1,0 0,0 0,1 0,-1 0,0 0,1-1,-1 1,1 0,-1 0,1-1,-1 1,1-1,-1 0,1 1,-1-1,1 0,0 0,-1 0,1 0,0 0,-1 0,1-1,-1 1,1 0,-1-1,1 1,-1-1,2-1,14-4,-1-1,0-1,0-1,-1 0,0-1,-1-1,0 0,0-1,-2 0,1-1,-1-1,-1 0,-1 0,0-1,-1 0,0-1,-1 0,2-9,1 98,-8-67,0 0,1 0,0 0,0 0,0-1,1 0,0 0,0 0,0-1,1 1,0-1,-1 0,1-1,1 0,-1 0,0 0,1 0,0-1,124 27,-56-22,-6-4</inkml:trace>
  <inkml:trace contextRef="#ctx0" brushRef="#br0" timeOffset="793.903">3246 836,'-2'-7,"0"0,0 1,-1 0,1 0,-2 0,1 0,-1 0,0 1,0-1,0 1,-1 0,0 0,0 1,0-1,0 1,-1 0,0 1,0-1,0 1,0 0,0 1,0 0,-1 0,1 0,-1 0,0 1,0 0,1 1,-1 0,0 0,0 0,1 1,-1 0,0 0,0 0,1 1,-1 0,1 0,0 1,0 0,0 0,0 1,0-1,-2 3,3-2,0 0,0-1,1 2,0-1,0 0,0 1,0 0,1 0,0 0,0 0,0 1,1-1,-1 1,1-1,1 1,-1 0,1 0,0 0,0 0,1 0,-1 0,1 0,1 0,-1 0,1 0,0 0,1 0,-1 0,1-1,0 1,1-1,-1 1,1-1,2 3,0-3,0 0,1 0,0 0,0-1,0 0,0 0,0-1,1 0,0 0,0 0,0-1,0 0,0 0,0-1,0 0,1 0,-1-1,0 0,1 0,-1 0,6-2,1 0,0-1,0 0,-1-1,1 0,-1-1,0-1,0 0,0-1,-1 0,10-9,-8 4,0 0,-2-2,1 1,-2-2,0 1,-1-2,0 1,-1-1,-1-1,0 0,-2 0,0 0,2-9,6-32,-3 0,-2-1,0-31,-2 24,-2 0,-4 0,-2 0,-9-49,9 110,2 2,-1 0,-1 1,1-1,0 0,-1 0,1 0,-1 1,0-1,0 0,0 1,0-1,-1 1,1-1,-1 1,1-1,-1 1,0 0,0 0,0 0,0 0,0 0,-2-1,1 4,0 0,0 1,0-1,0 0,1 1,-1 0,1 0,-1-1,1 1,-1 1,1-1,0 0,0 0,0 1,0 0,1-1,-1 1,1 0,-1-1,1 1,-1 3,2-4,-17 31,3 2,1 0,1 0,2 1,2 1,1 0,2 0,1 4,2-21,2 1,0-1,1 0,1 0,1 1,1-2,1 1,1 0,0-1,1 0,1 0,1-1,1 0,0-1,1 0,1 0,1-1,0-1,2 1,70 57,1-12</inkml:trace>
  <inkml:trace contextRef="#ctx0" brushRef="#br0" timeOffset="4208.285">733 2092,'-8'-3,"0"0,1 1,-2 0,1 1,0 0,0 0,0 1,-1 0,1 0,0 1,0 0,0 1,0-1,0 2,0-1,0 1,1 0,-1 1,1-1,0 2,0-1,0 1,-1 1,-4 3,1 1,0 0,0 1,1 0,0 1,1 0,1 0,0 1,0 0,1 1,1-1,-1 6,5-16,0 0,0 1,1-1,-1 1,1 0,0-1,0 1,0 0,1 0,-1 0,1 0,0-1,0 1,0 0,1 0,-1 0,1 0,0-1,0 1,1 0,-1-1,1 1,-1-1,1 1,0-1,0 0,1 0,-1 0,1 0,-1 0,1 0,0-1,0 1,0-1,3 1,3-2,0-1,0 0,0-1,-1 0,1 0,0-1,0 0,-1-1,1 0,-1 0,0-1,0 0,0 0,-1-1,1 0,-1 0,0-1,0 0,-1 0,0-1,1 0,9-11,1 0,-2-1,-1-1,0 0,-1-1,-2-1,0 0,-1 0,-1-1,-1 0,-2-1,4-17,-1-13,-2-1,-2 0,-3-1,-2 1,-3-4,-5-7,1 63,-10 67,9 3,3 1,3-1,2 0,10 61,-8-108,2 0,0-1,1 0,1 0,0 0,2-1,0 1,9 12,-13-25,0 0,0 0,0-1,1 1,0-1,0 0,1 0,-1 0,1-1,0 0,0 0,1-1,-1 1,1-1,-1-1,1 1,0-1,0 0,0-1,0 0,1 0,-1 0,0-1,0 0,4-1,9-3,0-2,0 0,-1-1,1-1,-2-1,1 0,-1-2,-1 0,0-1,-1 0,0-2,0 0,7-10,-13 15,-1 0,0-1,0 0,-1-1,0 1,-1-2,0 1,-1-1,0 0,3-12,-8 22,0 0,-1 0,1 0,-1 0,1-1,-1 1,0 0,1 0,-1 0,0-1,-1 1,1 0,0 0,-1 0,1 0,-1-1,1 1,-1 0,0 0,0 0,0 0,0 1,-1-1,1 0,0 0,-1 1,1-1,-1 0,0 1,1 0,-1-1,0 1,0 0,0 0,0 0,0 0,0 0,-2 0,-4 0,1 0,-1 1,0 0,1 1,-1-1,0 1,1 1,-1-1,1 1,-1 1,1-1,0 1,0 1,0-1,1 1,-1 0,1 1,0 0,0 0,0 0,1 0,0 1,0 0,0 0,1 1,-1 0,3-4,1 0,-1 0,1 0,0 0,0 0,0 0,0 1,0-1,1 0,-1 0,1 1,0-1,0 0,0 1,1-1,-1 0,1 1,0-1,0 0,0 0,0 0,0 0,1 0,-1 0,1 0,2 2,1 1,0 0,0-1,1 0,0 0,0-1,0 1,0-1,1-1,0 1,-1-1,8 2,21 5,0-2,0-1,1-1,0-2,0-2,0-1,3-2,65-2</inkml:trace>
  <inkml:trace contextRef="#ctx0" brushRef="#br0" timeOffset="5615.564">2899 1771,'13'21,"12"15,13 13,11 8,9 3,3 0,1-3,-4-4,-7-8,-9-7,-13-12</inkml:trace>
  <inkml:trace contextRef="#ctx0" brushRef="#br0" timeOffset="5863.902">3313 1731,'-14'7,"-11"11,-8 12,-6 12,-2 10,-2 8,1 5,1 5,5 0,7-6,9-13</inkml:trace>
  <inkml:trace contextRef="#ctx0" brushRef="#br0" timeOffset="6209.495">3553 2078,'15'-6,"1"1,-1 0,1 0,-1 2,1 0,0 1,1 0,-1 2,0-1,0 2,0 0,0 1,0 1,0 1,0 0,12 5,-25-7,0 0,0 0,0 0,-1 1,1-1,0 1,-1 0,0 0,0 0,0 0,0 0,0 0,0 0,-1 1,0-1,0 1,0-1,0 1,0-1,0 1,-1-1,0 1,0 0,0-1,0 1,-1 0,1-1,-1 1,0-1,0 1,0-1,0 1,-1-1,1 0,-1 0,0 1,0-1,-1 1,-12 16,-1-1,0 0,-2-2,0 1,-1-2,0-1,-1 0,-8 3,-49 39,75-55,0-1,-1 0,1 0,0 0,0 0,1 1,-1-1,0 1,0-1,1 1,-1 0,1-1,-1 1,1 0,0 0,0 0,0 0,0 0,0 0,0 1,0-1,1 0,-1 0,1 1,-1-1,1 0,0 1,0-1,0 0,1 1,-1-1,0 0,1 1,3 0,-1 0,1-1,0 1,0-1,0 0,0 0,0-1,1 1,-1-1,0 0,1 0,-1 0,1 0,0-1,-1 0,-3 0,84 8,-1-5,1-3,28-5,-37 1,3 1,-18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9:24.0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161 1048,'14'7,"13"6,14 7,9 5,5 9,-1 4,-1 6,-7 4,-5 3,-8-1,-8-3,-5-9,-6-9</inkml:trace>
  <inkml:trace contextRef="#ctx0" brushRef="#br0" timeOffset="261.822">549 874,'-11'16,"-11"21,-9 20,-7 17,-5 11,-2 2,1-1,4-9,10-14,10-16</inkml:trace>
  <inkml:trace contextRef="#ctx0" brushRef="#br0" timeOffset="570.997">816 1301,'7'-8,"0"1,1 0,0 0,0 0,1 1,0 0,0 1,1 0,-1 0,1 1,0 0,0 1,0 0,1 0,-1 1,1 1,-1 0,10 0,-18 1,1 1,0-1,-1 0,1 1,0 0,-1 0,1 0,-1 0,0 0,1 0,-1 0,0 1,1-1,-1 1,0 0,0 0,-1 0,1 0,0 0,0 0,-1 0,0 0,1 1,-1-1,0 1,0-1,0 1,0-1,-1 1,1-1,-1 1,1 0,-1-1,0 1,0 0,0 0,-1 8,1 0,-2 0,1 0,-2 0,1-1,-2 1,1-1,-2 3,-14 26,-2-1,-2 0,-1-2,-19 21,9-10,32-44,1-3,-1 1,1 0,0-1,0 1,0 0,0 0,0 0,0 0,1 0,-1 0,0 0,0 0,1 0,-1 1,0-1,1 0,0 0,-1 1,1-1,0 0,-1 1,1-1,0 0,0 1,0-1,0 0,0 1,0-1,1 0,-1 0,0 1,1-1,-1 0,1 0,-1 1,1-1,0 0,-1 0,1 0,0 0,0 0,0 0,0 0,0 1,78-7,138-47,-145 32</inkml:trace>
  <inkml:trace contextRef="#ctx0" brushRef="#br0" timeOffset="1776.051">1819 1329,'0'2,"9"1,15-3,16 0,15-1,12-1,9 1,4 0,3 1,-4 2,-7 1,-5 2,-11 0,-14-1</inkml:trace>
  <inkml:trace contextRef="#ctx0" brushRef="#br0" timeOffset="2093.205">2273 1114,'0'1,"-1"0,1 0,0-1,0 1,0 0,-1 0,1-1,0 1,0 0,0 0,0-1,0 1,1 0,-1 0,0 0,0-1,0 1,1 0,-1-1,0 1,1 0,-1-1,1 1,-1 0,1-1,-1 1,1-1,-1 1,1 0,-1-1,1 0,0 1,-1-1,1 1,0-1,-1 0,1 1,0-1,31 23,1-1,0-1,1-2,19 6,7 6,-54-28,16 8,-1 0,0 2,0 1,-1 0,-1 1,0 2,-16-15,-1 0,1 1,-1-1,0 1,0 0,0 0,0 0,0-1,0 2,-1-1,0 0,1 0,-1 0,-1 1,1-1,0 0,-1 1,1-1,-1 1,0-1,0 1,-1-1,1 1,-1-1,1 0,-1 1,0-1,0 0,-1 0,1 1,-1-1,-1 2,-14 17,-1-1,-1-1,0-1,-1-1,-1 0,-1-2,-1 0,0-2,-1 0,19-11,-108 63,73-47</inkml:trace>
  <inkml:trace contextRef="#ctx0" brushRef="#br0" timeOffset="10906.926">4412 2666,'5'82,"-1"-75,-4-21,0 9,-1 0,0-1,0 1,-1 0,1 0,-1 0,0 0,-1 0,1 0,-1 1,0-1,0 1,0 0,-1 0,1 0,-1 0,0 0,0 1,-1 0,1 0,-1 0,1 0,-1 1,0 0,0 0,0 0,0 0,0 1,-1 0,1 0,0 0,-1 1,1 0,0 0,-1 0,1 1,0-1,-1 1,1 0,-5 3,2 1,1 0,-1 1,1 0,0 0,1 0,-1 1,1 1,1-1,-1 1,1-1,1 1,-1 1,1-1,1 1,0 0,0 0,0 0,1 0,1 0,-1 0,2 0,-1 1,1-1,1 0,-1 1,2-1,-1 0,1 0,1 0,0 0,0 0,0-1,1 1,1-1,-1 0,1 0,4 5,-1-6,0 0,1 0,0 0,0-1,0 0,1-1,0 0,0-1,0 0,0 0,1-1,-1-1,1 0,0 0,3-1,8 1,1-1,0-1,0-1,0-1,-1-1,20-5,-22 3,1-1,-1-1,0-1,0-1,-1 0,0-2,1-1,-11 7,-1-1,0 0,-1-1,0 1,0-1,0-1,-1 1,1-1,-2 0,0-1,0 1,0-1,-1 0,0-1,-1 1,1-2,-6 19,1 1,0-1,1 0,0 0,0 0,1 1,0-1,1 0,-1 0,2 0,-1 0,1-1,0 1,0-1,1 1,0-1,1 0,-1-1,1 1,1-1,-1 0,1 0,0 0,0-1,1 0,0 0,0-1,0 0,0 0,0-1,1 0,6 2,-11-4,-1-1,1 0,-1 0,1 0,-1 0,1 0,-1-1,1 1,-1-1,1 1,-1-1,1 0,-1 0,0 0,1 0,-1-1,0 1,0 0,0-1,0 0,0 1,0-1,-1 0,1 0,-1 0,1 0,-1 0,1-1,-1 1,0 0,0-1,0-1,1-2,-1 0,1 0,-1 1,-1-1,1 0,-1 0,0 0,0 0,-1 0,0 0,0 0,0 0,-2-4,-1 1,-1 0,0 0,0 0,-1 1,0 0,0 0,-1 0,0 1,-1 0,1 0,-1 1,-1 0,1 0,-1 1,0 0,0 0,0 1,-1 1,1 0,-1 0,0 0,0 1,0 1,-2 0,56 8,-9-8,0-2,0-1,-1-2,0-1,0-2,0-1,-1-2,-1-1,0-2,-1-1,15-10,-26 14,0-1,0 0,-1-2,-1 0,0-1,-1-1,-1 0,4-6,-13 14,0-1,-1 0,0 0,-1-1,0 1,0-1,-1 0,-1 0,0-1,0 1,-1-1,-1 0,0 1,0-1,-1 0,-1 0,-1-6,0 7,0 0,-1 0,-1 0,0 1,0-1,-1 1,-1 0,1 1,-2-1,1 1,-3-2,5 6,1 1,-2-1,1 1,0 0,-1 0,0 0,0 1,0 0,0 0,-1 0,1 0,-1 1,0 0,1 0,-1 1,0-1,0 1,0 1,0-1,0 1,-3 0,4 1,0 0,0 1,0-1,0 1,0 0,0 0,1 1,-1 0,1-1,0 2,-1-1,1 0,1 1,-1 0,0-1,1 2,0-1,0 0,0 1,1-1,-1 1,0 2,-35 114,31-74,2 1,3 0,1 0,3 0,1-1,3 1,2-1,1 0,3 0,2-2,2 1,4 4,-14-37,0 1,1-1,0-1,1 0,1 0,0 0,1 0,-7-9,-1-1,1 1,-1 0,1-1,0 0,0 0,0 0,0 0,1 0,-1-1,0 1,1-1,-1 0,1 0,-1 0,1-1,0 1,-1-1,1 0,0 0,-1 0,1 0,-1-1,1 0,0 1,-1-1,1 0,-1-1,0 1,3-2,5-4,1-1,-2-1,1 0,-1-1,0 0,-1 0,0-1,-1 0,0-1,1-3,39-49,-48 64,1-1,-1 1,0 0,0-1,0 1,1 0,-1-1,0 1,1 0,-1-1,0 1,1 0,-1-1,0 1,1 0,-1 0,1-1,-1 1,0 0,1 0,-1 0,1 0,-1 0,1 0,-1 0,0 0,1 0,-1 0,1 0,-1 0,1 0,-1 0,0 0,1 0,-1 0,1 0,-1 1,1-1,-1 0,0 0,1 0,-1 1,0-1,1 0,-1 1,0-1,1 0,-1 1,0-1,0 0,1 1,-1-1,0 0,0 1,0-1,1 1,-1-1,0 1,0-1,0 0,0 1,0-1,0 1,0-1,0 1,0-1,0 1,3 38,-3-32,14 82,-13-86,0 0,0 0,0 0,1-1,-1 1,1 0,-1-1,1 1,0-1,0 0,0 0,1 0,-1 0,0 0,1 0,-1-1,1 1,0-1,-1 1,1-1,0 0,0 0,0 0,0-1,0 1,0-1,0 1,2-1,2-1,0 1,0-1,-1-1,1 1,-1-1,1 0,-1-1,0 0,0 0,0 0,0 0,0-1,-1 0,1 0,-1-1,0 1,-1-1,1 0,-1-1,0 1,0-1,3-5,-2 3,-1-1,0 1,0-1,0 0,-1 0,-1 0,0-1,0 1,0-1,-1 1,-1-1,0 1,0-1,0 0,-2 1,1-2,0 6,-1 0,1 0,-1 1,0-1,0 0,0 0,-1 1,0-1,0 1,0 0,0 0,-1 0,1 1,-1-1,0 1,0-1,0 1,-1 1,1-1,-1 1,0-1,1 1,-1 1,0-1,0 1,0-1,0 1,0 1,-1-1,1 1,0 0,0 0,0 1,-1-1,1 1,0 0,-3 2,-3 0,0 2,0 0,1 0,0 0,0 1,0 1,1 0,0 0,0 1,1 0,0 1,0-1,1 2,0-1,1 1,0 0,0 0,1 0,1 1,-1 0,2 0,2-7,0 0,0 0,1-1,0 1,0 0,0 0,0 0,1-1,-1 1,1 0,0 0,0-1,0 1,1-1,-1 1,1-1,0 1,0-1,0 0,0 0,0 0,1 0,0 0,-1-1,1 1,0-1,0 1,1-1,-1 0,0-1,1 1,2 1,49 15,2-7</inkml:trace>
  <inkml:trace contextRef="#ctx0" brushRef="#br0" timeOffset="11294.568">6417 2799,'-12'-7,"0"1,-1 0,0 1,0 0,0 1,-1 1,0 0,1 0,-1 2,0 0,0 0,0 1,0 1,0 0,1 1,-1 1,0 0,1 0,0 2,0 0,-5 2,8 0,1 0,0 1,0-1,1 2,0-1,0 1,1 0,0 1,1 0,0 0,1 0,0 1,0-1,1 1,1 1,-1-1,2 0,0 1,0 3,2-12,0 0,0 1,1-1,-1 0,1 0,0 0,0 1,0-1,0 0,0 0,1 0,-1 0,1-1,0 1,0 0,0-1,0 1,1-1,-1 0,1 0,-1 0,1 0,0 0,-1 0,1-1,0 1,0-1,0 0,1 0,0 0,7 2,-1-1,1 0,0-1,-1 0,1-1,0 0,0 0,8-3,-2 1,1-2,-1-1,0 0,0-1,0 0,-1-2,0 0,0 0,-1-2,7-5,-15 9,0 1,0-1,-1 1,0-2,0 1,0-1,-1 0,0 0,0 0,-1-1,0 0,-1 0,1 0,-1 0,-1 0,0-1,0 1,0-1,-1 0,-1 1,1-1,-2-3,2 10,-1 0,1 1,-1-1,0 0,0 0,0 1,0-1,0 0,-1 1,1-1,0 0,-1 0,1 1,-1-1,0 1,1-1,-1 1,0-1,0 1,0-1,0 1,0 0,0-1,-1 1,1 0,0 0,-1 0,1 0,-1 0,1 0,-1 0,1 1,-1-1,1 0,-1 1,0-1,1 1,-1 0,0 0,0-1,1 1,-1 0,0 0,1 1,-1-1,0 0,0 1,1-1,-1 1,1-1,-1 1,0 0,0 0,-4 5,0 1,0-1,1 1,0 0,0 0,1 1,0-1,0 1,1 0,0 0,1 1,-1-1,1 0,1 1,0-1,0 1,1 0,0-1,0 1,1-1,0 1,2 8,-1-11,1 1,-1 0,1 0,0-1,1 1,-1-1,2 0,-1 0,0 0,1-1,0 0,0 0,1 0,-1 0,1-1,0 0,1 0,-1-1,0 0,1 0,0 0,0-1,2 1,32 8</inkml:trace>
  <inkml:trace contextRef="#ctx0" brushRef="#br0" timeOffset="12037.635">6685 2759,'52'318,"-52"-316,0 1,0-1,0 0,0 0,1 1,-1-1,1 0,-1 0,1 1,0-1,0 0,0 0,0 0,0 0,1 0,-1 0,1-1,-1 1,1 0,-1-1,1 1,0-1,0 1,0-1,0 0,0 0,0 0,0 0,0 0,0-1,1 1,-1 0,0-1,0 0,1 1,5-5,-1 0,0 0,0 0,0-1,-1 0,1-1,-1 1,-1-1,1 0,-1-1,0 1,0-1,-1 0,0 0,2-6,91-189,-97 202,0 0,0-1,0 1,0 0,-1-1,1 1,0 0,0 0,0-1,0 1,1 0,-1-1,0 1,0 0,0-1,0 1,0 0,0-1,0 1,1 0,-1 0,0-1,0 1,0 0,0 0,1-1,-1 1,0 0,0 0,1 0,-1-1,0 1,1 0,-1 0,0 0,0 0,1 0,-1 0,0 0,1-1,-1 1,0 0,1 0,-1 0,0 0,1 0,-1 0,0 1,1-1,-1 0,0 0,0 0,1 0,-1 0,0 0,1 0,-1 1,0-1,0 0,1 0,-1 0,0 1,0-1,0 0,1 0,-1 1,0-1,0 0,0 1,4 22,-9 43,3-52,1 1,0-1,1 0,0 0,1 0,0 1,3 7,-3-19,0-1,0 1,0 0,0 0,0-1,1 1,-1 0,1-1,0 1,-1-1,1 0,0 0,1 0,-1 0,0 0,1 0,-1 0,1-1,-1 1,1-1,0 0,-1 0,1 0,0 0,0 0,0-1,0 1,0-1,0 0,0 1,0-2,0 1,0 0,0 0,0-1,0 0,10-2,0 0,0-1,0-1,-1 0,0-1,0 0,5-4,24-17,-32 20,-1 0,1 1,0 1,1 0,-1 0,1 1,0 0,0 0,1 1,-1 0,4 1,-11 1,10 2,-1-1,0-1,0 0,1-1,-1 0,0-1,-1-1,1 0,-1 0,1-1,-1 0,0-1,-1 0,0-1,0 0,0-1,1-1,-9 6,0 0,0 0,-1 0,1 0,-1-1,0 1,0 0,0 0,0-1,0 1,-1-1,0 1,0-1,0 1,0 0,0-1,0 1,-1-1,0 1,0-1,0 1,0 0,0 0,-1 0,1-1,-1 1,0 1,0-1,0 0,0 0,0 1,-1-1,0 0,-1-1,0 0,0 0,0 1,-1-1,1 1,-1 0,0 0,0 1,0-1,0 1,0 0,0 1,0-1,-1 1,1 0,-1 0,1 1,-1-1,1 1,-1 1,1-1,-4 3,1 1,-1 0,1 0,0 1,1 0,-1 0,1 1,0 0,0 0,1 1,0 0,0 0,0 0,1 1,0 0,1 0,-1 0,2 0,-1 1,1 0,1-1,-1 1,1 0,1 1,0-1,0 3,1-6,0 1,1-1,0 0,0 1,0-1,1 0,0 0,0 0,0 0,1 0,0 0,0 0,1-1,-1 0,1 0,0 0,1 0,-1 0,1-1,0 0,0 0,0 0,1-1,-1 0,1 0,0 0,0 0,0-1,0 0,0-1,1 1,-1-1,0 0,1-1,1 1,28 0,0 0,0-3,-1-1,1-2,-1-1,0-1,0-3,-1 0,0-2,16-10,21-7</inkml:trace>
  <inkml:trace contextRef="#ctx0" brushRef="#br0" timeOffset="9326.547">2648 2906,'18'7,"20"4,19 1,16-4,11-6,3-6,-2-4,-8-1,-16 2,-18 1</inkml:trace>
  <inkml:trace contextRef="#ctx0" brushRef="#br0" timeOffset="9608.354">2995 2612,'16'11,"19"9,19 3,17 2,12 1,3 1,-4 3,-9 5,-14 6,-18 7,-25 7,-24 6,-24 3,-18 0,-13-4,-1-12,5-14,12-13</inkml:trace>
  <inkml:trace contextRef="#ctx0" brushRef="#br0" timeOffset="8290.202">789 3213,'5'-15,"1"-16,-1-8,0-7,-2 0,-1 3,-1 7,2 14,3 22,2 24,0 23,1 20,-2 14,-1 5,1-1,0-12,1-18</inkml:trace>
  <inkml:trace contextRef="#ctx0" brushRef="#br0" timeOffset="8544.525">1111 2759,'4'16,"7"14,7 14,8 10,7 5,6 2,6-2,4-5,1-7,1-10,-4-8,-5-9,-10-8</inkml:trace>
  <inkml:trace contextRef="#ctx0" brushRef="#br0" timeOffset="8798.874">1511 2692,'-16'18,"-12"22,-10 27,-8 25,-5 17,-1 8,4-2,10-20</inkml:trace>
  <inkml:trace contextRef="#ctx0" brushRef="#br0" timeOffset="9042.76">1685 3347,'2'6,"0"1,1-1,0 0,1 0,-1 0,1 0,0 0,0-1,1 0,0 0,0 0,0-1,0 1,1-1,0 0,0-1,0 1,0-1,0-1,1 1,-1-1,1 0,-1 0,1-1,0 0,0 0,0-1,0 1,0-2,-1 1,1-1,0 0,0 0,0-1,-1 0,5-2,-2 0,0 0,-1-1,0-1,0 1,0-1,-1-1,1 1,-1-1,-1-1,0 1,0-1,0 0,-1-1,0 1,-1-1,2-4,-4 8,0 1,0-1,0 0,-1-1,0 1,0 0,0 0,-1 0,0-1,0 1,0 0,-1 0,1-1,-1 1,-1 0,1 0,-1 0,1 0,-1 0,-1 0,1 1,-1-1,0 1,0 0,0-1,0 1,-1 1,0-1,0 0,-4-2,4 2,-1 0,-1 0,1 1,0 0,-1 0,0 0,1 1,-1-1,0 1,0 1,-1-1,1 1,0 0,0 1,-1-1,1 1,0 1,-1-1,1 1,0 0,0 0,0 1,-1 0,2 0,-1 0,0 1,0 0,1 0,-1 0,1 1,0-1,0 2,1-1,-1 0,1 1,0 0,0 0,0 0,-2 4,-9 30,8-2</inkml:trace>
  <inkml:trace contextRef="#ctx0" brushRef="#br0" timeOffset="7806.876">0 2599,'14'16,"13"14,14 13,11 11,8 8,3 2,0 2,-6-1,-11-6,-13-5,-12-10,-9-12</inkml:trace>
  <inkml:trace contextRef="#ctx0" brushRef="#br0" timeOffset="8058.725">455 2518,'-16'16,"-14"21,-14 25,-7 24,-6 19,1 7,8-3,11-18</inkml:trace>
  <inkml:trace contextRef="#ctx0" brushRef="#br0" timeOffset="5760.732">3530 1168,'-2'-9,"11"-6,157-75,-152 82,0 0,0-1,0 0,-1-1,-1 0,0-2,0 1,-1-1,-1-1,0 0,0 0,-2-1,1 0,-2-1,0 1,-1-2,0 1,-1-3,-2 12,-1-1,0 0,-1 0,0 0,0 0,0 0,-1-1,0 1,-1 0,1 0,-1 0,-1 0,1 0,-1 0,0 0,-1 0,0 1,0-1,0 1,-1 0,0 0,0 0,0 0,-1 1,0 0,0 0,0 0,-1 0,1 1,-1 0,0 0,-1 1,1-1,1 3,-1-1,1 1,0 1,0-1,-1 1,1 0,0 0,0 0,-1 1,1 0,0 0,0 0,0 1,0-1,0 1,0 0,0 1,1-1,-1 1,1 0,-1 0,1 1,0-1,1 1,-1 0,0 0,-3 4,1 0,0 0,0 0,1 1,0 0,0 0,1 0,1 1,-1-1,1 1,1 0,0 0,0 4,2 21,1 0,2-1,2 1,1-1,2 0,1 0,12 30,-10-28,-7-25,11 40,2 0,2-1,22 39,-39-85,-1 0,1 1,1-1,-1 0,1 0,-1 0,1 0,0-1,1 1,-1-1,1 0,-1 0,1 0,0 0,0-1,0 1,0-1,1 0,-1 0,0-1,1 1,0-1,-1 0,1 0,0-1,-1 1,1-1,4-1,10-5,0-2,0 0,0-1,-2-1,1 0,-1-2,-1 0,0-1,12-11,-7 5,-1 0,-1-2,-1 0,0-1,-2 0,-1-2,0 0,-2 0,2-9,-14 33,0 1,-1-1,1 0,-1 0,1 0,-1 0,1 1,-1-1,1 0,-1 1,1-1,-1 0,1 1,-1-1,1 1,-1-1,0 0,1 1,-1-1,0 1,1-1,-1 1,0-1,0 1,1 0,-1-1,0 1,0-1,0 1,0-1,0 1,0 0,0-1,0 1,0-1,0 1,0 0,0-1,0 1,0-1,-1 1,1-1,0 1,0-1,-1 1,1-1,-1 1,2 2,1 22,2 1,1-1,1 0,1-1,1 0,1 0,2-1,0 0,4 5,15 7,-17-26</inkml:trace>
  <inkml:trace contextRef="#ctx0" brushRef="#br0" timeOffset="5939.547">4172 767,'2'7,"10"4,12 3,2-1</inkml:trace>
  <inkml:trace contextRef="#ctx0" brushRef="#br0" timeOffset="6539.9">4506 994,'161'213,"-117"-137,-44-76,0 1,1 0,-1-1,0 1,1 0,-1-1,0 1,1 0,-1-1,1 1,-1-1,1 1,-1 0,1-1,-1 1,1-1,-1 0,1 1,0-1,-1 0,1 1,0-1,-1 0,1 0,0 1,0-1,-1 0,1 0,0 0,0 0,-1 0,1 0,0 0,0 0,-1 0,1 0,0-1,-1 1,1 0,0 0,-1-1,1 1,0 0,-1-1,1 1,24-30,-22 25,29-41,-10 12,2 0,2 1,1 1,4 0,-31 31,1 0,-1 0,1 0,-1 0,1 0,0 0,0 1,0-1,-1 0,1 0,0 1,0-1,0 1,0-1,0 1,0-1,0 1,0-1,0 1,0 0,0 0,1 0,-1-1,0 1,0 0,0 0,0 1,0-1,0 0,0 0,0 0,0 1,0-1,1 1,-1-1,-1 0,1 1,0 0,0-1,0 1,0 0,0-1,0 1,-1 0,1 0,0 0,-1 0,1 0,33 125,-32-118,-1 0,2 0,-1 0,1 0,0 0,1-1,-1 0,2 0,-1 0,1 0,0 0,0-1,1 0,-1 0,2-1,-1 1,0-1,1-1,0 1,0-1,1 0,-1-1,1 0,-1 0,1 0,0-1,0-1,0 1,1-1,-1 0,3-1,4-3,0 0,0-1,0 0,0-2,-1 1,0-2,0 0,0-1,-1 0,0-1,-1 0,0-1,-1-1,0 1,0-2,-1 0,0 0,-1-1,-1 0,4-7,27-86,-35 118,-11 64,4-58,1 1,1-1,1 0,0 1,1-1,1 0,0 1,6 16,-7-32,0 0,0 0,0 0,1 0,-1 0,1 0,0 0,-1 0,2 0,-1-1,0 1,0-1,1 0,-1 0,1 0,0 0,-1 0,1 0,0-1,0 1,0-1,1 0,-1 0,0 0,0 0,1-1,-1 1,3-1,14-2</inkml:trace>
  <inkml:trace contextRef="#ctx0" brushRef="#br0" timeOffset="6957.871">5762 1088,'-2'16,"-1"12,0 8,1 5,0-1,4-1,2-4,4-5,1-8</inkml:trace>
  <inkml:trace contextRef="#ctx0" brushRef="#br0" timeOffset="6794.222">5401 687,'5'9,"10"5,3 1</inkml:trace>
  <inkml:trace contextRef="#ctx0" brushRef="#br0" timeOffset="7142.916">5736 567,'-9'16,"-8"14,-1 2</inkml:trace>
  <inkml:trace contextRef="#ctx0" brushRef="#br1" timeOffset="52304.331">7247 1142,'-5'-8,"5"8,16 12,3-5,1-1,0-1,0 0,0-1,0-2,8 1,-15-2,215 13,-137-11,1 4,23 7,-48 3,-62-21,-8-2</inkml:trace>
  <inkml:trace contextRef="#ctx0" brushRef="#br1" timeOffset="52693.278">7861 927,'-1'0,"1"0,-1-1,0 1,0 0,0-1,1 1,-1 0,0 0,0 0,0 0,0-1,0 1,1 1,-1-1,0 0,0 0,0 0,0 0,0 0,1 1,-1-1,0 0,0 1,1-1,-1 1,0-1,0 1,1-1,-1 1,0-1,1 1,-1 0,1-1,-1 1,1 0,-1 0,1-1,0 1,-1 0,1 0,0 0,-1-1,1 1,0 0,0 0,0 0,0 0,0 0,0-1,0 1,0 0,0 0,0 0,1 0,-1 0,0-1,0 1,1 0,-1 0,1 0,-1-1,1 1,-1 0,1-1,-1 1,1 0,6 10,0 0,0 0,1-1,1 0,0-1,0 0,1 0,0-1,0 0,1-1,0 0,6 3,80 46,70 51,-163-105,-1 0,0 0,0 1,0-1,0 1,0 0,0 0,-1 0,1 0,-1 1,0-1,0 0,0 1,0 0,-1-1,0 1,0 0,0 0,0 0,0 0,-1 0,1 0,-1 0,0 0,0 0,-1 0,1 0,-2 3,-2-1,0 1,0-1,-1 0,0 0,-1-1,1 1,-1-1,0 0,0-1,0 1,-1-1,-4 2,-37 19,-2-2,0-2,-2-3,0-2,-8 0,-41 14,95-27,19-6</inkml:trace>
  <inkml:trace contextRef="#ctx0" brushRef="#br1" timeOffset="58170.258">14626 1783,'15'-20,"-1"-1,0-1,-2 0,0 0,-2-2,0 1,-2-1,-1-1,0 1,-2-1,-1 0,-1 0,-1-1,-1-19,1-48,-1 91,1-1,0 1,0 0,0 0,0 0,1 1,-1-1,0 0,1 1,-1-1,1 1,-1 0,1 0,0 0,0 0,-1 1,1-1,0 1,0-1,0 1,0 0,0 0,-1 0,1 1,0-1,0 1,0 0,-1-1,1 1,0 0,-1 0,2 1,-1-1,14 3,0 1,0 0,-1 1,0 1,-1 0,1 2,-1-1,-1 2,0 0,0 1,4 4,-11-9,0 1,-1 0,1 0,-1 0,-1 1,0 0,0 0,0 1,-1-1,0 1,-1 0,0 0,0 0,-1 0,0 0,0 1,-1-1,-1 1,0-1,0 1,-1 2,-28 94,29-104,1 0,-1 0,1 0,0 0,0 0,0 0,0 0,0 0,0 0,1-1,-1 1,0 0,1-1,0 1,-1-1,1 0,0 1,0-1,0 0,-1 0,1 0,0 0,0-1,1 1,-1 0,0-1,0 0,0 1,0-1,0 0,1 0,-1 0,0 0,0-1,0 1,1-1,0 2,16 0,-1 0,1-1,0-1,-1 0,1-2,-1 0,0-1,0-1,5-2,-17 5,1 0,-1-1,0 0,0 0,0-1,0 1,0-1,-1 0,0-1,1 1,-2-1,1 0,-1-1,1 1,-1-1,-1 0,1 1,-1-2,0 1,-1 0,1-1,-1 1,0-1,-1 0,0 1,1-4,-2 4,0 0,0 0,0 0,0 0,-1 0,0 0,0 0,-1 0,0 1,0-1,0 0,-1 1,1-1,-1 1,0 0,-1 0,0 0,1 1,-2-1,-1-2,3 7,1-1,-1 0,0 1,1 0,-1-1,1 1,-1 0,0 0,1 1,-1-1,0 0,1 1,-1 0,1-1,-1 1,1 0,-1 0,1 1,0-1,-1 0,1 1,0-1,0 1,0 0,0 0,1 0,-1 0,0 0,1 0,-1 0,1 1,0-1,0 0,0 1,0-1,0 1,0-1,1 1,-1 0,1-1,0 1,-4 9,0-1,1 1,0-1,1 1,1 0,0 0,0 0,1 0,1 0,0 0,1 0,0 0,1-1,0 1,0-1,2 1,-1-1,1-1,1 1,0-1,0 0,1 0,1 0,-1-1,2 0,-1-1,1 0,0 0,1-1,6 4,31 8,-2-7</inkml:trace>
  <inkml:trace contextRef="#ctx0" brushRef="#br1" timeOffset="58769.902">15763 1422,'21'16,"4"11,0 1,-2 0,-2 2,0 1,-2 0,-1 1,-2 2,-1-1,-1 2,-2-1,-2 2,-1 0,-2 0,-1 0,0 36,-3 52,-3-83,1 0,2 0,1-1,3 1,1 0,-7-36,0 1,0 0,0-1,1 1,0-1,0 1,0-1,1 0,0 0,0 0,0 0,0 0,1-1,0 1,0-1,0 0,1-1,-1 1,1-1,0 1,0-1,0-1,0 1,0-1,1 0,-1 0,1 0,-1-1,1 0,1 0,-3-3,1 0,0-1,-1 1,1-1,-1 0,0 0,0-1,0 1,0-1,-1 0,1 0,-1 0,0 0,0 0,-1-1,1 0,-1 1,0-1,0 0,-1 0,0 0,1 0,-1 0,-1 0,1-1,-1 1,0-1,4-24,-2 0,-1 0,-1 0,-2 0,-1 0,-1 0,-1 1,-2 0,-1 0,-1 0,-2 1,0 0,-2 1,-1 1,-2 0,0 1,-1 0,-2 1,0 1,-2 2,-19-17,-21-19,60 56,1 1,0-1,-1 0,1 1,0-1,0 0,0 1,-1-1,1 0,0 1,0-1,0 0,0 0,0 1,0-1,1 0,-1 1,0-1,0 0,0 1,1-1,-1 0,0 1,0-1,1 1,-1-1,1 0,-1 1,1-1,-1 1,1-1,-1 1,1 0,-1-1,1 1,-1-1,1 1,0 0,-1-1,1 1,0 0,-1 0,1 0,0 0,-1-1,1 1,0 0,-1 0,1 0,0 0,0 0,-1 1,1-1,0 0,0 0,174-3,-120 5,104 3,-156-6,-1 1,0 0,0 0,0 0,0 0,0 0,0 0,0 0,0 1,1-1,-1 1,0 0,0-1,-1 1,1 0,0 0,0 0,0 0,0 1,-1-1,1 0,-1 1,1-1,-1 1,0 0,1-1,-1 1,0 0,0 0,0 0,0 0,0-1,-1 1,1 1,-1-1,1 0,-1 0,0 0,0 0,0 2,0 51,-2-47,1-1,0 1,0 0,1-1,0 1,0 0,0-1,1 1,1-1,-1 1,1-1,0 1,1-1,0 0,0 0,0 0,1-1,0 1,1-1,-1 0,1 0,0 0,1-1,-1 1,1-1,3 2,47 5,-32-18</inkml:trace>
  <inkml:trace contextRef="#ctx0" brushRef="#br1" timeOffset="59023.832">16417 1329,'-13'2,"-8"5,1 9,10 8,16 9,18 8,5-2</inkml:trace>
  <inkml:trace contextRef="#ctx0" brushRef="#br1" timeOffset="60526.051">16979 1610,'-20'-11,"12"6,-1 0,1 0,-1 1,-1 0,1 1,0 0,-1 0,1 1,-1 0,0 1,0 0,0 0,-1 1,5 3,0 1,0 0,1 0,0 0,-1 1,2 0,-1 0,0 0,1 0,0 1,0-1,1 1,-1 0,2 0,-1 1,0-1,1 1,0-1,1 1,-1 0,1-1,1 1,-1 0,1 6,-1-5,-1 0,1 0,1 0,-1 0,1 0,1 0,0 0,0 0,0-1,1 1,0 0,0 0,1-1,0 1,1-1,0 0,0 0,0 0,1-1,0 1,0-1,0 0,1-1,0 1,0-1,0 0,1-1,0 0,0 0,0 0,5 1,-4-3,0 0,1-1,-1 0,0-1,0 0,1 0,-1-1,0 0,0 0,1-1,-1 0,-1 0,1-1,0 0,0-1,-1 1,0-2,0 1,0-1,0 0,-1 0,4-4,5-5,-1-1,0-1,-1 0,-1-1,0 0,-1-1,-1 0,4-12,8-32,-3 0,-2 0,-3-2,-3 0,-3 0,-3-1,-2-52,-3 106,1 2,-1-1,0 0,0 1,-1-1,0 0,-1 1,0-1,-2-5,3 14,0 0,1 1,-1-1,0 0,1 0,-1 1,0-1,0 1,1-1,-1 1,0-1,0 1,0-1,0 1,0-1,0 1,0 0,0 0,0 0,0-1,0 1,0 0,0 0,0 0,0 1,1-1,-1 0,0 0,0 0,0 1,0-1,0 0,0 1,0-1,0 1,0-1,1 1,-1 0,0-1,0 1,1 0,-1-1,0 1,1 0,-1 0,1 0,-1-1,1 1,-1 0,1 0,0 0,-1 0,1 0,0 0,-19 28,1 0,1 1,2 1,1 0,2 1,1 0,1 1,2 0,0 7,1-4,0 1,3 0,1 0,2 0,1 0,2 0,3 10,-3-30,1 0,0 0,2-1,0 0,1 0,0 0,1 0,1-1,1-1,0 1,0-1,2-1,0 0,0 0,1-1,13 10,-18-16,0-1,0-1,0 1,1-1,0 0,-1-1,1 0,0 0,1 0,-1-1,0-1,1 1,-1-1,1-1,-1 1,1-2,0 1,-1-1,1 0,-1-1,0 0,1 0,-1-1,0 0,-1-1,1 1,0-2,-1 1,0-1,0 0,0 0,-1-1,2-1,10-14,-2 0,0-1,-1 0,-1-1,-2-1,0 0,1-6,-19 44,1 0,1 0,0 0,1 0,0 1,2-1,-1 1,2 0,0-1,1 1,0-1,1 1,3 8,-4-19,0-1,0 1,1-1,-1 0,1 0,0 0,0 0,0 0,0 0,1 0,-1-1,1 1,0-1,0 0,0 0,0 0,0 0,0 0,0-1,0 1,1-1,-1 0,1 0,-1 0,1-1,-1 1,1-1,-1 1,1-1,0-1,-1 1,1 0,1-1,3-1,1 0,-1 0,0-1,0 0,0 0,0-1,-1 0,1-1,-1 0,0 0,0 0,-1-1,4-3,1-3,-1 0,0 0,-1-1,-1 0,0-1,0 0,-2 0,0 0,0-1,-1 0,-1 0,0-2,-5 17,1 0,0 1,-1-1,1 0,-1 0,1 1,-1-1,1 0,0 0,-1 0,1 0,-1 1,1-1,-1 0,1 0,-1 0,1 0,-1 0,1 0,-1 0,1 0,-1-1,1 1,0 0,-1 0,1 0,-1 0,1-1,-1 1,1 0,0 0,-1-1,1 1,0 0,-1-1,1 1,0 0,-1-1,1 1,0 0,-1-1,1 1,0-1,0 1,0-1,0 1,-1-1,1 1,0 0,0-1,0 1,0-1,0 1,0-1,0 1,0-1,0 1,0-1,1 1,-1-1,0 1,0-1,0 1,0 0,1-1,-1 1,0-1,-26 29,21-23,2 1,-1 0,1 0,0 0,0 0,0 1,1-1,0 1,0 0,1-1,0 1,0 0,1 0,-1 0,1 0,1-1,0 1,0 0,0 0,1-1,-1 1,2 0,-1-1,1 0,0 0,0 1,1-2,-1 1,1 0,1-1,-1 0,1 0,0 0,0 0,6 3,13 4,1 0,1-2,0-1,0-1,1-1,0-2,0 0,0-2,0-1,1-1,25-3,-40 4,0-2,0 0,1 0,-1-1,0-1,0 0,0-1,-1 0,1-1,-1 0,1-1,-1 0,-1-1,10-6,-19 9,1 0,-1 0,0 0,0 0,-1 0,1 0,0 0,-1 0,0-1,0 1,0-1,0 1,-1-1,1 1,-1-1,0 1,0-1,0 0,0 1,-1-1,1 1,-1-1,0 1,0 0,-1-1,1 1,0 0,-1 0,0-1,0 1,0 1,0-1,0 0,-1 0,1 1,-1 0,0-1,0 1,0 0,0 0,0 0,0 1,0-1,0 1,-1 0,1 0,-1 0,-2 0,-3-3,-1 2,0-1,0 2,-1-1,1 1,0 1,0 0,0 0,-1 1,1 0,0 1,0 0,0 1,0 0,1 0,-1 1,1 0,0 1,0 0,0 0,1 1,-4 3,10-7,0-1,0 1,1 0,-1-1,1 1,-1 0,1 0,0 0,0 0,0 0,0 0,0 0,0 1,0-1,1 0,-1 0,1 1,0-1,-1 0,1 1,0-1,1 0,-1 1,0-1,0 0,1 0,0 1,-1-1,1 0,0 0,0 0,0 0,0 0,1 0,-1 0,0 0,1 0,0-1,-1 1,1 0,0-1,0 1,0-1,0 0,1 1,9 3,1 0,1 0,-1-2,0 1,1-2,0 0,0 0,-1-2,1 1,0-2,0 0,0-1,-1 0,1-1,-1 0,1-1,-1-1,0 0,-1 0,1-2,9-5,-14 7,12-5,-16 27,-6-13,0 0,1 0,0 0,0 0,0 0,0 0,1 0,-1 1,1-1,0 0,0 0,1 0,-1 1,1-1,0 0,0 0,1 0,-1 0,1 0,0 0,0-1,0 1,0 0,1-1,-1 0,1 1,0-1,0 0,0-1,0 1,1 0,-1-1,1 0,0 0,-1 0,1 0,0 0,1-1,4 0,1-1,0-1,0 0,-1 0,1-1,-1 0,0-1,1 1,-1-2,0 0,0 0,-1 0,1-1,-1 0,0-1,-1 0,1 0,-1-1,0 0,-1 0,0 0,0-1,0 0,3-7,15-25,-2-1,-2-2,-1 0,-3 0,-1-2,-3 0,5-30,4-14,-4 0,-4-1,-4 0,-2-77,-7 153,0 0,-1-1,0 1,-1 0,-1-1,0 1,-1 1,-1-1,0 0,-1 1,0 0,4 10,0 1,0-1,1 1,-1 0,-1 0,1 0,0 0,0 0,-1 0,1 0,-1 1,0 0,1-1,-1 1,0 0,0 0,0 0,0 1,1-1,-1 1,0 0,0-1,0 1,0 1,0-1,0 0,0 1,0-1,0 1,0 0,0 0,-7 3,0 0,1 1,-1 0,1 0,0 1,0 1,1-1,-3 4,-15 16,2 1,0 2,2 0,2 1,0 1,2 1,1 1,2 0,1 1,2 1,1 0,0 9,5-15,0 0,2 0,1 1,1 0,2-1,1 1,1-1,2 1,1-1,6 21,-6-31,1-1,1 1,1-2,0 1,1-1,1 0,1-1,0 0,1-1,0 0,2-1,0 0,0-1,1-1,0 0,15 8,-17-13,1 0,-1-1,1 0,0-1,1-1,-1 0,1-1,0 0,0-1,0-1,6 0,-13-1,0-1,-1 1,1-2,-1 1,1-1,-1 0,1 0,-1-1,0 0,0 0,-1-1,1 0,-1 0,1 0,-1-1,0 0,-1 0,1-1,-1 1,0-1,-1 0,4-6,0-2,-4 38,-5-19,0 1,1 0,0 0,0 0,0 0,1 0,0 0,0 0,0-1,1 1,0 0,0-1,1 1,-1-1,1 0,0 0,1 0,-1 0,1 0,0-1,0 0,0 1,1-2,-1 1,1 0,0-1,0 0,0 0,1 0,4 1,-5-2,1 0,0 0,0 0,0-1,0 0,0 0,0 0,0-1,0 0,0 0,0-1,0 0,0 0,0 0,0 0,0-1,0 0,-1-1,1 1,-1-1,1 0,-1 0,0-1,0 1,-1-1,1 0,-1 0,0-1,0 0,0 1,0-1,-1-1,0 1,2-4,-2 1,-1 0,1-1,-2 1,1-1,-1 0,0 1,-1-1,0 0,0 1,-1-1,0 0,0 1,-1-1,-1 1,1 0,-1-1,0 1,-3-4,3 6,0 0,0 1,-1 0,0-1,0 1,0 0,0 1,-1-1,1 1,-1 0,0 0,-1 0,1 1,-1 0,1 0,-1 0,0 1,0 0,0 0,-1 0,1 1,0 0,0 0,-1 1,-3-1,1 2,0 1,-1 0,1 0,0 1,1 0,-1 0,0 1,1 0,0 1,0 0,0 0,0 1,1 0,0 0,0 1,1-1,0 2,0-1,0 1,1-1,0 2,1-1,0 0,0 1,1 0,0 0,0 0,1 0,0 3,1-8,1 1,0 0,-1 0,2-1,-1 1,0 0,1 0,0-1,0 1,1-1,-1 1,1-1,0 1,0-1,0 0,1 0,0 0,-1 0,1 0,1-1,-1 1,0-1,1 0,0 0,27 18</inkml:trace>
  <inkml:trace contextRef="#ctx0" brushRef="#br1" timeOffset="60775.387">19492 1516,'-16'-5,"-14"-1,-7 3,-1 6,3 11,7 11,10 10,6-1</inkml:trace>
  <inkml:trace contextRef="#ctx0" brushRef="#br1" timeOffset="61022.868">19559 2251,'14'14,"11"6,10 3,9-3,5-3,5-4,-4-6,-10-5</inkml:trace>
  <inkml:trace contextRef="#ctx0" brushRef="#br1" timeOffset="54142.736">9105 1021,'52'93,"3"-3,27 29,-47-85,-33-34,-1-1,0 0,1 1,-1-1,0 0,0 0,0 0,0 0,0 0,0 0,0 0,0 0,0 0,0 0,-1-1,1 1,0 0,-1-1,1 1,-1 0,1-1,-1 1,0-1,0 1,1 0,-1-1,0 1,0-1,-1 1,1-1,0 1,0 0,-1-1,1 1,0-3,2-90,-3 62,1-1,2 0,1 1,2 0,9-32,-14 62,0 0,0 0,1 0,-1 0,0 0,1 0,0 0,-1 0,1 0,0 0,0 0,0 1,0-1,1 0,-1 1,0-1,1 1,-1-1,1 1,-1-1,1 1,0 0,0 0,-1 0,1 0,0 0,0 1,0-1,0 0,0 1,0-1,0 1,0 0,0 0,0 0,1 0,-1 0,0 0,0 1,0-1,0 0,0 1,0 0,1 0,25 16,0 3</inkml:trace>
  <inkml:trace contextRef="#ctx0" brushRef="#br1" timeOffset="54988.128">9893 1142,'-6'-5,"-1"0,0 0,0 1,0 0,0 0,-1 1,1 0,-1 0,0 1,0 0,0 0,0 1,-1 0,1 0,0 1,0 0,-1 1,1 0,0 0,0 0,0 1,0 1,0-1,0 1,1 1,-1-1,1 1,0 0,-4 4,2 0,0-1,0 2,1-1,0 1,0 0,1 1,0 0,1 0,-1 4,4-10,1 0,0 1,0-1,0 1,1-1,0 1,-1 0,2 0,-1-1,0 1,1 0,0 0,0 0,1-1,-1 1,1 0,0 0,0-1,1 1,-1 0,1-1,0 1,3 3,-3-5,1 0,0 0,0 0,0 0,0 0,1 0,-1-1,1 0,0 1,-1-1,1-1,0 1,0-1,0 1,1-1,-1 0,0-1,0 1,1-1,-1 1,0-2,0 1,1 0,-1-1,0 1,0-1,0-1,2 1,4-2,0-1,-1 1,0-1,0-1,0 0,0 0,-1-1,0 0,0 0,-1-1,5-5,-6 6,-1-1,-1 0,1 0,-1-1,0 1,-1-1,0 0,0 0,-1 0,1 0,-2-1,1 1,-2-1,1 1,-1 0,0-5,-7 2,-1 35,7-18,1 0,-1 0,1 0,0 0,1 0,-1 0,1 0,0 0,1 0,-1-1,1 1,0 0,1-1,-1 0,1 1,0-1,1 0,-1 0,1-1,0 1,0-1,0 0,1 0,-1 0,1-1,0 1,0-1,0 0,1-1,-1 1,1-1,-1 0,1 0,0-1,6 1,-7-1,1-1,-1 0,1 0,-1 0,1-1,-1 0,1 0,-1 0,1-1,-1 0,0 0,0 0,0-1,0 1,0-1,-1 0,1-1,-1 1,0-1,0 0,0 0,0 0,-1-1,0 1,0-1,0 1,0-1,-1 0,0-1,0 1,0 0,0 0,-1-1,0 1,0-2,1-10,-1 1,-1-1,-1 0,0 0,-1 1,-1-1,-3-12,-3-18,9 47,-1-1,1 0,0 1,0-1,-1 0,1 0,0 1,0-1,0 0,0 0,0 1,0-1,0 0,0 0,0 1,1-1,-1 0,0 1,0-1,1 0,-1 1,0-1,1 0,-1 1,0-1,1 0,-1 1,1-1,-1 1,1-1,0 1,-1-1,1 1,-1 0,1-1,0 1,-1 0,1-1,0 1,0 0,-1 0,1 0,0-1,-1 1,1 0,0 0,0 0,-1 0,1 0,0 1,41 12,-32-9,301 103,-309-107,1 0,-1 0,1 1,-1-1,1 1,-1 0,1 0,-1 0,0 0,1 0,-1 0,0 0,0 1,0-1,0 1,0 0,0 0,0-1,-1 1,1 0,-1 0,1 1,-1-1,0 0,0 0,0 1,0-1,0 1,0-1,-1 1,1-1,-1 1,0-1,1 1,-1-1,-1 1,1 0,0-1,0 1,-1 0,-8 14,7-16,1 0,-1 1,1-1,0 1,-1 0,1-1,0 1,0 0,0 0,0-1,0 1,0 0,1 0,-1 0,1 0,-1 0,1 1,0-1,0 0,0 0,0 0,0 0,0 0,1 0,-1 0,1 0,-1 0,1 0,0 0,0 0,0 0,0 0,0-1,0 1,0 0,0-1,1 1,-1-1,1 1,-1-1,1 0,0 1,-1-1,1 0,1 0,13 4,1 0,-1-2,1 0,-1-1,1 0,0-1,0-1,9-2,-17 3,-1-1,1 0,-1 0,0-1,1 0,-1-1,0 0,0 0,0 0,0-1,0-1,0 1,-1-1,0 0,0-1,0 0,0 0,-1 0,0-1,0 0,0 0,-1-1,0 1,0-1,0 0,-1-1,0 0,8-51,-12 237,0-174,1 1,-1-1,1 0,0 0,1 0,-1 0,1 0,0 0,0-1,0 1,0 0,0-1,1 1,0-1,0 0,0 0,0 0,2 1,13 6</inkml:trace>
  <inkml:trace contextRef="#ctx0" brushRef="#br1" timeOffset="55240.455">10909 727,'-14'5,"-4"5,6 9,13 7,7 0</inkml:trace>
  <inkml:trace contextRef="#ctx0" brushRef="#br1" timeOffset="56138.659">11604 1235,'-20'-20,"0"1,-2 1,0 2,-1 0,-12-6,26 17,-1 0,0 0,0 1,-1 0,1 1,-1 0,0 0,0 2,0-1,0 1,0 1,0 0,0 0,0 1,-1 1,4 0,-1 1,0 1,1-1,-1 1,1 1,0-1,0 2,1-1,0 1,0 0,0 0,0 1,1 0,0 0,1 0,0 1,0 0,0 0,1-2,1 0,0 0,0 0,1 1,0-1,0 0,0 1,1-1,0 1,0 0,1 0,0-1,0 1,0 0,1-1,0 1,0 0,1-1,0 1,0-1,0 0,1 1,0-1,3 5,-1-6,-1 0,0 0,1-1,0 1,0-1,0 0,1-1,-1 1,1-1,0 0,0 0,0-1,0 0,0 0,1-1,-1 1,0-1,1 0,-1-1,1 0,-1 0,4-1,2 0,0 0,0-1,-1 0,1-1,-1-1,1 1,-1-2,0 0,-1 0,1-1,8-7,-10 6,0-1,-1-1,0 0,0 0,-1-1,-1 0,1 0,-2 0,1-1,-1 0,-1 0,0 0,-1 0,0-1,-1 1,0-1,0 0,-1 0,-1 0,0 0,-1 1,-1-9,-6-3,8 22,0 1,-1 0,1 0,0-1,0 1,-1 0,1 0,0 0,0-1,-1 1,1 0,0 0,0 0,-1 0,1-1,0 1,-1 0,1 0,0 0,-1 0,1 0,0 0,-1 0,1 0,0 0,-1 0,1 0,0 0,0 0,-1 0,1 1,0-1,-1 0,1 0,0 0,-1 0,1 0,0 1,0-1,-1 0,1 0,0 1,0-1,0 0,-1 0,1 1,0-1,0 0,0 0,0 1,0-1,-1 0,1 1,0-1,0 0,0 1,0-1,0 0,0 1,0-1,0 0,0 1,0-1,0 0,0 1,0-1,1 0,-1 0,0 1,0-1,-3 15,0 0,0 0,2 0,0 0,1 0,0 0,1 1,1-1,0 0,1 0,1-1,0 1,4 7,-6-16,1 0,0 0,0-1,0 1,0-1,1 0,0 0,0 0,0 0,0-1,1 0,0 0,0 0,0 0,0-1,1 0,-1 0,1 0,0-1,0 0,0 0,0 0,0-1,0 0,1 0,-1-1,0 1,0-1,1-1,-1 1,6-2,0-5,0 0,-1-1,0 0,0-1,-1-1,0 1,0-1,-1-1,-1 0,0 0,0-1,-1 0,-1 0,0 0,-1-1,0 0,-1 0,0-1,1-7,17-64,-3-2,-3 0,-5-1,-3-9,-6 65,-5 24,-2 22,-6 46,1 0,4 0,2 1,2 10,2-46,-3 47,4 0,2 0,9 38,-12-109,11 42,-11-42,0-1,0 1,1 0,-1 0,0-1,0 1,0 0,1 0,-1-1,0 1,1 0,-1-1,0 1,1 0,-1-1,1 1,-1-1,1 1,-1-1,1 1,0-1,-1 1,1-1,0 0,-1 1,1-1,0 0,-1 1,1-1,0 0,0 0,-1 0,1 0,0 1,0-1,-1 0,1-1,0 1,0 0,-1 0,1 0,0 0,-1 0,1-1,0 1,0 0,-1-1,1 1,0-1,-1 1,53-77,-49 68,1 1,0 0,0 0,1 1,0-1,0 1,1 1,0-1,0 1,0 0,1 0,0 1,0 0,1 1,-1 0,1 0,0 1,0 0,-6 3,1 0,-1 1,1-1,-1 1,0 0,1 0,-1 0,0 0,0 1,0-1,0 1,0 0,0 0,0 0,0 0,-1 0,1 1,-1-1,0 1,0 0,0-1,0 1,0 0,-1 0,1 0,-1 1,0-1,1 1,1 5,0 0,0 0,-1 0,0 0,0 1,-1-1,-1 1,1-1,-2 9,0-12,1-1,-1 0,0 0,0 0,-1 0,0 0,1-1,-2 1,1 0,0-1,-1 1,0-1,0 0,0 0,-1 0,0 0,1-1,-1 0,0 1,0-1,-1-1,1 1,-1-1,1 1,-1-1,0 0,0-1,0 1,0-1,0 0,0-1,0 1,0-1,-4 0,6 0,1-1,-1 0,1 0,-1 0,1 0,-1 0,1-1,0 1,0-1,-1 1,1-1,0 0,1 0,-1 0,0 0,0 0,1 0,0 0,-1-1,1 1,0-1,0 1,0-1,0 1,1-1,-1 1,0-1,1 0,0 1,0-1,-1-4,1-1,1 1,-1 0,1-1,0 1,1 0,-1 0,2 0,-1 0,2-4,4-3,0 0,1 1,0 0,1 0,1 1,0 0,0 1,1 1,1-1,0 2,0 0,0 0,1 2,1-1,-1 2,1 0,0 1,1 0,-1 1,1 1,0 0,-12 2,0 1,1 0,-1-1,0 2,0-1,0 0,0 1,0 0,0 0,0 0,0 0,0 1,0-1,0 1,0 0,-1 0,1 0,-1 1,0-1,0 1,0 0,0 0,0 0,0 0,-1 1,0-1,1 1,-1-1,0 1,-1 0,1 0,-1 0,1 3,0 6,0 0,-2 0,1 0,-2 0,1-1,-2 1,0 0,0 0,-2 1,-5 42,8-55,1 1,0 0,0-1,0 1,0 0,0-1,0 1,0 0,1 0,-1-1,0 1,1-1,0 1,-1 0,1-1,0 1,0-1,0 1,0-1,0 0,0 1,0-1,0 0,0 0,1 0,-1 0,0 0,1 0,-1 0,1 0,-1-1,1 1,0 0,-1-1,1 0,0 1,-1-1,1 0,0 0,-1 1,1-2,0 1,-1 0,1 0,0 0,-1-1,1 1,0-1,-1 1,1-1,-1 0,2 0,30-13,0-3</inkml:trace>
  <inkml:trace contextRef="#ctx0" brushRef="#br1" timeOffset="56392.01">12434 741,'13'15,"5"6</inkml:trace>
  <inkml:trace contextRef="#ctx0" brushRef="#br1" timeOffset="56955.509">12874 1489,'140'-400,"-122"343,-4 0,-2 0,-2-1,-3-1,0-38,-20 30,13 66,-1-1,0 1,1-1,-1 1,0-1,0 1,0 0,0-1,0 1,-1 0,1 0,0 0,0-1,-1 2,1-1,-1 0,1 0,-1 0,1 1,-1-1,1 0,-1 1,0 0,1-1,-1 1,0 0,1 0,-1 0,0 0,1 0,-1 0,0 0,1 1,-1-1,0 1,1-1,-1 1,-6 3,1 0,-1 1,1 0,0 1,1-1,-1 1,1 1,0-1,0 1,1 0,0 0,0 1,0 1,-19 32,1 2,2 1,2 1,1 0,3 1,2 1,-4 31,11-48,1 0,2 1,1 0,1-1,2 1,1 6,-1-27,0 1,1-1,0 0,1 1,0-1,0 0,1-1,1 1,-1-1,2 0,-1 0,1 0,0-1,1 0,0 0,0 0,1-1,0 0,7 4,-4-6,0 0,0-1,1 0,-1-1,1 0,0-1,0 0,0-1,0 0,1-1,-1 0,0-1,0 0,0-1,0-1,0 0,-1 0,1-1,-1-1,0 0,0 0,0-1,-1 0,0-1,0 0,-1-1,0 0,6-6,1-2,-15 16,-1 1,1-1,0 0,-1 0,1 1,-1-1,1 0,0 1,-1-1,1 1,-1-1,1 1,-1-1,1 1,-1-1,1 1,-1-1,0 1,1-1,-1 1,0 0,1-1,-1 1,0 0,0-1,0 1,0 0,0-1,0 1,0 0,0 0,0-1,0 1,0 0,0-1,0 1,0 0,-1-1,1 1,0 0,0-1,-1 1,1 0,-1-1,1 1,0-1,-1 1,0-1,1 4,-1 2,-1 1,1-1,1 1,-1 0,1-1,0 1,1-1,0 1,0 0,0-1,1 0,0 1,0-1,0 0,1 0,0 0,0 0,1 0,0-1,0 0,0 0,0 0,3 2,-1-2,1-1,-1 0,1 0,-1-1,1 0,0 0,1-1,-1 1,0-2,1 1,-1-1,1 0,-1-1,1 1,-1-2,1 1,-1-1,1 0,-1 0,1-1,-1 0,0-1,0 1,0-1,0-1,0 1,-1-1,0 0,0-1,0 0,0 0,0 0,-1 0,0-1,0 0,3-5,-4 2,0 1,-1-1,0 0,0 0,0 0,-1-1,-1 1,0-1,0 1,-1-1,0 1,0-1,-1 1,-1 0,1-1,-2 1,1 0,-1 0,0 0,-1 0,0 1,-1-1,0 1,0 0,0 0,-1 1,0 0,-1 0,-1-1,4 5,0 1,0-1,0 1,0 0,0 0,-1 0,1 1,0 0,-1 0,0 0,1 0,-1 1,0-1,1 1,-1 0,0 1,1-1,-1 1,1 0,-1 0,1 1,-1-1,1 1,0 0,-1 0,1 0,0 1,-3 2,-3 2,0 1,1 0,-1 1,1 0,1 1,0-1,1 2,-1-1,2 1,-2 2,4-7,1 0,-1 0,1 0,0 0,0 0,1 0,0 1,0-1,1 1,-1 0,1 0,1-1,-1 1,1 0,0 0,1 0,0-1,0 1,0 0,1-1,0 1,0-1,1 1,0-1,0 0,0 0,1 0,0-1,0 1,0-1,1 0,-1 0,2 0,34 14,0-8</inkml:trace>
  <inkml:trace contextRef="#ctx0" brushRef="#br1" timeOffset="57207.829">13703 807,'-20'0,"-21"5,-12 10,-7 12,4 10,10 8,13 6,17 1,20 0,19-1,5-10</inkml:trace>
  <inkml:trace contextRef="#ctx0" brushRef="#br1" timeOffset="57372.389">13717 1516,'0'18,"0"11,0 2,2-1,8-4,9-7,8-5,10-6,14-5,-3-2</inkml:trace>
  <inkml:trace contextRef="#ctx0" brushRef="#br1" timeOffset="62245.379">8556 2973,'7'0,"9"2,11 3,14 4,12 3,13 4,11 0,8 2,4 1,-1-2,-5 2,-10 0,-13-2,-15-3,-14-4</inkml:trace>
  <inkml:trace contextRef="#ctx0" brushRef="#br1" timeOffset="62551.119">9011 2773,'9'13,"0"1,1-1,1-1,0 0,0 0,1-1,1-1,0 0,0-1,7 3,-16-9,119 77,-71-49,-1 3,-3 1,29 28,-71-59,-1 0,0 1,0-1,0 1,-1 0,1 0,-1 0,-1 1,1 0,-1-1,0 1,0 0,0 1,-1-1,0 0,0 1,-1-1,0 1,0 0,0-1,-1 1,0 0,-1-1,1 2,-4 0,1-1,-1 1,0-1,-1 0,0 0,0-1,0 1,-1-1,0 0,0-1,-1 1,1-1,-1 0,-1-1,-34 23,-2-3,0-1,-2-3,0-1,-1-2,-20 2,8-3,18-9</inkml:trace>
  <inkml:trace contextRef="#ctx0" brushRef="#br1" timeOffset="66436.42">10348 3428,'-2'2,"-4"1,-2 0,2-3,2-4,2-1</inkml:trace>
  <inkml:trace contextRef="#ctx0" brushRef="#br1" timeOffset="69719.377">10321 3507,'43'-93,"149"-248,-179 320,-12 21,0 0,-1 0,1 1,0-1,0 0,0 0,-1 1,1-1,0 1,0-1,-1 1,1-1,0 1,-1-1,1 1,-1-1,1 1,-1 0,1-1,-1 1,1 0,-1 0,1-1,-1 1,0 0,0 0,1-1,-1 1,0 0,0 0,0 0,0 0,0-1,0 1,0 0,0 0,0 0,0 0,-1-1,1 1,0 0,0 0,-1 0,1 0,0 4,3 12,1-1,0 0,1 0,1 0,0-1,1 0,1 0,0-1,1 0,1 0,0-1,1 0,0-1,1 0,0-1,2 1,122 93,-135-104,1 0,-1 0,0 0,0-1,0 1,0 0,0 0,0 1,0-1,0 0,0 0,-1 0,1 1,0-1,-1 0,1 1,-1-1,1 0,-1 1,0-1,0 1,1-1,-1 1,0-1,0 1,0-1,-1 0,1 1,0-1,-1 1,1-1,0 0,-1 1,0-1,1 0,-1 1,0-1,0 0,1 0,-1 0,0 0,0 0,0 0,-1 0,1 0,0 0,0 0,0 0,-1-1,1 1,0 0,-1-1,1 1,0-1,-1 0,1 0,-2 1,-7 2,0 0,0-1,0 0,0 0,-1-1,1 0,-1-1,1 0,-1-1,1 0,0-1,0 0,-1 0,1-1,1-1,-1 0,0 0,1 0,0-2,0 1,0-1,1 0,0-1,-6-5,13 11,0 0,1 0,-1 0,0 0,0 0,0-1,1 1,-1 0,1-1,-1 1,1 0,-1-1,1 1,0-1,0 1,-1 0,1-1,0 1,0-1,1 1,-1-1,0 1,0 0,1-1,-1 1,1-1,-1 1,1 0,0 0,-1-1,1 1,0 0,0 0,0 0,0 0,0 0,0 0,0 0,0 0,0 0,0 0,1 1,-1-1,0 0,1 1,-1-1,0 1,1 0,-1-1,0 1,1 0,-1 0,1 0,-1 0,1 0,216-21,-180 17,0-1,0-1,-1-3,0-1,-1-1,0-2,16-10,-48 22,0-1,0 0,0 0,0 0,-1 0,1-1,-1 1,1-1,-1 0,0 0,0 0,0-1,-1 1,1-1,-1 1,0-1,0 0,0 0,0 0,-1 0,1 0,-1 0,0-1,0 1,-1 0,1 0,-1-1,0 1,0-1,-1 1,1 0,-1 0,0-1,0 1,0 0,-1 0,0 0,-1-3,2 5,0 0,-1 0,0 0,1 0,-1 0,0 1,0-1,0 1,0-1,0 1,0-1,-1 1,1 0,0 0,-1 0,1 1,-1-1,1 0,-1 1,1-1,-1 1,1 0,-1 0,1 0,-1 0,1 1,-1-1,1 1,-1-1,1 1,-1 0,1 0,0 0,-1 0,1 1,0-1,0 0,0 1,0 0,0-1,0 1,0 0,1 0,-1 0,0 1,-5 3,0 1,1 0,0 0,0 1,0 0,1 0,0 0,1 0,0 1,0 0,1 0,0 0,0 0,1 0,0 1,1-1,0 1,1-1,0 1,0-1,1 1,0 0,3-4,-1 0,1-1,1 1,-1-1,1 0,0 0,0-1,1 1,-1-1,1 0,0-1,0 1,0-1,0 0,1-1,-1 1,1-1,0-1,0 1,-1-1,1 0,6-1,25 5,0-3,0-1,0-2,0-1,0-2,18-5,38-9</inkml:trace>
  <inkml:trace contextRef="#ctx0" brushRef="#br1" timeOffset="71107.277">12567 3374,'-7'-4,"0"1,0 0,0 1,0-1,-1 1,1 1,-1-1,1 1,-1 1,0-1,0 1,1 0,-1 1,0 0,1 0,-1 1,1 0,0 0,-1 1,1 0,0 0,0 1,1 0,-1 0,1 0,0 1,0 0,0 0,1 0,-5 6,6-5,-1 0,1 1,0-1,1 1,-1 0,1 0,1 0,-1 1,1-1,1 1,-1-1,1 1,1 0,-1-1,1 1,0 0,1-1,0 1,0 0,1-1,0 1,0-1,1 0,0 0,0 0,0 0,1 0,0-1,1 1,-1-1,1 0,1-1,-1 1,1-1,-1 0,2 0,-1-1,2 2,15 3,-1-1,1-1,1-1,-1-1,1-1,0-1,0-1,0-2,0 0,0-1,-1-1,1-2,0 0,-1-1,18-7,-22 7,0-1,0 0,0-1,-1-2,0 1,-1-2,0 0,13-12,-28 22,0-1,0 0,-1 0,1 0,0 0,-1 0,1 0,-1-1,1 1,-1-1,0 1,0-1,0 1,1-1,-2 1,1-1,0 0,0 0,0 0,-1 1,1-1,-1 0,1 0,-1 0,0 0,0 0,0 0,0 0,0 0,0 0,-1 1,1-1,-1 0,1 0,-1 0,0 0,1 0,-1 1,0-1,0 0,0 1,0-1,-1 1,1-1,0 1,-1 0,1-1,-1 1,1 0,-1 0,0 0,-1 0,0 0,1 0,-1 1,0-1,0 1,0 0,1 0,-1 0,0 0,0 1,0-1,1 1,-1-1,0 1,1 0,-1 0,0 0,1 0,-1 1,1-1,0 1,0 0,-1-1,1 1,0 0,0 0,0 0,1 0,-1 1,1-1,-1 1,1-1,0 1,-1-1,1 1,1-1,-1 1,0 0,1 0,-1-1,1 1,0 0,0 0,0 0,0-1,0 1,1 0,-1 0,1-1,0 1,0 0,0-1,0 1,1 0,3 7,2 0,-1-1,2 0,-1 0,1-1,0 0,1 0,0-1,0 0,1 0,-1-1,1-1,1 1,-1-2,1 1,0-2,0 1,0-1,0-1,1 0,0-1,-10 0,0 0,0 0,0 0,0-1,0 1,0-1,1 1,-1-1,0 0,0 0,0 0,1 0,-1 0,0 0,0-1,0 1,0-1,1 1,-1-1,0 0,0 0,0 0,0 0,-1 0,1-1,0 1,0 0,-1-1,1 0,-1 1,1-1,-1 0,0 0,1 1,-1-1,0 0,0 0,-1 0,1 0,0-1,-1 1,1 0,-1 0,1 0,-1-1,-3-9,0 0,0 1,-2-1,1 1,-1 0,-1 0,0 0,0 0,-1 1,-1 0,1 1,-10-9,-112-103,129 121,1 0,-1 0,0-1,1 1,-1 0,0 0,1 0,-1 0,0 0,1 0,-1 0,0-1,0 1,1 0,-1 0,0 0,0-1,0 1,1 0,-1 0,0-1,0 1,0 0,1-1,-1 1,0 0,0 0,0-1,0 1,0 0,0-1,0 1,0 0,0-1,0 1,0 0,0-1,0 1,0 0,0-1,0 1,0 0,0-1,0 1,-1 0,1 0,0-1,0 1,0 0,0 0,-1-1,1 1,0 0,0 0,-1-1,1 1,0 0,0 0,-1 0,1 0,0-1,-1 1,1 0,0 0,0 0,-1 0,1 0,28 4,-25-3,318 71,-301-66,1 0,-1 2,-1 0,1 1,15 10,-30-16,0 0,1 1,-1 0,-1 0,1 0,-1 1,1-1,-1 1,-1 0,1 0,-1 1,0-1,0 1,0-1,-1 1,0 0,0 0,0 0,-1 0,0 1,0 5,-23 95,22-106,0 0,-1 0,1-1,0 1,0 0,-1 0,1 0,0 0,0 0,0 0,0 0,0 0,0-1,1 1,-1 0,0 0,0 0,0 0,1 0,-1 0,1-1,-1 1,1 0,-1 0,1-1,-1 1,1 0,-1 0,1-1,0 1,-1-1,1 1,0-1,0 1,0-1,-1 1,1-1,0 0,0 1,0-1,0 0,0 0,0 0,-1 1,1-1,0 0,0 0,0-1,0 1,49-9,-19-3,0-2,-1-2,-1 0,0-2,-2-1,19-17,39-26,-85 62,1-1,-1 0,1 0,-1 0,1 1,0-1,-1 0,1 1,-1-1,1 0,0 1,0-1,0 1,-1-1,1 1,0 0,0-1,0 1,0 0,0-1,-1 1,1 0,0 0,0 0,0 0,0 0,0 0,0 0,0 0,0 0,0 0,0 1,-1-1,1 0,0 1,0-1,0 0,0 1,-1-1,1 1,0 0,0-1,-1 1,1-1,0 1,-1 0,1 0,-1-1,1 1,-1 0,1 0,-1 0,0-1,1 1,-1 0,-2 182,4-177,-1 1,2 0,-1 0,0-1,1 1,1-1,-1 0,1 0,0 0,0 0,1-1,-1 1,1-1,0-1,1 1,-1-1,1 1,0-2,0 1,0-1,1 0,-1 0,1 0,-1-1,1 0,0-1,6 2,3-1,0-1,0 0,0-1,0-1,0 0,0-1,-1-1,1 0,0-1,-1-1,0 0,0-1,-1-1,0 0,0-1,0-1,-1 0,0-1,-1 0,0-1,-1 0,0-1,9-12,10-62,-29 84,-1-1,0 1,1-1,-1 1,0-1,-1 1,1-1,0 0,-1 1,1-1,-1 1,0 0,0-1,0 1,0 0,0-1,0 1,-1 0,1 0,-1 0,0 0,1 0,-1 0,0 1,0-1,0 1,0-1,0 1,-1 0,1-1,0 1,-1 0,1 1,-1-1,-4 1,0 0,0 1,0 0,0 0,0 1,0-1,0 2,0-1,1 1,-1 0,1 0,-1 1,1 0,1 0,-1 0,0 1,1-1,0 2,0-1,1 0,-1 1,1 0,0 0,1 0,0 0,-1 1,2 0,-2 4,1-4,1-1,-1 1,2 0,-1 0,1 0,0 0,0 0,1 0,0 0,0 0,1 0,0 0,0 0,0 0,1 0,0-1,1 1,-1-1,1 1,0-1,1 0,0 0,0 0,0 0,1-1,-1 0,1 0,6 4,1 1,1-1,1-1,0 0,0-1,1-1,-1 0,2-1,1 0,56 14</inkml:trace>
  <inkml:trace contextRef="#ctx0" brushRef="#br1" timeOffset="71738.19">15027 3722,'-8'-1,"0"0,0 1,1 0,-1 1,0 0,0 0,0 1,1 0,-1 0,1 0,0 1,-1 1,1-1,1 1,-1 0,0 0,1 1,0 0,0 0,0 1,1-1,0 1,0 0,0 1,1-1,0 1,0 0,1 0,0 0,0 1,1-1,-1 1,2-1,-2 7,2-9,1 0,-1 0,1 1,0-1,0 0,1 0,-1 0,1 0,0 0,1 0,-1-1,1 1,0 0,0 0,0-1,1 0,0 1,-1-1,2 0,-1 0,0 0,1-1,0 1,-1-1,1 0,1 0,-1 0,0-1,1 0,-1 1,1-2,0 1,0 0,2 0,9 1,-1 0,0 0,1-2,0 0,-1 0,1-2,0 0,-1 0,1-2,-1 0,0-1,0 0,13-6,-2-1,0 0,-2-2,1-1,-2-1,0 0,-1-2,10-10,-10 5,0 0,-2-2,-1-1,-1 0,-1-1,-1-1,-1 0,-2-1,0-1,2-12,2-14,-2 0,-3-1,-2-1,-2 0,-3-9,-3 40,0 0,-3 0,0 0,-4-24,-18-4,22 52,1 1,-1 0,0 0,0 0,-1 0,1 0,0 0,0 0,0 1,-1-1,1 0,0 1,-1-1,1 1,0-1,-1 1,1 0,-1-1,1 1,-1 0,1 0,-1 0,1 0,-1 0,1 0,0 1,-1-1,1 0,-1 1,1-1,0 1,-1 0,1-1,0 1,-1 0,0 0,-4 5,-1 0,1 0,1 0,-1 0,1 1,0 0,0 0,1 1,0-1,0 1,-2 6,-10 32,1 1,3 0,2 1,2 0,1 0,3 1,3-1,1 1,2 2,0-19,0-1,3 1,0-1,2 0,1-1,1 0,9 17,-13-35,1 1,1-1,0 0,1 0,0-1,0 0,1-1,1 1,0-2,0 1,1-2,0 1,1-1,-1-1,2 0,-1-1,1 0,3 0,-9-3,0-1,0 0,0 0,1-1,-1 0,0 0,1 0,-1-1,1 0,-1-1,0 0,1 0,-1 0,0-1,0 0,0-1,0 1,0-1,0-1,-1 1,1-1,-1 0,0-1,0 1,-1-1,1-1,-1 1,0-1,-1 1,1-1,-1-1,2-3,3-9,-1 1,-1-2,0 1,-2-1,0 0,-1 0,-1 0,-1 0,0-1,-2 1,-1-1,-1-5,-13-22,14 49,-1-1,1 0,0 1,0-1,-1 0,1 1,0 0,0-1,0 1,0 0,0-1,0 1,0 0,0 0,0 0,0 0,0 0,1 0,-1 0,0 0,1 0,-1 0,1 0,-1 0,1 1,-1-1,1 0,0 0,-1 1,1-2,-7 18,1 0,0 1,1-1,1 1,1 0,1 0,0 0,2 1,0-1,1 0,1 0,0 0,4 9,-2-15,1-1,0 1,2-1,-1 0,1 0,1 0,0-1,1-1,0 1,0-1,1-1,0 0,1 0,0-1,1 0,-1-1,1-1,1 0,-1 0,1-1,0-1,0 0,1 0,-1-2,1 0,2 0,37 3</inkml:trace>
  <inkml:trace contextRef="#ctx0" brushRef="#br1" timeOffset="71989.581">15201 3414,'13'7,"28"4,36 6,42 1,38 2,30 3,-17-3</inkml:trace>
  <inkml:trace contextRef="#ctx0" brushRef="#br1" timeOffset="72974.735">16538 3936,'-4'-5,"1"0,-1 1,0 0,0 0,0 0,-1 0,1 0,-1 1,0 0,0 0,0 0,0 1,0 0,-1-1,1 2,-1-1,0 1,1 0,-1 0,0 1,0-1,1 1,-1 0,0 1,0 0,1 0,-1 0,0 0,-4 3,0-1,-1 1,0 0,1 1,0 0,0 1,1 0,0 1,0 0,0 0,1 1,0 0,0 0,1 1,-6 9,10-15,1 1,0 0,0-1,0 1,0 0,1 0,-1 0,1 0,0 1,1-1,-1 0,1 0,-1 1,1-1,0 0,1 1,-1-1,1 0,0 0,0 0,0 1,1-1,-1 0,1 0,0-1,0 1,0 0,1-1,-1 1,1-1,0 0,0 0,0 0,0 0,1 0,-1-1,1 1,3 1,7 2,0 0,0-1,0-1,1 0,-1-1,1-1,0 0,0-1,0 0,0-1,0-1,0 0,0-1,0-1,-1 0,1-1,-1-1,0 0,6-4,-12 5,-1-1,1 1,-1-2,0 1,0-1,-1 0,1 0,-1-1,-1 0,1 0,0-3,-4 8,0-1,-1 1,1-1,-1 1,0-1,1 0,-1 0,-1 0,1 0,0 0,-1 0,1 0,-1 0,0 0,0 0,0 0,0 0,-1 0,1 0,-1 0,0 1,0-1,0 0,0 0,0 0,-1 1,1-1,-1 1,0-1,0 1,0-1,0 1,0 0,0 0,0 1,1 0,-1 0,0 1,1-1,-1 0,0 1,1 0,-1-1,0 1,0 0,0 0,1 0,-1 0,0 0,0 0,1 0,-1 1,0-1,0 0,1 1,-1 0,0-1,1 1,-1 0,1 0,-1 0,1 0,-1 0,1 0,0 1,-1-1,1 0,0 1,0-1,0 1,0-1,0 1,0-1,1 1,-1 0,0-1,1 1,-1 0,1 0,0-1,0 1,-1 0,1 1,-1 3,0 0,1 0,-1 0,1 0,0 0,1 0,0 0,0 0,0 0,0-1,1 1,0 0,0-1,0 1,1-1,0 0,0 0,0 0,1 0,0 0,0-1,0 1,0-1,3 1,0 2,1-1,0-1,0 0,0 0,1 0,-1-1,1-1,0 1,0-1,1-1,-1 0,0 0,1-1,0 0,0 0,-1-2,0 1,0-1,1 0,-1-1,0 0,-1-1,1 0,0 0,-1-1,0 0,1 0,-2-1,1 0,0 0,-1-1,6-5,7-11,-1 0,0-2,-2 0,9-16,-13 18,2 0,1 1,0 0,1 1,18-14,-32 30,1 1,-1 0,1 0,0 0,0 0,0 0,0 1,0 0,1 0,-1 0,1 1,-1-1,1 1,-1 0,1 0,0 1,0-1,0 1,-1 0,1 0,0 1,0 0,-1-1,1 2,0-1,-1 0,1 1,-1 0,1 0,-1 0,0 1,0-1,0 1,0 0,-1 0,1 1,0 0,7 14,-1 0,-1 0,0 1,-2 1,0-1,-1 1,-1 0,-1 1,-1-1,0 1,-2 0,0-1,-3 21,-2 45,-3 0,-5 0,-17 63,-18 142,46-285,0 1,0 0,0 0,1 0,-1 0,2 0,-1 0,1 0,0 0,0 0,1-1,0 1,0 0,0-1,1 1,1 1,-3-8,1 1,-1-1,1 0,0 1,-1-1,1 0,-1 0,1 0,0 0,-1 0,1 0,-1-1,1 1,-1 0,1-1,-1 1,1-1,-1 0,1 0,-1 1,0-1,1 0,-1 0,0 0,0 0,1 0,-1 0,0-1,0 1,0 0,-1-1,1 1,0 0,0-1,-1 1,1-1,-1 1,1-1,-1 0,0 1,1-1,-1 1,8-23,-1-1,0 0,-2 1,-1-2,-1 1,-2 0,0-1,-1 1,-2-6,2 3,-1 1,-2-1,-1 0,-1 1,-1 0,-1 0,-1 0,-2 1,-1 1,0-1,-2 2,-1 0,-1 0,-1 1,-1 1,-1 1,-1 1,-1 0,-20-15,-28-8,63 34,21 8,-14 1,367 8,-148-13,-215 4,-4 1,-1-1,0 1,1-1,-1 1,0-1,1 1,-1 0,1 0,-1 0,1-1,-1 1,0 1,1-1,-1 0,1 0,-1 0,0 1,1-1,-1 1,0-1,1 1,-1 0,0-1,0 1,1 0,-1 0,0 0,0 0,0 0,0 0,0 0,0 0,-1 0,1 0,0 1,0-1,-1 0,1 1,-1 0,-15 35,13-34,0-1,0 1,0 0,0 0,1-1,-1 1,1 0,0 0,0 1,0-1,0 0,1 0,-1 0,1 1,0-1,0 0,0 0,0 1,0-1,1 0,0 0,-1 0,1 1,0-1,1 0,-1 0,0 0,1-1,0 1,0 0,0 0,0-1,0 0,0 1,7 2,0 0,0-1,0 0,0 0,1-1,0 0,-1-1,1 0,0-1,0 0,0 0,0-1,0 0,0-1,0 0,0-1,0 0,0 0,4-3,-9 4,0-2,0 1,-1-1,1 1,0-1,-1-1,0 1,0-1,0 1,0-1,0 0,-1-1,0 1,0 0,0-1,0 0,-1 0,0 0,0 0,0 0,0 0,-1 0,0-1,0 1,0 0,-1-1,0 1,0-1,0 1,-1 0,0-1,0 1,0 0,-1-1,0 0,1 0,-1 0,0 0,0 0,0 1,-1-1,0 1,0-1,0 1,-1 0,0 1,1-1,-2 0,1 1,-1 0,1 0,-1 1,0-1,0 1,-1 0,1 0,-1 1,1-1,-1 1,0 0,0 1,0 0,0 0,0 0,0 0,0 1,-2 0,2 1,0 1,1-1,-1 1,1 0,0 0,0 1,0 0,0 0,0 0,0 0,1 1,-1-1,1 1,0 1,0-1,1 0,-1 1,1 0,0 0,0 0,1 0,-1 0,1 0,0 1,1-1,-1 1,1-1,0 1,1 0,-1-1,1 1,0 0,0 0,1-1,0 1,0 0,0-1,1 1,0-1,0 1,0-1,0 0,1 0,0 0,0 0,3 3,0-3,1 1,-1-1,1 0,0 0,0-1,0 0,1 0,0-1,4 2,27 7</inkml:trace>
  <inkml:trace contextRef="#ctx0" brushRef="#br1" timeOffset="73223.115">18155 3494,'-22'-2,"-15"-1,-8 5,-1 8,4 13,7 10,11 12,10 9,6-5</inkml:trace>
  <inkml:trace contextRef="#ctx0" brushRef="#br1" timeOffset="73476.107">18061 4216,'7'16,"5"7,6 3,8-2,10-4,16-6,16-7,16-10,-8-4</inkml:trace>
  <inkml:trace contextRef="#ctx0" brushRef="#br1" timeOffset="74039.7">19184 4029,'87'-45,"-54"29,-1-1,0-2,-1-1,1-3,-1-5,-1-3,-2 0,-1-2,-1-1,-2-1,-1-1,-2-1,-2-1,-1-1,-2 0,-2-1,1-8,-15 47,7-18,-1 0,0 0,-2-1,0 0,-1 0,-1 0,-1 0,-1 0,-1-15,0 32,0-1,0 1,0 0,0 0,-1 0,1 0,-1 0,0 0,0 0,0 0,0 0,0 1,-1-1,1 1,-1 0,0 0,0 0,0 0,0 0,0 1,0-1,0 1,0 0,0 0,-1 0,1 0,0 0,-1 1,1 0,-1 0,1 0,-1 0,1 0,0 0,-1 1,1 0,-1 0,1 0,0 0,0 0,0 1,0-1,0 1,0 0,0 0,0 0,1 0,-3 2,-14 11,1 1,1 1,0 0,1 1,1 1,0 1,2 0,0 1,2 0,0 0,1 2,1-1,1 1,2 1,-6 13,3 0,0 1,3 1,1-1,2 1,2-1,1 1,2 0,4 15,-2-29,0 0,2-1,1 1,1-1,1-1,1 1,1-2,0 1,2-1,1-1,1-1,1 0,0-1,17 15,-23-25,1 0,0 0,1-2,-1 1,2-2,-1 1,1-2,0 1,0-2,0 0,1 0,-1-2,1 1,0-2,0 0,0 0,-1-2,1 1,0-2,0 0,0 0,-1-2,0 1,1-2,4-2,-1 0,-2 0,1-1,-1-1,0 0,0-1,-1 0,-1-2,0 1,0-2,-1 0,-1 0,0-1,-1 0,5-9,-14 20,1 0,-1 0,1 0,-1 0,0 0,0 0,-1-1,1 1,-1 0,1 0,-1-1,0 1,0 0,0 0,-1-1,1 1,-1 0,0 0,0-1,0 1,0 0,-1 0,1 0,-1 1,1-1,-1 0,0 0,0 1,-1-1,1 1,0 0,-1 0,1 0,-1 0,0 0,0 0,0 1,1-1,-1 1,-1 0,1 0,-3-1,-3 0,1-1,-1 1,0 1,0 0,0 0,0 0,0 1,0 1,0 0,0 0,0 0,0 1,0 1,0-1,1 1,-1 1,1 0,0 0,0 0,1 1,-1 1,1-1,0 1,0 0,1 0,0 1,0 0,0 0,1 1,0-1,1 1,0 0,0 0,0 1,1 1,2-5,0 0,1 1,0-1,0 0,0 1,1-1,0 0,0 1,0-1,0 0,1 0,0 0,0 0,1 0,-1 0,1 0,0-1,0 0,1 1,-1-1,1 0,0-1,0 1,0-1,0 0,1 0,-1 0,4 1,0 1,0-1,0 0,0-1,1 0,-1-1,1 1,0-1,-1-1,1 0,0 0,0-1,0 0,0 0,0-1,0 0,-1-1,2 0,-2-1,1 0,-1-1,0 0,0 0,-1-1,1 0,-1 0,0 0,-1-1,1 0,-1-1,0 1,0-1,-1-1,0 1,-1-1,1 1,-1-1,-1 0,1-1,-7 17,2-1,-1 1,1 0,0 0,1 0,0 0,0 0,1 0,0 0,0 0,1 0,0 0,0 0,1-1,0 1,0-1,1 0,-1 0,2 0,-1 0,1-1,0 0,1 0,-1 0,1 0,18 9,-1-2,2 0,0-2,0 0,1-2,0-1,0-1,1-1,0-1,0-1,17-1,58 5,-11-5</inkml:trace>
  <inkml:trace contextRef="#ctx0" brushRef="#br1" timeOffset="75571.458">10094 5205,'26'-98,"3"2,5 1,22-39,-56 133,4-9,0 0,1 1,0-1,0 1,1 0,0 1,0-1,1 1,0 1,1-1,-1 1,5-3,-9 9,-1 0,1 0,-1 0,0 1,1-1,-1 1,1-1,0 1,-1 0,1 0,-1 0,1 0,-1 0,1 1,-1-1,1 1,-1 0,1-1,-1 1,1 0,-1 1,0-1,0 0,0 1,0-1,0 1,2 1,46 53,-35-33,0 0,-2 1,-1 1,-1 0,-1 1,-1 0,-1 0,-1 1,-1 1,-6-23,1 0,-1 1,1-1,-1 0,-1 1,1-1,-1 0,0 0,0 1,-1-1,1 0,-2 2,2-5,0-1,0 1,0 0,0-1,-1 1,1-1,0 1,-1-1,1 1,-1-1,1 0,-1 0,0 0,0 0,1 0,-1 0,0-1,0 1,0-1,0 1,0-1,0 1,0-1,0 0,0 0,0 0,0 0,0-1,0 1,0 0,0-1,0 1,-1-2,-4-1,0-1,1 1,-1-2,1 1,0-1,0 0,1 0,-1 0,1-1,1 0,-1 0,1 0,0 0,0-1,1 0,-1 0,2 0,-1 0,1 0,0 0,0-1,1 1,0-1,1 1,-1-1,1 0,1-5,0 10,-1 0,1 1,0-1,0 1,0-1,0 1,0 0,0 0,1-1,-1 1,1 0,-1 0,1 0,0 0,0 0,0 1,0-1,0 1,0-1,0 1,1 0,-1 0,0 0,1 0,-1 0,1 0,-1 1,1-1,0 1,-1-1,1 1,-1 0,1 0,88 14,-63-6,-2 1,1 0,0-1,1-2,-1-1,1-1,0-2,1 0,-1-2,0-1,0-2,0 0,0-2,3-2,-26 6,0 0,0-1,0 1,-1-1,1-1,-1 1,1-1,-1 1,0-1,0-1,0 1,0 0,0-1,-1 0,0 0,0 0,0 0,0 0,0-1,-1 0,0 1,0-1,0 0,-1 0,1 0,-1 0,-1 0,1 0,-1 0,1 0,-1 0,-1 0,1-2,-1 2,-1 1,1 0,-1 0,0 0,0 0,0 0,0 1,-1-1,1 1,-1-1,0 1,0 0,0 0,0 0,-1 1,1-1,-1 1,0 0,0 0,1 0,-1 0,0 1,-1-1,1 1,0 0,0 0,-1 1,1-1,0 1,-1 0,1 0,0 1,-1-1,1 1,0 0,0 0,0 0,0 1,0-1,0 1,-2 1,0 4,0 2,1-1,-1 0,1 1,1 0,0 0,0 1,1-1,0 1,1-1,0 1,0 0,1 0,0 0,1 0,0 0,1 0,1 8,-2-8,1 0,0 0,1 0,0 0,1 0,0 0,0-1,1 1,1-1,-1 0,1 0,1 0,0-1,0 0,0 0,1-1,1 1,-1-1,1-1,0 0,0 0,1 0,0-1,0 0,0-1,0 0,1-1,0 0,6 1,-3-2,1 0,-1-1,1-1,-1 0,1-1,-1-1,1 0,-1 0,0-2,0 0,0 0,0-1,-1 0,0-1,0-1,4-3,5-4,-1 0,-1-1,-1-1,0-1,-1-1,-1 0,0-1,9-16,0-10,-2 0,-2-2,-2 0,-2-1,-2-1,-2 0,-2-1,-3 0,-1-1,-3-3,-5-47,1 100,0 0,0 1,0-1,-1 0,1 0,0 1,0-1,-1 0,1 1,-1-1,1 0,0 1,-1-1,1 0,-1 1,1-1,-1 1,0-1,1 1,-1-1,0 1,1 0,-1-1,0 1,1 0,-1-1,0 1,0 0,1 0,-1 0,0 0,0 0,1 0,-1 0,0 0,0 0,0 0,1 0,-1 0,0 0,0 1,1-1,-1 0,0 1,1-1,-1 0,0 1,1-1,-1 1,0-1,1 1,-1-1,1 1,-1-1,1 1,-1 0,1-1,0 1,-1 0,1 0,-67 98,29-19,3 1,4 2,3 1,-1 24,-9 92,37-185,0 1,1-1,0 1,2-1,0 1,0-1,2 0,-1 0,2 0,0 0,7 12,-7-18,1 0,0-1,0 0,1-1,0 1,1-1,-1 0,1-1,0 0,1 0,0-1,0 0,0-1,0 1,1-2,-1 1,1-2,0 1,0-1,0-1,0 1,2-2,13 2,0-2,0-1,0-1,0-1,0-1,0-1,-1-2,12-4,-15 4,0-2,-1 0,0-1,0-1,-1-1,-1-1,18-14,-28 20,0 0,-1-1,0 0,0 0,-1-1,0 0,0 0,-1 0,0-1,-1 0,0 0,0 0,-1 0,0 0,-1-1,-1 0,1-6,-1 14,0 0,-1 0,0-1,0 1,0 0,0-1,0 1,-1 0,1 0,-1-1,0 1,0 0,0 0,0 0,-1 0,1 0,-1 0,0 0,0 0,0 1,0-1,0 1,0 0,-1-1,1 1,-1 0,0 0,0 1,1-1,-1 0,0 1,0 0,-1 0,1 0,0 0,0 0,0 1,-1-1,1 1,0 0,-1 0,0 0,-5 4,-1 0,1 0,0 1,0 1,1-1,0 1,0 1,0 0,1 0,-1 0,2 1,-1 0,1 0,1 1,-1-1,1 1,1 1,0-1,0 1,1-1,0 1,0 0,1 0,1 0,0-4,0 0,1 0,-1 0,2 0,-1 0,0 0,1 0,0 0,1 0,-1 0,1-1,0 1,1 0,-1-1,1 0,0 0,0 0,1 0,0 0,0 0,0-1,0 0,0 0,1 0,0 0,4 1,7 5,1-2,0 0,0-1,1-1,0-1,0 0,8 0,57 10</inkml:trace>
  <inkml:trace contextRef="#ctx0" brushRef="#br1" timeOffset="76195.308">12567 5112,'-6'-3,"0"1,-1-1,0 1,1 1,-1-1,0 1,0 0,0 0,0 1,1 0,-1 1,0-1,0 1,0 0,0 1,1 0,-1 0,1 0,-1 1,1 0,0 0,0 1,0-1,0 1,1 1,0-1,-4 5,4-1,0-1,1 2,1-1,-1 0,1 1,1 0,0 0,0 0,0 0,1 0,1 0,-1 0,2 0,-1 0,1 0,1 0,-1 0,1 0,1 0,0-1,0 1,1-1,0 0,0 0,1 0,0 0,0-1,1 0,0 0,0 0,1-1,-1 0,1 0,1-1,-1 0,1 0,0-1,0 0,1 0,3 0,0-1,0-1,1 0,-1 0,0-1,1-1,-1 0,1-1,-1-1,0 1,1-2,-1 0,0 0,-1-1,1-1,-1 0,0 0,0-1,0 0,5-6,5-2,-2-2,0 0,-1-1,0-1,-2-1,0-1,-1 0,-1 0,10-20,5-26,-3 0,-3-2,-2 0,-4-2,7-58,-8 47,23-120,-33 138,-7 63,1 1,-1 0,1-1,-1 1,1-1,-1 1,0-1,1 1,-1-1,0 1,1-1,-1 0,0 1,0-1,1 0,-1 0,0 0,0 1,0-1,1 0,-1 0,0 0,0 0,0 0,1 0,-1-1,0 1,0 0,0 0,1-1,-1 1,0 0,0-1,1 1,-1-1,0 1,1-1,-1 1,1-1,-1 1,1-1,-1 1,1-1,-1 0,1 1,-1-1,1 0,0 0,-1 1,1-1,0 0,0 0,-1 1,1-1,0 0,0 0,0 0,0 0,0 1,0-1,0 0,1 0,-1 1,0-1,0 0,1 0,-1 0,1 0,-13 13,1 1,0 0,1 1,1 0,0 0,1 1,0 1,-14 26,2 1,2 0,2 2,1 0,3 0,1 1,3 1,2 0,2 0,1 0,3 0,2 0,2 1,-2-30,1 1,0-1,2 0,0 0,1 0,0-1,1 1,2-2,-1 1,2-1,0-1,1 1,1-2,0 0,1 0,0-1,1-1,0 0,1-1,1 0,0-1,13 5,-22-12,0-1,1-1,-1 1,1-1,-1-1,1 1,-1-1,1-1,-1 1,1-1,0-1,-1 1,0-1,1 0,-1-1,0 0,0 0,-1-1,1 1,-1-1,1-1,-1 1,0-1,-1 0,1-1,-1 1,0-1,1-3,78-125,-76 120,-1 26,-6 43,8 69,-8-118,1 0,-1 0,1-1,1 1,-1 0,1-1,0 0,0 0,1 0,-1 0,1 0,0-1,1 1,-1-1,1 0,-1-1,1 1,5 2,49 10,-30-16</inkml:trace>
  <inkml:trace contextRef="#ctx0" brushRef="#br1" timeOffset="76449.629">13703 5059,'-16'0,"-12"-3,-8 0,-2 1,-2-3,-1-2,7 0</inkml:trace>
  <inkml:trace contextRef="#ctx0" brushRef="#br1" timeOffset="76630.151">12902 4765,'18'0,"24"2,25 5,25 7,19 7,11 7,-16-2</inkml:trace>
  <inkml:trace contextRef="#ctx0" brushRef="#br1" timeOffset="76792.253">13837 5353,'-9'20,"-3"12,3 4,5-1,10-4,8-8,7-10,0-7</inkml:trace>
  <inkml:trace contextRef="#ctx0" brushRef="#br1" timeOffset="76793.253">13971 4751,'9'9,"10"15,2 2</inkml:trace>
  <inkml:trace contextRef="#ctx0" brushRef="#br1" timeOffset="77257.011">14479 5513,'17'-28,"42"-64,-5-2,-4-2,-4-2,-4-2,-5-2,1-21,-38 123,3-8,-1 1,-1 0,1 0,-1-1,-1 1,1-1,-1 1,0-1,-1 1,0-1,0 1,-1-1,0 1,1 5,0 1,0 0,0 0,0 0,0-1,-1 1,1 0,0 1,-1-1,1 0,-1 0,1 0,-1 1,1-1,-1 1,0 0,1-1,-1 1,0 0,1 0,-1 0,1 0,-1 0,0 0,1 0,-1 1,0-1,1 0,-1 1,1 0,-1-1,1 1,-1 0,1 0,-1 0,1 0,0 0,0 0,-1 0,0 1,-15 12,0 1,1 1,0 1,2 0,0 0,1 2,0 0,2 0,0 1,-1 5,-5 8,1 1,2 0,1 1,2 1,1 0,2 0,2 1,0 7,4-27,1 0,1 0,1 1,0-1,1 0,1 0,0 0,2 0,0-1,0 0,2 1,0-2,1 1,0-1,1-1,1 1,0-2,9 10,-6-11,0-1,0 0,1-1,0-1,1 0,0-1,0 0,1-1,0-1,0 0,0-2,1 0,0 0,0-2,6 1,-12-2,1 0,-1-1,1-1,0 0,-1 0,0-1,1 0,-1-1,0-1,0 1,0-2,-1 0,0 0,1 0,-2-2,1 1,-1-1,0 0,0-1,-1 0,0-1,6-8,-4 1,-1 0,-1 0,-1-1,-1 1,0-2,-1 1,-1 0,0-1,-1 0,-1 0,-1 0,-1 0,0-5,0 18,0-1,0 0,-1 1,0-1,0 1,0-1,0 1,-1-1,0 1,0 0,0 0,-2-2,3 6,1 1,-1-1,0 1,0-1,1 1,-1-1,0 1,0-1,0 1,0 0,0 0,1-1,-1 1,0 0,0 0,0 0,0 0,0 0,0 0,0 0,0 0,0 0,0 1,1-1,-1 0,0 1,0-1,0 0,0 1,1-1,-1 1,0-1,0 1,1 0,-1-1,0 1,1 0,-1-1,1 1,-1 0,1 0,-1-1,1 1,-1 0,1 1,-6 7,1 0,-1 0,2 1,0 0,0 0,0 0,1 0,1 1,0-1,0 1,1-1,1 1,0 0,0-1,1 1,0 0,1-1,0 1,0-1,1 0,1 0,0 0,0 0,1 0,0-1,5 7,6-1,0-1,0 0,2-1,0 0,0-2,1 0,0-1,1-1,0-1,0-1,1 0,0-2,19 3,82 19</inkml:trace>
  <inkml:trace contextRef="#ctx0" brushRef="#br1" timeOffset="77929.477">16965 5219,'-131'453,"122"-425,9-28,0 0,-1-1,1 1,0 0,0 0,0 0,-1 0,1 0,0 0,0 0,-1 0,1 0,0-1,0 1,-1 0,1 0,0 0,0 0,-1 0,1 1,0-1,0 0,-1 0,1 0,0 0,0 0,0 0,-1 0,1 0,0 0,0 1,0-1,-1 0,1 0,0 0,0 0,0 1,25-198,31-133,-51 313,-8 41,2-10,0-11,0 0,1 0,0 0,-1-1,1 1,1 0,-1 0,0 0,1 0,-1 0,1 0,0-1,0 1,0 0,0-1,0 1,1 0,-1-1,1 0,-1 1,1-1,0 0,0 0,0 0,0 0,1 0,-1 0,1-1,-1 1,1-1,-1 0,1 1,0-1,-1-1,1 1,0 0,0-1,1 1,16 0,0-1,0 0,1-2,-1 0,0-1,0-1,-1-1,1-1,15-7,-22 9,152-58,-164 62,34-10,-35 10,1 1,0-1,-1 0,1 0,0 0,-1 0,1 1,-1-1,1 0,0 1,-1-1,1 0,-1 1,1-1,-1 1,1-1,-1 1,0-1,1 1,-1-1,0 1,1-1,-1 1,0 0,0-1,1 1,-1 0,0-1,0 1,0-1,0 1,0 0,0-1,0 1,0 0,0-1,0 1,0 0,0-1,0 1,-1 0,1-1,0 1,0-1,-1 1,1-1,0 1,-1 0,1-1,-1 1,-110 240,98-215,1 1,1 1,1 0,2 1,1 0,1 0,1 1,2-1,0 9,4-32,-1 0,1 0,0-1,0 1,1 0,0 0,0-1,0 1,0-1,1 0,0 1,0-1,1-1,0 2,19 16</inkml:trace>
  <inkml:trace contextRef="#ctx0" brushRef="#br1" timeOffset="78255.489">17688 5325,'-20'67,"4"0,3 0,3 1,1 13,8-63,0 0,2 0,0 1,1-1,0 0,4 10,-5-24,0 0,0 0,0 0,1 0,-1 0,1 0,0 0,0-1,1 1,-1-1,1 0,-1 0,1 0,0 0,0 0,1 0,-1-1,0 1,1-1,0 0,-1 0,1-1,0 1,0-1,0 0,0 0,0 0,0 0,0-1,1 1,0-1,9-3,0-1,0 0,0-1,-1-1,0 0,0 0,0-1,-1-1,0 0,-1-1,1 0,-2-1,1 0,-2-1,1 0,-1 0,-1-1,2-4,15-22,-1 0,-3-1,-1-2,-2 0,-2 0,-2-2,-1 0,-2-1,1-23,-12 68,-1 7</inkml:trace>
  <inkml:trace contextRef="#ctx0" brushRef="#br1" timeOffset="78508.455">18369 5353,'2'18,"6"20,5 16,11 14,11 8,12 3,9-1,7-4,1-9,-3-10,-10-14,-11-15,-13-15,-10-18,-9-7</inkml:trace>
  <inkml:trace contextRef="#ctx0" brushRef="#br1" timeOffset="78676.006">18823 5432,'-20'14,"-19"16,-13 14,-10 11,-5 9,-3 4,6-2,12-4,14-8,19-14,12-14</inkml:trace>
  <inkml:trace contextRef="#ctx0" brushRef="#br1" timeOffset="78876.553">19304 5767,'23'0,"23"0,23 0,17 0,-6 0</inkml:trace>
  <inkml:trace contextRef="#ctx0" brushRef="#br1" timeOffset="79958.07">20147 5700,'-2'15,"0"-1,1 1,0 0,1-1,1 1,0 0,1-1,1 1,0-1,1 0,0 0,4 7,-5-12,-1-1,1 5,1 0,1 0,-1 0,2-1,0 1,1-1,0-1,6 8,-12-17,1-1,-1 1,1-1,0 0,-1 0,1 0,0 0,0 0,0 0,0 0,0-1,0 1,0-1,0 1,0-1,0 0,0 0,0 0,0 0,0 0,0 0,0-1,0 1,0-1,0 1,0-1,0 0,0 1,0-1,0-1,55-37,-48 32,181-173,-154 152,-36 54,-3-10,0-10,1-1,-1 1,1-1,1 1,-1 0,1 0,0 0,0 0,1 0,0 0,0 0,0 0,1 0,0 0,0 0,0 0,1 0,0-1,0 1,0-1,1 1,0-1,0 0,0 0,1 0,0 0,0 0,0-1,3 3,6-2,0-1,-1-1,1 0,1 0,-1-2,0 1,0-2,1 1,-1-2,0 0,0-1,1 0,-1-1,0 0,-1-1,1 0,-1-1,0-1,10-5,-5 1,0-1,0 0,-1-1,0-1,-1 0,-1-1,0-1,-1 0,-1-1,0 0,-1-1,-1 0,0-1,-1 0,-1 0,-1-1,1-6,9-34,-3-1,-2 0,-3-1,-2 0,-4-1,-2 60,2-34,-1 1,-1-1,-2 1,-2-1,-1 1,-4-14,8 46,0 1,0-1,0 0,-1 1,1-1,-1 1,1-1,-1 1,0-1,0 1,0 0,0-1,0 1,-1 0,1 0,-1 0,1 0,-1 0,0 0,0 0,0 0,0 1,0-1,0 1,0 0,-1-1,1 1,0 0,-1 0,1 1,-1-1,1 0,-1 1,1 0,-1-1,0 1,1 0,-1 0,1 1,-1-1,0 0,1 1,-1-1,1 1,0 0,-1 0,0 1,-9 7,0 2,0-1,2 2,-1-1,1 2,1-1,0 1,1 0,1 1,0 0,0 0,-2 11,-9 19,2 0,2 2,2 0,2 0,2 1,2 0,2 0,2 1,3 26,1-48,1 0,1 0,1-1,2 0,0 0,10 22,-12-36,0-1,0 0,1 1,0-2,1 1,0-1,0 0,1 0,0-1,1 0,0-1,0 0,1 0,-1-1,1 0,6 2,-8-5,0 0,1-1,0 0,0 0,0-1,-1 0,1-1,0 0,0 0,0-1,0 0,0-1,0 0,-1 0,1-1,-1 0,0 0,1-1,-1 0,-1 0,1-1,-1 0,0-1,0 1,2-4,8-6,0-2,-1 0,-1-1,-1-1,0 0,-2-1,0 0,-1-1,0-4,-6 13,5-7,-8 38,-3 1,-1-3,1 0,1 1,0-1,1 0,1 1,0-1,1 0,1 0,1-1,0 1,3 3,-6-17,0 1,1-1,-1 0,1 0,0 0,-1-1,1 1,0-1,1 1,-1-1,0 0,1 0,-1 0,1-1,0 0,-1 1,1-1,0 0,0 0,0-1,-1 1,1-1,0 0,0 0,0-1,0 1,0-1,0 1,0-1,-1 0,1-1,0 1,-1-1,1 1,-1-1,1 0,-1-1,0 1,3-3,23-17,0-2,-2-1,-1-1,-1-1,9-14,0 2,-1 10,-28 35,-19 92,9-74,1-9,1 0,1 0,0 1,1-1,1 1,0 0,2 8,-2-21,1-1,-1 0,1 0,-1 0,1 0,0-1,0 1,0 0,0 0,0 0,1-1,-1 1,0-1,1 1,-1-1,1 1,0-1,-1 0,1 0,0 0,0 0,0 0,0 0,0 0,0-1,0 1,0-1,0 1,0-1,0 0,1 0,67-8,-67 7,147-37,-148 38,1-1,-1 1,0-1,0 1,0 0,0 0,0 0,0 0,1 0,-1 1,0-1,0 1,0-1,0 1,0 0,0-1,0 1,0 0,0 1,-1-1,1 0,0 0,-1 1,1-1,-1 1,1-1,-1 1,0 0,1 0,-1-1,0 1,0 0,0 0,-1 0,1 0,0 0,-1 0,1 0,-1 0,0 1,0 0,28 109,-16-98,-5-16</inkml:trace>
  <inkml:trace contextRef="#ctx0" brushRef="#br1" timeOffset="80204.238">22259 5606,'-13'5,"-5"6,5 3,12-1,17-14,18-22,2-7</inkml:trace>
  <inkml:trace contextRef="#ctx0" brushRef="#br2" timeOffset="165670.579">9492 1689,'379'33,"90"49,-314-66,243 36,-341-41,357 66,14-17,-165-38,72-12,263 14,-234-4,-13-2,208 43,-253-16,126-4,-235-28,68 18,16 11,359 68,-473-76,76 2,390 52,-427-58,193 3,139-29,288-43,-734 32,0-3,-1-5,70-21,-131 28,-1-2,0-1,-1-1,0-1,-1-2,-1-1,0-1,-1-1,-1-1,-1-1,-1-1,0-1,4-8,-5-1,-1 0,-2-2,-1 0,-2-1,-1 0,-2-2,-1 1,-2-1,-1-1,-2 0,-2 0,-1 0,-2 0,-1 0,-3 0,0 0,-3 0,0 0,-3 1,-4-10,-4 2,-1 2,-2 0,-2 1,-2 1,-1 2,-3 0,0 2,-3 1,0 1,-3 2,0 1,-2 2,-1 1,-2 2,0 2,-2 1,0 2,-37-12,14 12,0 3,-1 3,-1 3,0 3,0 2,-26 3,26 0,-1327-116,467 35,122 21,577 54,-43 0,-153-31,-161-45,-338-9,-31-50,756 118,-175 0,361 27,-191-3,1-9,-124-26,247 24,-99-19,-1 8,-40 5,35 14,-94 13,212-1,0 3,0 3,2 3,-1 2,-46 21,78-23,-1 2,2 1,1 2,0 0,1 2,1 2,2 0,0 2,2 0,0 2,-1 6,-27 27,31-39,0 2,2 1,1 0,1 1,-6 15,-67 167,83-188,2 1,1-1,1 1,0 0,1 0,2 0,0-1,1 1,1 0,3 8,1 7,2-1,2-1,1 1,1-1,2-1,2-1,0 0,3-1,0 0,2-2,1 0,2-2,6 5,0 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2:12.50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190 191,'-2'18,"-1"20,0 17,1 10,0 8,1 3,3 0,0-4,4-7,-1-13,0-15</inkml:trace>
  <inkml:trace contextRef="#ctx0" brushRef="#br0" timeOffset="525.116">150 71,'-37'-51,"36"51,1 0,-1 0,1-1,0 1,-1 0,1 0,-1 0,1 0,-1 0,0 0,1 0,-1 0,1 0,-1 0,1 0,-1 0,1 0,-1 0,1 1,0-1,-1 0,1 0,-1 1,1-1,-1 0,1 1,0-1,-1 0,1 1,0-1,-1 0,1 1,0-1,-1 1,1-1,0 1,0-1,-1 0,1 1,0-1,0 1,0-1,0 1,0-1,0 1,0-1,0 1,0 0,0-1,0 1,0-1,0 1,0-1,0 0,1 1,-1-1,0 1,0-1,1 1,-1-1,0 1,4 14,0 1,1-1,1 1,0-1,1-1,1 0,0 0,1 0,0-1,4 3,-12-14,61 80,4-3,6 0,76 90,-141-161,3 3,-1 0,0 0,0 1,-1 0,-1 0,0 1,0 0,-2 0,1 1,-2 0,0 0,2 10,-6-20,0 0,-1-1,1 1,0-1,-1 1,0-1,0 1,0-1,0 1,-1-1,1 0,-1 1,0-1,0 0,0 0,0-1,-1 1,1 0,-1-1,0 1,1-1,-1 0,0 0,0 0,0 0,-3 0,-92 25,78-26,-1 1,1-2,0-1,0-1,0 0,0-1,0-2,1 0,-1 0,1-2,1-1,-1 0,1-1,1-1,0-1,-4-3,18 12,1 1,-1-1,0 0,1 0,0 0,-1 0,1 0,0-1,0 1,0-1,0 0,1 1,-1-1,1 0,-1 0,1 0,0 0,0 0,0 0,1 0,-1 0,1 0,0-1,0 1,0 0,0 0,0 0,1-1,-1 1,1 0,0 0,0 0,0 0,0 0,1 0,-1 0,1 0,5-3,0 0,1 0,0 1,0-1,0 2,1-1,0 1,-1 1,1-1,1 2,3-2,66-15,2 4,0 3,0 4,65 2,-121 5,2-1,0 1,0 1,0 2,0 0,11 4,-35-5,0-1,0 1,0 0,0 0,0 0,0 0,0 0,0 1,0-1,-1 1,1 0,-1 0,1 0,-1 0,0 0,1 0,-1 1,0-1,-1 1,1 0,0-1,-1 1,1 0,-1 0,0 0,0 0,0 0,-1 0,1 0,-1 0,1 0,-1 0,0 1,0 2,-1 34,7 73,-5-108,0-1,1 0,-1 0,1 0,0 0,0-1,1 1,-1 0,1-1,-1 0,1 1,0-1,0 0,1-1,-1 1,1 0,-1-1,1 0,0 0,0 0,0 0,0-1,0 1,3-1,22 3,-3-6</inkml:trace>
  <inkml:trace contextRef="#ctx0" brushRef="#br0" timeOffset="690.671">872 244,'14'5,"13"3,9 6,-1-1</inkml:trace>
  <inkml:trace contextRef="#ctx0" brushRef="#br0" timeOffset="1087.601">1166 631,'7'24,"1"-2,-1 1,-1 0,0 0,-2 1,-1-1,-1 1,-1 0,-1 0,-1 0,-3 14,-18 42,22-80,0 0,0 0,0 0,1 0,-1 0,0 0,0 0,0 0,0 1,0-1,0 0,1 0,-1 0,0 0,0 0,0 0,0 0,0 0,0 0,0 0,1 0,-1 0,0 1,0-1,0 0,0 0,9-17,116-327,-125 343,0 0,0 0,0-1,0 1,0 0,0 0,1 0,-1-1,0 1,1 0,-1 0,1 0,0 0,-1 0,1 0,0 0,0 0,-1 0,1 0,0 0,0 0,0 1,0-1,0 0,0 1,0-1,1 1,-1-1,0 1,0-1,0 1,0 0,1 0,-1-1,0 1,0 0,1 0,-1 0,0 0,0 1,0-1,1 0,-1 0,0 1,0-1,0 1,0-1,1 1,-1-1,0 1,0 0,0 0,0-1,-1 1,2 0,60 133,-62-134,4 12,1 0,0 0,0-1,1 0,0 0,1 0,0-1,1 0,0 0,1-1,0 0,0 0,1-1,0-1,1 0,5 4,2-6,0 0,0-1,0-1,1-1,-1-1,0 0,1-2,-1 0,1 0,-1-2,0 0,8-4,38-7</inkml:trace>
  <inkml:trace contextRef="#ctx0" brushRef="#br0" timeOffset="1920.445">2878 605,'-13'-7,"-1"1,0 1,0 0,0 1,0 0,-1 1,1 0,-1 2,0-1,1 2,-1 0,0 1,0 0,1 1,-1 1,1 1,-1 0,1 0,0 1,1 1,-1 1,1 0,-6 4,16-9,1-1,-1 1,1 0,-1 0,1 0,0 0,-1 0,1 0,0 1,1-1,-1 1,0-1,1 1,-1 0,1 0,0 0,0 0,0 0,0 0,1 0,-1 0,1 0,-1 0,1 0,0 0,1 0,-1 0,0 0,1 0,0 0,-1 0,1 0,1 0,-1 0,0 0,1 0,-1-1,1 1,0-1,0 1,0-1,0 0,0 1,1-1,7 4,1-2,-1 1,1-1,-1-1,1 0,0 0,1-1,-1-1,0 0,0 0,1-1,-1-1,0 0,1 0,-1-1,0-1,0 1,0-2,-1 0,1 0,-1-1,0 0,3-3,-4 3,0-2,0 1,-1-1,0-1,0 1,-1-1,0-1,0 1,-1-1,0 0,0-1,-1 0,-1 1,1-1,-2-1,1 1,-2-1,2-6,1-12,-1-1,-2 1,-1-1,-1 0,-2 1,-2-10,-7-38,-2 1,-21-62,23 103,10 36,1-1,0 0,0 1,0-1,-1 0,1 0,0 1,0-1,-1 0,1 0,0 0,-1 1,1-1,0 0,0 0,-1 0,1 0,0 0,-1 0,1 0,0 0,-1 1,1-1,-1 0,1 0,0-1,-1 1,1 0,0 0,-1 0,1 0,0 0,-1 0,1 0,0 0,0-1,-1 1,1 0,-2 46,3-1,2 1,1-1,3 1,2 3,6 28,3 0,3-1,17 37,14-18,-50-93,1 1,-1-1,0 1,1-1,-1 0,1 0,0 0,-1 0,1 0,0-1,0 1,0-1,0 0,1 0,-1 0,0 0,0 0,1-1,-1 0,0 0,1 1,-1-2,0 1,1 0,-1-1,0 0,1 1,-1-1,0-1,2 1,9-8,1-1,-1 0,-1-1,0 0,-1-1,0-1,0 0,-2 0,0-1,0 0,-1-1,-1 0,0-1,1-6,-3 11,0-1,-1 0,0 0,-1-1,-1 1,0-1,-1 0,1-11,-2 23,-1 1,0-1,0 0,1 0,-1 1,0-1,0 0,0 0,0 1,0-1,0 0,0 0,0 0,0 1,0-1,0 0,0 0,-1 1,1-1,0 0,-1 0,1 1,0-1,-1 0,1 1,-1-1,1 1,-1-1,1 0,-1 1,1-1,-1 1,0 0,1-1,-1 1,0-1,1 1,-1 0,0-1,0 1,1 0,-1 0,0 0,0 0,0 0,1 0,-1 0,0 0,0 0,1 0,-1 0,0 0,0 0,1 1,-1-1,0 0,0 1,1-1,-1 0,0 1,1-1,-1 1,0-1,1 1,-1-1,1 1,-1-1,0 2,-6 6,1 1,-1 0,1 0,1 1,0 0,0 0,1 0,0 0,1 1,0-1,1 1,0 0,0 0,1 0,1 0,0 0,1 9,0-14,0 0,1 0,0 0,0 0,0 0,1-1,0 1,0-1,0 1,0-1,1 0,0-1,0 1,1-1,-1 1,1-1,0 0,0-1,0 1,0-1,1 0,-1-1,1 1,0-1,3 1,28 7</inkml:trace>
  <inkml:trace contextRef="#ctx0" brushRef="#br0" timeOffset="2180.304">3318 150,'0'16,"10"15,15 10,19 8,0-4</inkml:trace>
  <inkml:trace contextRef="#ctx0" brushRef="#br0" timeOffset="4274.639">3786 525,'-15'-11,"-1"1,0 0,-1 1,0 1,0 0,-1 1,0 1,-17-3,30 9,-1-1,0 1,1 0,-1 0,1 1,-1 0,0 0,1 0,0 1,-1-1,1 1,0 1,0-1,0 1,0-1,0 2,0-1,1 0,0 1,0 0,0 0,0 0,0 0,1 1,0 0,0-1,0 1,0 0,1 0,0 1,0-1,0 0,1 1,0-1,0 1,0-1,1 1,0 0,0-1,0 1,1 0,0 2,0-2,0-1,0 0,1 1,0-1,0 0,0 0,1 0,0 0,0 0,0-1,0 1,1-1,0 0,0 0,0 0,0 0,1-1,-1 0,1 0,0 0,0 0,0-1,0 0,0 0,0 0,1-1,-1 1,1-1,0-1,7 3,0-2,0 0,0 0,0-2,0 1,0-1,0-1,-1-1,1 0,0 0,-1-1,3-2,-8 4,0-1,-1-1,1 1,-1-1,0 0,0 0,0-1,0 0,-1 0,0 0,0-1,0 0,-1 0,1 0,-2 0,1-1,-1 1,0-1,0 0,0 0,-1 0,-1 0,1-1,-1 1,0 0,-1-1,1 1,-1-1,-1 1,0-1,0 1,0-1,1 7,0 0,0-1,-1 1,1-1,0 1,-1-1,1 1,-1-1,1 1,-1 0,1-1,-1 1,0 0,0 0,0-1,0 1,0 0,0 0,0 0,0 0,0 0,0 0,-1 0,1 1,0-1,-1 0,1 1,0-1,-1 1,1-1,-1 1,1 0,-1 0,1-1,-1 1,1 0,-1 0,1 1,-1-1,1 0,0 0,-1 1,1-1,-1 1,1-1,0 1,-1-1,1 1,0 0,-1 0,1 0,0 0,0 0,0 0,0 0,0 0,0 0,0 1,-3 5,1 0,0 0,0 0,1 1,0-1,0 1,1 0,0-1,0 1,1 0,0 0,0-1,0 1,1 0,1 0,-1-1,1 1,1-1,-1 0,1 1,1-1,-1 0,1-1,0 1,1-1,-1 1,1-1,1-1,-1 1,1-1,3 3,1-1,1-1,0 0,0 0,0-1,1-1,0 0,-1 0,2-1,-1-1,0 0,0 0,1-2,-1 1,1-1,10-2,-2-1,0 0,1-1,-2-1,1-1,0-1,-1-1,-1-1,15-8,-22 10,-1 0,0-1,-1 0,0-1,0 0,-1-1,0 0,0 0,2-6,-8 12,0 0,0 0,-1-1,1 0,-1 1,0-1,-1 0,1 0,-1 0,0 0,0 0,-1-1,1 1,-1 0,0 0,-1 0,1 0,-1-1,0 1,-1 0,1 0,-1 1,0-1,0 0,-1-1,-2 0,0 0,0 1,-1 0,1 0,-1 0,-1 1,1 0,-1 0,1 1,-1 0,0 0,0 0,0 1,-1 0,1 0,-1 1,1 0,-1 0,1 1,-1 0,1 0,-1 1,1 0,-1 0,1 1,0 0,-1 0,1 1,0-1,1 2,-1-1,-3 3,2-1,0 1,0 0,0 1,1 0,0 0,0 0,1 1,0 0,1 0,-1 0,1 2,3-7,1 0,-1 0,0 0,1 0,0 1,0-1,0 1,0-1,1 1,-1-1,1 1,0-1,0 1,0-1,1 1,-1-1,1 1,0-1,0 1,0-1,0 0,1 1,-1-1,1 0,0 0,0 0,0 0,0 0,0-1,1 1,1 1,6 2,0 0,0-1,0-1,1 1,0-2,0 0,-1 0,2-1,-1 0,0 0,0-2,1 1,-1-2,0 1,1-1,-1-1,0 0,0-1,1 0,-1-1,-1 0,1-1,-1 0,1 0,-1-1,-1-1,0 1,1-2,2-3,-12 12,-1-1,1 0,0 0,0 0,0 0,-1 0,1 1,0-1,0 0,0 0,0 0,-1 1,1-1,0 0,0 0,0 1,0-1,0 0,0 0,0 1,0-1,0 0,-1 0,1 1,0-1,0 0,0 0,1 1,-1-1,0 0,0 0,0 1,0-1,0 0,0 0,0 1,0-1,0 0,1 0,-1 0,0 1,0-1,0 0,0 0,1 0,-1 1,0-1,0 0,0 0,1 0,-1 0,0 0,0 0,1 0,-1 1,0-1,0 0,1 0,-1 0,0 0,0 0,1 0,-1 0,0 0,0 0,1 0,-1 0,0-1,0 1,1 0,-1 2,-5 33,-16 144,-8-2,-31 93,53-243,-1-1,-1 0,-1 0,-2-1,-5 7,17-31,0 1,0-1,-1 0,1 1,-1-1,1 0,-1 1,1-1,-1 0,0 0,1 0,-1 1,0-1,0 0,0 0,0 0,0 0,0 0,0-1,0 1,-1 0,1 0,0-1,0 1,-1-1,1 1,0-1,-1 0,1 1,0-1,-1 0,1 0,-1 0,1 0,0 0,-1 0,1 0,-1 0,1-1,0 1,-1-1,1 1,0-1,-1 1,1-1,0 0,-2-6,1 0,0 0,1 0,0-1,0 1,0-1,1 1,0 0,0-1,1 1,0-1,0 1,1 0,0 0,3-7,14-47,3 2,2 0,19-31,-20 41,-14 32,27-55,-2-2,-4-1,-3-1,-4-1,11-64,-31 128,-1-1,-1 1,1-1,-2 1,0-1,-1 0,0 1,-1-1,-1 1,0 0,0 0,-2 0,1 0,-3-3,-19-6,26 28,5-1,0-1,1 1,0-1,0 0,0 0,0-1,1 0,-1 0,1-1,0 1,3-1,-2 1,192 53,-197-56,0 1,0-1,-1 0,1 1,0-1,-1 1,1 0,-1 0,1 0,-1 0,1 0,-1 0,0 1,0-1,1 1,-1 0,0 0,0 0,-1-1,1 2,0-1,-1 0,1 0,-1 1,0-1,0 0,0 1,0-1,0 1,0 0,0-1,-1 1,0 0,1 1,-54 130,50-127,0 0,0 0,0 0,1 0,0 1,1-1,0 0,0 1,0-1,1 1,0-1,1 1,0-1,0 1,0-1,1 1,0-1,0 0,1 0,0 0,0 0,1-1,0 1,0-1,0 0,1 0,0-1,0 1,1-1,-1 0,4 2,-2-3,0 0,1-1,-1 1,1-1,-1-1,1 0,0 0,0 0,0-1,0-1,0 1,1-1,-1 0,0-1,0 0,0 0,0-1,0 0,0 0,-1-1,8-3,-1-1,-1 0,0-1,0 0,0-1,-1 0,0-1,-1-1,0 0,-1 0,0-1,1-3,1-1,-2 0,0 0,-1-1,0 0,-2-1,0 0,-1 0,1-5,-6 21,-1 0,1 1,-1-1,1 0,-1 1,0-1,0 0,0 1,0-1,0 0,0 0,0 1,0-1,-1 0,1 1,-1-1,1 0,-1 1,0-1,1 1,-1-1,0 1,0-1,0 1,0 0,0-1,-1 1,1 0,0 0,-1 0,1 0,0 0,-1 0,1 0,-1 1,0-1,1 0,-1 1,0-1,1 1,-10 0,-1 1,1 0,0 1,0 0,1 1,-1 0,0 1,1 0,0 1,0 0,0 0,1 1,-9 7,11-9,0 0,1 1,-1 0,1 0,0 0,0 1,1 0,0 0,0 1,0-1,1 1,0 0,0 0,1 1,-1-1,2 1,-1 0,1 0,3-4,0 0,0 0,1 0,-1-1,1 1,0 0,0-1,0 0,1 1,-1-1,1 0,-1 0,1 0,0-1,0 1,1-1,-1 1,0-1,1 0,-1 0,1-1,0 1,0-1,0 0,-1 0,1 0,0 0,0-1,0 0,0 1,0-1,2-1,4 4,0-1,0-1,1 1,-1-2,0 1,0-2,1 1,-1-1,0-1,0 0,0 0,0-1,0 0,-1-1,1 0,-1 0,0-1,0-1,0 1,-1-1,0-1,0 1,-1-2,0 1,0-1,0 0,-1 0,0 0,-1-1,0 0,3-9,-4 7,-1-1,0 0,-1 0,-1 0,0-1,0 1,-1 0,-1 0,0-4,1 15,0 1,0-1,0 0,1 0,-1 0,0 0,-1 0,1 0,0 0,0 1,0-1,0 0,-1 0,1 0,0 0,-1 0,1 1,-1-1,1 0,-1 0,1 1,-1-1,0 0,1 1,-1-1,0 1,1-1,-1 1,0-1,0 1,1-1,-1 1,0 0,0-1,0 1,0 0,0 0,1 0,-1 0,0 0,0-1,0 2,0-1,0 0,0 0,0 0,1 0,-1 0,0 1,0-1,0 0,0 1,1-1,-1 1,0-1,0 1,1-1,-1 1,0 0,1-1,-1 1,1 0,-1-1,1 1,-1 0,1 0,-1 0,-6 9,0 1,1 0,0 0,1 1,0 0,1 0,0 0,1 0,1 0,0 1,0 0,1-1,1 1,0 0,0-1,2 3,-2-10,0 0,1 1,0-1,0 0,1 0,-1 0,1 0,0 0,0 0,1 0,-1-1,1 1,0-1,0 1,1-1,-1 0,1-1,0 1,0-1,0 1,0-1,1 0,-1-1,1 1,0-1,0 0,0 0,0 0,0-1,0 0,0 0,1 0,-1-1,0 1,1-1,-1-1,0 1,0-1,1 0,1-1,0-1,0 0,0-1,0 0,-1 0,1 0,-1-1,0 1,0-2,-1 1,0-1,1 1,-2-2,1 1,-1 0,0-1,0 0,2-7,38-134,-34 78,-10 70,1 0,-1-1,0 1,0 0,0-1,0 1,1 0,-1-1,0 1,0 0,0-1,0 1,0 0,0-1,0 1,0 0,0-1,0 1,0 0,0-1,0 1,0 0,0-1,-1 1,1 0,0-1,0 1,0 0,0 0,-1-1,1 1,0 0,0-1,-1 1,1 0,0 0,0 0,-1-1,1 1,0 0,0 0,-1 0,1 0,0 0,-1-1,1 1,0 0,-1 0,1 0,0 0,-1 0,1 0,0 0,-1 0,1 0,0 0,-1 0,1 1,0-1,-1 0,1 0,0 0,-1 0,1 0,-1 1,-15 17,8-7,1 1,0 0,1 0,0 0,1 1,1 0,0 0,0 0,2 0,-1 1,2-1,-1 11,2-21,1 1,-1-1,1 1,0-1,0 1,0-1,0 1,1-1,-1 0,1 0,0 1,0-1,0-1,0 1,0 0,1 0,-1-1,1 1,0-1,0 0,0 0,0 0,0 0,0-1,0 1,1-1,-1 0,1 0,-1 0,1 0,-1 0,1-1,-1 0,1 0,0 0,-1 0,1 0,-1-1,2 0,6-1,-1 0,0-1,1 0,-1-1,0 0,-1-1,1 0,-1 0,0-1,0 0,0-1,-1 0,0 0,-1-1,1 0,-1 0,-1-1,0 0,0 0,-1 0,0-1,0 0,-1 0,-1 0,0 0,0-1,-1 1,2-11,-3 5,-18 40,-5 86,21-106,1 1,1-1,-1 1,0-1,1 1,0-1,0 0,1 1,-1-1,1 0,0 0,0 0,0 0,0 0,1 0,0-1,0 1,0-1,0 0,0 0,1 0,-1 0,4 2,0-2,-1 0,1-1,0 1,0-1,0 0,0-1,0 0,0 0,0 0,0-1,0 0,1-1,-1 1,0-2,0 1,0-1,0 1,0-2,-1 1,1-1,1-1,5-3,0 0,-1 0,0-1,0-1,-1 0,0-1,-1 0,0 0,0-1,0-2,-8 10,12-13,-6 32,-8-10,0 0,1 0,0 0,0 0,0 0,1 0,0-1,0 1,0-1,1 1,0-1,0 0,0 0,1 0,0 0,-1-1,2 0,-1 1,0-1,1-1,0 1,0-1,0 0,0 0,0 0,1-1,-1 1,1-1,0-1,0 1,4 0,-2-3,0-1,0 1,0-1,0 0,0-1,-1 0,1 0,-1-1,0 0,0 0,0-1,0 0,-1 0,0 0,0-1,0 0,-1 0,0 0,0-1,-1 0,1 0,-1 0,-1 0,0-1,0 1,0-1,-1 0,0 0,0 0,-1 0,0 0,-1 0,1 0,-2-1,0-5,1 13,0-1,0 0,-1 0,1 0,0 1,-1-1,0 0,1 0,-1 1,0-1,0 1,0-1,0 1,0-1,0 1,0-1,-1 1,1 0,0 0,-1-1,1 1,-1 0,1 1,-1-1,0 0,1 0,-1 1,0-1,0 0,1 1,-1 0,0 0,0-1,0 1,1 0,-1 0,0 0,0 1,0-1,0 0,-69 28,59-21,0 1,1 0,0 1,0 1,1 0,0 0,1 1,0 0,1 0,0 1,1 0,0 1,1-1,-4 13,10-23,-1 0,0 0,1 0,0 1,0-1,-1 0,1 0,1 0,-1 0,0 1,0-1,1 0,-1 0,1 0,0 0,0 0,-1 0,1 0,1 0,-1 0,0 0,0-1,1 1,-1 0,1-1,-1 1,1-1,0 0,-1 1,1-1,0 0,0 0,0 0,0 0,2 0,77 11,-30-19,-2-4</inkml:trace>
  <inkml:trace contextRef="#ctx0" brushRef="#br0" timeOffset="4520.98">6514 30,'-14'-7,"-13"-2,-9 0,-6 5,1 6,6 11,10 12,12 8,11 8,16 8,13 8,1-7</inkml:trace>
  <inkml:trace contextRef="#ctx0" brushRef="#br0" timeOffset="4775.367">6540 646,'5'18,"1"15,2 9,4 4,7-2,9 0,12-7,12-6,11-10,4-11,-9-9</inkml:trace>
  <inkml:trace contextRef="#ctx0" brushRef="#br0" timeOffset="5616.826">271 2036,'1'-5,"-1"0,1 0,-1 0,0 0,0 0,-1 0,0 0,1 0,-2 0,1 1,0-1,-1 0,0 0,0 1,-1-1,1 1,-1 0,0 0,0 0,0 0,0 0,-1 1,0 0,0-1,0 1,0 0,0 1,0-1,-1 1,1 0,-1 0,0 0,1 1,-1 0,0-1,0 2,0-1,-1 1,0 1,-1 0,1 1,0 0,-1 1,1-1,0 1,0 0,1 1,-1 0,1-1,0 2,0-1,0 1,0-1,1 1,0 0,0 1,-2 2,-3 6,1 0,1 0,0 0,1 0,0 1,1 0,0 5,3-11,0 0,1 0,0 1,0-1,1 0,0 0,1 1,0-1,1 0,-1 0,2 0,0 2,-1-7,-1 0,1 0,0 0,0-1,0 1,1 0,-1-1,1 0,0 0,0 0,0 0,1 0,-1 0,0-1,1 0,0 1,0-1,-1-1,1 1,0 0,0-1,1 0,-1 0,0 0,0-1,0 1,3-1,2 0,-1-1,1 0,-1 0,1-1,-1 0,0 0,0-1,0 0,0-1,0 1,-1-1,1-1,-1 0,0 0,0 0,-1-1,0 0,2-1,4-6,-1-1,1-1,-2 1,0-1,-1-1,-1 0,0 0,1-7,5-26,-2-2,-3 1,-2-1,-2-1,-2 1,-2-1,-5-27,4 67,-12-161,12 173,0 0,-1 1,1-1,0 0,0 1,-1-1,1 0,0 1,-1-1,1 0,0 0,-1 1,1-1,0 0,-1 0,1 0,0 1,-1-1,1 0,-1 0,1 0,-1 0,1 0,0 0,-1 0,1 0,-1 0,1 0,0 0,-1 0,1 0,-1 0,1 0,-1-1,1 1,0 0,-1 0,1 0,0-1,-1 1,1 0,0-1,-1 1,1 0,0 0,0-1,-1 1,1 0,0-1,0 1,-1-1,1 1,-7 20,0 1,1 0,2 0,0 0,1 1,1 3,-2 4,-4 27,1-1,4 2,2-1,2 0,2 0,12 54,-14-101,1 0,0-1,0 1,1 0,0-1,1 1,0-1,0 0,0-1,1 1,1-1,-1 1,1-2,0 1,1-1,0 0,0 0,0-1,0 1,1-2,0 1,0-1,0 0,2-1,0-1,0 0,0-1,1 0,-1 0,0-2,1 1,-1-1,0-1,1 0,-1 0,0-1,0 0,-1-1,1 0,-1 0,6-4,1-2,1 0,-1-1,-1-1,0-1,-1 0,0-1,-1 0,5-8,-10 12,-1 1,0-1,-1-1,0 1,-1-1,0 0,0-1,-1 1,-1-1,0 1,-1-1,0 0,0 0,-2 0,1-10,-2 19,1 1,0 0,0 0,-1-1,0 1,1 0,-1 0,0 0,0 0,0-1,0 1,0 1,-1-1,1 0,0 0,-1 0,0 1,1-1,-1 1,0-1,0 1,0 0,0 0,0 0,0 0,0 0,0 0,0 0,-1 1,1-1,0 1,0-1,-1 1,1 0,-1 0,-2 0,0 1,0 0,1 0,-1 0,0 0,0 1,1 0,-1 0,1 0,0 0,-1 1,1 0,0-1,1 2,-1-1,0 1,0 0,-1 2,1-1,0 0,1 1,-1 0,1 0,1 0,-1 0,1 0,0 1,0-1,1 0,-1 1,1 0,1-1,0 1,0 0,0-1,0 1,1 0,1-1,-1 1,1-1,0 1,0-1,1 0,-1 0,1 0,1 0,-1-1,1 1,0-1,1 0,-1 0,1 0,0-1,0 1,17 9,0-1,0 0,2-2,-1-1,1-1,1-1,0-1,0-1,0-1,0-1,1-1,0-2,11-1,61 4</inkml:trace>
  <inkml:trace contextRef="#ctx0" brushRef="#br0" timeOffset="6375.795">1647 1955,'-13'-3,"1"0,-1 0,0 1,0 1,-1 0,1 1,0 1,0 0,0 0,0 1,0 1,0 0,1 1,-1 1,1-1,0 2,0 0,1 0,0 1,0 1,0-1,1 2,0 0,1 0,-3 4,10-11,-1 0,1 1,0 0,0-1,0 1,0 0,0 0,0 0,1 1,0-1,-1 0,1 0,1 1,-1-1,0 1,1-1,0 0,-1 1,1-1,1 1,-1-1,0 1,1-1,0 1,0-1,0 0,0 0,0 1,1-1,-1 0,1 0,0 0,0 0,0-1,1 1,-1-1,0 1,1-1,0 0,0 1,8 1,0 0,-1-1,1 0,1-1,-1 0,0-1,0-1,1 1,-1-2,0 1,0-2,1 1,-1-2,0 1,-1-2,1 1,0-1,-1-1,0 0,0 0,0-1,-1-1,3-2,2-2,-1 0,0 0,-1-2,0 0,-1 0,-1-1,0 0,0 0,-2-1,0-1,-1 0,0 0,-1 0,-1 0,-1-1,0-2,4-23,-2 0,-3 0,-1-1,-1 1,-3-1,-2 1,2 10,-1 0,-2 1,-1 0,-2 0,-2-4,-10 3,20 31,-1 1,0 0,0-1,1 1,-1 0,0 0,0 0,1-1,-1 1,0 0,0 0,0 0,1 0,-1 1,0-1,0 0,0 0,1 0,-1 1,0-1,0 0,1 1,-1-1,0 0,1 1,-1-1,0 1,1 0,-1-1,1 1,-1-1,1 1,-1 0,1-1,-1 1,1 0,0-1,-1 1,1 0,0 0,0-1,0 1,-1 1,-7 17,0 2,1-1,1 1,1 0,0 0,2 1,0 12,1-19,-7 52,4 1,2 62,4-105,1-1,1 1,1-1,1 0,2 0,0-1,1 1,1-1,10 16,-16-32,1 0,0 1,0-2,1 1,0-1,0 1,0-1,1 0,-1-1,2 0,-1 0,0 0,1-1,0 1,0-2,0 1,1-1,-1 0,1-1,0 1,-1-1,1-1,0 0,0 0,0-1,0 1,0-2,0 1,0-1,0 0,4-2,6-7,-1 0,0-1,-1 0,0-2,0 0,-2-1,0 0,0-1,-2 0,0-2,0 1,-2-1,0-1,-1 0,-1 0,0 0,-1-3,12-45,-19 66,-1-1,1 1,0 0,0-1,0 1,-1 0,1-1,0 1,0 0,-1-1,1 1,0 0,-1 0,1-1,0 1,-1 0,1 0,-1 0,1-1,0 1,-1 0,1 0,-1 0,1 0,0 0,-1 0,1 0,-1 0,1 0,0 0,-1 0,1 0,-1 0,1 0,0 0,-1 0,1 1,-1-1,1 0,0 0,-1 0,1 1,0-1,-1 0,1 0,0 1,-1-1,1 0,0 1,0-1,-1 0,1 1,0-1,0 1,0-1,0 0,-1 1,1-1,0 1,0-1,0 0,0 1,0-1,0 1,-8 10,1-1,0 2,1-1,0 1,1 0,0 0,1 1,0-1,1 1,1 0,0 0,0 0,2 0,-1 9,2-17,-1-1,1 1,0-1,0 1,1-1,-1 1,1-1,0 0,0 1,0-1,1 0,0-1,-1 1,1 0,1-1,-1 1,0-1,1 0,-1 0,1-1,0 1,0-1,0 1,1-1,-1-1,0 1,1-1,-1 1,1-1,2 0,2 0,0 0,-1 0,1-1,0 0,0 0,0-1,-1 0,1-1,0 0,-1 0,1-1,-1 0,0-1,0 0,0 0,0-1,6-7,0-1,-1-1,0 0,-1-1,-1 0,0-1,-1 0,-1-1,-1 0,0-1,-1 1,-1-1,0-1,-2 1,0-1,1-15,-5 30,1 2,0 0,0-1,-1 1,1 0,-1-1,0 1,0-1,0 1,0 0,0-1,0 1,-1-1,1 1,-1 0,1-1,-1 1,0 0,-1-3,0 6,1 0,-1 0,0 0,1 0,-1 0,1 0,0 0,-1 0,1 1,0-1,0 0,-1 1,1-1,0 1,1 0,-1-1,0 1,0 0,1-1,-1 1,1 0,-1 0,-4 6,0 1,1 0,0 0,1 0,0 0,0 1,1-1,0 1,1 0,0 0,1-1,0 1,0 0,1 0,0-1,1 1,0 0,0-1,1 1,0-1,1 0,0 0,1 0,3 4,2-2,1-1,1 0,0-1,0 0,0-1,1-1,0 0,1 0,0-2,0 1,0-2,1 0,-1-1,6 1,63 12</inkml:trace>
  <inkml:trace contextRef="#ctx0" brushRef="#br0" timeOffset="7308.596">3252 1822,'-13'2,"0"0,0 1,0 0,0 1,1 1,0 0,0 0,0 2,1-1,0 1,0 1,0 0,1 1,1-1,-1 2,1 0,1 0,-1 1,1 0,-1 0,2 0,0 0,0 1,1 0,1 1,-3 8,7-17,-1-1,1 1,0 0,1 0,-1 0,1 0,-1 0,1 0,1 0,-1 0,0 0,1 0,0 0,0 0,0-1,0 1,1 0,0 0,-1-1,1 1,0-1,1 0,-1 0,1 0,-1 0,1 0,2 2,8 3,0-1,0 0,1-1,0-1,0 0,0 0,1-2,-1 1,1-2,0 0,0-1,7-1,6 3,0-2,1 0,-1-2,0-2,0 0,0-2,0-1,0-1,-1-1,0-2,-1-1,0-1,11-7,-29 13,1-1,-2 0,1 0,-1 0,0-1,0 0,-1-1,-1 1,1-1,-1-1,3-8,-6 14,0 0,0 0,-1 0,0-1,0 1,0-1,-1 1,1 0,-1-1,0 1,0-1,0 1,-1-1,0 1,0-1,0 1,0 0,-1 0,1 0,-1-1,0 2,-1-1,1 0,-1 0,1 1,-1-1,0 1,-2-1,3 1,-1 1,0 0,1 0,-1 0,0 0,0 0,-1 1,1 0,0-1,0 1,-1 0,1 1,-1-1,1 1,-1-1,1 1,-1 0,1 0,-1 0,1 1,0-1,-1 1,1 0,-1 0,1 0,0 1,0-1,0 1,-3 1,1 0,-1 1,1 0,0 0,0 1,0-1,1 1,0 0,0 0,0 1,0-1,1 1,0 0,0 0,0 0,0 4,1-1,1 0,0 0,0 1,1-1,0 0,1 0,0 0,0 0,1 1,0-2,1 1,0 0,0 0,1-1,0 0,1 0,0 0,0 0,0-1,1 0,0 0,0 0,1-1,0 0,0 0,1 0,-1-1,1-1,0 1,1-1,-1 0,1-1,3 1,5 2,0 0,1-2,-1 0,1-1,0 0,0-2,0 0,1-1,-1-1,0 0,10-3,-18 2,0 0,-1-1,1 0,0 0,-1-1,0-1,0 1,0-1,0-1,-1 0,0 0,0-1,-1 1,0-2,0 1,0-1,-1 0,0 0,-1-1,0 0,1-2,0-2,0-1,-2 1,1-1,-2-1,1 1,-2 0,0-1,-1 0,-1 1,0-7,1 20,-1 0,0 0,0 1,1-1,-1 0,0 0,0 0,0 1,0-1,0 0,0 0,0 0,0 1,0-1,0 0,0 0,-1 0,1 1,0-1,-1 0,1 0,0 1,-1-1,1 0,-1 1,1-1,-1 0,1 1,-1-1,0 1,1-1,-1 1,0-1,1 1,-1-1,0 1,0 0,1-1,-1 1,0 0,0 0,1-1,-1 1,0 0,0 0,0 0,0 0,1 0,-1 0,0 1,0-1,0 0,1 0,-1 0,0 1,0-1,0 1,-4 6,0 2,0-1,1 0,0 1,1 0,0 0,0 0,1 0,0 1,1-1,0 1,0 7,-1-11,1-1,0 1,1 0,-1 0,1 0,1-1,-1 1,1 0,0 0,0 0,0-1,1 1,0-1,0 1,0-1,1 0,0 1,0-1,0-1,1 1,-1 0,1-1,0 0,0 0,1 0,-1 0,1-1,0 0,0 0,0 0,0 0,1-1,-1 0,1 0,1 0,2-1,-1-1,0 0,0-1,0 0,0 0,0-1,0 0,0 0,0 0,0-1,-1-1,1 1,-1-1,0 0,0-1,-1 0,1 0,-1 0,0-1,-1 0,1 0,-1 0,0-1,5-6,-1-1,-1 0,0 0,0-1,-2 0,0 0,0 0,-2-1,0 0,0 0,-2-2,-5-24,2 42,-1 0,1 1,-1-1,1 0,-1 1,1-1,-1 1,1 0,-1-1,1 1,0 0,-1 0,1 0,0 0,0 0,0 0,0 0,0 0,0 0,0 1,0-1,0 0,1 1,-1-1,0 1,1-1,-1 1,1-1,0 1,-1 0,-4 6,0 1,0 0,1 0,1 0,-1 1,1 0,1-1,0 1,0 0,1 0,1 0,-1 0,1 0,1 0,0 0,0 0,1 0,1 0,-1 0,5 8,-4-14,-1-1,1 0,0 0,0 0,0 0,0-1,0 1,1-1,-1 0,1 1,0-2,0 1,0 0,-1-1,1 0,1 0,-1 0,0 0,0-1,0 0,0 1,0-2,1 1,-1 0,0-1,0 0,0 0,0 0,1-1,4 0,-1-2,1 0,-1 0,0 0,0-1,-1 0,1 0,-1-1,0 0,-1 0,1-1,4-7,-2 2,-1 0,-1-1,0 0,0-1,-1 1,-1-1,-1 0,0-1,0 1,-1-1,-1 1,0-11,-3 25,1 0,0 1,0-1,-1 0,1 0,0 0,0 0,-1 0,1 0,0 0,0 0,-1 0,1 0,0 0,-1 0,1 0,0 0,0 0,-1 0,1 0,0 0,0 0,-1 0,1 0,0 0,0-1,-1 1,1 0,0 0,0 0,0 0,-1-1,1 1,0 0,0 0,0 0,-1-1,1 1,0 0,0 0,0-1,0 1,0 0,0 0,0-1,0 1,0 0,0-1,0 1,0 0,0 0,0-1,0 1,0 0,0 0,0-1,0 1,0-1,-12 23,9-16,0 0,1 0,-1 1,2-1,-1 0,0 1,1-1,0 1,1 0,0-1,0 1,0 0,1-1,0 1,0 0,0-1,1 1,0-1,0 0,1 0,0 0,0 0,0 0,1 0,3 3,4 0,0 0,1-1,0-1,0 0,1 0,0-1,0-1,0 0,1-1,-1-1,1 0,5 0,129 20,7-8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38:28.858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18194 703,'0'-7,"0"0,-1-1,1 1,-2 0,1-1,-1 1,0 0,-1 0,1 0,-2 0,1 1,-1-1,0 1,0 0,0 0,-1 0,0 1,0-1,-1 1,1 0,-1 1,0 0,0 0,-1 0,1 0,-1 1,0 0,0 1,-3-2,2 4,0 0,0 0,1 0,-1 1,0 1,0-1,1 1,-1 0,1 1,-1 0,1 0,0 0,0 1,0 0,1 1,0-1,-1 1,2 1,-1-1,0 1,1 0,0 0,1 0,-1 1,1-1,1 1,-1 0,-2 8,6-13,-1 0,1 0,-1 1,1-1,0 0,0 0,0 1,0-1,0 0,0 0,1 0,-1 1,1-1,-1 0,1 0,0 0,0 0,0 0,0 0,0 0,1 0,-1-1,1 1,-1 0,1-1,-1 1,1-1,0 1,0-1,0 0,0 0,0 0,0 0,0 0,1 0,79 9,-72-11,1-1,-1 0,0 0,0-1,0 0,-1-1,1 0,-1 0,0-1,0-1,0 1,-1-1,0-1,0 1,0-2,-1 1,0-1,-1 0,1 0,-1 0,-1-1,0 0,0-1,-1 1,0-1,-1 1,1-5,-3 13,0 0,-1 0,1 0,-1 0,0 0,1-1,-1 1,0 0,1 0,-1 0,0 0,0 0,0-1,0 1,0 0,0 0,0 0,-1 0,1 0,0-1,-1 1,1 0,0 0,-1 0,0 0,1 0,-1 0,0 0,1 0,-1 0,0 1,0-1,0 0,1 0,-1 1,0-1,0 0,0 1,0-1,0 1,-1-1,1 1,0 0,0 0,0-1,0 1,0 0,0 0,-1 0,1 0,0 0,0 0,0 0,-1 1,-2 3,0 0,0 1,0 0,1 0,-1 0,1 0,1 0,-1 1,1 0,0-1,0 1,0 0,1 0,0 0,0 0,0 5,0 25,0-1,3 1,1 0,1-1,2 0,1 0,3 0,0-1,2 0,11 20,39 140,-59-179,0 1,-1 0,0-1,-1 1,-1 0,0 0,-2 0,-1 10,2-21,0 1,-1-1,1 1,-1-1,0 0,-1 0,1 0,-1 0,0 0,0-1,-1 1,1-1,-1 0,0 0,0 0,-1 0,1-1,-1 1,0-1,1-1,-1 1,0-1,-1 1,1-1,-3 0,3-1,0 0,0-1,0 1,0-1,0 0,1 0,-1-1,0 0,0 0,0 0,1 0,-1-1,0 1,1-1,0 0,-1-1,1 1,0-1,0 0,0 0,1 0,-1 0,1-1,-1 1,1-1,0 0,1 0,-1 0,1-1,-1 1,1 0,1-1,-1 0,1 1,-1-1,1 0,1 0,-1 1,1-3,0-14,2 1,0 0,1 0,1 0,1 1,1-1,1 1,0 0,1 1,1 0,1 0,1 1,0 0,1 1,12-13,37-50,-38 54,-2 0,-1-2,-1 0,-1-1,-2-1,0-1,-2 0,-2-1,0 0,-3-1,2-11,-21-52,11 95,-1-1,0 0,1 1,-1-1,1 1,-1-1,1 0,0 1,-1 0,1-1,0 1,-1-1,1 1,0 0,-1-1,1 1,0 0,0 0,-1-1,1 1,0 0,0 0,-1 0,1 0,0 0,0 0,-1 0,1 0,0 1,0-1,-1 0,1 0,0 1,0-1,-1 0,1 1,0-1,-1 0,1 1,-1-1,1 1,4 0,57 12,-36-9,-1 1,0 1,0 1,0 1,18 10,-38-16,-1 1,0 0,0-1,0 1,0 1,0-1,-1 1,1-1,-1 1,0 0,0 0,0 0,-1 1,0-1,1 1,-1-1,-1 1,1 0,-1 0,0 0,0 0,0-1,-1 1,0 0,0 0,0 1,0-2,-1 1,-1 5,-29 111,31-119,0-1,-1 1,1-1,0 0,0 1,0-1,0 1,0-1,0 0,0 1,1-1,-1 1,0-1,1 0,-1 1,1-1,-1 0,1 0,0 1,0-1,-1 0,1 0,0 0,0 0,0 0,0 0,0 0,1 0,-1-1,0 1,0 0,0 0,1-1,-1 1,0-1,1 0,-1 1,1-1,0 0,61 2,-55-3,27-3,1-1,-1-2,0-2,0-1,-1-1,-1-2,0-2,0-1,-2-1,0-1,-1-2,12-12,-42 32,33-32,-32 32,-1-1,1 0,0 1,-1-1,1 0,0 0,-1 0,1 0,-1 0,0 1,1-1,-1 0,0 0,1 0,-1 0,0 0,0 0,0 0,0 0,0 0,0 0,0 0,0 0,0 0,-1 0,1 0,0 0,-1 0,1 0,0 0,-1 0,1 0,-1 1,0-1,1 0,-1 0,0 0,1 1,-1-1,0 0,-7-2,-1 0,1 0,-1 1,0 0,1 1,-1 0,0 0,0 1,0 0,0 1,0-1,-5 3,8-4,1 1,-1 0,1 1,-1-1,1 1,0 0,-1 0,1 1,0-1,0 1,0 0,0 1,0-1,0 1,1 0,-1 0,1 1,0-1,0 1,0 0,0 0,1 0,-1 1,1-1,0 1,1 0,-1 0,1 0,0 0,0 0,1 0,-1 1,1-1,0 0,0 6,2-5,1 0,-1 0,1 0,0-1,1 1,-1 0,1-1,0 0,0 1,1-1,0-1,-1 1,2 0,-1-1,0 0,1 0,0 0,0-1,0 1,1-1,-1 0,1-1,-1 1,1-1,6 2,-1 0,1 0,0-1,0-1,0 0,0 0,0-2,0 1,0-1,0-1,10-2,-15 2,0-1,-1-1,1 1,0-1,-1 0,0-1,0 1,0-1,0-1,0 1,-1-1,0 0,0 0,0-1,0 1,-1-1,0 0,0 0,-1 0,0-1,0 1,0-1,-1 0,0 0,0 0,-1 0,0 0,0-5,-2-7,1 20,0-1,0 0,0 0,0 0,0 1,0-1,0 0,0 0,0 0,0 0,-1 1,1-1,0 0,0 0,0 0,0 0,0 1,0-1,-1 0,1 0,0 0,0 0,0 0,-1 0,1 0,0 0,0 0,0 1,0-1,-1 0,1 0,0 0,0 0,0 0,-1 0,1 0,0 0,0 0,0 0,-1 0,1-1,0 1,0 0,0 0,-1 0,1 0,0 0,0 0,0 0,0 0,-1-1,1 1,0 0,0 0,0 0,0 0,0 0,-3 5,1 2,0-1,0 0,1 0,0 1,0-1,0 0,1 1,0-1,0 1,1-1,-1 1,1-1,1 0,-1 1,1-1,0 0,1 0,0 0,0-1,0 1,0 0,1-1,0 0,0 0,0 0,1-1,0 1,-1-1,2 0,-1 0,0-1,1 0,0 1,-1-2,1 1,2 0,86 7,-51-16</inkml:trace>
  <inkml:trace contextRef="#ctx0" brushRef="#br0" timeOffset="427.376">19732 208,'3'3,"0"-1,0 0,0 0,0 0,0 0,0 0,0-1,1 1,-1-1,1 0,-1 0,1 0,-1-1,1 1,-1-1,4 0,2 2,45 5,0-3,0-2,1-2,-1-2,1-3,33-8,-72 10,-1 1,1-2,-1 0,0-1,0-1,-1 0,0-1,0 0,0-1,-1-1,10-7,-21 14,1 0,-1 0,0-1,0 1,0-1,0 1,0-1,-1 1,1-1,-1 0,0 0,1 0,-1 0,-1 0,1 0,0 0,-1 0,1 0,-1 0,0 0,0 0,0-1,-1 1,1 0,-1 0,0 0,1 0,-1 0,-1 0,1 0,0 1,-1-1,1 0,-1 0,0 1,0 0,0-1,0 1,0 0,-1 0,1 0,-1 0,0 0,-1-2,-1 1,0 0,0 0,0 0,0 1,-1-1,1 1,-1 0,1 1,-1 0,0 0,0 0,1 0,-1 1,0 0,0 0,0 0,1 1,-1 0,0 0,0 1,1 0,-1-1,1 2,0-1,-1 1,1 0,0 0,1 0,-1 1,0-1,1 1,0 0,0 0,0 1,-1 1,-7 16,1 0,1 1,0 0,2 0,1 1,1 0,0 0,2 0,1 1,1 0,2-1,1 21,4 83,6 0,6-2,22 80,-5-24,-4 42,-29-211,2 6,-1 0,0 0,-2 1,0-1,-1 0,-1 0,-1 1,-1-1,-1-1,-1 3,5-18,0 0,0 0,0 0,-1 0,0 0,1-1,-1 1,0-1,-1 1,1-1,0 0,0 1,-1-1,0 0,1-1,-1 1,0 0,0-1,0 0,0 1,0-1,0 0,-25 0</inkml:trace>
  <inkml:trace contextRef="#ctx0" brushRef="#br0" timeOffset="710.338">19973 876,'27'-26,"0"1,2 1,1 1,1 2,1 1,1 1,0 2,20-7,-3 1,0 2,2 2,0 3,1 1,8 2,-60 12,0 0,1 1,-1-1,1 1,-1-1,1 1,-1-1,1 1,-1 0,1 0,-1 0,1 0,-1 0,1 0,-1 0,1 0,-1 1,1-1,-1 0,1 1,-1-1,1 1,-1 0,0 0,1-1,-1 1,0 0,0 0,1 0,-1 0,0 0,0 1,0-1,0 0,-1 0,1 1,0-1,0 0,-1 1,1-1,-1 1,1-1,-1 1,0-1,0 1,1-1,-1 1,0 11,-1 1,0 0,1 0,0 0,1 0,1 0,1-1,-1 1,2-1,0 1,1-1,0 0,1-1,0 1,1-1,8 11,7-3,0-5</inkml:trace>
  <inkml:trace contextRef="#ctx0" brushRef="#br0" timeOffset="961.127">20748 356,'-5'13,"11"12,3 2</inkml:trace>
  <inkml:trace contextRef="#ctx0" brushRef="#br0" timeOffset="1408.931">21470 623,'-15'-9,"-1"1,-1 1,0 1,0 0,0 1,0 1,-1 1,0 0,1 1,-1 1,-11 1,24 1,0 0,0 0,0 1,0-1,0 1,0 0,0 0,1 1,-1-1,1 1,0 0,-1 0,1 1,1-1,-1 1,1 0,-1 0,1 0,0 0,0 1,1-1,-1 1,1-1,0 1,1 0,-1 0,1 0,0 0,0 0,0 1,1-1,0 0,0 0,0 0,0 0,1 1,0-1,0 0,1 0,-1 0,1 0,2 4,1 0,0 0,0-1,0 0,1 0,0-1,1 0,0 0,0 0,0-1,1 0,0 0,0-1,1 0,-1 0,10 3,3 1,0-1,1-1,0-1,0-1,0-1,20 0,-18-1,-1-2,1-1,0-1,0-1,-1-1,1-1,-1-1,0-1,0-1,-1-1,0-1,0-1,-1-1,0-1,-1 0,0-2,-1 0,14-15,-29 26,-1 0,1-1,-1 0,0 0,0 0,0 0,0-1,-1 1,1-1,-1 1,0-1,-1 0,1 0,-1 0,0 0,0 0,-1 0,1-2,-2 6,0 0,1 1,-1-1,0 1,0-1,0 1,0-1,0 1,0-1,0 1,0 0,0 0,0-1,0 1,0 0,0 0,0 0,0 0,0 0,0 0,0 1,0-1,0 0,0 0,0 1,0-1,0 1,0-1,0 1,1-1,-1 1,0-1,0 1,0 0,1-1,-1 1,0 0,1 0,-1 0,1-1,-1 1,1 0,-1 0,1 0,-1 0,1 0,0 0,-3 3,0 0,1 0,0 0,0 1,0-1,0 0,1 1,0-1,0 1,0 0,0-1,1 1,0 0,0-1,0 1,0 0,1-1,-1 1,1 0,1-1,-1 1,1-1,-1 0,1 1,1-1,-1 0,0 0,1 0,0 0,0-1,0 1,0-1,1 0,-1 0,1 0,0 0,0-1,4 3,-2-2,0-1,1 0,-1 0,1 0,-1-1,1 0,0 0,0 0,-1-1,1 0,0-1,0 1,0-1,-1 0,1-1,-1 0,1 0,-1 0,1-1,-1 0,0 0,-1-1,1 1,0-1,-1-1,0 1,0-1,0 0,-1 0,1 0,-1 0,0-1,-1 0,1 0,-1 0,-1 0,3-7,-2 7,-1 0,-1-1,1 1,-1-1,0 0,0 0,-1 1,0-1,0 0,0 0,-1 1,0-1,-1 0,1 1,-1-1,-1 1,1 0,-1 0,0-1,0 2,-1-1,0 0,0 1,0 0,-1 0,1 0,-1 0,0 1,-1-1,1 2,-1-1,0 0,0 1,0 0,-3 0,-4-1,0 0,0 2,0-1,0 2,0 0,-1 0,1 1,0 1,-1 0,1 1,-3 1,10-2,-1 1,1 0,-1-1,1 2,0-1,0 1,0 0,0 0,0 1,1 0,0 0,0 0,0 0,0 1,0 0,1 0,0 0,0 1,0-1,1 1,0 0,0 0,0 2,1-3,1 0,0 1,0-1,0 1,1-1,-1 1,2 0,-1-1,0 1,1-1,0 1,1-1,-1 0,1 1,0-1,0 0,0 0,1 0,0 0,0 0,0-1,1 0,-1 1,1-1,3 3,3 2,1-1,0 0,0 0,1-1,0-1,0 1,0-2,1 0,0 0,0-1,39 8</inkml:trace>
  <inkml:trace contextRef="#ctx0" brushRef="#br0" timeOffset="1661.269">22312 195,'-23'-11,"-16"-4,-9 3,-5 7,0 11,6 9,12 13,11 9,12 11,15 6,7-7</inkml:trace>
  <inkml:trace contextRef="#ctx0" brushRef="#br0" timeOffset="1901.129">22218 770,'18'11,"16"7,10-1,12-2,8-7,1-7,0-5,-7-7,-14-2</inkml:trace>
  <inkml:trace contextRef="#ctx0" brushRef="#br0" timeOffset="-1757.228">15548 663,'-7'-4,"1"-1,0 2,-1-1,0 1,0 0,0 0,0 1,-1 0,1 0,0 0,-1 1,1 1,-1-1,0 1,1 0,-1 1,1 0,-1 0,1 1,-1 0,1 0,0 0,0 1,0 0,0 1,1-1,-1 1,1 1,0-1,0 1,-1 2,1 0,1 0,-1 1,1 0,1 0,-1 0,2 0,-1 0,1 1,0 0,1 0,0 0,0 0,1 0,0 0,0 0,1 0,1 0,-1 1,2-1,-1 0,1 0,0 0,1-1,0 1,1 0,3 6,-5-12,1 0,-1-1,0 1,1-1,-1 0,1 0,0 0,0 0,-1-1,1 1,1-1,-1 1,0-1,0 0,0 0,1-1,-1 1,0-1,1 1,-1-1,0 0,1 0,-1-1,0 1,1-1,-1 1,0-1,2-1,3-1,-1 0,0 0,0-1,0 0,0 0,-1-1,1 0,-1 0,-1-1,1 1,4-6,5-14,-1 0,-1-1,0 0,-3-1,0 0,-1-1,-2 0,-1 0,-1-1,-2 1,0-1,-2-25,2 7,-3 0,-1 0,-2 0,-3 0,-1 1,-8-24,-10 12,24 57,0-1,0 0,0 1,0-1,0 1,-1 0,1-1,0 1,-1 0,1 0,-1 0,1 0,-1 0,1 0,-1 0,0 1,0-1,1 0,-1 1,0-1,0 1,0 0,1 0,-1 0,0 0,0 0,0 0,0 0,1 1,-1-1,-1 1,-2 1,0 1,1 1,-1-1,0 1,1-1,0 1,0 1,0-1,0 0,1 1,0 0,0 0,0 0,0 0,0 2,-8 17,1 2,1-1,1 1,1 1,2-1,0 1,2 0,1 0,1 0,1 1,2-1,0 0,2 0,1-1,1 1,2-1,0 0,2-1,0 0,2 0,1-1,1-1,1 0,0-1,2 0,1-2,7 7,-15-17,1 0,0-1,1 0,0-1,0 0,0 0,1-2,11 5,-19-9,0 0,0-1,0 0,0 0,1 0,-1 0,0-1,0 0,1 0,-1 0,0-1,0 0,0 0,1 0,-1 0,0-1,0 0,-1 0,1 0,0-1,-1 0,1 0,-1 0,0 0,2-2,3-6,0 1,-1-1,0 0,0-1,-2 0,1 0,-1 0,-1-1,1-6,3 10,-8 29,0-8,0-7,0 1,1-1,-1 0,1 0,1 0,-1 0,0-1,1 1,0 0,0-1,1 0,-1 0,1 0,0 0,0-1,0 1,0-1,0 0,1 0,0 0,-1-1,1 0,0 0,0 0,1 0,3 0,0 0,0 0,0-1,0 1,0-2,0 1,0-2,0 1,0-1,0 0,-1-1,1 0,0 0,-1-1,1 0,7-5,-11 5,0 0,0-1,-1 0,1 0,-1-1,0 1,0-1,-1 0,1 0,-1 0,0 0,0 0,-1-1,0 1,0-1,0 0,0 0,-1 0,0 0,-1 0,1 0,-1 0,0 0,0 0,-1 0,0 0,0 0,0 0,-1-3,0 0,0 0,-1 0,0 0,-1 0,0 0,0 1,-1 0,0 0,0 0,-1 1,0-1,0 1,-1 1,0-1,0 1,-7-4,7 6,-1 1,1 0,-1 1,0 0,0 0,0 0,0 1,0 1,0-1,0 1,-1 0,1 1,0 0,0 0,0 1,0 0,0 1,1-1,-1 1,1 1,0-1,-1 1,1 1,1-1,-1 1,1 1,0-1,0 1,1 0,-1 0,1 0,1 1,-1 0,1 0,0 0,1 0,-1 1,2 0,-1-1,1 1,0 0,1 0,-1 0,1 7,2-10,0 1,0-1,1 1,-1-1,1 1,0-1,1 0,-1 0,1 0,0 0,0 0,0-1,1 1,0-1,0 0,0 0,0-1,1 1,-1-1,1 0,0 0,0 0,0-1,0 1,1-1,1 0,7 2,1 0,-1-1,1 0,-1-1,1-1,0 0,-1-2,1 1,9-3,32-7</inkml:trace>
  <inkml:trace contextRef="#ctx0" brushRef="#br0" timeOffset="-1506.574">16217 235,'-19'-9,"-12"-3,-8 3,-4 7,-2 9,5 10,9 11,10 7,8-1</inkml:trace>
  <inkml:trace contextRef="#ctx0" brushRef="#br0" timeOffset="-1335.5">16269 824,'25'0,"27"-5,29-6,28-7,-4-2</inkml:trace>
  <inkml:trace contextRef="#ctx0" brushRef="#br0" timeOffset="10312.788">16417 1987,'0'444,"7"-352,-7-93,1 1,-1 0,0 0,0-1,1 1,-1 0,0 0,0-1,1 1,-1 0,0 0,1 0,-1 0,0 0,1-1,-1 1,0 0,1 0,-1 0,0 0,1 0,-1 0,0 0,1 0,-1 0,0 0,1 0,-1 0,0 1,1-1,-1 0,0 0,1 0,-1 0,0 0,0 1,1-1,-1 0,0 0,0 1,1-1,-1 0,0 0,0 1,7-31,-2 0,-1 0,-2-1,-1 1,-1-4,1-1,0-252,-9 213,8 74,0 0,0 0,-1 1,1-1,0 0,0 0,0 0,0 1,0-1,-1 0,1 0,0 0,0 1,0-1,-1 0,1 0,0 0,0 0,0 0,-1 0,1 0,0 0,0 1,-1-1,1 0,0 0,0 0,-1 0,1 0,0 0,0 0,0 0,-1 0,1 0,0-1,0 1,-1 0,1 0,0 0,0 0,-1 0,1 0,0 0,0-1,0 1,0 0,-1 0,1 0,0 0,0-1,0 1,0 0,-1 0,1-1,-4 25,3-18,0 0,1-1,0 1,1 0,-1-1,1 1,0-1,0 1,1-1,-1 1,1-1,1 0,-1 0,1 0,-1 0,2 0,-1 0,0-1,1 0,0 1,0-1,0-1,0 1,1-1,0 1,-1-1,1-1,0 1,0-1,1 0,-1 0,0 0,1-1,-1 1,1-1,0-1,1 1,5-1,0-1,0 0,0-1,0 0,0-1,-1 0,1-1,-1 0,1-1,-2 0,1-1,0 0,-1-1,0 0,-1 0,0-1,0 0,0-1,-1 0,0-1,-1 1,0-1,-1-1,0 1,0-1,-1 0,-1 0,0-1,0 1,-1-1,-1 0,0 0,0 0,-1-3,-2 5,-1 16,-3 18,-5 97,7 119,3-171,3 14,0-58</inkml:trace>
  <inkml:trace contextRef="#ctx0" brushRef="#br0" timeOffset="10677.746">17112 1933,'-1'112,"-1"-2,5 0,13 75,8-90,-23-92,0 0,0-1,0 1,0-1,1 1,-1-1,1 0,0 0,-1 1,1-1,0 0,0-1,0 1,1 0,-1-1,0 1,1-1,-1 1,0-1,1 0,0 0,-1 0,1-1,0 1,-1-1,1 1,0-1,0 0,-1 0,1 0,0 0,0-1,0 1,7-5,1 0,-1 0,0-2,0 1,0-1,-1 0,0-1,-1 0,0 0,0-1,0 0,-1-1,-1 1,0-1,4-8,6-12,-1-1,-2-1,-1 0,-1-1,-2 0,-1 0,-2-1,-1 0,-2 0,-1 0,-2 0,-1-1,-4-19,1 30,7 18,4 14</inkml:trace>
  <inkml:trace contextRef="#ctx0" brushRef="#br0" timeOffset="10932.163">17767 1960,'7'20,"11"16,12 11,14 9,16 4,11 3,10 0,2-1,-4-8,-9-7,-9-10,-13-12,-12-9,-12-14,-11-9</inkml:trace>
  <inkml:trace contextRef="#ctx0" brushRef="#br0" timeOffset="11094.73">18355 1893,'-21'-5,"-15"6,-11 11,-7 18,-5 21,-4 23,-3 17,-1 12,-3 3,10-16</inkml:trace>
  <inkml:trace contextRef="#ctx0" brushRef="#br0" timeOffset="12095.394">19759 1826,'-104'451,"80"-336,24-113,-1-1,0 1,1 0,-1 0,1 0,-1 0,1 0,0 0,0 0,0 0,0-1,0 1,0 0,0 0,1 0,-1 0,1 0,0 0,-1 0,1-1,0 1,0 0,0-1,0 1,0 0,1-1,-1 1,0-1,1 0,-1 1,1-1,-1 0,1 0,0 0,-1 0,1 0,0-1,0 1,0 0,-1-1,1 1,0-1,0 0,2 1,12-5,-1 0,1-1,0 0,-1-1,0-1,-1 0,1-1,-1-1,-1 0,0-1,3-3,-5 5,46-35,86-52,-133 90</inkml:trace>
  <inkml:trace contextRef="#ctx0" brushRef="#br0" timeOffset="12346.157">20067 2147,'-16'-12,"-8"-3,-1 5,0 12,5 13,4 17,4 16,4 13,4 13,5 7,1 3,2 0,-1-7,-1-16</inkml:trace>
  <inkml:trace contextRef="#ctx0" brushRef="#br0" timeOffset="12665.303">20668 1946,'-8'11,"0"0,1 0,0 0,0 1,2 0,-1 1,1-1,1 1,1 0,0 0,0 0,1 0,0 9,2-22,1-1,-1 0,0 0,1 1,-1-1,1 0,-1 0,1 1,-1-1,1 1,-1-1,1 0,0 1,-1-1,1 1,0-1,-1 1,1 0,0-1,0 1,-1 0,1-1,0 1,0 0,0 0,0 0,-1 0,1-1,0 1,0 1,0-1,0 0,-1 0,1 0,0 0,0 0,0 1,-1-1,1 0,0 1,0-1,-1 1,1-1,0 1,-1-1,1 1,0-1,-1 1,1 0,-1-1,1 1,-1 0,1-1,-1 1,0 0,1 0,-1-1,0 1,0 0,1 0,-1 0,0 0,0-1,0 1,0 0,5-11,0 1,-1-1,0 0,-1-1,0 1,-1-1,0 1,0-1,-1 0,-1 0,0 1,0-1,-1 0,-1-2,2 11,0 0,0 0,0 0,-1 0,1 0,-1 0,1 1,-1-1,0 0,0 0,0 0,0 1,0-1,0 1,0-1,-1 1,1-1,0 1,-1-1,1 1,-1 0,0 0,1 0,-1 0,0 0,0 0,0 1,1-1,-1 0,0 1,0-1,0 1,0 0,0 0,0 0,0 0,0 0,0 0,0 0,0 1,0-1,0 1,1 0,-1-1,0 1,0 0,0 0,1 0,-1 0,-10 9,0 1,1 0,1 0,0 1,0 0,1 1,1 0,0 1,1-1,0 1,1 1,1-1,0 1,1 0,0 3,-7 28</inkml:trace>
  <inkml:trace contextRef="#ctx0" brushRef="#br0" timeOffset="12929.598">20641 2441,'0'1,"0"-1,0 1,0 0,0-1,0 1,0 0,0-1,0 1,0 0,0-1,0 1,0-1,0 1,0 0,1-1,-1 1,0-1,0 1,1 0,-1-1,0 1,1-1,-1 1,0-1,1 1,-1-1,1 0,-1 1,1-1,-1 1,1-1,-1 0,1 0,0 1,-1-1,1 0,-1 0,1 1,0-1,-1 0,1 0,0 0,-1 0,1 0,-1 0,1 0,0 0,-1 0,1-1,0 1,-1 0,1 0,-1 0,1-1,-1 1,1 0,0-1,-1 1,1 0,-1-1,1-2,0 0,-1 0,0 0,0 0,0 0,0 0,0 0,0 0,-1 1,1-1,-1 0,0 0,0 0,0 0,0 1,-1-1,1 1,-1-1,1 1,-1-1,0 1,0 0,0 0,0 0,-1 0,1 0,0 0,-2 0,-2-2,1 1,-1 0,0 0,0 0,0 1,0 0,-1 0,1 1,0-1,-1 1,0 1,-3-1,4 1,-1 0,1 0,0 1,0 0,0 0,0 0,0 1,0 0,0 0,0 1,1-1,-1 1,1 0,0 1,0-1,0 1,0 0,1 0,-1 1,1-1,-1 3,4-6,0 1,0 0,1-1,-1 1,0 0,1 0,-1 0,1 0,0 0,-1 0,1 0,0-1,0 1,0 0,1 0,-1 0,0 0,1 0,-1 0,1 0,0-1,0 1,-1 0,1 0,0-1,0 1,1-1,-1 1,0-1,0 1,1-1,-1 0,1 0,-1 1,2-1,62 30,-17-18</inkml:trace>
  <inkml:trace contextRef="#ctx0" brushRef="#br0" timeOffset="13504.07">21243 2227,'90'-247,"-34"39,-53 245,3 121,22 127,-23-243,-2-16,0-10,0-1,-1 0,-1 1,-1-1,0 0,-1 1,0-1,-2 0,0 1,0-1,-3 5,5-17,-1 0,0 0,1 0,-1-1,0 1,0 0,-1-1,1 1,0-1,-1 0,0 0,1 0,-1 0,0 0,0-1,0 1,0-1,0 0,-1 0,1 0,0 0,0 0,-1-1,1 1,0-1,-1 0,1 0,-1-1,1 1,0-1,-1 1,1-1,0 0,0 0,0 0,0-1,0 1,0-1,0 0,0 0,0 0,1 0,-1 0,1 0,-1-1,1 1,0-1,0 0,-1-2,0 2,1 0,0 0,0-1,0 1,1-1,-1 1,1-1,-1 0,1 1,0-1,1 0,-1 0,1 0,0 1,0-1,0 0,0-4,2 8,-1-1,1 0,-1 0,1 1,-1-1,1 1,0-1,-1 1,1 0,0 0,-1 0,1 0,0 0,-1 0,1 0,-1 0,1 1,0-1,-1 0,1 1,-1 0,1-1,-1 1,9 1,64 6,1-2,0-5,-1-2,31-7,-36 3</inkml:trace>
  <inkml:trace contextRef="#ctx0" brushRef="#br0" timeOffset="13749.769">22272 2468,'-5'-5,"-1"-1</inkml:trace>
  <inkml:trace contextRef="#ctx0" brushRef="#br0" timeOffset="-4368.77">11163 837,'18'-5,"18"-3,15-1,14 1,9 3,6 3,2 3,-12 1</inkml:trace>
  <inkml:trace contextRef="#ctx0" brushRef="#br0" timeOffset="-2972.576">12914 369,'-32'144,"10"-52,4 1,-4 81,22-160,3-25,8-233,-11 185,-2-186,-1 217,3 28,0 0,0 0,-1 0,1 0,0 0,0 0,0 0,-1 0,1 0,0 0,0 0,-1 0,3 18,0 0,1 0,1-1,0 1,2-1,0 0,0 0,2-1,0 0,1 0,0-1,10 11,-15-22,-1-1,1 1,0-1,0 0,0 0,1 0,-1 0,1-1,-1 0,1 0,0 0,0-1,0 1,0-1,0 0,0-1,0 1,0-1,1 0,-1 0,0-1,0 0,0 1,0-2,0 1,0 0,0-1,-1 0,1 0,0-1,-1 1,0-1,4-2,2-4,1 0,-1-1,0 0,-1-1,0 0,-1 0,0-1,-1 0,0 0,-1-1,-1 0,0 0,0 0,-1 0,-1-1,0 0,-1 0,0-6,-5 10,-5 29,-2 32,2 0,2 1,3 0,2 0,3 31,-2-62,1 0,1 0,1 0,1-1,0 1,2-1,0 0,2 0,0-1,1 1,1-2,0 0,2 0,0-1,13 15,-21-28,0 0,0 0,1 0,0-1,-1 0,1 0,0 0,0 0,1-1,-1 0,1 0,-1 0,1-1,-1 0,1 0,0 0,0-1,-1 0,1 0,0 0,0-1,-1 0,1 0,0 0,-1-1,1 1,-1-1,0-1,0 1,0-1,0 0,0 0,0-1,3-3,29-39,14-12,14 25,-54 29,0 0,0-1,-1 0,0-1,0 0,0-1,0 0,-1-1,-1 1,1-2,-1 1,0-1,-1 0,1-3,-7 9,1 1,-1-1,0 0,0 0,0 0,0 0,-1-1,1 1,-1 0,0 0,0 0,0 0,0 0,-1-1,1 1,-1 0,1 0,-1 0,0 0,-1 0,1 0,0 0,-1 1,0-1,1 0,-1 1,0-1,0 1,-1 0,1 0,0 0,-1 0,1 0,-1 0,0 1,0-1,1 1,-4-2,1 1,0 0,0 0,-1 0,1 0,0 1,-1 0,1 0,-1 0,1 1,-1-1,0 1,1 1,-1-1,1 1,-1 0,1 0,-1 1,1 0,0 0,0 0,-1 0,0 2,2 0,0 0,0 1,0-1,1 1,0 0,0 1,0-1,0 0,1 1,0-1,0 1,0 0,1 0,0 0,0 0,0 0,1 0,0 0,0 0,0 0,1 0,0 0,0 0,1-1,0 1,0 0,0-1,0 1,1-1,0 1,0-1,1 0,-1-1,1 1,0 0,0-1,1 0,-1 0,4 2,4 3,1-1,0 0,0-1,1-1,-1 0,1-1,1 0,-1-1,1 0,-1-2,1 0,0 0,0-1,0-1,0-1,0 0,0 0,7-3,-14 2,1-1,-1 0,0 0,1-1,-1 0,-1 0,1-1,-1 0,0 0,0-1,0 0,-1 0,0-1,0 1,-1-1,1-1,-1 1,-1-1,0 0,0 0,0 0,-1 0,-1-1,2-4,9-39,-2-1,-3-1,-2 0,-3 0,-1 0,-1 28,6-361,-9 361,1 25,1 1,0 0,-1 0,1 0,-1 0,1 0,-1 0,1-1,0 1,-1 0,1 0,-1 1,1-1,-1 0,1 0,-1 0,1 0,-1 0,1 0,0 1,-1-1,1 0,-1 0,1 0,0 1,-1-1,1 0,0 1,-1-1,1 0,0 1,0-1,-1 0,1 1,0-1,0 1,0-1,-1 0,1 1,0-1,0 1,0-1,0 1,0-1,0 1,0-1,0 1,0-1,0 0,0 1,0-1,0 1,0-1,0 1,1-1,-1 0,0 1,0-1,-8 39,2 1,2 0,1-1,2 1,3 22,0-7,3 0,3 0,1 0,4-1,1-1,3 0,2-1,2-1,3-1,2-1,11 14,-16-35,-6-13</inkml:trace>
  <inkml:trace contextRef="#ctx0" brushRef="#br0" timeOffset="-2718.785">13876 342,'16'-5,"26"-1,30 1,29 0,19 4,10 7,-3 6,-24 2</inkml:trace>
  <inkml:trace contextRef="#ctx0" brushRef="#br0" timeOffset="-2468.914">14599 783,'-1'7,"0"0,0-1,1 1,0 0,1 0,0-1,0 1,0 0,0-1,1 1,0-1,1 0,0 1,0-1,0 0,0-1,1 1,0-1,0 1,1-1,-1 0,1-1,0 1,0-1,1 0,-1 0,1-1,0 1,0-1,0-1,1 1,-1-1,0 0,1 0,0-1,-1 0,1 0,0-1,-1 0,1 0,0 0,2-1,-4-1,-1 0,1 0,-1 0,0-1,1 1,-1-1,-1 0,1 0,0-1,-1 1,1-1,-1 0,0 1,0-1,-1-1,1 1,-1 0,0-1,0 1,0-1,-1 0,0 1,0-1,0 0,0-1,1-9,0 0,-1 0,0 0,-2-1,1 1,-2 0,-2-9,2 14,-1 0,0 0,0 0,-1 0,-1 1,1-1,-1 1,-6-7,9 13,0 1,0-1,0 0,0 1,0 0,-1-1,1 1,-1 0,0 0,0 1,1-1,-1 0,0 1,0 0,-1 0,1 0,0 0,0 0,0 1,-1-1,1 1,0 0,-1 0,1 0,0 0,-1 1,1-1,0 1,-1 0,0 1,0 0,-1 1,1 0,0 0,1 0,-1 0,0 0,1 1,0 0,0 0,0 0,0 0,1 0,-1 0,1 1,0-1,0 1,1-1,-1 1,1 0,0 0,1 0,-1-1,1 1,0 0,0 0,0 0,1 0,-1 0,1 0,1-1,-1 1,1 0,-1-1,1 1,1-1,-1 1,1-1,-1 0,1 0,1 0,24 35</inkml:trace>
  <inkml:trace contextRef="#ctx0" brushRef="#br0" timeOffset="4379.717">7914 2240,'2'16,"4"17,2 14,0 10,-1 7,-2-1,-2-4,-1-7,-3-13,-2-13</inkml:trace>
  <inkml:trace contextRef="#ctx0" brushRef="#br0" timeOffset="4799.602">7674 2788,'13'5,"21"1,23 0,26-6,25-5,16-6,3-4,-20 1</inkml:trace>
  <inkml:trace contextRef="#ctx0" brushRef="#br0" timeOffset="-5558.113">8796 449,'-2'14,"-3"17,-1 18,-1 15,0 6,1 4,2-2,2-4,1-9,0-11,1-12</inkml:trace>
  <inkml:trace contextRef="#ctx0" brushRef="#br0" timeOffset="-5303.791">8689 556,'-7'-21,"-6"-13,-4-5,-1-1,0 4,8 8,13 7,16 7,22 3,21 2,17 2,10 2,0 2,-9 4,-18 6,-20 2</inkml:trace>
  <inkml:trace contextRef="#ctx0" brushRef="#br0" timeOffset="-5050.467">8516 676,'21'0,"20"0,21-2,23-6,19-5,14-6,5-1,0 2,-11 4,-25 5</inkml:trace>
  <inkml:trace contextRef="#ctx0" brushRef="#br0" timeOffset="-4607.13">9545 636,'-14'26,"1"2,1-1,2 2,0-1,2 2,2-1,0 1,2 0,0 18,3-37,1 0,0 1,1-1,0 0,0 0,1 0,1 1,0-2,1 1,0 0,1 2,-5-13,0 0,0-1,0 1,0 0,1 0,-1-1,0 1,0 0,0-1,0 1,0 0,0-1,0 1,1 0,-1 0,0-1,0 1,0 0,0 0,1-1,-1 1,0 0,0 0,1 0,-1-1,0 1,1 0,-1 0,0 0,0 0,1 0,-1 0,0-1,1 1,-1 0,0 0,1 0,-1 0,0 0,1 0,-1 0,0 0,1 1,-1-1,0 0,1 0,-1 0,0 0,0 0,1 0,-1 1,0-1,0 0,1 0,-1 0,0 1,0-1,1 0,-1 0,0 1,0-1,0 0,0 0,1 1,-1-1,0 0,0 1,0-1,0 0,0 1,5-29,0-65,-4 0,-11-88,3 87,2-119,4 210,1 0,0 0,-1 0,2 0,-1 1,0-1,0 0,1 0,0 0,-1 0,1 0,0 1,0-1,1 0,-1 1,1-1,-1 1,1 0,0-1,0 1,0 0,0 0,0 0,0 0,0 0,1 1,-1-1,1 1,-1-1,1 1,0 0,-1 0,1 0,0 1,0-1,0 1,0-1,0 1,0 0,-1 0,3 0,8 4,-1 1,-1 0,1 0,-1 1,0 1,0 0,0 0,-1 1,0 0,-1 1,0 0,0 1,-1 0,-1 0,1 1,1 4,-5-10,-1-1,0 1,0 1,0-1,0 0,-1 1,0-1,0 1,-1 0,0 0,1-1,-2 1,1 0,-1 0,0 0,0 0,-1 0,1 0,-1 0,-1-1,1 1,-1 0,0-1,0 1,-1-1,0 1,0-1,0 0,0 0,-3 2,-5 2,0-1,-1 0,0 0,-1-2,1 0,-1 0,0-1,0 0,-14 2,12-2,95-10,-51 4,0 0,0 2,0 1,0 2,0 1,19 6,-34-8,0 2,-1 0,0 0,0 1,0 1,-1 0,1 1,-2 0,1 0,-2 2,1-1,-1 1,0 1,5 7,-12-13,0-1,0 1,-1-1,1 1,-1 0,0 0,0 0,-1 1,1-1,-1 0,0 0,-1 1,1-1,-1 1,0-1,-1 0,1 1,-1-1,0 0,0 1,-1-1,0 0,0 0,0 0,0 0,-1 0,1-1,-1 1,-1-1,1 0,0 0,-1 0,-2 2,-17 12,-2-1,0-1,-1-1,0-2,-1 0,0-2,-1-1,-1-1,1-1,-11 0,-57 10,68-19</inkml:trace>
  <inkml:trace contextRef="#ctx0" brushRef="#br0" timeOffset="-10103.99">1203 329,'-2'13,"-1"19,-2 22,0 22,0 16,4 13,4 5,4-3,3-8,2-12,-1-21</inkml:trace>
  <inkml:trace contextRef="#ctx0" brushRef="#br0" timeOffset="-8566.645">1484 930,'5'-15,"6"35,12 97,-21-94,2 0,0 0,2-1,0 0,2 0,4 9,-11-29,-1-1,1 1,-1-1,1 1,0-1,0 0,-1 1,1-1,0 0,0 0,0 0,0 0,1 1,-1-1,0-1,0 1,0 0,1 0,-1 0,1-1,-1 1,0-1,1 1,-1-1,1 1,-1-1,1 0,0 0,-1 0,1 0,-1 0,1 0,-1 0,1-1,-1 1,1 0,-1-1,1 1,-1-1,0 0,1 1,-1-1,0 0,1 0,-1 0,0 0,0 0,0 0,0 0,0 0,0 0,0-1,0 1,0-1,10-14,-1 0,-1-1,-1 0,0 0,-1-1,0 0,-2-1,0 1,-2-1,0 0,1-13,0-17,-14 87,8-31,1 1,-1 0,2 0,-1 0,1 0,1 0,-1 0,1 0,0-1,1 1,0 0,0-1,1 1,0-1,0 0,1 1,0-2,0 1,1 0,0-1,0 0,0 0,0 0,1-1,0 0,1 0,-1 0,1-1,0 0,0 0,0-1,0 0,1 0,0-2,0 0,-1-1,1 0,0 0,-1-1,1 1,-1-2,1 1,-1-1,0-1,1 1,-1-1,0 0,-1-1,1 0,-1 0,1 0,-1-1,0 1,-1-2,6-4,1-3,-1-1,0 0,-1 0,0-1,-1 0,-1-1,0 0,-1 0,-1-1,11-54,-18 86,1 1,0-1,2 1,0 0,0-1,1 0,1 0,1 0,0 0,1 0,5 8,-8-16,1-1,0 0,0 0,0-1,1 1,0-1,0 0,0 0,1 0,-1-1,1 0,0 0,0 0,1-1,-1 0,1 0,0-1,-1 0,1 0,0 0,0-1,0 0,1-1,-1 1,0-1,4-1,-2 0,-1-1,1 0,0 0,-1-1,1 0,-1-1,0 0,0 0,0-1,-1 0,0 0,0-1,0 1,0-2,-1 1,0-1,0 0,-1 0,0 0,0-1,-1 0,0 0,0 0,-1 0,0-1,0 0,-1 1,0-1,0-6,8-119,-14 110,4 24,0 0,-1 0,1-1,-1 1,1 0,-1 0,1 0,-1 0,1 0,0 0,-1 0,1 0,-1 0,1 0,-1 0,1 0,-1 0,1 1,-1-1,1 0,0 0,-1 0,1 0,-1 1,1-1,0 0,-1 1,1-1,0 0,-1 1,1-1,0 0,-1 1,1-1,0 0,0 1,0-1,-1 1,1-1,0 1,0-1,0 1,0-1,0 0,0 1,0-1,0 1,0-1,0 1,0-1,0 1,0-1,0 1,0-1,0 0,1 1,-1-1,0 1,0-1,-9 47,2 1,1-1,3 1,2 15,3 95,14 73,2 66,-23-225,4-72,1 1,0-1,0 0,0 1,0-1,-1 1,1-1,0 0,-1 1,1-1,0 1,-1-1,1 0,0 0,-1 1,1-1,0 0,-1 0,1 1,-1-1,1 0,-1 0,1 0,0 0,-1 0,1 1,-1-1,1 0,-1 0,1 0,-1 0,1 0,-1-1,1 1,-1 0,1 0,0 0,-1 0,1 0,-1-1,1 1,-1 0,1 0,0-1,-1 1,1 0,0-1,-1 1,1 0,0-1,-1 1,1 0,0-1,0 1,-1-1,1 1,0 0,0-1,0 1,0-1,0 1,0-1,0 1,0-1,0 1,0-1,0 1,-9-17,1-1,0 1,2-2,0 1,1 0,0-6,-2-4,-14-66,4-1,3 0,5-1,4-24,3 103,1 1,0 0,1-1,1 1,1 0,0 0,1-1,0 1,2 1,0-1,1 1,0 0,1 0,1 0,7-9,-10 19,0 1,0 0,0 1,1-1,0 1,-1 0,1 0,0 1,1 0,-1 0,0 0,1 1,-1 0,1 0,-1 1,1-1,-1 1,1 1,-1 0,1-1,-1 2,1-1,-1 1,3 1,2 1,0 0,0 0,-1 1,1 1,-1 0,-1 0,1 1,-1 0,0 1,0 0,-1 0,0 1,2 3,-7-9,0 1,0 0,-1 0,1 0,-1 0,1 0,-1 1,-1-1,1 1,-1-1,1 1,-1 0,-1-1,1 1,-1 0,1 0,-1 0,-1-1,1 1,-1 0,0 0,0-1,0 1,0 0,-1-1,0 0,0 1,0-1,-1 0,1 0,-1 0,0 0,0 0,0-1,-1 1,1-1,-1 0,-2 1,-3 1,-1-1,1 0,-1-1,0 0,0 0,0-1,0-1,-1 1,1-2,0 1,-1-2,1 1,0-1,0-1,-1 0,1 0,-8-4,17 6,-1 0,1 0,0 0,-1 0,1 0,0-1,-1 1,1-1,0 1,-1-1,1 1,0-1,0 0,0 0,0 1,-1-1,1 0,0 0,1 0,-1 0,0 0,0 0,0-1,1 1,-1 0,0 0,1-1,-1 1,1 0,-1 0,1-1,0 1,0-1,0 1,-1 0,1-1,0 1,1 0,-1-2,5-1,0 0,1 0,-1 0,1 1,0 0,0 0,0 1,0-1,1 1,4-1,11-4,3 0,0-1,-1-2,0 0,-1-2,0-1,0 0,-1-2,-1 0,-1-2,0 0,-1-1,-1-1,-1-1,0 0,1-6,-5 0,-2 0,-1-1,-1 0,-2 0,0-1,-2 0,-1 0,-1-1,-2 1,0-1,-2 1,-2-1,0 1,-2 0,-7-27,10 46,0 0,-1 0,0 0,0 0,-1 0,0 1,0 0,-1 0,0 0,-1 0,1 1,-1 0,-7-6,10 12,1 0,0 1,-1 0,1 0,0-1,-1 1,1 1,0-1,-1 0,1 1,0-1,-1 1,1-1,0 1,0 0,0 0,-1 0,1 0,0 1,0-1,1 1,-1-1,0 1,0-1,1 1,-1 0,1 0,-1 0,1 0,0 0,0 0,0 0,0 0,0 1,1-1,-1 0,0 0,1 1,0-1,0 0,0 2,-10 31,1 0,3 0,0 1,3 0,0 0,3 9,-1 9,2 1,3-1,2 0,2 0,2 0,3-1,3-1,1 0,3-2,6 9,-22-49,0 0,1 0,0-1,1 0,0 0,1 0,-1 0,2-1,-1 0,1-1,0 1,1-2,0 1,0-1,0-1,1 1,6 1,-9-7,1-1,0 0,-1 0,1-1,-1 0,1 0,-1-1,0 0,0-1,0 1,0-1,-1 0,1-1,-1 0,0 0,-1 0,1 0,-1-1,0 0,0 0,-1-1,0 1,2-5,17-22,-1 0,-1-2,-2-1,-2 0,-1-2,6-21,-19 18,-31 65,19-10,1 1,0 0,1 0,0 1,1 0,1 0,1 1,0-1,1 1,1 0,1 0,0 13,1-26,0 0,0 0,1 0,0-1,-1 1,1 0,1-1,-1 1,1 0,-1-1,1 0,0 1,0-1,0 0,1 0,-1 0,1 0,0-1,0 1,0-1,0 1,0-1,0 0,0 0,1 0,-1-1,1 1,0-1,-1 0,1 0,0 0,0-1,-1 1,1-1,0 0,0 0,0 0,0 0,40-8,-2-5</inkml:trace>
  <inkml:trace contextRef="#ctx0" brushRef="#br0" timeOffset="-7156.591">3516 850,'-5'8,"0"0,0 0,1 0,0 1,1 0,0 0,0 0,1 0,0 0,1 0,0 1,0-1,1 0,0 1,0-1,1 1,1-1,0 0,0 0,0 0,1 0,1 0,-1 0,2-1,-1 0,1 0,0 0,6 6,-3-6,0-1,1 0,0 0,0-1,1 0,-1-1,1 0,1 0,8 2,-15-5,0-1,0 0,0 0,0 0,1-1,-1 1,0-1,0 0,1 0,-1 0,0-1,0 1,0-1,0 0,1-1,-1 1,0-1,-1 1,1-1,0 0,-1-1,1 1,-1-1,1 1,-1-1,0 0,0 0,4-10,0 0,-1 0,0 0,-1 0,-1-1,0 0,-1 0,0 0,-1-1,-1 1,0-1,-2-12,2-67,-3 156,0-43,1 0,0 0,2 0,0 0,1 0,1 0,1-1,5 16,-8-32,0 0,0 0,0 0,0 0,0 0,1 0,-1 0,1 0,-1 0,1-1,0 1,-1-1,1 0,0 1,0-1,0 0,0 0,0 0,1 0,-1 0,0-1,0 1,1-1,-1 1,0-1,0 0,1 0,-1 0,0 0,1 0,-1-1,0 1,1-1,-1 1,0-1,0 0,0 0,2-1,74-50,-57 31,-1-2,-1 0,-1-1,-2-1,0-1,-2 0,6-16,-14 28,-14 31,-24 81,32-94,-1 1,1-1,-1 1,1-1,0 1,1-1,-1 1,1-1,0 1,0-1,1 0,-1 1,1-1,0 0,0 0,0 0,0 0,1 0,0-1,-1 1,4 2,6 1,0 0,0-1,0 0,1-1,0-1,0 0,1 0,-1-1,1-1,-1 0,1-1,0-1,0 0,-1-1,1 0,0-1,-1 0,3-2,5 0,-1-1,0 0,-1-1,1-2,-1 0,0 0,5-6,-16 10,-1 0,0-1,0 0,0-1,-1 0,0 0,0 0,0-1,-1 1,0-1,0-1,-1 1,1-1,-2 1,1-1,-1 0,-1-1,2-6,-3 9,-1 0,1 0,-2 0,1 0,-1 1,1-1,-2 0,1 0,-1 0,0 0,0 1,0-1,-1 1,0 0,0-1,0 1,-1 1,-2-4,4 5,-1 0,1 1,0-1,-1 1,0 0,0 0,0 0,1 0,-2 1,1-1,0 1,0-1,0 1,-1 0,1 1,0-1,-1 0,1 1,-1 0,1 0,-1 0,1 0,-1 0,1 1,-1 0,1 0,0 0,0 0,-1 0,1 0,0 1,-2 1,-2 2,1 1,0 0,0 0,0 0,1 1,0 0,0 0,0 1,1-1,0 1,1 0,0 0,0 0,1 1,-1-1,2 0,0 1,0 0,0-1,1 1,0-1,1 1,0 0,0-1,1 1,0-1,0 0,1 1,0-1,1 1,1-1,0 0,0-1,0 1,1-1,0 0,1 0,-1-1,1 1,0-2,1 1,0-1,0 0,0 0,0-1,1-1,-1 1,1-1,0-1,0 1,7 0,-3-1,0-1,0 0,0 0,0-1,0-1,-1 0,1-1,0-1,-1 0,1 0,-1-1,0-1,0 0,0 0,4-5,-1 0,-1 0,-1-2,0 0,0 0,-1-1,-1-1,0 0,-1 0,0-1,-2 0,1-1,-2 0,0 0,-1-1,-1 1,0-1,0-8,-20 80,12-44,2 0,0 0,0 0,1 0,0 0,1 0,0 0,1 0,0 0,-1-6,1-1,-1 0,1 0,-1-1,1 1,1 0,-1-1,0 1,1-1,0 1,-1-1,1 0,1 0,-1-1,0 1,1-1,-1 1,1-1,0 0,-1 0,1-1,0 1,0-1,1 0,-1 0,4 0,0-1,-1 0,1 0,-1-1,1 0,0 0,-1-1,1 0,-1 0,0-1,0 0,0 0,0-1,0 0,-1 0,0 0,0-1,0 0,0 0,-1-1,0 1,0-1,0 0,-1-1,0 1,0-1,0 1,-1-1,0-1,0 1,-1 0,0-1,-1 1,1-1,-1 1,-1-1,1 1,-1-1,-1-1,1 37,-1-19,-1 0,2 0,0 0,0 0,0 0,1 0,0 0,1 0,0-1,1 1,0 0,0-1,0 0,1 0,1 0,-1 0,1-1,0 1,1-1,6 6,-7-9,0-1,0 1,0-1,1 0,0 0,0 0,-1-1,2 0,-1 0,0-1,0 0,0 0,1 0,-1-1,0 1,1-2,-1 1,0-1,0 0,1 0,-1-1,0 1,0-1,0-1,0 1,-1-1,1 0,-1 0,1-1,-1 0,0 0,-1 0,5-5,1-7,-1 0,0-1,-1 0,-1 0,-1-1,-1 0,0 0,-1-1,-1 1,-1-1,0 0,-2-11,9-123,-8-1,-7-20,4 149,-17-126,19 150,0 0,0 1,0-1,0 0,0 1,0-1,0 0,0 1,0-1,0 0,-1 1,1-1,0 0,0 1,-1-1,1 1,0-1,-1 0,1 1,-1-1,1 1,0-1,-1 1,1 0,-1-1,0 1,1-1,-1 1,1 0,-1-1,0 1,1 0,-1 0,1 0,-1-1,0 1,1 0,-1 0,0 0,1 0,-1 0,0 0,-15 27,6 17,2 1,1 0,3 0,1 0,3 13,-1-1,3 0,2 0,2 0,3-1,3 0,2 0,2-2,20 43,18-7,-51-86,0 0,1-1,-1 1,1-1,-1 0,1 0,0 0,0 0,1-1,-1 1,0-1,1 0,-1 0,1-1,0 0,0 1,-1-2,1 1,4 0,-5-2,1 1,-1-1,0 0,0 0,0-1,0 1,0-1,0 0,0 0,0-1,0 1,-1-1,0 1,1-1,-1 0,0 0,0-1,0 1,-1-1,1 1,1-4,34-86,-22 31</inkml:trace>
  <inkml:trace contextRef="#ctx0" brushRef="#br0" timeOffset="-6904.232">5281 436,'16'7,"23"4,28 1,30-3,28-6,20-7,-15-2</inkml:trace>
  <inkml:trace contextRef="#ctx0" brushRef="#br0" timeOffset="-6136.08">6216 930,'1'-8,"0"0,-1 0,0 0,0 0,-1 1,0-1,-1 0,1 0,-2 1,1-1,-1 1,0-1,0 1,-1 0,0 1,0-1,-1 1,0-1,0 1,0 1,-1-1,3 4,1 1,-1 0,0 0,0 0,1 0,-1 0,0 1,0-1,0 1,0 0,0 0,0 0,0 0,0 0,1 1,-1-1,0 1,0 0,0 0,1 0,-1 0,0 0,1 1,-1-1,-2 2,-53 54,51-48,0 2,0-1,1 1,0 0,1 0,0 0,1 1,0-1,1 1,0 0,1 1,0-1,1 0,0 0,1 1,1-1,0 0,2 8,-2-16,0-1,1 1,0-1,0 1,0-1,0 0,0 0,1 0,-1 0,1-1,0 1,0 0,0-1,0 0,0 0,0 0,1 0,-1 0,1-1,-1 0,1 1,0-1,-1-1,1 1,0 0,0-1,3 0,1 0,1 0,-1-1,0 0,0 0,0-1,0 0,0-1,0 1,-1-1,1-1,-1 0,5-3,-2 0,-1 0,1-1,-2 0,1 0,-1-1,0-1,-1 1,0-1,0 0,-1-1,-1 0,0 0,0 0,-1 0,0-1,-1-2,-7 32,-16 92,19-106,1 1,0-1,0 1,1-1,-1 1,1-1,0 1,0-1,0 0,1 0,0 1,-1-1,1 0,1 0,-1-1,1 1,-1 0,1-1,0 0,0 1,1-1,2 2,-3-3,0 0,0 0,0 0,1-1,-1 0,0 1,0-1,1 0,-1-1,1 1,-1-1,1 1,-1-1,1 0,-1 0,1 0,-1-1,1 1,-1-1,0 0,1 0,-1 0,0-1,1 1,-1-1,0 1,0-1,0 0,-1 0,1-1,1 0,2-3,0 0,0-1,-1 0,1 0,-2-1,1 1,-1-1,0 0,0 0,-1 0,0-1,-1 0,4-17,0-1,-3 0,0-1,-1 1,-2 0,-1-1,-1 1,-5-23,6 42,5 14,3 8,2-3,1-1,0 0,0-1,1 0,0 0,1-1,0-1,0 0,0-1,1 0,11 3,78 46,-98-52,-1 0,0 0,1 1,-1-1,-1 1,1 0,0 0,-1 0,0 0,0 0,0 1,0-1,-1 1,0-1,0 1,0 0,0-1,-1 1,0 0,0-1,0 1,0 0,-1 0,0-1,0 1,0-1,0 1,-1-1,0 1,0-1,0 0,0 0,-3 3,-11 23,12-24,0 0,1 1,-1 0,1 0,0 0,1 0,0 0,0 0,1 1,-1-1,1 3,2-7,1-1,-1 0,0 0,1 0,-1 0,1 0,0 0,-1 0,1 0,0 0,0-1,0 1,0-1,1 1,-1-1,0 0,1 0,-1 0,0 0,1-1,-1 1,1-1,-1 1,1-1,0 0,-1 0,1 0,-1 0,3-1,18 2,0-2,-1 0,1-2,-1 0,1-1,-1-2,0 0,-1-1,1-2,-2 0,1-1,-1-1,-1 0,0-2,13-11,-25 17,1 0,-2 0,1-1,-1 0,0 0,0 0,-1-1,-1 0,1 0,-1 0,-1-1,1-3,-3 9,0 0,0 0,0 0,-1 0,1 0,-1 0,0-1,0 1,-1 0,1 0,-1 0,0 0,0 0,0 0,-1 0,0 0,1 0,-1 1,0-1,-1 1,1-1,-1 1,1 0,-1 0,0 0,0 0,-1 1,1-1,0 1,-3-1,3 0,0 2,-1-1,1 0,-1 1,0-1,0 1,1 0,-1 1,0-1,0 0,0 1,0 0,0 0,0 0,0 1,0-1,1 1,-1 0,0 0,0 0,1 1,-1-1,0 1,1 0,0 0,-1 0,1 0,0 1,0-1,0 1,-1 2,0-1,0 0,1 1,-1 0,1 0,0 0,1 0,-1 0,1 0,0 1,0-1,0 1,1-1,0 1,0 0,1 0,-1-1,1 1,1 0,-1 0,1-1,0 4,2-2,-1 0,1 0,0-1,0 1,1-1,0 0,0 0,0 0,1-1,0 1,0-1,0 0,1-1,-1 1,1-1,0 0,5 2,8 4,-1-2,2 0,-1-1,1-1,17 3,68 9,-1-6</inkml:trace>
  <inkml:trace contextRef="#ctx0" brushRef="#br0" timeOffset="4632.052">7594 2080,'0'-5,"16"-3,25-3,29-4,27-4,21 1,5 4,-7 6,-18 14,-26 6</inkml:trace>
  <inkml:trace contextRef="#ctx0" brushRef="#br0" timeOffset="7387.613">9880 2147,'2'5,"0"0,1-1,0 1,0 0,0-1,1 1,-1-1,1 0,0 0,0-1,1 1,-1-1,1 0,-1 0,1 0,0-1,0 0,0 0,1 0,-1 0,0-1,1 0,-1 0,1-1,-1 1,1-1,-1 0,1-1,-1 1,4-2,16-3,0-2,-1-1,0 0,0-2,-1-1,0-1,-1-1,0-1,-1 0,-1-2,0 0,-1-2,-1 0,3-5,-10 11,0 1,-1-2,-1 1,0-1,-1 0,0-1,-1 0,0 0,-1-1,3-14,-8 26,0 1,-1-1,1 0,-1 1,1-1,-1 0,0 0,0 1,-1-1,1 0,0 1,-1-1,0 0,1 1,-1-1,0 1,0-1,-1 1,1-1,0 1,-1 0,0-1,1 1,-1 0,0 0,0 1,0-1,0 0,0 0,-1 1,1 0,-1-1,1 1,0 0,-1 0,0 0,1 0,-1 1,0-1,1 1,-1 0,0 0,1-1,-1 2,-2-1,-4 3,0 1,1 0,0 1,0-1,0 2,1-1,-1 1,1 0,0 0,1 1,0 0,0 0,0 1,1-1,0 1,1 0,0 1,0-1,1 1,-1 0,2 0,0 0,-1 5,-11 50,4 1,2 0,3 0,3 1,3 0,3-1,10 56,4 35,-4-45,-4 1,-6 0,-7 81,-17-88,9-79</inkml:trace>
  <inkml:trace contextRef="#ctx0" brushRef="#br0" timeOffset="8376.112">10013 2535,'-64'-17,"64"17,1 0,-1 0,1 0,-1 0,0 0,1 0,-1 0,0 0,1 0,-1 0,1 0,-1-1,0 1,1 0,-1 0,0 0,1 0,-1-1,0 1,1 0,-1 0,0-1,0 1,1 0,-1 0,0-1,0 1,1 0,-1-1,0 1,0 0,0-1,0 1,1 0,-1-1,0 1,0-1,0 1,0 0,0-1,0 1,0 0,0-1,0 1,0-1,0 1,0 0,-1-1,1 1,0 0,0-1,0 1,0 0,-1-1,1 1,0 0,0-1,-1 1,1 0,0 0,0-1,-1 1,1 0,194-55,-47 17,101-11,-132 45,-113 5,1-1,-1 1,0-1,1 1,-1 0,0 0,0 1,1-1,-1 1,0-1,0 1,-1 0,1 0,0 0,-1 1,1-1,-1 1,0-1,0 1,0 0,0 0,0 0,0 0,-1 0,1 0,-1 0,0 1,0-1,-1 0,1 1,0-1,-12 121,11-123,0 1,0-1,0 1,0-1,0 0,0 1,1-1,-1 1,0-1,1 0,-1 1,1-1,-1 0,1 1,0-1,0 0,-1 0,1 0,0 0,0 1,0-1,0-1,1 1,-1 0,0 0,0 0,0 0,1-1,-1 1,0-1,1 1,-1-1,0 1,1-1,-1 0,1 0,-1 0,1 0,-1 0,0 0,1 0,-1 0,1 0,-1-1,0 1,1-1,0 0,62-32,-58 28,0-1,-1 1,0-1,0 0,-1 0,0-1,0 1,0-1,-1 0,0 0,0 0,-1-1,0 1,0-1,1-5,-3 10,1-1,-1 0,0 0,0 0,0 1,-1-1,1 0,-1 0,0 1,0-1,0 0,0 1,-1-1,1 1,-1-1,0 1,0 0,0 0,-1 0,1 0,-1 0,0 1,1-1,-1 1,0-1,-1 1,1 0,0 0,-1 1,1-1,-1 1,0-1,-4-1,-1 1,0-1,0 1,0 1,0 0,-1 0,1 1,0 0,0 1,0 0,0 0,0 1,0 0,0 0,0 1,-3 2,12-5,1 0,-1 0,1 0,-1 0,1 0,0 1,-1-1,1 0,-1 0,1 0,-1 0,1 1,-1-1,1 0,-1 1,0-1,1 0,-1 1,1-1,-1 0,0 1,1-1,-1 1,0-1,1 1,-1-1,0 1,0-1,1 1,-1-1,0 1,0-1,0 1,0-1,0 1,0 0,0-1,0 1,0-1,0 1,0-1,0 1,0-1,-1 1,1-1,0 1,0-1,0 1,-1-1,1 1,0-1,-1 1,1-1,0 1,-1-1,0 1,20-2,-1 0,1 0,-1-2,0 0,1-2,-2 0,1 0,4-4,-21 9,45-16,0-3,-1-1,0-2,-2-3,8-7,-30 18,-1 0,0-2,-2-1,0 0,0-1,-2-1,0 0,-1-2,-2 1,0-2,3-6,-10 14,-1 0,0 0,-1 0,0 0,-1-1,-1 1,0-1,-1 0,-1 0,0 10,0 0,0-1,-1 1,1 0,-1 0,0 0,-1 0,1 0,-1 0,0 0,-1 0,1 0,-1 1,0-1,0 1,0 0,0 0,-1 0,0 0,1 1,-2-1,1 1,0 0,-1 0,1 1,-3-2,2 3,0 1,1-1,-1 1,0 0,0 0,1 1,-1-1,0 1,1 0,-1 0,1 1,-1-1,1 1,-1 0,1 0,0 1,0-1,0 1,0 0,1 0,-1 0,1 1,0-1,0 1,0-1,0 1,1 0,-1 0,1 1,0-1,0 0,1 1,-1-1,1 1,0 1,-12 28,2 1,2 1,1 0,2 0,1 0,2 1,2-1,1 1,1 0,3-1,3 13,-4-22,2 0,1 0,1-1,2 0,0 0,2 0,0-2,2 1,1-1,0-1,2-1,2 1,-16-19,1-1,-1 0,1 0,0 0,0 0,0 0,0-1,0 0,1 1,-1-1,1 0,-1-1,1 1,0 0,-1-1,1 0,0 0,0 0,0-1,0 1,0-1,0 0,0 0,0 0,0-1,0 1,0-1,0 0,0 0,2-1,3-5,-1 0,1 0,-1-1,-1 0,1-1,-2 1,1-1,-1-1,0 0,26-34,-31 43,-1 0,1 0,-1 0,1 0,-1 0,1 0,0 1,0-1,-1 0,1 0,0 0,0 1,0-1,0 1,0-1,0 0,-1 1,2 0,-1-1,0 1,0 0,0-1,0 1,0 0,0 0,0 0,0 0,0 0,0 0,0 0,1 0,-1 0,0 1,0-1,0 0,0 1,0-1,0 1,0-1,0 1,0-1,-1 1,1 0,0 0,0-1,0 1,-1 0,1 0,0 0,-1 0,1 0,-1-1,1 1,-1 0,1 1,-1-1,0 0,1 0,-1 0,0 0,0 0,39 72,-37-71,0 0,0 0,0 0,0 0,0-1,0 1,0-1,0 1,1-1,-1 0,1 0,-1 0,1 0,-1 0,1-1,0 1,-1-1,1 0,0 1,0-1,-1 0,1-1,0 1,-1 0,1-1,0 0,-1 1,1-1,1-1,4-3,-1 0,0 0,0 0,-1-1,0 0,0 0,0 0,-1-1,0 0,0 0,0-1,-1 1,0-1,-1 0,0 0,0 0,-1 0,0-1,0 1,-1-1,0 1,0-1,-1 0,0 1,-1-1,0 1,0-1,-1 0,1 4,0 1,0-1,-1 1,0-1,1 1,-2-1,1 1,0 0,-1 0,0 0,0 0,0 0,0 1,-1-1,1 1,-1 0,0 0,0 0,0 1,0 0,-1-1,1 1,-1 1,1-1,-1 1,0-1,1 1,-1 1,0-1,0 1,0 0,1 0,-1 0,0 0,0 1,0 0,1 0,-3 1,-1 0,0 0,-1 1,1 0,1 1,-1-1,0 1,1 1,0 0,0 0,0 0,1 1,-1-1,1 2,1-1,-1 1,1 0,0 0,1 0,0 1,0-1,0 1,1 0,1 0,-1 0,0 3,3-8,0 0,1 0,-1 1,0-1,1 0,0 0,0-1,-1 1,2 0,-1 0,0 0,1 0,-1-1,1 1,0-1,0 1,0-1,0 0,0 0,0 0,1 0,-1 0,28 18</inkml:trace>
  <inkml:trace contextRef="#ctx0" brushRef="#br0" timeOffset="8906.342">12299 2120,'-18'-5,"1"1,-1 0,0 1,0 1,0 1,0 0,0 2,0 0,0 1,0 0,1 2,-1 0,1 1,-1 1,-13 7,26-12,1 1,-1 0,1 1,0-1,0 1,0-1,1 1,-1 0,1 1,-1-1,1 1,0-1,0 1,1 0,-1 0,1 0,0 1,0-1,0 0,0 1,1-1,0 1,0 0,0-1,1 1,-1 0,1 0,0-1,0 1,1 0,0 0,0-1,0 1,0-1,0 1,1-1,0 1,2 3,6 2,1-1,0 0,1 0,0-1,0-1,0 0,1 0,0-2,1 1,-1-2,1 1,0-2,0 0,2-1,-10 0,204 44,-209-46,0 0,0 0,0 0,1 0,-1 0,0 0,0 1,0-1,0 0,0 0,0 1,0-1,0 1,0-1,0 1,0-1,0 1,0 0,0-1,0 1,-1 0,1 0,0 0,-1 0,1 0,0-1,-1 1,1 0,-1 0,1 0,-1 1,0-1,1 0,-1 0,0 0,0 0,0 0,0 0,0 0,0 0,0 0,0 1,0-1,-1 0,1 1,-9 4,0 0,0 0,0-1,-1 0,0-1,0 0,0 0,0-1,-1-1,1 0,-7 1,12-2,-7 2,3-1,1 0,-1 0,0-1,0 0,0 0,-1-1,1 0,0-1,-3-1,10 1,1 1,0-1,0 0,1 0,-1 0,0 0,0-1,0 1,1 0,-1 0,0 0,1-1,-1 1,1 0,0 0,-1-1,1 1,0 0,0-1,0 1,0-1,0 1,0 0,0-1,0 1,1 0,-1-1,0 1,1 0,-1 0,1-1,0 1,-1 0,1 0,0 0,0 0,-1 0,1 0,0 0,0 0,0 0,0 0,0 0,1 0,-1 1,0-1,0 0,1 1,0-1,26-22,1 1,1 1,1 2,0 0,2 3,0 0,1 3,24-7,-32 10,1 1,1 1,0 2,0 1,23-1,-49 6,1 1,0 0,-1 0,1 0,0 0,-1 1,1-1,-1 1,0-1,1 1,-1 0,0 0,0 0,0 0,-1 0,1 0,0 1,-1-1,1 1,-1-1,0 1,0-1,0 1,0 0,0 0,-1-1,1 1,-1 0,0 0,0 0,0 0,0-1,0 1,-1 0,1 0,-1 0,1-1,-2 3,3 19,-2-13,2 0,-1 1,2-1,-1 0,2 0,-1 0,2 0,-1 0,1 0,1-1,0 0,1 0,0 0,0-1,1 1,0-2,5 6,6-6,-3-5</inkml:trace>
  <inkml:trace contextRef="#ctx0" brushRef="#br0" timeOffset="9508.733">12646 1906,'43'30,"-14"-13,-1 1,0 2,-2 0,0 2,-2 1,0 0,-1 2,-2 1,-1 1,-1 0,-1 2,11 23,16 124,-45-173,0-1,1 1,-1 0,1 0,0-1,0 1,0 0,0-1,0 1,0-1,1 1,-1-1,1 1,0-1,0 0,0 0,0 0,0 0,0 0,0-1,1 1,-1-1,1 1,-1-1,1 0,-1 0,1 0,0 0,0 0,-1-1,1 1,0-1,0 0,0 0,0 0,-1 0,1 0,0-1,0 1,0-1,-1 0,1 0,1 0,5-5,1-1,-1 0,-1-1,1 0,-1 0,0 0,-1-1,0 0,-1-1,0 0,0 0,-1 0,0-1,-1 1,0-1,-1 0,0 0,0-1,-1 1,-1-5,1-2,-2 18,0 0,-1 0,1 0,-1 0,1 0,-1 0,1 0,0 0,-1 0,1 0,-1 0,1 0,-1 0,1 1,0-1,-1 0,1 0,0 1,-1-1,1 0,0 0,-1 1,1-1,0 0,0 1,-1-1,1 0,0 1,0-1,0 1,-1-1,1 0,0 1,0-1,0 1,0-1,0 0,0 1,0-1,0 1,0-1,0 1,0-1,0 0,0 1,0-1,0 1,0-1,1 0,-1 1,0-1,0 1,0-1,1 0,-1 1,0-1,1 0,-1 1,-3 11,1 1,1-1,0 1,0 0,1-1,1 1,0 0,1-1,1 1,-1-1,2 0,0 0,0 0,3 3,-5-11,1-1,-1 0,1 0,0 0,0-1,0 1,0-1,0 0,1 1,-1-1,1-1,-1 1,1 0,0-1,0 0,-1 0,1 0,0 0,0-1,0 0,0 0,0 0,0 0,0 0,0-1,0 1,0-1,0 0,0-1,0 1,9-4,-1 1,0-2,0 0,0 0,-1-1,0 0,0-1,5-6,-5 5,0-1,-1 0,0-1,-1 0,0 0,-1-1,0-1,-1 1,0-1,-1 0,0-1,-1 1,1-9,-5 21,-1 1,0-1,1 1,-1-1,1 1,-1-1,0 1,0-1,1 0,-1 1,0-1,0 1,0-1,0 0,1 1,-1-1,0 0,0 1,0-1,0 0,-1 1,1-1,0 0,0 1,0-1,0 1,-1-1,1 0,0 1,-1-1,1 1,0-1,-1 1,1-1,-1 1,1-1,-1 1,1-1,-1 1,1 0,-1-1,1 1,-1 0,0-1,1 1,-1 0,1 0,-1 0,0-1,1 1,-1 0,0 0,1 0,-1 0,0 0,1 0,-1 0,0 0,1 1,-1-1,1 0,-1 0,0 1,1-1,-1 0,0 1,-2 2,0 1,0 0,0 0,0 0,1 1,-1-1,1 1,0-1,0 1,1 0,0-1,-1 1,2 0,-1 0,0 0,1 0,0 0,0 0,1 0,-1 0,1 0,0 0,0-1,1 1,0 0,-1 0,2-1,-1 1,0-1,1 0,0 0,0 0,0 0,2 2,6 3,0-1,1 0,0-1,0 0,0-1,1 0,0-1,0-1,0 0,6 1,46 9,1-2,64 2,9-3</inkml:trace>
  <inkml:trace contextRef="#ctx0" brushRef="#br1" timeOffset="26117.628">12593 5582,'42'433,"-4"-148,-3-26,-3 149,-37-30,-23 85,-6 285,47-454,-4-150,-6 0,-8 29,-64 396,72-525,2-37</inkml:trace>
  <inkml:trace contextRef="#ctx0" brushRef="#br1" timeOffset="28983.367">12567 5556,'-4'-11,"1"-1,0 0,1 0,1 0,0 0,0 0,1 0,1-1,0 1,1 0,0 0,1 1,2-10,-1 17,0 1,-1-1,1 0,0 1,1 0,-1 0,0 0,1 0,0 1,0 0,-1 0,1 0,1 1,-1-1,0 1,0 0,0 1,1-1,-1 1,0 0,0 0,1 1,-1 0,4 0,7 0,268 14,512-15,-314-15,179-24,-79 29,306-5,-453 14,490-53,-275 47,251-7,247 8,-703 7,377-1,-256-14,-199 23,151-4,-336-19,-110 13,17 0,-1 4,0 4,6 4,-92-11,0 0,1 0,-1 1,1-1,-1 1,1-1,-1 1,0 0,1 0,-1 0,0 0,0 0,0 0,0 1,0-1,0 1,0 0,0-1,0 1,-1 0,1 0,-1 0,0 0,1 0,-1 0,0 1,0-1,0 0,0 1,-1-1,1 0,-1 1,1-1,86 496,-5-75,-18 221,-39-373,-11 73,-25 255,1-378,-18 69,-3-45,11 1,10 19,12 384,-2-638,-1 13,1-1,1 1,1-1,1 1,1-1,1 0,4 8,-9-30,0 0,0-1,-1 1,1 0,0 0,0 0,1 0,-1-1,0 1,0 0,0 0,0 0,1 0,-1-1,0 1,1 0,-1 0,1-1,-1 1,1 0,-1-1,1 1,-1 0,1-1,0 1,-1-1,1 1,0-1,-1 1,1-1,0 0,0 1,0-1,-1 0,1 0,0 1,0-1,0 0,0 0,-1 0,1 0,0 0,0 0,0 0,0 0,-1 0,1-1,0 1,0 0,0-1,-1 1,1 0,0-1,0 1,-1-1,1 1,0-1,-1 1,1-1,-1 0,1 1,0-1,4-16</inkml:trace>
  <inkml:trace contextRef="#ctx0" brushRef="#br1" timeOffset="31197.314">12620 9847,'0'-1,"0"1,0-1,0 1,0 0,0-1,0 1,0-1,0 1,0-1,0 1,0-1,1 1,-1-1,0 1,0-1,0 1,1 0,-1-1,0 1,1 0,-1-1,0 1,1 0,-1-1,0 1,1 0,-1-1,0 1,1 0,-1 0,1 0,-1-1,1 1,-1 0,1 0,-1 0,1 0,-1 0,0 0,1 0,-1 0,1 0,-1 0,1 0,-1 0,1 0,-1 0,1 0,-1 1,1-1,-1 0,0 0,1 1,-1-1,1 0,-1 0,0 1,1-1,-1 0,0 1,1-1,-1 1,0-1,0 0,1 1,-1-1,0 1,0-1,5 38,4 307,-5-271,34 399,-37-462,0 1,1 1,0-1,1 0,0-1,0 1,1 0,1-1,2 4,-6-14,0 0,1 1,-1-1,1 0,-1 0,1 0,0 0,-1 0,1 0,0-1,0 1,-1 0,1-1,0 1,0-1,0 0,0 0,0 0,0 0,0 0,0 0,-1 0,1 0,0-1,0 1,0-1,0 0,-1 1,1-1,0 0,-1 0,1 0,0 0,-1 0,1-1,-1 1,0 0,1-1,-1 1,0-1,0 1,1-2,4-2,31-21,2 1,0 2,2 2,0 1,1 2,1 2,0 2,10 0,81-10,2 5,0 7,128 4,-169 6,743-56,-91 2,963 30,-327-41,415 46,208-7,-837 28,-883 14,-171 8,-106-28,-10-2</inkml:trace>
  <inkml:trace contextRef="#ctx0" brushRef="#br1" timeOffset="31448.182">24143 10021,'-18'0,"-6"0</inkml:trace>
  <inkml:trace contextRef="#ctx0" brushRef="#br1" timeOffset="32856.759">10107 3831,'21'16,"49"35,2-4,58 28,-14-8,514 356,-539-359,2-4,3-5,21 6,-41-26,-14-8,-1 2,-1 4,-2 2,34 26,-8 9,-30-25,2-2,46 27,33 31,-125-92,1 0,1 0,-1-1,1 0,1-1,0-1,3 2,-15-8,-1-1,0 1,1 0,-1 0,1-1,-1 1,0 0,0 0,1-1,-1 1,0 0,0-1,1 1,-1 0,0-1,0 1,0-1,1 1,-1 0,0-1,0 1,0-1,0 1,0-1,0 1,0 0,0-1,0 1,0-1,0 1,0-1,0 1,-1 0,1-1,0 1,0-1,0 1,-1 0,1-1,0 1,0 0,-1-1,1 1,0 0,0 0,-1-1,1 1,0 0,-1 0,1-1,-1 1,1 0,0 0,-1 0,0-1,-5-9</inkml:trace>
  <inkml:trace contextRef="#ctx0" brushRef="#br1" timeOffset="34881.685">12700 7788,'1548'-24,"-259"-28,-11-1,303 47,-921 8,373-20,801-4,-1150 35,-19-13,-535 12,-72-2,-54-9,-5-2,-1 0,-13-4</inkml:trace>
  <inkml:trace contextRef="#ctx0" brushRef="#br1" timeOffset="36427.434">18662 5288,'-1'1,"1"-1,-1 0,0 0,1 1,-1-1,1 1,-1-1,0 1,1-1,-1 1,1-1,-1 1,1-1,-1 1,1-1,0 1,-1 0,1-1,0 1,-1 0,1-1,0 1,0 0,0 0,0-1,-1 1,1 0,0 0,0-1,0 1,1 0,-1 0,0-1,0 1,0 0,0-1,1 1,-1 0,0 0,-4 133,6-1,7 18,-3-58,60 638,-13-199,-35-342,8 0,8-2,37 108,-56-245,13 44,-3 1,-5 1,3 49,-14 52,-10 75,-1-88,2 378,-21-297,10-158,2 98,9-198,0-6</inkml:trace>
  <inkml:trace contextRef="#ctx0" brushRef="#br1" timeOffset="37580.953">15441 5181,'-12'52,"2"0,3 0,2 1,2 35,7 66,7-1,18 83,0-5,-3 170,-22 251,-1-33,8-347,1 4,-15 106,-39 60,-4 95,34-122,10-385,-8 105,7 0,7 46,13-102,-6-62</inkml:trace>
  <inkml:trace contextRef="#ctx0" brushRef="#br1" timeOffset="38910.822">21256 5195,'0'141,"21"868,-3-459,-43 401,8-498,4-79,-28 125,30-422,-5 33,4 0,5 0,4 0,8 41,-4-146,8 75,-3 1,-3-1,-4 0,-9 64,-11 12,23-135,2-6</inkml:trace>
  <inkml:trace contextRef="#ctx0" brushRef="#br1" timeOffset="39720.176">23342 7655,'16'2,"12"3,10 1,12-1,15-1,10-1,10-2,6 0,1-1,-4 0,-10 0,-14 0,-24 2,-33 3,-17 1</inkml:trace>
  <inkml:trace contextRef="#ctx0" brushRef="#br1" timeOffset="40842.776">11818 6786,'0'8,"0"1,1-1,1 1,-1-1,1 0,1 1,-1-1,1 0,1 0,-1-1,2 1,-1-1,1 0,0 0,0 0,1-1,-1 0,2 0,-1 0,1-1,-1 0,1 0,1-1,-1 1,1-2,0 1,0-1,0 0,0-1,0 0,0 0,1-1,7 1,-4-5,0-1,0 0,-1 0,1-1,-1 0,0-1,0-1,-1 1,0-2,0 1,-1-2,0 1,0-1,-1 0,0-1,-1 0,0 0,0-1,-1 0,-1 0,0 0,0-1,-1 1,0-1,-1 0,0-6,0 11,-1 0,0 0,-1 0,0 0,0-1,0 1,-1 0,0-1,0 1,-1 0,0-1,0 1,-1 0,0 0,0 0,0 0,-1 0,0 1,-1-1,1 1,-1 0,-1 0,1 0,-1 0,0 1,0 0,0 0,-1 0,0 1,0 0,0 0,-1 0,1 1,-1 0,0 0,1 0,-6 0,3 2,0 0,0 1,0 1,1-1,-1 1,0 1,0 0,0 0,1 0,-1 1,1 1,0-1,0 1,0 1,1-1,-1 1,1 1,-6 5,-3 3,1 1,0 1,1 0,0 1,2 0,0 1,-3 8,-24 56,11-4</inkml:trace>
  <inkml:trace contextRef="#ctx0" brushRef="#br1" timeOffset="41380.414">11951 9486,'1'-20,"0"-1,1 1,1 0,1 0,1 0,0 1,2-1,0 1,1 1,1-1,1 1,1 1,0 0,10-11,25-26,-46 55,1-1,0 0,0 0,0 1,0-1,0 0,-1 1,1-1,0 1,0-1,-1 1,1-1,0 1,-1-1,1 1,0 0,-1-1,1 1,-1 0,1 0,-1 0,1-1,-1 1,0 0,1 0,-1 0,0 0,0-1,0 1,0 0,0 0,0 0,0 0,0 0,0 0,0 0,0 0,0-1,0 1,-1 0,1 0,0 0,-1 0,1 1,-22 306,19-254,3-1,2 0,2 1,3-1,2-1,6 13,5 0</inkml:trace>
  <inkml:trace contextRef="#ctx0" brushRef="#br1" timeOffset="42266.244">14118 4794,'-2'9,"0"0,1 1,0-1,1 0,0 1,0-1,1 0,0 1,1-1,0 0,0 0,1 0,1 0,-1-1,1 1,0-1,1 0,0 0,1-1,2 4,-7-8,1-1,-1 1,1-1,-1 0,1 0,0 0,0 0,0 0,0 0,0 0,0-1,0 1,1-1,-1 1,1-1,-1 0,1 0,-1 0,1 0,0-1,-1 1,1-1,0 1,0-1,-1 0,1 0,0 0,0-1,-1 1,1-1,0 1,-1-1,1 0,0 0,-1 0,1 0,-1-1,0 1,1-1,-1 1,1-2,4-7,0 0,-1 0,0-1,0 0,-1 0,-1-1,0 1,-1-1,0 0,-1 0,0 0,-1 0,0-1,-1 1,0 0,-1-6,1 10,0 0,0 0,-1 0,0 0,0 0,-1 0,0 0,0 1,-1-1,0 1,-1-1,1 1,-1 0,-1 1,1-1,-1 1,0-1,-1 1,1 1,-1-1,-1 1,1 0,-2 0,6 4,0 1,-1-1,1 1,0 0,-1-1,1 1,-1 0,1 1,0-1,-1 0,1 1,-1-1,1 1,0 0,0 0,-1 0,1 0,0 0,0 0,0 1,0-1,0 1,0-1,1 1,-1 0,1-1,-1 1,1 0,-1 0,1 0,0 1,-1 1,-26 75,27-73,0 0,0 1,1-1,0 0,0 0,0 0,1 0,0 0,0 0,1 0,-1 0,1 0,1-1,-1 1,1-1,0 1,0-1,0 0,1 0,0 0,0-1,0 1,0-1,1 0,0 0,0-1,0 1,0-1,42 16,0-7</inkml:trace>
  <inkml:trace contextRef="#ctx0" brushRef="#br1" timeOffset="42535.581">14665 4807,'-2'3,"-1"-1,1 0,0 1,0 0,0-1,0 1,0 0,0 0,1 0,-1 0,1 1,0-1,0 0,0 1,1-1,-1 0,1 1,0-1,0 1,0-1,0 0,0 1,1-1,0 1,-1-1,1 0,0 0,1 1,-1-1,1 0,-1 0,1 0,0 0,0-1,2 3,4-2,0 0,0 0,0-1,1-1,-1 1,0-1,1-1,-1 1,1-1,-1-1,1 0,-1 0,1-1,-1 0,0 0,0-1,0 0,0 0,-1-1,1 0,-1 0,5-4,-8 7,0-1,-1-1,1 1,0 0,-1-1,1 0,-1 0,0 0,0 0,0 0,0-1,-1 1,1-1,-1 0,0 1,0-1,0 0,-1-1,1 1,-1 0,0 0,0-1,-1 1,1 0,-1-1,0 1,0 0,0-1,-1 1,1 0,-1-1,0 1,-1 0,1 0,-1 0,0 0,0 0,0 0,-2-3,-3 0,0 1,0-1,-1 2,1-1,-1 1,-1 0,1 1,-1 0,0 0,0 1,0 0,0 0,0 1,-1 0,1 1,-1 0,1 1,-1 0,1 0,-1 1,1 0,0 1,-9 2,14-3,1 0,0 0,0 1,0-1,0 1,0 0,0 0,0 0,0 0,1 0,-1 0,1 1,-1-1,1 1,0 0,0 0,0 0,1 0,-1 0,1 0,0 0,-1 0,1 0,1 1,-1-1,0 1,1-1,0 0,0 1,0-1,0 1,0-1,1 3,18 38,9-3</inkml:trace>
  <inkml:trace contextRef="#ctx0" brushRef="#br1" timeOffset="43036.793">16898 4741,'-8'13,"0"1,1-1,1 2,0-1,1 1,1 0,0 0,1 0,1 1,0-1,1 1,1-1,0 1,2 1,-1-12,0-1,1 1,0-1,0 1,0-1,0 0,1 0,-1 0,1-1,0 1,1-1,-1 1,0-1,1 0,0 0,0-1,0 1,0-1,0 0,0 0,0 0,1 0,-1-1,1 0,-1 0,1 0,0 0,-1-1,1 0,0 0,0 0,-1 0,1-1,0 0,-1 0,1 0,-1 0,1-1,-1 0,0 0,0 0,0 0,0-1,0 0,0 1,0-2,-1 1,0 0,2-2,-2 1,1-1,-1 1,0-1,0 0,0 0,-1 0,0 0,0-1,0 1,0-1,-1 1,0-1,0 0,-1 1,0-1,0 0,0 1,0-1,-1 0,0 1,0-1,-1 1,1-1,-1 1,0 0,-1-1,1 1,-1 0,0 1,0-1,-1 0,0-1,0 0,-1 0,0 1,0-1,0 1,-1 0,1 1,-1-1,0 1,0 0,-1 1,1-1,-1 1,0 1,0-1,0 1,0 0,0 1,0 0,0 0,-1 0,1 1,0 0,-2 1,6-1,0 1,0 0,0-1,0 2,0-1,0 0,1 0,-1 1,0 0,1-1,-1 1,1 0,-1 0,1 0,0 1,0-1,0 0,0 1,1 0,-1-1,1 1,-1 0,1 0,0 0,0 0,0 0,1 0,-1 0,1 0,-1 0,1 0,0 0,0 0,0 0,1 0,-1 0,1 0,0 0,0 0,0 0,0 0,0 0,1 0,0 1,24 32,7-3</inkml:trace>
  <inkml:trace contextRef="#ctx0" brushRef="#br1" timeOffset="43282.817">17419 4914,'-16'-26,"1"-1,1-1,1-1,1 1,2-2,1 0,2 0,0-4,5-11,8 60,-5 167,-4-150,1 1,2-1,1 0,2 0,1 0,1-1,2 1,1-1,11 16</inkml:trace>
  <inkml:trace contextRef="#ctx0" brushRef="#br1" timeOffset="43765.444">20093 4674,'-11'-25,"2"-1,0 0,2 0,0-1,2 1,1-1,0-26,-6 234,4-139,3 1,1 0,2 0,2 0,2 0,5 15,4-7</inkml:trace>
  <inkml:trace contextRef="#ctx0" brushRef="#br1" timeOffset="44019.803">20293 4861,'-13'-440,"12"431,1 20,0-10,0 80,4 0,2 0,5-1,3 0,23 74,-18-99</inkml:trace>
  <inkml:trace contextRef="#ctx0" brushRef="#br1" timeOffset="44492.259">22540 4820,'0'-360,"2"814,1-406</inkml:trace>
  <inkml:trace contextRef="#ctx0" brushRef="#br1" timeOffset="44834.684">22967 4726,'-7'3,"0"0,0 0,0 1,0 0,1 0,0 1,0-1,0 1,0 1,1-1,-3 4,6-7,0 0,0 1,1 0,-1-1,0 1,1 0,0 0,0 0,0 0,0 0,0 0,0 0,1 0,-1 0,1 0,0 1,0-1,0 0,1 0,-1 0,1 0,-1 1,1-1,0 0,0 0,1-1,-1 1,1 2,6 2,0 1,1-2,0 1,0-1,0 0,1-1,-1 0,1 0,0-1,1-1,-1 1,1-2,-1 1,1-2,0 1,0-2,0 1,0-1,0-1,0 0,4-1,-3 0,-1 0,0 0,1-1,-1 0,-1 0,1-2,0 1,-1-1,0-1,0 0,-1 0,2-2,-7 5,0-1,0 1,0-1,-1 0,1 0,-1 0,0-1,0 1,-1-1,1 1,-1-1,0 0,0 0,0 0,-1 0,0-1,0 1,0 0,-1-1,0 1,0 0,0-1,0 1,-1 0,0 0,-1-5,-2 1,0 0,-1 0,0 0,-1 1,0 0,0 0,-1 0,0 1,0 0,0 0,-1 0,0 1,0 1,-1-1,0 1,0 1,0 0,0 0,-1 1,0 0,1 0,-1 1,0 0,0 1,0 0,0 1,-1 0,1 1,0 0,0 0,0 1,1 0,-1 1,0 0,-3 2,-6 3,-1 1,1 1,1 1,0 0,1 1,-12 11,-30 29</inkml:trace>
  <inkml:trace contextRef="#ctx0" brushRef="#br1" timeOffset="45716.334">9412 4580,'2'13,"6"15,9 10,13 9,9 5,9 2,6 3,3-3,-1-4,-7-3,-6-7,-8-9,-8-9,-9-9</inkml:trace>
  <inkml:trace contextRef="#ctx0" brushRef="#br1" timeOffset="45963.259">9800 4580,'-12'20,"-8"21,-5 19,-3 15,-1 11,0 7,-1 1,2-6,5-19</inkml:trace>
  <inkml:trace contextRef="#ctx0" brushRef="#br1" timeOffset="46263.017">10000 4954,'13'-7,"1"0,1 2,-1-1,1 2,0 0,0 1,0 0,0 1,0 1,1 0,0 2,-13-1,0 0,0 0,0 1,0 0,0-1,0 1,0 0,0 1,0-1,0 0,-1 1,1 0,0-1,-1 1,0 0,1 1,-1-1,0 0,0 0,0 1,0-1,0 1,-1 0,1 0,-1-1,0 1,0 0,0 0,0 0,0 0,-1 0,1 1,-1-1,0 0,0 0,0 0,0 0,-1 0,1 0,-1 0,0 0,0 0,0 1,-8 19,-1-1,-1-1,-1 0,-1 0,-1-1,-1 0,0-2,-2 0,-9 8,-4 8,-29 38,58-71,0-1,1 1,-1 0,0 0,0 0,1 0,-1 0,0 0,1 0,-1 0,1 0,0 0,-1 1,1-1,0 0,0 0,-1 0,1 0,0 0,0 1,0-1,0 0,1 0,-1 0,0 1,0-1,1 0,-1 0,1 0,-1 0,1 0,-1 0,1 0,0 0,-1 0,1 0,0 0,0 0,0-1,0 1,-1 0,1-1,0 1,0 0,1-1,-1 1,0-1,0 1,0-1,0 0,1 1,66 0,-10-12,0-2,-1-3,8-6,-54 19,73-25</inkml:trace>
  <inkml:trace contextRef="#ctx0" brushRef="#br1" timeOffset="46863.967">10775 3617,'-2'14,"6"13,9 12,13 7,15 7,11-1,8 1,3-2,0-3,-4-5,-8-7,-7-11,-12-8</inkml:trace>
  <inkml:trace contextRef="#ctx0" brushRef="#br1" timeOffset="47115.289">11176 3631,'-13'14,"-10"15,-7 12,-4 11,1 8,2 4,5 4,7-1,6-12</inkml:trace>
  <inkml:trace contextRef="#ctx0" brushRef="#br1" timeOffset="47277.858">11524 3912,'-7'16,"-7"16,-5 15,-2 7,2 7,5 2,5-3,6-7,8-11,3-11</inkml:trace>
  <inkml:trace contextRef="#ctx0" brushRef="#br1" timeOffset="47517.998">11564 3644,'9'18,"12"18,12 13,12 11,6 5,2 2,-1-2,-2-7,-9-9,-5-11,-10-12</inkml:trace>
  <inkml:trace contextRef="#ctx0" brushRef="#br1" timeOffset="47790.307">11938 3591,'-16'2,"-9"8,-9 13,-3 14,-4 17,1 16,5 8,7 8,7 0,8-14</inkml:trace>
  <inkml:trace contextRef="#ctx0" brushRef="#br1" timeOffset="48046.619">12193 4085,'0'6,"9"95,-8-97,0 0,0 0,1 0,0 0,-1 0,2 0,-1-1,0 1,1-1,-1 0,1 1,0-1,0 0,0-1,1 1,-1 0,1-1,-1 0,1 0,0 0,0 0,2 0,1 0,1-1,0 0,-1 0,1-1,0 0,0-1,0 1,-1-1,1-1,-1 1,1-2,-1 1,1-1,-1 0,0 0,0-1,-1 0,1 0,-1 0,0-1,0 0,0 0,-1-1,1 0,-1 0,-1 0,2-2,-2 4,-1-1,1 0,-1 0,0 0,0 0,0 0,-1-1,0 1,0-1,0 0,-1 1,0-1,0 0,0 0,-1 0,0 0,0 0,0 0,-1 0,0 1,0-1,-1 0,1 0,-1 1,0-1,-1 1,1-1,-1 1,0 0,-1 0,1 1,-1-1,0 0,0 1,-3-2,-1 0,-1 0,0 0,-1 1,1 1,-1-1,0 2,0-1,-1 1,1 1,-1 0,1 0,-1 1,0 1,1 0,-1 0,-7 2,-14 1,0 2,0 2,0 1,-22 9,-32 14</inkml:trace>
  <inkml:trace contextRef="#ctx0" brushRef="#br1" timeOffset="48692.458">9678 3564,'0'-7,"5"3,8 6,11 9,18 13,17 8,19 6,17 3,12 2,7 2,2 1,-8 4,-19 4,-25-7</inkml:trace>
  <inkml:trace contextRef="#ctx0" brushRef="#br0" timeOffset="74173.974">14157 6078,'-9'1,"0"1,0 1,1-1,-1 2,1-1,0 1,0 0,0 1,0 0,1 0,-1 1,1 0,1 0,-1 0,1 1,0 0,1 1,-7 8,1 0,1 1,1 0,0 1,1 0,1 0,-2 9,1 3,1 1,1 0,2 0,1 1,1-1,2 1,1 0,2-1,1 0,1 1,9 25,-8-35,1 0,1 0,1-1,1 0,1 0,1-1,1-1,0 0,2 0,0-2,1 0,1-1,0 0,1-1,0-1,10 4,-19-12,0 0,1 0,-1-1,1-1,0 0,1 0,-1-1,1 0,-1-1,1 0,0-1,0 0,0 0,0-2,0 1,0-1,-1-1,1 0,0 0,-1-1,1 0,-1-1,0 0,0-1,0 0,-1-1,6-4,-4-1,0 0,0-1,-2 0,1-1,-2 0,1 0,-2-1,0 0,-1-1,0 0,-1 0,0 0,-1-3,2-11,-1-1,-1 0,-2 0,-1 0,-1 0,-3-16,-2 7,-1-1,-2 1,-2 1,-1 0,-2 0,-2 1,-1 1,-2 0,-1 1,-24-31,33 52,-1 0,-1 1,0 0,-1 1,0 0,-9-5,17 14,1-1,-1 1,0 1,0-1,0 1,-1-1,1 1,0 1,-1-1,1 1,-1 0,0 1,1-1,-1 1,0 0,1 0,-1 1,0-1,1 1,-1 1,1-1,-1 1,-7 6,1 0,1 0,0 1,0 1,0 0,1 0,1 1,0 0,0 1,1 0,1 0,0 1,0 0,2 0,-1 0,-2 13,-13 32,3 1,2 1,1 7,-7 53</inkml:trace>
  <inkml:trace contextRef="#ctx0" brushRef="#br0" timeOffset="75164.368">16831 6625,'18'-58,"3"0,2 1,5-3,32-83,19-116,-79 297,-8 87,6 0,10 87,-6-177,7 240,-8-265,-1 0,-1 0,0 0,0 1,-1-1,0-1,-1 1,0 0,-1-1,0 1,0-1,-1 0,0 0,0-1,-1 0,-1 0,1 0,-1 0,0-1,-8 5,13-10,-1-1,1 0,0 0,-1 0,1-1,-1 1,1 0,-1-1,1 0,-1 1,1-1,-1 0,1-1,-1 1,1 0,-1-1,1 1,-1-1,1 0,-1 0,1 0,0 0,-1 0,1 0,0-1,0 1,0-1,0 1,0-1,-1-2,3 3,0 0,0 0,1 0,-1 0,0 0,1 0,-1 0,1 0,-1 0,1 0,0 0,-1 0,1 0,0 1,0-1,0 0,-1 0,1 1,0-1,0 0,0 1,0-1,0 1,0-1,0 1,0 0,0-1,0 1,1 0,-1 0,0 0,0 0,0 0,0 0,0 0,1 0,-1 0,255-31,141-11,-316 36</inkml:trace>
  <inkml:trace contextRef="#ctx0" brushRef="#br0" timeOffset="76184.415">22085 6505,'14'-30,"2"0,0 2,2 0,2 1,0 0,10-8,19-26,-27 35,-2-1,-1 0,-1-2,-2 0,0-1,-2 0,-2-2,0 1,-3-1,2-9,-13 21,-17 135,-12 429,30-515,-1 0,-2-1,-1 0,-1 0,-1 0,-1-1,-2 0,0 0,-2-1,-13 21,-9-10,35-38,-1 1,1 0,-1 0,0 0,1-1,-1 1,1 0,-1 0,1 0,-1 0,1 0,-1 0,1 0,-1 0,0 0,1 0,-1 0,1 0,-1 0,1 0,-1 0,1 0,-1 0,0 1,1-1,-1 0,1 0,-1 1,0-1,1 0,-1 0,1 1,-1-1,0 1,0-1,1 0,-1 1,0-1,0 0,1 1,-1-1,0 1,0-1,0 1,0-1,0 1,0-1,1 0,-1 1,0-1,0 1,-1-1,1 1,0-1,0 1,0-1,0 1,0-1,0 0,-1 1,1-1,0 1,0-1,-1 1,319-3,-204-5,97-18,-168 17</inkml:trace>
  <inkml:trace contextRef="#ctx0" brushRef="#br0" timeOffset="76804.267">20173 5876,'-21'10,"0"0,1 1,1 2,0-1,0 2,1 1,1 0,1 1,0 1,1 0,0 1,2 1,0 0,1 1,-7 18,4-9,2 0,1 1,1 0,2 1,1 0,1 1,2 0,1 0,2 0,1 17,1-29,2-1,0 0,1 1,0-1,2-1,0 1,2 0,0-1,0-1,2 1,0-1,1-1,1 1,1-2,0 0,1 0,0-1,2 0,2 0,2 0,0-2,0 0,1-1,1-1,0-1,0-1,1 0,-1-2,2-1,-1 0,0-2,1-1,0 0,0-2,-1 0,1-2,5-1,-8 1,0-2,-1 0,0 0,1-2,-2-1,1 0,-1-1,0-1,-1-1,0 0,0-1,-2-1,1-1,-1 0,-1-1,0 0,-1-1,-1-1,0 0,9-18,-11 11,-1 0,-1-1,-1-1,0 1,-2-1,-2 0,0 0,-1 0,-2-1,0 1,-2 0,0 0,-2 0,-1 0,-1 0,-1 1,-1 0,-1 0,-5-6,9 17,0 1,-1 0,-1 0,0 1,0 0,-1 0,-1 1,1 0,-2 0,1 1,-2 0,1 1,-1 0,0 0,-1 1,1 1,-1 0,-1 1,1 0,-1 1,0 0,0 1,0 0,0 1,-1 1,1 0,-2 1,-1 2,1 2,-1 0,1 0,-1 2,2 0,-1 0,1 1,-1 1,2 1,0 0,0 0,0 2,1-1,1 1,0 1,0 0,-7 12,-9 14,1 2,3 0,0 2,3 0,-5 20,-22 63</inkml:trace>
  <inkml:trace contextRef="#ctx0" brushRef="#br0" timeOffset="80578.4">1 7160,'380'13,"377"-13,-388 15,-345-16,0 2,1 1,-1 1,0 1,0 1,0 2,-1 0,4 2,-7 0,1-2,0 0,0-1,0-2,1 0,-1-1,1-1,0-1,19-2,25-5,-38 2,0 1,0 2,0 1,1 1,-1 1,26 6,-10 0,1-2,-1-2,1-2,0-2,4-2,19 1,81 1,194-3,36-17,-128 6,250 18,271 10,-165-1,-124 0,172 1,-411-6,3-11,-234 3,-5 0,-1 0,0 0,1 0,-1-1,0 0,0-1,1 1,-1-2,0 1,-1-1,2 0,-7 2,0 0,-1 0,1 0,-1 0,0 0,1 0,-1 0,0 0,0 0,1 0,-1 0,0-1,0 1,0 0,0 0,-1 0,1 0,0 0,0 0,-1 0,1 0,0 0,-1 0,1 0,-1 0,0 0,1 0,-1 0,0 0,1 0,-2 0,1-2,-11-15</inkml:trace>
  <inkml:trace contextRef="#ctx0" brushRef="#br0" timeOffset="82904.508">13917 9259,'66'-165,"-8"-3,-6-2,-2-29,-16 27,-34 173,1-1,-1 1,0-1,0 0,1 1,-1-1,0 0,0 1,1-1,-1 0,0 0,1 1,-1-1,0 0,1 0,-1 1,1-1,-1 0,0 0,1 0,-1 0,1 0,-1 1,0-1,1 0,-1 0,1 0,-1 0,1 0,-1 0,0-1,1 1,-1 0,1 0,-1 0,1 0,-1 0,0-1,1 1,-1 0,0 0,1-1,-1 1,0 0,1 0,-1-1,0 1,1 0,-1-1,0 1,0-1,0 1,1 0,-1-1,8 27,0 1,-2 0,-1 0,-1 0,0 22,-2-25,8 145,-7 1,-7 0,-8-1,-15 54,13-122,0-17,4 0,4 0,3 21,7-51</inkml:trace>
  <inkml:trace contextRef="#ctx0" brushRef="#br0" timeOffset="83609.735">16898 8898,'9'-35,"1"0,2 0,1 1,2 1,1 0,4-3,-8 15,192-348,-189 347,-15 23,-1-1,1 0,0 1,0-1,0 0,-1 1,1-1,0 0,0 1,0-1,0 1,0-1,-1 0,1 1,0-1,0 1,0-1,0 0,0 1,0-1,0 1,1-1,-1 0,0 1,0-1,0 1,0-1,0 0,1 1,-1-1,0 0,0 1,1-1,-1 0,0 1,0-1,1 0,-1 0,0 1,1-1,-1 0,0 0,1 0,-1 1,1-1,-1 0,0 0,1 0,-1 0,1 0,-1 0,0 0,1 0,-1 0,1 0,-1 0,0 0,1 0,-1 0,1 0,-1 0,0-1,1 1,-1 0,0 0,1 0,-1-1,1 1,-1 0,2 188,0-29,-3 600,-1-688</inkml:trace>
  <inkml:trace contextRef="#ctx0" brushRef="#br0" timeOffset="84796.978">22713 8510,'-11'0,"0"0,0 1,1 0,-1 1,0 0,0 1,1 0,-1 0,1 1,0 1,0 0,1 0,-1 1,1 0,0 0,1 1,-6 5,-3 5,0 1,2 0,0 1,0 0,2 2,1-1,0 2,2-1,0 1,2 1,0 0,1 0,2 0,0 1,2 0,0 0,2 0,0 0,2 0,1 0,1 0,0 0,2 0,1-1,1 0,1 0,1 0,1-1,0-1,3 2,0-1,1-1,1-1,1 0,1-1,0-1,1 0,1-1,13 7,-21-15,1-1,1-1,0 0,0 0,0-1,0-1,1 0,0-1,0-1,1 0,-1-1,0 0,1-1,-1-1,9-1,-11-1,1 0,-1-1,0-1,0 0,0-1,-1 0,0-1,0 0,0 0,0-1,-1-1,-1 0,1 0,-1-1,0 0,-1-1,0 0,0-2,9-12,-1-1,-2-1,0 0,-2-1,-1 0,-1-1,1-8,0-3,-2 0,-1 0,-2 0,-2-1,-1 0,-3 0,-1 0,-2 0,-1 1,-2-1,-11-34,15 65,-1-1,0 1,0 0,-1 0,0 0,-1 0,0 1,0 0,-1 0,0 0,-1 1,1 0,-1 0,-1 0,1 1,-1 0,0 1,-1-1,1 2,-1-1,0 1,0 1,-5-2,-3 4,0 1,0 0,0 1,0 1,1 1,-1 0,1 1,-1 1,1 0,0 2,1 0,0 0,0 1,1 1,-1 1,2 0,-3 3,-36 26,2 3,1 1,-12 19,-30 35</inkml:trace>
  <inkml:trace contextRef="#ctx0" brushRef="#br0" timeOffset="85629.765">20293 8911,'7'-29,"1"1,2 0,0 1,2 0,1 0,1 1,1 1,1 1,19-21,-20 22,135-192,-116 173,-34 43,0 0,0-1,1 1,-1-1,0 1,0 0,0-1,0 1,1-1,-1 1,0 0,0-1,1 1,-1-1,1 1,-1-1,0 1,1-1,-1 0,1 1,-1-1,1 1,-1-1,1 0,-1 0,1 1,-1-1,1 0,0 0,-1 1,1-1,-1 0,1 0,0 0,-1 0,1 0,0 0,-1 0,1 0,-1 0,1 0,0-1,-1 1,1 0,-1 0,1 0,0-1,-1 1,1 0,-1-1,1 1,-1-1,1 1,-1 0,0-1,1 1,-1-1,1 1,-1-1,-22 159,8-87,-7 58,6 1,6 1,5 0,9 58,-4-176,1-7,-1 0,0-1,0 1,0 0,0 1,-1-1,0 0,-1 0,1 0,-1 0,0 0,-1 0,1 0,-1-1,0 1,-1 0,1-1,-1 0,0 1,-1-1,1 0,-1-1,0 1,0-1,-1 1,1-1,-1 0,0-1,-1 0,0-1,-1 1,1-2,-1 1,1-1,-1 1,0-2,0 1,1-1,-1 0,0-1,0 1,1-1,-1-1,0 1,-6-3,14 4,-1-1,0 1,0 0,1 0,-1 0,0-1,0 1,1 0,-1 0,0-1,0 1,0 0,1 0,-1-1,0 1,0 0,0-1,0 1,0 0,0-1,0 1,0 0,0-1,1 1,-1 0,-1-1,1 1,0 0,0-1,0 1,0 0,0-1,0 1,0 0,0 0,0-1,-1 1,1 0,0-1,0 1,0 0,-1 0,1-1,0 1,0 0,-1 0,1 0,0 0,0-1,-1 1,1 0,0 0,-1 0,1 0,0 0,-1 0,1 0,0-1,-1 1,1 0,30-5,411 3,-382 2</inkml:trace>
  <inkml:trace contextRef="#ctx0" brushRef="#br0" timeOffset="85888.109">21109 9634,'6'-16,"4"-6</inkml:trace>
  <inkml:trace contextRef="#ctx0" brushRef="#br1" timeOffset="-181586.68">14277 6746,'-2'0,"-3"0,-1 2,1-2,1-2,2-1</inkml:trace>
  <inkml:trace contextRef="#ctx0" brushRef="#br1" timeOffset="-181002.736">11845 7080,'2'0,"3"0,4 0,-1 0</inkml:trace>
  <inkml:trace contextRef="#ctx0" brushRef="#br1" timeOffset="-177536.225">14505 9232,'-9'-2,"-3"-3,2-1,4-2,2 1,5 2,4 1,1 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2:25.9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856 136,'2'7,"1"9,0 11,1 9,1 9,-1 7,1 5,-1 1,3 0,-1-3,-2-5,0-5,-2-11</inkml:trace>
  <inkml:trace contextRef="#ctx0" brushRef="#br0" timeOffset="245.344">789 751,'7'-3,"8"1,7-1,5-2,1 1,-1 0,-4 1,-2 1,-6 1</inkml:trace>
  <inkml:trace contextRef="#ctx0" brushRef="#br0" timeOffset="516.618">682 96,'16'0,"16"0,17-2,11-1,9 0,2 3,-4 3,-14 2</inkml:trace>
  <inkml:trace contextRef="#ctx0" brushRef="#br0" timeOffset="930.779">1176 711,'-47'94,"46"-91,0 0,1 0,-1 0,1 0,-1 0,1 0,0 0,0 0,0 0,1 0,-1 0,1 0,0 0,0 0,0 0,0 0,0 0,0 0,1-1,0 1,-1 0,1-1,0 0,0 1,0-1,1 0,-1 0,0 0,1 0,0-1,2 2,1 0,0 0,1-1,0 0,-1 0,1 0,0-1,0 0,0-1,0 1,0-1,0-1,0 1,0-1,0-1,-1 1,1-1,0 0,-1 0,1-1,-1 0,0 0,0-1,0 0,0 0,-1 0,1 0,-1-1,0 0,0 0,-1-1,0 1,0-1,0 0,-1 0,1 0,-1 0,-1-1,1 1,-1-1,0 0,0 1,0 1,0-1,0 0,-1 0,0 0,0 0,0 0,-1 0,1 0,-2 0,1 0,-1 0,0 0,0 0,0 0,-1 1,0-1,0 0,0 1,-1-1,0 1,0 0,0 0,-1 0,0 0,0 1,0-1,0 1,-1 0,0 1,1-1,-1 1,-4-2,2 2,0 0,0 1,-1 0,1 0,-1 1,0 0,1 1,-1-1,0 1,1 1,-1 0,0 0,1 0,-8 3,10-3,1 0,0 1,0-1,0 1,0 0,0 1,0-1,0 0,0 1,1 0,0 0,-1 0,1 0,0 1,1-1,-1 1,1 0,-1 0,1 0,0 0,0 0,1 0,-1 0,1 1,0-1,0 1,1-1,0 1,1-1,-1 1,1-1,0 1,0-1,0 1,0-1,1 0,0 0,0 0,0 0,0 0,1 0,0-1,-1 1,1-1,1 1,-1-1,0 0,1 0,0 0,26 20</inkml:trace>
  <inkml:trace contextRef="#ctx0" brushRef="#br0" timeOffset="1185.831">1617 417,'7'-2,"14"-1,14 0,15 1,12 0,8 1,1 1,-8 2,-14 3,-15 5,-14 2</inkml:trace>
  <inkml:trace contextRef="#ctx0" brushRef="#br0" timeOffset="1435.678">1738 684,'22'0,"22"0,17 0,9 0,-1 0,-9 0,-15 0</inkml:trace>
  <inkml:trace contextRef="#ctx0" brushRef="#br0" timeOffset="21877.636">2633 203,'0'-7,"2"0,1 9,5 14,5 19,7 14,10 13,6 10,8 3,7-1,3-8,-1-6,-3-11,-7-10,-9-12,-10-13,-12-13,-7-8</inkml:trace>
  <inkml:trace contextRef="#ctx0" brushRef="#br0" timeOffset="22130.654">2981 177,'0'-16,"-3"-1,-4 12,-9 18,-10 22,-10 20,-10 16,-5 11,1 4,3-1,10-9,12-13,9-17</inkml:trace>
  <inkml:trace contextRef="#ctx0" brushRef="#br0" timeOffset="22521.683">3221 484,'20'-11,"0"0,1 2,0 0,1 2,0 0,0 2,0 0,1 1,-1 1,1 2,0 0,21 2,-41-1,0-1,-1 1,1 0,0 0,0 1,-1-1,1 0,0 1,0 0,-1 0,1-1,-1 1,1 1,-1-1,1 0,-1 1,0-1,1 1,-1 0,0 0,0 0,0 0,0 0,-1 0,1 0,-1 0,1 1,-1-1,0 1,0-1,0 1,0 0,0-1,0 1,-1 0,1-1,-1 1,0 0,0 0,0 0,0-1,-1 1,1 0,-1 0,1-1,-1 2,-9 12,-1 0,0 0,-1-1,-1-1,0 0,-1 0,0-2,-1 0,-1 0,0-2,-1 1,11-6,-135 96,117-70,24-30,0 0,0 0,0 1,1-1,-1 0,0 0,0 0,1 0,-1 0,1 0,-1 0,1-1,-1 1,1 0,-1 0,1 0,0 0,0-1,-1 1,1 0,0 0,0-1,0 1,0-1,0 1,0-1,0 1,0-1,0 0,0 1,0-1,0 0,0 0,0 0,0 0,0 0,134 11,270-37,-335 20,32-4</inkml:trace>
  <inkml:trace contextRef="#ctx0" brushRef="#br0" timeOffset="24915.352">1938 1754,'25'0,"24"0,20 0,11 0,4 2,-7 4,-18-1</inkml:trace>
  <inkml:trace contextRef="#ctx0" brushRef="#br0" timeOffset="25131.241">1965 1982,'18'2,"22"1,25 0,21-1,15 0,3-1,-8-1,-22 0</inkml:trace>
  <inkml:trace contextRef="#ctx0" brushRef="#br0" timeOffset="24423.638">869 1379,'2'-9,"10"-1,14 2,15 4,13 5,7 5,4 3,-2 3,-12-1</inkml:trace>
  <inkml:trace contextRef="#ctx0" brushRef="#br0" timeOffset="23881.088">1042 1553,'-4'-2,"-2"3,-2 9,-2 12,0 13,1 12,1 10,0 6,1 4,2 0,-1-3,1-5,-1-6,1-12</inkml:trace>
  <inkml:trace contextRef="#ctx0" brushRef="#br0" timeOffset="24149.37">815 2155,'11'-2,"11"-1,11 0,11 0,7 2,1-1,-2 2,-7 0,-10-3,-10 1</inkml:trace>
  <inkml:trace contextRef="#ctx0" brushRef="#br0" timeOffset="24697.903">1296 2261,'46'-256,"-21"144,-25 112,0 0,0 1,0-1,0 0,1 0,-1 0,0 0,0 0,0 0,1 0,-1 1,0-1,0 0,1 0,-1 0,0 0,0 0,0 0,1 0,-1 0,0 0,0 0,1 0,-1 0,0-1,0 1,0 0,1 0,-1 0,0 0,0 0,0 0,1 0,-1 0,0-1,0 1,0 0,0 0,0 0,1 0,-1-1,0 1,0 0,0 0,0 0,0-1,0 1,0 0,0 0,0-1,0 1,0 0,0 0,0 0,5 23,-5-21,22 363,2-286,-9-54</inkml:trace>
  <inkml:trace contextRef="#ctx0" brushRef="#br0" timeOffset="34516.63">3168 1794,'99'-130,"-79"100,-1-2,-2-1,-2 0,-1-1,-1-1,2-14,-8 95,14 275,-21-37,0-283,0 0,1 1,-1-1,0 0,0 1,0-1,0 0,0 1,-1-1,1 0,0 1,-1-1,1 0,-1 0,1 1,-1-1,1 0,-1 0,0 0,0 0,1 0,-1 0,0 0,0 0,0 0,0 0,0-1,0 1,-1 0,1 0,0-1,0 1,0-1,-1 0,1 1,0-1,-1 0,1 1,0-1,-1 0,1 0,0 0,0 0,-1-1,1 1,0 0,-1 0,-49-18,51 18,-1-1,1 1,0-1,0 1,0 0,0-1,0 1,0-1,0 1,0-1,0 1,0-1,0 1,0-1,0 1,0-1,0 1,1 0,-1-1,0 1,0-1,0 1,1-1,-1 1,0 0,1-1,-1 1,0 0,1-1,-1 1,0 0,1 0,-1-1,0 1,1 0,-1 0,1 0,-1-1,1 1,-1 0,1 0,-1 0,0 0,1 0,-1 0,1 0,-1 0,1 0,-1 0,1 0,-1 0,1 0,-1 1,1-1,-1 0,0 0,1 0,-1 1,1-1,-1 0,0 0,1 1,-1-1,0 0,1 1,396-4,-221 4,-191-1</inkml:trace>
  <inkml:trace contextRef="#ctx0" brushRef="#br0" timeOffset="35462.083">976 2729,'0'-6,"0"-1,0 6,0 10,0 10,0 13,0 11,-2 6,-1 7,0 3,0 0,2-3,0-4,0-4,1-6,0-7,0-11</inkml:trace>
  <inkml:trace contextRef="#ctx0" brushRef="#br0" timeOffset="35733.358">882 3332,'0'-3,"2"0,6 0,8 1,8 0,9 1,8 0,6 1,0 0,-6 0,-10 0</inkml:trace>
  <inkml:trace contextRef="#ctx0" brushRef="#br0" timeOffset="36002.651">922 2623,'-4'-4,"2"-3,9 2,12 0,15 1,14 2,9 1,-1 3,-10 1</inkml:trace>
  <inkml:trace contextRef="#ctx0" brushRef="#br0" timeOffset="39753.585">1444 3023,'1'-4,"0"0,0-1,1 1,-1 0,1 0,0 0,1 0,-1 0,1 1,-1-1,1 1,0-1,0 1,1 0,-1 0,1 1,-1-1,1 1,0-1,3 0,6-3,1 1,0 0,0 1,0 0,1 1,-1 1,1 0,0 1,0 1,14 1,-25 0,1-1,-1 1,0-1,0 1,0 0,0 1,0-1,0 1,0 0,0 0,-1 0,1 0,-1 1,1-1,-1 1,0 0,0 0,0 0,0 1,-1-1,1 1,-1-1,0 1,0 0,0 0,-1 0,1 0,-1 0,0 0,0 0,-1 0,1 0,-1 1,0-1,0 0,0 4,0-1,0 0,-1 1,0-1,-1 0,1 0,-1 0,-1 0,1 0,-1-1,0 1,-1-1,0 1,0-1,0 0,-1-1,-2 3,-97 84,83-75,-3 0,14-11,1 1,0 0,0 0,1 1,-1 0,2 0,-1 1,1 0,1 1,-2 2,7-11,0 0,1 0,0 0,-1 0,1 1,0-1,-1 0,1 0,0 0,0 0,0 0,0 0,0 0,0 0,0 1,1-1,-1 0,0 0,1 0,-1 0,0 0,1 0,-1 0,1 0,0 0,-1 0,1 0,0-1,-1 1,1 0,0 0,0-1,0 1,0 0,0-1,0 1,0-1,0 1,1-1,45 11,21-6,1-4,0-3,23-5,-3 1,-76 5</inkml:trace>
  <inkml:trace contextRef="#ctx0" brushRef="#br0" timeOffset="56621.78">2459 2984,'23'0,"16"0,11 0,4 0,-1 0,-4 0,-9 2,-11 3,-10 1</inkml:trace>
  <inkml:trace contextRef="#ctx0" brushRef="#br0" timeOffset="56785.87">2433 3158,'25'2,"22"3,16 1,14 1,10 0,3-1,-13-2</inkml:trace>
  <inkml:trace contextRef="#ctx0" brushRef="#br0" timeOffset="57218.715">3356 2836,'-3'-2,"2"2,6 2,6 8,8 10,10 7,10 12,8 7,9 5,3 6,1 2,-3-3,-4-3,-7-4,-9-9,-10-8,-11-10</inkml:trace>
  <inkml:trace contextRef="#ctx0" brushRef="#br0" timeOffset="57475.026">3743 2783,'-16'7,"-12"13,-10 18,-8 20,-6 16,0 11,2 5,2 1,8-4,8-7,9-13,9-18</inkml:trace>
  <inkml:trace contextRef="#ctx0" brushRef="#br0" timeOffset="57849.028">3944 3225,'24'-11,"1"1,0 2,0 0,1 2,0 1,0 1,0 1,1 2,23 1,-47-1,0 1,0 0,0 0,0 0,0 0,0 1,0-1,0 1,0-1,-1 1,1 0,0 1,0-1,-1 0,1 1,-1-1,1 1,-1 0,0 0,1 0,-1 0,0 0,0 0,-1 1,1-1,0 1,-1-1,0 1,1-1,-1 1,0 2,-2 2,-1 0,0 0,0 0,-1 0,0 0,0 0,0-1,-1 1,0-1,-1 0,1 0,-1-1,0 1,0-1,-6 4,9-7,-154 146,154-147,0 0,1 0,-1 0,1 0,0 1,-1-1,1 0,0 1,0-1,0 1,0-1,0 1,0 0,0-1,0 1,1 0,-1-1,1 1,-1 0,1 0,0 0,0 0,-1-1,1 1,1 0,-1 0,0 0,0 0,1-1,-1 1,1 0,-1 0,1-1,0 1,0 0,0-1,0 1,0-1,0 1,0-1,0 1,0-1,1 0,-1 0,1 1,0-1,12 6,1-1,0-1,1 0,-1-1,1-1,-1 0,1-1,0-1,12-1,-6 2,43 1,0-2,1-4,-1-2,32-8,-37 1</inkml:trace>
  <inkml:trace contextRef="#ctx0" brushRef="#br0" timeOffset="58470.365">3315 2663,'16'-3,"19"0,21-2,20 0,15 1,8 0,-2 2,-8 3,-14 2,-21-1</inkml:trace>
  <inkml:trace contextRef="#ctx0" brushRef="#br0" timeOffset="61574.896">2206 4187,'22'-3,"20"0,15 1,11-1,1 2,-5 0,-12 2,-15 2</inkml:trace>
  <inkml:trace contextRef="#ctx0" brushRef="#br0" timeOffset="61838.72">2219 4388,'22'0,"22"0,15 0,8 0,2 0,-9 0,-14 0</inkml:trace>
  <inkml:trace contextRef="#ctx0" brushRef="#br0" timeOffset="60274.651">1150 3866,'0'9,"0"8,-3 7,0 10,0 4,-2 6,1 2,0 3,1-1,1-2,1-3,0-6,1-3,3-8,0-7,0-5</inkml:trace>
  <inkml:trace contextRef="#ctx0" brushRef="#br0" timeOffset="60531.951">1015 4427,'9'0,"8"0,5 0,4 0,2 0,0 0,1 0,-1 0,0 0,-3 0,-1-2,-4-1</inkml:trace>
  <inkml:trace contextRef="#ctx0" brushRef="#br0" timeOffset="60782.181">1002 3785,'11'-2,"11"1,13 4,10 3,8 1,4 1,0-1,-10-1</inkml:trace>
  <inkml:trace contextRef="#ctx0" brushRef="#br0" timeOffset="61311.28">1416 4173,'34'0,"-26"-2,0 1,0 0,1 0,-1 1,0 0,0 0,1 1,-1 0,0 1,0 0,0 0,0 0,0 1,0 1,-1-1,0 1,1 0,-1 1,-1 0,1 0,-1 0,0 1,1 0,-6-2,0 0,0-1,0 1,-1 0,1 0,-1 0,0 0,0 0,0 0,0-1,-1 1,0 0,0 0,0 0,0-1,0 1,-1 0,0-1,1 1,-1-1,-1 0,1 0,0 0,-1 0,0 0,1 0,-1 0,0-1,0 0,-1 1,1-1,0-1,-1 1,1 0,-1-1,0 1,1 0,2-2,0 0,1 0,-1 0,1 1,-1-1,1 0,-1 0,0 1,1-1,-1 0,1 1,-1-1,1 1,0-1,-1 1,1-1,-1 1,1-1,0 1,-1-1,1 1,0-1,0 1,-1 0,1-1,0 1,0-1,0 1,0 0,0-1,0 1,0-1,0 1,0 0,0-1,0 1,0 0,0-1,1 1,-1-1,0 1,0 0,1-1,-1 1,0-1,1 1,-1-1,0 1,1-1,-1 0,1 1,-1-1,1 1,-1-1,1 0,-1 1,1-1,0 0,40 14,-32-12,4 1,3 1,1 0,0 0,-1 2,0 0,-1 1,1 0,-1 1,0 1,0 2,-13-10,0 0,-1 0,1 1,0-1,-1 1,0-1,1 1,-1 0,0 0,0-1,0 1,0 0,0 0,0 0,0 0,-1 0,1 0,-1 0,1 1,-1-1,0 0,0 0,0 0,0 0,0 0,0 0,-1 1,1-1,-1 0,0 0,1 0,-1 0,0 0,0 0,0-1,0 1,-1 0,1 0,0-1,-1 1,-1 0,-11 8,0-1,-1-1,0 0,0-1,-1-1,0 0,0-1,-1-1,0 0,1-1,-4-1,10-1,5 1,-1-1,1 0,-1 0,0-1,1 1,-1-1,0-1,1 1,-1-1,0 0,1 0,-3-1,1-6,6-1</inkml:trace>
  <inkml:trace contextRef="#ctx0" brushRef="#br0" timeOffset="64829.836">3128 4027,'-33'-103,"46"138,17 16,1-2,3-2,2 0,1-3,3-1,1-2,2-1,2-3,1-2,2-1,21 8,-27-17</inkml:trace>
  <inkml:trace contextRef="#ctx0" brushRef="#br0" timeOffset="65065.719">3529 3946,'-6'9,"-10"15,-9 11,-9 15,-10 9,-7 7,-4 0,4-1,5-3,10-7,15-9,9-12</inkml:trace>
  <inkml:trace contextRef="#ctx0" brushRef="#br0" timeOffset="65437.759">3729 4214,'33'-7,"-1"1,1 1,0 2,0 2,10 1,27 9,-69-8,1-1,0 1,0-1,0 1,0 0,-1-1,1 1,0 0,0 0,-1 0,1 1,-1-1,1 0,-1 1,0-1,1 1,-1-1,0 1,0-1,0 1,0 0,0 0,-1-1,1 1,0 0,-1 0,0 0,1 0,-1 0,0 0,0 0,0 2,-2 3,-1 0,0-1,0 1,-1-1,1 1,-1-1,-1 0,1 0,-1-1,0 1,-1-1,1 0,-1-1,0 1,0-1,-4 2,6-3,-189 126,165-98,28-30,-1 0,1 0,0 0,0 0,0 0,0 0,0 0,0 0,0 0,0 0,0 0,0 0,1 0,-1 0,0 0,1 0,-1 0,0 0,1 0,-1-1,1 1,0 0,-1 0,1 0,0-1,-1 1,1 0,0-1,0 1,0-1,0 1,-1-1,1 1,0-1,0 1,0-1,0 0,0 0,1 1,116 18,-11-15,1-5,80-13,-102 5</inkml:trace>
  <inkml:trace contextRef="#ctx0" brushRef="#br0" timeOffset="79686.572">508 3,'-8'-1,"0"0,-1 0,1 1,0 1,0-1,-1 1,1 0,0 1,0 0,0 0,1 1,-1 0,0 1,1-1,0 1,-3 3,-104 84,110-87,-10 8,1 0,0 1,1 1,0 0,1 0,1 1,0 1,1 0,1 0,0 1,2 0,-1 0,2 0,-1 6,1 28,1 1,3 0,4 46,0-7,-2-41,-1 43,5-1,3 1,6 10,85 367,-95-447,13 72,-4 1,0 89,-13-155,-1-1,-1 0,-2 1,-1-1,-1 0,-1-1,-2 0,-1 0,-1 0,-1-2,-12 20,19-37,0-1,0 0,-1 0,0-1,0 0,-1 0,0 0,0-1,-1 0,0 0,0-1,0 0,0 0,-1-1,0 0,0 0,0-1,0 0,0-1,-2 0,10-2,0-1,0 1,0 0,0 0,0 0,0 0,1 0,-1 0,0 0,0 0,0 0,0 1,0-1,0 0,0 1,0-1,0 0,1 1,-1-1,0 1,0-1,1 1,-1 0,0-1,1 1,-1 0,0-1,1 1,-1 0,1 0,-1-1,1 1,-1 0,1 0,0 0,0 0,-1 0,1 0,0 0,0 0,0 0,0-1,0 1,0 0,0 0,0 0,0 0,1 0,-1 0,0 0,0 0,1 0,-1-1,1 1,-1 0,1 0,-1 0,1 0,115 97,-102-83,-1 2,0 0,-2 1,0 0,0 0,-2 2,0-1,-2 1,0 0,-1 0,-1 1,-1 0,-1 0,0 7,2 35,-4 0,-2 0,-3 0,-5 14,-24 142,17-137,4 0,3 1,5 0,2 0,7 40,-2-100,1-1,0 0,2 0,1 0,0-1,2 0,0-1,2 0,0 0,1-1,1 0,1-1,0-1,12 11,9 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23.3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107 398,'0'14,"5"13,8 13,8 12,8 8,8 5,5 1,2-4,-3-6,-3-8,-5-7,-9-11</inkml:trace>
  <inkml:trace contextRef="#ctx0" brushRef="#br0" timeOffset="248.37">361 465,'-20'18,"-12"17,-7 17,-1 13,-1 9,2 3,3 0,6-4,5-7,7-16</inkml:trace>
  <inkml:trace contextRef="#ctx0" brushRef="#br0" timeOffset="553.651">601 825,'20'2,"0"0,0 1,-1 0,0 2,1 0,-2 2,1 0,-1 1,0 0,9 7,-23-12,-1-1,0 1,0 0,0 0,0 1,0-1,-1 0,1 1,-1 0,0-1,0 1,0 0,-1 0,1 0,-1 0,0 0,0 1,-1-1,1 0,-1 0,0 1,0-1,0 0,-1 1,1-1,-1 0,0 0,0 0,-1 0,1 0,-1 0,-1 2,-6 11,-1-1,0 0,-2-1,0 0,0 0,-1-1,-8 5,-16 19,38-39,0 1,-1 0,1 0,0 0,0 0,-1 0,1 0,0 0,0 0,-1 1,1-1,0 0,-1 0,1 0,0 1,-1-1,1 0,0 1,-1-1,1 1,-1-1,1 1,-1-1,1 1,-1-1,1 1,-1-1,1 1,-1 0,0-1,1 1,-1 0,0-1,0 1,1 0,-1-1,0 1,0 0,0 0,0-1,0 1,0 0,0 0,0-1,0 1,0 0,0-1,-1 1,1 0,0-1,-1 1,1 0,0-1,-1 1,1 0,0-1,-1 1,1-1,-1 1,1-1,-1 1,0-1,1 1,-1-1,1 0,-1 1,0-1,1 0,-1 1,0-1,27-1,-1-1,0-1,0-2,0 0,0-2,2-1,17-4,35-8,-6 1</inkml:trace>
  <inkml:trace contextRef="#ctx0" brushRef="#br0" timeOffset="887.768">1404 678,'16'11,"16"7,17 2,16-3,13-3,8-5,4-4,0-2,-6-2,-10-4,-14-3,-17-1</inkml:trace>
  <inkml:trace contextRef="#ctx0" brushRef="#br0" timeOffset="1214.816">1912 478,'-1'4,"1"-1,-1 1,1 0,-1 0,1 0,1-1,-1 1,0 0,1 0,0 0,0-1,0 1,0 0,1-1,-1 1,1-1,1 3,8 11,1-1,0 0,0-1,2 0,0-1,1-1,0 0,1-1,0 0,1-1,0-1,1-1,0-1,18 7,70 40,-103-54,0 0,0 0,0 1,-1-1,1 1,-1-1,1 1,-1 0,1 0,-1 0,0 0,0 1,0-1,0 1,0-1,-1 1,1-1,-1 1,0 0,0 0,0 0,0 0,0 0,0 0,-1 0,0 0,1 0,-1 0,0 0,-1 0,1 0,0 0,-1 1,-5 6,-1-1,0 1,-1-1,0-1,0 1,-1-1,0-1,0 0,-1 0,0 0,0-2,-3 2,0 1,-156 93,134-79</inkml:trace>
  <inkml:trace contextRef="#ctx0" brushRef="#br0" timeOffset="2414.175">3075 986,'25'-37,"-2"0,-2-2,-2-1,-1 0,-2-1,-2-1,-2 0,-1-1,0-18,-17-30,5 88,0 0,0 0,0 0,0 0,0 0,-1 1,0-1,1 0,-1 1,0-1,0 1,-1-1,1 1,0 0,-1 0,1 0,-1 1,0-1,1 0,-1 1,0 0,0 0,0-1,0 2,0-1,-3 0,4 1,0-1,0 1,-1 1,1-1,0 0,0 0,0 1,0-1,-1 1,1 0,0-1,0 1,0 0,0 0,0 1,1-1,-1 0,0 1,1-1,-1 1,0-1,1 1,0 0,-1-1,1 1,0 0,0 0,0 0,0 0,0 0,1 0,-1 0,1 0,-1 1,1-1,0 0,-1 0,1 0,1 1,-1-1,0 0,0 0,1 0,-1 0,1 1,0-1,-1 0,2 0,4 5,0 0,1-1,0 0,0-1,0 1,1-1,0 0,0-1,0 0,0 0,1-1,-1 0,1-1,0 0,0 0,0-1,9 1,199 32,-214-34,0 1,0 0,0 0,0 0,0 1,0-1,0 1,0-1,-1 1,1 0,-1 0,1 0,-1 0,0 1,0-1,0 1,0-1,0 1,0 0,-1 0,1 0,-1 0,0 0,0 0,0 0,0 0,-1 0,1 0,-1 0,0 1,1-1,-2 0,1 0,0 1,-1-1,1 0,-1 0,0 0,-1 3,-32 74,27-67,0 0,2 0,-1 1,2-1,-1 1,2 0,-2 11,5-21,0 0,0-1,0 1,1 0,-1-1,1 1,0-1,0 1,0-1,0 1,0-1,1 0,0 1,0-1,0 0,0 0,0 0,0-1,1 1,0 0,-1-1,1 0,0 1,0-1,0 0,0-1,1 1,-1 0,0-1,1 0,-1 0,1 0,0 0,11 2,0 0,1-1,-1 0,0-1,1-1,-1-1,6-1,0 0,0-2,0 0,-1-1,0-1,0-1,0-1,-1-1,0 0,-1-2,6-3,-14 7,0 0,0-1,-1 0,0-1,0 0,-1 0,0-1,-1 1,0-2,-1 1,0-1,0 0,-1 0,-1-1,0 0,0 0,-1 0,0-1,-2 10,0 0,-1 0,1 0,-1-1,1 1,-1 0,0 0,0 0,0 0,-1-1,1 1,-1 0,1 0,-1 0,0 0,-1 0,1 0,0 0,-1 0,1 1,-1-1,0 1,0-1,0 1,0-1,-1 1,1 0,0 0,-1 0,0 0,1 1,-1-1,0 1,0 0,0-1,0 1,0 1,0-1,0 0,-5 3,0 0,0 1,0-1,0 1,1 1,0 0,-1 0,2 0,-1 1,0 0,1 0,0 1,0 0,0 0,1 0,0 1,0-1,1 1,0 1,0-1,0 0,1 1,0 0,1 0,-1 4,0-7,0 1,1 0,0 0,0 0,0 1,1-1,0 0,0 0,1 1,-1-1,1 0,1 1,-1-1,1 0,0 1,1-1,0 0,0 0,0 0,0 0,1 0,0-1,0 1,1-1,-1 0,5 5,2-4,1 0,0 0,0-1,1 0,-1-1,1 0,0-1,0 0,0-1,1-1,-1 0,0 0,7-1,51 1</inkml:trace>
  <inkml:trace contextRef="#ctx0" brushRef="#br0" timeOffset="3232.036">4278 545,'28'15,"0"2,-2 1,0 2,-1 0,-1 2,9 10,-24-22,-1 0,0 1,0 0,-1 0,-1 1,1-1,-2 2,0-1,-1 1,0-1,0 1,-2 0,1 1,-2-1,0 0,0 11,-5 7,-1 0,-1-1,-2 1,-1-2,-1 1,-2-1,-1-1,-11 20,-39 96,61-142,1 1,-1 0,1 0,0 0,0 0,0 0,0 0,0 0,1 0,0 0,-1 0,1 0,0 1,0-1,1 0,-1 0,1 0,-1 0,1 0,0 0,0 0,1 0,-1 0,0 0,1 0,0-1,0 1,-1-1,2 1,-1-1,0 0,0 1,3 0,6 0,0 0,1 0,0-1,0-1,-1 0,1 0,0-1,0-1,0 0,0-1,0 0,-1-1,1 0,-1 0,9-5,-11 5,1 1,-1-2,0 1,0-1,0-1,-1 0,1 0,-1 0,0-1,-1 0,0-1,0 0,0 0,0 0,-1-1,-1 0,1 0,-1-1,-1 1,1-1,-2 0,1-1,-1 1,0 0,-1-1,0 1,-1-5,-1 3,-1 0,0 0,-1 1,0-1,-1 1,0-1,-1 1,0 0,0 0,-1 0,0 1,-1 0,0 0,-1 0,0 1,0 0,-1 0,-4-3,-7-5,0 0,-1 1,-1 2,-1 0,0 1,0 1,-13-4,-153-44,169 52,20 1,32-2,-32 8,572-103,-477 93,-94 10,0 1,-1 0,1 0,0 0,-1 0,1 0,0 0,-1 0,0 0,1 1,-1-1,0 0,1 1,-1-1,0 1,0 0,0-1,0 1,-1 0,1-1,0 1,-1 0,1 0,-1 0,0 0,0 0,1-1,-1 1,0 0,-1 0,1 0,0 0,0 0,-1 0,1-1,-1 1,0 0,0 0,1-1,-1 1,0 0,0-1,0 1,-1-1,1 1,0-1,-1 5,-27 109,29-111,-1 0,1 1,0-1,1 1,-1-1,1 0,0 1,0-1,0 0,0 0,1 1,0-1,0-1,0 1,0 0,0 0,1-1,0 1,0-1,0 0,0 0,0 0,1 0,-1 0,3 0,59 15,-34-20</inkml:trace>
  <inkml:trace contextRef="#ctx0" brushRef="#br0" timeOffset="3485.355">5107 424,'14'18,"15"13,4 1</inkml:trace>
  <inkml:trace contextRef="#ctx0" brushRef="#br0" timeOffset="4220.393">5642 798,'-123'-81,"120"79,0 1,1 0,-1 0,0 0,0 0,0 1,0-1,0 1,0-1,0 1,0 0,0 0,0 1,0-1,0 0,0 1,1 0,-1 0,0 0,0 0,0 0,1 1,-1-1,1 1,-1-1,1 1,0 0,-1 0,1 0,0 0,0 1,0-1,1 1,-1-1,1 1,-1-1,1 1,0 0,0 0,0 0,-6 12,0-1,1 2,1-1,1 1,0 0,1 0,1 0,0 0,1 0,1 0,0 1,1-1,1 0,1 0,2 5,-4-16,1 0,0 0,0 0,0-1,1 1,0-1,0 1,0-1,0 0,1 0,-1-1,1 1,0-1,0 0,1 0,-1 0,0 0,1-1,0 0,0 0,-1 0,1 0,0-1,1 0,-1 0,0 0,0-1,0 1,0-1,1-1,-1 1,0-1,0 0,0 0,0 0,0-1,0 1,0-1,4-3,5-5,0 0,0-1,-1-1,-1 0,0-1,-1 0,0-1,-1 0,-1-1,0 0,-1 0,0-1,-2 0,1 0,-2-1,-1 0,0 0,-1 0,1-10,8-53,-2-1,-5 0,-3 0,-4-19,1 82,2-2,-2 0,0 0,-1 0,-1 0,-1 0,-1 1,0 0,-2 0,0-1,6 19,1-1,0 1,-1 0,0 0,1 0,-1-1,0 1,1 0,-1 0,0 0,0 0,0 0,0 0,0 0,0 1,0-1,0 0,0 1,0-1,-1 0,1 1,0-1,0 1,-1 0,1-1,0 1,-1 0,1 0,0 0,-1 0,1 0,0 0,-1 0,1 0,0 1,-34 34,23-9,1 0,2 1,0 1,2-1,1 2,2-1,0 0,2 1,1-1,1 4,0 4,2 0,1 0,2 0,1-1,2 0,2 0,1-1,1 0,2-1,1 0,2-1,1-1,10 12,-19-31,1 0,0-1,0 0,1-1,1 0,-1 0,2-1,4 2,-12-8,0 0,0-1,0 0,1 0,-1 0,1 0,-1-1,1 0,-1 0,1 0,0-1,-1 0,1 0,0 0,-1-1,1 0,0 0,-1 0,1-1,-1 0,0 0,1 0,1-2,7-7,0 0,-1-2,0 0,-1 0,0-1,-1 0,-1-1,0 0,-1-1,-1 0,0-1,-2 1,5-16,-6 20,-5 12,0 1,0-1,0 0,1 0,-1 0,0 0,0 0,0 0,0 0,0 0,0 0,1 1,-1-1,0 0,0 0,0 0,0 0,1 0,-1 0,0 0,0 0,0 0,0 0,0 0,1 0,-1 0,0 0,0 0,0 0,0-1,0 1,1 0,-1 0,0 0,-2 20,0-2,0-1,1 1,1-1,1 1,0-1,2 7,-2-18,0-1,1 0,0 1,0-1,0 0,0 0,1 0,0-1,0 1,0-1,0 1,1-1,0 0,-1 0,2-1,-1 1,0-1,1 0,0 0,-1 0,1-1,3 2,-1-2,0 0,0 0,0 0,1-1,-1 0,1 0,-1-1,1 0,-1 0,1-1,-1 0,1 0,-1-1,0 0,0 0,0-1,0 0,0 0,0-1,-1 1,1-1,-1-1,0 1,-1-1,1 0,-1-1,0 1,0-1,0 0,-1 0,0-1,0 1,-1-1,0 0,0 0,1-4,28-138,-28 141,0 20,2 25,-5-36,2 26,-1-6,1-1,1 1,0-1,2 0,0 0,1-1,6 10,-10-24,1 0,0-1,0 1,1-1,-1 0,1 0,0 0,0 0,0-1,1 0,-1 0,1-1,0 1,0-1,0-1,0 1,0-1,0 0,0 0,0-1,0 1,0-1,1-1,-1 1,0-1,0 0,0-1,34-3</inkml:trace>
  <inkml:trace contextRef="#ctx0" brushRef="#br0" timeOffset="4853.756">7206 999,'-3'-7,"-1"1,0-1,-1 1,0 0,0 0,0 0,0 0,-1 1,0 0,0 0,-1 1,1 0,-1 0,0 0,0 1,0 0,0 0,-1 1,1 0,-1 0,0 1,1 0,-1 0,0 1,0 0,1 0,-1 1,0 0,-6 2,6-1,0 1,1-1,-1 2,1-1,0 1,0 0,0 0,0 1,1 0,0 0,0 1,0 0,0 0,1 0,0 1,1-1,0 1,0 0,0 0,0 1,1 1,2-7,1 0,0 0,-1 1,1-1,0 0,1 0,-1 0,0 0,0 1,1-1,-1 0,1 0,0 0,0 0,0 0,0 0,0 0,0-1,0 1,0 0,1 0,-1-1,1 1,-1-1,1 1,0-1,0 0,-1 0,1 0,0 0,0 0,0 0,0 0,2 0,75 11,-66-12,0 0,0-1,0-1,0 0,0 0,0-2,-1 1,1-2,-1 1,0-2,-1 0,1 0,-1-1,0 0,2-4,-11 10,0 0,-1-1,1 1,-1-1,1 1,-1-1,0 0,0 0,0 0,0 0,0 1,0-1,0 0,-1-1,1 1,-1 0,1 0,-1 0,0 0,0 0,0-2,-12 16,10-7,1 1,-1-1,1 0,0 0,0 1,0-1,1 1,0-1,0 1,0-1,1 1,0-1,0 0,0 1,1-1,-1 0,1 0,1 0,-1 0,1 0,0 0,0-1,0 1,0-1,1 0,0 0,0 0,0-1,0 1,0-1,1 0,0 0,-1-1,1 1,0-1,0 0,1 0,-1-1,0 1,1-1,-1-1,0 1,1-1,2 1,4-6,-1-1,1 0,-1 0,0-1,0 0,-1-1,0 0,0-1,-1 0,0-1,0 1,-1-2,-1 1,0-1,0 0,-1-1,-1 0,3-7,44-94,-6-2,-5-3,3-31,-23 81,-4-1,-2 0,1-43,-14 99,-2 0,0 0,0 1,-2-1,1 0,-2 0,1 1,-2-3,3 11,-1 1,1-1,0 1,-1-1,0 1,0 0,0 0,0 0,-1 0,1 0,-1 0,1 1,-1-1,0 1,0-1,0 1,-1 0,1 1,0-1,-1 0,1 1,-1 0,1 0,-1 0,0 0,1 0,-1 1,-3 0,-2 0,0 1,1 0,-1 1,1 0,-1 0,1 1,0 0,0 0,0 1,0 0,1 0,0 1,0 0,0 0,0 1,-3 4,-4 4,0 1,1 0,1 1,0 1,1 0,-6 14,4-5,2 1,1 1,2-1,0 1,2 1,1 0,1-1,1 1,2 0,1 1,2-1,0 0,2-1,1 1,1-1,2 1,1-2,1 1,1-1,1-1,1 0,2-1,12 16,3-4,1-1,2-1,2-2,1-2,1-1,1-2,2-1,1-2,1-2,0-2,2-2,36 11,11 0</inkml:trace>
  <inkml:trace contextRef="#ctx0" brushRef="#br0" timeOffset="5556.476">0 1895,'5'18,"5"17,9 15,10 9,9 5,7 2,2-3,-1-4,-5-6,-9-8,-9-12</inkml:trace>
  <inkml:trace contextRef="#ctx0" brushRef="#br0" timeOffset="5805.81">388 1841,'-16'21,"-14"22,-14 22,-8 19,-4 12,2 5,6-5,10-9,10-19</inkml:trace>
  <inkml:trace contextRef="#ctx0" brushRef="#br0" timeOffset="6050.742">588 2443,'103'-260,"-80"213,-16 50,8 109,-13-101,0 25,1-1,2 1,2-1,1 0,2-1,1 0,2 0,12 22,-2-24,-1-10</inkml:trace>
  <inkml:trace contextRef="#ctx0" brushRef="#br0" timeOffset="6383.066">1270 1948,'5'16,"3"19,8 15,7 12,10 8,7 2,5-1,0-6,-2-8,-6-6,-9-10,-10-11</inkml:trace>
  <inkml:trace contextRef="#ctx0" brushRef="#br0" timeOffset="6636.013">1618 2002,'-20'9,"-14"14,-11 18,-3 14,-4 12,3 9,6 4,7 0,10-6,9-16</inkml:trace>
  <inkml:trace contextRef="#ctx0" brushRef="#br0" timeOffset="6887.341">1805 2523,'-9'31,"-8"58,17-86,0 0,0 0,0 0,0 0,1 0,0 0,-1 0,1 0,0 0,1 0,-1 0,0-1,1 1,0-1,-1 1,1-1,0 1,0-1,0 0,1 0,-1 0,0 0,1 0,0-1,-1 1,1-1,0 0,7 3,1-2,-1 1,1-1,0-1,-1 0,1-1,0 0,0 0,0-1,-1-1,1 0,-1 0,1-1,-1 0,0-1,0 0,0-1,-1 0,1 0,-1-1,0 0,-1-1,0 0,1-1,-5 5,0-1,0 0,-1 0,1-1,-1 1,0-1,0 0,0 0,-1 0,0 0,0 0,0 0,0 0,-1-1,0 1,0-1,-1 1,1-1,-1 1,0-1,-1 1,0-1,1 1,-2-1,1 1,0 0,-1-1,0 1,-1 0,1 0,-1 0,0 1,0-1,0 0,-1 1,-1-2,-1 1,-1 0,1 1,-1 0,0 0,0 0,0 1,-1 0,1 0,-1 1,1 0,-1 1,0-1,0 1,0 1,0 0,0 0,0 0,-4 2,6-2,1 1,-1 0,0 0,1 0,-1 1,1 0,-1 0,1 0,0 1,0 0,0 0,0 0,1 1,-1-1,1 1,0 0,0 0,0 1,1-1,-1 1,1 0,0 0,0 0,1 0,-2 4,4-7,-1 1,1-1,-1 1,1-1,0 1,0-1,0 1,0-1,0 1,0-1,1 1,0-1,-1 1,1-1,0 1,0-1,0 0,0 0,1 1,-1-1,1 0,-1 0,1 0,0-1,21 22</inkml:trace>
  <inkml:trace contextRef="#ctx0" brushRef="#br0" timeOffset="7102.776">2554 2202,'20'9,"23"5,18 3,14-1,6-4,1-4,-8-3,-13-3,-15-1,-16-1</inkml:trace>
  <inkml:trace contextRef="#ctx0" brushRef="#br0" timeOffset="7389.526">2968 2002,'0'5,"0"1,0-1,0 1,1 0,0-1,0 0,0 1,1-1,0 1,0-1,0 0,0 0,1 0,0-1,0 1,1-1,-1 1,1-1,0 0,3 3,93 64,-48-43,-36-21,0 1,-1 0,0 1,0 1,-1 0,0 1,-1 1,0 0,7 10,-18-19,1 1,-1 0,0-1,-1 1,1 0,0 0,-1 0,0 0,0 0,0 0,-1 0,1 0,-1 0,0 1,0-1,-1 0,1 0,-1 0,0 0,0 0,0 0,-1 0,1 0,-1 0,0 1,-5 5,1 1,-1-1,-1-1,0 1,0-1,-1-1,0 0,-2 1,-225 150,206-138</inkml:trace>
  <inkml:trace contextRef="#ctx0" brushRef="#br0" timeOffset="8084.225">4224 2549,'1'-366,"6"320,-7 46,1-1,-1 0,1 0,-1 0,1 0,-1 1,1-1,-1 0,1 1,0-1,-1 0,1 1,0-1,-1 1,1-1,0 1,0-1,0 1,0-1,0 1,-1 0,1 0,0-1,0 1,0 0,0 0,0 0,0 0,0 0,0 0,0 0,0 0,0 1,-1-1,1 0,0 0,0 1,0-1,0 1,0-1,-1 1,1-1,0 1,0-1,0 1,9 7,1 0,-1 1,-1 0,0 1,0 0,-1 0,4 6,-1-1,11 11,-3 1,0 1,-1 0,-2 1,8 21,-23-48,1 0,-1 0,0 0,1 0,-1 0,0 0,-1 0,1 1,0-1,-1 0,1 1,-1-1,1 0,-1 1,0-1,0 1,0-1,-1 0,1 1,-1-1,1 0,-1 1,0-1,1 0,-1 0,-1 1,1-1,0 0,0 0,-1 0,1 0,-1-1,1 1,-1 0,0-1,0 1,0-1,0 1,0-1,0 0,0 0,0 0,-1 0,-3 0,1-1,-1 0,1 0,-1 0,1-1,-1 1,1-1,0-1,-1 1,1-1,0 0,0 0,0 0,0-1,0 0,1 0,-1 0,1 0,0-1,0 0,0 1,0-2,1 1,-1 0,1-1,0 1,1-1,-1 0,0-2,3 4,1 0,-1 0,1 1,-1-1,1 0,0 1,0-1,1 1,-1-1,0 1,1 0,-1-1,1 1,0 0,0 0,0 0,0 0,0 1,0-1,0 0,1 1,-1-1,1 1,-1 0,1 0,-1 0,1 0,0 1,-1-1,1 1,0-1,0 1,-1 0,1 0,0 0,0 0,2 1,164-10,-127 9,0-1,0-3,-1-1,1-2,27-9,-66 16,0 0,0-1,0 0,0 0,0 0,0 0,0 0,0 0,0-1,-1 1,1-1,-1 0,1 0,-1 0,0 0,1 0,-1-1,0 1,-1-1,1 1,0-1,-1 0,1 1,-1-1,0 0,0 0,0 0,0 0,-1 0,1 0,-1 0,0 0,0 0,0-1,0 0,-3-3,-1 1,0 0,0 0,0 0,0 1,-1-1,0 1,-1 0,1 0,-1 1,1 0,-1 0,-1 0,1 1,-1 0,1 0,-1 0,0 1,0 0,0 0,0 1,0 0,-4 0,8 1,1-1,-1 1,1 0,-1 1,0-1,1 0,-1 1,1-1,-1 1,1 0,-1 0,1 0,0 0,-1 0,1 1,0-1,0 0,0 1,0 0,0 0,0-1,0 1,1 0,-1 0,1 1,-1-1,1 0,0 0,0 1,0-1,0 1,0-1,1 1,-1 0,-1 5,1 0,0 0,1 0,0 0,0 0,0 0,1-1,1 1,-1 0,3 7,2-2,1 0,0 0,1 0,0-1,1 0,0-1,1 0,0-1,1 0,0 0,1-1,0 0,0-1,1-1,0 0,0-1,0 0,1-1,0 0,0-1,1-1,-1 0,1-1,-1-1,1 0,10-1,28 1</inkml:trace>
  <inkml:trace contextRef="#ctx0" brushRef="#br0" timeOffset="8825.729">5308 2323,'61'-111,"29"-64,-82 158,-1-1,-1 0,-1 0,0 0,-1 0,-1-1,-1 0,-1 1,0-1,-2 0,0 0,-2-8,3 24,-1 0,0 0,1 0,-1 0,0 0,0 0,-1 0,1 1,-1-1,1 0,-1 1,0-1,0 1,0 0,0 0,0-1,0 1,-1 1,1-1,-1 0,0 1,1-1,-1 1,0 0,0 0,0 0,0 0,0 0,0 1,0-1,0 1,0 0,0 0,-2 0,-3 3,0 1,1 0,-1 0,1 1,0 0,1 0,-1 1,1-1,0 1,0 1,1-1,0 1,0 0,0 0,1 1,0-1,1 1,-2 5,-9 17,1 2,2-1,1 1,1 1,2 0,2 0,0 0,3 1,0-1,3 1,3 30,-3-50,0-1,1 0,1 0,0 0,1-1,0 1,1-1,0 0,1 0,0 0,1-1,0 0,1 0,0-1,1 0,0 0,0-1,1 0,0-1,1 0,0-1,0 0,1 0,6 1,-12-6,0-1,0 0,0 0,0 0,0-1,0 0,0-1,0 1,0-1,0 0,0 0,0-1,0 0,0 0,-1 0,1-1,-1 0,1 0,-1 0,0-1,0 1,-1-1,5-5,3-2,-1-2,0 1,-1-2,0 1,-1-1,-1-1,0 1,1-6,-5 11,0 0,0 0,-1-1,0 1,-1-1,0 0,-1 0,0 0,0-6,-1 14,0 1,1 0,-1 0,0 0,0 0,-1 0,1-1,0 1,0 0,-1 0,1 0,0 0,-1 0,1 0,-1 0,1 0,-1 0,0 0,1 0,-1 0,0 0,0 1,0-1,1 0,-1 0,0 1,0-1,0 1,0-1,0 1,0-1,-1 1,1-1,0 1,0 0,0 0,0 0,0-1,0 1,-1 0,1 1,0-1,0 0,0 0,0 0,0 1,0-1,-1 0,1 1,0-1,0 1,0-1,-52 36,46-28,-1 0,1 0,0 1,1 1,0-1,0 1,1 0,1 0,0 0,-2 5,5-11,0 0,0 0,0 0,0 0,1 0,-1 0,1 0,0 0,1 0,-1 0,0 0,1 0,0 0,0-1,0 1,1 0,-1 0,1-1,0 1,0-1,0 1,0-1,1 0,-1 0,1 0,0 0,0-1,0 1,0-1,2 2,12 4,0-1,0-1,1 0,0-1,0-1,0 0,1-2,-1 0,1-1,10-1,51 2</inkml:trace>
  <inkml:trace contextRef="#ctx0" brushRef="#br0" timeOffset="9436.177">6256 2270,'-6'-1,"0"1,0 0,0 1,0 0,0 0,0 0,0 0,0 1,1 0,-1 0,0 1,1 0,0 0,-1 0,1 0,0 1,1 0,-1 0,1 0,0 1,0-1,0 1,0 0,1 0,0 0,0 1,0-1,1 1,0 0,0-1,0 1,1 0,0 0,0 0,0 0,1 0,0 1,0-1,1 0,-1 0,1 0,1 0,-1 0,1-1,0 1,0 0,1-1,0 1,0-1,0 0,0 0,1 0,0 0,0 0,0-1,1 0,-1 0,2 1,1-1,0-1,1 1,-1-1,1-1,-1 1,1-1,0-1,0 1,0-1,0-1,0 0,0 0,0 0,0-1,0 0,0 0,-1-1,1 0,0-1,-1 0,1 0,-1 0,4-4,4-1,-1-1,-1-1,0-1,0 0,-1 0,0-1,-1 0,0-1,-1-1,-1 0,0 0,14-34,-3-1,-2 0,-1-2,-3 0,-3 0,-1-1,-3-1,-2 0,-3 1,-2-16,1 66,1-27,-2 1,0-1,-2 1,-1-1,-1 1,-1 0,-5-13,10 39,0 1,0-1,0 0,0 1,-1-1,1 0,0 1,-1-1,1 1,-1-1,0 1,1-1,-1 1,0-1,0 1,0-1,0 1,0 0,0 0,-1-1,1 1,0 0,0 0,-1 0,1 1,-1-1,1 0,-1 0,1 1,-1-1,0 1,1-1,-1 1,0 0,1 0,-1-1,0 1,1 0,-1 1,0-1,1 0,-1 0,1 1,-1-1,0 1,1-1,-1 1,1 0,-1 0,1-1,-1 1,1 0,0 0,-1 0,1 1,0-1,0 0,0 0,0 1,0-1,-1 2,-11 18,0 1,1 0,1 0,1 2,2-1,0 1,1 0,1 3,-4 5,1 1,2 0,1 0,2 1,1 0,2-1,1 1,2 0,1 0,1-1,2 1,2-1,1-1,1 0,4 6,-2-12,1-1,2 0,0-1,2 0,0-2,2 0,0-1,2 0,6 3,-24-21,0 0,0 0,0-1,1 1,-1-1,1 0,0 0,0-1,-1 1,1-1,0 1,0-1,0-1,1 1,-1 0,0-1,0 0,0 0,0 0,1-1,-1 1,0-1,0 0,0 0,0 0,0-1,0 0,16-10,0-1,-1-2,0 0,-1 0,-1-2,0 0,-2-1,8-12,33-34,-56 64,0-1,0 0,0 0,1 1,-1-1,0 0,0 1,1-1,-1 0,0 1,1-1,-1 1,0-1,1 0,-1 1,1-1,-1 1,1-1,-1 1,1-1,0 1,-1 0,1-1,-1 1,1 0,0-1,-1 1,1 0,0 0,0 0,-1-1,1 1,0 0,-1 0,1 0,0 0,0 0,-1 1,1-1,0 0,-1 0,1 0,0 0,-1 1,1-1,0 0,-1 1,1-1,0 1,-1-1,1 0,-1 1,1-1,-1 1,1 0,-1-1,0 1,1-1,-10 68,7-62,0 0,0 1,1-1,-1 0,1 0,1 0,-1 1,1-1,1 0,-1 1,1-1,0 0,0 0,1 1,-1-1,2 0,-1-1,1 1,-1 0,1-1,1 1,-1-1,4 3,-2-3,1-1,0 0,0 0,0 0,0-1,1 0,-1 0,1-1,0 0,0 0,0 0,0-1,0 0,0-1,0 1,1-1,33-2</inkml:trace>
  <inkml:trace contextRef="#ctx0" brushRef="#br0" timeOffset="9687.542">7219 2135,'-18'-7,"-13"-4,-6-3,-3-1,-4-3,5 2</inkml:trace>
  <inkml:trace contextRef="#ctx0" brushRef="#br0" timeOffset="9866.064">6511 1895,'27'2,"28"1,28 0,26-1,18 2,8 2,-17 1</inkml:trace>
  <inkml:trace contextRef="#ctx0" brushRef="#br0" timeOffset="10118.389">7514 2323,'-5'14,"-1"8,2 6,7 0,10-3,8-5,2-6</inkml:trace>
  <inkml:trace contextRef="#ctx0" brushRef="#br0" timeOffset="10119.389">7606 1695,'14'-14,"4"-4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22.5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183 456,'-7'0,"0"0,0 0,1 1,-1 0,1 0,-1 0,1 1,-1 0,1 1,0-1,0 1,0 0,0 1,0-1,1 1,0 0,0 1,0-1,0 1,1 0,-1 0,1 0,0 1,1 0,0-1,-1 1,1 3,-1-5,1 1,-1 0,1 0,0 1,1-1,-1 1,1-1,0 1,1 0,-1-1,1 1,0 0,1 0,-1 0,1 0,1 0,-1 0,1 0,0 0,0 0,1 1,-1-5,1-1,-1 1,1 0,0-1,-1 1,1-1,0 0,0 1,0-1,0 0,1 0,-1 0,0-1,0 1,1 0,-1-1,0 1,0-1,1 0,-1 0,0 0,1 0,-1 0,0-1,1 1,-1-1,0 1,1-1,-1 0,0 0,1 0,66-38,-59 31,1 0,-2-1,1 0,-1-1,0 0,-1 0,0-1,-1 0,0 0,-1 0,0-2,-9 25,-1 1,2-1,-1 1,2 0,0 0,0 0,1 0,1 0,0 0,1 0,1 4,-2-12,1-1,0 1,0-1,0 0,0 1,0-1,1 0,0 0,0-1,0 1,0-1,0 1,1-1,0 0,-1 0,1-1,0 1,0-1,1 0,-1 0,0 0,1-1,-1 1,1-1,0 0,-1 0,1-1,0 1,0-1,-1 0,1-1,0 1,-1-1,1 0,0 0,-1 0,1 0,-1-1,1 0,0-1,7-2,0-1,0-1,-1 0,0-1,0 0,-1-1,0 0,0 0,-1-1,0 0,-1-1,0 0,-1 0,3-7,4-9,-1 0,-1-1,-2 0,-1-1,-1 0,-1-1,1-7,-2 0,-1-1,-2 1,-2-1,-1 0,-2 1,-4-20,5 49,0 0,-1 0,0 0,0 0,-1 0,0 0,0 1,-1 0,0-1,-4-5,6 12,0 0,0 0,0-1,0 1,0 0,0 1,0-1,-1 0,1 0,0 1,0 0,-1-1,1 1,0 0,-1 0,1 0,0 0,-1 1,1-1,0 1,0-1,-1 1,1 0,0 0,0 0,0 0,0 0,0 0,0 1,0-1,1 1,-1-1,0 1,1 0,-1-1,1 1,0 0,-1 0,1 0,0 0,0 0,0 0,0 2,-13 22,1 0,2 0,0 1,2 0,1 1,1 0,1 0,2 1,1-1,1 1,1 0,2 4,-1-10,2 1,0 0,1 0,2 0,0-1,2 0,0 0,11 20,-14-33,1 0,0-1,1 0,0 0,0 0,1-1,0 0,0 0,1-1,0 0,1 0,-1-1,1 0,1-1,-1 1,1-2,0 1,0-2,0 1,10 1,-11-4,1-1,-1 0,0 0,1-1,-1 0,1-1,-1 1,0-2,0 0,0 0,0 0,-1-1,1-1,-1 1,0-1,0-1,-1 1,0-2,1 1,-2 0,1-1,-1-1,0 1,-1-1,0 0,0 0,-1 0,0-1,0 0,-1 1,0-1,0-1,-1 1,0 0,-1-1,2-3,0 0,-1 0,-1 0,0 0,0 0,-2-1,0-7,-21 48,17-17,1 0,-1 0,2 0,-1 0,1 1,1 0,0-1,1 1,0 0,0 0,1 0,1 0,0 0,0-1,1 1,0 0,1-1,0 1,1-1,3 7,-1-12,0 0,0 0,0-1,0 1,1-2,0 1,0-1,0 0,0 0,0 0,0-1,1-1,-1 1,1-1,-1 0,1-1,0 0,-1 0,1-1,0 1,2-2,37-3</inkml:trace>
  <inkml:trace contextRef="#ctx0" brushRef="#br0" timeOffset="380.494">1479 323,'-18'1,"1"0,-1 2,1 0,0 1,0 0,0 2,0 0,1 1,0 1,1 0,-1 1,1 0,1 2,0-1,-9 10,21-18,0-1,0 1,0-1,0 1,0 0,0 0,0 0,1 0,-1 0,0 0,1 0,0 0,0 1,0-1,0 0,0 1,0-1,0 1,1 0,-1-1,1 1,0-1,0 1,0-1,0 1,0 0,0-1,1 1,0-1,-1 1,1-1,0 1,0-1,0 1,0-1,1 0,-1 0,1 0,-1 0,1 0,0 0,0 0,1 1,9 4,0 0,1-1,0 0,1-2,-1 1,1-1,0-1,13 1,6 3,-15-3,-8-3,-1 1,1-1,-1 2,0-1,0 1,0 1,0 0,0 0,-1 1,1 0,-1 0,-1 1,1 0,3 3,-10-7,0 0,0 0,0 0,0 0,0 0,0 0,-1 1,1-1,-1 0,1 0,-1 0,0 1,0-1,0 0,0 0,0 0,-1 1,1-1,-1 0,1 0,-1 0,0 0,0 0,0 0,0 0,0 0,0 0,-1 0,1-1,0 1,-1 0,0-1,1 1,-1-1,0 1,-69 40,51-35,0-1,-1-1,1-1,-1-1,0 0,-18-2,-2-9,37-2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20.9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174 276,'3'-11,"-4"17,-4 22,-39 138,18-71,3 0,-2 46,25-129,4-20,3-21,-1-1,-2 1,-1-1,-1-1,-2-7,1 9,0-88,3 131,6-35,-6 11,57-146,-39 96,2 0,2 2,15-19,-8 39,-32 38,1 1,-1 0,0-1,0 1,0 0,0 0,1-1,-1 1,0 0,-1 0,1 0,0 1,0-1,0 0,-1 0,1 0,0 0,-1 1,1-1,-1 0,1 1,-1-1,0 0,0 1,0-1,0 1,0-1,0 1,1 1,8 54,-3 1,-2 0,-3 22,0-44,5 512,-4-475,-3-52</inkml:trace>
  <inkml:trace contextRef="#ctx0" brushRef="#br0" timeOffset="659.803">1 623,'0'-1,"0"0,0 0,0 0,0 0,0-1,1 1,-1 0,1 0,-1 0,0 0,1 0,0 0,-1 0,1 0,0 0,0 0,-1 0,1 0,0 0,0 1,0-1,0 0,0 1,0-1,0 1,0-1,0 1,0-1,1 1,-1-1,0 1,29-14,1 2,0 1,1 1,0 2,1 1,26-2,128-9,-174 18,1 0,0 1,-1 1,1 0,-1 1,0 1,0 0,0 0,0 1,-1 1,0 0,8 5,-11-2,0 0,-1 1,0-1,0 1,-1 1,-1 0,1 0,-2 0,1 0,-2 1,1 0,-2 0,0 0,0 1,-1-1,0 1,-2-1,1 1,-1 4,3 17,-3-33,0 1,0-1,0 0,0 0,0 0,0 1,0-1,0 0,1 0,-1 0,0 1,1-1,-1 0,1 0,-1 0,1 0,-1 0,1 0,0 0,0 0,0 0,-1 0,1 0,0 0,0-1,0 1,0 0,0-1,0 1,0 0,1-1,-1 0,0 1,0-1,0 0,1 1,-1-1,0 0,0 0,0 0,1 0,-1 0,0 0,0 0,1-1,-1 1,0 0,0-1,0 1,0-1,0 1,0-1,1 0,-1 1,0-1,-1 0,1 0,0 1,0-1,0 0,0-1,13-13,0 0,-2 0,1-1,-2-1,-1 0,0 0,-1-1,0 0,-2-1,0 0,-1-3,-5 20,12 53,-13-41,1 0,0 0,1-1,0 1,1-1,0 1,0-1,1 0,0 0,1-1,0 1,0-1,1 0,0 0,0-1,1 1,0-2,0 1,1-1,0 0,1 0,-6-5,0 0,0 0,0-1,0 0,0 0,1 0,-1 0,0 0,0 0,0-1,0 1,0-1,1 0,-1 0,-1 0,1-1,0 1,0-1,0 1,-1-1,1 0,-1 0,1 0,-1-1,2-1,46-66,10-69,-60 140,1-1,-1 0,0 0,0 0,0 0,0 0,1 0,-1 1,0-1,0 0,0 0,0 0,1 0,-1 0,0 0,0 0,0 0,1 0,-1 0,0 0,0 0,-6 36,5-28,-1 2,0-6,1 1,-1 0,1 0,0 0,1 0,-1 0,1 0,0 0,0 0,1 0,-1 0,1-1,0 1,0 0,1 0,0 0,-1-1,2 1,-1-1,0 0,1 1,2 2,3-3,0-1,0 1,0-2,1 1,-1-1,1 0,-1-1,1 0,0 0,0-1,-1 0,1-1,0 1,-1-2,1 1,4-2,150-31,-85 15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39.4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237 102,'-16'22,"2"1,1 0,0 1,2 0,1 1,1 0,1 1,-3 16,7-26,-75 338,53-223,18-97,4-26,4-23,49-198,-36 163,55-185,33-60,-66 224,-26 74,0 81,-8 20,6 0,3-1,5 0,5-1,22 63,2-44,-44-120,0 0,0 0,0 0,-1 0,1-1,0 1,-1 0,1 0,-1 0,1-1,-1 1,1 0,-1 0,1-1,-1 1,0-1,1 1,-1 0,0-1,0 1,1-1,-1 0,0 1,0-1,0 0,0 1,1-1,-1 0,0 0,0 0,0 0,0 0,0 0,0 0,0 0,1 0,-1 0,0 0,0-1,0 1,0 0,0 0,1-1,-1 1,0-1,0 1,1-1,-1 1,0-1,0 0,1 1,-1-1,1 0,-1 1,1-1,-1 0,1 0,-1 0,-52-30,2-2,2-3,-35-31,68 53,-106-86,105 82,17 18,-1 0,1-1,0 1,0 0,0-1,0 1,-1 0,1-1,0 1,0 0,0-1,0 1,0 0,0-1,0 1,0-1,0 1,0 0,0-1,0 1,0 0,0-1,0 1,0 0,1-1,-1 1,0 0,0-1,0 1,0 0,1-1,-1 1,0 0,0 0,1-1,-1 1,0 0,1 0,-1 0,0-1,0 1,1 0,-1 0,0 0,1 0,-1 0,1-1,-1 1,0 0,1 0,-1 0,0 0,1 0,-1 0,0 0,1 0,-1 1,0-1,1 0,-1 0,1 0,-1 0,0 0,1 0,-1 1,0-1,0 0,1 0,-1 1,0-1,151 13,156-24,-77-2,-226 12,0 0,1 0,-1 1,0-1,1 1,-1 0,1 1,-1-1,0 1,1-1,-1 1,0 1,1-1,-1 0,0 1,0 0,0 0,-1 0,1 1,0-1,-1 1,1 0,-1 0,0 0,0 0,0 1,0-1,-1 1,0 0,1 0,-1-1,0 4,-1 1,-1 1,0 0,-1 0,0 0,0-1,-1 1,0-1,0 1,-3 3,-8 52,13-62,1 0,0 1,-1-1,1 0,0 0,0 0,1 0,-1 0,0 0,1 0,-1-1,1 1,-1 0,1-1,0 1,0-1,0 1,0-1,0 0,0 0,0 0,0 0,0 0,1-1,-1 1,0-1,0 1,1-1,-1 0,0 0,1 0,-1 0,0 0,1 0,-1-1,0 1,1-1,-1 0,0 0,0 1,1-2,17-3,-1 0,0-1,0-1,-1-1,0-1,0-1,-1 0,0-1,-1-1,0 0,-1-1,0-1,-1 0,-1-1,0-1,6-11,40-100,-56 148,-3-6,2 0,0 0,0 0,1 0,1-1,1 1,0-1,0 0,2-1,0 1,0-1,1-1,9 11,-14-20,0 0,0 0,1-1,-1 0,1 1,-1-1,1-1,0 1,0 0,0-1,0 0,0 0,0 0,0-1,0 1,0-1,1 0,-1 0,0 0,0-1,0 1,0-1,0 0,0 0,0-1,0 1,0-1,0 0,0 0,2-2,5-3,0-1,0 0,-1-1,0 0,0-1,-1 0,0 0,7-12,18-44,-27 80,-3-5,1 0,0-1,0 0,1 0,0 0,1-1,-1 0,2 0,-1-1,1 0,0 0,0-1,0 1,1-2,-1 1,1-2,1 1,-1-1,2 0,59 23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0.3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353 554,'-9'-5,"0"1,-1 0,0 0,0 1,0 0,0 0,-1 1,1 1,-1 0,1 0,-1 1,1 1,-1-1,1 2,-1-1,1 1,0 1,0 0,0 1,0-1,1 2,-1-1,1 2,0-1,0 1,1 0,0 1,-5 4,7-5,0 0,1 0,-1 0,1 1,1-1,-1 1,1 1,0-1,0 0,1 1,0 0,1 0,0 0,0 0,0 0,1 0,0 0,1 0,0 1,1 6,0-12,0-1,0 1,0-1,1 1,-1-1,1 0,-1 1,1-1,0 0,0 0,0 0,0 0,0-1,0 1,1 0,-1-1,0 0,1 1,-1-1,1 0,0 0,-1-1,1 1,0 0,0-1,-1 0,1 1,2-1,79-14,-67 7,-1 0,0-1,0-1,-1-1,0 0,0-1,-1-1,-1 0,0 0,-1-1,0-1,-1 0,-1-1,0 0,-1-1,0 0,-2 0,0-1,0 1,-2-2,0 1,2-17,-1 2,-1 0,-2 0,-1 0,-1-1,-2 1,-2 0,-1-1,-4-17,6 41,0 1,0 0,-1 0,0 0,-1 0,1 0,-1 1,-1-1,0 1,-2-3,5 9,1 0,-1 0,0 0,0 0,1 0,-1 0,0 0,0 1,0-1,0 0,0 1,0 0,0 0,-1-1,1 1,0 0,0 1,0-1,0 0,0 1,0-1,0 1,0-1,0 1,0 0,0 0,1 0,-1 0,0 0,0 0,1 1,-1-1,1 1,-1-1,1 1,0-1,-1 1,1 0,0 0,0-1,0 1,0 0,1 0,-1 0,1 0,-1 0,1 1,-12 23,3 1,0-1,1 2,2-1,1 1,1 0,1 0,2 1,1 20,-1-29,0 1,2-1,0 0,1 0,1 0,1 0,0 0,2 0,0-1,1 0,2 0,-1-1,2 0,0-1,2 0,11 14,-17-26,1 0,0 0,0 0,0-1,1 0,-1 0,1-1,0 0,0-1,0 1,0-2,1 1,-1-1,1 0,-1-1,0 0,1 0,-1-1,1 0,-1 0,0-1,0 0,0-1,0 0,0 0,0 0,6-4,0 0,0 0,0-2,-1 1,0-2,-1 0,0 0,-1-1,0 0,-1-1,0-1,-1 1,5-10,-9 15,-1 0,0 0,0-1,-1 1,0-1,0 0,-1 0,0 0,0 0,-1 0,0 0,0-1,-1 1,0 0,-1-1,0 1,0 0,-1-3,1 10,1 0,-1 0,1 0,-1 0,0 0,0 0,1 0,-1 1,0-1,0 0,0 0,0 1,0-1,0 1,0-1,0 1,0-1,0 1,0 0,0-1,0 1,-1 0,1 0,0 0,0 0,0 0,0 0,0 0,-1 0,1 0,0 1,0-1,0 0,0 1,0-1,0 1,0-1,0 1,0 0,0-1,0 1,0 0,1-1,-1 1,0 0,-36 41,34-37,0 0,1 0,-1 0,1 1,0-1,1 1,0-1,0 1,0-1,0 1,1 0,0 0,0-1,0 1,1 0,0-1,0 1,0-1,1 1,0-1,0 1,0-1,1 0,0 0,0 0,0-1,0 1,1-1,0 1,0-1,1 0,8 6,0 0,1-1,0-1,1 0,0-1,0-1,1 0,0-1,0-1,0 0,14 1,42 6</inkml:trace>
  <inkml:trace contextRef="#ctx0" brushRef="#br0" timeOffset="1022.305">1263 554,'-7'-2,"0"1,1-1,-1 1,0 0,0 1,0 0,0 0,0 0,0 1,0 0,0 0,1 1,-1 0,0 0,1 0,0 1,-1 0,1 0,0 1,0 0,1 0,-1 0,1 1,0-1,0 1,0 1,1-1,0 1,0-1,0 1,1 0,0 1,0-1,0 1,3-3,-1-1,1 0,0 1,0-1,1 0,-1 1,1-1,0 0,-1 0,1 1,1-1,-1 0,0 0,1 0,0-1,-1 1,1 0,0 0,1-1,-1 1,0-1,1 0,-1 0,1 0,0 0,0 0,-1-1,1 1,0-1,1 1,-1-1,0 0,0 0,0-1,1 1,-1-1,0 0,1 1,-1-1,0-1,0 1,1 0,-1-1,0 0,0 0,1 0,-1 0,0 0,3-2,3-1,1-1,-1 0,1-1,-2 0,1 0,-1-1,1 0,-2 0,1-1,-1 0,-1 0,1-1,-1 1,-1-1,1-1,-2 1,1-1,0-4,6-17,-1 0,-1-1,-2 0,-2 0,1-14,1-17,-3 0,-2 0,-7-55,5 113,0 1,-1-1,1 0,-1 1,0-1,0 1,-1-1,1 1,-1 0,0 0,0-1,-1 1,1 1,-3-5,4 8,-1-1,1 1,0 0,-1-1,1 1,0 0,-1 0,1 0,-1 0,1 0,0 0,-1 0,1 0,0 1,-1-1,1 0,0 1,-1-1,1 1,0 0,0-1,0 1,0 0,-1 0,1-1,0 1,0 0,0 0,1 0,-1 0,0 1,0-1,1 0,-1 0,0 0,0 1,-9 18,0 1,2-1,0 1,1 1,1-1,1 1,1 0,1 1,1-1,0 0,2 8,-1-7,0-1,1 1,1-1,2 1,0-1,1 0,1 0,1 0,1-1,1 1,1-2,1 1,1-2,0 1,1-1,2-1,-1 0,2-1,10 8,-19-19,1-1,0 0,1 0,-1-1,1 1,0-2,0 1,0-1,0-1,1 1,-1-1,1-1,-1 0,1 0,0 0,0-1,-1-1,1 0,0 0,-1 0,1-1,-1 0,1-1,-1 0,0 0,0-1,0 0,-1 0,0-1,1 0,-1 0,1-2,9-11,-1 0,-1-1,0 0,-2-1,0-1,-1-1,11-15,-14 31,-14 31,4-17,0-4,-2 1,1 0,1 1,-1-1,1 0,0 1,0-1,0 1,1-1,0 1,0-1,0 1,1-1,0 1,0-1,0 0,1 1,-1-1,1 0,0 0,1 0,0 0,-1 0,2-1,-1 1,0-1,1 0,0 0,0 1,2-3,0 1,0-1,1 0,-1-1,0 1,1-1,-1 0,1-1,0 0,-1 0,1 0,-1-1,1 0,-1 0,1 0,-1-1,0 0,0 0,0-1,0 0,0 0,0-1,8-4,0 0,-1-1,-1-1,1 0,-1-1,-1 0,0-1,6-9,74-120,-91 140,15-19,-15 20,0 0,0 0,0-1,1 1,-1 0,0 0,0-1,0 1,0 0,0 0,1-1,-1 1,0 0,0 0,0 0,1-1,-1 1,0 0,0 0,1 0,-1 0,0-1,0 1,1 0,-1 0,0 0,0 0,1 0,-1 0,0 0,1 0,-1 0,0 0,0 0,1 0,-1 0,0 0,1 0,-1 0,0 0,0 1,1-1,-1 0,0 0,0 0,1 0,-1 1,0-1,0 0,0 0,1 0,-1 1,0-1,0 0,0 0,0 1,1-1,-1 0,0 0,0 1,0-1,0 0,0 0,0 1,0-1,0 0,0 1,0-1,0 0,0 1,-3 85,1-77,0 0,0 0,1 0,1 0,-1 0,1 0,1 0,0 0,0 0,1 0,0 0,1 0,-1 0,2-1,-1 1,1-1,1 0,-1 0,6 6,-6-10,0-1,1 0,-1-1,0 1,1-1,-1 0,1 0,0 0,0 0,0-1,0 0,0 0,0 0,0-1,0 0,0 0,0 0,0 0,1-1,-1 0,0 0,0-1,-1 1,1-1,0 0,0 0,-1 0,1-1,-1 0,0 0,0 0,0 0,0 0,-1-1,1 0,-1 0,0 0,1-1,7-11,-2-1,0 0,0-1,-2 1,0-1,-1-1,0 0,1 1,0 0,2 1,0 0,10-15,-17 29,0 1,0-1,0 1,1-1,-1 1,1 0,-1 0,1 0,0 0,-1 0,1 0,0 1,0 0,0-1,1 1,-1 0,0 0,0 1,0-1,1 1,-1 0,0 0,1 0,-1 0,0 0,1 1,-1-1,0 1,0 0,2 1,31 11,-1 2,0 1,-1 2,-2 2,3 2,-15-10,-6-4,0 1,-1 0,0 1,-1 0,0 1,-1 0,0 0,4 8,-13-17,0 0,-1 0,0 0,1 0,-1 0,0 0,0 1,0-1,-1 1,1-1,0 0,-1 1,0-1,1 1,-1 0,0-1,0 1,-1-1,1 1,0-1,-1 1,1-1,-1 0,0 1,0-1,0 0,0 1,-1-1,1 0,0 0,-1 0,0 0,1 0,-1 0,0-1,0 1,0 0,-13 7,-1-1,0-1,0 0,0-1,-1 0,0-2,0 0,0-1,0 0,-16-1,20-1,-130 10,115-11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2.2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27,'0'4,"2"11,1 15,2 15,0 16,2 11,-1 5,-1 1,-1-4,-2-6,-1-9,0-15</inkml:trace>
  <inkml:trace contextRef="#ctx0" brushRef="#br0" timeOffset="253.319">0 695,'14'-4,"15"-2,13-2,9 0,4 2,-1-1,-7 1,-12 2</inkml:trace>
  <inkml:trace contextRef="#ctx0" brushRef="#br0" timeOffset="418.876">13 0,'19'0,"18"0,20 0,16 0,7 0,-10 0</inkml:trace>
  <inkml:trace contextRef="#ctx0" brushRef="#br0" timeOffset="756.714">574 562,'-6'24,"0"0,2 0,0 1,2-1,1 1,0-1,3 5,-3-26,2 0,-1 1,0-1,1 0,-1 1,1-1,0 0,0 0,0 0,1 0,-1 0,1 0,-1 0,1 0,0 0,0-1,0 1,1-1,-1 1,1-1,-1 0,1 0,0 0,0-1,0 1,0 0,0-1,0 0,0 0,0 0,0 0,1 0,1-1,4 0,-1-1,0-1,0 0,0 0,0 0,0-1,0 0,-1-1,1 0,-1 0,0-1,0 1,-1-2,1 1,-1-1,0 1,0-2,-1 1,0-1,0 0,-1 0,0 0,0 0,0-1,-1 0,0 1,-1-1,0 0,0-1,0 1,-1 0,-1 0,1-1,-1 1,-1-1,1 1,-3-6,2 7,0 1,-1 0,0 0,0 0,-1 0,0 0,0 0,0 1,-1-1,0 1,0 0,0 0,0 1,-1-1,0 1,0 0,0 0,-1 0,1 1,-1 0,1 0,-1 0,0 1,-1 0,1 0,0 0,0 1,-1 0,1 0,-1 1,1 0,-1 0,1 0,0 1,-1 0,1 0,0 1,-1 0,-4 2,2-1,1 2,0-1,0 1,0 0,1 1,0 0,0 0,0 1,1 0,0 0,0 0,1 1,-1 0,3-4,1 0,0-1,0 1,0 0,0 1,1-1,-1 0,1 0,0 1,0-1,1 1,0-1,-1 1,1-1,1 1,-1-1,1 0,-1 1,1-1,1 0,-1 1,0-1,1 0,0 0,0 0,0 0,3 3,24 20,4-8</inkml:trace>
  <inkml:trace contextRef="#ctx0" brushRef="#br0" timeOffset="1004.621">1176 241,'12'-2,"14"-1,17 0,13 3,7 1,1 3,-9 3,-13 0</inkml:trace>
  <inkml:trace contextRef="#ctx0" brushRef="#br0" timeOffset="1267.906">1216 575,'20'2,"19"1,16 0,12-3,4-3,-8-4,-14-1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6.7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0 350,'16'-40,"-1"-2,-3 0,-1 0,-2-1,-2-1,1-33,-6 64,-3 7,-4 26,-9 59,3 1,4 0,3 0,5 27,0-93,0 0,1 0,0 0,1 0,1-1,0 0,1 1,2 2,7 10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6.9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11,'20'-2,"17"-1,12 0,10 1,1 2,-4 7,-10 4,-13 4,-12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7.1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3,'18'5,"17"1,15-3,9-3,3-8,-11-1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0.0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5,'22'-2,"18"-1,8 5,0 4,-7 5,-12 2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0.2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1,'25'4,"20"3,15-4,10-3,-2-5,-11-1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2.0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7,'7'-2,"9"-1,16 2,17 4,22 1,19 3,17-1,8 2,1 1,-13 2,-24-2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3.7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0,'19'0,"18"0,16 0,7 3,0 2,-9 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3.9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1,'14'6,"18"3,19 0,17-2,13-2,7-5,-13-1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4.2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106 1,'0'18,"2"15,3 13,8 11,8 4,12 4,10-1,6-2,2-5,-4-7,-4-10,-10-10,-11-9</inkml:trace>
  <inkml:trace contextRef="#ctx0" brushRef="#br0" timeOffset="264.919">360 134,'-16'2,"-12"11,-8 11,-7 13,-5 16,-4 14,0 7,5 4,10-12</inkml:trace>
  <inkml:trace contextRef="#ctx0" brushRef="#br0" timeOffset="527.219">708 428,'18'-3,"-1"0,1 2,0 0,0 1,0 0,0 1,0 2,0 0,0 0,-1 2,0 0,6 3,-20-7,0 0,0 0,0 1,0-1,0 1,-1 0,1 0,0 0,-1 0,1 0,-1 1,0-1,0 1,0-1,0 1,0 0,-1 0,1 0,-1 0,1 0,-1 0,0 0,-1 0,1 0,0 1,-1-1,0 0,0 1,0-1,0 0,0 1,-1 0,-3 5,0 0,-1 0,-1-1,0 0,0 0,0 0,-1-1,0 0,0 0,-1 0,0-1,0 0,0-1,-1 0,4-1,-139 97,115-61,29-38,0-1,0 1,0-1,0 0,1 1,-1-1,0 0,1 1,-1-1,1 0,-1 1,1-1,0 0,0 0,-1 0,1 1,0-1,0 0,0 0,0 0,0-1,0 1,1 0,-1 0,0 0,0-1,1 1,-1-1,0 1,1-1,-1 0,0 1,1-1,0 0,21 6,1-1,0-1,0-1,0-1,14-1,-35-1,260 0,-135-3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2.7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14,'-7'22,"-4"20,-3 13,1 10,2 6,7 3,5 0,5-3,1-7,0-15</inkml:trace>
  <inkml:trace contextRef="#ctx0" brushRef="#br0" timeOffset="259.293">0 655,'16'-4,"17"-2,13 0,12 2,3 0,-2 5,-8 0,-13 2</inkml:trace>
  <inkml:trace contextRef="#ctx0" brushRef="#br0" timeOffset="509.756">68 0,'20'3,"23"4,20 7,13 2,-7-1</inkml:trace>
  <inkml:trace contextRef="#ctx0" brushRef="#br0" timeOffset="800.991">522 388,'41'0,"-18"-1,0 1,-1 0,1 2,0 1,-1 1,7 2,-27-6,0 0,0 1,1-1,-1 1,0-1,0 1,0 0,0 0,0 0,0 0,0 0,0 0,-1 0,1 1,0-1,-1 1,1-1,-1 1,1 0,-1-1,0 1,1 0,-1 0,0 0,0 0,-1 0,1 0,0 0,-1 1,1-1,-1 0,0 0,0 0,0 1,0-1,0 0,0 0,0 0,-1 1,1-1,-1 0,0 0,1 0,-1 0,0 0,-1 1,-7 8,0 0,-1-1,0-1,-1 0,0 0,0-1,-1 0,1-1,-4 0,-22 16,37-23,-1 0,0 0,0 1,1-1,-1 0,0 0,1 0,-1 0,0 1,1-1,-1 0,0 1,1-1,-1 0,0 1,1-1,-1 1,1-1,-1 1,1-1,-1 1,1-1,-1 1,1 0,0-1,-1 1,1 0,0-1,-1 1,1 0,0-1,0 1,0 0,0 0,0-1,0 1,0 0,0 0,0-1,0 1,0 0,0 0,0-1,0 1,1 0,-1-1,0 1,1 0,-1-1,0 1,1-1,-1 1,1 0,-1-1,1 1,-1-1,1 1,92 11,-88-12,6 0,-1 1,1-1,-1 2,1-1,-1 2,0-1,0 1,0 1,0 0,-1 0,1 1,-1 0,0 0,-1 1,1 1,4 4,-11-8,0-1,-1 1,0 0,1 0,-1 0,0 0,-1 0,1 0,0 0,-1 0,0 0,0 0,0 0,0 1,0-1,0 0,-1 0,0 0,0 0,1 0,-2 0,1 0,0 0,-1-1,1 1,-1 0,0-1,0 1,0-1,-1 2,-73 64,62-57,-1-1,1-1,-2 0,1-1,-1 0,0-2,-1 0,1 0,-6-1,8-4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50.9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0,'9'21,"12"15,10 13,10 10,7 6,5 2,1-3,-5-4,-7-9,-7-10,-10-12</inkml:trace>
  <inkml:trace contextRef="#ctx0" brushRef="#br0" timeOffset="251.357">388 54,'-16'0,"-12"7,-10 9,-8 13,-5 13,-1 13,4 11,8 5,8 3,10-6,9-13</inkml:trace>
  <inkml:trace contextRef="#ctx0" brushRef="#br0" timeOffset="666.249">656 428,'1'-2,"1"0,0 0,0 0,0 0,0 1,0-1,1 1,-1-1,0 1,1 0,-1 0,1 0,-1 0,1 1,0-1,-1 1,1-1,-1 1,1 0,0 0,0 0,-1 0,1 0,-1 1,1 0,0-1,-1 1,1 0,-1 0,1 0,-1 0,0 1,1-1,-1 1,0-1,0 1,2 2,-1-2,0 1,0-1,-1 1,1 0,0 0,-1 0,0 1,0-1,0 1,0-1,-1 1,1-1,-1 1,0 0,0 0,0 0,0 0,-1-1,0 1,0 0,0 0,0 0,0 0,-1 0,0 0,0 0,0 0,0-1,0 1,-1 0,0-1,0 1,-7 13,0 0,-2-1,1 0,-2-1,0-1,-2 1,-69 92,81-105,1-1,0 1,0 0,1-1,-1 1,0 0,1 0,-1 0,1-1,-1 1,1 0,0 0,0 0,0 0,0 0,0 0,0 0,0-1,1 1,-1 0,1 0,-1 0,1 0,0-1,0 1,0 0,0-1,0 1,0-1,0 1,0-1,1 1,-1-1,0 0,1 1,0-1,-1 0,1 0,-1 0,1-1,0 1,0 0,-1-1,1 1,1 0,19 4,-1 0,1-1,0-1,0-1,1-2,-1 0,17-2,113-19,-91 6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9.0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99,'-2'21,"-1"18,0 11,1 9,0 5,1 2,1 0,-1-2,1-2,-2-8,0-13</inkml:trace>
  <inkml:trace contextRef="#ctx0" brushRef="#br0" timeOffset="248.78">0 768,'2'-2,"8"-1,11 0,14 1,11-2,8 0,2 0,-5 1,-9 2,-11 0</inkml:trace>
  <inkml:trace contextRef="#ctx0" brushRef="#br0" timeOffset="500.344">54 6,'13'-2,"17"-1,13 2,12 4,5 8,0 9,-11 1</inkml:trace>
  <inkml:trace contextRef="#ctx0" brushRef="#br0" timeOffset="766.671">535 648,'11'-6,"0"1,0 0,0 1,1 0,0 1,0 0,0 1,0 0,0 1,9 0,-17 1,1 0,-1 0,0 0,1 1,-1 0,0 0,0 0,1 0,-1 0,0 1,0 0,-1 0,1 0,0 0,-1 1,1-1,-1 1,0 0,0 0,0 0,0 0,0 1,-1-1,1 1,-1 0,0-1,0 1,0 0,-1 0,0 0,1 2,-1 1,0 0,-1 0,1 0,-2 0,1 0,-1 0,0 0,0 0,0-1,-1 1,-1 0,1-1,-1 1,0-1,0 0,-1 0,-1 3,-79 90,-31 2,114-101,0 0,0 1,0-1,0 1,0-1,0 0,0 1,0 0,0-1,1 1,-1-1,0 1,0 0,1 0,-1-1,0 1,1 0,-1 0,1 0,-1 0,1 0,0 0,-1 0,1 0,0 0,-1 0,1 0,0 0,0 0,0 0,0 0,0 0,0 0,0 0,1 0,-1 0,0 0,0 0,1-1,-1 1,1 0,-1 0,1 0,-1 0,1 0,-1 0,1-1,0 1,-1 0,1 0,0-1,0 1,0-1,-1 1,1-1,0 1,0-1,0 1,0-1,0 0,0 1,0-1,0 0,1 0,22 4,1-1,0-1,-1-1,1-1,0-2,0 0,20-5,19-5,-8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8.0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0 356,'17'-57,"3"1,2 1,2 1,2 1,5-2,-30 54,16-21,-17 22,0 0,0-1,1 1,-1 0,0 0,1-1,-1 1,0 0,1 0,-1 0,1 0,-1-1,0 1,1 0,-1 0,1 0,-1 0,0 0,1 0,-1 0,1 0,-1 0,0 0,1 0,-1 0,1 1,-1-1,0 0,1 0,-1 0,0 1,1-1,-1 0,0 0,1 1,-1-1,0 0,1 0,-1 1,0-1,0 0,1 1,-1-1,0 0,0 1,0-1,0 1,1-1,-1 0,0 1,0-1,0 1,0-1,0 0,0 1,0-1,0 1,0-1,0 0,0 1,-1-1,5 26,-2-1,-2 1,0 0,-1 0,-5 21,4-20,-15 186,10 19,7-191</inkml:trace>
  <inkml:trace contextRef="#ctx0" brushRef="#br0" timeOffset="252.323">0 744,'14'-2,"15"-2,17 1,14 1,13 0,10 1,2 3,-13 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6.0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134 148,'0'14,"0"15,0 15,0 11,0 8,0 4,-3-1,-2-1,-3-6,0-12</inkml:trace>
  <inkml:trace contextRef="#ctx0" brushRef="#br0" timeOffset="249.356">0 683,'16'0,"14"0,12 0,9 0,6 2,-1 1,-2 0,-9-1,-12 0</inkml:trace>
  <inkml:trace contextRef="#ctx0" brushRef="#br0" timeOffset="504.242">94 1,'0'14,"11"4,18-1,17-3,1-4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4:44.9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 93,'5'5,"6"10,7 17,11 13,8 12,10 6,4 5,0 0,-2-4,-7-4,-8-12,-10-10,-9-13</inkml:trace>
  <inkml:trace contextRef="#ctx0" brushRef="#br0" timeOffset="247.324">390 0,'-18'18,"-18"22,-11 21,-7 14,-4 10,4 1,7-3,11-6,11-12,11-17</inkml:trace>
  <inkml:trace contextRef="#ctx0" brushRef="#br0" timeOffset="510.277">577 388,'10'-5,"0"0,1 1,-1 0,1 1,0 0,-1 1,1 0,1 0,-1 1,0 1,0 0,0 0,0 1,0 1,0 0,2 1,-10-2,0 0,0 0,0 1,-1 0,1-1,0 1,-1 0,1 0,-1 0,0 1,0-1,0 0,0 1,0 0,0-1,0 1,-1 0,0 0,1 0,-1 0,0 0,-1 0,1 0,0 0,-1 1,0-1,0 0,0 0,0 0,0 1,0-1,-1 0,0 0,0 0,0 0,0 0,0 0,-1 1,-7 14,-1 0,-1-1,0 0,-1-1,-1-1,0 1,-2-2,-11 10,-48 55,72-78,1-1,0 1,0 0,0-1,0 1,0 0,0 0,0 0,0 0,0 0,1 0,-1 0,0 0,1 0,-1 0,1 0,-1 1,1-1,-1 0,1 0,0 1,-1-1,1 0,0 1,0-1,0 0,0 0,0 1,1-1,-1 0,0 1,0-1,1 0,-1 0,1 0,-1 1,1-1,0 0,-1 0,1 0,0 0,0 0,0 0,0 0,0 0,0-1,0 1,0 0,0 0,0-1,0 1,0-1,0 1,1-1,-1 1,0-1,0 0,1 1,21 2,0 0,1-1,-1-1,0-1,0-1,9-3,2 2,148-12,-107 9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5:01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5522 5204,'81'559,"-52"-135,-18 48,-6-200,8-54,29 145,-38-333,-6-21,-2-11</inkml:trace>
  <inkml:trace contextRef="#ctx0" brushRef="#br0" timeOffset="1458.606">5402 5471,'-12'-35,"3"0,0-1,3 0,1 0,1-1,3 1,0-1,5-26,-3 2,1-326,-2 381,0 0,0 0,0 0,1 0,0 0,0 0,1 0,0 0,0 0,0 1,1-1,-1 1,1 0,1-1,-1 1,1 0,0 1,0-1,0 1,0 0,1 0,0 0,0 1,0-1,6-2,7 1,1 0,-1 1,1 1,1 0,-1 1,0 2,0 0,1 1,4 1,20 0,284 18,-38 0,189-16,-452-4,1081-27,-654 23,1052-25,-1043 10,1957-37,-991 72,-103 9,-562-16,-482-6,-281-3,1-1,0 1,0 0,0 0,0-1,-1 1,1 1,0-1,0 0,0 0,-1 1,1-1,0 1,0 0,-1-1,1 1,0 0,-1 0,1 0,-1 0,1 0,-1 0,1 1,-1-1,0 0,0 1,0-1,0 1,0-1,0 1,0-1,0 1,-1 0,1 0,0-1,-1 1,0 0,2 157,-29 628,36-579,9-1,10 0,20 56,-12-56,9 202,-37-236,-1 11,27 148,9-96,-40-225,-2-8,0 0,0 0,0 0,-1 0,1 0,-1 0,1 0,-1 0,0 0,0 0,0 0,-1 0,1 0,-1 0,0 0,0 0,0 0,0 0,0 0,0-1,-1 1,0 0,-11 4</inkml:trace>
  <inkml:trace contextRef="#ctx0" brushRef="#br0" timeOffset="3467.165">5736 7463,'-6'20,"1"0,1 0,1 0,1 1,1-1,0 1,1 0,2 5,-1 9,4 418,-5-425,1 0,1 0,2 0,0 0,2 0,4 9,-10-35,1 0,0 1,-1-1,1 0,0 0,0 0,0 0,1 0,-1 0,0 0,1 0,0 0,-1 0,1-1,0 1,0-1,-1 1,1-1,0 0,1 0,-1 0,0 0,0 0,0 0,1 0,-1-1,0 1,1-1,-1 0,0 0,1 0,-1 0,0 0,1 0,-1-1,0 1,1-1,170-63,-84 44,0 4,56-2,-89 12,308-27,207 12,589 16,965-14,-152-9,-380 29,-598-38,226 35,-1079 12,84-7,-125 10,-61-10,-50 4,-7-8,-3 0</inkml:trace>
  <inkml:trace contextRef="#ctx0" brushRef="#br0" timeOffset="4184.25">8168 2571,'-9'17,"1"1,1 1,0 0,1 0,1 0,1 0,1 1,0-1,1 1,2 0,0 0,2 16,-2-25,24 450,-7-222,26 506,-18-571,-16-146</inkml:trace>
  <inkml:trace contextRef="#ctx0" brushRef="#br0" timeOffset="4662.518">10067 2383,'38'259,"-1"174,-17 214,-19-553,-2 70,8 1,15 64,12-72,-17-104</inkml:trace>
  <inkml:trace contextRef="#ctx0" brushRef="#br0" timeOffset="5179.137">12126 2397,'0'20,"2"21,5 21,7 19,5 18,1 19,-2 17,-5 18,-4 12,-8 7,-7 5,-4-4,-1-5,1-10,4-10,1-14,7-18,3-27</inkml:trace>
  <inkml:trace contextRef="#ctx0" brushRef="#br0" timeOffset="5684.833">14265 2183,'0'20,"0"28,0 32,0 35,0 30,0 26,2 18,1 9,2 3,5-6,7-9,8-13,4-13,2-16,-2-16,-7-30</inkml:trace>
  <inkml:trace contextRef="#ctx0" brushRef="#br0" timeOffset="6366.523">8168 5204,'-2'21,"-1"17,3 12,0 9,1 5,1 4,-1-1,-5-5,-1-13</inkml:trace>
  <inkml:trace contextRef="#ctx0" brushRef="#br0" timeOffset="6619.876">8048 5752,'-2'-5,"-1"0</inkml:trace>
  <inkml:trace contextRef="#ctx0" brushRef="#br0" timeOffset="6867.213">8048 5752,'2'-2,"4"-1,4 0,8 1,10 0,10-1,6-1,6-1,1-1,-4-1,-10 1</inkml:trace>
  <inkml:trace contextRef="#ctx0" brushRef="#br0" timeOffset="7132.043">8075 5138,'-16'0,"-7"2,2 3,9 3,16 0,21-1,22-2,21-4,20-5,10-1,-1 0,-19 1</inkml:trace>
  <inkml:trace contextRef="#ctx0" brushRef="#br0" timeOffset="7347.692">8610 5698,'-1'6,"0"0,0 0,0-1,1 1,0 0,0 0,1 0,-1 0,1-1,1 1,-1 0,1-1,0 1,0-1,1 1,-1-1,1 0,0 0,1 0,-1-1,1 1,0-1,0 0,0 0,1 0,-1 0,1-1,0 0,0 0,0 0,1 0,1 0,-1-1,0 1,0-2,1 1,0-1,-1 1,1-2,-1 1,1-1,0 0,-1-1,1 1,0-1,-1 0,1-1,-1 0,1 0,-1 0,0-1,0 0,0 0,0-1,-1 1,1-1,-1 0,0-1,0 1,-1-1,1 0,-1 0,0-1,0 1,-1-1,1 0,-1 0,-1 0,1 0,-1-2,-1 3,-1 0,0 0,0 0,-1-1,0 1,1 0,-2 0,1 0,-1 0,1 1,-1-1,-1 0,1 1,-1-1,0 1,0 0,0 0,0 0,-1 0,1 0,-1 1,0 0,0-1,-4-1,-3-2,1 1,0 0,-1 1,0 0,-1 1,1 0,-1 1,0 0,1 1,-5-1,8 3,-1 0,1 0,0 0,-1 1,1 0,0 1,0 0,0 0,0 1,0 0,-4 2,10-4,-1 1,0-1,0 1,1-1,-1 1,1 0,0 0,-1 0,1 0,0 1,0-1,0 1,1-1,-1 1,1-1,-1 1,1 0,0 0,0 0,0 0,0 0,0 0,1 0,0 0,-1 0,1 0,0 0,0 0,1 0,-1 0,1 0,0 2,17 32,8-4</inkml:trace>
  <inkml:trace contextRef="#ctx0" brushRef="#br0" timeOffset="7654.969">9960 5177,'-2'20,"-1"17,2 12,2 12,2 7,4 4,0 0,-1-3,-2-6,-5-7,-4-13</inkml:trace>
  <inkml:trace contextRef="#ctx0" brushRef="#br0" timeOffset="7849.049">9812 5792,'21'0,"18"0,13 0,10-2,1-1,-3-2,-10-3,-14 1</inkml:trace>
  <inkml:trace contextRef="#ctx0" brushRef="#br0" timeOffset="8012.246">9827 5097,'25'0,"26"2,23 1,17 5,-7 0</inkml:trace>
  <inkml:trace contextRef="#ctx0" brushRef="#br0" timeOffset="8300.341">10481 5846,'19'-42,"-3"-1,-2-1,-1 0,-2-1,-3 0,3-44,-14 25,2 64,1-1,0 1,-1-1,1 1,-1-1,1 1,-1 0,1-1,-1 1,1 0,-1-1,0 1,1 0,-1 0,1-1,-1 1,0 0,1 0,-1 0,0 0,1 0,-1 0,1 0,-1 0,0 0,1 0,-1 0,0 1,1-1,-1 0,1 0,-1 1,0-1,1 0,-1 1,1-1,-1 0,1 1,-1-1,1 1,0-1,-1 1,1-1,-1 1,1-1,0 1,0-1,-1 1,1 0,0-1,0 1,-1-1,1 1,0 0,-8 12,0 1,1-1,0 1,1 1,1-1,0 1,1 0,1 0,0 1,1-1,1 1,0-1,1 1,1-1,0 1,1-1,1 0,1 5,3-3,0-1,1 1,1-1,0-1,2 0,-1 0,2-1,0 0,0-1,1 0,1-1,0-1,1 0,0-1,1-1,-1 0,2-1,-1 0,5 0,69 28</inkml:trace>
  <inkml:trace contextRef="#ctx0" brushRef="#br0" timeOffset="8578.587">12112 5123,'0'19,"0"16,0 17,5 13,6 9,5 3,5 0,1-3,-3-11,-5-11,-5-15</inkml:trace>
  <inkml:trace contextRef="#ctx0" brushRef="#br0" timeOffset="8835.901">12085 5685,'14'-2,"16"-1,16 0,11 1,4-2,-7-3,-12 1</inkml:trace>
  <inkml:trace contextRef="#ctx0" brushRef="#br0" timeOffset="8997.313">11979 5057,'21'-3,"22"3,24 2,17 4,-6 1</inkml:trace>
  <inkml:trace contextRef="#ctx0" brushRef="#br0" timeOffset="9275.209">12660 5511,'5'-6,"0"-1,1 1,0 0,0 0,0 1,0-1,1 2,0-1,0 1,0 0,1 0,-1 0,1 1,0 1,0-1,0 1,0 1,0 0,1 0,-1 0,0 1,1 0,-1 1,0-1,1 2,-1-1,0 1,0 1,0-1,-1 1,2 1,-5-2,-1 0,1-1,-1 1,1 1,-1-1,0 1,0-1,0 1,0 0,0 0,-1 0,1 0,-1 1,0-1,0 0,0 1,0 0,-1 0,0-1,1 1,-1 0,-1 0,1 0,-1 0,1 0,-1 0,0 0,0 0,-1 0,1 0,-1 0,0 0,0 0,0 0,-1-1,1 1,-2 2,-8 12,0 0,-2 0,0-2,0 1,-2-2,0 0,-1 0,-11 7,-20 21,44-41,-21 26,24-27,-1-1,1 1,0 0,0-1,0 1,-1 0,1-1,0 1,0 0,0-1,0 1,0 0,0 0,0-1,0 1,1 0,-1-1,0 1,0 0,0-1,1 1,-1 0,0-1,1 1,-1-1,1 1,-1 0,1-1,-1 1,1-1,-1 0,1 1,-1-1,1 1,-1-1,1 0,0 1,-1-1,1 0,0 0,-1 1,1-1,0 0,-1 0,1 0,0 0,0 0,0 0,121 4,-115-5,412-42,-264 25</inkml:trace>
  <inkml:trace contextRef="#ctx0" brushRef="#br0" timeOffset="9628.841">14559 4910,'-16'9,"-5"15,0 16,7 13,8 11,9 6,5 1,0-6,-1-6,-1-14</inkml:trace>
  <inkml:trace contextRef="#ctx0" brushRef="#br0" timeOffset="9820.93">14332 5391,'15'0,"18"2,11 1,8 0,2-1,-9 0</inkml:trace>
  <inkml:trace contextRef="#ctx0" brushRef="#br0" timeOffset="10017.474">14211 4763,'30'-3,"34"0,30 1,20 2,8 3,-17 2</inkml:trace>
  <inkml:trace contextRef="#ctx0" brushRef="#br0" timeOffset="10463.334">14879 5244,'3'-4,"0"0,1 0,-1 1,1 0,-1-1,1 1,0 1,0-1,0 0,1 1,-1 0,1 0,-1 0,1 1,0 0,-1-1,1 2,0-1,0 0,0 1,0 0,-1 0,1 1,0-1,0 1,3 1,-3-2,0 0,-1 0,1 1,0 0,0 0,-1 0,1 0,-1 1,1 0,-1-1,0 2,1-1,-1 0,0 1,0 0,-1 0,1 0,-1 1,1-1,-1 1,0-1,-1 1,1 0,0 0,-1 1,0-1,0 0,0 1,-1-1,0 1,0 0,0-1,0 1,0 0,-1 0,0 0,0-1,-1 1,1 2,-6 3,-1 0,1 0,-2-1,1 0,-1-1,0 0,-1 0,0-1,0 0,-1 0,0-1,0 0,0-1,-1 0,1-1,-1 0,0-1,-1 0,-3 0,-20 10,33-12,2-2,-1 1,0 0,1 0,-1-1,0 1,1 0,-1 0,0 0,1 0,-1 0,0 0,1 0,-1 0,1 0,-1 1,0-1,1 0,-1 0,0 0,1 1,-1-1,1 0,-1 1,1-1,-1 0,1 1,-1-1,1 1,-1-1,1 1,-1-1,1 1,0-1,-1 1,1 0,0-1,-1 1,1-1,0 1,0 0,0-1,0 1,0 0,-1-1,1 1,0 0,0-1,1 1,-1 0,0-1,0 1,0 0,0-1,1 1,-1-1,0 1,0 0,1-1,-1 1,0-1,1 1,-1-1,1 1,147 56,-136-53,0 1,-1 1,1 0,-1 0,0 1,0 1,-1 0,0 0,0 1,-1 0,0 1,-1-1,0 2,-1-1,5 9,-11-16,0-1,0 1,-1-1,1 1,-1 0,1-1,-1 1,0 0,0-1,0 1,0 0,0-1,-1 1,1 0,-1-1,0 1,0-1,0 1,0-1,0 1,-1-1,1 0,0 0,-1 1,0-1,0 0,1 0,-1-1,-1 1,1 0,0 0,-78 33,45-28,-1-2,1-1,-1-2,-21-2,-12-2</inkml:trace>
  <inkml:trace contextRef="#ctx0" brushRef="#br0" timeOffset="11578.62">2500 5885,'13'-10,"0"1,0 0,1 1,0 0,0 1,1 0,0 2,0 0,1 0,-1 1,1 1,6 0,118-19,1 7,0 5,23 7,736 8,-302 2,-413-11,-1-8,47-14,-214 23,48 2,-58 6</inkml:trace>
  <inkml:trace contextRef="#ctx0" brushRef="#br0" timeOffset="12479.681">2567 7610,'71'-11,"1111"-87,-443 47,-285 11,-406 34,74 3,175 12,-278-5,-28 6,1-6</inkml:trace>
  <inkml:trace contextRef="#ctx0" brushRef="#br0" timeOffset="22300.703">5962 5698,'-8'-132,"-5"117,2 40,2 27,3 1,2 0,2 53,2-89,0-11,-1 63,2 1,4-1,12 63,-11-109,-5-23,-1 0,0 0,1 0,-1 0,0 0,1 0,-1 0,0 0,1 0,-1 0,1 0,-1 0,0 0,1 0,-1 0,0 0,1 0,-1 0,0 0,1 0,-1-1,0 1,0 0,1 0,-1 0,0 0,1-1,-1 1,0 0,0 0,0-1,1 1,-1 0,0-1,0 1,0 0,1-1,-1 1,0 0,0-1,0 1,0 0,0-1,0 1,0 0,0-1,0 1,0 0,0-1,0 1,0 0,0-1,0 1,0 0,-1-1,1 1,0 0,0-1,0 1,0 0,-1 0,1-1,0 1,0 0,-1 0,1-1,0-29,-2 0,-1 0,-1 1,-2-1,-2-4,1-1,-26-104,-18-118,50 255,0-1,1 0,-1 0,1 0,0 0,0 0,0 0,0 0,0 0,1 0,-1 0,1 0,0 0,0 0,0 0,0 1,0-1,1 0,-1 1,1-1,0 1,0-1,0 1,0 0,0 0,0 0,0 0,1 0,-1 1,1-1,0 1,-1-1,1 1,0 0,0 0,0 0,-1 0,4 0,28-3,-1 2,1 0,0 3,15 2,-20-2,-11 0,0 0,-1 1,1 1,0 1,-1 0,7 3,-21-6,1 1,-1-1,1 1,-1-1,0 1,1 0,-1 0,0 1,0-1,0 1,-1-1,1 1,-1 0,1 0,-1 0,0 0,0 1,0-1,-1 0,1 1,-1-1,0 1,0 0,0-1,0 1,-1 0,1 0,-1 0,0-1,0 1,0 0,-1 0,0 0,-5 13,0 0,-2 0,0 0,-1-1,-1 0,0-1,-1 0,0-1,-2 0,1-1,-2 0,0-1,-5 3,8-5,-24 27,35-36,0-1,0 1,0 0,0-1,0 1,0-1,0 1,0 0,0-1,1 1,-1-1,0 1,0-1,1 1,-1-1,0 1,0-1,1 1,-1-1,1 1,-1-1,0 1,1-1,-1 0,1 1,-1-1,1 0,-1 1,1-1,-1 0,1 0,-1 1,1-1,0 0,-1 0,1 0,-1 0,1 0,-1 0,1 0,0 0,-1 0,1 0,-1 0,1 0,0 0,-1-1,107 4,-90-5,-1 1,0 1,1 1,-1 0,1 1,-1 0,0 2,0 0,-1 1,5 2,-15-5,-1 0,0 1,0-1,0 1,0 0,-1 0,1 1,-1-1,0 1,0-1,0 1,0 0,-1 0,1 0,-1 1,0-1,-1 1,1-1,-1 1,1-1,-1 1,-1 0,1 0,-1-1,0 1,0 0,0 0,-1 0,1-1,-1 1,0 0,-1-1,1 1,-1 0,-9 13,0-1,-1 0,-1-1,0 0,-1-1,-1 0,0-2,-1 0,-1 0,0-1,0-2,-1 1,-1-2,-17 7,-158 59,149-63</inkml:trace>
  <inkml:trace contextRef="#ctx0" brushRef="#br0" timeOffset="23177.455">6177 7209,'5'-114,"-3"127,-12 69,-3-2,-18 57,24-107,-45 190,131-573,-50 209,-25 124,0-4,0 0,2 1,1 0,0 0,2 1,1 0,0 0,7-8,-16 28,0 0,0 0,0 1,0-1,0 0,1 1,-1-1,0 1,1-1,-1 1,1 0,0 0,-1-1,1 1,0 0,0 0,0 1,0-1,0 0,-1 1,1-1,0 1,1 0,-1-1,0 1,0 0,0 0,0 0,0 1,0-1,0 0,0 1,0-1,0 1,0 0,-1 0,1 0,0 0,0 0,0 0,-1 0,1 0,-1 1,1-1,-1 1,0-1,1 1,-1-1,1 2,7 15,0-1,-1 1,-1 1,0-1,-2 1,0 0,-1 0,1 17,1-1,18 90,6-2,41 108,-61-201,-4-11</inkml:trace>
  <inkml:trace contextRef="#ctx0" brushRef="#br0" timeOffset="23437.759">6110 7396,'23'-2,"20"-3,23-3,19-5,13-2,7-1,-1 2,-19 4</inkml:trace>
  <inkml:trace contextRef="#ctx0" brushRef="#br0" timeOffset="24961.154">1378 7623,'-7'-4,"2"-2,5 3,6 8,10 13,8 14,7 14,5 9,4 8,1 2,1-2,-3-3,0-9,-5-10,-7-12,-4-11,-7-9</inkml:trace>
  <inkml:trace contextRef="#ctx0" brushRef="#br0" timeOffset="25216.308">1672 7557,'-5'16,"-8"21,-11 20,-12 21,-15 18,-9 10,-7 6,0-3,7-8,13-22</inkml:trace>
  <inkml:trace contextRef="#ctx0" brushRef="#br0" timeOffset="25496.79">1899 8185,'-2'5,"1"0,-1 0,1 1,0-1,0 0,1 0,0 1,-1-1,2 0,-1 1,1-1,0 0,0 0,0 0,1 0,-1 0,1 0,1 0,-1 0,1-1,0 1,0-1,0 0,0 1,1-2,0 2,5 1,0-1,0-1,1 1,-1-1,1-1,0 0,0 0,0-1,0 0,1-1,-1 0,0-1,1 0,-1 0,0-1,1-1,-1 0,0 0,0-1,0 0,0-1,-1 0,0 0,1-1,-1 0,3-4,-6 6,-1-1,0 0,0 0,0-1,-1 1,0-1,0 0,0 0,0-1,-1 1,0-1,0 0,0 0,-1 0,0 0,0 0,0 0,-1 0,0-1,0 1,-1-1,1 1,-2-1,1 1,-1 0,0-1,0 1,0 0,-1-1,0 1,0 0,-1 0,0 1,0-1,-2-2,-1 0,-1 1,-1 0,1 0,-1 0,0 1,-1 0,0 1,0 0,0 0,0 1,-1 0,0 0,1 1,-1 1,0 0,-1 0,1 1,0 0,0 1,-1 0,1 0,0 1,0 1,-1 0,1 0,0 1,1 0,-1 1,0 0,1 0,-8 6,-31 23,8 1</inkml:trace>
  <inkml:trace contextRef="#ctx0" brushRef="#br0" timeOffset="26110.687">949 5698,'-4'14,"0"16,8 16,13 12,14 9,13 6,11-2,5-1,0-5,-5-8,-8-8,-13-13</inkml:trace>
  <inkml:trace contextRef="#ctx0" brushRef="#br0" timeOffset="26363.012">1257 5672,'-9'14,"-10"20,-11 25,-11 22,-8 17,-3 11,3 4,8-7,11-21</inkml:trace>
  <inkml:trace contextRef="#ctx0" brushRef="#br0" timeOffset="26807.455">1565 6421,'4'-21,"4"-15,6-14,1-6,4-7,-1-2,-2 2,-2 5,-2 11,-4 19,-3 26,-3 32,-1 34,-1 28,2 23,2 13,4 6,0-21</inkml:trace>
  <inkml:trace contextRef="#ctx0" brushRef="#br0" timeOffset="27632.273">3436 5525,'11'19,"21"6,0-2,1-1,2-1,16 6,62 38,-99-58,0 1,0 1,-1 0,-1 1,1 0,-2 1,1 1,-2-1,0 2,0-1,-1 2,0-1,-1 1,5 13,-12-21,0 1,-1-1,1 0,-1 1,-1-1,1 1,-1-1,0 1,-1-1,1 0,-1 0,-1 0,1 0,-1 0,0 0,0 0,-1-1,1 0,-1 0,-2 2,-96 92,97-95,-164 128,83-68,2 4,-18 25,54-43</inkml:trace>
  <inkml:trace contextRef="#ctx0" brushRef="#br0" timeOffset="28205.741">3757 7169,'-2'3,"0"0,-1 0,1 1,1-1,-1 0,0 1,1 0,0-1,0 1,0 0,0 0,0 0,1-1,0 1,0 0,0 0,0 0,0 0,1 0,0 0,0-1,0 1,0 0,1-1,-1 1,1-1,0 1,0-1,0 0,2 2,9 9,1-1,1 0,0-1,1-1,0 0,1-1,0-1,18 7,14 9,-43-21,83 54,-86-56,0 1,1 0,-1 1,0-1,0 1,-1-1,1 1,-1 0,0 0,0 0,0 0,0 0,-1 0,1 1,-1-1,-1 0,1 1,0-1,-1 1,0-1,0 5,-2-1,-1 0,0 0,0 0,0 0,-1 0,-1-1,1 1,-1-1,0 0,-1-1,1 1,-1-1,-4 3,-39 32,-2-2,-1-1,-2-4,-1-1,-52 20,95-46,-92 46</inkml:trace>
  <inkml:trace contextRef="#ctx0" brushRef="#br0" timeOffset="30451.608">0 1314,'0'16,"5"16,10 17,14 11,16 9,14 7,10 1,3-3,-1-5,-10-5,-11-9,-16-12,-12-12</inkml:trace>
  <inkml:trace contextRef="#ctx0" brushRef="#br0" timeOffset="30706.175">442 1367,'-18'-7,"-16"9,-10 19,-7 22,-2 28,1 24,5 19,9 10,10 1,10-22</inkml:trace>
  <inkml:trace contextRef="#ctx0" brushRef="#br0" timeOffset="30997.909">549 1848,'6'-4,"0"-1,0 1,1 0,0 1,-1-1,1 1,0 1,1-1,-1 1,0 1,1-1,-1 1,1 0,-1 1,1 0,-1 0,1 1,-1 0,1 0,-1 0,1 1,-1 1,0-1,0 1,0 0,0 0,-1 1,1 0,-1 0,0 1,0 0,-1 0,1 0,-1 1,0-1,0 1,-1 0,0 1,0-1,-1 1,1 0,1 7,-1-4,-1 0,-1 0,0 0,0 1,-1-1,0 1,-1 0,-1-1,1 1,-1-1,-1 1,0-1,-1 0,0 0,0 0,-1 0,0 0,-1-1,0 0,-5 7,-6 8,-2-1,0-1,-1 0,-2-2,0 0,-22 15,42-35,1 0,-1 0,0 0,1 1,-1-1,1 0,-1 0,0 1,1-1,-1 0,1 1,-1-1,1 0,-1 1,1-1,-1 1,1-1,0 1,-1-1,1 1,0 0,-1-1,1 1,0-1,-1 1,1-1,0 1,0 0,0-1,0 1,0 0,0-1,0 1,0 0,0-1,0 1,0 0,0-1,0 1,0-1,1 1,-1 0,0-1,0 1,34 2,214-44,-147 21,-8 3</inkml:trace>
  <inkml:trace contextRef="#ctx0" brushRef="#br0" timeOffset="35280.234">1391 1648,'19'8,"253"-2,-75 0,156 25,-94-5,194-8,59-25,304 7,-59 20,752-20,-900 37,-346-35,-96 22,2 1,-66-7,52 14,-153-32,1 1,0-1,0 1,-1-1,1 1,0 0,-1 0,1 1,-1-1,1 0,-1 1,0 0,0-1,0 1,0 0,0 0,0 0,0 0,0 0,-1 1,1-1,-1 1,0-1,0 1,1-1,-2 1,1-1,0 1,0 0,-1 0,0-1,0 1,1 1,12 139,-40 56,21 256,2-323,5-94</inkml:trace>
  <inkml:trace contextRef="#ctx0" brushRef="#br0" timeOffset="35898.262">7140 3546,'0'-2,"0"1,0 8,0 10,4 8,4 9,8 8,5 4,4 1,2-1,1-6,-2-8,-3-6,-4-8,-1-10,-6-5</inkml:trace>
  <inkml:trace contextRef="#ctx0" brushRef="#br0" timeOffset="36099.24">7380 3492,'-16'7,"-10"11,-4 15,-3 12,3 12,3 8,5 7,4 2,2-4,4-15</inkml:trace>
  <inkml:trace contextRef="#ctx0" brushRef="#br0" timeOffset="36430.359">7500 3801,'5'-3,"-1"0,1 1,-1 0,1 0,0 0,0 0,0 1,0 0,0 0,0 0,0 1,0 0,0 0,1 0,-1 0,0 1,0 0,0 0,0 1,0-1,-1 1,1 0,0 0,-1 0,1 1,1 1,-4-2,-1 0,0 0,1 1,-1-1,0 0,0 1,0-1,-1 0,1 1,-1-1,1 1,-1-1,0 1,0-1,0 1,0-1,0 1,-1-1,1 1,-1-1,0 1,1-1,-1 0,0 1,0-1,-1 0,1 0,0 0,-2 2,-49 58,49-59,-31 29,-46 57,79-88,1 1,0 0,0-1,0 1,0-1,0 1,0 0,0-1,0 1,1-1,-1 1,0 0,1-1,0 1,-1-1,1 0,0 1,0-1,-1 1,1-1,0 0,1 0,-1 0,0 1,0-1,0 0,1 0,-1-1,0 1,1 0,-1 0,1-1,-1 1,1-1,-1 1,1-1,-1 1,1-1,0 0,-1 0,1 0,-1 0,1 0,0 0,-1-1,1 1,-1 0,2-1,32 3,-1-2,1-1,0-2,0-1,16-5,30-5</inkml:trace>
  <inkml:trace contextRef="#ctx0" brushRef="#br0" timeOffset="41527.608">9252 2477,'56'8,"119"-3,79-10,-79 0,470 1,-443-8,-183 5,-26-3,-15 5,-3 2</inkml:trace>
  <inkml:trace contextRef="#ctx0" brushRef="#br0" timeOffset="42197.379">10147 2356,'-5'-1,"-80"-15,81 16,1 0,0 1,0-1,0 1,0-1,0 1,0 0,0 0,0 0,1 1,-1-1,0 1,1-1,-1 1,1 0,-1 0,1 0,0 1,0-1,0 0,0 1,0-1,1 1,-1 0,1-1,-1 3,0-2,0 2,0-1,0 0,0 0,1 0,0 1,0-1,0 1,0-1,1 1,0-1,0 1,0-1,0 1,1-1,0 1,0-1,0 0,0 1,1-1,0 0,0 0,0 0,0 0,0 0,1 0,0-1,0 1,0-1,0 0,0 0,1 0,-1 0,4 2,1-2,-1 0,1-1,0 0,0 0,0 0,0-1,1 0,-1-1,0 0,0 0,1-1,-1 0,0 0,0-1,7-2,-10 2,0 1,1-1,-1 0,0 0,0-1,-1 0,1 0,0 0,-1 0,0-1,1 1,-2-1,1 0,0 0,-1-1,0 1,1-1,-2 0,1 1,-1-1,1 0,-2-1,3-4,-4 6,1 0,-1 0,0-1,0 1,-1 0,1 0,-1 0,0 0,0 0,0-1,0 2,-1-1,1 0,-1 0,0 0,-1 1,1-1,0 1,-1 0,0 0,0 0,0 0,0 0,0 0,-1 1,-2-2,-2-1,0 0,0 1,0 0,-1 0,0 1,0 0,0 0,0 1,0 1,0-1,-6 1,10 1,-1-1,1 1,-1 0,1 1,0-1,-1 1,1 0,0 1,0-1,0 1,0 0,0 0,0 0,0 1,1 0,-1 0,1 0,0 0,0 1,0 0,0 0,0 0,1 0,0 0,0 1,0-1,1 1,-1 0,1 0,0 0,1 0,-1 0,1 1,0-1,0 0,0 2,2 1,-1 1,1-1,1 0,-1 0,2 1,-1-1,1-1,0 1,0 0,1-1,0 1,1-1,-1 0,2-1,-1 1,0-1,1 0,0 0,1-1,-1 0,1 0,0 0,1-1,-1 0,0-1,1 1,0-1,0-1,0 1,0-2,0 1,1-1,-1 0,0-1,1 0,-1 0,6-1,-10 0,1-1,-1 1,1-1,-1 0,0 0,0-1,0 1,0-1,0 0,0 0,-1 0,0-1,1 1,-1-1,0 0,-1 1,1-1,-1-1,0 1,0 0,0 0,0-1,-1 1,0-1,1 0,-2 1,1-1,-1 0,1 0,-1 1,-1-4,1-2,0 1,-1-1,-1 0,1 1,-1 0,-1-1,0 1,0 0,-1 0,0 1,0-1,-1 1,0 0,-1 0,-3-3,7 8,-1 1,1 0,-1 0,0 0,0 0,0 1,0-1,0 1,0 0,-1 0,1 0,0 0,-1 0,1 1,0 0,-1-1,1 1,-1 0,1 1,0-1,-1 1,1-1,0 1,-1 0,1 0,0 1,0-1,0 1,0-1,-3 3,-80 66,41-7,44-61,0 0,0 0,0 0,0 1,0-1,0 0,1 1,-1-1,1 0,0 1,-1-1,1 1,0-1,1 1,-1-1,0 1,1-1,-1 0,1 1,0-1,0 0,0 1,0-1,0 0,0 0,1 0,-1 0,1 0,1 1,5 2,0 0,1-1,-1 0,1 0,0-1,0 0,1-1,-1 0,1-1,-1 1,1-2,-1 1,7-2,-11 1,27 2</inkml:trace>
  <inkml:trace contextRef="#ctx0" brushRef="#br0" timeOffset="43425.566">9198 2917,'0'3,"0"4,0 7,-2 7,-4 7,0 8,1 7,1 7,1 2,2 2,2-2,4-5,4-7,2-9,1-10,-1-12,-2-6</inkml:trace>
  <inkml:trace contextRef="#ctx0" brushRef="#br0" timeOffset="43650.964">8958 3105,'-7'0,"0"0,8 0,13 0,15 0,17-2,14-4,10-2,8-2,1-2,-8 1,-17 3</inkml:trace>
  <inkml:trace contextRef="#ctx0" brushRef="#br0" timeOffset="44093.616">9546 2878,'4'2,"9"1,11 0,13-5,9-5,6-3,1-2,-5 0,-9 4</inkml:trace>
  <inkml:trace contextRef="#ctx0" brushRef="#br0" timeOffset="44580.829">9559 2838,'-10'10,"0"2,1-1,0 2,1-1,1 1,0 0,0 1,1-1,1 1,1 0,-3 12,6-24,0-1,1 1,-1 0,1 0,-1 0,1 0,-1 0,1 0,0 0,0 0,0 0,0 0,1 0,-1 0,0 0,1 0,-1 0,1 0,0 0,0-1,0 1,0 0,0 0,0-1,0 1,0-1,1 1,-1-1,0 1,1-1,0 0,-1 0,1 1,0-1,-1 0,1-1,0 1,0 0,0-1,0 1,0-1,0 1,0-1,1 0,92-21,-24 1,-69 20,0 0,0 0,0 0,1 0,-1 0,0 1,0-1,0 1,1 0,-1-1,0 1,0 0,0 0,0 0,-1 0,1 1,0-1,0 0,-1 1,1-1,0 1,-1 0,0 0,1-1,-1 1,0 0,0 0,0 0,0 0,0 0,-1 0,1 0,-1 1,1-1,-1 0,0 0,0 1,2 87,-4-72,-1 0,0 0,-1-1,-1 1,-1-1,0 0,-1 0,-1-1,0 0,-2-1,0 0,0 0,-5 4,12-16,-1-1,1 1,-1-1,1 1,-1-1,0 0,0-1,0 1,0-1,-1 1,1-1,0 0,0-1,-1 1,1-1,0 0,-1 0,1 0,-1-1,1 1,0-1,0 0,-1-1,1 1,0 0,0-1,0 0,1 0,-1 0,0-1,1 1,-1-1,0-1,8-2,6 6</inkml:trace>
  <inkml:trace contextRef="#ctx0" brushRef="#br0" timeOffset="49698.988">3771 1608,'-6'11,"2"1,0 0,0-1,1 2,1-1,0 0,0 1,1-1,1 1,0 5,1-16,-1 0,1 0,-1-1,1 1,0 0,0-1,0 1,0 0,0-1,0 1,0-1,1 1,-1-1,0 0,1 0,-1 0,1 1,-1-1,1 0,0-1,-1 1,1 0,0 0,0-1,-1 1,1-1,0 0,0 1,0-1,0 0,0 0,0 0,-1 0,1-1,0 1,0 0,0-1,0 1,-1-1,1 0,0 0,0 1,-1-1,1 0,-1 0,1-1,-1 1,1 0,-1 0,0-1,0 1,1-1,-1 1,0-1,0 0,3-2,1 0,-1 0,-1 0,1-1,0 0,-1 0,0 0,0 0,-1 0,1-1,-1 1,0-1,0 1,-1-1,0 0,0 0,0 1,-1-1,0 0,0 0,0 0,-1 0,0 0,0 1,0-1,-1 0,0 1,0-1,0 1,-1-1,0 1,0 0,0 0,0 0,-1 1,0-1,0 1,0 0,-1 0,1 0,-1 1,-3-2,6 4,-1 0,1 0,-1 0,1 0,-1 0,0 1,1-1,-1 1,0 0,1-1,-1 2,0-1,1 0,-1 0,0 1,1-1,-1 1,0 0,1 0,-1 0,1 0,0 0,-1 1,1-1,0 1,0-1,0 1,0 0,0 0,0 0,0 0,1 0,-1 0,1 1,-1-1,1 1,-3 4,0 1,0 0,1 0,0 0,0 0,1 1,0-1,1 1,-1-1,2 1,-1 1,1-7,-1 1,1 0,0-1,0 1,1 0,-1 0,1-1,-1 1,1-1,0 1,1 0,-1-1,1 0,-1 1,1-1,0 0,0 0,0 0,1 0,-1 0,1-1,-1 1,1-1,0 1,0-1,0 0,1 0,-1 0,0-1,1 1,-1-1,1 0,-1 0,1 0,0 0,-1-1,1 1,0-1,-1 0,1 0,0-1,-1 1,1-1,0 1,-1-1,1 0,-1-1,1 1,2-2,-3 1,0 0,0 0,0 0,0-1,0 0,0 1,-1-1,1 0,-1 0,0 0,0-1,0 1,0 0,-1-1,1 1,-1-1,0 0,0 1,0-1,0 0,-1 0,0 1,1-1,-2 0,1 0,0 0,-1 0,1 1,-1-1,0 0,0 1,-1-1,1 1,-1-1,0 1,0-1,0 1,0 0,0 0,-1 0,-1-2,-108-76,108 73,-1 1,1 0,0-1,0 0,1 0,0 0,1 0,0-1,0 1,0-1,1 1,1-5,-3-3,-65-425,56 344,5 1,5-1,3-2,-1 95,0 2,0 1,-1 0,1-1,0 1,0-1,0 1,0 0,0-1,0 1,0-1,1 1,-1 0,0-1,1 1,-1 0,1-1,0 1,-1 0,1 0,0 0,0 0,0-1,0 1,0 0,0 0,0 1,0-1,0 0,0 0,0 0,1 1,-1-1,1 0,78 7,73-1,0-6,1-7,25 0,1198 12,-295-75,174 32,-1221 38,82-12,-115 11,1-1,-1 1,0 0,1-1,-1 1,-1-1,1 0,0 1,-1-1,1 0,-1 0,0 0,0 0,0 0,0-1,0 1,-1 0,0 0,1 0,-1-1,-1 1,1 0,0 0,-1-1,1 1,-1 0,0 0,0 0,0 0,-1-1,-1-16,-9-218,13 953,-4-657,3-58,0 0,0 0,0 0,0 0,-1 0,1 0,0 0,0 0,0 0,0 0,-1 0,1 0,0 0,0 0,0 0,0 0,-1 0,1 0,0 0,0 0,0 0,0 0,-1 0,1 1,0-1,0 0,0 0,0 0,0 0,0 0,-1 0,-1-21,-15-400,10 338,-3 1,-3 0,-12-33,17 95,5 10,17 22,16 12,1 0,1-2,1-2,0-1,2-1,0-2,1-2,21 6,-26-8,14 5,-4-3,0 3,0 1,-2 2,0 1,13 12,-46-30,-1 1,0 0,1 0,-1 0,-1 0,1 1,-1-1,1 1,-1 1,-1-1,1 0,-1 1,0 0,0 0,0 0,-1 0,0 0,0 0,-1 1,0-1,0 0,0 1,-1-1,0 1,0-1,-1 1,0-1,0 4,-8 6,0 0,-1-1,-1 1,0-2,-1 0,0 0,-1-1,-1-1,0 0,-1-1,0 0,-5 2,-50 37,-1-4,-3-2,-57 23,67-44,53-20,15-7,10-2</inkml:trace>
  <inkml:trace contextRef="#ctx0" brushRef="#br0" timeOffset="50095.926">8958 391,'-8'6,"0"0,1 1,0-1,0 1,1 1,0 0,0-1,1 2,0-1,1 1,-1-1,2 1,-1 0,1 1,1-1,-1 1,2-1,-1 1,1-1,1 1,0 0,0 0,1-1,0 1,0 0,1-1,1 1,0-1,0 0,1 0,0 0,1 2,1-3,1 0,-1-1,1 0,0 0,1-1,0 0,0 0,0 0,0-1,1-1,0 1,0-2,0 1,1-1,-1 0,1-1,0 0,0-1,-1 0,1 0,0-1,0-1,0 1,0-1,0-1,-1 0,1-1,-1 1,1-2,-1 1,0-1,0-1,-1 0,1 0,-1-1,0 0,0 0,-1 0,0-1,0-1,-1 1,0-1,0 0,0 0,-1-1,-1 1,1-1,1-6,-4 6,0 0,-1 0,0-1,0 1,-1-1,-1 1,1 0,-1-1,-1 1,0 0,0 0,0 0,-1 0,-1 0,0 1,0-1,0 1,-1 0,-1 0,1 1,-1 0,0 0,-1 0,1 0,-2 1,1 0,0 1,-1 0,0 0,0 0,-1 1,1 0,-1 1,0 0,0 1,0-1,0 2,-1-1,1 1,0 1,-1-1,1 2,0-1,-4 2,3 0,0 0,0 1,0 0,1 1,0 0,-1 0,1 1,1 0,-1 1,1 0,-6 5,11-8,0 0,-1 0,1 0,0 0,1 1,-1-1,0 1,1-1,0 1,0 0,0 0,1 0,-1 0,1 1,0-1,0 0,0 1,1-1,-1 0,1 1,0-1,0 1,1-1,-1 0,1 1,0-1,2 4,22 31,10-7</inkml:trace>
  <inkml:trace contextRef="#ctx0" brushRef="#br0" timeOffset="51191.877">9291 485,'134'18,"187"8,92-12,-112-6,224 18,9 23,66 36,-579-82,-12-2,1 0,-1 1,0 0,0 0,0 1,0 1,0-1,-1 1,4 3,-10-4,0 0,0 0,0 0,-1 0,0 0,1 1,-1-1,0 0,-1 1,1-1,-1 1,1-1,-1 1,0-1,0 1,-1 0,1-1,-1 1,0-1,1 0,-2 1,1-1,0 0,-1 2,-3 13,-14 89,-5 99,12 32,13 135,38 4,-48-286,5-67,2 2,0-1,2 0,0 0,3 8,-3-33,0 0,0-1,1 1,-1 0,0-1,1 1,-1 0,0-1,1 1,-1 0,1 0,-1-1,1 1,-1 0,0 0,1 0,-1 0,1 0,-1-1,1 1,-1 0,1 0,-1 0,1 0,-1 0,1 0,-1 1,0-1,1 0,-1 0,1 0,-1 0,1 0,-1 1,1-1,-1 0,0 0,1 1,-1-1,0 0,1 1,-1-1,0 0,1 1,-1-1,0 1,0-1,1 0,-1 1,0-1,0 1,0-1,0 1,0-1,1 1,-1-1,0 1,0-1,0 0,0 1,0-1,0 1,-1-1,1 1,0-1,0 1,0-1,0 1,-1-1,6-10</inkml:trace>
  <inkml:trace contextRef="#ctx0" brushRef="#br0" timeOffset="51940.389">9452 4014,'141'-200,"-129"181,-13 19,1 1,0-1,0 0,0 0,0 1,0-1,-1 0,1 1,0-1,0 0,0 1,0-1,0 0,0 1,0-1,0 0,0 1,0-1,0 0,0 1,0-1,0 0,1 1,-1-1,0 0,0 0,0 1,0-1,0 0,1 0,-1 1,0-1,0 0,1 0,-1 1,0-1,0 0,1 0,-1 0,0 1,1-1,-1 0,0 0,0 0,1 0,-1 0,0 0,1 0,-1 0,0 0,1 0,-1 0,0 0,1 0,-1 0,0 0,1 0,-1 0,0 0,1 0,-1-1,0 1,0 0,1 0,-1 0,0 0,1-1,-10 198,6-159,3 1,0 0,3-1,4 25,1-29</inkml:trace>
  <inkml:trace contextRef="#ctx0" brushRef="#br0" timeOffset="52519.005">9037 3627,'-4'16,"0"11,6 10,11 1,13 0,13-7,1-9</inkml:trace>
  <inkml:trace contextRef="#ctx0" brushRef="#br0" timeOffset="52999.744">9812 3627,'0'4,"0"7,3 10,5 8,7 6,9 4,0-4</inkml:trace>
  <inkml:trace contextRef="#ctx0" brushRef="#br0" timeOffset="53664.512">11016 3520,'14'9,"11"10,10 10,7 12,2 9,1 6,-3 3,-6-1,-7-7,-6-7,-7-8,-7-12</inkml:trace>
  <inkml:trace contextRef="#ctx0" brushRef="#br0" timeOffset="53918.835">11364 3520,'-16'6,"-12"12,-8 12,-5 12,0 10,3 8,2 5,9 3,8-4,7-12</inkml:trace>
  <inkml:trace contextRef="#ctx0" brushRef="#br0" timeOffset="54189.13">11471 3827,'99'-22,"-96"22,0 0,1 0,-1 0,1 1,-1-1,0 1,1 0,-1 0,0 0,0 0,0 0,0 1,0 0,0-1,0 1,0 0,-1 0,1 1,-1-1,1 0,-1 1,0 0,0-1,0 1,0 0,-1 0,1 0,-1 1,1 1,-1 0,1 0,-1 0,-1 0,1 0,-1 0,0 0,0 0,0 0,-1 0,0 0,0 0,0 0,0 0,-1 0,0-1,0 1,0-1,-1 1,0 0,-67 85,46-64,22-23,1-3,-1 1,1 0,0 0,0-1,0 1,0 0,0 0,0 0,1 0,-1 0,0 0,0 0,1 0,-1 0,1 0,-1 0,1 1,-1-1,1 0,0 0,-1 1,1-1,0 0,0 1,0-1,0 0,0 0,0 1,0-1,1 0,-1 0,0 1,1-1,-1 0,1 0,-1 0,1 1,0-1,-1 0,1 0,0 0,0 0,8 2,0 0,0-1,0 0,0 0,0-1,1 0,-1 0,0-1,1-1,8-1,-7 2,113-16,-67 5</inkml:trace>
  <inkml:trace contextRef="#ctx0" brushRef="#br0" timeOffset="54449.433">10976 3333,'29'0,"36"0,35-3,31-4,15-9,-16-2</inkml:trace>
  <inkml:trace contextRef="#ctx0" brushRef="#br0" timeOffset="58379.04">7941 1795,'-5'-1,"1"0,-1 0,0 1,1 0,-1 0,0 0,1 0,-1 1,0 0,1 0,-1 0,1 1,-1-1,1 1,0 0,0 0,0 1,0-1,0 1,0 0,0 0,1 0,0 0,0 1,0-1,0 1,0 0,1 0,-1 0,1 0,0 1,0-1,1 0,-1 1,1 1,0-3,1 0,0-1,-1 1,1 0,1-1,-1 1,0-1,1 1,-1 0,1-1,0 1,-1-1,1 1,1-1,-1 1,0-1,1 0,-1 0,1 1,-1-1,1 0,0 0,0-1,0 1,0 0,0-1,1 1,-1-1,0 0,1 0,-1 1,1-2,1 2,5 1,1 0,-1-1,1 0,-1-1,1 0,0 0,0-1,7-1,-7 1,0-1,-1 0,1 0,0-1,-1 0,1-1,-1 0,0 0,0-1,0 0,-1-1,1 0,-1 0,0-1,-1 0,1-1,-1 1,0-1,-1-1,0 1,0-1,0 0,-1 0,2-5,-6 9,0 1,-1-1,1 1,-1-1,0 0,0 1,0-1,0 1,-1-1,1 1,-1-1,0 1,0-1,0 1,-1 0,1-1,-1 1,0 0,0 0,0 0,0 0,0 0,0 1,-1-1,0 1,1 0,-1-1,0 1,0 0,-2 0,-4-3,0 0,0 1,0 0,-1 0,0 1,0 1,1 0,-1 0,-1 0,-2 1,2 1,-1 0,1 1,0 0,0 1,0 0,0 1,1 0,-1 1,1 0,0 0,0 1,-2 1,8-3,-1 0,1 0,-1 0,1 1,0-1,0 1,0 0,1 0,0 0,-1 1,2-1,-1 1,0 0,1 0,0 0,0 0,0 0,1 0,0 1,0-1,0 0,0 1,1-1,0 0,0 5,3 0,0 0,1 0,0 0,0-1,1 1,0-1,0 0,1-1,1 1,-1-1,1-1,1 1,-1-1,1 0,1-1,-1 0,1 0,0-1,0 0,1 0,-1-1,1-1,0 1,0-2,0 1,1-1,-1-1,0 0,1 0,-1-1,1-1,-1 1,1-2,-1 1,0-2,0 1,0-1,0-1,0 0,-1 0,6-4,-10 4,0 0,-1 0,1 0,-1-1,0 0,0 0,-1 0,1 0,-1-1,0 1,0-1,-1 0,0 0,0 0,0 0,-1 0,0 0,0 0,0 0,-1-1,0 1,0 0,-1-1,0 1,0 0,0 0,-1 0,0 0,0 0,0 0,-1 0,0 1,0-1,0 1,-1 0,0 0,0 0,0 1,0-1,-1 1,0 0,0 0,0 0,0 1,-2-1,-2-1,-2 1,1-1,0 2,-1-1,0 2,0-1,0 1,0 1,0 0,0 1,0 0,0 0,0 1,0 1,0 0,0 0,-8 4,12-4,1 0,-1 1,0 0,1 0,-1 1,1-1,0 2,0-1,1 0,-1 1,1 0,0 0,0 1,1 0,0 0,0 0,0 0,1 0,-1 1,1-1,1 1,0 0,0 0,0 0,1 0,-1 0,1 5,1-7,0 0,0-1,1 1,0 0,-1 0,1 0,1-1,-1 1,1 0,0-1,0 1,0-1,1 0,-1 0,1 0,0 0,0 0,0-1,1 1,0-1,-1 0,1 0,0 0,0 0,0-1,1 0,-1 0,1 0,7 3,0-1,0 0,1-1,-1 0,1-1,-1-1,1 0,0 0,0-2,4 0,-3 0,0-1,0-1,-1 0,1-1,-1-1,0 0,0 0,0-2,-1 1,7-6,-14 9,0-1,0 1,-1-1,1 0,-1 0,0 0,-1-1,1 1,-1-1,1 0,-1 0,-1 0,1 0,-1-1,0 1,0-1,-1 1,1-1,-1 0,0 1,-1-1,0 0,0 0,0 0,0 1,-2-6,0 5,-1 0,1 0,-1 0,-1 0,1 1,-1-1,0 1,-1 0,1 0,-1 0,0 1,0-1,0 1,-1 0,1 1,-1-1,0 1,0 0,0 1,0 0,-1 0,1 0,-1 0,1 1,-1 0,0 1,1 0,-1 0,0 0,1 0,-1 1,1 0,-1 1,1 0,-1 0,1 0,0 0,0 1,0 0,-5 4,3-3,0 0,1 0,0 1,0 0,0 0,0 1,1 0,0 0,0 1,1-1,0 1,0 0,0 1,1-1,0 1,1 0,-1 0,2 0,-1 0,1 1,0-1,1 1,0 3,1-8,1 0,0-1,0 1,1 0,-1-1,1 1,0-1,-1 0,2 1,-1-1,0 0,1 0,-1 0,1-1,0 1,0-1,0 1,0-1,0 0,1 0,-1 0,0-1,1 1,0-1,-1 0,1 0,2 0,7 2,-1 0,1-1,0-1,0 0,0-1,-1-1,11-1,85-30,-103 30,-1 0,1-1,0 0,-1 0,1 0,-1-1,0 1,0-1,0 0,-1 0,1-1,-1 1,0-1,0 1,-1-1,1 0,-1 0,0 0,0-3,-1 5,-1-1,0 0,0 0,0 0,0 1,0-1,-1 0,0 0,0 1,0-1,0 0,-1 1,1-1,-1 1,0 0,0 0,0-1,0 1,-1 0,1 1,-1-1,0 0,1 1,-1-1,-1 1,1 0,-1 0,-4-3,-1 0,0 0,0 1,0 0,0 1,-1 0,0 0,1 1,-11-1,13 2,0 0,0 1,0-1,0 1,0 1,0-1,0 1,0 1,0-1,0 1,1 0,-1 1,1 0,-1 0,1 0,0 1,0-1,0 2,1-1,-1 0,1 1,0 0,1 1,-1-1,1 1,-4 5,8-9,0-1,-1 1,1 0,0 0,0-1,0 1,1 0,-1-1,0 1,1 0,-1 0,1-1,-1 1,1-1,0 1,0-1,-1 1,1-1,0 1,0-1,1 0,-1 1,0-1,0 0,1 0,-1 0,0 0,1 0,-1 0,1 0,-1-1,1 1,0-1,-1 1,1-1,0 1,-1-1,1 0,0 0,0 0,-1 0,1 0,0 0,-1 0,1-1,0 1,-1 0,1-1,0 0,-1 0,0-1,-1 0,1 0,-1 1,1-1,-1 0,1 0,-1 0,0 1,0-1,0 0,0 0,0 0,0 0,-1 0,1 1,-1-1,1 0,-1 0,1 1,-1-1,0 0,0 1,0-1,0 0,0 1,-1-1,-2-7,4 7,0 1,0-1,0 1,0-1,1 1,-1 0,1-1,-1 1,1 0,-1-1,1 1,0 0,0-1,-1 1,1 0,0 0,0 0,0 0,1 0,-1 0,0 0,0 0,0 1,1-1,-1 0,0 1,1-1,-1 1,0-1,1 1,-1 0,1-1,-1 1,1 0,-1 0,1 0,-1 0,1 0,-1 1,0-1,1 0,-1 1,1-1,-1 1,1-1,6 0,517-28,1034 31,-1318 3,882 4,-259 48,-549-31,512 24,-350-42,-319-10,-150 1,0 1,-1-1,1 2,0-1,0 1,-1 0,1 0,-1 1,1 0,-1 1,0-1,0 1,2 3,-6-3,0 1,-1 0,0-1,0 1,0 1,0-1,-1 0,0 0,0 1,0-1,-1 0,1 1,-1-1,-1 0,1 1,-1-1,0 4,-1 12,1 205,1-183</inkml:trace>
  <inkml:trace contextRef="#ctx0" brushRef="#br0" timeOffset="59486.136">10334 6541,'-9'112,"5"103,4-209,0 21,0 0,1-1,2 1,0-1,2 0,1 0,2 2,-8-27,0 0,-1-1,1 1,0 0,0 0,0-1,0 1,0 0,0 0,0-1,0 1,1 0,-1 0,0-1,0 1,1 0,-1-1,0 1,1 0,-1-1,1 1,-1 0,1-1,-1 1,1-1,-1 1,1-1,-1 1,1-1,0 1,-1-1,1 0,0 1,-1-1,1 0,0 0,0 1,-1-1,1 0,0 0,0 0,-1 0,1 0,0 0,0 0,-1 0,1 0,0 0,0-1,-1 1,1 0,0 0,-1-1,1 1,0 0,-1-1,1 1,0-1,-1 1,1-1,-1 1,1-1,-1 1,1-1,3-17,-1 0,-1 0,-1-1,0 1,-1 0,-1-1,-1 1,0 0,-3-3,-11-80,-6 1,-6-8,12 68,18 47,1 1,0-1,0 0,1 0,-1 0,2-1,-1 1,1-1,0 0,0 0,1-1,-1 0,1 0,0 0,1 0,-1-1,1 0,1 0,1-3,0 0,-1-1,1 0,0 0,0 0,-1-2,1 1,0-1,-1 0,0 0,1-1,-1-1,0 1,0-1,-1 0,1-1,-1 0,0 0,0-1,-1 0,1 0,-1 0,2-5,89-114,-97 125,0 0,1 0,-1 1,0-1,0 0,0 0,0 0,0 0,1 0,-1 0,0 0,0 0,0 0,0 0,0 0,1 0,-1 0,0 0,0 0,0 0,0 0,1 0,-10 24,7-19,-9 24,1 2,2-1,1 1,1 0,2 1,1-1,1 1,2-1,1 1,3 7,-3-29,2-1,-1 1,1-1,0 0,1 0,0 0,1 0,-1 0,4 2,16 18</inkml:trace>
  <inkml:trace contextRef="#ctx0" brushRef="#br0" timeOffset="59796.372">10962 6608,'-5'12,"0"1,0 0,1 0,1 0,0 0,1 0,0 1,1-1,1 1,0-1,0 1,2 0,0-1,0 0,1 1,1-1,0 0,1-1,0 1,1-1,0 0,1 0,0-1,1 0,1 0,-1-1,2 0,-1 0,1-1,1-1,0 0,0 0,12 6,-21-13,1 1,-1-1,1 1,-1-1,1 0,0 0,0-1,-1 1,1 0,0-1,0 0,0 1,0-1,-1 0,1-1,0 1,0 0,0-1,0 0,-1 1,1-1,0 0,-1-1,1 1,-1 0,1-1,-1 1,0-1,1 0,-1 0,0 0,0 0,0 0,0 0,-1 0,1-1,-1 1,1-2,9-18,-1 0,-1-1,-1 0,-1 0,-1-1,-1 1,-1-1,0-15,1 10,26-149,-24 155</inkml:trace>
  <inkml:trace contextRef="#ctx0" brushRef="#br0" timeOffset="60058.668">11417 6527,'5'16,"10"14,12 12,10 7,11 5,5-1,4-2,1-2,-6-6,-5-10,-10-11,-11-8</inkml:trace>
  <inkml:trace contextRef="#ctx0" brushRef="#br0" timeOffset="60314.983">11845 6514,'-16'5,"-14"7,-12 15,-6 12,-6 15,-2 11,2 8,5 5,9-1,13-9,12-17</inkml:trace>
  <inkml:trace contextRef="#ctx0" brushRef="#br0" timeOffset="60649.668">12259 6447,'0'1,"0"-1,1 0,-1 0,0 1,0-1,1 0,-1 0,0 1,0-1,1 0,-1 0,0 1,1-1,-1 0,0 0,1 0,-1 0,0 0,1 0,-1 0,0 1,1-1,-1 0,0 0,1 0,-1 0,1-1,-1 1,0 0,1 0,-1 0,0 0,1 0,-1 0,0 0,1-1,-1 1,0 0,0 0,1 0,-1-1,0 1,1 0,-1 0,0-1,0 1,0 0,1-1,-1 1,0 0,0-1,0 1,0 0,0-1,10 37,34 268,-44-300,1 0,0-1,0 1,0 0,1-1,-1 1,1-1,0 1,0-1,0 0,0 1,1-1,-1 0,1-1,0 1,-1 0,1-1,1 0,-1 1,0-1,1 0,-1-1,1 1,-1-1,1 1,0-1,-1 0,1-1,0 1,0-1,0 1,0-1,-1 0,2-1,9 0,-1-2,1 0,-1 0,0-1,0-1,-1 0,1-1,-1 0,0-1,0 0,-1-1,0 0,-1-1,0-1,0 1,0-1,-1-2,13-36,-21 47,-1 0,0 0,1 0,-1 0,0 0,0 0,0-1,0 1,0 0,0 0,0 0,0 0,0 0,-1 0,1 0,0 0,-1 0,1 0,-1 0,1 0,-1 0,1 0,-1 1,1-1,-1 0,0 0,0 0,1 1,-1-1,0 0,0 1,0-1,0 1,0-1,0 1,0 0,0-1,0 1,0 0,0-1,0 1,0 0,0 0,0 0,0 0,-1 0,-3 2,0 0,0 0,0 0,1 0,-1 1,1-1,-1 1,1 1,0-1,0 0,1 1,-1 0,1 0,0 0,0 0,0 1,0-1,1 1,-1-1,1 1,1 0,-1 0,0 2,-7 16,2 0,0 1,2 0,0 0,2 0,0 0,2 1,1-1,1 0,1 1,0-1,2 0,1 0,2 0,0-1,1 0,1 0,1-1,1 0,2 1,11 16</inkml:trace>
  <inkml:trace contextRef="#ctx0" brushRef="#br0" timeOffset="60965.314">12941 6501,'0'5,"0"0,0 0,0 0,1 0,-1 0,1 0,1 0,-1 0,1-1,-1 1,1 0,1-1,-1 1,1-1,-1 0,1 0,1 0,-1 0,0-1,1 1,0-1,0 0,0 0,0 0,0 0,1-1,2 2,-5-4,-1 1,0-1,1 0,-1 1,1-1,-1 0,1 0,-1 0,1 0,-1-1,1 1,-1 0,1 0,-1-1,0 1,1-1,-1 1,0-1,1 0,-1 0,0 1,0-1,1 0,-1 0,0 0,0 0,0 0,0-1,-1 1,1 0,0 0,0-1,-1 1,1 0,-1-1,1 1,-1-1,1 1,-1 0,0-1,0 0,-4-62,4 62,-1 0,0 0,0 0,1-1,-1 1,0 0,-1 1,1-1,0 0,-1 0,1 0,-1 1,1-1,-1 1,0-1,1 1,-1 0,0 0,0 0,0 0,0 0,0 0,0 0,-1 0,1 1,0-1,0 1,0 0,-1 0,1 0,0 0,0 0,-1 0,1 0,0 1,0-1,0 1,0 0,-1-1,1 1,0 0,0 0,1 1,-1-1,-1 1,-10 17,3 3</inkml:trace>
  <inkml:trace contextRef="#ctx0" brushRef="#br0" timeOffset="61233.467">13021 6982,'1'1,"0"-1,1 1,-1-1,0 1,1-1,-1 1,0-1,1 1,-1-1,0 0,1 0,-1 0,1 0,-1 0,0 0,1 0,-1 0,1-1,-1 1,0-1,1 1,-1-1,0 1,0-1,1 0,-1 1,0-1,0 0,0 0,0 0,0 0,0 0,0 0,0 0,0 0,-1 0,1-1,0 1,-1 0,1-1,-1 1,1 0,-1-2,2 1,0-1,-1 0,0 0,1 0,-1 0,0 0,-1-1,1 1,-1 0,1 0,-1 0,0-1,0 1,0 0,-1 0,1-1,-1 1,1 0,-1 0,0 0,-1 0,1 0,0 0,-1 0,0 0,1 1,-1-1,0 0,-1 1,1 0,0-1,-1 1,1 0,-1 0,1 1,-1-1,0 0,-3 0,4 1,0 1,0 0,0 0,0 0,0 0,0 0,0 1,0-1,0 1,0-1,1 1,-1 0,0-1,0 1,0 0,1 0,-1 0,0 1,1-1,-1 0,1 1,-1-1,1 1,0-1,0 1,-1-1,1 1,0 0,1 0,-1 0,0-1,0 1,1 0,-1 0,1 0,0 0,-1 0,1 0,0 0,0 0,1 0,-1 0,0 0,0 0,1 0,0 0,-1 0,1 0,0 0,0-1,0 2,2 1,0 0,0 0,1 0,-1 0,1-1,0 1,0-1,0 0,0 0,1-1,-1 1,5 1,28 12</inkml:trace>
  <inkml:trace contextRef="#ctx0" brushRef="#br0" timeOffset="61504.742">13463 6728,'4'-37,"1"-1,3 1,1 0,1 1,3 0,0 1,3 1,3-5,-9 23,-9 16,-1 0,0 0,1 0,-1 0,0 0,1 0,-1 0,0 0,1 0,-1 0,0 0,0 0,1 0,-1 0,0 1,1-1,-1 0,0 0,0 0,1 1,-1-1,0 0,0 0,0 0,1 1,-1-1,0 0,0 1,0-1,0 0,1 0,-1 1,0-1,0 0,0 1,0-1,0 0,0 1,0-1,0 0,0 1,0-1,0 0,0 1,0-1,0 0,0 1,-1-1,1 0,0 0,0 1,0-1,0 0,0 1,-1-1,1 0,0 0,0 0,-1 1,1-1,0 0,0 0,-1 0,1 1,-12 73,3-26,3 0,2 0,1 36,8-38,2-1,1 0,3-1,2 0,1 0,2-2,12 21,10 19</inkml:trace>
  <inkml:trace contextRef="#ctx0" brushRef="#br0" timeOffset="62183.224">11430 7357,'5'15,"8"16,9 8,9 4,11 2,8-1,6-8,4-6,-3-9,-4-7,-6-12,-11-5</inkml:trace>
  <inkml:trace contextRef="#ctx0" brushRef="#br0" timeOffset="62435.075">12085 7357,'-101'87,"70"-63,1 1,1 2,-22 26,44-44,0 0,0 1,1 0,0 0,0 1,1 0,1 0,0 0,0 0,1 0,1 1,0 0,0-1,1 12,3-6,1 0,1-1,1 1,0-1,1 0,0 0,2 0,0-1,0 0,2-1,-1 0,2 0,0-1,1-1,7 7,-2 0,10 13</inkml:trace>
  <inkml:trace contextRef="#ctx0" brushRef="#br0" timeOffset="62945.484">11818 8158,'3'23,"4"23,6 27,6 28,4 26,2 24,0 22,-5 19,-5 16,-4 13,-1 7,0 1,3-2,6-10,7-15,-2-41</inkml:trace>
  <inkml:trace contextRef="#ctx0" brushRef="#br0" timeOffset="63726.452">12888 9682,'-11'159,"8"-1,13 119,-10-277,2 28,-1-24,0-16,-12-733,7 629,5 115,-1 0,0-1,1 1,-1-1,1 1,0 0,0-1,-1 1,1 0,0 0,0 0,0 0,0 0,0 0,0 0,1 0,-1 0,0 0,0 0,1 1,-1-1,0 1,1-1,-1 1,1-1,-1 1,0 0,1-1,-1 1,1 0,-1 0,1 0,-1 1,1-1,-1 0,1 0,-1 1,0-1,1 1,-1-1,1 1,-1 0,0-1,0 1,1 0,-1 0,0 0,0 0,0 0,9 3,74 18,1-4,1-3,0-4,39-1,-59-5</inkml:trace>
  <inkml:trace contextRef="#ctx0" brushRef="#br0" timeOffset="63994.55">12874 9843,'16'2,"21"3,23 1,21 0,17-2,11-2,2 0,-10-1,-21 1,-24 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3.2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470 349,'-47'-22,"-1"2,0 3,-51-12,93 26,-1 1,0 0,1 1,-1-1,0 1,0 1,0-1,0 1,0 0,0 1,0 0,0 0,0 0,0 1,0 0,1 0,-1 1,1 0,0 0,-1 0,1 1,1 0,-1 0,0 1,-2 7,0-1,1 1,1 1,0-1,1 1,0 0,1 1,0-1,1 1,1-1,0 1,1 0,0 0,1 0,1 0,0 0,1 4,0-3,1 1,1-1,0 0,1-1,0 1,1-1,1 0,0 0,1-1,0 0,1 0,1-1,0 0,1-1,0 0,0-1,1 0,1-1,-1 0,1-1,1 0,0-1,11 4,-3-2,1-2,0-1,1 0,-1-2,1 0,0-2,0-1,0 0,0-2,0-1,0-1,-1-1,6-2,-15 3,0-1,0-1,0 0,-1-1,0 0,0-1,-1 0,0-1,0-1,0 0,-1 0,-1-1,0-1,0 1,-1-2,0 1,-1-1,0-1,-1 1,-1-1,0 0,1-6,6-47,-13 64,0 0,0 0,0 0,0 0,0 0,-1 0,1 0,-1 0,1 0,-1 0,0 0,0 0,0 0,0 1,0-1,0 0,-1 0,1 1,0-1,-1 1,1 0,-1-1,0 1,1 0,-1 0,0 0,0 0,1 0,-1 0,-1 0,-3 1,-1 0,1 0,0 0,-1 1,1 0,0 1,0-1,-1 1,1 0,0 0,1 1,-1 0,0 0,1 0,0 1,0 0,0 0,-3 3,-6 3,1 0,0 1,1 1,0 0,1 1,0 0,1 0,1 1,0 0,1 1,0 0,1 1,1-1,1 1,-3 9,8-22,-1 1,1-1,0 0,0 0,0 0,0 0,0 0,1 1,-1-1,1 0,0 0,0 0,0 0,0 0,1 0,-1-1,1 1,0 0,-1-1,1 1,1-1,-1 0,0 1,0-1,1 0,-1-1,1 1,0 0,-1-1,1 1,0-1,0 0,0 0,0 0,0 0,0 0,0-1,1 0,-1 1,0-1,0 0,1-1,9-1,0-1,-1-1,1 0,-1 0,0-1,0-1,-1 0,0-1,0 0,0-1,-1 0,0 0,-1-1,0 0,0-1,-1 0,0-1,1-2,-2 3,0 0,-1 0,0-1,-1 0,0 0,-1 0,0 0,-1-1,0 0,-1 0,-3 27,1 1,0 0,1 0,0 0,2 0,0-1,0 1,5 9,-6-19,1 0,0 1,0-1,0 0,1 0,0-1,0 1,0-1,1 0,0 0,0 0,0-1,0 1,1-1,0-1,0 1,0-1,0 0,0 0,1-1,2 1,-4-2,0 0,0 0,0 0,0-1,0 0,0 0,0 0,0-1,0 0,0 0,0 0,0 0,0-1,-1 0,1 0,0 0,-1 0,0-1,1 0,-1 0,0 0,-1 0,1-1,0 1,-1-1,0 0,0 0,0 0,0-1,-1 1,0-1,0 1,0-1,0 0,5-17,-1 0,-1 0,-1-1,-1 0,-1 1,0-11,15-98,-16 126,0 1,0-1,0 1,1 0,0-1,0 1,0 0,0 0,1 0,0 1,-1-1,1 1,1-1,-1 1,0 0,1 0,0 0,-1 1,1-1,0 1,0 0,1 0,-1 0,0 1,1 0,-1 0,0 0,1 0,0 0,2 1,4 2,-1 0,1 1,-1 0,1 1,-1 0,0 1,-1 0,1 0,-1 1,0 0,0 1,-1 0,0 0,0 1,-1 0,0 0,0 1,-1 0,0 0,0 0,-1 1,-1 0,0 0,0 0,0 3,11 37,-3 2,-2-1,-2 2,-2-1,-3 1,-2-1,-4 26,3-63,-2 76,7 133,21-147,-25-76,0 1,0 0,0-1,0 0,1 1,-1-1,0 0,1 1,-1-1,1 0,-1 0,1 0,-1 0,1 0,0-1,-1 1,1 0,0-1,0 0,0 1,-1-1,1 0,0 0,0 0,0 0,0 0,0 0,-1 0,1-1,0 1,0-1,0 1,-1-1,1 0,0 0,-1 1,1-1,-1 0,1-1,-1 1,2-1,5-7,1 0,-1-1,-1 0,0 0,0-1,-1 0,0 0,-1-1,0 1,-1-1,-1 0,1 0,-2-1,0 1,0-10,1-2,-1-1,-1 1,-1-1,-2 1,0-1,-2 1,0 0,-2 0,0 0,-2 1,0 0,-2 1,-1 0,0 0,-2 1,0 0,-1 1,-2 1,0 1,0 0,-18-14,21 23,0 0,-1 0,0 1,0 1,-1 0,0 1,0 1,-1 0,0 1,1 1,-1 1,0 0,0 1,-15 0,22 3,22-2,235-46,-228 43,17-5,0 2,1 1,-1 2,1 2,0 1,0 2,4 2,-36-3,0 0,0 0,0 1,0 0,0 0,0 0,-1 1,1 0,-1 0,0 0,1 1,-1 0,-1 0,1 0,-1 0,1 1,-1 0,-1 0,1 0,-1 0,0 1,0-1,0 1,-1 0,0 0,0 0,0 0,-1 0,0 0,0 6,2 91,-2-100,1-1,0 0,-1 0,1-1,0 1,0 0,0-1,1 1,-1-1,0 1,0-1,1 0,-1 0,1 0,-1 0,1-1,-1 1,1-1,-1 1,1-1,0 0,-1 0,1 0,0-1,-1 1,1 0,-1-1,1 0,-1 1,1-1,-1 0,1 0,-1-1,0 1,0 0,1-1,-1 0,0 1,0-1,-1 0,1 0,14-12,0-1,-1-1,-1 0,-1-1,0-1,-1 0,-1 0,-1-1,0 0,-2-1,0 0,0-4,-6 18,6 3,-6 23,-1-13,1 12,1 0,1 0,1 0,1 0,0 0,2-1,0-1,2 4,-5-13,-1-1,1 1,0-1,1 0,0 0,0-1,0 1,1-1,0-1,0 1,1-1,-1-1,1 1,0-1,0-1,0 1,1-1,0-1,0 1,-3-2,1-1,-1 1,0-1,1-1,-1 1,0-1,0 0,1 0,-1-1,0 0,0 0,0 0,0-1,-1 1,1-2,-1 1,1 0,-1-1,0 0,-1-1,1 1,-1-1,0 1,1-3,9-10,-2-1,0-1,-1 0,-1-1,-1 0,3-11,10-34,-3-1,-3-1,-3 0,-3-1,-3-1,-3 1,-3-25,0 81,-1 0,-1 1,0-1,0 1,-1-1,0 1,-1-1,0 1,-3-4,5 13,1 1,-1-1,0 1,0-1,0 1,0 0,-1-1,1 1,0 0,-1 0,1 0,0 0,-1 0,1 0,-1 0,0 0,1 1,-1-1,1 1,-1-1,0 1,0-1,1 1,-1 0,0 0,0 0,1 0,-1 0,0 0,0 1,1-1,-1 0,0 1,1 0,-1-1,0 1,1 0,-1 0,1 0,-1 0,0 0,-10 8,1 0,0 1,0 0,1 1,0 0,1 0,0 1,1 0,-4 8,-10 17,1 2,2-1,2 2,1 1,3 0,1 0,-4 30,12-55,1-1,1 1,0 0,1 0,1 0,0-1,1 1,1 0,1 0,0-1,1 1,0-1,2 0,-1 0,2-1,0 0,1 0,0 0,1-1,0 0,2 0,80 55,8-19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4.2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94,'-16'-7,"-17"-4,-9-3,-2-1,4 2,15 3,24 3,33 1,35 1,38 2,34 1,19 1,7 7,-12 10,-29 16,-36 2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4.5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16,'16'9,"21"3,27 0,30-5,28-8,24-6,15-4,9-3,0 2,-29 2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4.7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1,'0'13,"2"10,3 3,1-4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5.0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0,'16'5,"14"1,2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9.3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87 44,'25'-5,"43"-9,0 3,0 3,10 2,-77 6,50 5,-50-5,0 0,1 0,-1 0,0 1,0-1,1 1,-1-1,0 1,0 0,0-1,0 1,0 0,0 0,0-1,0 1,0 0,0 0,0 0,0 0,0 0,-1 1,1-1,-1 0,1 0,-1 0,1 1,-1-1,1 0,-1 0,0 1,0-1,0 0,0 1,0 0,-2 6,0-1,-1 0,0-1,-1 1,1 0,-1-1,0 0,-1 0,0 0,0-1,-5 5,10-9,-55 55,-2-3,-32 22,-76 70,160-140,0-1,0 0,1 0,0 0,0 0,1 1,-1-1,1 1,0 0,0 0,0 1,1-1,0 0,0 1,0-1,-1 6,5-8,-1-1,1 1,-1-1,1 1,0-1,0 0,-1 0,2 0,-1 0,0 0,0 0,1-1,-1 1,1-1,-1 0,1 0,-1 1,1-2,0 1,0 0,0 0,-1-1,1 0,0 1,0-1,0 0,0-1,1 1,-4 0,60 2,0-2,0-4,-1-1,1-4,3-2,-16 3,45-7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9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1,'-10'87,"10"-84,1-1,-1 1,1-1,-1 1,1-1,0 0,0 1,0-1,0 0,0 1,1-1,-1 0,1 0,-1 0,1 0,0-1,0 1,0 0,0-1,0 1,0-1,0 1,0-1,1 0,-1 0,0 0,1-1,-1 1,1 0,-1-1,1 0,1 1,0-1,0 0,0 1,-1-2,1 1,0 0,0-1,-1 1,1-1,0 0,-1-1,1 1,-1 0,1-1,-1 0,0 0,0 0,0 0,0 0,0-1,0 0,0 1,-1-1,1 0,-1 0,0 0,0 0,0-1,-1 1,1-1,-1 1,1-1,-1 1,0-1,-1 0,1 1,-1-1,1 0,-1 0,0 0,-1 0,0 1,-1-1,-1 1,1 0,0 0,-1 0,1 0,-1 1,0-1,0 1,0 0,0-1,-1 1,1 1,-1-1,1 0,-1 1,1 0,-1 0,0 0,0 0,1 0,-1 1,0 0,0 0,0 0,1 0,-1 1,0-1,0 1,0 0,1 0,-1 0,1 0,-1 1,-2 1,-50 40,37-16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9.9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82 165,'1'-1,"0"1,1-1,-1 0,0 0,0 1,0-1,1 0,-1 0,0 0,0 0,-1 0,1 0,0-1,0 1,0 0,-1 0,1-1,0 1,-1 0,0-1,1 1,-1 0,0-1,1 1,-1-1,0 1,0-1,0 1,0 0,-1-1,3-4,-1 0,0 0,0 0,-1 0,0 0,0 0,-1-1,1 1,-1 0,0 0,-1 0,0 0,0 1,0-1,0 0,-1 1,0 0,0-1,-1 1,3 4,0 0,0 0,0 0,0 0,0 0,-1 0,1 1,0-1,0 0,-1 1,1-1,0 1,-1-1,1 1,-1 0,1 0,0 0,-1 0,1 0,-1 0,1 0,-1 0,1 0,0 0,-1 1,1-1,-1 1,1-1,0 1,0-1,-1 1,1 0,0 0,0 0,0 0,0 0,0 0,-1 0,-28 49,30-46,-1 1,1 0,0-1,0 1,1-1,-1 0,1 1,0-1,0 1,1-1,-1 0,1 0,0 0,0 0,0 0,1 0,-1 0,1-1,0 1,0-1,0 0,1 0,-1 0,1 0,-1 0,1-1,0 0,0 0,0 0,0 0,1-1,3 2,37 14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30.4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0 420,'21'-64,"3"0,3 2,2 0,29-43,-35 63,-11 21,-12 22,0-1,0 0,0 0,0 1,0-1,0 0,0 0,0 1,0-1,0 0,0 0,0 0,0 1,0-1,0 0,0 0,0 1,0-1,0 0,0 0,0 0,1 1,-1-1,0 0,0 0,0 0,0 1,0-1,1 0,-1 0,0 0,0 0,0 0,1 0,-1 1,0-1,0 0,1 0,-1 0,0 0,0 0,0 0,1 0,-1 0,0 0,0 0,1 0,-1 0,0 0,0 0,1 0,-1 0,0 0,0 0,0-1,1 1,-1 0,0 0,-1 26,1-26,-12 108,4 1,5-1,6 17,13 93,-16-215,0 0,0 0,0-1,0 1,0 0,-1 0,1 0,-1-1,1 1,-1 0,0-1,0 1,-1-1,1 1,0-1,-1 1,1-1,-1 0,0 0,0 0,0 0,0 0,0 0,0 0,-1-1,1 1,0-1,-1 1,1-1,-1 0,0 0,1 0,-1-1,0 1,0-1,1 1,-1-1,0 0,-1 0,0 0,1 0,0-1,-1 1,1-1,0 0,0 0,-1 0,1 0,0-1,0 1,0-1,0 0,1 1,-1-1,0-1,1 1,-1-1,2 2,1 0,0 1,-1-1,1 0,0 0,0 0,-1 0,1 0,0 0,0 0,0 0,0 0,0 0,1 0,-1 1,0-1,0 0,1 0,-1 0,0 0,1 0,-1 0,1 1,-1-1,1 0,-1 0,1 1,-1-1,1 0,0 1,0-1,-1 1,1-1,0 1,0-1,0 1,-1-1,1 1,0 0,0-1,0 1,0 0,0 0,0 0,0 0,0 0,0 0,-1 0,1 0,0 0,0 0,0 0,0 1,0-1,172-11,-103 11,15-3,-8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30.6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 1,'-11'0,"-4"0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7.9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108 127,'-18'83,"3"0,4 1,3 0,4 81,-24-530,5 127,23 238,0 0,1 0,-1 0,0 0,0 0,1 0,-1 0,0 0,1 0,-1 0,0 0,0 0,0 0,1 0,-1-1,0 1,0 0,1 0,-1 0,0 0,0-1,0 1,4 8,-1 2,1 0,0-1,1 0,0 0,0 0,1-1,0 1,0-2,1 1,0 0,1-1,-1-1,1 1,1-1,-1-1,1 1,0-1,0-1,1 0,-1 0,4 0,1-3,0 0,-1-1,1 0,0-2,0 1,-1-2,1 0,-1 0,0-1,0-1,0 0,0-1,-1 0,0-1,0 0,-1-1,0 0,-1-1,1-1,-1 1,-1-1,0-1,-1 0,0 0,0-1,3-7,-5 5,-22 51,1 15,3 0,2 2,3-1,1 1,3 51,2-89,1 1,1 0,0 0,2-1,0 1,0-1,2 0,0 0,1 0,0-1,5 9,17 13</inkml:trace>
  <inkml:trace contextRef="#ctx0" brushRef="#br0" timeOffset="318.053">790 127,'-11'19,"1"-1,1 2,0 0,2 0,0 0,1 1,2-1,0 2,1-1,1 0,0 1,2-1,2 11,-3-16,2 1,0 0,1-1,0 1,2-1,0 0,0 0,2 0,0-1,1 1,0-1,1-1,1 0,0 0,1 0,0-1,9 7,-16-17,0-1,0 0,1 1,-1-1,1 0,-1-1,1 1,0-1,-1 0,1 1,0-2,0 1,0 0,0-1,0 0,0 0,0 0,0 0,0 0,0-1,0 0,-1 0,1 0,0 0,0-1,-1 1,1-1,-1 0,1 0,-1 0,0-1,0 1,0-1,0 0,0 0,1-1,14-21,-1-1,-1 0,-1-1,-2-1,0 0,-2-1,-1 0,-2-1,-1 0,2-16,36-190,-29 198,-8 34</inkml:trace>
  <inkml:trace contextRef="#ctx0" brushRef="#br0" timeOffset="570.378">1378 140,'5'23,"7"19,12 13,11 12,8 5,8 1,5-1,-1-7,-2-13,-9-11,-9-14,-8-12,-9-12,-7-13,-6-6</inkml:trace>
  <inkml:trace contextRef="#ctx0" brushRef="#br0" timeOffset="817.717">1832 153,'-18'12,"-18"15,-15 18,-14 20,-11 18,-7 12,3 6,7-2,16-19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6.5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1,'3'23,"0"0,2 0,0 0,2-1,0 0,1 0,2-1,0 0,1-1,1 0,1 0,1-1,5 4,-10-10,0 0,1-1,1 0,0 0,0-2,1 1,1-1,0-1,0 0,-11-9,-1 0,1 0,-1 0,1 0,0-1,-1 1,1 0,-1-1,1 1,-1-1,1 1,-1-1,1 0,-1 0,1 0,-1 0,0 0,0 0,1 0,-1 0,0 0,0 0,0-1,0 1,0 0,0-1,-1 1,1-1,0 1,-1-1,1 1,-1-1,0 1,1-1,-1 0,0 1,0-1,0 1,0-1,0 0,-1 1,1-1,0 0,-1 1,1-2,0 0,22-285,-19 265,2 36,-4 44,-3-44,1-1,0 1,1 0,1 0,0 0,1 0,0-1,1 1,0-1,1 1,0-1,1 0,0-1,1 1,1-1,0 0,0-1,1 1,2 1,21 9</inkml:trace>
  <inkml:trace contextRef="#ctx0" brushRef="#br0" timeOffset="434.207">682 68,'-4'8,"0"0,0 1,1 0,0-1,1 1,0 1,0-1,1 0,0 0,1 1,0-1,0 0,1 0,0 1,1-1,0 0,0 0,1 0,0 0,0-1,1 1,1-1,-1 0,1 0,1 0,-1-1,1 0,0 0,1 0,0-1,0 0,0 0,1-1,0 0,0 0,0-1,1 0,2 1,-7-4,1 1,-1-1,1 0,-1-1,1 1,-1-1,1 0,0 0,-1 0,1-1,-1 1,1-1,-1 0,1-1,-1 1,0-1,0 0,1 0,-1 0,-1 0,1-1,0 0,0 0,-1 0,0 0,1 0,-1 0,-1-1,1 0,0 0,-1 0,2-2,6-17,-1 0,-1 0,-1-1,-1 0,-1-1,-1 1,-1-1,-1 0,-2-2,-1 58,-1-14,1 0,0 0,1 0,1 0,1 0,1 0,0-1,1 1,1 3,-2-15,-1-1,1 1,0-1,0 0,0 0,0 0,1 0,-1 0,1-1,0 0,0 0,1 0,-1 0,1 0,-1-1,1 0,0 0,0 0,0-1,0 0,0 1,0-2,0 1,0-1,5 0,-1 0,1 0,-1-1,0 0,0-1,0 0,0 0,-1-1,1 0,0 0,-1-1,0-1,0 1,0-1,0-1,17-16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5.2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295 233,'-7'21,"-4"22,-3 22,-1 19,1 12,4 5,6-3,5-9,6-15,3-19,0-19</inkml:trace>
  <inkml:trace contextRef="#ctx0" brushRef="#br0" timeOffset="262.299">1 46,'23'-11,"20"-4,18 0,11 11,5 11,-3 15,-11 14,-15 13,-19 7,-22 5,-25 2,-20-1,-15-3,-8-3,0-5,6-7,12-5,13-11</inkml:trace>
  <inkml:trace contextRef="#ctx0" brushRef="#br0" timeOffset="713.339">643 1009,'-22'-60,"3"-1,3-1,2 0,-1-33,-6-23,9 58,10 54,1 11,4 14,-1-13,1 1,0 0,0-1,1 1,0-1,0 0,0 0,1-1,0 1,0-1,0 0,1 0,-1-1,1 1,0-1,1-1,-1 1,3 0,11 5,0-1,1-1,0 0,0-2,13 2,161 15,-193-21,0-1,0 0,0 1,1 0,-1-1,0 1,0 0,0 0,0 0,0 1,0-1,-1 0,1 1,0-1,-1 1,1-1,-1 1,1 0,-1 0,0 0,0-1,0 1,0 0,0 1,0-1,0 0,-1 0,1 0,-1 0,0 1,1-1,-1 0,0 0,0 1,-1-1,1 0,0 0,-1 0,1 1,-1-1,0 0,0 1,-14 39,-10 44,25-83,-1 0,1 0,1 1,-1-1,0 0,1 0,-1-1,1 1,0 0,0 0,0 0,1 0,-1-1,0 1,1 0,0-1,0 0,0 1,0-1,0 0,0 0,0 0,1 0,-1 0,1-1,-1 1,2 0,13 4,-1-1,0 0,1-1,0-1,0-1,0 0,1-1,-1-1,0-1,11-1,80-13,-67 6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23.6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 1,'-4'18,"-2"17,-3 15,2 9,1 5,3-3,6-4,4-7,3-13,2-12,1-13,4-13,0-15,-2-5</inkml:trace>
  <inkml:trace contextRef="#ctx0" brushRef="#br0" timeOffset="360.465">195 201,'39'-99,"-39"99,1 0,-1 1,0-1,0 0,0 0,0 1,0-1,0 0,0 0,1 1,-1-1,0 0,0 0,0 0,0 1,1-1,-1 0,0 0,0 0,0 0,1 1,-1-1,0 0,0 0,1 0,-1 0,0 0,0 0,1 0,-1 0,0 0,1 0,-1 0,0 0,0 0,1 0,-1 0,0 0,0 0,1 0,-1 0,0 0,0-1,1 1,-1 0,0 0,0 0,0 0,1 0,-1-1,0 1,0 0,0 0,0 0,1-1,-1 1,0 0,0-1,3 29,-3-27,9 232,-9-230,0 0,0 0,1 0,-1 0,0 0,1 0,0 0,0 0,0 0,0 0,0-1,0 1,1 0,0-1,-1 1,1-1,0 0,0 0,0 1,0-1,1 0,-1-1,0 1,1 0,-1-1,1 1,0-1,0 0,-1 0,1 0,0 0,0 0,0-1,0 1,7-7,0 1,-1-1,0 0,0-1,-1 0,1-1,-1 0,-1 0,0 0,0-1,-1 0,0 0,5-11,92-194,-103 215,0-1,0 0,0 0,0 1,1-1,-1 0,0 0,0 0,0 0,1 1,-1-1,0 0,0 0,1 0,-1 0,0 0,0 0,1 0,-1 0,0 0,0 0,1 0,-1 0,0 0,0 0,1 0,-1 0,0 0,0 0,1 0,-1 0,0 0,0 0,1 0,-1 0,0-1,0 1,-11 238,11-221,0-1,2 1,0-1,0 0,2 0,0 0,1 0,0-1,3 5,3-5,-2-8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10.0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1 295,'18'2,"22"3,23 1,18 0,12-2,5-2,-2 0,-8-4,-19-1</inkml:trace>
  <inkml:trace contextRef="#ctx0" brushRef="#br0" timeOffset="267.294">496 1,'0'4,"0"0,0 0,0 0,1 1,-1-1,1 0,0 0,0 0,1 0,-1 0,1 0,0 0,0-1,0 1,0 0,1-1,-1 0,1 0,0 1,0-2,0 1,1 0,-1-1,1 1,-1-1,1 0,0 0,0-1,1 1,34 20,1-2,1-2,30 9,103 48,-171-74,0 0,1 0,-1 0,0 1,0-1,0 1,-1 0,1 0,0 0,0 0,-1 0,0 0,1 1,-1-1,0 1,0 0,0 0,-1 0,1 0,-1 0,1 0,-1 0,0 0,0 0,0 1,-1-1,1 0,-1 1,0-1,0 0,0 1,0-1,-1 1,1-1,-1 0,0 0,0 1,0-1,0 0,-1 0,-7 9,0-2,-1 1,-1-1,1-1,-1 0,-1 0,0-1,-9 4,-291 153,275-141,19-8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09.1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2 335,'0'27,"-1"-7,0 0,2 0,0 0,1-1,1 1,1 0,1-1,1 0,4 11,-5-23,-1-1,1 0,1-1,-1 1,1-1,0 0,0 0,0-1,1 1,0-1,0-1,0 0,0 0,0 0,1-1,-1 0,1 0,-1-1,1 1,0-2,0 1,0-1,-1-1,1 1,0-1,-1-1,1 0,0 0,-1 0,0-1,1 0,-1 0,0 0,-1-1,1 0,-1-1,0 0,3-2,2-7,0-1,0 0,-2 0,0-1,-1-1,0 1,-1-1,-1 0,-1-1,0 0,-2 0,0 0,2-2,0 5,6 44,-7-1,-4-16,1-1,0 0,0 1,1-1,1 0,0 0,0 0,1 0,0-1,1 0,0 1,1-2,0 1,1-1,-1 0,2 0,-1 0,1-1,5 3,-8-9,-1 0,0-1,1 1,-1-1,1 0,0-1,-1 1,1-1,0 0,-1 0,1 0,0-1,-1 1,1-1,0 0,-1-1,1 1,-1-1,0 0,1 0,-1 0,0-1,0 1,-1-1,2-1,5-4,1 0,-1-2,-1 1,0-1,0 0,-1-1,-1 0,4-5,-2-1,-1-1,-1 0,0 0,-1-1,-1 0,-1 0,0 0,0-16,-8 64,3 0,0 1,2-1,1 0,1 0,2-1,1 5,-4-27,1-1,-1 0,1 1,-1-1,1 0,1 0,-1 0,1-1,0 1,0-1,0 0,1 0,-1-1,1 1,0-1,0 0,0 0,0 0,1-1,-1 0,1 0,0 0,20 2</inkml:trace>
  <inkml:trace contextRef="#ctx0" brushRef="#br0" timeOffset="266.792">725 28,'-7'18,"7"10,15 4,4-5</inkml:trace>
  <inkml:trace contextRef="#ctx0" brushRef="#br0" timeOffset="506.734">1099 468,'-2'16,"-1"8,0 4,0 1,6-1,7-3,6-4,2-5,1-6,-3-6,-4-5</inkml:trace>
  <inkml:trace contextRef="#ctx0" brushRef="#br0" timeOffset="507.734">1058 0,'-2'3,"-1"4,3 9,0 2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08.4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0 581,'6'2,"1"0,-1-1,0 0,1 0,-1 0,1-1,-1 0,1 0,-1-1,1 0,-1 0,1-1,-1 1,0-1,0-1,0 1,0-1,0 0,1-2,6-3,0 0,-1-1,0-1,0 0,-1-1,-1 0,7-9,-6 5,0-1,-1 0,-1 0,-1 0,-1-1,0-1,-1 1,0-1,-2 0,0 0,-1-1,-1 1,-1-1,0 1,-2-1,0 1,-1-1,0 1,-2 0,0 0,-2-3,-38-49,42 68,0 1,1-1,-1 1,-1-1,1 1,0 0,0 0,0-1,-1 2,1-1,-1 0,1 0,0 1,-1-1,1 1,-1 0,1 0,-1 0,1 0,-1 0,1 1,-1-1,1 1,-1-1,1 1,-1 0,1 0,0 0,0 0,-1 0,1 1,-4 4,-1 0,1 1,0 0,0 0,1 0,0 1,0 0,1 0,0 0,0 1,1-1,0 1,0 0,1 0,1 0,-1 0,1 4,-1 17,1 0,1 0,2 0,1-1,2 1,0 0,2-1,1 0,2-1,1 0,1 0,1-1,1-1,1 0,8 8,-15-20,0-1,1 0,0-1,0 0,2 0,-1-1,2-1,-1 1,1-2,1 0,0 0,0-1,1-1,0 0,4 1,-11-8,-1-1,0 0,1-1,-1 1,0-1,0 0,0-1,0 1,0-1,0 0,-1-1,1 1,-1-1,0 0,0-1,-1 1,1-1,-1 0,0 0,0 0,-1-1,0 1,0-1,0 0,1-3,-1 5,98-206,-101 210,0 0,0 0,0 0,0 1,1-1,-1 0,0 0,0 0,0 0,0 0,1 0,-1 1,0-1,0 0,0 0,1 0,-1 0,0 0,0 0,1 0,-1 0,0 0,0 0,0 0,1 0,-1 0,0 0,0 0,1 0,-1-1,0 1,0 0,0 0,1 0,-1 0,0 0,0 0,0 0,0-1,1 1,-1 0,0 0,0 0,0-1,0 1,0 0,0 0,1 0,0 26,-1-23,-2 48,1-34,0 0,1 0,0 0,2 0,0 0,1 0,0 0,3 3,-5-16,0-1,1 0,-1 0,1 0,0 0,0 0,0-1,0 1,1 0,-1-1,1 0,-1 1,1-1,0 0,0-1,0 1,0 0,0-1,0 0,1 1,-1-1,0-1,1 1,-1 0,1-1,1 1,26-1</inkml:trace>
  <inkml:trace contextRef="#ctx0" brushRef="#br0" timeOffset="244.345">681 221,'18'-3,"18"0,2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07.2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1 228,'11'2,"13"1,14 0,14 0,12 1,9 0,3-1,0 2,-4 0,-5-2,-9 0,-10-1,-13-1</inkml:trace>
  <inkml:trace contextRef="#ctx0" brushRef="#br0" timeOffset="337.101">456 0,'-1'1,"0"-1,0 0,0 0,1 1,-1-1,0 0,0 1,1-1,-1 1,0-1,1 1,-1 0,1-1,-1 1,0-1,1 1,-1 0,1 0,0-1,-1 1,1 0,0 0,-1-1,1 1,0 0,0 0,0 0,-1 0,1-1,0 1,0 0,0 0,1 0,-1 0,0-1,0 1,0 0,1 0,-1 0,0-1,1 1,-1 0,0 0,1-1,-1 1,1 0,-1-1,1 1,0 0,-1-1,1 1,0-1,-1 1,1-1,0 0,0 1,-1-1,1 0,0 1,0-1,19 23,1-1,1-1,2-1,0 0,0-2,25 13,71 56,-117-85,0 0,1 0,-1 0,-1 1,1-1,0 1,-1-1,1 1,-1 0,0 0,0 1,0-1,0 0,0 0,-1 1,0-1,1 1,-1 0,-1-1,1 1,0 0,-1-1,0 1,0 0,0 0,0-1,-1 1,-4 5,0-1,-1 0,0-1,0 1,-1-1,0 0,-1-1,1 0,-1 0,0 0,0-1,-1-1,-7 4,2 0,-111 59,72-42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05.7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1,'11'18,"14"18,8 11,6 7,3 6,-1 2,-1-1,-5-4,-3-5,-6-6,-6-9,-5-11,-5-10</inkml:trace>
  <inkml:trace contextRef="#ctx0" brushRef="#br0" timeOffset="251.328">294 68,'-7'-14,"-4"-4,-1 3,0 11,0 17,-1 21,-5 18,-6 15,-6 13,-5 7,-2 1,4-13</inkml:trace>
  <inkml:trace contextRef="#ctx0" brushRef="#br0" timeOffset="632.843">601 469,'10'-4,"0"0,0 0,0 1,0 1,0-1,1 2,-1-1,1 2,-1-1,9 2,-14-2,0 1,0 0,-1 0,1 0,0 0,0 1,0-1,0 2,-1-1,1 0,0 1,-1 0,1 0,-1 0,0 0,0 1,0 0,0 0,0 0,0 0,-1 0,0 1,1 0,-1 0,-1 0,1 0,0 0,-1 0,0 1,-1 8,0 0,-2 0,1 0,-2 0,1 0,-2 0,0 0,0-1,-1 1,-1-1,0 0,-1 0,0-1,-1 1,0-1,-6 6,-94 133,78-100,30-49,0 0,0 1,-1-1,1 0,1 0,-1 0,0 0,0 0,0 0,1 0,-1 0,0-1,1 1,-1 0,0-1,1 1,-1-1,1 1,-1-1,1 0,-1 0,1 0,-1 0,1 0,-1 0,1 0,0 0,-1 0,1-1,155-19,-110 11,140-26,-103 20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11.4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1178,'36'-61,"-2"-2,-4 0,22-65,-36 89,18-29,-33 67,1 0,-1 1,0 0,1-1,-1 1,1 0,-1 0,1-1,-1 1,0 0,1 0,-1 1,1-1,-1 0,1 0,-1 1,1-1,-1 1,0-1,1 1,-1 0,0-1,0 1,1 0,-1 0,0 0,0 0,0 0,0 0,0 0,0 0,-1 1,1-1,0 0,0 0,-1 1,1-1,-1 1,1-1,-1 0,0 1,1-1,-1 1,1 1,100 184,-32-72,-69-114,1 0,0 0,0 0,0 0,0 0,-1 0,1 1,-1-1,1 0,-1 0,1 0,-1 1,1-1,-1 0,0 1,0-1,0 0,0 1,0-1,0 0,0 1,0-1,-1 0,1 1,0-1,-1 0,1 0,-1 1,1-1,-1 0,0 0,0 0,1 0,-1 0,0 0,0 0,0 0,0 0,0 0,0 0,0-1,-1 1,1 0,0-1,0 1,0-1,-1 1,1-1,0 0,-1 1,1-1,0 0,-1 0,1 0,0 0,-1 0,1 0,0 0,-1-1,1 1,0-1,-6 1,0-1,0 0,1 0,-1-1,1 0,-1 0,1-1,0 0,0 0,0 0,0-1,1 1,-1-1,1-1,0 1,0-1,0 0,1 0,0 0,-3-5,7 9,-1 0,1 0,0 0,0 0,-1-1,1 1,0 0,0 0,0 0,0-1,0 1,0 0,1 0,-1 0,0 0,1-1,-1 1,1 0,-1 0,1 0,-1 0,1 0,0 0,-1 0,1 0,0 0,0 0,0 1,0-1,0 0,0 1,0-1,0 0,0 1,0-1,0 1,0-1,0 1,1 0,49-12,72 5,-86 7,0-2,-1-2,1-1,33-9,-62 11,-1 1,1-1,-1-1,0 1,0-1,0 0,-1-1,1 1,-1-2,0 1,2-3,-6 6,0 0,0-1,-1 1,1-1,0 0,-1 1,0-1,0 0,1 0,-2 0,1 0,0 0,-1 0,1 0,-1 0,0 0,0 0,0 0,0 0,0-1,-1 1,0 0,1 0,-1 0,0 1,-1-1,1 0,0 0,-2-2,2 3,-1 0,1-1,0 1,-1 0,1 0,-1 0,0 0,0 0,0 0,0 0,0 1,0-1,0 1,-1 0,1-1,0 1,-1 0,1 0,-1 1,1-1,-1 0,0 1,1 0,-1-1,0 1,1 0,-1 0,1 1,-1-1,0 0,1 1,-1 0,1-1,-1 1,1 0,-1 0,1 1,0-1,-1 0,1 1,0 0,0-1,0 1,0 0,1 0,-2 1,-2 4,1 0,0 0,0 1,1-1,0 1,0 0,1 0,0 0,0 0,1 0,0 1,1-1,0 0,0 0,0 1,1-1,0 0,1 0,0 0,0 0,1 0,0 0,0 0,1-1,0 0,0 0,1 0,0 0,0-1,2 2,4 1,0-1,1 0,0-1,1 0,-1-1,1 0,1-1,-1 0,1-1,-1-1,1 0,0-1,0-1,1 0,-1 0,7-2,42-1</inkml:trace>
  <inkml:trace contextRef="#ctx0" brushRef="#br0" timeOffset="643.281">1069 776,'33'-36,"-1"-1,-2-2,-2-1,-2-1,-2-2,-1 0,-2-2,-3 0,4-15,-14-11,-8 70,0-1,0 0,-1 0,1 0,0 0,0 1,-1-1,0 0,1 0,-1 1,0-1,1 0,-1 1,0-1,0 1,-1-1,1 1,0 0,0-1,-1 1,1 0,-1 0,1 0,-1 0,1 0,-1 0,1 0,-1 0,0 1,0-1,1 1,-1-1,0 1,0 0,-1 0,-3 0,1 1,-1 0,1 0,0 0,0 1,0-1,0 1,0 1,0-1,0 1,1-1,-1 1,1 1,0-1,0 1,0-1,0 1,-2 4,-55 85,47-62,2 1,1 0,2 1,0 0,3 0,1 1,1-1,2 1,1 0,2 0,1 0,2 0,1 0,4 11,-3-24,0 1,2-1,0 0,1-1,1 0,1-1,1 0,11 14,-18-27,0 0,1 0,-1 0,1-1,0 1,1-2,-1 1,1-1,0 1,0-2,0 1,1-1,-1 0,1-1,0 0,0 0,-1-1,1 0,0 0,0 0,0-1,1-1,-1 1,0-1,5-2,4-3,0 0,0-2,0 0,-1-1,0 0,0-1,-1-1,-1-1,0 0,-1-1,0 0,-1-1,0 0,-1-1,-1 0,0-1,-1 0,-1-1,0 0,1-6,6-36,-14 57,-1 1,0-1,0 1,1 0,-1-1,0 1,0-1,-1 1,1-1,0 1,0 0,-1-1,1 1,-1 0,1-1,-1 1,1 0,-1-1,0 1,0 0,0 0,0 0,0 0,0 0,0 0,0 0,0 0,0 0,0 0,0 1,-1-1,1 0,0 1,-1-1,1 1,-1-1,1 1,-1 0,-5 1,-1 0,1 0,0 1,0 0,0 1,0 0,1 0,-1 0,1 1,-1-1,1 2,1-1,-1 1,0 0,1 0,0 0,0 1,1-1,-4 7,4-8,1 0,0 1,0-1,0 0,0 1,1 0,0-1,0 1,0 0,0 0,1 0,0 0,0 1,0-1,1 0,0 0,0 0,0 1,0-1,1 0,0 0,0 0,1 0,-1 0,1 0,0 0,0 0,1 0,-1-1,1 1,1 0,11 6,-1-1,1-1,1 0,0-1,0-1,0 0,1-2,0 1,0-2,0-1,1 0,-1-1,1 0,16-2,46 4</inkml:trace>
  <inkml:trace contextRef="#ctx0" brushRef="#br0" timeOffset="1281.515">2286 817,'-25'-1,"-86"10,107-8,0 0,0 0,0 1,0-1,0 1,1 0,-1 1,0-1,1 0,0 1,-1 0,1 0,0 0,0 0,1 0,-1 1,1-1,0 1,-1 0,2-1,-1 1,0 0,1 0,0 1,-1-1,1 1,0 0,1-1,-1 1,1 0,0 0,0 0,0-1,1 1,0 0,0-1,0 1,0 0,1-1,0 1,0-1,0 0,0 0,1 0,-1 0,1 0,0 0,0-1,1 1,-1-1,2 1,3 2,0 0,1 0,0-1,0 0,0 0,0-1,1 0,0-1,0 0,0-1,8 2,-5-3,0 0,0-1,0 0,0-1,-1 0,1-1,0-1,0 0,-1-1,0 0,0-1,0 0,0-1,-1 0,0-1,0 0,0 0,-1-2,0 1,-1-1,0-1,0 1,-1-1,-1-1,1 0,-2 0,0 0,5-12,6-23,-3-1,-1 0,-2-1,-3 0,-2 0,-2-1,-1-14,1 4,-3 0,-2 0,-2 0,-3 0,-12-48,17 101,0 0,-1 0,0 0,0 0,0 1,0-1,-1 0,0 1,0 0,-1 0,1 0,-1 0,0 0,-3-2,6 7,-1-1,0 1,0 0,1-1,-1 1,0 0,0 0,0 0,1 0,-1 1,0-1,0 0,1 1,-1-1,0 1,0 0,1-1,-1 1,1 0,-1 0,1 0,-1 0,1 0,0 1,-1-1,1 0,0 1,0-1,0 0,0 1,0 0,0-1,0 1,1-1,-1 2,-12 22,2 0,0 1,2 0,1 1,1 0,1 0,2 1,0-1,2 1,1 24,1-4,1 1,2 0,3-1,2 1,1-2,3 1,2-2,2 1,2-2,18 32,-28-62,1 0,0 0,1-1,0 0,1-1,1 0,13 11,-20-20,0 1,1-1,0-1,0 1,0-1,1 0,-1 0,1-1,-1 0,1 0,0 0,0-1,0 0,0 0,0-1,0 0,0 0,0-1,0 0,6-1,7-6,1-1,-2-1,1-1,-1 0,-1-2,0 0,-1-1,-1 0,0-1,-1-1,0-1,-1 0,-1-1,-1 0,-1-1,0-1,4-11,-50 183,34-147,-1-1,1 0,0 1,0-1,0 1,1-1,-1 1,1-1,0 1,0-1,1 1,0-1,-1 1,1-1,1 0,-1 1,1-1,-1 0,1 0,1 0,-1 0,0 0,1 0,0-1,0 1,0-1,0 0,1 0,-1 0,1 0,-1-1,1 1,0-1,0 0,0 0,1 0,31-1,-1-6</inkml:trace>
  <inkml:trace contextRef="#ctx0" brushRef="#br0" timeOffset="1493.46">3194 603,'-15'-5,"-11"-1,-5-2,1 1,3-2,1 2,6 2</inkml:trace>
  <inkml:trace contextRef="#ctx0" brushRef="#br0" timeOffset="1674.974">2232 389,'21'-4,"24"-5,28 0,28 0,23 0,14 2,3 5,-23 3</inkml:trace>
  <inkml:trace contextRef="#ctx0" brushRef="#br0" timeOffset="1931.3">3395 924,'13'2,"0"-1,0 0,0-1,0 0,0-1,0-1,-1 0,1 0,0-2,-1 1,0-2,0 1,0-2,0 1,-1-2,0 0,-1 0,1-1,-1 0,0 0,-1-1,0-1,-1 1,0-2,0 1,-1-1,4-9,-9 17,-1 1,0-1,0 0,0-1,-1 1,1 0,-1 0,0 0,1 0,-1 0,-1-1,1 1,0 0,-1 0,0 0,1 0,-1 0,-1 0,1 0,0 0,-1 0,1 1,-1-1,0 0,0 1,0-1,0 1,0 0,0 0,-1 0,1 0,-1 0,0 0,1 1,-1-1,0 1,0 0,0 0,0 0,0 0,-2 0,-7-2,0 1,0 1,0 0,0 0,0 2,0-1,0 1,0 1,0 0,0 1,1 0,-1 1,1 0,0 1,0 0,0 1,1 0,0 0,0 1,0 1,1 0,0 0,-7 9,12-11,0 1,1-1,-1 1,1 0,1-1,0 1,0 0,0 1,1-1,0 0,0 0,1 1,-1-1,2 0,-1 1,1-1,0 0,1 1,0-1,0 0,0 0,1-1,0 1,0 0,1-1,0 0,0 0,1 0,-1 0,1-1,0 1,1-1,0 0,14 10,1-1,1-1,0-1,1-1,0-1,1-1,0-1,1-1,-1-2,1 0,0-1,23 0,13 2</inkml:trace>
  <inkml:trace contextRef="#ctx0" brushRef="#br0" timeOffset="2185.894">4224 1031,'2'0,"1"-5,0-1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21.1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1458 733,'69'-343,"-66"330,-1 0,0 0,-1 0,0 0,-1-1,-1 1,0 0,0-1,-2 1,1 0,-2 0,0 1,0-1,-4-7,5 17,-1 1,1-1,-1 0,1 1,-1 0,0 0,0 0,0 0,0 0,0 1,0 0,0 0,0 0,-1 0,1 1,0-1,-1 1,1 0,0 1,-1-1,1 1,0-1,0 2,-1-1,1 0,0 1,0-1,0 1,1 0,-1 1,0-1,1 1,-1-1,1 1,0 0,0 0,0 1,0-1,1 0,-1 1,1 0,0 0,0-1,0 1,-1 4,3-6,-1 0,1 0,0-1,0 1,-1 0,1 0,0 0,1 0,-1 0,0-1,0 1,1 0,-1 0,1 0,0-1,-1 1,1 0,0-1,0 1,0 0,0-1,0 1,1-1,-1 0,0 1,1-1,-1 0,1 0,-1 0,1 0,-1 0,2 1,62 20,328 30,-308-23,-82-28,0 1,0 0,0 0,0 0,0 0,0 0,-1 0,1 1,-1 0,0-1,1 1,-1 0,-1 0,1 0,0 0,-1 0,1 1,-1-1,0 0,0 1,0-1,0 4,-2 1,1 0,-1 1,-1-1,0 0,0-1,0 1,-1 0,0-1,-1 1,-2 4,-15 41,20-52,1 1,0-1,-1 1,1-1,0 1,0-1,0 1,0-1,0 1,1-1,-1 1,0-1,1 1,-1-1,1 1,0-1,-1 0,1 1,0-1,0 0,0 1,0-1,0 0,0 0,0 0,0 0,0 0,0 0,1 0,-1-1,0 1,1 0,-1-1,1 1,-1-1,0 1,1-1,-1 0,1 1,-1-1,2 0,67 0,-53-2,0-2,0 0,-1-1,0 0,0-1,0-1,0-1,-1 0,1-2,-9 5,0 1,0-2,0 1,-1-1,1 0,-2 0,1-1,-1 0,0 0,0 0,-1 0,0-1,0 0,0 1,-1-2,-1 1,1 0,-2 0,1-1,-1 4,-1 1,0 0,1 0,-2-1,1 1,0 0,-1 0,0 0,0 0,0-1,0 1,-1 1,0-1,0 0,0 0,0 1,0-1,-1 1,0-1,1 1,-1 0,0 0,-1 0,1 1,0-1,-1 1,0 0,1 0,-1 0,0 0,0 1,0-1,0 1,0 0,0 0,0 1,-1-1,1 1,0 0,0 0,-1 0,1 1,0 0,0-1,0 1,0 1,0-1,0 1,-3 1,2 0,1 0,-1 0,1 1,0-1,0 1,0 0,0 1,1-1,0 1,0-1,0 1,0 0,1 0,0 0,0 0,0 1,1-1,-1 0,1 1,1-1,-1 1,1-1,0 1,0 0,0-1,1 5,0-1,1 1,0-1,0 0,1 0,0 0,0 0,1 0,1 0,-1-1,1 0,1 0,-1-1,4 3,2 1,0-1,0-1,2 0,-1-1,1 0,0-1,0-1,1 0,0 0,0-2,10 3,31 6</inkml:trace>
  <inkml:trace contextRef="#ctx0" brushRef="#br0" timeOffset="561.504">2514 238,'17'13,"0"2,-1 0,-1 1,0 0,-1 2,-1-1,0 2,-1 0,-2 0,0 1,-1 0,0 0,-2 2,7 30,-3 1,-2-1,-2 2,-3-1,-2 1,-2-1,-3 1,-2-1,-3 2,-1 56,8-86,0 0,1 0,1 0,2 0,0 0,5 16,-5-32,-1-1,1 1,1-1,-1 1,1-1,1 0,0-1,0 1,0-1,1 0,0 0,0-1,1 1,0-1,0-1,0 1,1-2,0 1,6 3,-9-6,0 1,1-1,-1 0,0 0,1-1,-1 0,1 0,-1 0,1 0,0-1,-1 0,1 0,0-1,-1 1,1-1,-1-1,1 1,-1-1,1 0,-1 0,0 0,0-1,0 1,0-1,-1-1,1 1,-1-1,0 0,0 1,0-2,1-1,1-3,-2 0,1 0,-1-1,0 1,-1-1,0 0,-1 0,0 0,-1 0,0-1,0 1,-1 0,0-1,-1 1,0 0,-1-4,-4-18,-2 1,0-1,-3 1,-7-16,-4-4,-1 1,-3 1,-2 1,-2 1,-2 2,-2 1,-1 2,-3 2,-30-26,62 61,4 5,1 0,0-1,0 1,0 0,0 0,0-1,0 1,0-1,0 1,0-1,0 1,1-1,-1 0,0 1,0-1,0 0,1 0,-1 0,0 0,1 1,-1-1,1 0,-1 0,1 0,-1 0,1 0,0 0,-1 0,1 0,0 0,0-1,0 1,0 0,0 0,0 0,0 0,0 0,0 0,1 0,-1 0,0 0,1 0,-1 0,1 0,-1 0,1 0,-1 0,1 0,0 0,0 0,111-24,-77 21,320-46,-352 49,-1 0,0 1,0-1,-1 0,1 1,0-1,0 1,0 0,0 0,0 0,0 0,0 0,0 0,0 0,-1 0,1 1,0-1,0 1,0-1,0 1,-1 0,1 0,0 0,-1 0,1 0,0 0,-1 0,1 1,-1-1,0 0,0 1,1-1,-1 1,0 0,0-1,0 1,0 0,-1-1,1 2,-6 79,2-71,2 0,-1 0,2-1,-1 1,2 0,-1 0,1 0,1 0,0 0,1 1,0-5,0 0,0-1,1 0,-1 0,2 0,-1 0,1 0,-1-1,2 0,-1 0,0 0,1-1,0 1,0-1,0-1,1 1,-1-1,1 0,0-1,0 0,0 0,0 0,0-1,0 0,0 0,1-1,-1 0,0 0,1-1,29-5</inkml:trace>
  <inkml:trace contextRef="#ctx0" brushRef="#br0" timeOffset="723.064">3195 51,'-14'2,"-8"6,-2 7,11 11,17 11,23 4,26 6,3-6</inkml:trace>
  <inkml:trace contextRef="#ctx0" brushRef="#br0" timeOffset="1461.432">3770 411,'-35'-16,"14"5,0 1,-1 1,-1 1,1 1,-1 1,-22-3,42 9,0-1,0 1,-1 1,1-1,0 0,0 1,-1 0,1-1,0 1,0 1,0-1,0 0,0 1,0-1,1 1,-1 0,0 0,1 0,-1 0,1 1,0-1,0 1,0-1,0 1,0 0,1-1,-1 1,1 0,-1 0,1 0,0 4,-3 3,2 1,0 0,0 0,1 0,0 0,1 0,0 0,2 11,-1-11,0 0,1 0,0 1,1-1,0 0,1-1,0 1,1-1,0 1,1-2,0 1,0 0,1-1,0 0,1-1,0 0,0 0,1 0,-1-1,2-1,2 2,-9-7,0 0,0 0,0 0,1 0,-1-1,0 1,1-1,-1 0,0 0,1 0,-1 0,0-1,1 1,-1-1,0 0,0 0,0 0,0 0,1-1,-2 0,1 1,0-1,0 0,0 0,-1 0,1 0,-1-1,0 1,0-1,1-1,49-91,-33 28,-2-1,-4-1,-2 0,-1-41,-5 60,4-39,-19 107,-3 27,2 1,3 0,1 0,2 0,2 21,3-43,1 0,1-1,1 1,1-1,1 0,1 0,1 0,1-1,1 0,0 0,11 14,-12-24,0 1,2-2,-1 1,1-1,1-1,0 0,0 0,1-1,1-1,1 1,-10-6,1 0,0-1,0 0,0 0,0 0,0 0,0-1,1 0,-1 0,0 0,1 0,-1-1,1 0,-1 0,1-1,-1 0,0 0,1 0,-1 0,0-1,0 0,0 0,0 0,0-1,0 1,-1-1,1 0,2-3,9-11,-2 1,0-2,-1 0,0 0,-2-1,0-1,3-9,1-1,-2 7,-13 24,0-1,0 0,0 0,1 1,-1-1,0 0,0 0,0 1,0-1,0 0,0 0,0 0,0 1,0-1,1 0,-1 0,0 0,0 1,0-1,0 0,1 0,-1 0,0 0,0 1,0-1,1 0,-1 0,0 0,0 0,1 0,-1 0,0 0,0 0,1 0,-1 0,0 0,0 0,1 0,-1 0,0 0,0 0,1 0,-1 0,0 0,0 0,0 0,1 0,-1 0,0-1,0 1,1 0,-1 0,0 0,0 0,0-1,0 1,1 0,-1 0,-1 24,-6 16,-1 61,8-97,0-1,1 1,0 0,0-1,0 1,0-1,0 1,1-1,-1 1,1-1,0 0,0 0,0 0,1 0,-1 0,1-1,-1 1,1-1,0 1,0-1,0 0,0 0,0 0,1-1,-1 1,6 0,-1 0,1-1,0 0,0 0,0-1,-1 0,1 0,0-1,0 0,-1-1,1 0,0 0,-1-1,0 0,0 0,0-1,0 0,0-1,-1 0,0 0,0 0,0-1,0 0,-1 0,0-1,-1 0,1 0,-1 0,2-4,0-1,-1-1,0 0,-1 0,0 0,-1-1,-1 1,0-1,-1 0,0 0,-1 0,-1 0,0-10,0 22,0 0,0 1,0-1,0 0,0 1,0-1,0 1,0-1,-1 0,1 1,0-1,-1 1,0-1,1 0,-1 1,0 0,0-1,0 1,0-1,0 1,0 0,0 0,0 0,-1 0,1 0,0 0,-1 0,1 0,0 0,-1 0,1 1,-1-1,0 1,1-1,-1 1,1 0,-1-1,0 1,0 0,-2 3,0 0,0 0,0 0,1 1,-1-1,1 1,-1 0,1 0,1 0,-1 0,0 1,1-1,0 1,0 0,0-1,1 1,0 0,-1 0,0 4,-1-1,1 0,0 1,1-1,-1 1,2-1,-1 1,1 0,1-1,0 1,0-1,0 1,1-1,0 1,1-1,0 0,0 0,1 0,0-1,0 1,1-1,0 0,0 0,1-1,0 1,0-1,0 0,5 3,4 0,0 0,0-1,1-1,0 0,0-1,17 4,33 6</inkml:trace>
  <inkml:trace contextRef="#ctx0" brushRef="#br0" timeOffset="2243.046">5254 666,'-19'-10,"-1"2,0 0,0 1,-1 1,0 0,0 2,-1 1,-16-1,29 4,1-1,-1 2,0-1,1 1,-1 1,1 0,-1 0,1 0,0 1,0 0,0 1,0 0,0 0,1 1,0 0,0 0,0 0,0 1,1 0,0 1,1-1,-5 7,7-10,0 1,0 0,1 0,0 0,-1 1,1-1,1 0,-1 1,1-1,-1 1,1 0,1-1,-1 1,1 0,-1-1,1 1,1 0,-1 0,1-1,0 1,0 0,0-1,0 1,1-1,0 1,0-1,0 0,1 0,-1 0,1 0,0 0,0 0,2 1,6 2,0-1,0 0,0 0,1-1,0-1,0 0,0 0,0-1,0-1,1 0,0-1,-1 0,1-1,-1 0,1-1,0-1,-1 0,0 0,12-5,-16 5,0 0,0-1,0 0,-1-1,0 1,1-2,-1 1,-1-1,1 0,-1 0,0 0,0-1,0 0,-1-1,0 1,0-1,0 0,-1 0,0 0,-1-1,0 1,3-8,-9-15,3 30,-1 0,1 0,-1-1,0 1,1 0,-1 0,1 0,-1 0,0 0,1 0,-1 0,1 0,-1 0,0 0,1 0,-1 0,1 0,-1 1,0-1,1 0,-1 0,1 1,-1-1,1 0,-1 1,1-1,-1 0,1 1,-1-1,1 1,0-1,-1 1,1-1,0 1,-1-1,1 1,0-1,0 1,-1 0,1-1,0 1,0-1,0 1,0 0,-3 4,0 0,0 0,1 0,0 1,0-1,0 0,1 1,-1 0,1-1,1 1,-1 0,1-1,0 1,0 0,1-1,0 1,0 0,0-1,0 1,1-1,0 1,0-1,1 0,0 0,-1 0,2 0,-1 0,0-1,1 1,0-1,0 0,0 0,1-1,-1 1,1-1,0 0,0 0,0 0,0-1,0 0,4 1,2 0,0-1,0-1,0 0,1 0,-1-1,0-1,0 0,1 0,-1-1,0-1,0 0,-1 0,1-1,-1 0,1-1,-1 0,-1-1,1 0,-1 0,0-1,0 0,-1-1,0 0,0 0,-1-1,0 0,-1 0,0 0,0-1,-1 0,0 0,1-5,15-36,-2-2,-3 0,-2 0,-2-2,1-29,18-213,-30 285,0 3,-1 0,1 0,-1 0,-1-1,0 1,0 0,-1 0,0 0,-3-8,4 16,0 0,0 0,0 0,0 0,0 0,0 0,0 0,0 0,0 0,0 1,-1-1,1 1,0-1,0 1,-1-1,1 1,0 0,-1-1,1 1,0 0,-1 0,1 0,0 0,-1 0,1 0,0 1,-1-1,1 0,0 1,-1-1,1 1,0-1,0 1,0 0,-1-1,1 1,0 0,0 0,0 0,0 0,0 0,0 0,1 0,-1 0,0 0,0 0,1 1,-18 17,1 2,1 0,0 1,2 1,1 0,1 1,1 0,-4 13,-2 3,2 1,1 0,2 0,2 2,2-1,2 1,0 32,5-56,1-1,1 0,1 1,0-1,1 0,1 0,1 0,1-1,0 1,1-2,1 1,0-1,1 0,1 0,1-1,0-1,1 1,0-2,7 5,-6-7,0 0,1-2,1 1,0-2,0 0,0-1,1 0,0-1,0-1,1 0,14 1,-22-5,1 1,0-2,-1 1,1-1,0-1,0 0,-1 0,1-1,-1 0,1 0,-1-1,0-1,0 1,0-2,-1 1,1-1,-1 0,0-1,0 0,-1 0,3-3,-1-3,0-1,0 0,-1-1,0 0,-2 0,1 0,-2-1,0 0,-1 0,0 0,-1-1,-1 1,0-1,-1 0,-2-13,-10-25,9 54,1-1,-1 1,0 0,0 0,1 0,-1 0,0 1,0-1,1 0,-1 1,0-1,1 1,-1-1,0 1,1 0,-1 0,1 0,-1 0,1 0,-1 0,1 0,0 0,0 0,-1 1,1-1,0 0,0 1,0-1,1 1,-1 0,0-1,0 1,1 0,-1-1,1 1,0 0,-1-1,-6 16,1 0,0 0,1 1,1-1,0 1,2 0,0 0,1 0,0 1,2-1,0 0,1 0,1 0,3 8,-3-13,2 0,-1 0,2-1,-1 0,2 0,0 0,0-1,1 0,0 0,1 0,0-2,1 1,0-1,1 0,0-1,0-1,0 1,9 2,6 0</inkml:trace>
  <inkml:trace contextRef="#ctx0" brushRef="#br0" timeOffset="-817.306">1 425,'27'2,"25"1,24 0,17 0,12-2,3 1,-6-2,-19 0</inkml:trace>
  <inkml:trace contextRef="#ctx0" brushRef="#br0" timeOffset="2950.745">508 158,'0'7,"4"6,12 11,11 8,15 5,14 3,11 4,3 1,-5 0,-15 2,-22 1,-31 4,-39 5,-41 4,-37 0,-24 0,12-11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18.6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350 570,'-17'-2,"1"1,-1 1,0 0,1 2,-1-1,1 2,0 0,0 2,0-1,0 2,1 0,0 1,0 0,0 1,1 1,1 0,-1 1,8-5,1-1,-1 1,1 0,0 1,0-1,1 1,0 0,0 0,0 1,1-1,-1 1,2 0,-1-1,1 1,0 0,0 1,1-1,0 0,0 0,1 1,0-1,0 0,1 1,0-1,0 0,1 0,0 0,0 0,0 0,1 0,0 0,1-1,-1 0,4 4,5 0,1-1,0-1,1 0,0 0,0-2,0 0,1 0,0-2,0 1,1-2,-1 0,1-1,-1-1,1 0,0-1,-1-1,3 0,3 1,-1 0,1-1,-1-1,1-1,-1-1,0-1,0 0,0-2,-1 0,0-1,0-1,-1-1,0-1,-1 0,12-10,-26 18,0 0,0 1,-1-1,1 0,-1-1,1 1,-1 0,0-1,0 1,-1-1,1 0,-1 1,0-1,0 0,0 0,0 0,0 0,-1 0,0 0,0 0,0 0,-1 0,1 0,-1 0,0 0,0 0,1 3,-1 1,1-1,0 1,-1-1,1 1,-1-1,1 1,-1-1,0 1,1-1,-1 1,1 0,-1-1,0 1,1 0,-1 0,0-1,1 1,-1 0,0 0,0 0,1 0,-1 0,0 0,1 0,-1 0,0 0,0 0,1 0,-1 1,0-1,1 0,-1 0,0 1,1-1,-1 0,1 1,-1-1,1 1,-1-1,0 1,1-1,0 1,-1-1,1 1,-1-1,1 1,-1 0,-16 32,16-27,0 0,0 0,0 0,1 0,0 0,0 0,1 0,0 0,0 0,0 0,1 0,-1 0,2-1,-1 1,0 0,1-1,0 0,1 0,-1 0,1 0,0 0,0-1,0 1,1-1,3 3,-1-1,1-1,0 1,-1-1,2-1,-1 1,1-1,-1-1,1 0,0 0,0 0,0-1,1-1,-1 0,0 0,1 0,5-2,-12 1,0 0,0-1,0 1,0-1,-1 0,1 0,0 0,0 0,-1 0,1-1,-1 1,1-1,-1 0,0 0,0 0,0 0,0 0,0 0,0 0,0-1,0 1,-1 0,0-1,1 0,-1 1,0-1,0 0,0 0,-1 1,1-1,-1 0,1 0,-1-4,1 1,-1-1,-1 0,1 1,-1-1,0 1,0-1,-1 1,0 0,0 0,-1-1,1 1,-4-5,-1 3,-1 0,1 0,-1 1,-1 0,1 0,-1 1,0 0,0 1,-1 0,0 0,0 1,0 0,0 1,-1 0,1 1,-1 0,0 1,1 0,-1 0,0 1,0 1,0 0,1 0,-10 3,-17 10,38-13,0 1,-1-1,1 0,0 0,0 0,0 0,0-1,0 1,0 0,0 0,0-1,0 1,0 0,0-1,0 1,1-1,-1 1,0-1,0 0,1 0,-1 1,0-1,0 0,1 0,-1 0,0 0,1-1,24 2,-1-2,1-1,0-1,-1-1,0-1,0-2,0 0,21-10,-23 9,-1 0,0-1,0-1,-1-1,-1-1,0 0,0-2,-1-1,-1 0,-1-1,0-1,-1 0,0-1,-2-1,0-1,-2 0,0 0,7-19,-8 13,-3-2,0 1,-1-1,-2-1,-1 1,-1-1,-1 1,-2-1,-1 0,-1 1,-3-10,5 35,0-1,0 1,-1-1,0 1,1-1,-1 1,0 0,-1-1,1 1,-1 0,1 0,-1 0,0 0,0 0,0 0,-1 1,1-1,-1 1,1-1,-1 1,0 0,0 0,0 0,0 0,0 1,0-1,0 1,-1 0,1 0,0 0,-4 0,1 2,0 1,0-1,-1 1,2 1,-1-1,0 1,0 0,1 0,0 1,-1 0,2 0,-1 0,0 0,-3 5,-10 12,1 0,1 2,1 0,1 1,1 0,1 1,1 0,2 1,0 0,2 1,1 0,1 0,1 0,1 0,2 1,0 0,4 26,2-21,1-1,1 0,2 0,1-1,1 0,2-1,1 0,1-1,2-1,0 0,2-2,1 0,2-1,0-1,1 0,4-1,-26-21,0 0,1-1,-1 0,1 1,-1-1,1 0,0 0,-1 1,1-1,0-1,0 1,0 0,0 0,0-1,0 1,0-1,0 1,0-1,0 0,0 0,0 0,0 0,0 0,0-1,0 1,0-1,0 1,0-1,120-16,-111 14,0 0,0-1,0 0,0 0,-1-2,0 1,0-1,-1 0,1-1,-1-1,-5 5,0-1,0 0,0 0,0 0,-1 0,0 0,0-1,0 1,0-1,-1 0,0 0,0 0,0 0,0-1,-1 1,0 0,0-1,0 1,-1 0,0-1,0 1,-1-2,1 3,-1 1,0-1,-1 0,1 0,0 1,-1-1,0 1,0-1,0 1,-1 0,1 0,-1 0,1 0,-1 0,0 0,0 1,0 0,-1-1,1 1,-1 0,1 1,-1-1,1 1,-1-1,0 1,0 0,0 0,0 1,1-1,-1 1,0 0,0 0,0 0,0 1,0-1,0 1,0 0,0 0,1 0,-1 1,0-1,1 1,-1 0,1 0,0 0,-1 0,1 1,-1 0,-1 3,1 0,-1 0,1 0,0 1,0 0,1 0,0 0,0 0,1 0,0 0,0 1,1-1,-1 1,2-1,-1 1,1 0,0-1,1 1,0 0,0-1,0 1,1-1,0 0,1 1,0-1,0 0,0-1,1 1,0 0,0-1,1 0,0 0,0 0,0-1,1 1,-1-1,1-1,1 1,-1-1,0 0,1 0,1-1,0 1,1 0,0-1,-1-1,1 1,0-1,0-1,0 0,1 0,-1 0,0-2,0 1,0-1,1 0,-1-1,0 0,-1 0,1-1,0 0,-1-1,1 0,-1 0,0-1,-1 0,1 0,-1-1,0 0,0 0,-1-1,1 1,-2-1,1-1,-1 1,0-1,0 0,2-8,-3 8,-2 0,1 0,-1 0,0 0,-1 0,0 0,0 0,-1-1,0 1,0 0,-1 0,0-1,-1 1,0 0,0 0,0 0,-1 0,-1 1,1-1,-1 1,0 0,-1 0,0 0,0 1,0-1,-1 1,0 0,0 1,0 0,-1 0,0 0,0 0,0 1,0 1,-1-1,1 1,-1 0,0 1,0 0,-2 0,0 2,0 0,0 1,0 0,0 1,1 0,-1 1,1 0,-1 1,1-1,0 2,0-1,1 1,-1 1,1 0,0 0,1 0,0 1,0 0,0 0,1 1,0 0,0 0,1 0,0 1,0 0,1 0,0 0,1 1,0-1,0 1,1-1,-1 11,7 13</inkml:trace>
  <inkml:trace contextRef="#ctx0" brushRef="#br0" timeOffset="450.344">2154 851,'1'-3,"-1"1,0-1,-1 1,1 0,0-1,-1 1,1-1,-1 1,0 0,0-1,0 1,0 0,0 0,0 0,-1 0,1 0,0 0,-1 0,0 0,0 0,1 1,-1-1,0 1,0-1,0 1,-1 0,1 0,0 0,0 0,-1 0,1 0,0 1,-1-1,1 1,-1 0,-1-1,-5 4,0 0,0 0,0 0,0 1,0 1,1 0,0 0,0 0,0 1,0 0,1 1,0-1,1 1,-1 1,2-1,-1 1,1 0,0 0,0 1,1 0,0 0,1 0,-1 2,3-8,1-1,-1 1,1-1,-1 1,1 0,0-1,0 1,0 0,1-1,-1 1,1-1,-1 1,1-1,0 1,0-1,0 1,0-1,0 1,1-1,-1 0,1 0,-1 0,1 0,0 0,0 0,0 0,0-1,0 1,0-1,0 1,1-1,-1 0,0 0,3 1,88 16,-77-18,1 0,-1-1,0-1,0-1,0 0,0-1,0-1,8-4,-19 7,0 0,0 0,0-1,0 1,-1-1,1 0,-1-1,0 1,0-1,0 1,-1-1,1-1,-1 1,0 0,0-1,0 1,-1-1,1 0,-1 0,0 0,-1 0,1 0,-1-1,0 1,-1 0,1-1,-1-3,-23-55,22 63,0-1,0 0,0 1,0-1,0 1,-1-1,1 1,-1 0,1 0,-1-1,1 1,-1 0,1 0,-1 1,0-1,0 0,1 0,-1 1,0-1,0 1,0 0,0-1,0 1,0 0,1 0,-1 0,0 1,0-1,0 0,0 1,0-1,1 1,-1-1,-1 1,-1 4,0-1,0 1,0-1,1 1,0 0,0 1,0-1,0 0,1 1,0 0,0-1,0 1,1 0,0 0,0 0,0 0,1 0,0 0,0 0,1 0,0 0,0 3,1-1,0 1,0-1,1 1,0-1,0 0,1 0,0-1,0 1,1-1,0 0,0 0,1 0,0-1,0 1,0-2,1 1,0-1,0 0,0 0,1-1,0 0,0 0,0-1,0 0,0 0,1-1,-1 0,1-1,-1 1,1-2,0 1,0-1,-1-1,1 0,8-1,16-6</inkml:trace>
  <inkml:trace contextRef="#ctx0" brushRef="#br0" timeOffset="1084.446">2528 838,'11'-37,"-11"36,0 0,0 0,1 1,-1-1,0 0,1 1,-1-1,0 0,1 1,-1-1,1 0,-1 1,1-1,-1 1,1-1,0 1,-1-1,1 1,-1 0,1-1,0 1,-1 0,1-1,0 1,0 0,-1 0,1 0,0-1,0 1,-1 0,1 0,0 0,0 0,-1 0,1 1,0-1,0 0,-1 0,1 0,0 1,0-1,-1 0,1 1,0-1,-1 0,1 1,5 6,-1 0,1 0,-1 1,-1 0,1 0,-1 0,-1 0,0 1,0 0,0-1,-1 1,0 6,-1-14,21 179,-22-178,0 0,0-1,1 1,-1-1,0 1,1 0,-1-1,1 1,0-1,0 1,-1-1,1 1,0-1,0 0,0 0,0 1,1-1,-1 0,0 0,0 0,1 0,-1 0,1 0,-1-1,1 1,-1 0,1-1,-1 1,1-1,0 1,-1-1,1 0,0 0,-1 0,1 0,-1 0,1 0,0 0,-1-1,1 1,0 0,-1-1,1 1,-1-1,1 0,-1 0,1 1,11-7,1 1,-2-1,1-1,-1 0,0-1,0 0,-1-1,-1-1,1 1,-2-1,1-1,-2 0,0 0,0-1,-1 0,0 0,-2-1,1 0,-2 0,0 0,0 0,-1-1,0-4,-7-18,-14 67,14-16,0 1,0 0,1 1,1-1,1 0,0 1,1-1,1 1,0-1,1 1,2 9,-2-20,1 1,-1-1,1 0,0 0,0 0,0 0,1-1,0 1,-1-1,2 0,-1 0,0 0,1 0,0-1,0 0,0 0,0 0,0-1,1 0,-1 0,1 0,-1 0,4-1,136 11,-144-12,29 0,-14 1,-1-1,1 0,-1-1,0-1,1 0,-1-1,0-1,6-3,-14 2,0 0,0-1,0 0,-1-1,1 0,-2 0,1 0,-1 0,0-1,0 0,-1 0,0 0,-1-1,0 1,0-1,-1 0,0 1,0-4,-1 8,1 1,-1-1,0 1,0-1,-1 0,1 1,-1-1,0 0,0 0,0 1,0-1,0 0,-1 0,0 1,0-1,0 1,0-1,-1 1,1-1,-1 1,0 0,0-1,0 1,0 0,0 0,-1 1,0-1,1 0,-1 1,0 0,0-1,0 1,-1 0,1 1,0-1,-3 0,-1 2,0 1,-1 1,1-1,0 1,0 0,0 1,0-1,0 1,1 1,-1-1,1 1,0 0,0 1,0-1,1 1,-1 1,1-1,1 1,-1-1,1 1,0 1,0-1,0 0,1 1,0 0,1 0,-1 0,1 0,1 0,-1 2,1-4,0 0,0 0,1 0,0 0,0 0,0 0,0 0,1 0,0 0,0-1,0 1,0 0,1 0,0-1,0 1,0-1,1 1,0-1,-1 0,1 0,1 0,-1 0,1-1,-1 1,1-1,0 0,0 0,0 0,1-1,-1 0,1 0,-1 0,1 0,21 7,0-2,0-1,1-1,0-1,0-1,0-1,10-2,-17 1,75 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16.4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1 200,'18'18,"17"11,19 3,17-5,11-6,6-7,-1-6,-9-4,-17-3</inkml:trace>
  <inkml:trace contextRef="#ctx0" brushRef="#br0" timeOffset="311.168">402 0,'-4'1,"0"0,0 0,0 1,0-1,0 1,0 0,1 0,-1 0,1 0,-1 1,1-1,0 1,0 0,0 0,0 0,1 1,-1-1,1 1,0-1,0 1,0 0,1-1,-1 1,1 0,0 0,0 0,0 0,0 0,1 1,0-1,0 0,0 0,0 0,1 0,-1 0,1 1,0-1,0 0,1 0,0 2,3 4,1-1,-1 1,1-1,1 0,0 0,0-1,1 0,0-1,0 1,0-1,1-1,9 5,120 61,-132-70,135 69,-139-71,0 1,-1 0,1 0,-1 1,1-1,-1 0,1 0,-1 1,0-1,1 1,-1-1,0 1,0 0,0-1,0 1,0 0,-1 0,1-1,-1 1,1 0,-1 0,1 0,-1 0,0 0,0 0,0 0,0 0,0 0,-1-1,1 1,0 0,-1 0,0 0,1 0,-1 0,0-1,0 1,0 0,0-1,0 1,0-1,-1 1,-12 13,-1-1,-1 0,0-1,0-1,-1-1,-1 0,-6 1,-9 8,-79 57,96-62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14.8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54,'5'14,"7"15,12 17,11 14,5 8,4 7,1 1,-3 0,-4-7,-4-10,-5-16,-6-14,-6-13</inkml:trace>
  <inkml:trace contextRef="#ctx0" brushRef="#br0" timeOffset="262.294">374 0,'-16'9,"-9"17,-9 20,-6 20,-4 17,0 13,1 5,5-2,8-19</inkml:trace>
  <inkml:trace contextRef="#ctx0" brushRef="#br0" timeOffset="658.238">681 709,'40'-365,"-38"355,-2 24,-1 531,3-506,1-12</inkml:trace>
  <inkml:trace contextRef="#ctx0" brushRef="#br0" timeOffset="915.649">975 121,'0'20,"7"19,9 15,11 11,10 6,8 1,7-2,5-4,1-6,-3-6,-5-9,-8-9,-10-10</inkml:trace>
  <inkml:trace contextRef="#ctx0" brushRef="#br0" timeOffset="1173.468">1497 228,'-14'-14,"-11"-4,-8 7,-7 18,-7 22,-4 26,0 23,2 19,6 9,12 0,12-11,17-15,8-21</inkml:trace>
  <inkml:trace contextRef="#ctx0" brushRef="#br0" timeOffset="1357.976">1671 883,'8'4,"0"1,0-2,1 1,-1-1,1 0,0 0,0-1,0-1,1 0,-1 0,0 0,0-1,1-1,-1 1,0-2,0 1,0-1,0-1,0 1,0-1,-1-1,1 0,-1 0,0-1,0 0,-1 0,1-1,-1 0,0 0,-1 0,1-1,-1 0,-1-1,1 1,-1-1,-1 0,1 0,-1-1,-1 1,0-1,1-3,-2 7,-1 0,0 0,-1 0,1 0,-1 0,0 0,0 0,-1 0,1 0,-1 0,0 0,0 0,-1 0,0 0,1 0,-2 1,1-1,0 1,-1 0,0 0,0 0,0 0,-1 0,1 0,-1 1,0 0,0 0,0 0,0 0,0 0,-1 1,1 0,-1 0,0 0,0 1,0-1,1 1,-1 0,0 0,0 1,-1 0,1 0,0 0,0 0,0 1,-3 0,1 2,0 0,-1 0,1 0,0 1,1 0,-1 0,1 1,-1 0,1 0,1 0,-1 1,1 0,0 0,0 0,1 1,0 0,0-1,0 2,1-1,0 0,1 0,-2 6,-3 24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37.9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262 651,'-9'10,"0"2,1-1,1 1,-1 0,2 0,0 1,1 0,0 0,0 1,2-1,0 1,0 0,1-1,1 1,0 0,1 0,1 7,-3-1,0-1,2 1,0 0,1 0,1 0,1 0,0-1,2 1,0-1,1 0,1-1,1 0,1 0,0 0,7 8,0-7,1-2,1 0,0-1,1 0,1-2,1 0,0-2,0 0,9 3,34 13,2-3,43 9,-27-13,1-4,26-1,149 34,-190-31,-2 1,1-3,59 7,262 16,-381-39,114 18,114 1,-140-18,225 15,-315-17,142 19,102-3,307-9,150 0,-436-9,1200 2,-1303 7,54 12,-189-15,578 29,238-23,-24 12,-688-22,31 2,-1-8,43-12,-55-2,-1-7,-1-7,89-35,53-29,-271 89,0 0,-1-1,0-1,0-1,-2-2,1 1,-2-2,0-1,-1 0,0-2,-2 0,0 0,-1-2,0 0,-2-1,-1 0,8-17,-1-15,-1 0,-4-2,-1 1,-3-2,-1-11,-6 50,-1 0,-1 0,0-1,-2 1,0 0,0 0,-2 0,0 0,-1 0,0 1,-2 0,0 0,0 0,-2 0,0 1,-1 0,0 1,-1 0,-1 1,0 0,-1 0,0 1,-1 1,-13-10,-5 5,0 2,-1 1,-1 1,0 2,-1 1,-22-2,31 5,-699-137,209 45,510 98,-248-42,-2 13,-139 4,-421 2,368 7,-97-8,-68 22,598 2,-706-18,397-7,-171 6,459 17,-983-9,10 37,655-17,96-3,-42 15,48 14,50 8,-76-9,225-24,1 1,0 3,-45 18,20-6,60-22,1 0,0 1,1 0,-1 1,1 1,0 0,1 1,0 0,0 1,0 1,1 0,1 0,0 1,0 1,1 0,1 0,0 1,-3 6,-7 26,3 1,1 1,2 0,2 1,3 0,-3 43,6-44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41.4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28,'14'0,"18"0,19-3,22 0,21 0,22-1,19-1,10 2,9 0,-1 1,-10 1,-16 0,-24 1,-27 0,-31 1,-23-1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41.6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422 1,'-44'29,"-2"-2,-1-2,-22 8,-104 58,171-89,0-2,0 0,0 1,0 0,0-1,0 1,0 0,0 0,0 0,1 1,-1-1,0 0,1 1,-1-1,1 1,-1-1,1 1,0 0,0-1,-1 1,1 0,0 0,1 0,-1 0,0 0,1 0,-1 0,1 0,-1 0,1 0,0 0,0 1,0-1,0 0,0 0,1 0,-1 0,1 0,-1 0,1 0,0 0,0 1,6 3,1 0,0 0,1-1,0 0,-1 0,2-1,-1 0,0 0,5 0,3 2,76 29,-3-3,-2 5,59 34,-146-71,-1 1,1 0,-1 0,1 0,0-1,-1 1,1 0,0-1,-1 1,1 0,0-1,0 1,0-1,-1 1,1-1,0 0,0 1,0-1,0 0,0 0,0 1,0-1,0 0,0 0,0 0,0 0,0 0,0 0,0-1,-1 1,1 0,0 0,0-1,0 1,0 0,0-1,0 1,0-1,-1 0,1 1,0-1,0 1,-1-1,1 0,-1 0,1 1,0-1,-1 0,1 0,-1 0,0 1,1-1,-1 0,0 0,1 0,-1 0,0 0,0 0,0 0,0 0,0 0,-1-53,-3 0,-2 0,-2 1,-3 0,-2 1,-8-17,8 40,9 32,8 48,47 333,-45-330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44.5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0,'-2'14,"1"11,1 10,3 9,1 8,-1 7,0 4,-1 1,-3 1,-2-2,1-5,0-5,2-7,4-7,1-8,2-9,0-8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44.7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0,'18'0,"15"0,11 0,7 0,4 0,0 0,-6 0,-5 0,-9 0,-11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45.0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53,'13'-2,"19"-3,22-3,19-3,14 1,6 2,-2 3,-17 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45.6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12 118,'-2'8,"-1"1,1-1,1 1,-1 0,1-1,1 1,0 0,0 0,1 0,0-1,0 1,1 0,0-1,1 1,0-1,0 0,0 0,1 0,1 0,-1-1,1 1,1-1,-1 0,1-1,0 0,2 1,2 2,1-1,1 0,-1-1,1-1,0 1,1-2,-1 0,1 0,0-2,1 1,-1-2,9 2,-17-4,1 1,0 0,0-1,0 0,0-1,-1 1,1-1,0 0,-1-1,1 1,0-1,-1 0,0-1,1 1,-1-1,0 0,0 0,-1-1,1 1,-1-1,0 0,1 0,-2-1,1 1,0-1,-1 0,0 0,0 0,-1 0,1-2,0-4,0-1,-1 0,0 0,-1 0,-1-1,0 1,0 0,-1 0,-1 0,0 0,-1 0,0 0,0 1,-2-1,1 1,-1 0,-1 0,0 1,-1 0,0 0,0 0,-1 1,0 0,-1 0,-5-4,10 10,0-1,0 1,0 0,0 0,0 0,-1 1,1 0,-1 0,0 0,0 0,0 1,1-1,-1 1,-1 1,1-1,0 1,0-1,0 2,0-1,0 0,0 1,0 0,0 0,0 1,0-1,0 1,1 0,-5 3,-3 3,0 2,0-1,1 2,0-1,0 2,2-1,-1 1,1 1,-33 48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48.9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157 402,'-11'16,"2"-1,0 1,0 1,2 0,0 0,1 1,1-1,0 1,2 0,0 1,1-1,0 0,2 1,0-1,1 1,2 7,6 31,2 0,2-1,3-1,15 33,-4-15,3 0,3-3,3 0,4-2,2-2,3-2,2-2,53 51,-7-20,5-5,3-5,47 26,-102-78,0-3,2-2,1-2,2-3,0-1,0-3,2-2,4-1,169 27,158 5,-76-28,32-14,80 3,956 52,596-33,-1591-10,333 11,102-34,-431-14,-2-18,122-37,-478 71,31-4,0-3,-1-2,-1-3,-1-2,0-2,48-28,-6-13,-2-5,74-69,-143 116,-1-2,-1-1,-1-1,-2-1,0 0,-1-2,-2-1,-1 0,-1-1,-1 0,-2-2,-1 1,7-31,-6-2,-3 0,-3-1,-3 0,-3-35,-1 88,0-1,-1 1,0-1,-1 1,0-1,0 1,-1 0,-1 0,0 0,-1 0,0 1,0 0,-1 0,0 0,-1 0,0 1,-1 1,0-1,-3-2,-29-19,-1 3,-1 1,-22-9,39 21,-62-27,-2 4,-1 3,-2 5,-72-13,98 25,-167-49,-175-41,-287-44,515 110,-1 7,-31 5,185 26,-1112-104,374 72,198 22,-120 32,628-17,-683 12,-358-27,387-31,375 20,-1 15,-67 18,-51-3,411-5,0 2,0 3,1 1,-1 2,2 2,-1 2,2 2,0 2,1 2,0 2,-8 7,40-22,0 0,1 1,0 0,0 0,0 1,1 0,0 1,1 0,0 0,0 1,1-1,0 2,1-1,-4 9,1 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50.0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68,'27'0,"30"-3,27-4,25-5,19-1,10 1,0 2,-10 4,-17 2,-22 4,-22 5,-24 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50.5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473 48,'-88'53,"-3"-3,-18 3,-30 16,135-67,2-1,-1-1,1 1,0-1,0 1,0 0,1 0,-1 0,0 0,0 0,0 0,1 0,-1 1,1-1,-1 1,1-1,-1 1,1 0,0-1,0 1,0 0,0 0,0 0,0 0,0 0,1 0,-1 0,1 0,-1 0,1 0,0 0,0 0,0 1,3 0,0 1,1-1,-1 0,1 0,0 0,0 0,0-1,0 1,0-1,1 0,-1 0,5 0,-8-1,395 129,-270-94,-125-36,1 0,-1 1,0-1,1 0,-1 0,1 0,-1 0,0 0,1-1,-1 1,1 0,-1-1,0 1,1 0,-1-1,0 0,0 1,1-1,-1 0,0 0,0 0,0 1,0-1,0 0,0-1,0 1,0 0,0 0,-1 0,1 0,0-1,-1 1,1 0,-1-1,1 1,-1 0,0-1,0 1,1 0,-1-1,0 1,0-1,0 1,-1-1,1 1,0 0,0-1,-1 1,1 0,-1-1,0 0,-4-44,-2 0,-3 0,-1 1,-12-27,13 38,-42-142,52 175,1 0,-1 0,1 0,0 0,-1 0,1 1,0-1,-1 0,1 0,0 0,0 1,0-1,0 0,0 1,0-1,0 1,0-1,0 1,0 0,0-1,0 1,1 0,-1 0,0 0,0-1,0 1,0 1,0-1,0 0,1 0,-1 0,0 0,0 1,0-1,0 1,0-1,0 1,0-1,0 1,0-1,0 1,0 0,0 0,-1-1,1 1,0 0,0 0,0 1,4 0,30 14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50.9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98 1,'-16'11,"-7"13,-1 12,5 8,7 7,9 2,8 2,7-1,3-3,1-4,-2-5,-4-5,-7-9,-5-10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51.2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1,'16'0,"12"0,10 0,8 0,6 0,2 0,-1 0,-7 0,-7 0,-10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51.4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37,'9'-7,"17"-2,24 1,25 1,16 2,13 4,-2 3,-17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51.9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100 207,'-1'-24,"2"1,1 0,0 0,2 0,1 0,0 1,2-2,4 2,-11 23,0-1,0 0,0 1,0-1,0 0,0 0,0 1,0-1,0 0,0 0,0 1,1-1,-1 0,0 0,0 1,0-1,0 0,1 0,-1 1,0-1,0 0,0 0,1 0,-1 0,0 1,0-1,1 0,-1 0,0 0,0 0,1 0,-1 0,0 0,0 0,1 0,-1 1,0-1,1 0,-1 0,0-1,0 1,1 0,-1 0,0 0,1 0,-1 0,0 0,0 0,1 0,-1 0,0-1,0 1,0 0,1 0,-1 0,0-1,0 1,0 0,1 0,-1 0,0-1,0 1,0 0,0 0,0-1,1 1,-1 0,0 0,0-1,7 114,-8-69,35 337,-32-271,-2-109,-1 1,1-1,-1 1,0-1,0 1,1-1,-1 0,0 1,0-1,0 0,-1 0,1 0,0 0,0 0,-1 0,1 0,0 0,-1 0,1-1,-1 1,1 0,-1-1,1 0,-1 1,1-1,-1 0,0 0,1 1,-1-1,0-1,-1 1,-53-10,51 8,-83-29,88 31,0 0,0-1,0 1,0 0,0-1,0 1,0 0,0-1,0 1,0 0,0-1,0 1,0-1,0 1,0 0,1-1,-1 1,0 0,0 0,0-1,0 1,1 0,-1-1,0 1,0 0,1 0,-1-1,0 1,0 0,1 0,-1 0,0-1,1 1,-1 0,0 0,1 0,-1 0,0 0,1 0,-1 0,0 0,1 0,-1 0,0 0,1 0,-1 0,1 0,-1 0,0 0,1 0,-1 0,0 0,1 0,-1 1,0-1,1 0,194-12,37-15,-164 20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7:52.5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19 125,'2'-23,"-10"-25,-4-5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02.6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228 79,'-12'18,"0"15,2 12,5 6,4 4,3 2,1 2,0 0,-3 0,-4-4,-5-4,-2-11</inkml:trace>
  <inkml:trace contextRef="#ctx0" brushRef="#br0" timeOffset="248.88">67 707,'0'-2,"5"-1,8 0,8 0,8 1,9-1,1 0,1 0,-3 0,-7 2,-7 0</inkml:trace>
  <inkml:trace contextRef="#ctx0" brushRef="#br0" timeOffset="617.891">0 38,'9'-2,"15"-3,14-1,12 1,12-1,8 0,4 2,-11 1</inkml:trace>
  <inkml:trace contextRef="#ctx0" brushRef="#br0" timeOffset="1053.742">655 667,'-2'7,"-1"1,1-1,1 1,-1-1,1 1,1 0,-1 0,1 0,1-1,-1 1,1 0,1 0,-1-1,1 1,1-1,0 0,0 1,0-1,0 0,1-1,1 1,-1-1,1 0,0 0,0 0,1 0,-1-1,1 0,6 3,-8-4,1-1,0 0,0 0,1-1,-1 1,0-1,1 0,0 0,-1-1,1 0,0 0,0 0,0-1,0 0,-1 0,1 0,0-1,0 1,0-2,0 1,-1-1,1 1,-1-2,1 1,-1 0,0-1,0 0,0-1,0 1,0-1,-1 1,0-2,0 1,0 0,3-5,-3-1,-1 0,0 0,0 0,-1-1,0 1,-1-1,-1 0,1 1,-2-1,1 0,-1 1,-1-1,0 1,-1-1,0 1,0 0,-1 0,0 0,-1 1,0-1,-1 1,1 0,-2 1,-2-3,6 6,0 1,0-1,-1 1,1 0,-1 0,0 1,-1-1,1 1,0 0,-1 0,0 0,0 1,0 0,0 0,0 0,0 0,0 1,0 0,-1 0,1 0,-1 1,1 0,0 0,-1 0,1 1,-1-1,1 1,0 1,0-1,-1 1,1 0,0 0,0 0,-3 3,3-1,-1 0,1 1,0 0,0 0,1 0,-1 1,1-1,0 1,1 0,0 0,0 1,0-1,0 1,1-1,0 1,1 0,-1 0,1 0,1 0,-1 0,1-1,0 1,1 0,0 0,0 0,0 0,3 6,12 14</inkml:trace>
  <inkml:trace contextRef="#ctx0" brushRef="#br0" timeOffset="1297.649">1284 253,'25'6,"22"4,16-2,12-1,2-2,-8-2,-16 1,-16 0</inkml:trace>
  <inkml:trace contextRef="#ctx0" brushRef="#br0" timeOffset="1553.627">1350 519,'19'0,"16"0,19-2,16-3,12-1,2 1,-10 1,-17 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10.5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175 296,'11'22,"16"20,14 11,11 8,9 3,3 2,-3-4,-7-3,-11-5,-12-7,-12-9,-11-11,-7-10</inkml:trace>
  <inkml:trace contextRef="#ctx0" brushRef="#br0" timeOffset="254.833">550 309,'-16'2,"-15"13,-8 16,-7 20,-5 17,0 12,4 7,10 0,11-4,10-16</inkml:trace>
  <inkml:trace contextRef="#ctx0" brushRef="#br0" timeOffset="519.124">763 924,'14'-53,"-1"-1,-3 0,-2-1,-1-34,-6 64,-2 16,-1 20,-4 45,3 1,3-1,2 1,4 14,-1-30,1 0,3 0,1-1,2 0,4 4,-3-11</inkml:trace>
  <inkml:trace contextRef="#ctx0" brushRef="#br0" timeOffset="1200.311">1 96,'18'-3,"20"-2,21-4,20-1,13-2,10-2,4 3,-3 0,-10 0,-20 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14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0 214,'5'18,"10"15,15 12,15 6,13 2,9 1,2-5,-1-5,-9-6,-13-7,-18-9,-13-9</inkml:trace>
  <inkml:trace contextRef="#ctx0" brushRef="#br0" timeOffset="259.314">335 187,'-18'9,"-13"17,-10 17,-6 18,2 12,3 4,7 4,9-4,10-5,6-15</inkml:trace>
  <inkml:trace contextRef="#ctx0" brushRef="#br0" timeOffset="529.584">816 522,'-16'6,"-9"10,-2 11,5 12,6 11,8 6,9 5,13 1,5-4,4-6,-2-12</inkml:trace>
  <inkml:trace contextRef="#ctx0" brushRef="#br0" timeOffset="767.944">1084 254,'13'16,"17"14,13 14,12 10,10 6,7 3,3 0,-4-1,-8-4,-12-8,-15-10,-13-12</inkml:trace>
  <inkml:trace contextRef="#ctx0" brushRef="#br0" timeOffset="998.55">1539 268,'-16'0,"-13"2,-9 8,-6 13,-4 15,-1 13,1 15,6 10,9 3,9-1,14-4,8-15</inkml:trace>
  <inkml:trace contextRef="#ctx0" brushRef="#br0" timeOffset="1294.178">1859 762,'-3'6,"0"-1,0 1,0 0,1 0,0 0,1 0,-1 0,1 0,0 0,0 1,1-1,0 0,0 1,1-1,-1 0,2 0,-1 1,0-1,1 0,0 0,1 0,-1-1,1 1,0-1,1 1,-1-1,1 0,0 0,2 2,4-1,-1 1,1-2,0 1,0-2,1 1,0-1,-1-1,1 0,1 0,-1-1,0-1,0 0,1 0,-1-1,0-1,1 0,-1 0,0-1,0 0,5-3,-11 3,1 0,-1 0,1-1,-1 0,0 0,0 0,0-1,-1 0,1 0,-1 0,0 0,0-1,0 0,-1 1,1-1,-1-1,0 1,-1 0,1-1,-1 1,-1-1,1 0,-1 0,1 1,-2-1,1 0,-1 0,0 0,0 0,0 0,-1 0,0 0,0 0,-1 0,1 1,-1-2,-2-2,0-1,0 1,0 0,-1 0,-1 1,1-1,-1 1,-1 0,0 1,0-1,0 2,-1-1,0 1,0 0,0 0,-1 1,0 0,0 1,0 0,-1 0,1 1,-10-2,6 2,-1 1,1 0,-1 1,0 0,0 1,0 1,0 0,1 1,-1 0,0 1,1 1,0 0,0 0,0 2,0-1,-5 5,-29 23,9 1</inkml:trace>
  <inkml:trace contextRef="#ctx0" brushRef="#br0" timeOffset="1604.001">1057 0,'6'2,"17"6,20 1,23 1,23 0,19-3,7-2,-4-2,-22-2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13.4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0 241,'16'0,"17"0,18 0,19 0,18 0,10 0,2 0,-7 3,-13 2,-19 1</inkml:trace>
  <inkml:trace contextRef="#ctx0" brushRef="#br0" timeOffset="244.972">361 1,'-14'16,"-6"19,-3 17,3 15,5 13,12 6,11 0,10-3,8-10,-2-16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12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1 107,'13'14,"14"13,10 9,4 8,5 5,1 3,0 3,-4-2,-2-6,-4-5,-3-8,-6-8,-3-8,-3-7,-3-10,-5-5</inkml:trace>
  <inkml:trace contextRef="#ctx0" brushRef="#br0" timeOffset="252.874">454 0,'-15'21,"-13"19,-11 18,-7 15,-2 8,-1 4,4-1,9-4,11-8,15-14,8-17</inkml:trace>
  <inkml:trace contextRef="#ctx0" brushRef="#br0" timeOffset="562.048">776 601,'7'4,"0"0,0-1,0 0,0 0,1-1,-1 1,1-2,0 1,0-1,-1-1,1 1,0-1,0 0,0-1,0 0,-1 0,1-1,0 0,-1 0,1-1,-1 0,0 0,0-1,0 0,0 0,-1-1,0 1,0-1,3-3,-8 6,1-1,-1 1,1-1,-1 0,0 1,0-1,0 0,0 0,0 0,-1 0,1 0,-1 0,0 1,0-1,0 0,0 0,-1 0,1 0,-1 0,1 0,-1 0,0 1,0-1,-1 0,1 0,0 1,-1-1,0 1,1 0,-2-1,-2-3,0 1,0-1,-1 1,0 0,0 1,0-1,-1 1,0 1,1-1,-1 1,-2 0,-2-2,0 1,1 1,-1 0,0 0,-1 1,1 1,0 0,-1 0,1 1,0 1,-1 0,1 0,0 1,0 1,0 0,0 0,0 1,1 0,-1 1,1 0,-1 2,9-6,0 1,1-1,-1 1,0 0,1-1,0 1,-1 0,1 0,0 0,0 0,0 0,0 0,1 0,-1 0,0 0,1 0,-1 1,1-1,0 0,0 0,0 0,0 1,0-1,1 0,-1 0,0 0,1 1,0-1,0 0,-1 0,1 0,0 0,1 0,-1 0,0-1,0 1,1 0,-1 0,1-1,0 1,-1-1,2 1,26 21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27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0,'20'0,"19"0,13 0,10 0,3 0,-2 0,-13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27.9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37,'18'-3,"20"-2,21-3,24-1,16 2,-9 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31.6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48 775,'11'18,"6"13,1 11,-3 6,-9 5,-15 5,-14-2,-17-2,-2-11</inkml:trace>
  <inkml:trace contextRef="#ctx0" brushRef="#br0" timeOffset="337.11">195 348,'7'13,"9"17,8 11,10 11,8 5,6 2,6 1,3-4,-2-7,-5-6,-9-12,-11-10</inkml:trace>
  <inkml:trace contextRef="#ctx0" brushRef="#br0" timeOffset="584.984">476 307,'-14'21,"-9"20,-5 16,-4 13,-7 8,-2 2,-2-3,6-15</inkml:trace>
  <inkml:trace contextRef="#ctx0" brushRef="#br0" timeOffset="900.143">809 816,'-1'2,"-1"1,0-1,1 1,-1 0,1 0,0 0,0 0,0 0,0 0,1 0,-1 0,1 0,0 1,0-1,0 0,0 0,1 0,-1 0,1 0,-1 0,1 0,0 0,1 0,-1 0,0 0,1 0,-1 0,1-1,0 1,0-1,0 1,0-1,1 0,-1 0,1 0,-1 0,1 0,-1-1,1 1,0-1,0 0,0 0,1 1,2-1,0 1,1-1,-1 0,0-1,1 1,-1-1,1-1,-1 1,1-1,-1 0,1 0,-1-1,0 0,0 0,0-1,0 1,0-1,0-1,4-2,-7 3,1 1,-1-1,0 0,0 0,0 0,0 0,-1 0,1-1,-1 0,0 1,0-1,0 0,0 0,-1 0,1 0,-1 0,0 0,0 0,-1 0,1-1,-1 1,0 0,0 0,-1-1,1 1,-1 0,0 0,0 0,0 0,-2-3,1 2,0 0,-1 1,1-1,-1 1,-1 0,1 0,-1 0,1 0,-1 1,0-1,0 1,-1 0,1 0,0 1,-1-1,0 1,0 0,0 0,0 0,0 1,0 0,0 0,0 0,0 1,-1 0,1-1,0 2,0-1,0 1,-1 0,1 0,0 0,0 1,0-1,0 1,1 1,-1-1,0 1,1-1,0 1,-2 2,1-1,0 1,1 0,-1 0,1 1,1-1,-1 1,1 0,0 0,0 0,0 0,1 1,0-1,1 1,-1-1,1 1,0 3,0 23</inkml:trace>
  <inkml:trace contextRef="#ctx0" brushRef="#br0" timeOffset="1185.448">1211 0,'-3'14,"5"15,6 17,8 16,11 14,8 10,4 6,0 1,-6 1,-9 0,-18 0,-27 0,-34 2,-41 3,-43 3,2-16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28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1 415,'11'16,"13"14,14 14,12 13,8 5,4 2,-2-1,-7-5,-9-7,-13-10,-12-10,-8-10</inkml:trace>
  <inkml:trace contextRef="#ctx0" brushRef="#br0" timeOffset="390.955">375 482,'-16'9,"-12"12,-8 14,-5 12,-2 13,4 6,6 4,9-1,8-8,7-14</inkml:trace>
  <inkml:trace contextRef="#ctx0" brushRef="#br0" timeOffset="743.572">522 642,'-7'9,"1"0,0 0,0 1,1 0,0 0,1 0,0 0,1 1,0-1,0 1,0 5,2-11,1 1,-1-1,1 1,0-1,0 1,1-1,0 0,0 1,0-1,1 1,-1-1,1 0,0 0,1 0,-1 0,1-1,0 1,0-1,1 1,-1-1,1 0,0 0,2 1,0 0,0-1,1 0,-1 0,1 0,-1-1,1 0,0 0,0-1,1 0,-1 0,0-1,1 0,-1 0,1 0,-1-1,1 0,-1-1,1 0,-1 0,1-1,-1 1,0-2,0 1,0-1,0 0,0 0,-1-1,1 0,-1 0,0-1,0 1,0-1,-1-1,0 1,1-2,-1-3,0 0,0-1,-1 0,0 0,-1 0,-1-1,0 1,0-1,-1 1,0-1,-1 1,0-1,-1 0,-1 1,1-1,-2 1,-1-4,3 8,-1 1,0-1,0 1,-1-1,0 1,0 0,0 0,-1 0,0 0,0 1,-1-1,1 1,-1 0,0 1,0-1,-1 1,1 0,-1 0,0 1,0-1,-1 1,1 1,0-1,-1 1,0 0,1 1,-1 0,0 0,-2 0,2 1,-1 1,1 0,-1 1,1 0,0 0,0 1,0-1,0 1,0 1,0-1,1 1,0 1,0-1,0 1,0 0,1 0,0 1,0-1,0 1,1 0,0 1,0-1,0 1,1 0,0 0,0 0,1 0,0 0,0 0,1 1,0-1,0 1,1-1,0 1,0-1,0 1,1-1,2 7,9 31</inkml:trace>
  <inkml:trace contextRef="#ctx0" brushRef="#br0" timeOffset="1291.109">1003 496,'-11'28,"1"0,1 1,1 0,2 1,1 0,1-1,2 2,1-1,1 0,2 0,1 0,1 0,7 24,-7-31,2-55,-5-30,-2 18,1 1,3-1,1 1,2 0,2 0,2 1,13-32,-23 70,1 0,0 0,1 0,-1 1,1-1,0 0,-1 1,2 0,-1-1,0 1,1 0,-1 0,1 0,0 0,0 1,0-1,0 1,1 0,-1 0,1 0,-1 0,1 0,0 1,-1 0,1-1,0 2,0-1,0 0,0 1,1-1,5 4,-1 0,0 0,-1 1,1 0,0 1,-1 0,0 0,0 1,-1 0,1 0,-1 1,-1-1,1 2,-1-1,-1 1,1 0,-1 0,0 0,-1 1,0 0,1 4,-4-9,0 0,0 0,0-1,0 1,-1 0,0 0,0 0,0 0,0 0,-1 0,0 0,1 0,-1 0,-1-1,1 1,0 0,-1-1,0 1,0-1,0 1,0-1,-1 0,1 0,-1 0,1 0,-1 0,0-1,-1 1,1-1,0 0,0 0,-1 0,0-1,1 1,-1-1,0 1,0-1,-129 31,132-32,0 0,0 0,0 0,0 0,0 0,0 0,0 0,0 1,0-1,0 0,0 1,0-1,0 0,0 1,1-1,-1 1,0 0,0-1,0 1,1-1,-1 1,0 0,1 0,-1 0,1-1,-1 1,1 0,-1 0,1 0,0 0,-1 0,1 0,0 0,0 0,-1 0,1 0,0 0,0 0,0-1,0 1,0 0,1 0,-1 0,0 0,0 0,1 0,-1 0,0 0,1 0,-1 0,1 0,37 40,-6-19,0-1,2-2,0-1,1-1,0-3,1 0,1-2,32 5,-11-5,-10-5</inkml:trace>
  <inkml:trace contextRef="#ctx0" brushRef="#br0" timeOffset="1990.608">2046 1,'-23'9,"-14"10,-10 13,-4 14,3 16,4 16,10 12,10 9,15 6,17-1,19-7,17-8,11-11,6-14,1-13,-9-15</inkml:trace>
  <inkml:trace contextRef="#ctx0" brushRef="#br0" timeOffset="2243.934">2059 402,'9'20,"12"17,14 10,13 6,8 4,5 1,1-2,-6-5,-9-5,-14-12</inkml:trace>
  <inkml:trace contextRef="#ctx0" brushRef="#br0" timeOffset="2495.259">2447 402,'-16'7,"-16"11,-13 14,-5 15,0 11,3 10,7 4,9-1,9-6,9-14</inkml:trace>
  <inkml:trace contextRef="#ctx0" brushRef="#br0" timeOffset="2762.546">2701 883,'0'-14,"0"-13,0-9,0-5,0-1,0 6,0 10,0 16,0 18,0 18,0 16,0 13,2 5,1 4,2-1,1-6,-2-9,0-13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73,'2'-2,"10"-4,12-2,14-2,13-2,10-1,6 1,-2 6,-12 3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43.45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70 0,'0'16,"0"12,2 10,1 9,0 6,-1 7,0 3,-1 2,-1-3,0-2,0-6,0-14</inkml:trace>
  <inkml:trace contextRef="#ctx0" brushRef="#br0" timeOffset="260.337">3 642,'-2'-2,"7"-1,14 0,13 1,14 0,7-1,2-1,-4 1,-10-2,-13 1</inkml:trace>
  <inkml:trace contextRef="#ctx0" brushRef="#br0" timeOffset="1087.366">684 882,'12'-88,"4"1,13-35,-12 70,-10 66,2 318,-7-295,3-1,1 1,1-1,3 0,4 11,1-14</inkml:trace>
  <inkml:trace contextRef="#ctx0" brushRef="#br0" timeOffset="1333.925">1233 455,'20'0,"21"0,17-2,9-1,3 0,-5 3,-15 3,-16 2</inkml:trace>
  <inkml:trace contextRef="#ctx0" brushRef="#br0" timeOffset="1519.129">1272 736,'23'7,"21"2,21-3,16-5,7-4,-1-4,-17-1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6:34.1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2848 2447,'-12'369,"26"-47,53 311,-17-217,-6 105,-23 465,-31-57,9-914,-1 0,0 0,-1 0,-1 0,0-1,-1 0,-2 3,-8 28,15-44,-1-1,1 0,0 1,-1-1,1 1,0-1,0 0,0 1,-1-1,1 1,0-1,0 1,0-1,0 1,0-1,0 1,0-1,0 0,0 1,0-1,0 1,0-1,0 1,0-1,0 1,0-1,1 1,-1-1,0 0,0 1,1-1,-1 1,0-1,0 0,1 1,-1-1,1 0,-1 1,0-1,1 0,-1 0,0 1,1-1,-1 0,1 0,-1 0,1 0,-1 1,1-1,-1 0,1 0,-1 0,0 0,1 0,-1 0,1 0,-1 0,1 0,-1-1,1 1,-1 0,1 0,-1 0,37-17,-26 12,45-16,1 4,1 1,0 3,1 3,0 3,0 2,1 2,0 3,1 3,-37-3,466 0,635-16,-699-7,694-26,738 84,75 31,318 0,-2151-65,145 11,-239-10,-15-1,-18 0,-139-24,96 9</inkml:trace>
  <inkml:trace contextRef="#ctx0" brushRef="#br0" timeOffset="1847.889">2794 2366,'73'-8,"201"3,91 17,-41-1,1074-5,-868-8,184-2,814 10,-141 60,-386-15,743 43,68-16,-1121-49,-690-29,1 0,-1-1,0 1,1 0,-1 0,0 0,1 0,-1 0,0 1,1-1,-1 0,0 1,1-1,-1 0,0 1,0 0,0-1,1 1,-1 0,0-1,0 1,0 0,0 0,0 0,0 0,0 0,-1 0,1 0,0 0,-1 1,1-1,0 0,-1 0,1 1,-1-1,0 0,1 1,-1-1,0 0,0 1,0-1,0 0,0 1,0-1,0 0,-1 1,1 0,-39 246,29 32,23 222,-1 73,-49 370,36-839,3-7,-5 0,-4 0,-4-1,-7 14,-9-12,15-58,1 0,3 1,-4 38,3 36,-34 169,43-282,0 1,-1-1,1 0,-1 1,0-1,0 0,0 0,0 0,-1 0,1 0,-1 0,0 0,-1-1,1 1,0 0,-1-1,0 0,0 0,0 0,0 0,-1 0,1-1,-1 1,1-1,-1 0,0 0,0 0,0-1,-1 1,-110-11,76 3,-253-27,-2 14,-76 12,-576 39,818-26,-235 12</inkml:trace>
  <inkml:trace contextRef="#ctx0" brushRef="#br0" timeOffset="2843.251">8610 2353,'-9'47,"2"0,2 0,3 1,1 18,0-14,9 490,33 103,-27-449,43 1214,-70-499,12-840,2 1,4 0,3-1,3 0,16 53,-25-115,1-1,0 0,0 0,1 0,0 0,0-1,1 1,0-1,0 0,1-1,4 6,17 4</inkml:trace>
  <inkml:trace contextRef="#ctx0" brushRef="#br0" timeOffset="3514.699">11872 2580,'21'307,"-15"168,-6-331,0-82,28 1122,8-748,0-11,-18 122,-21-424,-3-25</inkml:trace>
  <inkml:trace contextRef="#ctx0" brushRef="#br0" timeOffset="4310.272">5949 2406,'5'250,"19"85,54 504,-36 69,-43 629,1-1427</inkml:trace>
  <inkml:trace contextRef="#ctx0" brushRef="#br0" timeOffset="5556.73">3048 4411,'893'-23,"369"-14,619-11,-486 36,-970 2,781-3,73 80,-581-22,669 17,-1002-51,-273 11,327 48,-316-56,-97-18,-23-1,-21-1,19 2</inkml:trace>
  <inkml:trace contextRef="#ctx0" brushRef="#br0" timeOffset="6627.587">348 509,'25'29,"59"50,4-4,4-4,5-2,-86-61,328 224,-131-93,-5 9,68 72,-184-139,-25-21,2-3,3-3,44 26,-68-53,0 2,-2 2,35 34,-36-31,2-1,2-3,0-1,28 11,43 29,-94-56,-4-3</inkml:trace>
  <inkml:trace contextRef="#ctx0" brushRef="#br0" timeOffset="7761.932">6938 1818,'-76'65,"74"-62,0-1,0 1,0-1,1 1,-1 0,1-1,-1 1,1 0,0 0,0 0,0 0,0 0,1 0,-1 0,1 0,0 1,0-1,0 0,0 0,1 0,-1 0,1 0,0 0,0 0,0 0,0 0,0 0,1 0,1 2,3 0,0 0,0 0,1-1,-1 0,1 0,0-1,1 0,-1 0,0-1,1 1,-1-2,1 1,0-1,0 0,0-1,-1 0,1 0,0 0,0-1,3-1,3 0,0 0,0-1,-1-1,1 0,-1-1,0 0,0-1,-1 0,0-1,8-6,-15 10,1-1,-1-1,0 1,0-1,-1 1,1-1,-1-1,0 1,0 0,-1-1,0 0,0 0,0 0,-1 0,1-1,-2 1,1 0,-1-1,0 0,0 1,-1-1,1 1,-2-4,0 1,-1 0,-1 0,1 0,-1 1,-1-1,0 1,0 0,0 0,-1 0,-1 0,1 1,-1 0,0 0,-1 0,0 1,0 0,0 0,0 1,-1 0,0 0,0 1,-1 0,-1-1,-1 0,1 0,-1 1,0 1,0 0,0 0,-1 1,1 1,0 0,-1 1,1 0,-1 0,1 1,-1 0,1 1,0 1,-8 2,13-2,0-1,0 1,0 1,1-1,-1 1,1 0,0 0,0 0,0 1,1 0,-1 0,1 0,0 0,1 1,-1-1,1 1,0 0,1 0,-1 0,1 1,0-1,1 0,0 1,0-1,0 1,1-1,-1 1,2 0,-1-1,1 1,1 3,20 40,8-8</inkml:trace>
  <inkml:trace contextRef="#ctx0" brushRef="#br0" timeOffset="7115.149">4466 1604,'-8'17,"1"0,1 1,0-1,1 1,2 1,-1-1,2 0,1 1,0-1,1 10,0-21,1 0,-1 0,1 0,0 0,1 0,0-1,0 1,0-1,1 1,0-1,0 0,1 0,0 0,0 0,0-1,0 1,1-1,0 0,0-1,1 1,-1-1,1 0,0 0,0-1,0 1,0-2,1 1,-1-1,1 1,0-2,0 1,-1-1,1 0,0-1,0 1,0-1,0-1,4 0,-4-2,1 0,-1 0,0-1,0 0,0-1,-1 0,0 0,1 0,-2 0,1-1,-1 0,0-1,0 1,0-1,-1 0,0 0,0 0,-1 0,0-1,-1 1,1-1,-1 0,-1 0,1 0,-2 0,1 0,-1 0,0 0,0 0,-1 0,0 0,-1 0,0 0,0 0,-1 1,0-1,0 1,0-1,-1 1,0 0,-1 1,0-1,0 0,0 0,-1 0,0 1,-1 0,1 0,-1 1,0-1,-1 2,1-1,-1 1,0 0,0 0,0 1,-1 1,1-1,-6 0,9 2,0 0,0 0,0 1,0 0,-1 0,1 0,0 1,0 0,0 0,0 0,0 0,1 1,-1 0,0 0,1 0,-1 0,1 1,-1 0,1 0,0 0,0 0,1 1,-1-1,1 1,0 0,0 0,0 0,0 1,1-1,-1 1,2 0,-1 0,0-1,1 1,0 0,0 0,0 1,1-1,0 0,0 0,0 0,1 0,-1 0,1 0,0 0,1 0,-1 0,1 0,0 0,0-1,1 1,-1-1,1 1,0-1,0 0,0 0,1 0,-1-1,3 3,37 32</inkml:trace>
  <inkml:trace contextRef="#ctx0" brushRef="#br0" timeOffset="7394.914">5054 1792,'-8'3,"1"-1,0 2,0-1,0 1,0 0,1 1,0-1,0 1,0 0,0 1,1 0,0 0,0 0,0 0,1 1,0-1,0 1,0 3,3-8,0 1,1-1,0 1,-1 0,1-1,0 1,0 0,1-1,-1 1,1-1,-1 1,1-1,0 1,-1-1,2 1,-1-1,0 1,0-1,1 0,-1 0,1 0,-1 0,1 0,0 0,0 0,0 0,0-1,0 1,1 0,74 28,-64-26,0-2,0 0,0 0,0-1,0-1,1 0,-1-1,0 0,0-1,0-1,0 0,0-1,0 0,-1-1,0 0,0-1,0 0,-1-1,0-1,0 1,4-6,-11 9,-1-1,0 0,0 0,0 0,-1-1,0 1,0 0,0-1,-1 0,0 1,0-1,0 0,0 1,-1-1,0 0,-1 0,1 0,-1 1,0-1,0 0,-1 1,0-1,0 1,0-1,0 1,-1 0,0 0,0 0,0 0,-1 1,0-1,0 1,0 0,0 0,-1 1,1-1,-1 1,0 0,-3-2,1 0,0 0,0 0,-1 1,1 0,-1 0,0 1,0 0,-1 0,1 1,0 0,-1 1,1 0,-1 0,0 1,1 0,-1 0,1 1,-1 0,0 0,1 1,0 0,-1 1,1 0,0 0,1 1,-1 0,0 0,1 1,0 0,-6 5,11-7,-1 1,0 0,1 0,0 0,0 0,0 0,1 1,-1-1,1 0,0 1,0-1,1 1,-1-1,1 1,0-1,0 1,1 0,-1-1,1 2,11 37</inkml:trace>
  <inkml:trace contextRef="#ctx0" brushRef="#br0" timeOffset="8368.607">7661 1818,'-9'-27,"1"-1,1 0,1 0,2-1,1 0,1 0,2-13,7-57,0 97,-4 18,6 267,-9-212,3 0,11 60,1-61</inkml:trace>
  <inkml:trace contextRef="#ctx0" brushRef="#br0" timeOffset="8705.411">10321 1844,'2'-20,"3"-18,4-13,1 0,0 2,-2 17,-3 26,-1 26,-2 25,-4 20,-1 12,0 7,0 4,3-6,7-8,1-18</inkml:trace>
  <inkml:trace contextRef="#ctx0" brushRef="#br0" timeOffset="8947.18">10748 1952,'-16'-69,"2"0,4-1,3 0,1-43,12 41,-6 73,0-1,1 0,-1 0,0 1,0-1,1 0,-1 0,0 0,0 1,1-1,-1 0,0 0,1 0,-1 0,0 0,1 0,-1 0,0 0,1 0,-1 1,0-1,0 0,1-1,-1 1,0 0,1 0,-1 0,0 0,1 0,-1 0,0 0,1 0,-1-1,0 1,0 0,1 0,-1 0,0 0,0-1,1 1,-1 0,0 0,0-1,1 1,-1 0,0-1,0 1,0 0,0 0,0-1,0 1,0 0,1-1,-1 1,0 0,0-1,0 1,0 0,0-1,4 15,-1 0,0 0,0 0,-1 0,-1 0,-1 0,0 4,1 11,6 320,-5-272</inkml:trace>
  <inkml:trace contextRef="#ctx0" brushRef="#br0" timeOffset="9448.394">13021 2086,'-39'-343,"33"517,-11 163,19-295</inkml:trace>
  <inkml:trace contextRef="#ctx0" brushRef="#br0" timeOffset="9783.491">13276 2046,'-4'5,"1"1,-1 0,2 0,-1 0,1 0,0 0,0 0,0 1,1-1,0 1,0-1,1 1,0 0,0-1,1 1,0-1,0 1,0-1,1 1,0-1,0 0,0 0,1 0,0 0,0 0,1 0,-1-1,1 0,0 0,1 0,-1 0,5 3,-1-2,1 0,0-1,1 0,-1 0,1-1,0 0,0-1,0 0,0-1,0 0,1 0,-1-1,1 0,-1-1,1 0,-1-1,1 0,-1-1,0 0,1-1,-1 0,0 0,0-1,-1 0,1-1,-1 0,0-1,-1 0,1 0,-1-1,0 0,0 0,-1-1,0 0,-1 0,0 0,0-1,0 0,-1 0,-1-1,1 0,-2 1,1-1,-2-1,1 1,0-4,-3 6,1 0,-1-1,-1 1,1 0,-1 0,-1 0,1 0,-1 0,-1 1,1-1,-2 0,1 1,-1 0,0 0,0 0,-1 0,0 0,0 1,0 0,-1 0,0 1,0 0,-1 0,1 0,-1 0,0 1,0 1,-1-1,1 1,-1 0,0 1,1-1,-2 2,-3 0,-1 0,1 1,-1 1,1 0,-1 1,1 1,0-1,0 2,0 0,0 0,0 1,-4 4,-129 79,139-83,-77 54</inkml:trace>
  <inkml:trace contextRef="#ctx0" brushRef="#br0" timeOffset="10580.818">2086 3289,'-7'-1,"-1"2,1-1,0 1,0 0,-1 0,1 1,0 0,0 1,1-1,-1 1,0 0,1 1,0 0,0 0,0 0,0 1,1 0,-1 0,1 0,0 0,1 1,0 0,-1 0,2 0,-1 1,1-1,0 1,0 0,1 0,0 0,0 0,1 0,0 0,0 0,1 1,-1-1,2 0,-1 1,1-1,0 0,1 1,0-1,2 0,-1 1,1-2,1 1,-1 0,1-1,0 0,0 0,1 0,0-1,0 0,0 0,0 0,1-1,0 0,0 0,0-1,0 0,1 0,-1 0,1-1,0 0,1-1,1 1,0 0,1-1,-1 0,1 0,-1-1,1-1,-1 0,1 0,-1-1,0-1,1 1,-1-2,-1 1,1-1,0-1,-1 0,3-2,-5 1,0 0,0 0,-1-1,0 0,0 0,0 0,-1-1,0 0,0 0,-1 0,0-1,-1 1,0-1,0 0,-1 0,0 0,0-1,-1 1,-1 0,1 0,-1-1,-1-1,0-2,0 0,-1-1,-1 1,0 0,0 0,-1 1,-1-1,0 1,-1 0,-1 0,1 1,-2-1,0 2,0-1,-2-1,5 7,0-1,-1 1,0 1,0-1,0 1,0 0,0 0,-1 1,0 0,0 0,0 0,0 1,0 0,0 0,0 1,-1 0,1 1,-1-1,1 1,-1 1,1-1,0 1,-1 1,1-1,0 1,0 0,0 1,0 0,0 0,1 0,-1 1,1 0,0 0,-9 9,1 0,0 1,1 0,0 1,2 1,0 0,0 0,2 1,0 0,0 1,2 0,1 0,-1 4,-20 69</inkml:trace>
  <inkml:trace contextRef="#ctx0" brushRef="#br0" timeOffset="11046.574">2153 5615,'-1'-24,"2"1,1-1,0 0,2 1,1 0,1 0,0 0,2 1,1 0,1 0,10-17,33-40,-52 78,-1 0,1 1,-1-1,1 0,-1 0,1 1,0-1,-1 0,1 1,0-1,0 1,-1-1,1 1,0-1,0 1,0-1,0 1,-1 0,1-1,0 1,0 0,0 0,0 0,0 0,0 0,0 0,0 0,0 0,0 0,0 0,0 0,-1 1,1-1,0 0,0 1,0-1,0 1,0-1,0 1,12 37,-10 2,-2 0,-2 0,-2-1,-2 9,2-13,-35 364,34-334</inkml:trace>
  <inkml:trace contextRef="#ctx0" brushRef="#br0" timeOffset="11713.338">882 93,'5'18,"8"20,11 17,10 11,9 7,9 1,3-4,1-6,-4-10,-5-12,-8-12,-12-12</inkml:trace>
  <inkml:trace contextRef="#ctx0" brushRef="#br0" timeOffset="11965.57">1230 107,'-7'18,"-4"22,-5 23,-7 18,-6 14,-5 9,-3 0,4-17</inkml:trace>
  <inkml:trace contextRef="#ctx0" brushRef="#br0" timeOffset="12218.16">1578 468,'-5'18,"-3"18,-3 13,-2 11,2 5,4 2,6-6,8-12,2-14</inkml:trace>
  <inkml:trace contextRef="#ctx0" brushRef="#br0" timeOffset="12402.667">1672 134,'13'16,"14"18,12 18,5 16,5 7,-2 5,-3-2,-6-8,-7-13,-8-16</inkml:trace>
  <inkml:trace contextRef="#ctx0" brushRef="#br0" timeOffset="12663.964">2086 0,'-18'7,"-18"13,-11 18,-10 17,-3 18,1 15,6 8,10 4,12-2,12-17</inkml:trace>
  <inkml:trace contextRef="#ctx0" brushRef="#br0" timeOffset="12897.345">2247 522,'-7'12,"2"0,0 0,0 1,1 0,1 0,0 0,1 0,0 6,1-15,1-1,0 0,0 0,0 1,1-1,-1 0,1 0,-1 0,1 1,0-1,1 0,-1 0,0 0,1-1,0 1,-1 0,1 0,0-1,0 1,1-1,-1 0,1 0,-1 0,1 0,-1 0,1 0,0-1,0 1,0-1,0 0,0 0,0 0,0 0,1 0,-1-1,2 1,5-1,1-1,-1 0,1 0,-1-1,0 0,0-1,0 0,0-1,0 0,-1 0,0-1,0 0,0-1,0 0,-1 0,0-1,0 0,-1 0,0-1,0 0,-1 0,0-1,0 0,-1 0,0 0,0-1,-1-1,-1 6,0 0,-1-1,0 1,0-1,-1 0,1 1,-1-1,0 0,-1 0,1 0,-1 0,0 0,-1 0,1 1,-1-1,0 0,-1 0,0 0,1 1,-2-1,1 1,-1 0,0-1,0 1,0 0,-1 1,1-1,-1 1,0-1,-1 1,1 0,-1 1,0-1,0 1,0 0,0 0,-5-1,2 2,0 0,0 2,-1-1,1 1,0 0,-1 0,1 1,0 0,0 1,-1 0,1 0,0 1,1 0,-1 0,0 1,-4 3,-114 78,116-77,-68 56</inkml:trace>
  <inkml:trace contextRef="#ctx0" brushRef="#br0" timeOffset="13280.319">0 1497,'9'-5,"15"4,11 10,13 16,8 17,4 17,1 12,-3 8,-7 2,-7-4,-12-11,-10-16</inkml:trace>
  <inkml:trace contextRef="#ctx0" brushRef="#br0" timeOffset="13526.661">414 1377,'-15'13,"-13"21,-11 21,-9 18,-6 16,-3 8,4 2,6-7,11-20</inkml:trace>
  <inkml:trace contextRef="#ctx0" brushRef="#br0" timeOffset="13815.707">549 1738,'3'-5,"1"-1,0 0,0 1,0 0,1 0,-1 0,1 0,0 1,1 0,-1 0,1 0,0 1,0 0,0 0,0 0,0 1,1 0,-1 0,1 1,-1 0,1 0,0 0,-1 1,1 0,0 0,-1 1,1-1,0 2,-1-1,1 1,-1 0,1 0,-1 0,0 1,0 0,0 1,-1-1,1 1,-1 0,1 0,-2 1,1 0,0 0,-1 0,0 0,0 1,0-1,-1 1,0 0,0 0,0 0,1 5,-3-2,0 0,0 0,-1 0,0 1,0-1,-1 0,0 0,-1 0,0 0,0 0,-1 0,0-1,-1 1,1-1,-4 4,-80 114,-25 2,112-128,-21 31,21-30,0-1,-1 1,1 0,0-1,0 1,0 0,0-1,0 1,0 0,0-1,0 1,1 0,-1-1,0 1,0-1,0 1,1 0,-1-1,0 1,1-1,-1 1,0 0,1-1,-1 1,1-1,-1 0,1 1,-1-1,1 1,-1-1,1 0,-1 1,1-1,0 0,-1 1,1-1,0 0,-1 0,1 0,-1 0,1 0,0 0,0 1,-1-2,1 1,0 0,-1 0,1 0,-1 0,1 0,0-1,120-23,228-83,-228 70</inkml:trace>
  <inkml:trace contextRef="#ctx0" brushRef="#br1" timeOffset="18830.712">4800 3235,'-7'1,"-1"1,0 0,1 0,0 1,0-1,-1 2,2-1,-1 1,0 0,1 0,0 1,0 0,0 0,0 0,1 1,0 0,0 0,1 0,-1 1,1-1,1 1,-1 0,1 0,1 1,-1-1,1 0,0 1,1-1,0 1,0 0,0 1,0 11,0 0,2 0,0 1,1-1,1 0,1 0,0-1,2 1,0-1,1 0,1 0,1-1,1 0,0-1,1 0,6 6,-7-10,0 0,1-1,0 0,1-1,1 0,0 0,0-2,1 1,0-2,0 0,1-1,0 0,1-1,-1-1,1 0,0-1,0-1,1-1,-1 0,5-1,-9-1,0-1,0 0,0-1,0-1,0 0,0-1,-1 0,1 0,-1-1,0-1,-1 0,0 0,1-1,-2-1,1 1,-1-1,-1-1,1 0,-1 0,-1-1,0 0,3-6,3-6,-1 0,-1-1,-1 0,-2-1,0 0,-1 0,-1-1,-2 0,0 0,-1-13,-2 10,0 1,-2-1,-1 1,-2-1,0 1,-2 0,0 0,-2 1,-2 0,0 0,-1 1,-2 0,0 1,-2 1,0 0,-2 1,0 1,-2 0,-19-17,31 32,1 1,-1 0,-1 0,1 0,0 1,-1 0,0 1,0-1,0 2,-1-1,1 1,-1 0,1 1,-1 0,0 0,1 1,-1 0,0 1,1 0,-1 0,1 0,-1 1,1 1,0 0,-2 0,-2 4,0 1,0-1,1 2,0 0,0 0,1 1,1 0,-1 1,2 0,0 0,0 1,1 0,-6 13,-2 8,1 0,2 1,2 0,-7 36,8-17,2 0,2 1,3 0,2 1,5 64</inkml:trace>
  <inkml:trace contextRef="#ctx0" brushRef="#br1" timeOffset="19484.076">7046 3409,'2'-24,"1"0,1 0,1 1,1 0,1 0,1 0,6-10,-5 9,114-317,-98 270,-19 64,-5 22,-11 465,19-80,-8-327</inkml:trace>
  <inkml:trace contextRef="#ctx0" brushRef="#br1" timeOffset="20649.806">12874 3556,'21'-62,"3"1,3 1,2 2,4-2,1-4,72-135,-86 168,-12 29,-25 86,-9 26,5 1,-6 111,24-171,2 0,2 0,3 0,2 0,2 0,2-1,13 38,-4-35</inkml:trace>
  <inkml:trace contextRef="#ctx0" brushRef="#br1" timeOffset="22162.368">10228 3128,'-11'14,"0"1,2 1,0 0,0 0,2 0,0 1,1 0,0 1,2-1,0 1,1 0,0 0,2 0,0 0,1 1,1-1,1 0,0 0,1 0,2 1,0-2,1-1,1 0,1 0,0-1,1 0,1 0,0-1,1 0,0-1,1 0,1-1,0 0,0-1,2 0,-1-1,1-1,0-1,1 0,0 0,0-2,1 0,-1-1,1-1,12 2,-12-3,-1 0,1-1,0-1,0 0,-1-1,1-1,0-1,-1 0,1-2,-1 1,0-2,0 0,0-1,-1-1,0 0,0-1,-1-1,0 0,0 0,-1-2,0 0,-1 0,0-1,-1-1,8-11,-9 8,-1-1,0-1,-1 1,-1-1,-1-1,0 1,-2-1,0 0,-1 0,-1 0,0-1,-2 1,0-1,-1 1,-1 0,-1 0,-5-18,1 10,-1 0,-1 1,-1 0,-2 1,0 0,-2 0,0 2,-2 0,-1 0,0 1,-2 2,-3-4,12 15,1-1,-1 2,-1-1,1 2,-1-1,-1 1,1 1,-1 0,0 1,-1 0,1 1,-1 0,0 1,0 1,0 0,0 0,0 1,0 1,-1 0,1 1,0 1,0 0,0 0,0 2,0-1,-1 2,-3 3,1 1,0 1,1 0,-1 1,2 0,0 1,0 1,2 0,-1 1,1 1,-8 13,-5 11,2 0,2 2,2 0,-3 10,-21 66</inkml:trace>
  <inkml:trace contextRef="#ctx0" brushRef="#br1" timeOffset="22948.303">4519 5868,'9'-47,"3"0,1 0,8-13,-5 12,180-512,-157 468,-26 87,-9 26,-12 222,5-181,-7 61,5 1,6 0,5 0,6-1,17 72,-9-119</inkml:trace>
  <inkml:trace contextRef="#ctx0" brushRef="#br1" timeOffset="23511.772">7046 5628,'-4'-34,"2"0,2 0,1-1,1 1,2 0,2 1,1-1,1 1,2 0,2 1,6-12,5-26,-9 26,2-3,-2 0,-2-1,0-13,-15 34,3 27,0-1,-1 1,1 0,-1 0,1 0,-1-1,1 1,0 0,-1 0,1 0,-1 0,1 0,-1 0,1 0,-1 0,1 0,-1 0,1 0,-1 0,1 0,-1 0,1 1,0-1,-1 0,1 0,-1 0,1 1,0-1,-1 0,1 1,-1-1,1 0,0 1,-1-1,1 0,0 1,0-1,-1 1,1-1,0 0,0 1,0-1,-1 1,1-1,0 1,0-1,0 1,0-1,0 1,0-1,0 1,-7 13,0 1,1 0,1 1,0 0,1-1,1 1,1 1,0 1,0-10,-16 163,7 0,7 2,3-122,-3 310,4-272</inkml:trace>
  <inkml:trace contextRef="#ctx0" brushRef="#br1" timeOffset="24403.088">12741 5387,'-14'18,"1"0,1 0,0 1,2 1,0 0,1 0,1 1,1 0,1 0,1 0,1 1,1 0,0 0,2 8,1-9,2 0,1 0,1 0,0 0,2-1,0 0,1 0,1 0,1-1,1 0,0-1,2 0,0 0,1-1,0-1,2 0,-1-1,2-1,0 0,1-1,0-1,1-1,1 0,-1-1,19 6,-28-13,0 0,0-1,0 0,0-1,0 0,1 0,-1-1,0 0,0-1,0 0,1-1,-1 1,0-2,-1 1,1-1,0-1,-1 1,1-1,-1-1,0 0,-1 0,1 0,-1-1,0 0,-1-1,5-4,7-13,-2-1,-1-1,-1 0,-1-1,-1 0,-2-1,0 0,-2-1,-1 1,-2-2,-1 1,-1-1,-1 1,-2-5,2 5,-2 0,-2 0,0 0,-2 0,-1 0,-2 1,-1-3,5 20,-1-1,0 2,-1-1,0 0,-1 1,0 0,0 1,-1-1,-1 1,1 0,-1 1,-1 0,0 0,0 1,0 0,-1 0,0 1,0 1,-1-1,-3 1,-1 1,0 0,0 1,-1 0,1 1,0 1,-1 1,0 0,1 1,0 0,-1 1,1 1,-13 4,-13 6,-1 1,2 2,0 2,-13 9,-24 16,2 4,-20 20,-10 12</inkml:trace>
  <inkml:trace contextRef="#ctx0" brushRef="#br1" timeOffset="24734.202">10040 5468,'29'-116,"6"1,39-85,-74 198,43-98,-29 91,-8 32,-8 191,-2-143,-10 524,15-472</inkml:trace>
  <inkml:trace contextRef="#ctx0" brushRef="#br2" timeOffset="91191.323">7593 2808,'-31'-15,"0"1,-2 2,1 1,-1 1,-1 2,0 2,-22-2,38 5,-1 1,1 0,-1 2,0 0,0 1,1 1,-1 0,1 2,-1 0,1 1,0 1,1 0,-1 1,1 2,1-1,-8 6,-4 9,0 0,2 2,0 1,2 1,1 1,1 1,2 1,0 1,3 1,0 0,2 1,1 1,2 0,-6 31,13-50,0 1,1 0,1 0,1 0,0 0,1 0,1 0,0 1,1-1,1 0,0 0,1 0,1 0,1-1,0 1,1-1,1 0,0-1,1 1,0-1,1-1,4 4,3-1,1 0,1-1,0-1,1-1,0 0,1-2,0 0,1-1,1-1,11 3,21 4,1-1,0-3,42 2,-44-6,0-3,0-2,0-3,0-2,0-2,-1-2,4-4,-42 8,-1-2,0 0,-1 0,1-1,-1-1,0 0,0-1,0 0,-1-1,-1 0,1-1,-1 0,0 0,-1-1,0-1,-1 1,0-1,-1-1,0 1,-1-1,1-2,6-24,-2 0,-1-1,-2-1,-2 1,-2-1,-1 0,-2-1,-4-35,2 31,-3 0,-2 0,-1 0,-3 1,-1 1,-3 0,-7-16,13 39,-1 1,-1 0,-1 0,0 1,-1 1,-1 0,-1 0,-1 2,0 0,0 0,-2 1,0 1,0 1,-1 0,-1 2,-12-6,9 8,0 0,-1 1,-1 2,1 0,-1 2,1 0,-1 2,0 0,0 2,0 1,-22 4,5 2,0 1,0 3,1 1,0 2,1 2,-11 7,8 0,1 1,1 2,1 1,2 2,1 2,-4 7,-57 68</inkml:trace>
  <inkml:trace contextRef="#ctx0" brushRef="#br2" timeOffset="92216.377">12941 2915,'-25'0,"1"1,-1 1,1 1,0 2,0 0,-14 6,27-8,1 1,0 1,0-1,0 2,1-1,-1 2,1-1,1 1,-1 0,1 1,0 0,1 0,0 1,0 0,-3 7,-3 13,1 0,2 1,1 0,1 1,2 0,1 0,1 0,1 1,2-1,2 4,-1 5,1 0,2 0,2 0,1-1,2 0,2 0,8 19,-10-37,1 0,1-1,1 0,0-1,1 0,2 0,0-1,0-1,2-1,0 0,1-1,0-1,1 0,2-1,4 2,1-2,1-1,0-1,1-1,0-1,1-2,-1-1,1-1,0-1,1-1,-1-2,1-1,-1-1,0-1,0-2,0-1,0-1,0-1,-1-1,0-2,-1-1,0-1,-1-1,0-1,-1-1,-1-1,0-1,-1-2,-1 0,-1-1,-1-1,8-11,-12 7,0 0,-2-1,-1 0,-1-1,-1-1,-2 1,-1-1,-1-1,-1 1,-1-1,-2 0,-1 0,-1 0,-2 0,-1 0,-4-21,3 27,-1 0,-1 1,-1-1,-1 1,-1 0,-1 1,-1 0,0 1,-2 0,0 0,-2 2,0 0,-1 0,0 2,-1 0,-1 1,-1 0,0 2,-1 0,-17-8,20 13,-1 1,-1 1,1 1,-1 0,0 1,0 1,-1 1,1 1,0 0,-1 2,1 0,0 1,0 1,-9 3,-2 2,1 1,0 2,0 0,1 2,1 2,0 0,1 2,-20 16,-98 94,18 6</inkml:trace>
  <inkml:trace contextRef="#ctx0" brushRef="#br2" timeOffset="105919.701">6672 1230,'259'-16,"163"7,-200 9,-1-11,82-19,-145 1,-157 29,0 0,0 0,0 0,0 0,0 0,1 0,-1 0,0 1,0-1,0 1,0-1,0 0,0 1,0 0,0-1,0 1,0 0,0-1,-1 1,1 0,0 0,0 0,-1-1,1 1,0 0,-1 0,1 0,-1 0,0 0,1 0,-1 1,0-1,1 0,-1 0,0 0,0 0,0 0,0 0,0 1,0-1,0 0,0 0,-1 0,1 0,0 0,-1 0,1 0,-1 0,1 0,-1 0,1 0,-1 0,0 0,1 0,-2 0,-1 14,0 179,45 530,-42-722,1-1,0 1,-1-1,1 1,-1 0,1-1,-1 1,0 0,0 0,0-1,0 1,0 0,0-1,0 1,0 0,-1-1,1 1,-1 0,1-1,-1 1,0-1,0 1,0-1,1 1,-1-1,-1 1,1-1,0 0,0 0,0 0,-1 1,1-1,0 0,-1-1,1 1,-1 0,1 0,-1-1,0 1,-5 0,0 1,0 0,0 0,0 1,1-1,-1 1,1 1,-1-1,1 1,0 0,-4 5,2-4,-1-1,1 0,-1 0,1-1,-1 0,0-1,0 0,-1 0,1-1,0 0,-1-1,1 0,0 0,-7-2,-26 2,-378 31,138-9,-46-11,304-10,1-2,-1-1,0 0,1-2,0-1,0-1,-10-4,28 9,1 0,0 0,0-1,1 0,-1 0,0 0,1 0,-1 0,1-1,-1 0,1 0,0 0,0 0,1 0,-1 0,1-1,-1 1,1-1,0 0,0 1,0-3,-44-177,-13-143,-13-269,70 579,2 39,0-23,9 134,-3-90</inkml:trace>
  <inkml:trace contextRef="#ctx0" brushRef="#br2" timeOffset="108950.011">12607 1711,'22'507,"-4"-432,-18-74,0-1,0 0,0 1,0-1,0 0,0 1,0-1,0 1,0-1,0 0,0 1,0-1,0 0,0 1,0-1,0 0,0 1,1-1,-1 0,0 0,0 1,0-1,1 0,-1 1,0-1,0 0,1 0,-1 0,0 1,1-1,-1 0,0 0,1 0,-1 0,0 1,1-1,-1 0,0 0,1 0,-1 0,0 0,1 0,-1 0,0 0,1 0,-1 0,0 0,1 0,-1 0,0 0,1-1,-1 1,0 0,1 0,-1 0,0 0,1-1,-1 1,0 0,0 0,1-1,-1 1,0 0,0 0,1-1,-1 1,0 0,0-1,0 1,0-1,7-26,-2-56,-3-1,-4 0,-4 0,-14-67,-26-172,45 321,1 1,-1-1,1 1,-1 0,1-1,0 1,-1-1,1 0,0 1,0-1,0 1,0-1,0 1,1-1,-1 1,0-1,1 1,-1-1,1 1,-1-1,1 1,0 0,0-1,0 1,0 0,-1 0,2-1,-1 1,0 0,0 0,0 0,0 0,1 1,-1-1,0 0,1 0,-1 1,1-1,-1 1,1-1,-1 1,1 0,-1-1,1 1,-1 0,1 0,-1 0,1 0,0 1,126 10,692 33,-529-35,70 11,-276-4,-85-15,0 0,0 0,0-1,0 1,0 0,0 0,0-1,0 1,0 0,0 0,0 0,-1-1,1 1,0 0,0 0,-1-1,1 1,0 0,-1-1,1 1,-1 0,1-1,-1 1,1-1,-1 1,0-1,1 1,-1-1,0 1,1-1,-1 0,0 1,1-1,-1 0,0 0,0 1,1-1,-1 0,0 0,0 0,0 0,0 0,0 1,-61 23,-51 28,108-49,0 1,1-1,-1 1,1 0,0 1,0-1,0 1,1-1,0 1,0 0,0 0,0 0,1 1,0-1,0 1,0-1,1 1,0 0,-1 4,3 14,1 1,1-2,1 1,1 0,1-1,1 0,1 0,2-1,0 0,5 8,30 60,-25-53,-2 1,-1 0,-2 1,-2 1,2 15,-14-50,0 0,0-1,-1 1,1 0,-1 0,0-1,-1 1,1 0,-1-1,0 1,0 0,0-1,-1 1,0-1,0 1,0-1,0 0,0 0,-1 0,0 0,0-1,0 1,0-1,-1 1,1-1,-1 0,0-1,0 1,0 0,0-1,0 0,-1 0,1-1,-1 1,1-1,-1 1,-40 8,-1-1,0-3,0-1,0-3,-41-3,42 2,-842-5,687 4</inkml:trace>
  <inkml:trace contextRef="#ctx0" brushRef="#br3" timeOffset="131996.646">12887 4986,'-23'-4,"0"1,-1 1,0 1,0 1,1 1,-1 1,0 2,1 0,0 1,0 1,0 1,1 2,0 0,1 1,0 1,0 1,1 1,1 0,0 2,1 0,0 1,1 1,1 1,-9 13,2 1,2 1,1 1,1 1,2 0,2 1,1 1,2 1,1 1,-5 24,4 1,2 0,3 1,3 0,2 7,3-19,2 0,2 0,3 0,1-1,3 0,3-1,1-1,13 25,-18-50,1 0,2 0,0-1,2-1,0 0,1-2,2 0,0 0,1-2,1 0,1-2,0 0,1-2,1 0,0-2,1 0,1-2,8 1,2-1,-1-2,1-2,0-1,0-2,1-1,-1-2,1-2,0-1,-1-2,9-3,5-2,-1-3,0-1,-1-3,-1-2,0-2,-2-2,39-25,-56 30,0-1,-1-1,0-2,-2 0,-1-2,-1-1,0-1,-2 0,-1-2,-1 0,-2-2,0 0,-2 0,-2-2,0 0,-2 0,-1-1,-2 0,-1-1,1-22,-7 23,-1 0,-2 0,-1 0,-1 0,-2 0,-1 1,-2 0,0 0,-3 1,0 1,-2 0,-1 0,-16-22,3 11,-1 1,-2 1,-1 1,-2 2,-2 2,-1 1,-1 2,-35-20,41 29,-2 2,0 1,-1 2,-1 2,0 0,-1 3,0 1,-32-4,51 12,-1 0,1 1,-1 0,1 2,0 0,-1 1,1 1,0 0,0 2,1 0,-1 1,1 1,1 0,-1 1,1 1,0 1,1 0,0 1,-5 6,-3 7,1 2,1 0,1 1,1 1,2 1,1 1,1 0,-7 24,-38 103</inkml:trace>
  <inkml:trace contextRef="#ctx0" brushRef="#br3" timeOffset="137546.974">12941 588,'-26'-6,"-1"1,0 2,0 0,0 1,0 2,0 1,0 1,0 2,1 0,-1 2,1 0,0 2,-9 5,15-3,1 2,0 0,1 1,1 0,0 2,0 0,2 1,0 0,1 2,0-1,-10 20,1 2,2 2,1 0,3 2,1 0,-2 15,1-2,2 1,2 0,4 1,1 0,4 0,1 1,4-1,2 1,2-1,3 0,3 0,2-1,2-1,11 22,-4-27,3-2,2 0,2-1,1-2,3-1,2-2,2-1,1-2,2-2,2-1,2-2,1-2,1-2,1-3,2-1,1-2,1-3,1-2,33 8,-16-11,1-3,0-3,0-3,1-3,0-3,0-3,0-3,0-4,-1-2,62-18,-103 21,-1-2,1 0,-1-2,-1-1,0-1,-1-2,0 0,-1-2,-1 0,-1-2,0-1,-2 0,0-2,-1 0,-1-2,-2 0,7-11,-5-6,-2-1,-1 0,-2-2,-2 1,-2-2,-2 1,-2-1,-2 0,-2-1,-2 1,-1 0,-3-1,-2 1,-2 1,-1-1,-9-20,-5-7,-3 1,-3 1,-3 2,-3 1,-3 1,-2 3,-4 1,-2 2,-2 2,-27-22,40 46,-1 1,-1 1,-2 2,-1 2,-1 2,-1 2,-1 1,-1 3,-1 1,-1 2,-1 2,0 3,-35-5,29 11,1 2,0 2,-1 3,1 2,-1 2,2 3,-1 2,1 2,-36 14,12 1,1 4,1 2,2 4,2 3,-64 48,-32 38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55.69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1,'21'6,"22"6,24-1,24-1,22-2,18-6,12-5,7-4,-22-1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57.14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 27,'-5'-2,"-1"6,5 9,9 11,10 12,14 9,12 10,13 6,10 5,5-1,1-1,-4-6,-10-5,-12-7,-12-9,-12-9,-13-9,-7-8</inkml:trace>
  <inkml:trace contextRef="#ctx0" brushRef="#br0" timeOffset="263.804">387 0,'-21'7,"-13"11,-5 12,-4 14,2 16,1 14,2 9,3 8,6 1,5-4,7-16</inkml:trace>
  <inkml:trace contextRef="#ctx0" brushRef="#br0" timeOffset="662.348">828 642,'-1'6,"0"0,1 0,0 0,0 1,0-1,1 0,-1 0,1 0,1 0,-1 0,1 0,1 0,-1 0,1-1,-1 1,2-1,-1 0,0 0,1 0,0 0,0-1,1 1,-1-1,1 0,5 3,-4-5,0 1,0-1,0-1,0 1,1-1,-1 0,1-1,-1 1,0-1,1-1,-1 1,1-1,-1 0,0 0,1-1,-1 0,0 0,0 0,0-1,-1 0,1 0,0-1,-1 1,0-1,3-3,-1 1,0 0,-1 0,0 0,0-1,0 0,-1 0,0-1,0 1,-1-1,0 0,-1 0,1 0,-1-1,-1 1,0-1,0 0,-1 1,1-7,-2 9,0 0,-1 0,0 0,0 0,0 0,0 0,-1 0,0 0,0 1,-1-1,1 1,-1-1,0 1,-1 0,1 0,-1 0,0 1,-1-1,1 1,-1 0,1 0,-1 1,0-1,-1 1,1 0,-1 0,1 1,-1 0,0 0,1 0,-1 1,0-1,0 2,-1-1,1 0,0 1,0 0,0 1,0 0,0 0,0 0,0 0,0 1,0 0,1 0,-1 1,-16 10,0 1,2 1,0 1,0 1,2 1,0 1,1 0,-5 9,13-17,-54 64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56.2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0 348,'11'0,"18"0,22 0,20 0,17 0,11 0,2-2,-4-1,-12 0,-20 1</inkml:trace>
  <inkml:trace contextRef="#ctx0" brushRef="#br0" timeOffset="246.343">280 0,'-4'16,"-2"19,0 20,4 18,4 12,6 9,2 3,2 0,-2-4,-2-18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8:54.8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68,'9'18,"8"13,5 10,6 6,5 2,6 1,5 1,5-2,5-2,2-2,1-4,-2-8,-6-4,-10-7,-10-5,-18-5,-10-5</inkml:trace>
  <inkml:trace contextRef="#ctx0" brushRef="#br0" timeOffset="243.868">468 1,'-18'27,"-13"23,-10 17,-5 10,0 5,2 1,6-2,7-4,9-9,8-15</inkml:trace>
  <inkml:trace contextRef="#ctx0" brushRef="#br0" timeOffset="522.443">709 723,'55'-307,"-49"281,-1 22,-3 19,-2 372,-3-191,-1-176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49.54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157 175,'-2'-7,"-2"17,-55 301,-2-50,55-250,9-41,86-522,-85 525,33-121,-37 149,0 0,0 0,1 0,-1 0,0-1,1 1,-1 0,0 0,1 0,-1 0,1 0,-1-1,1 1,0 0,-1-1,1 1,0 0,-1-1,1 1,0-1,0 1,0-1,-1 1,1-1,0 1,0-1,0 0,0 0,0 1,0-1,0 0,0 0,0 0,0 0,-1 0,1 0,0 0,0-1,0 1,0 0,0 0,0-1,0 1,0-1,-1 1,1-1,0 1,0-1,0 1,-1-1,1 1,0-1,-1 0,1 0,-1 1,1-1,-1 0,1 0,-1 0,1 0,-1 1,0-1,1 0,-1 0,0 0,0 0,0 0,0 0,0 0,0-1,21 43,-2 0,-2 2,-2 0,7 31,-19-64,22 76,-4 1,-4 1,-3 0,-3 21,-11-105,-3 73,3-75,-1 0,1 0,-1-1,1 1,-1 0,1 0,-1-1,0 1,0 0,0-1,0 1,0-1,0 1,0-1,-1 0,1 1,0-1,-1 0,1 0,-1 0,0 0,1 0,-1 0,0 0,1-1,-1 1,0-1,0 1,1-1,-1 0,0 1,0-1,0 0,0 0,0 0,1-1,-1 1,-1 0,-10-5,0 0,1-1,-1 0,1-1,1 0,-1-1,1 0,1-1,-1 0,-4-7,0 3,-155-165,159 163,15 9,55 9,267 1,-317-5,-1 1,1-1,0 1,-1 0,1 1,0 0,-1 1,0 0,1 0,-1 0,0 1,0 1,0-1,0 1,-1 1,1-1,-1 1,0 0,-1 1,1 0,3 5,-2 2,-2-1,0 2,0-1,-1 0,-1 1,0 0,-1 0,1 14,17 59,-21-86,0 1,0-1,1 0,-1 1,0-1,1 0,-1 1,1-1,-1 0,1 0,0 0,-1 0,1 1,0-1,0 0,0 0,0 0,0 0,0-1,0 1,0 0,0 0,0-1,0 1,1 0,-1-1,0 0,0 1,1-1,-1 0,0 1,1-1,-1 0,0 0,1 0,-1 0,0 0,1 0,-1-1,0 1,1 0,-1-1,0 1,1-1,-1 1,0-1,0 0,0 1,0-1,0 0,1 0,11-11,1-1,-2 0,0-1,0-1,-2 0,0 0,4-9,-7 12,47-82,-44 91,-8 22,-2-17,0 13,0 1,2 0,0 0,0-1,2 1,3 12,-5-25,-1 1,0-1,1 0,-1 1,1-1,0 0,0 0,0 0,1 0,-1-1,1 1,-1-1,1 1,0-1,0 0,0 0,0 0,1 0,-1-1,0 1,1-1,-1 0,1 0,-1 0,1-1,-1 1,1-1,0 0,-1 0,1 0,0 0,3-1,-3 0,1 0,0-1,-1 1,1-1,-1 0,1 0,-1 0,0-1,0 0,0 0,0 0,-1 0,1 0,-1-1,0 1,0-1,0 0,0 0,-1 0,1-1,-1 1,0-1,4-8,-1 1,-1-1,0 0,-1 0,-1-1,0 1,0-5,3 6,3 25,-2-1,1-3,1 0,0 0,0 0,1-1,0-1,1 1,-1-1,2-1,-1 0,0 0,1-1,0-1,1 1,-1-2,1 0,-1 0,1-1,8 0,42 8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2.80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19 87,'-4'8,"1"1,0 0,1 0,0 0,0 0,1 1,0-1,1 0,0 1,0-1,1 0,0 1,1-1,0 0,0 0,1 0,3 5,-4-11,1 0,-1 0,1-1,0 1,0-1,0 0,0 0,0 0,1-1,-1 1,0-1,1 1,-1-1,1 0,0 0,-1-1,1 1,0-1,-1 0,1 0,0 0,0 0,-1-1,1 0,2 0,3-1,-1 0,0-1,1 0,-1 0,0-1,-1 0,1 0,-1-1,0 0,4-3,-7 4,0 1,0-1,0-1,-1 1,0 0,0-1,0 0,0 1,-1-1,0 0,0-1,0 1,0 0,-1 0,0-1,0 1,-1-1,1 1,-1-1,0 1,-1-1,1 1,-1-1,0 1,0 0,-1-1,0 1,0 0,0 0,0 0,-1 0,0 1,0-1,0 1,-1-1,1 1,-4-2,2 0,-1 1,0 0,0 0,0 1,0 0,-1 0,1 0,-1 1,0 0,0 0,-1 1,1 0,-3 0,7 1,0 1,-1-1,1 1,0 0,-1 0,1 0,0 1,-1-1,1 1,0 0,0 0,0 0,-1 0,1 1,0-1,1 1,-1 0,0-1,0 2,1-1,-1 0,1 0,0 1,-1-1,1 1,0 0,0-1,1 1,-1 0,0 3,-1-1,1 0,1 0,-1 0,1 1,0-1,0 1,0-1,1 1,0-1,0 1,0-1,0 1,1-1,0 0,1 1,-1-1,1 0,0 0,2 4,13 21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3.08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1,'21'6,"15"6,11 2,7 1,-2 0,-4 0,-11 2,-12-2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3.34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19,'20'3,"21"0,24-3,21-5,18-5,-7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4.69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364 1,'-25'14,"-20"15,-11 20,-5 16,1 18,8 18,13 12,16 5,20-2,20-9,19-11,14-13,11-17,1-16,-10-17</inkml:trace>
  <inkml:trace contextRef="#ctx0" brushRef="#br0" timeOffset="238.408">524 348,'5'21,"7"18,12 13,11 10,10 3,9 0,5-2,1-8,-5-5,-7-13,-12-9,-12-9</inkml:trace>
  <inkml:trace contextRef="#ctx0" brushRef="#br0" timeOffset="519.655">912 376,'-14'16,"-11"16,-10 15,-9 14,-3 12,1 8,5 2,6-1,9-9,10-16</inkml:trace>
  <inkml:trace contextRef="#ctx0" brushRef="#br0" timeOffset="768.988">1139 884,'5'-14,"3"-11,1-6,-1-2,0 5,-2 10,-1 17,-1 14,-3 15,0 11,-1 8,5 3,5 0,8-2,8-2,6-4,-2-10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3.55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117 0,'9'16,"10"19,11 17,9 13,7 10,8 3,3-3,-2-6,-2-12,-9-12,-11-15</inkml:trace>
  <inkml:trace contextRef="#ctx0" brushRef="#br0" timeOffset="171.542">492 41,'-19'25,"-14"24,-13 24,-13 21,-12 13,-6 6,2-5,11-15,17-22</inkml:trace>
  <inkml:trace contextRef="#ctx0" brushRef="#br0" timeOffset="421.873">839 375,'-16'41,"6"-19,1 1,1 0,1 0,2 0,0 1,1 0,0 17,3-38,1-1,0 1,0 0,0-1,1 1,-1-1,0 1,1-1,0 1,0-1,0 1,0-1,0 0,0 1,0-1,1 0,-1 0,1 0,0 0,0 0,-1 0,1 0,0-1,0 1,1-1,-1 1,0-1,0 0,1 0,-1 0,1 0,-1-1,1 1,-1 0,1-1,2 0,9-1,-1-1,1 0,0-1,-1-1,0 0,0-1,0 0,-1-1,0-1,0 0,0 0,-1-1,0-1,0 0,8-9,-7 5,0 1,0-2,-1 1,-1-2,0 1,-1-1,-1-1,0 1,3-12,-8 20,-1 0,1 0,-1 0,-1-1,1 1,-1-1,-1 1,1-1,-1 1,-1-1,1 1,-1-1,-1 1,1-1,-1 1,-1 0,1 0,-1 0,0 0,-1 0,0 1,0-1,-2-1,2 3,0 1,0-1,-1 1,0 0,0 0,0 1,0-1,-1 1,1 0,-1 1,0-1,0 1,0 0,0 1,0-1,0 1,0 1,-1-1,1 1,0 0,-1 0,1 1,0 0,0 0,-4 1,1 1,-1-1,1 2,0 0,0 0,1 0,-1 1,1 0,0 1,0 0,1 0,-1 1,2 0,-1 0,1 1,0-1,-1 2,3-3,0 0,0 0,1 0,0 0,0 0,0 1,1 0,-1-1,2 1,-1 0,1 0,0 0,0 0,1 0,0 0,1 0,-1 0,1 0,0 0,1 0,0-1,0 1,0 0,1-1,0 1,0-1,1 0,-1 0,2 0,-1-1,0 0,2 1,44 26,4-11</inkml:trace>
  <inkml:trace contextRef="#ctx0" brushRef="#br0" timeOffset="850.92">1507 228,'-9'47,"3"1,1-1,3 1,1 7,1-37,-1 39,3 1,2-1,5 12,-9-69,1 0,-1-1,0 1,0 0,1 0,-1 0,0 0,1 0,-1 0,0 0,1 0,-1 0,0 0,1 0,-1 0,0 0,0 1,1-1,-1 0,0 0,1 0,-1 0,-6-337,4 317,1 0,2 0,0 0,1-1,0 1,2 0,1 1,0-1,1 1,1 0,1 0,10-15,-15 30,0 0,0 1,1-1,-1 1,1 0,0 0,0 0,0 0,0 1,1-1,-1 1,1 0,-1 1,1-1,0 1,-1 0,1 0,0 0,0 1,0-1,0 1,0 1,0-1,0 1,-1-1,1 1,0 1,0-1,-1 1,1 0,-1 0,5 2,1 2,0-1,-1 1,1 1,-1 0,-1 0,1 1,-1 0,-1 0,1 1,-1 0,-1 0,0 1,0-1,-1 2,-2-6,-1 0,-1 0,1 1,-1-1,0 1,0-1,-1 1,1 0,-1-1,-1 1,1-1,-1 1,0-1,0 1,0-1,-1 1,0-1,0 0,0 0,-1 0,0 0,0 0,0 0,-91 96,93-101,-40 35,-70 75,109-109,1 0,0 1,-1 0,1-1,0 1,0-1,0 1,0 0,0 0,1 0,-1-1,1 1,-1 0,1 0,-1 0,1 0,0 0,0 0,0 0,0 0,0 0,1 0,-1 0,0 0,1 0,0 0,-1-1,1 1,0 0,0 0,0 0,0-1,0 1,0-1,1 1,-1-1,0 1,1-1,0 0,-1 0,1 1,11 4,0 0,1-2,0 1,-1-1,1-1,1-1,-1 0,0 0,1-2,7 0,-10 1,101 0,94-11,-104 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2.0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94 37,'0'21,"0"17,0 14,0 13,0 7,0 9,0 3,-2-1,-4-5,-2-9,0-17</inkml:trace>
  <inkml:trace contextRef="#ctx0" brushRef="#br0" timeOffset="273.27">0 786,'0'-2,"5"-1,8 0,10 1,12 0,10 1,7 0,4-1,-1-1,-10 0</inkml:trace>
  <inkml:trace contextRef="#ctx0" brushRef="#br0" timeOffset="536.722">0 37,'23'-7,"21"-2,21 0,13 2,-6 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0.27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202 640,'-5'-3,"1"1,-1-1,0 1,0-1,0 1,0 1,0-1,-1 1,1 0,0 0,-1 0,1 1,0 0,-1 0,1 0,-1 1,1 0,0 0,-1 0,1 1,0-1,0 1,0 0,0 1,0-1,1 1,-1 0,1 0,-4 4,2 0,1 1,0-1,1 1,-1 0,2 0,-1 1,1-1,0 1,1-1,0 1,0 0,1 0,0 0,1 0,0 5,0-12,0 0,0 0,1 0,-1 0,1 0,-1 0,1 0,0 0,0 0,0 0,0 0,0 0,0-1,0 1,0 0,1-1,-1 1,1-1,-1 0,1 1,0-1,-1 0,1 0,0 0,0 0,0 0,0 0,0-1,0 1,0-1,0 1,0-1,0 0,0 0,0 0,0 0,0 0,0 0,0 0,0-1,0 1,0-1,0 0,0 1,0-1,0 0,0 0,0 0,-1 0,2-2,14-9,0 0,-2-1,1-1,-2-1,0 0,-1 0,0-2,-1 0,-1 0,-1-1,0 0,-2 0,5-13,-2 0,0-1,-3 0,0 0,-2-1,-2 0,-1 0,-1 0,-2 0,-1 0,-2 0,-1 0,-1 0,-27-54,32 86,0 0,-1 0,1 0,0 0,-1 0,1 0,-1 0,1 0,-1 0,0 0,0 0,1 0,-1 1,0-1,0 0,0 0,0 1,0-1,0 0,0 1,0-1,0 1,0 0,0-1,0 1,0 0,0-1,0 1,0 0,-1 0,1 0,0 0,0 0,0 0,0 1,0-1,0 0,-1 0,1 1,0-1,0 1,0-1,0 1,0-1,0 1,0 0,1 0,-1-1,0 1,0 0,0 0,1 0,-1 0,0 0,1 0,-1 0,1 0,-1 0,1 0,0 0,-1 0,1 0,0 0,0 1,-7 17,1 1,2 1,0-1,1 1,1 0,0-1,2 8,-1-2,-4 30,3-1,2 1,3 0,2 0,2-1,14 49,-19-97,0 0,0 0,0-1,1 1,0-1,0 0,1 1,0-1,0-1,0 1,1-1,-1 1,1-1,1-1,-1 1,1-1,0 0,0 0,0-1,0 1,0-1,1-1,0 1,-1-1,1 0,0-1,0 0,1 0,5-1,0-1,-1-1,1 0,-1-1,1-1,-1 0,0 0,0-1,-1-1,1 1,-1-2,-1 0,1 0,-1-1,0 0,-1-1,0 0,0-1,-1 0,0 0,-1 0,0-1,-1 0,0-1,-1 1,0-1,3-12,-6 20,-1 0,0 0,0-1,0 1,0 0,-1 0,0-1,0 1,0 0,0-1,-1 1,1 0,-1-1,0 1,0 0,-1 0,1 0,-1 0,0 0,0 0,-1 0,1 1,-1-1,1 1,-1 0,0 0,0 0,-1 0,1 0,-1 0,1 1,-1 0,0 0,0 0,0 0,0 1,-1-1,1 2,0 1,0-1,0 1,1 0,-1 0,0 0,0 1,1-1,-1 1,1 0,0 0,-1 0,1 1,0-1,0 1,1-1,-1 1,0 0,1 0,0 0,0 1,0-1,0 1,-1 1,-1 3,0 1,0-1,1 1,0 0,1 0,0 0,0 0,1 0,0 0,1 1,0-5,1 1,-1 0,1 0,1-1,-1 1,1-1,0 1,0-1,1 0,0 0,-1 0,2 0,-1 0,1 0,-1-1,1 0,0 0,1 0,-1 0,1-1,-1 1,1-1,0-1,1 1,-1 0,1-1,12 5,0 0,1-2,-1 0,1-1,0-1,0-1,7 0,71-2,-5-5</inkml:trace>
  <inkml:trace contextRef="#ctx0" brushRef="#br0" timeOffset="749.045">1271 520,'-5'0,"0"1,0-1,0 1,-1 0,2 0,-1 1,0-1,0 1,0 0,1 1,-1-1,1 1,-1 0,1 0,0 0,0 0,1 1,-1 0,1-1,0 1,0 1,0-1,0 0,1 1,-1-1,1 1,0 0,1 0,-1 0,1 2,-1-2,1 1,0-1,0 1,0 0,1-1,0 1,0 0,0-1,1 1,-1 0,2-1,-1 1,0 0,1-1,0 0,1 1,-1-1,1 0,0 0,0-1,0 1,1 0,0-1,0 0,0 0,0 0,2 1,-1-5,0 0,0 0,0-1,0 1,-1-1,1 0,0 0,-1-1,1 1,0-1,-1 0,0-1,0 1,1-1,-1 1,-1-1,1 0,0-1,-1 1,0-1,1 1,-1-1,-1 0,1 0,-1-1,1 1,-1 0,1-4,9-19,-1-1,-1 0,-2-1,-1 0,-1 0,-1-1,-2 1,-1-1,-1 0,-1 0,-2 1,-1-1,-5-16,4 6,-2 1,-2-1,-2 1,-1 0,-7-11,18 50,0-1,1 1,-1-1,0 1,0-1,0 1,0-1,0 1,0-1,0 1,-1-1,1 1,0-1,0 1,0-1,0 1,-1-1,1 1,0-1,0 1,-1 0,1-1,0 1,-1-1,1 1,0 0,-1-1,1 1,-1 0,1 0,-1-1,1 1,0 0,-1 0,1 0,-1-1,1 1,-1 0,1 0,-1 0,1 0,-1 0,1 0,-1 0,1 0,-1 0,1 0,-1 0,1 1,-1-1,1 0,-1 0,1 0,-1 1,1-1,-1 0,1 0,0 1,-1-1,1 1,-10 31,2 41,4 0,4 38,0-55,0-43,-2 28,2 1,1-1,3 1,1-1,2 0,2 0,1-1,3 1,-12-37,0 0,1 1,-1-1,1 0,0 0,0 0,1 0,-1 0,1-1,0 1,0-1,0 0,0 1,0-1,1-1,-1 1,1 0,0-1,0 0,0 0,0 0,0 0,1-1,-1 0,0 0,1 0,-1 0,1-1,-1 1,1-1,0 0,6-5,-1-1,0 0,0 0,0-1,-1 0,0 0,0-1,-1-1,0 1,-1-1,0 0,0-1,-1 0,0 0,0-1,-1 1,0-2,34-83,-33 124,-7-18,1 1,0-1,1 1,0-1,1 0,0 0,0 1,1-1,1-1,0 1,1 0,0-1,0 0,1 0,0-1,1 1,5 4,-10-12,1 0,-1 0,1 0,0-1,0 1,0-1,0 0,0 0,0 0,0 0,0 0,0-1,1 0,-1 1,0-1,0 0,1 0,-1-1,0 1,0-1,0 0,0 0,0 0,0 0,0 0,0 0,0-1,0 0,0 1,-1-1,1 0,-1 0,1-1,-1 1,0 0,6-7,0 0,-1 0,1 0,-2-1,0 0,0 0,-1-1,0 0,0-2,3-11,0 0,-2-1,-1 0,-2 0,2-20,-6 248,1-198,0 1,0-1,1 0,0 0,0 0,0 0,1 0,-1 0,1 0,0 0,1-1,-1 1,1-1,0 0,0 1,0-1,0-1,1 1,0 0,0-1,0 0,0 1,15 4</inkml:trace>
  <inkml:trace contextRef="#ctx0" brushRef="#br0" timeOffset="1161.687">2475 440,'-27'7,"1"1,0 1,1 1,0 1,1 2,0 0,-6 6,-7 15,37-33,-1 0,0-1,1 1,-1 0,1 0,0 0,-1 0,1 0,0 0,0 0,-1 0,1 0,0 1,0-1,0 0,0 0,0 0,1 0,-1 0,0 0,0 0,1 0,-1 0,0 0,1 0,-1 0,1 0,0 0,-1-1,1 1,0 0,-1 0,1 0,0-1,0 1,-1 0,1-1,0 1,0-1,0 1,0-1,1 1,16 7,1 0,0-1,1 0,-1-2,1-1,14 2,12 3,-33-6,6 0,0 1,0 1,0 0,-1 2,0 0,0 1,-1 1,0 0,8 7,-23-15,0 1,0-1,0 1,0-1,0 1,0 0,0 0,-1-1,1 1,-1 1,1-1,-1 0,0 0,0 0,0 1,0-1,0 0,0 1,-1-1,1 1,-1-1,0 1,0-1,0 1,0-1,0 1,0-1,-1 1,1-1,-1 1,0-1,0 1,0-1,0 0,0 1,0-1,0 0,-1 0,1 0,-1 0,0 0,1 0,-1-1,0 1,0-1,0 1,-1-1,-13 8,-2-2,1 0,-1-1,0 0,0-2,-1 0,1-1,-1-1,0-1,-13 0,-106 0,78-4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7.4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0,'16'21,"17"22,13 22,11 21,7 16,2 13,-4 10,-7 7,-14 5,-20 5,-32 5,-42 8,-47 4,-8-25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6.65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1 108,'18'18,"20"18,14 11,13 9,8 7,4 1,-3 2,-6-2,-11-4,-15-7,-15-6,-11-13</inkml:trace>
  <inkml:trace contextRef="#ctx0" brushRef="#br0" timeOffset="254.827">535 1,'-20'7,"-19"13,-15 18,-13 17,-7 16,4 14,8 8,13 5,16-6,22-14,12-20</inkml:trace>
  <inkml:trace contextRef="#ctx0" brushRef="#br0" timeOffset="518.126">816 696,'-2'4,"0"1,0-1,0 1,1 0,-1-1,1 1,1 0,-1 0,0 0,1 0,0 0,0 0,1 0,-1-1,1 1,0 0,1 0,-1 0,1-1,0 1,0-1,0 1,0-1,1 0,0 0,0 0,0 0,0 0,1-1,0 0,-1 1,1-1,2 1,3-3,-1 1,1-1,0-1,0 1,0-1,0-1,-1 0,1 0,0-1,0 0,-1 0,0-1,1 0,-1-1,0 1,0-2,-1 1,1-1,-1 0,0-1,0 1,-1-1,0-1,0 1,0-1,-1 0,0-1,0 1,-1-1,0 0,0 0,-1 0,0 0,-1-1,1-1,-2 4,0-1,-1 0,0 0,0 0,0 0,-1 0,0 0,0 1,-1-1,0 0,0 1,-1-1,1 1,-1 0,-1 0,1 0,-1 0,0 0,0 1,-1 0,0 0,0 0,0 1,0-1,-1 1,0 0,1 1,-2-1,1 1,0 0,0 1,-1 0,0 0,1 0,-1 1,0 0,0 0,0 0,0 1,1 0,-1 1,-4 0,3 0,0 1,0-1,0 2,1-1,-1 1,0 0,1 1,0 0,0 0,0 0,0 1,1 0,0 0,0 1,0-1,1 2,0-1,0 0,0 1,1 0,0 0,0 0,1 1,0-1,0 1,1 0,0 0,0 0,1 0,0 0,0 0,1 0,0 0,0 0,1 0,0 0,1 0,0 4,18 25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0:15.71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54,'27'2,"28"-4,22-5,16-5,9-2,-1 1,-11 5,-20 11,-21 5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0:15.97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97,'14'0,"20"-2,23-3,21-6,21-4,17-4,10 1,1 2,-22 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0:14.35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289 121,'-4'18,"-2"15,2 16,5 11,4 8,1 5,-1 1,0-1,-7-1,-2-14</inkml:trace>
  <inkml:trace contextRef="#ctx0" brushRef="#br0" timeOffset="249.331">102 936,'16'-2,"16"-3,13-3,9-1,7 0,2 1,-2 2,-8 2,-10 1,-12 2</inkml:trace>
  <inkml:trace contextRef="#ctx0" brushRef="#br0" timeOffset="519.608">75 0,'-16'3,"-7"2,0 5,10 6,18 2,20-2,25-3,24-4,18-9,11-4,-12-1</inkml:trace>
  <inkml:trace contextRef="#ctx0" brushRef="#br0" timeOffset="700.7">824 1204,'17'-394,"-2"301,-15 94,0-1,1 1,-1 0,1-1,-1 1,0 0,1-1,-1 1,1-1,0 1,-1-1,1 1,-1-1,1 1,0-1,-1 0,1 1,0-1,-1 0,1 1,0-1,0 0,-1 0,1 0,0 0,0 0,-1 0,1 0,0 0,0 0,-1 0,1 0,0 0,0 0,-1-1,1 1,0 0,0-1,-1 1,1 0,-1-1,1 1,0-1,-1 1,1-1,-1 1,1-1,-1 1,1-1,-1 0,1 1,-1-1,0 0,1 1,-1-1,0 0,0 0,1 1,-1-1,0 0,0 0,0 0,42 148,-28-84,40 112,-38-134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0:24.42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12,'20'3,"23"0,25-1,23 1,21-4,17-3,14-2,7 1,1 1,-25 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0:25.27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11 0,'4'16,"11"16,17 17,14 11,15 10,10 3,6-1,-2-4,-7-2,-8-5,-12-7,-14-7,-13-10,-10-11</inkml:trace>
  <inkml:trace contextRef="#ctx0" brushRef="#br0" timeOffset="178.886">506 26,'-21'7,"-15"14,-13 19,-10 20,-9 22,-1 16,2 10,7 3,14-6,16-22</inkml:trace>
  <inkml:trace contextRef="#ctx0" brushRef="#br0" timeOffset="486.192">759 655,'-1'7,"0"-1,1 1,0 0,0-1,0 1,1 0,0-1,0 1,1-1,-1 1,2-1,-1 1,1-1,0 0,0 0,0-1,1 1,0-1,0 1,0-1,1 0,0-1,0 1,7 0,0-1,0 0,1-1,-1 0,1-1,0-1,-1 0,1-1,0 0,0-1,0 0,-1-1,1 0,-1-1,1-1,-1 0,0 0,-1-1,1-1,-1 0,4-3,-1 2,0-1,-1-1,0 0,0-1,-1 0,0-1,0 0,-2-1,10-11,-17 19,0-1,-1 1,1 0,-1-1,0 1,0-1,0 0,0 0,-1 1,0-1,0 0,0 0,-1 0,0-1,0 1,0 0,0 0,-1 0,0 0,0 0,0 0,-1 1,1-1,-1 0,0 1,-1-1,1 1,-1-1,0 1,0 0,0 0,-3-2,-2-2,-1 0,0 1,0 0,0 1,-1 0,0 0,0 1,-1 1,1-1,-1 2,0-1,0 2,0-1,0 1,0 1,-1 0,1 1,-1 0,1 1,0 0,-1 1,1 0,0 0,0 1,0 1,1 0,-1 1,1 0,-9 6,9-3,0 1,0 0,2 0,-1 1,1 0,0 1,1 0,1 0,-1 1,-3 10,-17 48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0:24.82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1 349,'23'-3,"18"0,17-2,11 0,8-2,5 1,-3 1,-8-1,-16 0</inkml:trace>
  <inkml:trace contextRef="#ctx0" brushRef="#br0" timeOffset="202.455">334 1,'-6'25,"-6"24,1 22,1 17,2 10,6 3,5-1,6-4,2-18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0:23.61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40 54,'-3'13,"5"14,10 12,13 5,13 5,13 1,13-2,6 1,-2 0,-8 2,-11 1,-15-2,-18-4,-11-11</inkml:trace>
  <inkml:trace contextRef="#ctx0" brushRef="#br0" timeOffset="251.328">280 0,'-16'27,"-12"30,-8 25,-7 20,-3 10,2 2,6-7,9-22</inkml:trace>
  <inkml:trace contextRef="#ctx0" brushRef="#br0" timeOffset="518.158">801 575,'6'-267,"7"226,-12 42,0-1,0 0,0 1,0-1,0 0,0 1,0 0,0-1,0 1,0-1,0 1,0 0,0 0,-1-1,1 1,0 0,-1 0,1 0,0 0,-1 0,1 0,-1 0,0 0,1 0,-1 0,0 0,1 0,-1 1,0 0,0-2,13 44,-2 1,-2 0,-2 0,-2 0,-2 1,-2 35,-2-18,-2-1,-3 0,-5 11,-2-10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49:59.69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1802 1551,'794'0,"-445"-25,-231 11,1 6,-1 5,59 9,140 23,356-41,197 10,-334-36,-253 52,-274-14,-15-2,-8-1</inkml:trace>
  <inkml:trace contextRef="#ctx0" brushRef="#br0" timeOffset="-48800.587">5894 5749,'-11'265,"10"-35,30 227,-23-405,30 317,-14 30,-23-13,1-451,0 35</inkml:trace>
  <inkml:trace contextRef="#ctx0" brushRef="#br0" timeOffset="-47076.327">5920 6029,'-26'-467,"18"291,8 175,0-1,0 1,1-1,-1 1,1 0,-1-1,1 1,0 0,-1-1,1 1,0 0,0 0,0 0,0-1,0 1,0 0,0 1,0-1,0 0,1 0,-1 0,0 1,1-1,-1 0,0 1,1-1,-1 1,1 0,-1 0,1-1,-1 1,0 0,1 0,-1 0,1 0,-1 1,1-1,-1 0,1 1,-1-1,0 0,1 1,-1 0,0-1,1 1,-1 0,0 0,0 0,0 0,1 0,11 2,96 14,1-4,1-5,29-5,-12 0,671 7,-37-2,-632-4,1174 13,-163-1,-639-15,1106 44,-118 7,-218-41,-809-13,-181 2,-306 52,22 155,-33 232,31-313,6 0,5 0,8 20,58 506,29 287,-23-333,-77-588,2 23,1 1,2-1,2 0,1-1,13 30,1-28,-24-41,1 0,-1 0,1 0,-1 0,1 0,0 0,-1-1,1 1,0 0,0 0,-1-1,1 1,0 0,0-1,0 1,0-1,0 1,0-1,0 0,0 1,0-1,0 0,0 0,0 1,0-1,1 0,-1 0,0 0,0-1,0 1,0 0,0 0,0 0,0-1,0 1,0-1,0 1,0-1,9-9</inkml:trace>
  <inkml:trace contextRef="#ctx0" brushRef="#br0" timeOffset="-44616.215">5987 7795,'0'0,"1"0,-1 0,0 0,0 0,0 0,1 0,-1 1,0-1,0 0,1 0,-1 0,0 0,0 0,1 0,-1 0,0 0,0 0,1 0,-1 0,0 0,0 0,1-1,-1 1,0 0,0 0,1 0,-1 0,0 0,0 0,0-1,1 1,-1 0,0 0,0 0,0 0,0-1,1 1,-1 0,0 0,0-1,0 1,0 0,0 0,0-1,0 1,0 0,1 0,-1-1,0 1,0 0,0 0,0-1,0 1,-1 0,1 0,0-1,12 24,15 178,67 377,-65-425,-9-30,-6 0,-5 1,-6 38,3 54,-6-213,0 0,0 0,0 0,0-1,1 1,-1 0,1 0,0 0,-1-1,1 1,1 0,-1-1,0 1,1-1,-1 1,1-1,0 0,0 0,0 0,0 0,0 0,0 0,0 0,1-1,-1 1,1-1,-1 1,1-1,0 0,-1 0,1 0,0-1,0 1,1 0,158-24,-12 1,280 12,546-67,-726 62,514-17,1588 33,-1536 16,70-7,-170 29,-316-43,109-27,105 14,-380 16,383-12,-192 13,-388 5,-49-2,0-4</inkml:trace>
  <inkml:trace contextRef="#ctx0" brushRef="#br0" timeOffset="-43680.049">8929 3797,'3'58,"3"1,3-1,2-1,11 29,4 28,17 134,-9 17,-13-93,32 352,-45-479,-2-36</inkml:trace>
  <inkml:trace contextRef="#ctx0" brushRef="#br0" timeOffset="-42848.929">13193 3597,'25'226,"-11"-134,65 525,-45-424,-1-13,-9 1,-5 23,-17-140,-1-12</inkml:trace>
  <inkml:trace contextRef="#ctx0" brushRef="#br0" timeOffset="-42022.221">9196 5962,'-5'16,"-1"12,0 11,2 7,1 5,3 3,2 2,2-3,2-2,-2-4,0-10</inkml:trace>
  <inkml:trace contextRef="#ctx0" brushRef="#br0" timeOffset="-41767.919">9142 6524,'0'-2,"2"-1,8 0,9 1,8 0,8 1,6 1,4 0,0 0,-2 0,-3 0,-8 0</inkml:trace>
  <inkml:trace contextRef="#ctx0" brushRef="#br0" timeOffset="-41522.576">9062 5842,'11'-2,"21"-3,19-3,18-3,13 1,-8 2</inkml:trace>
  <inkml:trace contextRef="#ctx0" brushRef="#br0" timeOffset="-41250.303">9610 6497,'3'10,"0"-1,0 1,1-1,1 0,0 0,0 0,0-1,1 0,1 0,-1 0,1-1,0 0,1 0,0-1,0 0,0 0,1-1,-1 0,1-1,1 0,-1 0,1-1,-1 0,1 0,0-1,0-1,0 1,0-2,0 1,0-2,0 1,0-1,9-2,-16 3,0-1,1 1,-1 0,0-1,0 0,0 0,0 0,0 0,0 0,0 0,0-1,0 0,-1 1,1-1,0 0,-1 0,0 0,1-1,-1 1,0-1,0 1,-1-1,1 1,0-1,-1 0,1 0,-1 0,0 0,0 0,0 0,-1 0,1-1,-1 1,0 0,0 0,0 0,0-1,0 1,-1 0,1 0,-7-9,0 0,-1 1,0 0,-1 1,0 0,-1 0,0 1,0 0,-1 0,0 1,-1 1,0 0,0 1,0 0,-9-2,3-1,0 1,0 0,-1 2,0 0,-1 2,1 0,-1 1,-2 0,20 3,-1-1,1 1,-1-1,0 1,1 0,-1 0,1 0,-1 1,1-1,-1 1,1-1,-1 1,1 0,-1 0,1 0,0 0,-1 0,1 1,0-1,0 1,0-1,0 1,0 0,0 0,0 0,1 0,-1 0,1 0,0 0,-1 0,1 1,0-1,0 0,0 1,1-1,-1 1,1 0,-1 0,10 34,8-2</inkml:trace>
  <inkml:trace contextRef="#ctx0" brushRef="#br0" timeOffset="-40635.942">13594 6083,'0'20,"5"19,3 13,3 12,2 7,-2-1,-2-2,-3-6,-2-9,-2-14</inkml:trace>
  <inkml:trace contextRef="#ctx0" brushRef="#br0" timeOffset="-40381.93">13527 6671,'20'0,"19"0,16 0,10 0,5 0,-2 0,-9 0,-13 0</inkml:trace>
  <inkml:trace contextRef="#ctx0" brushRef="#br0" timeOffset="-40124.42">13541 5976,'2'2,"8"3,13 4,17-1,15-1,9-2,-6-2</inkml:trace>
  <inkml:trace contextRef="#ctx0" brushRef="#br0" timeOffset="-39890.009">14142 6685,'19'-54,"-3"-1,-2 0,-2-1,-3 0,0-38,-10 85,-3 21,-7 46,2-1,2 1,4 0,2 37,3-38,2-1,2 0,3-1,13 43,-7-43</inkml:trace>
  <inkml:trace contextRef="#ctx0" brushRef="#br0" timeOffset="-38634.959">6536 7273,'-14'-1,"0"0,0 0,0 2,0 0,0 0,0 1,0 1,1 0,-1 1,1 1,0 0,0 0,0 2,1-1,0 2,-5 3,1-2,0 0,1 2,0-1,1 2,1 0,-1 0,2 2,0-1,0 1,2 1,0 0,0 1,1 0,-1 6,9-18,-1 1,2-1,-1 1,0-1,1 1,0 0,0-1,0 1,1-1,0 1,0 0,0-1,0 1,1-1,-1 0,1 1,0-1,0 0,1 0,-1 0,1-1,0 1,0-1,0 1,1-1,-1 0,1 0,0 0,0-1,0 1,0-1,2 1,15 7,0 0,0-1,1-2,0 0,23 4,91 11,-92-16,0 1,-1 2,0 2,-1 2,-39-13,0 1,0-1,0 1,0 0,0 0,0 0,0 0,0 0,-1 1,1-1,0 1,-1 0,1 0,-1 0,0 0,0 0,0 0,0 0,0 1,0-1,0 1,-1 0,1-1,-1 1,0 0,0 0,0 0,0 0,-1 0,1 0,-1 0,0 0,1 0,-1 0,-1 0,1 0,0 0,-1 0,0 0,1 0,-1 0,0 0,-2 2,-7 8,-2 0,0-1,0-1,-1 0,-1 0,1-2,-2 1,1-2,-1 0,-1-1,-7 3,-2 2,0-1,-1 0,-1-2,0-2,0 0,0-2,-1 0,-27 0,54-5,1 0,-1 1,0-1,1 0,-1 0,0 1,1-1,-1 0,0 0,1 0,-1 0,0 0,1 0,-1 0,0 0,1 0,-1 0,0 0,1-1,-1 1,0 0,1 0,-1-1,0 1,1 0,-1-1,1 1,-1 0,1-1,-1 1,1-1,-1 1,1-1,-1 1,1-1,0 0,-1 1,1-1,0 1,-1-1,1 0,0 1,0-1,0 0,-1 0,17-5,4 1</inkml:trace>
  <inkml:trace contextRef="#ctx0" brushRef="#br0" timeOffset="-38328.598">6869 8035,'77'11,"-47"-6,0-1,0-1,1-2,28-2,-55 1,-1 0,1-1,-1 1,0-1,1 0,-1 0,0 0,1-1,-1 1,0-1,0 0,0 0,0 0,-1 0,1 0,0-1,-1 1,0-1,1 1,-1-1,0 0,0 0,-1 0,1 0,-1 0,1-1,-1 1,0 0,0-1,-1 1,1-1,-1 1,1-1,-1 1,0-1,0 1,-1-1,1 1,-1 0,0-1,0 1,0-1,-4-11,0 1,0-1,-2 2,0-1,0 1,-1 0,-1 0,0 1,-1 0,0 1,-1 0,0 0,-1 2,0-1,0 1,-1 1,0 0,-1 1,-10-4,18 9,-1 0,1 1,0 0,-1 0,0 0,1 1,-1 0,1 0,-1 1,1 0,-1 0,1 0,-1 1,1 0,0 0,0 1,0-1,0 1,0 1,1-1,0 1,-1 0,1 0,0 1,1-1,-1 1,1 0,0 0,0 1,1-1,-8 11,2 0,0 0,0 0,2 1,0 1,0 3,-11 39</inkml:trace>
  <inkml:trace contextRef="#ctx0" brushRef="#br0" timeOffset="-37253.53">10786 7460,'-1'44,"1"-1,2 0,2 1,2-1,2-1,11 35,1-1,-15-66,-4-15,-4-18,2 19,-15-79,2 0,5-1,2-24,16 0,-9 109,0-1,0 0,1 0,-1 1,0-1,1 0,-1 0,0 0,0 1,1-1,-1 0,0 0,1 0,-1 0,0 0,1 0,-1 0,0 0,1 1,-1-1,0 0,1 0,-1-1,0 1,1 0,-1 0,0 0,1 0,-1 0,0 0,1 0,-1 0,0-1,1 1,-1 0,0 0,0 0,1-1,-1 1,0 0,0 0,1-1,-1 1,0 0,0-1,0 1,1 0,-1 0,0-1,0 1,0 0,0-1,0 1,0 0,0-1,0 1,0-1,0 1,0 0,0-1,0 1,0 0,10 30,-10-30,10 45,27 80,-34-119,-1-1,1 0,0 0,0 0,1 0,0 0,0-1,0 1,0-1,1 0,-1 0,1-1,0 1,0-1,0 0,1-1,-1 1,1-1,4 1,-4-2,0 0,0-1,-1 0,1 0,0-1,0 1,0-1,-1-1,1 1,0-1,-1 0,0 0,1 0,-1-1,0 0,0 0,0 0,-1-1,1 0,-1 1,0-2,1 0,20-20</inkml:trace>
  <inkml:trace contextRef="#ctx0" brushRef="#br0" timeOffset="-36804.966">11254 7327,'17'132,"-6"-67,3-1,3-1,18 43,12 40,-41-112,-12-37</inkml:trace>
  <inkml:trace contextRef="#ctx0" brushRef="#br0" timeOffset="-36543.665">11241 7420,'-2'7,"-8"11,-9 14,-10 11,-7 9,-4 7,-1 1,6-4,8-6,9-12</inkml:trace>
  <inkml:trace contextRef="#ctx0" brushRef="#br0" timeOffset="-36166.157">11562 7527,'-3'25,"0"1,2 0,1-1,1 1,1 0,1-1,2 1,0-1,2 0,0 0,2-1,5 8,-7-11,1-1,1 0,2-1,-1 0,2 0,1-1,0 0,-11-17,-1 0,0 1,0-1,0 0,1 0,-1 0,1 0,-1 0,1 0,-1 0,1 0,0-1,-1 1,1-1,0 1,-1-1,1 0,0 1,0-1,-1 0,1 0,0 0,0 0,-1-1,1 1,0 0,0-1,-1 1,1-1,-1 0,1 0,0 1,-1-1,1 0,-1 0,0 0,1 0,-1-1,0 1,0 0,1-1,-1 1,0 0,0-1,-1 0,1 1,0-1,0 0,15-27,-1 0,-2-1,-1 0,-1-1,-2 0,-1-1,0-4,0 4,-2-1,-1 1,-1-1,-2 0,-1 0,-2 0,-2-13,-5 17,6 30</inkml:trace>
  <inkml:trace contextRef="#ctx0" brushRef="#br0" timeOffset="-35956.696">12123 7514,'12'20,"10"14,10 10,12 7,7 3,6 2,3-1,-2-7,-7-5,-9-9,-12-10</inkml:trace>
  <inkml:trace contextRef="#ctx0" brushRef="#br0" timeOffset="-35787.172">12537 7460,'-20'-2,"-14"6,-10 15,-9 22,-4 21,-4 18,1 14,6 5,11-4,12-17</inkml:trace>
  <inkml:trace contextRef="#ctx0" brushRef="#br0" timeOffset="-35266.481">13340 7567,'0'-2,"1"1,0-1,0 1,0-1,0 0,0 1,0 0,0-1,1 1,-1 0,1-1,-1 1,0 0,1 0,0 0,-1 0,1 1,0-1,-1 0,1 1,0-1,0 1,-1-1,1 1,0 0,0 0,0 0,0 0,-1 0,1 0,0 1,0-1,0 0,-1 1,1 0,0-1,0 1,-1 0,1 0,0 0,2 1,0 1,0-1,0 1,0 0,0 0,-1 0,1 1,-1-1,0 1,0-1,0 1,-1 0,1 1,-1-1,0 0,0 1,0-1,-1 1,0-1,0 1,0 0,0-1,-1 1,1 0,-1 6,0 1,0-1,-1 0,0 0,-1 0,0 1,-1-2,0 1,-4 8,-5 5,-2 0,0-1,-1-1,-1 0,-1-1,-14 13,-28 36,59-70,-1 1,-1-1,1 1,0 0,0-1,0 1,0 0,0 0,0 0,0 0,0 0,0 0,0 0,0 0,1 0,-1 1,0-1,1 0,-1 0,1 1,-1-1,1 0,0 1,0-1,-1 0,1 1,0-1,0 0,0 1,0-1,1 0,-1 1,0-1,1 0,-1 1,1-1,-1 0,1 1,-1-1,1 0,0 0,0 0,-1 0,1 0,0 0,0 0,0 0,0 0,0 0,1 0,0 0,18 2,0-1,0 0,0-2,0 0,0-1,0-1,5-2,-7 2,119-20,-75 8</inkml:trace>
  <inkml:trace contextRef="#ctx0" brushRef="#br0" timeOffset="-34936.024">13968 7580,'-30'25,"29"-25,1 1,-1-1,1 1,-1 0,1-1,-1 1,1-1,0 1,-1 0,1 0,0-1,-1 1,1 0,0 0,0-1,0 1,0 0,0 0,0-1,0 1,0 0,0 0,0-1,0 1,0 0,0 0,1-1,-1 1,0 0,1 0,-1-1,0 1,1 0,-1-1,1 1,-1-1,1 1,-1-1,1 1,-1-1,1 1,0-1,-1 1,1-1,0 1,0-1,3 2,1 0,0 0,-1-1,1 0,0 0,0 0,0 0,0-1,0 0,0 0,0 0,0-1,0 1,0-1,1-1,-4 2,0 0,1-1,-1 0,0 1,0-1,0 0,0 0,0 0,0 0,0 0,0-1,0 1,0-1,-1 1,1-1,-1 1,1-1,-1 0,0 0,1 0,-1 0,0 0,0 0,0 0,-1 0,1 0,0-1,-1 1,0 0,1 0,-1-1,0 1,0 0,0-1,-3-3,0 1,0 0,0 0,0 0,-1 0,0 0,0 1,0-1,-1 1,0 0,1 1,-1-1,-1 1,1 0,0 0,-1 1,1-1,-1 1,0 0,0 1,0-1,0 1,0 1,-4-1,7 0,1 0,0 0,-1 0,1 1,0-1,-1 0,1 1,-1 0,1 0,-1 0,1 0,-1 0,1 0,-1 1,1-1,-1 1,1 0,0-1,-1 1,1 0,0 0,0 1,0-1,-1 0,1 1,1-1,-1 1,0 0,0 0,1 0,-1 0,1 0,-1 0,1 0,0 0,0 0,0 1,0 0,-3 20</inkml:trace>
  <inkml:trace contextRef="#ctx0" brushRef="#br0" timeOffset="-34682.692">14022 8048,'7'0,"6"-2,4-6,-1-3,-4-2,-3-4,-8-1,-9 3,-7 3,-7 4,-5 6,0 8,1 7,6 6,8 4,15 1,17-2,4-4</inkml:trace>
  <inkml:trace contextRef="#ctx0" brushRef="#br0" timeOffset="-34435.36">14462 7727,'-1'-20,"1"1,1-1,1 1,0-1,1 1,2 0,0 0,0 0,2 1,0 0,1 0,1 1,1 0,0 0,13-14,-22 30,-1 0,0 0,1 0,-1 0,1 0,-1 0,1 0,0 0,-1 0,1 0,0 0,0 1,0-1,-1 0,1 0,0 1,0-1,0 1,0-1,0 1,0-1,0 1,0 0,1 0,-1-1,0 1,0 0,0 0,0 0,0 0,0 0,0 0,1 0,-1 1,0-1,0 0,0 1,0-1,0 0,0 1,0-1,0 1,0 0,0-1,-1 1,1 0,0 0,0-1,0 1,1 9,0 0,0-1,-1 1,-1 0,1 0,-1-1,-1 1,0 0,-1 0,1-1,-2 2,0 6,-10 64,1-15,2 1,4 0,2 0,5 55,6-61</inkml:trace>
  <inkml:trace contextRef="#ctx0" brushRef="#br0" timeOffset="-33888.8">11790 8557,'6'18,"12"12,10 12,11 4,8 1,7 0,4-6,1-10,0-10,-11-9</inkml:trace>
  <inkml:trace contextRef="#ctx0" brushRef="#br0" timeOffset="-33587.045">12431 8529,'-19'32,"-9"7,-1-2,-1-2,-2 0,-23 17,20-20,2 1,2 2,1 1,-16 27,41-57,1 1,0-1,0 1,0 0,1 0,0 0,1 1,-1-1,1 1,1 0,0-1,0 1,0 0,1 0,0 0,0-1,1 1,0 0,1 0,0-1,0 1,2 3,4 2,0 0,1-1,1 0,0-1,1 0,0 0,11 7,22 24,-13-7,-7-3</inkml:trace>
  <inkml:trace contextRef="#ctx0" brushRef="#br0" timeOffset="-32198.815">11442 9345,'1'-1,"0"1,0 0,0 0,0 0,0 0,-1 0,1 0,0 0,0 0,0 0,0 0,0 0,0 1,0-1,0 0,0 1,0-1,-1 0,1 1,0-1,0 1,0 0,-1-1,1 1,0 0,-1-1,1 1,-1 0,1 0,-1-1,1 1,-1 0,1 0,-1 0,0 0,1 0,-1-1,0 1,0 0,0 0,1 0,-1 0,0 0,-1 0,1 0,0 0,0 0,0 0,0 0,-1 0,1 0,0-1,-1 1,1 0,-1 0,1 0,16 327,110 845,-104-81,-23-706,6-196,25 144,-17-226,-9-75</inkml:trace>
  <inkml:trace contextRef="#ctx0" brushRef="#br0" timeOffset="-29244.603">2164 7727,'33'14,"0"-2,1-1,0-2,1-1,0-1,0-2,0-2,0-1,1-2,-1-1,15-4,-17 4,-10 1,1030-5,-798 8,106-18,-300 10,149-12,0 10,151 15,-297-2,0-2,1-3,-1-3,0-3,8-4,-37 4,1 2,-1 1,1 2,29 3,3 25,-51-17,-25-10</inkml:trace>
  <inkml:trace contextRef="#ctx0" brushRef="#br0" timeOffset="-24868.959">1081 7407,'2'15,"8"16,11 12,9 14,9 10,6 5,4 2,2-2,-2-6,-4-8,-6-10,-6-10,-8-13,-7-9</inkml:trace>
  <inkml:trace contextRef="#ctx0" brushRef="#br0" timeOffset="-24651.588">1402 7420,'-11'16,"-7"18,-4 21,-3 15,-2 11,-1 4,0 2,2-3,4-4,5-15</inkml:trace>
  <inkml:trace contextRef="#ctx0" brushRef="#br0" timeOffset="-24284.556">1669 7915,'4'-4,"0"1,1 0,-1 0,1 0,0 0,0 1,-1 0,2 0,-1 0,0 0,0 1,0 0,1 0,-1 1,1-1,-1 1,0 0,1 1,-1-1,1 1,-1 0,0 0,0 1,5 1,-5-1,-1 0,1 1,-1-1,1 1,-1 0,0 0,0 0,0 0,0 1,-1 0,1 0,-1 0,0 0,0 0,-1 0,1 1,-1 0,0-1,0 1,0 0,-1 0,0 0,0 0,0 0,0 0,-1 0,0 1,0-1,-1 0,1 0,-1 0,0 0,0 0,-1 0,-1 4,-9 20,-1 0,-2 0,-1-2,0 0,-3-1,0 0,-1-2,-4 3,-23 30,27-26,20-30,0 0,0 0,0-1,0 1,0 0,0 0,0-1,0 1,0 0,0-1,1 1,-1 0,0 0,0-1,1 1,-1 0,0-1,1 1,-1-1,1 1,-1 0,0-1,1 1,0-1,-1 1,1-1,-1 1,1-1,-1 0,1 1,0-1,-1 0,1 1,0-1,0 0,-1 0,1 0,0 0,-1 0,1 0,0 0,0 0,-1 0,1 0,1 0,15 0,0 0,0-1,0-1,0-1,-1 0,1-1,-1-1,2-1,8-1,60-18,-6 0</inkml:trace>
  <inkml:trace contextRef="#ctx0" brushRef="#br0" timeOffset="1044.733">1656 3196,'13'-8,"1"1,0 1,0 0,1 1,-1 1,1 0,0 1,0 0,1 2,-1-1,0 2,7 0,43-4,488-43,303-15,-233 37,-154 25,-466-1,1 1,0 0,-1 1,1-1,-1 1,1-1,-1 1,0 0,1 0,-1 1,0-1,0 1,1-1,-1 1,0 0,-1 0,3 2,1 3</inkml:trace>
  <inkml:trace contextRef="#ctx0" brushRef="#br0" timeOffset="2749.004">171 2874,'5'21,"8"17,14 15,12 6,15 6,8 0,4 0,-4-3,-6-6,-12-6,-12-9,-13-11</inkml:trace>
  <inkml:trace contextRef="#ctx0" brushRef="#br0" timeOffset="3001.329">546 2848,'-11'18,"-11"20,-8 19,-9 16,-4 14,-3 9,0 6,5-4,6-9,10-21</inkml:trace>
  <inkml:trace contextRef="#ctx0" brushRef="#br0" timeOffset="3250.182">680 3462,'1'8,"1"0,0 0,0-1,1 1,0-1,0 0,1 0,0 0,0 0,1 0,0-1,0 0,0 0,1 0,-1-1,2 0,-1 0,0 0,1-1,0 0,0 0,0-1,1 0,-1 0,1-1,-1 0,1 0,0 0,0-1,0-1,0 1,0-1,0-1,0 1,0-1,6-2,-7 2,1-1,-1 1,0-2,0 1,0-1,0 0,-1 0,1-1,-1 0,0 0,0 0,0-1,0 0,-1 0,0 0,0-1,0 0,-1 0,0 0,0 0,-1-1,1 0,-1 0,-1 1,1-2,-1 1,-1 0,1 0,-1-1,0 1,-1 0,0-1,0 1,-1-1,1 1,-2 0,1-1,-1 1,-1-2,-1-1,0 0,-1 0,-1 1,0 0,0 0,0 1,-1 0,0 0,-1 0,0 1,0 0,-1 1,1-1,-1 2,-1-1,1 1,-1 1,-6-3,9 5,0-1,0 1,0 1,0-1,0 1,-1 0,1 1,0 0,-1 0,1 0,0 1,0 0,0 1,-1-1,1 1,1 1,-1-1,0 1,1 0,-1 1,1 0,0 0,0 0,0 1,1-1,-1 1,-2 4,2-1,0 1,0-1,1 1,0 1,1-1,0 1,0-1,1 1,0 0,-1 10,-4 38</inkml:trace>
  <inkml:trace contextRef="#ctx0" brushRef="#br0" timeOffset="1703.187">12 1163,'16'19,"14"16,13 12,12 10,9 3,5 0,0-3,-2-6,-9-7,-11-8,-14-9,-12-9</inkml:trace>
  <inkml:trace contextRef="#ctx0" brushRef="#br0" timeOffset="1961.004">413 1150,'-14'21,"-11"19,-13 18,-9 14,-7 12,-5 4,2 1,5-3,13-12,11-18</inkml:trace>
  <inkml:trace contextRef="#ctx0" brushRef="#br0" timeOffset="2238.332">761 1672,'0'-14,"0"-11,0-6,0-5,0 0,0 1,0 4,0 10,2 18,1 17,2 22,0 19,0 17,-2 12,-1 7,-1 3,0-16</inkml:trace>
  <inkml:trace contextRef="#ctx0" brushRef="#br0" timeOffset="5479.389">4397 2968,'22'5,"1"0,0-2,0-1,0-1,1 0,16-3,9 1,191-15,-119 6,0 6,20 6,-18-1,506-1,-452 14,-77-15,-96-1,-4-1</inkml:trace>
  <inkml:trace contextRef="#ctx0" brushRef="#br0" timeOffset="6314.214">5826 1110,'15'4,"-1"2,-1-1,1 2,-1 0,0 0,0 1,-1 1,0 0,-1 1,7 7,-15-14,347 312,-311-280,-3 1,-1 2,-2 2,-1 1,-2 1,-3 1,-1 2,-2 0,-2 2,-2 1,-2 0,-3 1,1 10,-10-20,-1 1,-2-1,-2 1,-2-1,-1 1,-2-1,-2 0,-1 0,-2 0,-11 27,-1-10,-2 0,-3-2,-2 0,-3-2,-1-1,-30 33,-13 8,-4-2,-4-4,-77 59,81-89,79-56,1 0,-1-1,0 1,0 0,0-1,1 1,-1 0,0-1,0 1,0 0,0-1,1 1,-1 0,0-1,0 1,0-1,0 1,0 0,0-1,0 1,0-1,0 1,0 0,0-1,-1 1,1 0,0-1,0 1,0-1,0 1,-1 0,1-1,0 1,0 0,0 0,-1-1,1 1,0 0,-1-1,1 1,0 0,-1 0,1 0,0-1,-1 1,1 0,0 0,-1 0,1 0,-1 0,1 0,0 0,-1 0,21-30,5-4</inkml:trace>
  <inkml:trace contextRef="#ctx0" brushRef="#br0" timeOffset="7279.423">6362 1030,'15'2,"0"0,-1 1,1 0,-1 1,0 1,0 0,0 1,10 7,-19-11,33 17,-1 0,-1 3,0 1,-2 1,-1 2,-1 1,-1 2,-1 1,-2 2,-1 0,-2 2,-1 0,-2 2,-1 1,6 18,0 25,-4 0,-4 1,-3 1,-4 1,-4 0,-3 0,-3 1,-7 42,6-68,-2-1,-2 0,-3 1,-3-2,-2 1,-2-1,-3-1,-2-1,-3 0,-1-2,-29 47,13-44,-3-2,-3-2,-1-2,-2-2,-3-2,-1-2,-2-3,-2-2,-2-2,49-31,-11 8,-1-1,0-1,-1-1,-1-1,1-1,-6 1,14-10,24-11,17-9,7-2</inkml:trace>
  <inkml:trace contextRef="#ctx0" brushRef="#br0" timeOffset="8181.764">6642 1043,'134'27,"-9"-1,-2 6,0 5,-3 5,81 42,-125-42,-2 3,-1 4,-3 2,-2 4,-3 3,-2 2,-3 3,-3 3,30 46,20 69,-54-82,-29-69,-19-28</inkml:trace>
  <inkml:trace contextRef="#ctx0" brushRef="#br0" timeOffset="12966.285">6416 3543,'37'-3,"1"-1,-1-2,0-2,-1-1,24-10,-31 10,127-41,-2-7,-4-7,-2-6,33-27,-95 45,-2-4,-3-4,-2-3,-3-4,-3-3,3-9,-53 54,6-5,-2-2,-1 0,-1-2,0-4,-4 6,16-40,-34 64,1 1,-1 0,1-1,0 1,1 1,0-1,0 1,0 0,1 0,0 0,5-3,14-17,-21 21,1-1,-1 1,1 0,0 1,0-1,0 1,0 0,1 1,0-1,0 1,0 0,0 0,0 1,0 0,1 0,5-1,223-1,37-15,-270 18,0 1,0-1,0 1,0-1,1 1,-1 0,0 0,0 0,0 0,0 0,0 0,0 1,0-1,0 1,0-1,0 1,0 0,0 0,0 0,0 0,0 0,-1 0,1 0,0 1,-1-1,1 1,-1-1,0 1,1 0,-1-1,0 1,0 0,0 0,0 0,1 2,-7 123,-25 245,36-273,3-1,10 30,-3-26,-5 1,-4 5,1 111,5-5,0-100,-8-76,-3 0,-1 0,-1 0,-3 6,-10 34,8-169,-9-414,-2 308,12 184,3 29,21 291,-2 45,-16-284</inkml:trace>
  <inkml:trace contextRef="#ctx0" brushRef="#br0" timeOffset="30346.766">4129 1511,'-10'15,"3"-7,1 1,0-1,1 2,0-1,0 1,1-1,0 1,1 0,-2 9,5-18,0 1,1 0,-1-1,1 1,0 0,-1-1,1 1,0-1,0 1,0-1,0 1,0-1,0 0,1 1,-1-1,0 0,1 0,-1 0,1 0,-1 0,1 0,-1-1,1 1,0 0,-1-1,1 1,0-1,-1 0,1 1,0-1,0 0,-1 0,1 0,0 0,0-1,-1 1,1 0,0-1,-1 1,1-1,0 1,-1-1,1 0,-1 0,1 0,-1 0,1 0,-1 0,1-1,3-1,0-1,0 0,0 0,-1 0,1 0,-1-1,0 0,-1 0,1 0,-1-1,0 1,0-1,0 1,-1-1,0 0,0 0,-1 0,1 0,-1-1,-1 1,1-4,-1 6,1-1,-1 1,-1-1,1 1,-1-1,1 1,-1 0,-1-1,1 1,0 0,-1 0,0 0,0 0,0 0,-1 0,1 1,-1-1,0 1,0-1,0 1,0 0,-1 0,1 1,-1-1,0 1,1-1,-1 1,0 1,-1-1,-1 0,2 1,0 0,0 0,0 1,0-1,0 1,0 0,0 1,0-1,0 0,0 1,1 0,-1 0,0 0,0 1,0 0,1-1,-1 1,1 0,-1 0,1 1,0-1,0 1,0 0,0-1,0 1,1 1,0-1,-1 0,1 1,0-1,0 1,0 1,-2 2,1 0,0 0,1 0,-1 0,1 0,1 0,-1 1,1-1,0 0,1 1,0-1,0 1,1-1,0 1,0-1,1 0,0 4,2-5,0 1,0-1,1 1,-1-1,2 0,-1-1,0 1,1-1,0 0,0-1,1 0,-1 1,1-2,0 1,0-1,0 0,0-1,1 0,-1 0,1 0,-1-1,1 0,0 0,-1-1,1 0,0-1,-1 0,1 0,0 0,-1-1,1 0,-1 0,0-1,6-3,-9 3,0-1,0 0,-1 0,1 0,-1 0,0-1,0 1,0-1,-1 0,0 0,0 0,0 0,0 0,-1 0,0 0,0-1,0 1,-1 0,0-1,0 1,0 0,-1-1,1 1,-1 0,0-1,-1 1,0 0,1 0,-1 0,-1 0,1 1,-1-1,0 0,0 1,0 0,-1 0,0 0,1 0,-1 0,0 1,-1 0,1 0,-4-2,6 3,-1-1,0 0,0 1,0 0,0 0,0 0,0 0,0 0,-1 1,1-1,-1 1,0 0,1 0,-1 0,0 1,1-1,-1 1,0 0,0 0,1 0,-1 0,0 1,0 0,1 0,-1 0,1 0,-1 0,1 1,-1-1,1 1,0 0,0 0,-1 0,2 1,-1-1,0 1,0-1,1 1,-2 3,1 0,0 0,0 0,1 0,0 1,0-1,0 1,1-1,0 1,0-1,1 1,0 0,0-1,0 1,1 0,0-1,1 1,-1-1,1 1,0-1,1 0,-1 0,1 0,1 0,-1 0,1 0,0-1,0 0,0 0,1 0,0 0,0-1,0 0,1 0,-1 0,1-1,0 0,0 0,1 0,-6-2,0-1,1 1,-1-1,0 0,0 0,1 0,-1 0,0 0,0 0,1 0,-1 0,0 0,0-1,1 1,-1 0,0-1,0 1,0-1,0 1,0-1,0 0,0 1,0-1,0 0,0 0,0 0,0 0,0 0,0 0,-1 0,1 0,0 0,-1 0,1 0,-1 0,1-1,-1 1,0 0,1 0,-1 0,0-1,0 1,0 0,0 0,0-1,0 1,-1-1,-10-63,11 64,-20-71,-7-22,4 0,-2-42,17 65,2 1,4-1,3 0,6-36,0 66,2 1,2 0,15-37,1-7,-18 44,15-36,-21 74,-1 0,1 0,-1 1,1-1,0 1,0-1,0 1,0 0,0 0,0 0,0 0,0 1,0-1,0 1,0 0,1 0,-1 0,0 0,1 1,4-1,392-4,79 4,660 6,-494 45,107-49,-95 52,-345-46,-108-2,-9 40,-194-45,0-1,1 1,-1-1,1 0,-1 0,1 1,-1-1,1 0,-1 0,1 0,-1-1,1 1,-1 0,1 0,-1-1,1 1,-1-1,0 0,1 1,-1-1,0 0,0 0,1 1,-1-1,0 0,0 0,0 0,0-1,0 1,0 0,0 0,-1 0,1-1,0 1,-1-1,1 1,-1 0,1-1,-1 1,1-1,-1 1,0-2,0-211,-3-3,8 419,14 72,12 80,-31-503,1-21,-7 0,-11-33,-36-24,49 203,4 23,0 1,0-1,1 1,-1 0,0-1,0 1,1 0,-1-1,0 1,1 0,-1-1,0 1,1 0,-1-1,0 1,1 0,-1 0,1 0,-1-1,0 1,1 0,-1 0,1 0,-1 0,1 0,-1 0,1 0,-1 0,1 0,-1 0,0 0,1 0,-1 0,1 0,-1 1,1-1,-1 0,0 0,1 0,-1 1,1-1,-1 0,0 0,1 1,-1-1,0 0,1 1,-1-1,0 1,168 99,335 138,-442-210,178 94,-171-66,-67-55,0 0,0 0,0 0,0 1,-1-1,1 0,0 1,-1-1,1 0,-1 1,1-1,-1 1,0-1,0 1,1-1,-1 1,0-1,0 1,-1-1,1 1,0-1,0 0,-1 1,1-1,-1 1,1-1,-1 0,1 1,-1-1,0 0,0 1,0-1,0 0,0 0,0 0,0 0,0 0,0 0,0 0,-1 0,-58 29,58-29,-434 154,357-120,2 5,2 2,0 5,65-40,5-5,0 1,0 0,0 0,1 1,-1 0,1-1,0 2,0-1,0 0,1 1,0-1,-1 1,-1 5,5-10,1 1,-1 0,0 0,1 0,-1 0,1 0,-1-1,1 1,-1 0,1 0,0-1,-1 1,1-1,0 1,-1 0,1-1,0 1,0-1,0 0,0 1,-1-1,1 1,0-1,0 0,0 0,0 0,0 0,0 1,0-1,0 0,0-1,-1 1,1 0,0 0,0 0,0 0,0-1,0 1,0 0,0-1,-1 1,1-1,0 1,0-1,27-9,0-2</inkml:trace>
  <inkml:trace contextRef="#ctx0" brushRef="#br0" timeOffset="30913.215">10225 509,'-5'5,"0"1,1 0,-1 1,1-1,1 1,-1 0,1 0,0 0,1 0,0 1,0-1,0 1,1-1,0 1,1 0,-1-1,1 1,1 0,0-1,0 1,0 0,1-1,0 0,1 1,-1-1,1 0,1 0,-1 0,1-1,1 1,3 4,1-3,-1-1,1 0,1-1,-1 0,1 0,0-1,0-1,1 1,-1-1,1-1,0 0,0-1,0 0,0-1,1 0,-1 0,0-1,1-1,10-2,-14 3,-1-2,1 1,0-1,-1 0,1 0,-1-1,0 0,0-1,0 1,0-1,-1-1,1 1,-1-1,0 0,-1-1,1 1,-1-1,0 0,0 0,-1-1,0 0,0 1,-1-1,1-1,-2 1,1 0,-1-1,0 1,0-1,-3-4,0-1,0 1,-1 0,-1 0,0 1,0-1,-1 1,-1-1,0 1,0 0,-1 1,-1 0,0 0,0 0,-1 0,0 1,0 1,-1-1,0 2,-1-1,0 1,-7-4,-66-37,79 47,0-1,0 1,0 0,0-1,0 2,0-1,0 0,0 1,-1 0,1 0,0 0,0 0,0 1,0 0,0 0,0 0,0 0,0 0,0 1,0 0,-3 1,5-1,0 0,0 0,0 0,0 0,0 0,0 0,0 0,1 1,-1-1,1 1,0-1,-1 1,1-1,0 1,1 0,-1-1,0 1,1 0,0 0,-1 0,1 0,0-1,0 1,1 0,-1 0,1 0,-1-1,1 1,0 0,1 1,0 3,2 0,-1 0,1 0,0-1,0 1,1-1,-1 0,2-1,-1 1,4 3,27 18</inkml:trace>
  <inkml:trace contextRef="#ctx0" brushRef="#br0" timeOffset="31266.362">10706 509,'67'-11,"0"3,0 4,0 2,0 3,5 4,779 61,-845-66,106 6,1-5,95-11,-197 11,-23 6,-5 1</inkml:trace>
  <inkml:trace contextRef="#ctx0" brushRef="#br0" timeOffset="35445.422">4143 2915,'-13'93,"12"-90,1 0,1-1,-1 1,0 0,1 0,-1-1,1 1,0 0,0-1,0 1,0-1,1 0,-1 1,1-1,-1 0,1 1,0-1,-1 0,1 0,1-1,-1 1,0 0,0-1,0 1,1-1,-1 0,1 0,-1 0,1 0,0 0,-1 0,2 0,2-1,-1 0,1-1,-1 1,0-1,1 0,-1 0,0-1,0 1,0-1,0 0,0-1,0 1,-1-1,1 0,-1 0,0-1,0 1,0-1,0 0,0 0,-1 0,0 0,0-1,0 1,0-1,-1 0,0 0,0 0,0 0,0 0,-1 0,0-1,0 1,0 0,-1-1,0 1,0 0,0-1,-1 1,0 0,0-3,0 3,-1 0,0-1,0 1,0 0,-1 0,1 0,-1 0,0 0,-1 1,1-1,-1 1,0 0,0 0,0 0,-1 1,1-1,-1 1,0 0,0 0,0 1,0 0,0 0,0 0,-1 0,1 1,-1 0,1 0,-1 0,0 1,1 0,-1 0,0 0,1 1,-1 0,1 0,-1 0,1 1,-1-1,1 1,0 1,0-1,0 1,0 0,0 0,0 1,-2 4,0-1,1 1,0 1,0-1,1 1,0 0,0 0,1 1,1-1,-1 1,2 0,-1 0,1 0,1 0,0 0,0 1,1-1,1 0,-1 0,2 0,1 10,-1-16,-1 1,1-1,0 0,1 1,-1-1,1 0,-1-1,1 1,0 0,1-1,-1 0,1 0,-1 0,1 0,0 0,0-1,0 1,0-1,1 0,-1-1,1 1,-1-1,1 0,-1 0,1 0,0 0,-1-1,4 0,0 0,-1 0,1-1,-1 0,0 0,0-1,1 0,-1 0,0-1,0 0,-1 0,1-1,-1 1,0-1,1-1,-2 1,1-1,4-5,-5 5,0 0,-1-1,0 0,-1 0,1 0,-1 0,0 0,0-1,-1 1,0-1,0 0,-1 1,0-1,0 0,0 0,-1 0,0 0,0 0,-1 0,0 0,0 0,-1 1,0-1,0 0,0 1,-1-1,0 1,0 0,-1 0,1 0,-1 0,-1 1,1 0,-3-2,3 2,0 0,-1 0,0 1,0 0,0 0,0 1,0-1,-1 1,0 0,1 1,-1-1,0 1,0 0,-1 1,1-1,0 1,0 0,-1 1,1 0,-1 0,1 0,0 1,-1 0,1 0,0 0,0 1,0 0,0 0,0 1,0-1,0 1,1 1,0-1,-1 1,0 1,0 0,0 1,0 0,0 1,1-1,0 1,1 0,-1 1,1-1,1 1,-1 0,1-1,1 2,0-1,0 0,0 0,1 1,0-1,1 0,0 1,0-1,0 1,1-1,1 1,0-1,0 0,0 0,1 0,0 0,1 0,1 2,1-1,2 0,-1 1,0 0,-1 0,0 1,0 0,-1 0,-1 0,0 1,0-1,-1 1,-1 0,1 4,-5 292,-6 126,2-3,-7-275,13-155,0 1,0-1,0 0,0 1,1-1,-1 0,0 0,1 0,-1 1,0-1,1 0,0 0,-1 0,1 0,0 0,-1 0,1 0,0 0,0 0,0 0,0 0,0 0,0 0,0-1,0 1,0-1,0 1,1 0,-1-1,0 0,0 1,0-1,1 0,-1 0,0 0,1 1,-1-1,0 0,0-1,1 1,-1 0,0 0,0-1,1 1,0-1,60-23,-54 20,32-16,2 3,0 1,1 1,0 3,1 2,16-1,462-61,-246 30,137 2,445-30,-236 41,-265 18,625-38,-258 22,-231 14,121 13,-613 0,1 1,-1-1,1 0,-1 0,1 0,-1 0,1-1,-1 1,1 0,-1-1,1 1,-1-1,1 1,-1-1,0 0,1 1,-1-1,0 0,0 0,0 0,1 0,-1 0,0 0,0 0,-1-1,1 1,0 0,0 0,0-1,-1 1,1-1,-1 1,1 0,-1-1,0 1,1-1,-1 1,0-1,0 1,0-1,0 1,0-1,0 1,-1-2,-38-204,-1-54,-3-223,30 273,-36-175,17 186,5-29,1-1,25 127,3 100,-1 1,0 0,1 0,-1 0,1 0,0 0,0 0,0 0,0 1,0-1,0 1,0-1,0 1,1 0,-1 0,0 0,1 0,-1 0,1 0,-1 1,1-1,0 1,-1 0,1 0,-1 0,1 0,-1 0,1 1,0-1,-1 1,1-1,0 1,9 0,407 17,-118-5,36-14,-127 0,516-13,-523 7,-16 0,-118 8,-54-1,-3 0</inkml:trace>
  <inkml:trace contextRef="#ctx0" brushRef="#br0" timeOffset="36283.684">12230 200,'10'2,"0"1,0 0,-1 1,1-1,-1 2,0-1,0 1,-1 1,1 0,-1 0,-1 0,1 1,-1 0,3 4,3 1,83 74,-3 4,-4 4,44 64,-111-130,-2 0,-1 2,-1 0,-1 1,-2 1,-2 1,0 0,-3 0,0 1,-2 0,-2 1,-1 0,-2 0,-1 0,-2 0,-1 1,-2-1,-2 0,-3 11,-7-1,-3 0,-1 0,-3-2,-1-1,-2-1,-2 0,-2-3,-1 0,-2-2,-1-1,-2-1,-1-3,-2-1,-1-1,-1-2,-2-2,-7 2,42-24,13-6,5-3,4-4</inkml:trace>
  <inkml:trace contextRef="#ctx0" brushRef="#br0" timeOffset="37161.6">12444 148,'103'8,"165"6,-2 11,13 15,-176-21,0 5,-2 4,-1 5,-1 4,-2 4,68 41,-90-38,-2 2,-2 4,-3 3,-2 3,-2 3,-3 2,43 57,-81-78,-22-28</inkml:trace>
  <inkml:trace contextRef="#ctx0" brushRef="#br0" timeOffset="39834.015">12350 2140,'144'-6,"0"-6,-1-6,-1-6,90-30,-109 22,-3-6,-1-5,-2-5,-2-5,-3-6,28-22,48-48,76-74,-245 188,-3 3,0 0,-1-2,0 0,-1-1,0 0,1-4,2-22,9-10,66-51,-88 98,1 1,0-1,1 1,-1 0,0 0,1 1,0-1,-1 1,1 1,0-1,0 1,0 0,0 0,0 1,0-1,1 1,-1 1,0-1,0 1,3 1,10-1,607 52,105-19,-439-24,-286-10,-4-1,0 1,0-1,-1 1,1 0,0 0,0 0,0 0,-1 0,1 0,0 0,0 0,0 1,-1-1,1 1,0-1,0 1,-1 0,1 0,-1 0,1 0,0 0,-1 0,0 0,1 0,-1 0,0 1,0-1,1 1,-1-1,0 1,0-1,-1 1,1 0,0 1,-23 100,10-5,5 1,4 20,0-30,-5 980,10-664,-3-190,-13-86,14 4,-1-130,0-1,0 0,-1 0,1-1,-1 1,1 0,-1 0,1-1,-1 1,0-1,0 1,0-1,0 0,0 0,0 0,0 0,-1 0,1 0,0-1,-1 1,1-1,0 1,-1-1,1 0,0 0,-1 0,1 0,0-1,-1 1,1 0,0-1,-1 0,0 0,-1 1,-412-14,95-4,-131-31,133 11,-140 8,-504 31,860 4,1 4,-32 10,85-12,17 5,45-5,2-7</inkml:trace>
  <inkml:trace contextRef="#ctx0" brushRef="#br0" timeOffset="43400.471">11322 11538,'36'34,"-2"3,-1 1,-2 1,22 38,24 29,-75-104,-1 2,1 0,0-1,0 1,0-1,0 0,1 1,-1-1,1-1,0 1,0 0,0 0,0-1,0 0,1 0,-1 0,1 0,-1 0,1-1,0 1,0-1,0 0,-1 0,1-1,0 1,0-1,0 0,0 0,0 0,0 0,0-1,0 1,2-2,73-70,-24 0,-3-2,-3-3,3-12,59-94,-12 61,-57 85</inkml:trace>
  <inkml:trace contextRef="#ctx0" brushRef="#br0" timeOffset="43913.206">12966 11645,'-15'52,"3"1,2 1,3 0,1 0,4 1,2 28,0-73,0 7,0 0,1 0,1 0,0 1,2-2,1 6,5-6,-3-25,-1-32,-6-26,-2 0,-4 0,-2 1,-4-2,-5-43,-26-253,43 360,-1 3,1 0,-1-1,1 1,-1 0,1-1,-1 1,1-1,0 1,0-1,0 1,0-1,0 1,0-1,0 1,1 0,-1-1,0 1,1-1,-1 1,1 0,0-1,-1 1,1 0,0-1,0 1,0 0,0 0,0 0,0 0,0 0,0 0,0 0,0 0,1 1,-1-1,0 0,1 1,-1-1,0 1,1-1,-1 1,1-1,79 14,80 12,68-2,-195-21,-20-2,0 0,0 2,1 0,-2 0,1 1,0 1,5 2,-5 6,-12 1</inkml:trace>
  <inkml:trace contextRef="#ctx0" brushRef="#br0" timeOffset="44066.792">12846 11765,'22'9,"20"5,15 1,15-3,13-3,10-3,5-3,-4-2,-17 0</inkml:trace>
  <inkml:trace contextRef="#ctx0" brushRef="#br0" timeOffset="44266.259">14155 12072,'-6'-16,"-3"-5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06.3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68,'25'-2,"28"-3,31-6,30 0,28-1,24 2,18 2,11 3,5 2,-3 4,-9 4,-14 1,-16 2,-22-1,-22-3,-24-5,-26-2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07.44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269 130,'-5'-9,"-1"1,0 14,1 17,2 19,1 15,1 11,0 9,-1 2,-3-1,-3-5,-2-5,-2-10,1-15</inkml:trace>
  <inkml:trace contextRef="#ctx0" brushRef="#br0" timeOffset="252.004">121 839,'0'-4,"5"-3,8-1,8 1,11-2,6 2,3 1,0 3,-3-2,-8 1</inkml:trace>
  <inkml:trace contextRef="#ctx0" brushRef="#br0" timeOffset="421.067">1 90,'23'-13,"23"-6,22 0,18 2,10 4,0 7,-17 4</inkml:trace>
  <inkml:trace contextRef="#ctx0" brushRef="#br0" timeOffset="765.146">576 719,'-6'20,"-15"74,21-90,0-1,0 1,0-1,0 1,1-1,-1 0,1 1,0-1,0 0,0 1,1-1,-1 0,1 0,0 0,0 0,0 0,0 0,0-1,0 1,1-1,-1 1,1-1,0 0,0 0,0 0,4 1,-1-1,0 1,0-2,1 1,-1-1,1 0,0 0,-1-1,1 1,0-2,-1 1,1-1,-1 0,1 0,-1-1,1 1,-1-2,0 1,0-1,0 0,0 0,0 0,0-1,-1 0,5-4,-6 5,0 0,0 0,-1-1,1 1,-1-1,1 0,-1 0,0 0,-1 0,1 0,-1-1,0 0,0 1,0-1,-1 0,1 0,-1 1,0-1,-1 0,1 0,-1 0,0 0,0-1,-1 1,1 0,-1 1,0-1,-1 0,1 0,-1 0,0 1,0-1,0 1,-1-2,-4-1,1 0,-1 0,-1 1,1 0,-1 0,0 1,0 0,-1 0,1 1,-1 0,0 1,0 0,0 0,-1 1,1 0,-1 0,1 1,-1 1,1 0,-1 0,0 1,1 0,-1 0,1 1,0 0,-1 1,1 0,0 1,1 0,-1 0,0 1,1 0,0 0,1 1,-1 0,1 0,-3 4,-14 29,12-3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06.71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194 85,'-2'0,"1"0,0 0,-1 0,1-1,0 2,-1-1,1 0,-1 0,1 0,0 0,-1 1,1-1,0 1,-1-1,1 1,0 0,0-1,0 1,-1 0,1 0,0 0,0 0,0-1,0 2,0-1,1 0,-1 0,0 0,0 0,1 0,-1 1,1-1,-1 0,1 1,-1-1,1 1,-6 51,7-52,-1 0,1 1,-1-1,1 1,0-1,0 0,-1 0,1 1,0-1,0 0,0 0,0 0,0 0,1 0,-1 0,0 0,0 0,1-1,-1 1,0 0,1-1,-1 1,1-1,-1 0,1 1,-1-1,1 0,-1 0,1 0,-1 0,1 0,-1 0,0 0,1-1,-1 1,1 0,-1-1,1 1,-1-1,0 0,1 1,0-2,50-39,-49 38,-1 0,0 0,0 0,0 0,0 0,0 0,-1-1,1 1,-1-1,0 1,0-1,0 1,-1-1,1 0,-1 1,0-1,0 0,0 0,0 1,-1-1,0 0,1 1,-1-1,-1 1,1-1,0 1,-1 0,0-1,0 1,0 0,0 0,0 0,-1 0,1 1,-1-1,1 0,-1 1,0 0,0 0,-1 0,1 0,0 0,0 1,-1-1,1 1,-3 0,-2 0,0 1,0 0,0 0,-1 1,1 0,0 1,0-1,0 1,1 1,-1 0,0 0,1 0,0 1,0 0,0 1,0 0,1 0,-1 0,1 0,1 1,-1 0,1 1,0-1,0 1,1 0,-3 6,-18 29</inkml:trace>
  <inkml:trace contextRef="#ctx0" brushRef="#br0" timeOffset="256.315">288 566,'-7'-18,"-7"-11,-7-4,-8-2,-5 3,-2 7,-1 7,1 12,4 14,8 14,13 11,16 6,20 1,20-2,4-7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05.23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159 175,'-6'1,"-1"0,1 1,0 0,0 0,0 0,1 1,-1 0,0 0,1 1,0-1,0 1,0 0,0 1,1-1,-1 1,1 0,1 0,-1 0,0 0,1 1,0-1,1 1,-1 0,0 2,-2 8,1-1,0 1,1-1,1 1,0 0,1 0,1 0,0 0,1 4,0-5,1-1,-1 0,2 0,0 0,1 0,1 0,0-1,0 1,1-1,1-1,0 1,1-1,0 0,1-1,1 0,-1-1,2 1,-1-2,1 0,1 0,12 7,-21-15,0 0,1 0,-1 0,1 0,-1-1,0 1,1-1,-1 0,1 0,-1 0,1-1,-1 1,1-1,-1 0,0 0,1 0,-1 0,0-1,0 1,0-1,0 0,0 0,0 0,0 0,-1 0,1-1,-1 1,1-1,-1 1,0-1,0 0,0 0,-1 0,1 0,-1-1,0 1,1 0,-1 0,0-3,6-21,0-1,-2-1,-1 1,-1-1,-2 1,-1-1,-1 0,-1 1,-2-1,0 1,-2 0,-2 0,-2-7,8 26,0 0,-1 0,1 0,-2 0,1 0,-1 0,-1 1,1 0,-1 0,-1 0,0 1,0-1,0 1,-1 1,-4-4,8 9,-1 0,0 1,0 0,0-1,0 1,1 1,-1-1,0 0,0 1,0 0,1 0,-1 0,0 0,1 1,-1-1,1 1,0 0,-1 0,1 0,0 1,0-1,0 1,1 0,-1-1,1 1,-1 0,1 1,0-1,0 0,0 1,1-1,-1 2,-13 18,2 1,0 0,2 1,0 0,2 1,1 0,1 1,1 0,2 0,-2 23,4 20</inkml:trace>
  <inkml:trace contextRef="#ctx0" brushRef="#br0" timeOffset="436.342">573 1,'-6'36,"2"0,1 0,1 1,2-1,2 0,2 1,1-1,4 15,-4-23,33 185,-38-212,0-1,0 1,0-1,0 1,0-1,0 1,0-1,0 1,0-1,0 1,0-1,0 1,0-1,1 1,-1-1,0 1,0-1,1 1,-1-1,0 0,1 1,-1-1,0 0,1 1,-1-1,0 0,1 1,-1-1,1 0,-1 0,1 1,-1-1,1 0,-1 0,1 0,-1 0,1 0,-1 0,1 1,-1-1,1 0,-1-1,1 1,-1 0,1 0,-1 0,1 0,-1 0,0 0,1-1,-1 1,1 0,-1 0,21-24,-14 13,0 2,1 1,-1 0,1 0,1 1,-1 0,1 0,0 1,1 0,0 1,-1 0,2 0,-1 1,0 1,1-1,0 2,0 0,0 0,0 1,0 0,0 1,0 0,0 0,0 2,0-1,1 2,-9-3,1 1,-1 0,0 1,0-1,-1 0,1 1,0 0,0 0,-1-1,1 2,-1-1,1 0,-1 0,0 1,0-1,0 1,0 0,-1-1,1 1,-1 0,0 0,1 0,-1 0,-1 0,1 0,0 1,-1-1,1 0,-1 0,0 0,0 1,-1-1,1 0,0 0,-1 0,0 1,0-1,0 0,0 0,0 0,-1 0,1-1,-1 1,0 0,0 0,-11 8,1 0,-2-1,1 0,-1-1,-1-1,1 0,-1-1,-1 0,1-2,-1 0,0 0,-1-2,1 0,-4 0,-59 5,57-10</inkml:trace>
  <inkml:trace contextRef="#ctx0" brushRef="#br0" timeOffset="803.523">1322 349,'-33'-1,"23"-1,1 1,0 1,-1 0,1 0,0 1,-1 0,1 0,0 1,0 1,0-1,0 1,0 1,1 0,-6 3,12-5,0 0,0 0,0 0,0 0,0 0,1 1,-1-1,1 1,0-1,-1 1,1 0,0-1,1 1,-1 0,0 0,1 0,0 0,-1-1,1 1,0 0,1 0,-1 0,0 0,1 0,0-1,-1 1,1 0,0 0,0-1,1 1,-1-1,1 1,-1-1,2 2,70 75,-43-60,-1-2,2 0,1-2,23 7,65 34,-116-55,-1 1,1-1,-1 1,1 0,-1 0,0 0,1 1,-1-1,-1 1,1-1,0 1,0 0,-1 0,0 1,0-1,0 0,0 1,0-1,-1 1,1-1,-1 1,0 0,0 0,0 0,-1 0,1-1,-1 1,0 0,0 0,-1 0,1 0,-1 0,-5 7,0 0,-1-1,0 0,0 0,-1-1,-1 0,1 0,-2-1,1 0,-1-1,0 0,0 0,-1-1,0-1,-11 5,-9 3,0 0,-1-2,0-2,-1-1,0-1,0-2,-40 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11.14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1,'26'13,"21"17,16 15,12 18,4 13,0 12,-9 9,-14 6,-19 7,-29 4,-35 1,-39 2,-41-3,-2-21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14.53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0,'21'18,"17"22,15 23,11 20,4 19,-1 16,-9 9,-19 7,-34 3,-48 0,-66 1,-15-24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13.72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81,'7'16,"11"16,14 15,15 14,13 14,11 7,4 1,-4-2,-10-6,-12-8,-15-12,-13-15</inkml:trace>
  <inkml:trace contextRef="#ctx0" brushRef="#br0" timeOffset="259.32">481 0,'-16'9,"-17"15,-11 18,-12 21,-9 21,-1 13,3 6,11-2,13-19</inkml:trace>
  <inkml:trace contextRef="#ctx0" brushRef="#br0" timeOffset="539.564">788 669,'-19'78,"19"-76,1 1,-1-1,0 1,1-1,0 0,-1 1,1-1,0 1,0-1,0 0,1 0,-1 0,1 1,-1-1,1 0,-1-1,1 1,0 0,0 0,0-1,0 1,0-1,0 0,1 0,-1 0,0 0,1 0,-1 0,0 0,1-1,6 2,0 0,1-1,-1 0,1 0,-1-1,0 0,1-1,-1 0,0-1,1 0,-1 0,0-1,0 0,-1-1,1 0,-1 0,1-1,-1 0,-1 0,1-1,-1 0,0 0,0-1,-1 0,0 0,0 0,1-3,-5 6,0 0,0 0,-1-1,1 1,-1 0,0-1,0 1,-1-1,1 1,-1-1,0 1,0-1,-1 1,1-1,-1 1,0 0,0-1,-1 1,1 0,-1-1,0 1,0 0,0 0,-1 1,1-1,-1 0,0 1,0 0,0-1,0 1,-1 0,1 1,-1-1,0 1,0-1,0 1,0 0,0 1,0-1,-1 1,1 0,-2-1,-1 1,0 0,0 0,0 0,-1 1,1 0,0 0,-1 1,1 0,0 0,0 1,0 0,0 0,0 1,0 0,-5 3,9-5,-1 1,1 0,-1 0,1 1,0-1,0 1,0 0,0 0,0 0,1 0,-1 0,1 0,0 1,0-1,0 1,1-1,-1 1,1 0,0 0,0 0,0 0,0 0,1 0,-1 0,1 0,0 0,1 0,-1 3,8 21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12.72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377 0,'-21'7,"-15"11,-11 14,-7 18,-2 18,0 18,8 17,13 12,13 4,21-2,21-9,18-15,18-13,9-17,-5-17</inkml:trace>
  <inkml:trace contextRef="#ctx0" brushRef="#br0" timeOffset="245.878">604 401,'5'21,"10"17,14 15,16 11,14 4,10 2,3-4,-4-9,-9-10,-13-12,-13-13</inkml:trace>
  <inkml:trace contextRef="#ctx0" brushRef="#br0" timeOffset="500.469">1032 375,'-16'14,"-12"15,-8 19,-7 20,-3 14,-1 9,6 2,7-3,10-7,9-19</inkml:trace>
  <inkml:trace contextRef="#ctx0" brushRef="#br0" timeOffset="754.784">1206 1030,'7'-18,"4"-16,3-8,1-2,-2 3,-3 10,-3 14,-3 20,-2 19,-2 14,0 12,1 8,9 2,8 2,11-3,11-7,11-8,-4-10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11.74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241 149,'0'18,"0"17,-2 17,-3 15,-1 10,-2 3,-1-3,-2-5,1-15</inkml:trace>
  <inkml:trace contextRef="#ctx0" brushRef="#br0" timeOffset="258.307">80 777,'7'-4,"9"0,11 1,10 1,9 1,5 0,0 1,-6 0,-9-2,-10-1</inkml:trace>
  <inkml:trace contextRef="#ctx0" brushRef="#br0" timeOffset="440.4">1 14,'18'-4,"17"-2,17 2,13 5,9 4,5 6,-10 1</inkml:trace>
  <inkml:trace contextRef="#ctx0" brushRef="#br0" timeOffset="694.718">696 670,'18'-42,"-1"-1,-2-1,-2 0,-2-1,-2 0,0-19,-9 40,-6 24,-19 71,16-43,2 1,0 0,2 0,1 1,2 0,0 0,2-1,2 1,0 0,2-1,1 1,2-1,1 0,1-1,1 0,11 20,11 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10.36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0,'20'21,"19"15,16 13,14 8,12 5,5 1,-2 2,-9-4,-13-4,-16-5,-17-9,-18-11,-10-11</inkml:trace>
  <inkml:trace contextRef="#ctx0" brushRef="#br0" timeOffset="216.121">521 13,'-16'7,"-12"11,-10 17,-8 15,-5 16,-4 11,2 10,7 3,9-4,12-11,8-17</inkml:trace>
  <inkml:trace contextRef="#ctx0" brushRef="#br0" timeOffset="516.399">882 535,'-40'76,"39"-73,0-1,1 1,-1 0,1-1,-1 1,1-1,0 1,0 0,0-1,1 1,-1 0,1-1,-1 1,1-1,0 1,0-1,0 1,0-1,0 1,1-1,-1 0,1 0,-1 0,1 0,0 0,0 0,0 0,0 0,0-1,2 2,3 1,1 0,-1-1,1 0,0 0,0-1,0 1,1-2,-1 1,0-1,1-1,-1 1,1-1,-1-1,1 0,-1 0,0 0,0-1,1-1,-1 1,0-1,-1-1,1 1,-1-1,1-1,-1 1,0-1,4-4,-8 5,0-1,0 1,0-1,-1 0,0 0,0 0,0 0,0 0,-1 0,0 0,0-1,0 1,0 0,-1-1,0 1,0-1,-1 1,0 0,0-1,0 1,0 0,-1 0,0 0,0 0,0 0,0 0,-1 0,0 1,0-1,0 1,-1 0,0 0,1 0,-1 0,0 1,-4-3,5 3,-1-1,0 1,0 0,0 0,-1 0,1 1,-1-1,1 1,-1 0,0 0,0 1,0-1,0 1,0 0,0 1,0-1,0 1,0 0,0 0,0 1,-1-1,1 1,0 0,0 1,1-1,-1 1,0 0,0 0,1 0,-1 1,1 0,0 0,0 0,0 0,0 1,0-1,1 1,-2 2,1-1,1 0,0 0,1 0,-1 1,1-1,0 1,0-1,1 1,0 0,0-1,0 1,0 0,1 1,2 31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31T06:51:09.07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298 1,'-24'27,"-21"27,-11 27,-3 26,7 16,11 10,21 6,26-3,29-9,28-14,27-16,18-16,9-19,-16-19</inkml:trace>
  <inkml:trace contextRef="#ctx0" brushRef="#br0" timeOffset="488.219">766 441,'7'18,"11"16,15 10,14 10,11 4,10 4,1-2,-3-4,-11-5,-13-9,-13-11</inkml:trace>
  <inkml:trace contextRef="#ctx0" brushRef="#br0" timeOffset="734.563">1182 428,'-16'7,"-15"13,-10 16,-8 14,-5 15,-2 10,4 6,6 0,11-4,12-15</inkml:trace>
  <inkml:trace contextRef="#ctx0" brushRef="#br0" timeOffset="936.174">1569 909,'2'-16,"3"-9,1-8,2-1,-1 4,-4 14,-2 15,-4 21,-3 17,-1 14,0 10,5 4,6-3,10-5,3-12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31.10.2024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31.10.2024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590.png"/><Relationship Id="rId18" Type="http://schemas.openxmlformats.org/officeDocument/2006/relationships/customXml" Target="../ink/ink7.xml"/><Relationship Id="rId3" Type="http://schemas.openxmlformats.org/officeDocument/2006/relationships/image" Target="../media/image3.png"/><Relationship Id="rId7" Type="http://schemas.openxmlformats.org/officeDocument/2006/relationships/image" Target="../media/image587.png"/><Relationship Id="rId12" Type="http://schemas.openxmlformats.org/officeDocument/2006/relationships/customXml" Target="../ink/ink4.xml"/><Relationship Id="rId17" Type="http://schemas.openxmlformats.org/officeDocument/2006/relationships/image" Target="../media/image592.png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6.xml"/><Relationship Id="rId1" Type="http://schemas.openxmlformats.org/officeDocument/2006/relationships/vmlDrawing" Target="../drawings/vmlDrawing2.vml"/><Relationship Id="rId6" Type="http://schemas.openxmlformats.org/officeDocument/2006/relationships/customXml" Target="../ink/ink1.xml"/><Relationship Id="rId11" Type="http://schemas.openxmlformats.org/officeDocument/2006/relationships/image" Target="../media/image589.png"/><Relationship Id="rId5" Type="http://schemas.openxmlformats.org/officeDocument/2006/relationships/image" Target="../media/image2.png"/><Relationship Id="rId15" Type="http://schemas.openxmlformats.org/officeDocument/2006/relationships/image" Target="../media/image591.png"/><Relationship Id="rId10" Type="http://schemas.openxmlformats.org/officeDocument/2006/relationships/customXml" Target="../ink/ink3.xml"/><Relationship Id="rId19" Type="http://schemas.openxmlformats.org/officeDocument/2006/relationships/image" Target="../media/image593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88.png"/><Relationship Id="rId1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599.png"/><Relationship Id="rId3" Type="http://schemas.openxmlformats.org/officeDocument/2006/relationships/image" Target="../media/image594.png"/><Relationship Id="rId7" Type="http://schemas.openxmlformats.org/officeDocument/2006/relationships/image" Target="../media/image596.png"/><Relationship Id="rId12" Type="http://schemas.openxmlformats.org/officeDocument/2006/relationships/customXml" Target="../ink/ink13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.xml"/><Relationship Id="rId11" Type="http://schemas.openxmlformats.org/officeDocument/2006/relationships/image" Target="../media/image598.png"/><Relationship Id="rId5" Type="http://schemas.openxmlformats.org/officeDocument/2006/relationships/image" Target="../media/image595.png"/><Relationship Id="rId15" Type="http://schemas.openxmlformats.org/officeDocument/2006/relationships/image" Target="../media/image600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597.png"/><Relationship Id="rId1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18.png"/><Relationship Id="rId51" Type="http://schemas.openxmlformats.org/officeDocument/2006/relationships/image" Target="../media/image624.png"/><Relationship Id="rId3" Type="http://schemas.openxmlformats.org/officeDocument/2006/relationships/image" Target="../media/image4.png"/><Relationship Id="rId42" Type="http://schemas.openxmlformats.org/officeDocument/2006/relationships/customXml" Target="../ink/ink20.xml"/><Relationship Id="rId47" Type="http://schemas.openxmlformats.org/officeDocument/2006/relationships/image" Target="../media/image622.png"/><Relationship Id="rId50" Type="http://schemas.openxmlformats.org/officeDocument/2006/relationships/customXml" Target="../ink/ink24.xml"/><Relationship Id="rId55" Type="http://schemas.openxmlformats.org/officeDocument/2006/relationships/image" Target="../media/image626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16.xml"/><Relationship Id="rId41" Type="http://schemas.openxmlformats.org/officeDocument/2006/relationships/image" Target="../media/image619.png"/><Relationship Id="rId54" Type="http://schemas.openxmlformats.org/officeDocument/2006/relationships/customXml" Target="../ink/ink26.xml"/><Relationship Id="rId1" Type="http://schemas.openxmlformats.org/officeDocument/2006/relationships/vmlDrawing" Target="../drawings/vmlDrawing3.vml"/><Relationship Id="rId6" Type="http://schemas.openxmlformats.org/officeDocument/2006/relationships/customXml" Target="../ink/ink15.xml"/><Relationship Id="rId37" Type="http://schemas.openxmlformats.org/officeDocument/2006/relationships/image" Target="../media/image617.png"/><Relationship Id="rId40" Type="http://schemas.openxmlformats.org/officeDocument/2006/relationships/customXml" Target="../ink/ink19.xml"/><Relationship Id="rId45" Type="http://schemas.openxmlformats.org/officeDocument/2006/relationships/image" Target="../media/image621.png"/><Relationship Id="rId53" Type="http://schemas.openxmlformats.org/officeDocument/2006/relationships/image" Target="../media/image625.png"/><Relationship Id="rId5" Type="http://schemas.openxmlformats.org/officeDocument/2006/relationships/image" Target="../media/image2.png"/><Relationship Id="rId15" Type="http://schemas.openxmlformats.org/officeDocument/2006/relationships/image" Target="../media/image606.png"/><Relationship Id="rId36" Type="http://schemas.openxmlformats.org/officeDocument/2006/relationships/customXml" Target="../ink/ink17.xml"/><Relationship Id="rId49" Type="http://schemas.openxmlformats.org/officeDocument/2006/relationships/image" Target="../media/image623.png"/><Relationship Id="rId57" Type="http://schemas.openxmlformats.org/officeDocument/2006/relationships/image" Target="../media/image62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4" Type="http://schemas.openxmlformats.org/officeDocument/2006/relationships/oleObject" Target="../embeddings/oleObject3.bin"/><Relationship Id="rId35" Type="http://schemas.openxmlformats.org/officeDocument/2006/relationships/image" Target="../media/image616.png"/><Relationship Id="rId43" Type="http://schemas.openxmlformats.org/officeDocument/2006/relationships/image" Target="../media/image620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5.png"/><Relationship Id="rId18" Type="http://schemas.openxmlformats.org/officeDocument/2006/relationships/customXml" Target="../ink/ink36.xml"/><Relationship Id="rId26" Type="http://schemas.openxmlformats.org/officeDocument/2006/relationships/customXml" Target="../ink/ink40.xml"/><Relationship Id="rId39" Type="http://schemas.openxmlformats.org/officeDocument/2006/relationships/image" Target="../media/image668.png"/><Relationship Id="rId21" Type="http://schemas.openxmlformats.org/officeDocument/2006/relationships/image" Target="../media/image659.png"/><Relationship Id="rId34" Type="http://schemas.openxmlformats.org/officeDocument/2006/relationships/customXml" Target="../ink/ink44.xml"/><Relationship Id="rId42" Type="http://schemas.openxmlformats.org/officeDocument/2006/relationships/customXml" Target="../ink/ink48.xml"/><Relationship Id="rId47" Type="http://schemas.openxmlformats.org/officeDocument/2006/relationships/image" Target="../media/image672.png"/><Relationship Id="rId50" Type="http://schemas.openxmlformats.org/officeDocument/2006/relationships/customXml" Target="../ink/ink52.xml"/><Relationship Id="rId55" Type="http://schemas.openxmlformats.org/officeDocument/2006/relationships/image" Target="../media/image676.png"/><Relationship Id="rId7" Type="http://schemas.openxmlformats.org/officeDocument/2006/relationships/image" Target="../media/image652.png"/><Relationship Id="rId2" Type="http://schemas.openxmlformats.org/officeDocument/2006/relationships/customXml" Target="../ink/ink28.xml"/><Relationship Id="rId16" Type="http://schemas.openxmlformats.org/officeDocument/2006/relationships/customXml" Target="../ink/ink35.xml"/><Relationship Id="rId29" Type="http://schemas.openxmlformats.org/officeDocument/2006/relationships/image" Target="../media/image663.png"/><Relationship Id="rId11" Type="http://schemas.openxmlformats.org/officeDocument/2006/relationships/image" Target="../media/image654.png"/><Relationship Id="rId24" Type="http://schemas.openxmlformats.org/officeDocument/2006/relationships/customXml" Target="../ink/ink39.xml"/><Relationship Id="rId32" Type="http://schemas.openxmlformats.org/officeDocument/2006/relationships/customXml" Target="../ink/ink43.xml"/><Relationship Id="rId37" Type="http://schemas.openxmlformats.org/officeDocument/2006/relationships/image" Target="../media/image667.png"/><Relationship Id="rId40" Type="http://schemas.openxmlformats.org/officeDocument/2006/relationships/customXml" Target="../ink/ink47.xml"/><Relationship Id="rId45" Type="http://schemas.openxmlformats.org/officeDocument/2006/relationships/image" Target="../media/image671.png"/><Relationship Id="rId53" Type="http://schemas.openxmlformats.org/officeDocument/2006/relationships/image" Target="../media/image675.png"/><Relationship Id="rId58" Type="http://schemas.openxmlformats.org/officeDocument/2006/relationships/customXml" Target="../ink/ink56.xml"/><Relationship Id="rId5" Type="http://schemas.openxmlformats.org/officeDocument/2006/relationships/image" Target="../media/image651.png"/><Relationship Id="rId19" Type="http://schemas.openxmlformats.org/officeDocument/2006/relationships/image" Target="../media/image658.png"/><Relationship Id="rId4" Type="http://schemas.openxmlformats.org/officeDocument/2006/relationships/customXml" Target="../ink/ink29.xml"/><Relationship Id="rId9" Type="http://schemas.openxmlformats.org/officeDocument/2006/relationships/image" Target="../media/image653.png"/><Relationship Id="rId14" Type="http://schemas.openxmlformats.org/officeDocument/2006/relationships/customXml" Target="../ink/ink34.xml"/><Relationship Id="rId22" Type="http://schemas.openxmlformats.org/officeDocument/2006/relationships/customXml" Target="../ink/ink38.xml"/><Relationship Id="rId27" Type="http://schemas.openxmlformats.org/officeDocument/2006/relationships/image" Target="../media/image662.png"/><Relationship Id="rId30" Type="http://schemas.openxmlformats.org/officeDocument/2006/relationships/customXml" Target="../ink/ink42.xml"/><Relationship Id="rId35" Type="http://schemas.openxmlformats.org/officeDocument/2006/relationships/image" Target="../media/image666.png"/><Relationship Id="rId43" Type="http://schemas.openxmlformats.org/officeDocument/2006/relationships/image" Target="../media/image670.png"/><Relationship Id="rId48" Type="http://schemas.openxmlformats.org/officeDocument/2006/relationships/customXml" Target="../ink/ink51.xml"/><Relationship Id="rId56" Type="http://schemas.openxmlformats.org/officeDocument/2006/relationships/customXml" Target="../ink/ink55.xml"/><Relationship Id="rId8" Type="http://schemas.openxmlformats.org/officeDocument/2006/relationships/customXml" Target="../ink/ink31.xml"/><Relationship Id="rId51" Type="http://schemas.openxmlformats.org/officeDocument/2006/relationships/image" Target="../media/image674.png"/><Relationship Id="rId3" Type="http://schemas.openxmlformats.org/officeDocument/2006/relationships/image" Target="../media/image650.png"/><Relationship Id="rId12" Type="http://schemas.openxmlformats.org/officeDocument/2006/relationships/customXml" Target="../ink/ink33.xml"/><Relationship Id="rId17" Type="http://schemas.openxmlformats.org/officeDocument/2006/relationships/image" Target="../media/image657.png"/><Relationship Id="rId25" Type="http://schemas.openxmlformats.org/officeDocument/2006/relationships/image" Target="../media/image661.png"/><Relationship Id="rId33" Type="http://schemas.openxmlformats.org/officeDocument/2006/relationships/image" Target="../media/image665.png"/><Relationship Id="rId38" Type="http://schemas.openxmlformats.org/officeDocument/2006/relationships/customXml" Target="../ink/ink46.xml"/><Relationship Id="rId46" Type="http://schemas.openxmlformats.org/officeDocument/2006/relationships/customXml" Target="../ink/ink50.xml"/><Relationship Id="rId59" Type="http://schemas.openxmlformats.org/officeDocument/2006/relationships/image" Target="../media/image678.png"/><Relationship Id="rId20" Type="http://schemas.openxmlformats.org/officeDocument/2006/relationships/customXml" Target="../ink/ink37.xml"/><Relationship Id="rId41" Type="http://schemas.openxmlformats.org/officeDocument/2006/relationships/image" Target="../media/image669.png"/><Relationship Id="rId54" Type="http://schemas.openxmlformats.org/officeDocument/2006/relationships/customXml" Target="../ink/ink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.xml"/><Relationship Id="rId15" Type="http://schemas.openxmlformats.org/officeDocument/2006/relationships/image" Target="../media/image656.png"/><Relationship Id="rId23" Type="http://schemas.openxmlformats.org/officeDocument/2006/relationships/image" Target="../media/image660.png"/><Relationship Id="rId28" Type="http://schemas.openxmlformats.org/officeDocument/2006/relationships/customXml" Target="../ink/ink41.xml"/><Relationship Id="rId36" Type="http://schemas.openxmlformats.org/officeDocument/2006/relationships/customXml" Target="../ink/ink45.xml"/><Relationship Id="rId49" Type="http://schemas.openxmlformats.org/officeDocument/2006/relationships/image" Target="../media/image673.png"/><Relationship Id="rId57" Type="http://schemas.openxmlformats.org/officeDocument/2006/relationships/image" Target="../media/image677.png"/><Relationship Id="rId10" Type="http://schemas.openxmlformats.org/officeDocument/2006/relationships/customXml" Target="../ink/ink32.xml"/><Relationship Id="rId31" Type="http://schemas.openxmlformats.org/officeDocument/2006/relationships/image" Target="../media/image664.png"/><Relationship Id="rId44" Type="http://schemas.openxmlformats.org/officeDocument/2006/relationships/customXml" Target="../ink/ink49.xml"/><Relationship Id="rId52" Type="http://schemas.openxmlformats.org/officeDocument/2006/relationships/customXml" Target="../ink/ink53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1.xml"/><Relationship Id="rId18" Type="http://schemas.openxmlformats.org/officeDocument/2006/relationships/image" Target="../media/image685.png"/><Relationship Id="rId26" Type="http://schemas.openxmlformats.org/officeDocument/2006/relationships/image" Target="../media/image689.png"/><Relationship Id="rId39" Type="http://schemas.openxmlformats.org/officeDocument/2006/relationships/customXml" Target="../ink/ink74.xml"/><Relationship Id="rId21" Type="http://schemas.openxmlformats.org/officeDocument/2006/relationships/customXml" Target="../ink/ink65.xml"/><Relationship Id="rId34" Type="http://schemas.openxmlformats.org/officeDocument/2006/relationships/image" Target="../media/image693.png"/><Relationship Id="rId42" Type="http://schemas.openxmlformats.org/officeDocument/2006/relationships/image" Target="../media/image697.png"/><Relationship Id="rId47" Type="http://schemas.openxmlformats.org/officeDocument/2006/relationships/customXml" Target="../ink/ink78.xml"/><Relationship Id="rId50" Type="http://schemas.openxmlformats.org/officeDocument/2006/relationships/image" Target="../media/image701.png"/><Relationship Id="rId7" Type="http://schemas.openxmlformats.org/officeDocument/2006/relationships/customXml" Target="../ink/ink58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4.png"/><Relationship Id="rId29" Type="http://schemas.openxmlformats.org/officeDocument/2006/relationships/customXml" Target="../ink/ink69.xml"/><Relationship Id="rId11" Type="http://schemas.openxmlformats.org/officeDocument/2006/relationships/customXml" Target="../ink/ink60.xml"/><Relationship Id="rId24" Type="http://schemas.openxmlformats.org/officeDocument/2006/relationships/image" Target="../media/image688.png"/><Relationship Id="rId32" Type="http://schemas.openxmlformats.org/officeDocument/2006/relationships/image" Target="../media/image692.png"/><Relationship Id="rId37" Type="http://schemas.openxmlformats.org/officeDocument/2006/relationships/customXml" Target="../ink/ink73.xml"/><Relationship Id="rId40" Type="http://schemas.openxmlformats.org/officeDocument/2006/relationships/image" Target="../media/image696.png"/><Relationship Id="rId45" Type="http://schemas.openxmlformats.org/officeDocument/2006/relationships/customXml" Target="../ink/ink77.xml"/><Relationship Id="rId5" Type="http://schemas.openxmlformats.org/officeDocument/2006/relationships/customXml" Target="../ink/ink57.xml"/><Relationship Id="rId15" Type="http://schemas.openxmlformats.org/officeDocument/2006/relationships/customXml" Target="../ink/ink62.xml"/><Relationship Id="rId23" Type="http://schemas.openxmlformats.org/officeDocument/2006/relationships/customXml" Target="../ink/ink66.xml"/><Relationship Id="rId28" Type="http://schemas.openxmlformats.org/officeDocument/2006/relationships/image" Target="../media/image690.png"/><Relationship Id="rId36" Type="http://schemas.openxmlformats.org/officeDocument/2006/relationships/image" Target="../media/image694.png"/><Relationship Id="rId49" Type="http://schemas.openxmlformats.org/officeDocument/2006/relationships/customXml" Target="../ink/ink79.xml"/><Relationship Id="rId10" Type="http://schemas.openxmlformats.org/officeDocument/2006/relationships/image" Target="../media/image681.png"/><Relationship Id="rId19" Type="http://schemas.openxmlformats.org/officeDocument/2006/relationships/customXml" Target="../ink/ink64.xml"/><Relationship Id="rId31" Type="http://schemas.openxmlformats.org/officeDocument/2006/relationships/customXml" Target="../ink/ink70.xml"/><Relationship Id="rId44" Type="http://schemas.openxmlformats.org/officeDocument/2006/relationships/image" Target="../media/image698.png"/><Relationship Id="rId4" Type="http://schemas.openxmlformats.org/officeDocument/2006/relationships/image" Target="../media/image2.png"/><Relationship Id="rId9" Type="http://schemas.openxmlformats.org/officeDocument/2006/relationships/customXml" Target="../ink/ink59.xml"/><Relationship Id="rId14" Type="http://schemas.openxmlformats.org/officeDocument/2006/relationships/image" Target="../media/image683.png"/><Relationship Id="rId22" Type="http://schemas.openxmlformats.org/officeDocument/2006/relationships/image" Target="../media/image687.png"/><Relationship Id="rId27" Type="http://schemas.openxmlformats.org/officeDocument/2006/relationships/customXml" Target="../ink/ink68.xml"/><Relationship Id="rId30" Type="http://schemas.openxmlformats.org/officeDocument/2006/relationships/image" Target="../media/image691.png"/><Relationship Id="rId35" Type="http://schemas.openxmlformats.org/officeDocument/2006/relationships/customXml" Target="../ink/ink72.xml"/><Relationship Id="rId43" Type="http://schemas.openxmlformats.org/officeDocument/2006/relationships/customXml" Target="../ink/ink76.xml"/><Relationship Id="rId48" Type="http://schemas.openxmlformats.org/officeDocument/2006/relationships/image" Target="../media/image700.png"/><Relationship Id="rId8" Type="http://schemas.openxmlformats.org/officeDocument/2006/relationships/image" Target="../media/image680.png"/><Relationship Id="rId3" Type="http://schemas.openxmlformats.org/officeDocument/2006/relationships/oleObject" Target="../embeddings/oleObject3.bin"/><Relationship Id="rId12" Type="http://schemas.openxmlformats.org/officeDocument/2006/relationships/image" Target="../media/image682.png"/><Relationship Id="rId17" Type="http://schemas.openxmlformats.org/officeDocument/2006/relationships/customXml" Target="../ink/ink63.xml"/><Relationship Id="rId25" Type="http://schemas.openxmlformats.org/officeDocument/2006/relationships/customXml" Target="../ink/ink67.xml"/><Relationship Id="rId33" Type="http://schemas.openxmlformats.org/officeDocument/2006/relationships/customXml" Target="../ink/ink71.xml"/><Relationship Id="rId38" Type="http://schemas.openxmlformats.org/officeDocument/2006/relationships/image" Target="../media/image695.png"/><Relationship Id="rId46" Type="http://schemas.openxmlformats.org/officeDocument/2006/relationships/image" Target="../media/image699.png"/><Relationship Id="rId20" Type="http://schemas.openxmlformats.org/officeDocument/2006/relationships/image" Target="../media/image686.png"/><Relationship Id="rId41" Type="http://schemas.openxmlformats.org/officeDocument/2006/relationships/customXml" Target="../ink/ink7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79.png"/></Relationships>
</file>

<file path=ppt/slides/_rels/slide11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18.png"/><Relationship Id="rId51" Type="http://schemas.openxmlformats.org/officeDocument/2006/relationships/image" Target="../media/image624.png"/><Relationship Id="rId3" Type="http://schemas.openxmlformats.org/officeDocument/2006/relationships/image" Target="../media/image4.png"/><Relationship Id="rId42" Type="http://schemas.openxmlformats.org/officeDocument/2006/relationships/customXml" Target="../ink/ink85.xml"/><Relationship Id="rId47" Type="http://schemas.openxmlformats.org/officeDocument/2006/relationships/image" Target="../media/image622.png"/><Relationship Id="rId50" Type="http://schemas.openxmlformats.org/officeDocument/2006/relationships/customXml" Target="../ink/ink89.xml"/><Relationship Id="rId55" Type="http://schemas.openxmlformats.org/officeDocument/2006/relationships/image" Target="../media/image626.png"/><Relationship Id="rId38" Type="http://schemas.openxmlformats.org/officeDocument/2006/relationships/customXml" Target="../ink/ink83.xml"/><Relationship Id="rId46" Type="http://schemas.openxmlformats.org/officeDocument/2006/relationships/customXml" Target="../ink/ink87.xml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81.xml"/><Relationship Id="rId41" Type="http://schemas.openxmlformats.org/officeDocument/2006/relationships/image" Target="../media/image619.png"/><Relationship Id="rId54" Type="http://schemas.openxmlformats.org/officeDocument/2006/relationships/customXml" Target="../ink/ink91.xml"/><Relationship Id="rId1" Type="http://schemas.openxmlformats.org/officeDocument/2006/relationships/vmlDrawing" Target="../drawings/vmlDrawing5.vml"/><Relationship Id="rId6" Type="http://schemas.openxmlformats.org/officeDocument/2006/relationships/customXml" Target="../ink/ink80.xml"/><Relationship Id="rId37" Type="http://schemas.openxmlformats.org/officeDocument/2006/relationships/image" Target="../media/image617.png"/><Relationship Id="rId40" Type="http://schemas.openxmlformats.org/officeDocument/2006/relationships/customXml" Target="../ink/ink84.xml"/><Relationship Id="rId45" Type="http://schemas.openxmlformats.org/officeDocument/2006/relationships/image" Target="../media/image621.png"/><Relationship Id="rId53" Type="http://schemas.openxmlformats.org/officeDocument/2006/relationships/image" Target="../media/image625.png"/><Relationship Id="rId5" Type="http://schemas.openxmlformats.org/officeDocument/2006/relationships/image" Target="../media/image2.png"/><Relationship Id="rId15" Type="http://schemas.openxmlformats.org/officeDocument/2006/relationships/image" Target="../media/image606.png"/><Relationship Id="rId36" Type="http://schemas.openxmlformats.org/officeDocument/2006/relationships/customXml" Target="../ink/ink82.xml"/><Relationship Id="rId49" Type="http://schemas.openxmlformats.org/officeDocument/2006/relationships/image" Target="../media/image623.png"/><Relationship Id="rId57" Type="http://schemas.openxmlformats.org/officeDocument/2006/relationships/image" Target="../media/image627.png"/><Relationship Id="rId44" Type="http://schemas.openxmlformats.org/officeDocument/2006/relationships/customXml" Target="../ink/ink86.xml"/><Relationship Id="rId52" Type="http://schemas.openxmlformats.org/officeDocument/2006/relationships/customXml" Target="../ink/ink90.xml"/><Relationship Id="rId4" Type="http://schemas.openxmlformats.org/officeDocument/2006/relationships/oleObject" Target="../embeddings/oleObject3.bin"/><Relationship Id="rId35" Type="http://schemas.openxmlformats.org/officeDocument/2006/relationships/image" Target="../media/image616.png"/><Relationship Id="rId43" Type="http://schemas.openxmlformats.org/officeDocument/2006/relationships/image" Target="../media/image620.png"/><Relationship Id="rId48" Type="http://schemas.openxmlformats.org/officeDocument/2006/relationships/customXml" Target="../ink/ink88.xml"/><Relationship Id="rId56" Type="http://schemas.openxmlformats.org/officeDocument/2006/relationships/customXml" Target="../ink/ink9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33" Type="http://schemas.openxmlformats.org/officeDocument/2006/relationships/image" Target="../media/image72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customXml" Target="../ink/ink93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.png"/><Relationship Id="rId21" Type="http://schemas.openxmlformats.org/officeDocument/2006/relationships/customXml" Target="../ink/ink101.xml"/><Relationship Id="rId42" Type="http://schemas.openxmlformats.org/officeDocument/2006/relationships/image" Target="../media/image25.png"/><Relationship Id="rId47" Type="http://schemas.openxmlformats.org/officeDocument/2006/relationships/customXml" Target="../ink/ink114.xml"/><Relationship Id="rId63" Type="http://schemas.openxmlformats.org/officeDocument/2006/relationships/customXml" Target="../ink/ink122.xml"/><Relationship Id="rId68" Type="http://schemas.openxmlformats.org/officeDocument/2006/relationships/image" Target="../media/image38.png"/><Relationship Id="rId7" Type="http://schemas.openxmlformats.org/officeDocument/2006/relationships/customXml" Target="../ink/ink94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png"/><Relationship Id="rId29" Type="http://schemas.openxmlformats.org/officeDocument/2006/relationships/customXml" Target="../ink/ink105.xml"/><Relationship Id="rId11" Type="http://schemas.openxmlformats.org/officeDocument/2006/relationships/customXml" Target="../ink/ink96.xml"/><Relationship Id="rId24" Type="http://schemas.openxmlformats.org/officeDocument/2006/relationships/image" Target="../media/image16.png"/><Relationship Id="rId32" Type="http://schemas.openxmlformats.org/officeDocument/2006/relationships/image" Target="../media/image20.png"/><Relationship Id="rId37" Type="http://schemas.openxmlformats.org/officeDocument/2006/relationships/customXml" Target="../ink/ink109.xml"/><Relationship Id="rId40" Type="http://schemas.openxmlformats.org/officeDocument/2006/relationships/image" Target="../media/image24.png"/><Relationship Id="rId45" Type="http://schemas.openxmlformats.org/officeDocument/2006/relationships/customXml" Target="../ink/ink113.xml"/><Relationship Id="rId53" Type="http://schemas.openxmlformats.org/officeDocument/2006/relationships/customXml" Target="../ink/ink117.xml"/><Relationship Id="rId58" Type="http://schemas.openxmlformats.org/officeDocument/2006/relationships/image" Target="../media/image33.png"/><Relationship Id="rId66" Type="http://schemas.openxmlformats.org/officeDocument/2006/relationships/image" Target="../media/image37.png"/><Relationship Id="rId5" Type="http://schemas.openxmlformats.org/officeDocument/2006/relationships/oleObject" Target="../embeddings/oleObject7.bin"/><Relationship Id="rId61" Type="http://schemas.openxmlformats.org/officeDocument/2006/relationships/customXml" Target="../ink/ink121.xml"/><Relationship Id="rId19" Type="http://schemas.openxmlformats.org/officeDocument/2006/relationships/customXml" Target="../ink/ink100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04.xml"/><Relationship Id="rId30" Type="http://schemas.openxmlformats.org/officeDocument/2006/relationships/image" Target="../media/image19.png"/><Relationship Id="rId35" Type="http://schemas.openxmlformats.org/officeDocument/2006/relationships/customXml" Target="../ink/ink108.xml"/><Relationship Id="rId43" Type="http://schemas.openxmlformats.org/officeDocument/2006/relationships/customXml" Target="../ink/ink112.xml"/><Relationship Id="rId48" Type="http://schemas.openxmlformats.org/officeDocument/2006/relationships/image" Target="../media/image28.png"/><Relationship Id="rId56" Type="http://schemas.openxmlformats.org/officeDocument/2006/relationships/image" Target="../media/image32.png"/><Relationship Id="rId64" Type="http://schemas.openxmlformats.org/officeDocument/2006/relationships/image" Target="../media/image36.png"/><Relationship Id="rId69" Type="http://schemas.openxmlformats.org/officeDocument/2006/relationships/customXml" Target="../ink/ink125.xml"/><Relationship Id="rId8" Type="http://schemas.openxmlformats.org/officeDocument/2006/relationships/image" Target="../media/image8.png"/><Relationship Id="rId51" Type="http://schemas.openxmlformats.org/officeDocument/2006/relationships/customXml" Target="../ink/ink116.xml"/><Relationship Id="rId3" Type="http://schemas.openxmlformats.org/officeDocument/2006/relationships/oleObject" Target="../embeddings/oleObject6.bin"/><Relationship Id="rId12" Type="http://schemas.openxmlformats.org/officeDocument/2006/relationships/image" Target="../media/image10.png"/><Relationship Id="rId17" Type="http://schemas.openxmlformats.org/officeDocument/2006/relationships/customXml" Target="../ink/ink99.xml"/><Relationship Id="rId25" Type="http://schemas.openxmlformats.org/officeDocument/2006/relationships/customXml" Target="../ink/ink103.xml"/><Relationship Id="rId33" Type="http://schemas.openxmlformats.org/officeDocument/2006/relationships/customXml" Target="../ink/ink107.xml"/><Relationship Id="rId38" Type="http://schemas.openxmlformats.org/officeDocument/2006/relationships/image" Target="../media/image23.png"/><Relationship Id="rId46" Type="http://schemas.openxmlformats.org/officeDocument/2006/relationships/image" Target="../media/image27.png"/><Relationship Id="rId59" Type="http://schemas.openxmlformats.org/officeDocument/2006/relationships/customXml" Target="../ink/ink120.xml"/><Relationship Id="rId67" Type="http://schemas.openxmlformats.org/officeDocument/2006/relationships/customXml" Target="../ink/ink124.xml"/><Relationship Id="rId20" Type="http://schemas.openxmlformats.org/officeDocument/2006/relationships/image" Target="../media/image14.png"/><Relationship Id="rId41" Type="http://schemas.openxmlformats.org/officeDocument/2006/relationships/customXml" Target="../ink/ink111.xml"/><Relationship Id="rId54" Type="http://schemas.openxmlformats.org/officeDocument/2006/relationships/image" Target="../media/image31.png"/><Relationship Id="rId62" Type="http://schemas.openxmlformats.org/officeDocument/2006/relationships/image" Target="../media/image35.png"/><Relationship Id="rId70" Type="http://schemas.openxmlformats.org/officeDocument/2006/relationships/image" Target="../media/image39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png"/><Relationship Id="rId15" Type="http://schemas.openxmlformats.org/officeDocument/2006/relationships/customXml" Target="../ink/ink98.xml"/><Relationship Id="rId23" Type="http://schemas.openxmlformats.org/officeDocument/2006/relationships/customXml" Target="../ink/ink102.xml"/><Relationship Id="rId28" Type="http://schemas.openxmlformats.org/officeDocument/2006/relationships/image" Target="../media/image18.png"/><Relationship Id="rId36" Type="http://schemas.openxmlformats.org/officeDocument/2006/relationships/image" Target="../media/image22.png"/><Relationship Id="rId49" Type="http://schemas.openxmlformats.org/officeDocument/2006/relationships/customXml" Target="../ink/ink115.xml"/><Relationship Id="rId57" Type="http://schemas.openxmlformats.org/officeDocument/2006/relationships/customXml" Target="../ink/ink119.xml"/><Relationship Id="rId10" Type="http://schemas.openxmlformats.org/officeDocument/2006/relationships/image" Target="../media/image9.png"/><Relationship Id="rId31" Type="http://schemas.openxmlformats.org/officeDocument/2006/relationships/customXml" Target="../ink/ink106.xml"/><Relationship Id="rId44" Type="http://schemas.openxmlformats.org/officeDocument/2006/relationships/image" Target="../media/image26.png"/><Relationship Id="rId52" Type="http://schemas.openxmlformats.org/officeDocument/2006/relationships/image" Target="../media/image30.png"/><Relationship Id="rId60" Type="http://schemas.openxmlformats.org/officeDocument/2006/relationships/image" Target="../media/image34.png"/><Relationship Id="rId65" Type="http://schemas.openxmlformats.org/officeDocument/2006/relationships/customXml" Target="../ink/ink123.xml"/><Relationship Id="rId4" Type="http://schemas.openxmlformats.org/officeDocument/2006/relationships/image" Target="../media/image7.png"/><Relationship Id="rId9" Type="http://schemas.openxmlformats.org/officeDocument/2006/relationships/customXml" Target="../ink/ink95.xml"/><Relationship Id="rId13" Type="http://schemas.openxmlformats.org/officeDocument/2006/relationships/customXml" Target="../ink/ink97.xml"/><Relationship Id="rId18" Type="http://schemas.openxmlformats.org/officeDocument/2006/relationships/image" Target="../media/image13.png"/><Relationship Id="rId39" Type="http://schemas.openxmlformats.org/officeDocument/2006/relationships/customXml" Target="../ink/ink110.xml"/><Relationship Id="rId34" Type="http://schemas.openxmlformats.org/officeDocument/2006/relationships/image" Target="../media/image21.png"/><Relationship Id="rId50" Type="http://schemas.openxmlformats.org/officeDocument/2006/relationships/image" Target="../media/image29.png"/><Relationship Id="rId55" Type="http://schemas.openxmlformats.org/officeDocument/2006/relationships/customXml" Target="../ink/ink118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6.xml"/><Relationship Id="rId117" Type="http://schemas.openxmlformats.org/officeDocument/2006/relationships/image" Target="../media/image96.png"/><Relationship Id="rId21" Type="http://schemas.openxmlformats.org/officeDocument/2006/relationships/image" Target="../media/image48.png"/><Relationship Id="rId42" Type="http://schemas.openxmlformats.org/officeDocument/2006/relationships/customXml" Target="../ink/ink144.xml"/><Relationship Id="rId47" Type="http://schemas.openxmlformats.org/officeDocument/2006/relationships/image" Target="../media/image61.png"/><Relationship Id="rId63" Type="http://schemas.openxmlformats.org/officeDocument/2006/relationships/image" Target="../media/image69.png"/><Relationship Id="rId68" Type="http://schemas.openxmlformats.org/officeDocument/2006/relationships/customXml" Target="../ink/ink157.xml"/><Relationship Id="rId84" Type="http://schemas.openxmlformats.org/officeDocument/2006/relationships/customXml" Target="../ink/ink165.xml"/><Relationship Id="rId89" Type="http://schemas.openxmlformats.org/officeDocument/2006/relationships/image" Target="../media/image82.png"/><Relationship Id="rId112" Type="http://schemas.openxmlformats.org/officeDocument/2006/relationships/customXml" Target="../ink/ink179.xml"/><Relationship Id="rId16" Type="http://schemas.openxmlformats.org/officeDocument/2006/relationships/customXml" Target="../ink/ink131.xml"/><Relationship Id="rId107" Type="http://schemas.openxmlformats.org/officeDocument/2006/relationships/image" Target="../media/image91.png"/><Relationship Id="rId11" Type="http://schemas.openxmlformats.org/officeDocument/2006/relationships/image" Target="../media/image43.png"/><Relationship Id="rId32" Type="http://schemas.openxmlformats.org/officeDocument/2006/relationships/customXml" Target="../ink/ink139.xml"/><Relationship Id="rId37" Type="http://schemas.openxmlformats.org/officeDocument/2006/relationships/image" Target="../media/image56.png"/><Relationship Id="rId53" Type="http://schemas.openxmlformats.org/officeDocument/2006/relationships/image" Target="../media/image64.png"/><Relationship Id="rId58" Type="http://schemas.openxmlformats.org/officeDocument/2006/relationships/customXml" Target="../ink/ink152.xml"/><Relationship Id="rId74" Type="http://schemas.openxmlformats.org/officeDocument/2006/relationships/customXml" Target="../ink/ink160.xml"/><Relationship Id="rId79" Type="http://schemas.openxmlformats.org/officeDocument/2006/relationships/image" Target="../media/image77.png"/><Relationship Id="rId102" Type="http://schemas.openxmlformats.org/officeDocument/2006/relationships/customXml" Target="../ink/ink174.xml"/><Relationship Id="rId5" Type="http://schemas.openxmlformats.org/officeDocument/2006/relationships/image" Target="../media/image40.png"/><Relationship Id="rId90" Type="http://schemas.openxmlformats.org/officeDocument/2006/relationships/customXml" Target="../ink/ink168.xml"/><Relationship Id="rId95" Type="http://schemas.openxmlformats.org/officeDocument/2006/relationships/image" Target="../media/image85.png"/><Relationship Id="rId22" Type="http://schemas.openxmlformats.org/officeDocument/2006/relationships/customXml" Target="../ink/ink134.xml"/><Relationship Id="rId27" Type="http://schemas.openxmlformats.org/officeDocument/2006/relationships/image" Target="../media/image51.png"/><Relationship Id="rId43" Type="http://schemas.openxmlformats.org/officeDocument/2006/relationships/image" Target="../media/image59.png"/><Relationship Id="rId48" Type="http://schemas.openxmlformats.org/officeDocument/2006/relationships/customXml" Target="../ink/ink147.xml"/><Relationship Id="rId64" Type="http://schemas.openxmlformats.org/officeDocument/2006/relationships/customXml" Target="../ink/ink155.xml"/><Relationship Id="rId69" Type="http://schemas.openxmlformats.org/officeDocument/2006/relationships/image" Target="../media/image72.png"/><Relationship Id="rId113" Type="http://schemas.openxmlformats.org/officeDocument/2006/relationships/image" Target="../media/image94.png"/><Relationship Id="rId118" Type="http://schemas.openxmlformats.org/officeDocument/2006/relationships/customXml" Target="../ink/ink182.xml"/><Relationship Id="rId80" Type="http://schemas.openxmlformats.org/officeDocument/2006/relationships/customXml" Target="../ink/ink163.xml"/><Relationship Id="rId85" Type="http://schemas.openxmlformats.org/officeDocument/2006/relationships/image" Target="../media/image80.png"/><Relationship Id="rId12" Type="http://schemas.openxmlformats.org/officeDocument/2006/relationships/customXml" Target="../ink/ink129.xml"/><Relationship Id="rId17" Type="http://schemas.openxmlformats.org/officeDocument/2006/relationships/image" Target="../media/image46.png"/><Relationship Id="rId33" Type="http://schemas.openxmlformats.org/officeDocument/2006/relationships/image" Target="../media/image54.png"/><Relationship Id="rId38" Type="http://schemas.openxmlformats.org/officeDocument/2006/relationships/customXml" Target="../ink/ink142.xml"/><Relationship Id="rId59" Type="http://schemas.openxmlformats.org/officeDocument/2006/relationships/image" Target="../media/image67.png"/><Relationship Id="rId103" Type="http://schemas.openxmlformats.org/officeDocument/2006/relationships/image" Target="../media/image89.png"/><Relationship Id="rId108" Type="http://schemas.openxmlformats.org/officeDocument/2006/relationships/customXml" Target="../ink/ink177.xml"/><Relationship Id="rId54" Type="http://schemas.openxmlformats.org/officeDocument/2006/relationships/customXml" Target="../ink/ink150.xml"/><Relationship Id="rId70" Type="http://schemas.openxmlformats.org/officeDocument/2006/relationships/customXml" Target="../ink/ink158.xml"/><Relationship Id="rId75" Type="http://schemas.openxmlformats.org/officeDocument/2006/relationships/image" Target="../media/image75.png"/><Relationship Id="rId91" Type="http://schemas.openxmlformats.org/officeDocument/2006/relationships/image" Target="../media/image83.png"/><Relationship Id="rId96" Type="http://schemas.openxmlformats.org/officeDocument/2006/relationships/customXml" Target="../ink/ink171.xml"/><Relationship Id="rId1" Type="http://schemas.openxmlformats.org/officeDocument/2006/relationships/vmlDrawing" Target="../drawings/vmlDrawing9.vml"/><Relationship Id="rId6" Type="http://schemas.openxmlformats.org/officeDocument/2006/relationships/customXml" Target="../ink/ink126.xml"/><Relationship Id="rId23" Type="http://schemas.openxmlformats.org/officeDocument/2006/relationships/image" Target="../media/image49.png"/><Relationship Id="rId28" Type="http://schemas.openxmlformats.org/officeDocument/2006/relationships/customXml" Target="../ink/ink137.xml"/><Relationship Id="rId49" Type="http://schemas.openxmlformats.org/officeDocument/2006/relationships/image" Target="../media/image62.png"/><Relationship Id="rId114" Type="http://schemas.openxmlformats.org/officeDocument/2006/relationships/customXml" Target="../ink/ink180.xml"/><Relationship Id="rId119" Type="http://schemas.openxmlformats.org/officeDocument/2006/relationships/image" Target="../media/image97.png"/><Relationship Id="rId44" Type="http://schemas.openxmlformats.org/officeDocument/2006/relationships/customXml" Target="../ink/ink145.xml"/><Relationship Id="rId60" Type="http://schemas.openxmlformats.org/officeDocument/2006/relationships/customXml" Target="../ink/ink153.xml"/><Relationship Id="rId65" Type="http://schemas.openxmlformats.org/officeDocument/2006/relationships/image" Target="../media/image70.png"/><Relationship Id="rId81" Type="http://schemas.openxmlformats.org/officeDocument/2006/relationships/image" Target="../media/image78.png"/><Relationship Id="rId86" Type="http://schemas.openxmlformats.org/officeDocument/2006/relationships/customXml" Target="../ink/ink166.xml"/><Relationship Id="rId4" Type="http://schemas.openxmlformats.org/officeDocument/2006/relationships/image" Target="../media/image2.png"/><Relationship Id="rId9" Type="http://schemas.openxmlformats.org/officeDocument/2006/relationships/image" Target="../media/image42.png"/><Relationship Id="rId13" Type="http://schemas.openxmlformats.org/officeDocument/2006/relationships/image" Target="../media/image44.png"/><Relationship Id="rId18" Type="http://schemas.openxmlformats.org/officeDocument/2006/relationships/customXml" Target="../ink/ink132.xml"/><Relationship Id="rId39" Type="http://schemas.openxmlformats.org/officeDocument/2006/relationships/image" Target="../media/image57.png"/><Relationship Id="rId109" Type="http://schemas.openxmlformats.org/officeDocument/2006/relationships/image" Target="../media/image92.png"/><Relationship Id="rId34" Type="http://schemas.openxmlformats.org/officeDocument/2006/relationships/customXml" Target="../ink/ink140.xml"/><Relationship Id="rId50" Type="http://schemas.openxmlformats.org/officeDocument/2006/relationships/customXml" Target="../ink/ink148.xml"/><Relationship Id="rId55" Type="http://schemas.openxmlformats.org/officeDocument/2006/relationships/image" Target="../media/image65.png"/><Relationship Id="rId76" Type="http://schemas.openxmlformats.org/officeDocument/2006/relationships/customXml" Target="../ink/ink161.xml"/><Relationship Id="rId97" Type="http://schemas.openxmlformats.org/officeDocument/2006/relationships/image" Target="../media/image86.png"/><Relationship Id="rId104" Type="http://schemas.openxmlformats.org/officeDocument/2006/relationships/customXml" Target="../ink/ink175.xml"/><Relationship Id="rId120" Type="http://schemas.openxmlformats.org/officeDocument/2006/relationships/customXml" Target="../ink/ink183.xml"/><Relationship Id="rId7" Type="http://schemas.openxmlformats.org/officeDocument/2006/relationships/image" Target="../media/image41.png"/><Relationship Id="rId71" Type="http://schemas.openxmlformats.org/officeDocument/2006/relationships/image" Target="../media/image73.png"/><Relationship Id="rId92" Type="http://schemas.openxmlformats.org/officeDocument/2006/relationships/customXml" Target="../ink/ink169.xml"/><Relationship Id="rId2" Type="http://schemas.openxmlformats.org/officeDocument/2006/relationships/slideLayout" Target="../slideLayouts/slideLayout7.xml"/><Relationship Id="rId29" Type="http://schemas.openxmlformats.org/officeDocument/2006/relationships/image" Target="../media/image52.png"/><Relationship Id="rId24" Type="http://schemas.openxmlformats.org/officeDocument/2006/relationships/customXml" Target="../ink/ink135.xml"/><Relationship Id="rId40" Type="http://schemas.openxmlformats.org/officeDocument/2006/relationships/customXml" Target="../ink/ink143.xml"/><Relationship Id="rId45" Type="http://schemas.openxmlformats.org/officeDocument/2006/relationships/image" Target="../media/image60.png"/><Relationship Id="rId66" Type="http://schemas.openxmlformats.org/officeDocument/2006/relationships/customXml" Target="../ink/ink156.xml"/><Relationship Id="rId87" Type="http://schemas.openxmlformats.org/officeDocument/2006/relationships/image" Target="../media/image81.png"/><Relationship Id="rId110" Type="http://schemas.openxmlformats.org/officeDocument/2006/relationships/customXml" Target="../ink/ink178.xml"/><Relationship Id="rId115" Type="http://schemas.openxmlformats.org/officeDocument/2006/relationships/image" Target="../media/image95.png"/><Relationship Id="rId61" Type="http://schemas.openxmlformats.org/officeDocument/2006/relationships/image" Target="../media/image68.png"/><Relationship Id="rId82" Type="http://schemas.openxmlformats.org/officeDocument/2006/relationships/customXml" Target="../ink/ink164.xml"/><Relationship Id="rId19" Type="http://schemas.openxmlformats.org/officeDocument/2006/relationships/image" Target="../media/image47.png"/><Relationship Id="rId14" Type="http://schemas.openxmlformats.org/officeDocument/2006/relationships/customXml" Target="../ink/ink130.xml"/><Relationship Id="rId30" Type="http://schemas.openxmlformats.org/officeDocument/2006/relationships/customXml" Target="../ink/ink138.xml"/><Relationship Id="rId35" Type="http://schemas.openxmlformats.org/officeDocument/2006/relationships/image" Target="../media/image55.png"/><Relationship Id="rId56" Type="http://schemas.openxmlformats.org/officeDocument/2006/relationships/customXml" Target="../ink/ink151.xml"/><Relationship Id="rId77" Type="http://schemas.openxmlformats.org/officeDocument/2006/relationships/image" Target="../media/image76.png"/><Relationship Id="rId100" Type="http://schemas.openxmlformats.org/officeDocument/2006/relationships/customXml" Target="../ink/ink173.xml"/><Relationship Id="rId105" Type="http://schemas.openxmlformats.org/officeDocument/2006/relationships/image" Target="../media/image90.png"/><Relationship Id="rId8" Type="http://schemas.openxmlformats.org/officeDocument/2006/relationships/customXml" Target="../ink/ink127.xml"/><Relationship Id="rId51" Type="http://schemas.openxmlformats.org/officeDocument/2006/relationships/image" Target="../media/image63.png"/><Relationship Id="rId72" Type="http://schemas.openxmlformats.org/officeDocument/2006/relationships/customXml" Target="../ink/ink159.xml"/><Relationship Id="rId93" Type="http://schemas.openxmlformats.org/officeDocument/2006/relationships/image" Target="../media/image84.png"/><Relationship Id="rId98" Type="http://schemas.openxmlformats.org/officeDocument/2006/relationships/customXml" Target="../ink/ink172.xml"/><Relationship Id="rId121" Type="http://schemas.openxmlformats.org/officeDocument/2006/relationships/image" Target="../media/image98.png"/><Relationship Id="rId3" Type="http://schemas.openxmlformats.org/officeDocument/2006/relationships/oleObject" Target="../embeddings/oleObject8.bin"/><Relationship Id="rId25" Type="http://schemas.openxmlformats.org/officeDocument/2006/relationships/image" Target="../media/image50.png"/><Relationship Id="rId46" Type="http://schemas.openxmlformats.org/officeDocument/2006/relationships/customXml" Target="../ink/ink146.xml"/><Relationship Id="rId67" Type="http://schemas.openxmlformats.org/officeDocument/2006/relationships/image" Target="../media/image71.png"/><Relationship Id="rId116" Type="http://schemas.openxmlformats.org/officeDocument/2006/relationships/customXml" Target="../ink/ink181.xml"/><Relationship Id="rId20" Type="http://schemas.openxmlformats.org/officeDocument/2006/relationships/customXml" Target="../ink/ink133.xml"/><Relationship Id="rId41" Type="http://schemas.openxmlformats.org/officeDocument/2006/relationships/image" Target="../media/image58.png"/><Relationship Id="rId62" Type="http://schemas.openxmlformats.org/officeDocument/2006/relationships/customXml" Target="../ink/ink154.xml"/><Relationship Id="rId83" Type="http://schemas.openxmlformats.org/officeDocument/2006/relationships/image" Target="../media/image79.png"/><Relationship Id="rId88" Type="http://schemas.openxmlformats.org/officeDocument/2006/relationships/customXml" Target="../ink/ink167.xml"/><Relationship Id="rId111" Type="http://schemas.openxmlformats.org/officeDocument/2006/relationships/image" Target="../media/image93.png"/><Relationship Id="rId15" Type="http://schemas.openxmlformats.org/officeDocument/2006/relationships/image" Target="../media/image45.png"/><Relationship Id="rId36" Type="http://schemas.openxmlformats.org/officeDocument/2006/relationships/customXml" Target="../ink/ink141.xml"/><Relationship Id="rId57" Type="http://schemas.openxmlformats.org/officeDocument/2006/relationships/image" Target="../media/image66.png"/><Relationship Id="rId106" Type="http://schemas.openxmlformats.org/officeDocument/2006/relationships/customXml" Target="../ink/ink176.xml"/><Relationship Id="rId10" Type="http://schemas.openxmlformats.org/officeDocument/2006/relationships/customXml" Target="../ink/ink128.xml"/><Relationship Id="rId31" Type="http://schemas.openxmlformats.org/officeDocument/2006/relationships/image" Target="../media/image53.png"/><Relationship Id="rId52" Type="http://schemas.openxmlformats.org/officeDocument/2006/relationships/customXml" Target="../ink/ink149.xml"/><Relationship Id="rId73" Type="http://schemas.openxmlformats.org/officeDocument/2006/relationships/image" Target="../media/image74.png"/><Relationship Id="rId78" Type="http://schemas.openxmlformats.org/officeDocument/2006/relationships/customXml" Target="../ink/ink162.xml"/><Relationship Id="rId94" Type="http://schemas.openxmlformats.org/officeDocument/2006/relationships/customXml" Target="../ink/ink170.xml"/><Relationship Id="rId99" Type="http://schemas.openxmlformats.org/officeDocument/2006/relationships/image" Target="../media/image87.png"/><Relationship Id="rId101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6.png"/><Relationship Id="rId21" Type="http://schemas.openxmlformats.org/officeDocument/2006/relationships/image" Target="../media/image108.png"/><Relationship Id="rId42" Type="http://schemas.openxmlformats.org/officeDocument/2006/relationships/customXml" Target="../ink/ink204.xml"/><Relationship Id="rId63" Type="http://schemas.openxmlformats.org/officeDocument/2006/relationships/image" Target="../media/image129.png"/><Relationship Id="rId84" Type="http://schemas.openxmlformats.org/officeDocument/2006/relationships/customXml" Target="../ink/ink225.xml"/><Relationship Id="rId138" Type="http://schemas.openxmlformats.org/officeDocument/2006/relationships/customXml" Target="../ink/ink252.xml"/><Relationship Id="rId159" Type="http://schemas.openxmlformats.org/officeDocument/2006/relationships/image" Target="../media/image177.png"/><Relationship Id="rId170" Type="http://schemas.openxmlformats.org/officeDocument/2006/relationships/customXml" Target="../ink/ink268.xml"/><Relationship Id="rId191" Type="http://schemas.openxmlformats.org/officeDocument/2006/relationships/image" Target="../media/image193.png"/><Relationship Id="rId205" Type="http://schemas.openxmlformats.org/officeDocument/2006/relationships/image" Target="../media/image200.png"/><Relationship Id="rId107" Type="http://schemas.openxmlformats.org/officeDocument/2006/relationships/image" Target="../media/image151.png"/><Relationship Id="rId11" Type="http://schemas.openxmlformats.org/officeDocument/2006/relationships/image" Target="../media/image103.png"/><Relationship Id="rId32" Type="http://schemas.openxmlformats.org/officeDocument/2006/relationships/customXml" Target="../ink/ink199.xml"/><Relationship Id="rId53" Type="http://schemas.openxmlformats.org/officeDocument/2006/relationships/image" Target="../media/image124.png"/><Relationship Id="rId74" Type="http://schemas.openxmlformats.org/officeDocument/2006/relationships/customXml" Target="../ink/ink220.xml"/><Relationship Id="rId128" Type="http://schemas.openxmlformats.org/officeDocument/2006/relationships/customXml" Target="../ink/ink247.xml"/><Relationship Id="rId149" Type="http://schemas.openxmlformats.org/officeDocument/2006/relationships/image" Target="../media/image172.png"/><Relationship Id="rId5" Type="http://schemas.openxmlformats.org/officeDocument/2006/relationships/image" Target="../media/image100.png"/><Relationship Id="rId95" Type="http://schemas.openxmlformats.org/officeDocument/2006/relationships/image" Target="../media/image145.png"/><Relationship Id="rId160" Type="http://schemas.openxmlformats.org/officeDocument/2006/relationships/customXml" Target="../ink/ink263.xml"/><Relationship Id="rId181" Type="http://schemas.openxmlformats.org/officeDocument/2006/relationships/image" Target="../media/image188.png"/><Relationship Id="rId22" Type="http://schemas.openxmlformats.org/officeDocument/2006/relationships/customXml" Target="../ink/ink194.xml"/><Relationship Id="rId43" Type="http://schemas.openxmlformats.org/officeDocument/2006/relationships/image" Target="../media/image119.png"/><Relationship Id="rId64" Type="http://schemas.openxmlformats.org/officeDocument/2006/relationships/customXml" Target="../ink/ink215.xml"/><Relationship Id="rId118" Type="http://schemas.openxmlformats.org/officeDocument/2006/relationships/customXml" Target="../ink/ink242.xml"/><Relationship Id="rId139" Type="http://schemas.openxmlformats.org/officeDocument/2006/relationships/image" Target="../media/image167.png"/><Relationship Id="rId85" Type="http://schemas.openxmlformats.org/officeDocument/2006/relationships/image" Target="../media/image140.png"/><Relationship Id="rId150" Type="http://schemas.openxmlformats.org/officeDocument/2006/relationships/customXml" Target="../ink/ink258.xml"/><Relationship Id="rId171" Type="http://schemas.openxmlformats.org/officeDocument/2006/relationships/image" Target="../media/image183.png"/><Relationship Id="rId192" Type="http://schemas.openxmlformats.org/officeDocument/2006/relationships/customXml" Target="../ink/ink279.xml"/><Relationship Id="rId12" Type="http://schemas.openxmlformats.org/officeDocument/2006/relationships/customXml" Target="../ink/ink189.xml"/><Relationship Id="rId33" Type="http://schemas.openxmlformats.org/officeDocument/2006/relationships/image" Target="../media/image114.png"/><Relationship Id="rId108" Type="http://schemas.openxmlformats.org/officeDocument/2006/relationships/customXml" Target="../ink/ink237.xml"/><Relationship Id="rId129" Type="http://schemas.openxmlformats.org/officeDocument/2006/relationships/image" Target="../media/image162.png"/><Relationship Id="rId54" Type="http://schemas.openxmlformats.org/officeDocument/2006/relationships/customXml" Target="../ink/ink210.xml"/><Relationship Id="rId75" Type="http://schemas.openxmlformats.org/officeDocument/2006/relationships/image" Target="../media/image135.png"/><Relationship Id="rId96" Type="http://schemas.openxmlformats.org/officeDocument/2006/relationships/customXml" Target="../ink/ink231.xml"/><Relationship Id="rId140" Type="http://schemas.openxmlformats.org/officeDocument/2006/relationships/customXml" Target="../ink/ink253.xml"/><Relationship Id="rId161" Type="http://schemas.openxmlformats.org/officeDocument/2006/relationships/image" Target="../media/image178.png"/><Relationship Id="rId182" Type="http://schemas.openxmlformats.org/officeDocument/2006/relationships/customXml" Target="../ink/ink274.xml"/><Relationship Id="rId6" Type="http://schemas.openxmlformats.org/officeDocument/2006/relationships/customXml" Target="../ink/ink186.xml"/><Relationship Id="rId23" Type="http://schemas.openxmlformats.org/officeDocument/2006/relationships/image" Target="../media/image109.png"/><Relationship Id="rId119" Type="http://schemas.openxmlformats.org/officeDocument/2006/relationships/image" Target="../media/image157.png"/><Relationship Id="rId44" Type="http://schemas.openxmlformats.org/officeDocument/2006/relationships/customXml" Target="../ink/ink205.xml"/><Relationship Id="rId65" Type="http://schemas.openxmlformats.org/officeDocument/2006/relationships/image" Target="../media/image130.png"/><Relationship Id="rId86" Type="http://schemas.openxmlformats.org/officeDocument/2006/relationships/customXml" Target="../ink/ink226.xml"/><Relationship Id="rId130" Type="http://schemas.openxmlformats.org/officeDocument/2006/relationships/customXml" Target="../ink/ink248.xml"/><Relationship Id="rId151" Type="http://schemas.openxmlformats.org/officeDocument/2006/relationships/image" Target="../media/image173.png"/><Relationship Id="rId172" Type="http://schemas.openxmlformats.org/officeDocument/2006/relationships/customXml" Target="../ink/ink269.xml"/><Relationship Id="rId193" Type="http://schemas.openxmlformats.org/officeDocument/2006/relationships/image" Target="../media/image194.png"/><Relationship Id="rId13" Type="http://schemas.openxmlformats.org/officeDocument/2006/relationships/image" Target="../media/image104.png"/><Relationship Id="rId109" Type="http://schemas.openxmlformats.org/officeDocument/2006/relationships/image" Target="../media/image152.png"/><Relationship Id="rId34" Type="http://schemas.openxmlformats.org/officeDocument/2006/relationships/customXml" Target="../ink/ink200.xml"/><Relationship Id="rId55" Type="http://schemas.openxmlformats.org/officeDocument/2006/relationships/image" Target="../media/image125.png"/><Relationship Id="rId76" Type="http://schemas.openxmlformats.org/officeDocument/2006/relationships/customXml" Target="../ink/ink221.xml"/><Relationship Id="rId97" Type="http://schemas.openxmlformats.org/officeDocument/2006/relationships/image" Target="../media/image146.png"/><Relationship Id="rId120" Type="http://schemas.openxmlformats.org/officeDocument/2006/relationships/customXml" Target="../ink/ink243.xml"/><Relationship Id="rId141" Type="http://schemas.openxmlformats.org/officeDocument/2006/relationships/image" Target="../media/image168.png"/><Relationship Id="rId7" Type="http://schemas.openxmlformats.org/officeDocument/2006/relationships/image" Target="../media/image101.png"/><Relationship Id="rId162" Type="http://schemas.openxmlformats.org/officeDocument/2006/relationships/customXml" Target="../ink/ink264.xml"/><Relationship Id="rId183" Type="http://schemas.openxmlformats.org/officeDocument/2006/relationships/image" Target="../media/image189.png"/><Relationship Id="rId24" Type="http://schemas.openxmlformats.org/officeDocument/2006/relationships/customXml" Target="../ink/ink195.xml"/><Relationship Id="rId40" Type="http://schemas.openxmlformats.org/officeDocument/2006/relationships/customXml" Target="../ink/ink203.xml"/><Relationship Id="rId45" Type="http://schemas.openxmlformats.org/officeDocument/2006/relationships/image" Target="../media/image120.png"/><Relationship Id="rId66" Type="http://schemas.openxmlformats.org/officeDocument/2006/relationships/customXml" Target="../ink/ink216.xml"/><Relationship Id="rId87" Type="http://schemas.openxmlformats.org/officeDocument/2006/relationships/image" Target="../media/image141.png"/><Relationship Id="rId110" Type="http://schemas.openxmlformats.org/officeDocument/2006/relationships/customXml" Target="../ink/ink238.xml"/><Relationship Id="rId115" Type="http://schemas.openxmlformats.org/officeDocument/2006/relationships/image" Target="../media/image155.png"/><Relationship Id="rId131" Type="http://schemas.openxmlformats.org/officeDocument/2006/relationships/image" Target="../media/image163.png"/><Relationship Id="rId136" Type="http://schemas.openxmlformats.org/officeDocument/2006/relationships/customXml" Target="../ink/ink251.xml"/><Relationship Id="rId157" Type="http://schemas.openxmlformats.org/officeDocument/2006/relationships/image" Target="../media/image176.png"/><Relationship Id="rId178" Type="http://schemas.openxmlformats.org/officeDocument/2006/relationships/customXml" Target="../ink/ink272.xml"/><Relationship Id="rId61" Type="http://schemas.openxmlformats.org/officeDocument/2006/relationships/image" Target="../media/image128.png"/><Relationship Id="rId82" Type="http://schemas.openxmlformats.org/officeDocument/2006/relationships/customXml" Target="../ink/ink224.xml"/><Relationship Id="rId152" Type="http://schemas.openxmlformats.org/officeDocument/2006/relationships/customXml" Target="../ink/ink259.xml"/><Relationship Id="rId173" Type="http://schemas.openxmlformats.org/officeDocument/2006/relationships/image" Target="../media/image184.png"/><Relationship Id="rId194" Type="http://schemas.openxmlformats.org/officeDocument/2006/relationships/customXml" Target="../ink/ink280.xml"/><Relationship Id="rId199" Type="http://schemas.openxmlformats.org/officeDocument/2006/relationships/image" Target="../media/image197.png"/><Relationship Id="rId203" Type="http://schemas.openxmlformats.org/officeDocument/2006/relationships/image" Target="../media/image199.png"/><Relationship Id="rId19" Type="http://schemas.openxmlformats.org/officeDocument/2006/relationships/image" Target="../media/image107.png"/><Relationship Id="rId14" Type="http://schemas.openxmlformats.org/officeDocument/2006/relationships/customXml" Target="../ink/ink190.xml"/><Relationship Id="rId30" Type="http://schemas.openxmlformats.org/officeDocument/2006/relationships/customXml" Target="../ink/ink198.xml"/><Relationship Id="rId35" Type="http://schemas.openxmlformats.org/officeDocument/2006/relationships/image" Target="../media/image115.png"/><Relationship Id="rId56" Type="http://schemas.openxmlformats.org/officeDocument/2006/relationships/customXml" Target="../ink/ink211.xml"/><Relationship Id="rId77" Type="http://schemas.openxmlformats.org/officeDocument/2006/relationships/image" Target="../media/image136.png"/><Relationship Id="rId100" Type="http://schemas.openxmlformats.org/officeDocument/2006/relationships/customXml" Target="../ink/ink233.xml"/><Relationship Id="rId105" Type="http://schemas.openxmlformats.org/officeDocument/2006/relationships/image" Target="../media/image150.png"/><Relationship Id="rId126" Type="http://schemas.openxmlformats.org/officeDocument/2006/relationships/customXml" Target="../ink/ink246.xml"/><Relationship Id="rId147" Type="http://schemas.openxmlformats.org/officeDocument/2006/relationships/image" Target="../media/image171.png"/><Relationship Id="rId168" Type="http://schemas.openxmlformats.org/officeDocument/2006/relationships/customXml" Target="../ink/ink267.xml"/><Relationship Id="rId8" Type="http://schemas.openxmlformats.org/officeDocument/2006/relationships/customXml" Target="../ink/ink187.xml"/><Relationship Id="rId51" Type="http://schemas.openxmlformats.org/officeDocument/2006/relationships/image" Target="../media/image123.png"/><Relationship Id="rId72" Type="http://schemas.openxmlformats.org/officeDocument/2006/relationships/customXml" Target="../ink/ink219.xml"/><Relationship Id="rId93" Type="http://schemas.openxmlformats.org/officeDocument/2006/relationships/image" Target="../media/image144.png"/><Relationship Id="rId98" Type="http://schemas.openxmlformats.org/officeDocument/2006/relationships/customXml" Target="../ink/ink232.xml"/><Relationship Id="rId121" Type="http://schemas.openxmlformats.org/officeDocument/2006/relationships/image" Target="../media/image158.png"/><Relationship Id="rId142" Type="http://schemas.openxmlformats.org/officeDocument/2006/relationships/customXml" Target="../ink/ink254.xml"/><Relationship Id="rId163" Type="http://schemas.openxmlformats.org/officeDocument/2006/relationships/image" Target="../media/image179.png"/><Relationship Id="rId184" Type="http://schemas.openxmlformats.org/officeDocument/2006/relationships/customXml" Target="../ink/ink275.xml"/><Relationship Id="rId189" Type="http://schemas.openxmlformats.org/officeDocument/2006/relationships/image" Target="../media/image192.png"/><Relationship Id="rId3" Type="http://schemas.openxmlformats.org/officeDocument/2006/relationships/image" Target="../media/image99.png"/><Relationship Id="rId25" Type="http://schemas.openxmlformats.org/officeDocument/2006/relationships/image" Target="../media/image110.png"/><Relationship Id="rId46" Type="http://schemas.openxmlformats.org/officeDocument/2006/relationships/customXml" Target="../ink/ink206.xml"/><Relationship Id="rId67" Type="http://schemas.openxmlformats.org/officeDocument/2006/relationships/image" Target="../media/image131.png"/><Relationship Id="rId116" Type="http://schemas.openxmlformats.org/officeDocument/2006/relationships/customXml" Target="../ink/ink241.xml"/><Relationship Id="rId137" Type="http://schemas.openxmlformats.org/officeDocument/2006/relationships/image" Target="../media/image166.png"/><Relationship Id="rId158" Type="http://schemas.openxmlformats.org/officeDocument/2006/relationships/customXml" Target="../ink/ink262.xml"/><Relationship Id="rId20" Type="http://schemas.openxmlformats.org/officeDocument/2006/relationships/customXml" Target="../ink/ink193.xml"/><Relationship Id="rId41" Type="http://schemas.openxmlformats.org/officeDocument/2006/relationships/image" Target="../media/image118.png"/><Relationship Id="rId62" Type="http://schemas.openxmlformats.org/officeDocument/2006/relationships/customXml" Target="../ink/ink214.xml"/><Relationship Id="rId83" Type="http://schemas.openxmlformats.org/officeDocument/2006/relationships/image" Target="../media/image139.png"/><Relationship Id="rId88" Type="http://schemas.openxmlformats.org/officeDocument/2006/relationships/customXml" Target="../ink/ink227.xml"/><Relationship Id="rId111" Type="http://schemas.openxmlformats.org/officeDocument/2006/relationships/image" Target="../media/image153.png"/><Relationship Id="rId132" Type="http://schemas.openxmlformats.org/officeDocument/2006/relationships/customXml" Target="../ink/ink249.xml"/><Relationship Id="rId153" Type="http://schemas.openxmlformats.org/officeDocument/2006/relationships/image" Target="../media/image174.png"/><Relationship Id="rId174" Type="http://schemas.openxmlformats.org/officeDocument/2006/relationships/customXml" Target="../ink/ink270.xml"/><Relationship Id="rId179" Type="http://schemas.openxmlformats.org/officeDocument/2006/relationships/image" Target="../media/image187.png"/><Relationship Id="rId195" Type="http://schemas.openxmlformats.org/officeDocument/2006/relationships/image" Target="../media/image195.png"/><Relationship Id="rId190" Type="http://schemas.openxmlformats.org/officeDocument/2006/relationships/customXml" Target="../ink/ink278.xml"/><Relationship Id="rId204" Type="http://schemas.openxmlformats.org/officeDocument/2006/relationships/customXml" Target="../ink/ink285.xml"/><Relationship Id="rId15" Type="http://schemas.openxmlformats.org/officeDocument/2006/relationships/image" Target="../media/image105.png"/><Relationship Id="rId36" Type="http://schemas.openxmlformats.org/officeDocument/2006/relationships/customXml" Target="../ink/ink201.xml"/><Relationship Id="rId57" Type="http://schemas.openxmlformats.org/officeDocument/2006/relationships/image" Target="../media/image126.png"/><Relationship Id="rId106" Type="http://schemas.openxmlformats.org/officeDocument/2006/relationships/customXml" Target="../ink/ink236.xml"/><Relationship Id="rId127" Type="http://schemas.openxmlformats.org/officeDocument/2006/relationships/image" Target="../media/image161.png"/><Relationship Id="rId10" Type="http://schemas.openxmlformats.org/officeDocument/2006/relationships/customXml" Target="../ink/ink188.xml"/><Relationship Id="rId31" Type="http://schemas.openxmlformats.org/officeDocument/2006/relationships/image" Target="../media/image113.png"/><Relationship Id="rId52" Type="http://schemas.openxmlformats.org/officeDocument/2006/relationships/customXml" Target="../ink/ink209.xml"/><Relationship Id="rId73" Type="http://schemas.openxmlformats.org/officeDocument/2006/relationships/image" Target="../media/image134.png"/><Relationship Id="rId78" Type="http://schemas.openxmlformats.org/officeDocument/2006/relationships/customXml" Target="../ink/ink222.xml"/><Relationship Id="rId94" Type="http://schemas.openxmlformats.org/officeDocument/2006/relationships/customXml" Target="../ink/ink230.xml"/><Relationship Id="rId99" Type="http://schemas.openxmlformats.org/officeDocument/2006/relationships/image" Target="../media/image147.png"/><Relationship Id="rId101" Type="http://schemas.openxmlformats.org/officeDocument/2006/relationships/image" Target="../media/image148.png"/><Relationship Id="rId122" Type="http://schemas.openxmlformats.org/officeDocument/2006/relationships/customXml" Target="../ink/ink244.xml"/><Relationship Id="rId143" Type="http://schemas.openxmlformats.org/officeDocument/2006/relationships/image" Target="../media/image169.png"/><Relationship Id="rId148" Type="http://schemas.openxmlformats.org/officeDocument/2006/relationships/customXml" Target="../ink/ink257.xml"/><Relationship Id="rId164" Type="http://schemas.openxmlformats.org/officeDocument/2006/relationships/customXml" Target="../ink/ink265.xml"/><Relationship Id="rId169" Type="http://schemas.openxmlformats.org/officeDocument/2006/relationships/image" Target="../media/image182.png"/><Relationship Id="rId185" Type="http://schemas.openxmlformats.org/officeDocument/2006/relationships/image" Target="../media/image190.png"/><Relationship Id="rId4" Type="http://schemas.openxmlformats.org/officeDocument/2006/relationships/customXml" Target="../ink/ink185.xml"/><Relationship Id="rId9" Type="http://schemas.openxmlformats.org/officeDocument/2006/relationships/image" Target="../media/image102.png"/><Relationship Id="rId180" Type="http://schemas.openxmlformats.org/officeDocument/2006/relationships/customXml" Target="../ink/ink273.xml"/><Relationship Id="rId26" Type="http://schemas.openxmlformats.org/officeDocument/2006/relationships/customXml" Target="../ink/ink196.xml"/><Relationship Id="rId47" Type="http://schemas.openxmlformats.org/officeDocument/2006/relationships/image" Target="../media/image121.png"/><Relationship Id="rId68" Type="http://schemas.openxmlformats.org/officeDocument/2006/relationships/customXml" Target="../ink/ink217.xml"/><Relationship Id="rId89" Type="http://schemas.openxmlformats.org/officeDocument/2006/relationships/image" Target="../media/image142.png"/><Relationship Id="rId112" Type="http://schemas.openxmlformats.org/officeDocument/2006/relationships/customXml" Target="../ink/ink239.xml"/><Relationship Id="rId133" Type="http://schemas.openxmlformats.org/officeDocument/2006/relationships/image" Target="../media/image164.png"/><Relationship Id="rId154" Type="http://schemas.openxmlformats.org/officeDocument/2006/relationships/customXml" Target="../ink/ink260.xml"/><Relationship Id="rId175" Type="http://schemas.openxmlformats.org/officeDocument/2006/relationships/image" Target="../media/image185.png"/><Relationship Id="rId196" Type="http://schemas.openxmlformats.org/officeDocument/2006/relationships/customXml" Target="../ink/ink281.xml"/><Relationship Id="rId200" Type="http://schemas.openxmlformats.org/officeDocument/2006/relationships/customXml" Target="../ink/ink283.xml"/><Relationship Id="rId16" Type="http://schemas.openxmlformats.org/officeDocument/2006/relationships/customXml" Target="../ink/ink191.xml"/><Relationship Id="rId37" Type="http://schemas.openxmlformats.org/officeDocument/2006/relationships/image" Target="../media/image116.png"/><Relationship Id="rId58" Type="http://schemas.openxmlformats.org/officeDocument/2006/relationships/customXml" Target="../ink/ink212.xml"/><Relationship Id="rId79" Type="http://schemas.openxmlformats.org/officeDocument/2006/relationships/image" Target="../media/image137.png"/><Relationship Id="rId102" Type="http://schemas.openxmlformats.org/officeDocument/2006/relationships/customXml" Target="../ink/ink234.xml"/><Relationship Id="rId123" Type="http://schemas.openxmlformats.org/officeDocument/2006/relationships/image" Target="../media/image159.png"/><Relationship Id="rId144" Type="http://schemas.openxmlformats.org/officeDocument/2006/relationships/customXml" Target="../ink/ink255.xml"/><Relationship Id="rId90" Type="http://schemas.openxmlformats.org/officeDocument/2006/relationships/customXml" Target="../ink/ink228.xml"/><Relationship Id="rId165" Type="http://schemas.openxmlformats.org/officeDocument/2006/relationships/image" Target="../media/image180.png"/><Relationship Id="rId186" Type="http://schemas.openxmlformats.org/officeDocument/2006/relationships/customXml" Target="../ink/ink276.xml"/><Relationship Id="rId27" Type="http://schemas.openxmlformats.org/officeDocument/2006/relationships/image" Target="../media/image111.png"/><Relationship Id="rId48" Type="http://schemas.openxmlformats.org/officeDocument/2006/relationships/customXml" Target="../ink/ink207.xml"/><Relationship Id="rId69" Type="http://schemas.openxmlformats.org/officeDocument/2006/relationships/image" Target="../media/image132.png"/><Relationship Id="rId113" Type="http://schemas.openxmlformats.org/officeDocument/2006/relationships/image" Target="../media/image154.png"/><Relationship Id="rId134" Type="http://schemas.openxmlformats.org/officeDocument/2006/relationships/customXml" Target="../ink/ink250.xml"/><Relationship Id="rId80" Type="http://schemas.openxmlformats.org/officeDocument/2006/relationships/customXml" Target="../ink/ink223.xml"/><Relationship Id="rId155" Type="http://schemas.openxmlformats.org/officeDocument/2006/relationships/image" Target="../media/image175.png"/><Relationship Id="rId176" Type="http://schemas.openxmlformats.org/officeDocument/2006/relationships/customXml" Target="../ink/ink271.xml"/><Relationship Id="rId197" Type="http://schemas.openxmlformats.org/officeDocument/2006/relationships/image" Target="../media/image196.png"/><Relationship Id="rId201" Type="http://schemas.openxmlformats.org/officeDocument/2006/relationships/image" Target="../media/image198.png"/><Relationship Id="rId17" Type="http://schemas.openxmlformats.org/officeDocument/2006/relationships/image" Target="../media/image106.png"/><Relationship Id="rId38" Type="http://schemas.openxmlformats.org/officeDocument/2006/relationships/customXml" Target="../ink/ink202.xml"/><Relationship Id="rId59" Type="http://schemas.openxmlformats.org/officeDocument/2006/relationships/image" Target="../media/image127.png"/><Relationship Id="rId103" Type="http://schemas.openxmlformats.org/officeDocument/2006/relationships/image" Target="../media/image149.png"/><Relationship Id="rId124" Type="http://schemas.openxmlformats.org/officeDocument/2006/relationships/customXml" Target="../ink/ink245.xml"/><Relationship Id="rId70" Type="http://schemas.openxmlformats.org/officeDocument/2006/relationships/customXml" Target="../ink/ink218.xml"/><Relationship Id="rId91" Type="http://schemas.openxmlformats.org/officeDocument/2006/relationships/image" Target="../media/image143.png"/><Relationship Id="rId145" Type="http://schemas.openxmlformats.org/officeDocument/2006/relationships/image" Target="../media/image170.png"/><Relationship Id="rId166" Type="http://schemas.openxmlformats.org/officeDocument/2006/relationships/customXml" Target="../ink/ink266.xml"/><Relationship Id="rId187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97.xml"/><Relationship Id="rId49" Type="http://schemas.openxmlformats.org/officeDocument/2006/relationships/image" Target="../media/image122.png"/><Relationship Id="rId114" Type="http://schemas.openxmlformats.org/officeDocument/2006/relationships/customXml" Target="../ink/ink240.xml"/><Relationship Id="rId60" Type="http://schemas.openxmlformats.org/officeDocument/2006/relationships/customXml" Target="../ink/ink213.xml"/><Relationship Id="rId81" Type="http://schemas.openxmlformats.org/officeDocument/2006/relationships/image" Target="../media/image138.png"/><Relationship Id="rId135" Type="http://schemas.openxmlformats.org/officeDocument/2006/relationships/image" Target="../media/image165.png"/><Relationship Id="rId156" Type="http://schemas.openxmlformats.org/officeDocument/2006/relationships/customXml" Target="../ink/ink261.xml"/><Relationship Id="rId177" Type="http://schemas.openxmlformats.org/officeDocument/2006/relationships/image" Target="../media/image186.png"/><Relationship Id="rId198" Type="http://schemas.openxmlformats.org/officeDocument/2006/relationships/customXml" Target="../ink/ink282.xml"/><Relationship Id="rId202" Type="http://schemas.openxmlformats.org/officeDocument/2006/relationships/customXml" Target="../ink/ink284.xml"/><Relationship Id="rId18" Type="http://schemas.openxmlformats.org/officeDocument/2006/relationships/customXml" Target="../ink/ink192.xml"/><Relationship Id="rId39" Type="http://schemas.openxmlformats.org/officeDocument/2006/relationships/image" Target="../media/image117.png"/><Relationship Id="rId50" Type="http://schemas.openxmlformats.org/officeDocument/2006/relationships/customXml" Target="../ink/ink208.xml"/><Relationship Id="rId104" Type="http://schemas.openxmlformats.org/officeDocument/2006/relationships/customXml" Target="../ink/ink235.xml"/><Relationship Id="rId125" Type="http://schemas.openxmlformats.org/officeDocument/2006/relationships/image" Target="../media/image160.png"/><Relationship Id="rId146" Type="http://schemas.openxmlformats.org/officeDocument/2006/relationships/customXml" Target="../ink/ink256.xml"/><Relationship Id="rId167" Type="http://schemas.openxmlformats.org/officeDocument/2006/relationships/image" Target="../media/image181.png"/><Relationship Id="rId188" Type="http://schemas.openxmlformats.org/officeDocument/2006/relationships/customXml" Target="../ink/ink277.xml"/><Relationship Id="rId71" Type="http://schemas.openxmlformats.org/officeDocument/2006/relationships/image" Target="../media/image133.png"/><Relationship Id="rId92" Type="http://schemas.openxmlformats.org/officeDocument/2006/relationships/customXml" Target="../ink/ink229.xml"/><Relationship Id="rId2" Type="http://schemas.openxmlformats.org/officeDocument/2006/relationships/customXml" Target="../ink/ink184.xml"/><Relationship Id="rId29" Type="http://schemas.openxmlformats.org/officeDocument/2006/relationships/image" Target="../media/image112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8.png"/><Relationship Id="rId21" Type="http://schemas.openxmlformats.org/officeDocument/2006/relationships/image" Target="../media/image210.png"/><Relationship Id="rId42" Type="http://schemas.openxmlformats.org/officeDocument/2006/relationships/customXml" Target="../ink/ink306.xml"/><Relationship Id="rId63" Type="http://schemas.openxmlformats.org/officeDocument/2006/relationships/image" Target="../media/image231.png"/><Relationship Id="rId84" Type="http://schemas.openxmlformats.org/officeDocument/2006/relationships/customXml" Target="../ink/ink327.xml"/><Relationship Id="rId138" Type="http://schemas.openxmlformats.org/officeDocument/2006/relationships/customXml" Target="../ink/ink354.xml"/><Relationship Id="rId159" Type="http://schemas.openxmlformats.org/officeDocument/2006/relationships/image" Target="../media/image279.png"/><Relationship Id="rId170" Type="http://schemas.openxmlformats.org/officeDocument/2006/relationships/customXml" Target="../ink/ink370.xml"/><Relationship Id="rId191" Type="http://schemas.openxmlformats.org/officeDocument/2006/relationships/image" Target="../media/image295.png"/><Relationship Id="rId205" Type="http://schemas.openxmlformats.org/officeDocument/2006/relationships/image" Target="../media/image302.png"/><Relationship Id="rId107" Type="http://schemas.openxmlformats.org/officeDocument/2006/relationships/image" Target="../media/image253.png"/><Relationship Id="rId11" Type="http://schemas.openxmlformats.org/officeDocument/2006/relationships/image" Target="../media/image205.png"/><Relationship Id="rId32" Type="http://schemas.openxmlformats.org/officeDocument/2006/relationships/customXml" Target="../ink/ink301.xml"/><Relationship Id="rId53" Type="http://schemas.openxmlformats.org/officeDocument/2006/relationships/image" Target="../media/image226.png"/><Relationship Id="rId74" Type="http://schemas.openxmlformats.org/officeDocument/2006/relationships/customXml" Target="../ink/ink322.xml"/><Relationship Id="rId128" Type="http://schemas.openxmlformats.org/officeDocument/2006/relationships/customXml" Target="../ink/ink349.xml"/><Relationship Id="rId149" Type="http://schemas.openxmlformats.org/officeDocument/2006/relationships/image" Target="../media/image274.png"/><Relationship Id="rId5" Type="http://schemas.openxmlformats.org/officeDocument/2006/relationships/image" Target="../media/image202.png"/><Relationship Id="rId95" Type="http://schemas.openxmlformats.org/officeDocument/2006/relationships/image" Target="../media/image247.png"/><Relationship Id="rId160" Type="http://schemas.openxmlformats.org/officeDocument/2006/relationships/customXml" Target="../ink/ink365.xml"/><Relationship Id="rId181" Type="http://schemas.openxmlformats.org/officeDocument/2006/relationships/image" Target="../media/image290.png"/><Relationship Id="rId216" Type="http://schemas.openxmlformats.org/officeDocument/2006/relationships/customXml" Target="../ink/ink393.xml"/><Relationship Id="rId22" Type="http://schemas.openxmlformats.org/officeDocument/2006/relationships/customXml" Target="../ink/ink296.xml"/><Relationship Id="rId43" Type="http://schemas.openxmlformats.org/officeDocument/2006/relationships/image" Target="../media/image221.png"/><Relationship Id="rId64" Type="http://schemas.openxmlformats.org/officeDocument/2006/relationships/customXml" Target="../ink/ink317.xml"/><Relationship Id="rId118" Type="http://schemas.openxmlformats.org/officeDocument/2006/relationships/customXml" Target="../ink/ink344.xml"/><Relationship Id="rId139" Type="http://schemas.openxmlformats.org/officeDocument/2006/relationships/image" Target="../media/image269.png"/><Relationship Id="rId85" Type="http://schemas.openxmlformats.org/officeDocument/2006/relationships/image" Target="../media/image242.png"/><Relationship Id="rId150" Type="http://schemas.openxmlformats.org/officeDocument/2006/relationships/customXml" Target="../ink/ink360.xml"/><Relationship Id="rId171" Type="http://schemas.openxmlformats.org/officeDocument/2006/relationships/image" Target="../media/image285.png"/><Relationship Id="rId192" Type="http://schemas.openxmlformats.org/officeDocument/2006/relationships/customXml" Target="../ink/ink381.xml"/><Relationship Id="rId206" Type="http://schemas.openxmlformats.org/officeDocument/2006/relationships/customXml" Target="../ink/ink388.xml"/><Relationship Id="rId12" Type="http://schemas.openxmlformats.org/officeDocument/2006/relationships/customXml" Target="../ink/ink291.xml"/><Relationship Id="rId33" Type="http://schemas.openxmlformats.org/officeDocument/2006/relationships/image" Target="../media/image216.png"/><Relationship Id="rId108" Type="http://schemas.openxmlformats.org/officeDocument/2006/relationships/customXml" Target="../ink/ink339.xml"/><Relationship Id="rId129" Type="http://schemas.openxmlformats.org/officeDocument/2006/relationships/image" Target="../media/image264.png"/><Relationship Id="rId54" Type="http://schemas.openxmlformats.org/officeDocument/2006/relationships/customXml" Target="../ink/ink312.xml"/><Relationship Id="rId75" Type="http://schemas.openxmlformats.org/officeDocument/2006/relationships/image" Target="../media/image237.png"/><Relationship Id="rId96" Type="http://schemas.openxmlformats.org/officeDocument/2006/relationships/customXml" Target="../ink/ink333.xml"/><Relationship Id="rId140" Type="http://schemas.openxmlformats.org/officeDocument/2006/relationships/customXml" Target="../ink/ink355.xml"/><Relationship Id="rId161" Type="http://schemas.openxmlformats.org/officeDocument/2006/relationships/image" Target="../media/image280.png"/><Relationship Id="rId182" Type="http://schemas.openxmlformats.org/officeDocument/2006/relationships/customXml" Target="../ink/ink376.xml"/><Relationship Id="rId217" Type="http://schemas.openxmlformats.org/officeDocument/2006/relationships/image" Target="../media/image308.png"/><Relationship Id="rId6" Type="http://schemas.openxmlformats.org/officeDocument/2006/relationships/customXml" Target="../ink/ink288.xml"/><Relationship Id="rId23" Type="http://schemas.openxmlformats.org/officeDocument/2006/relationships/image" Target="../media/image211.png"/><Relationship Id="rId119" Type="http://schemas.openxmlformats.org/officeDocument/2006/relationships/image" Target="../media/image259.png"/><Relationship Id="rId44" Type="http://schemas.openxmlformats.org/officeDocument/2006/relationships/customXml" Target="../ink/ink307.xml"/><Relationship Id="rId65" Type="http://schemas.openxmlformats.org/officeDocument/2006/relationships/image" Target="../media/image232.png"/><Relationship Id="rId86" Type="http://schemas.openxmlformats.org/officeDocument/2006/relationships/customXml" Target="../ink/ink328.xml"/><Relationship Id="rId130" Type="http://schemas.openxmlformats.org/officeDocument/2006/relationships/customXml" Target="../ink/ink350.xml"/><Relationship Id="rId151" Type="http://schemas.openxmlformats.org/officeDocument/2006/relationships/image" Target="../media/image275.png"/><Relationship Id="rId172" Type="http://schemas.openxmlformats.org/officeDocument/2006/relationships/customXml" Target="../ink/ink371.xml"/><Relationship Id="rId193" Type="http://schemas.openxmlformats.org/officeDocument/2006/relationships/image" Target="../media/image296.png"/><Relationship Id="rId207" Type="http://schemas.openxmlformats.org/officeDocument/2006/relationships/image" Target="../media/image303.png"/><Relationship Id="rId13" Type="http://schemas.openxmlformats.org/officeDocument/2006/relationships/image" Target="../media/image206.png"/><Relationship Id="rId109" Type="http://schemas.openxmlformats.org/officeDocument/2006/relationships/image" Target="../media/image254.png"/><Relationship Id="rId34" Type="http://schemas.openxmlformats.org/officeDocument/2006/relationships/customXml" Target="../ink/ink302.xml"/><Relationship Id="rId55" Type="http://schemas.openxmlformats.org/officeDocument/2006/relationships/image" Target="../media/image227.png"/><Relationship Id="rId76" Type="http://schemas.openxmlformats.org/officeDocument/2006/relationships/customXml" Target="../ink/ink323.xml"/><Relationship Id="rId97" Type="http://schemas.openxmlformats.org/officeDocument/2006/relationships/image" Target="../media/image248.png"/><Relationship Id="rId120" Type="http://schemas.openxmlformats.org/officeDocument/2006/relationships/customXml" Target="../ink/ink345.xml"/><Relationship Id="rId141" Type="http://schemas.openxmlformats.org/officeDocument/2006/relationships/image" Target="../media/image270.png"/><Relationship Id="rId7" Type="http://schemas.openxmlformats.org/officeDocument/2006/relationships/image" Target="../media/image203.png"/><Relationship Id="rId162" Type="http://schemas.openxmlformats.org/officeDocument/2006/relationships/customXml" Target="../ink/ink366.xml"/><Relationship Id="rId183" Type="http://schemas.openxmlformats.org/officeDocument/2006/relationships/image" Target="../media/image291.png"/><Relationship Id="rId218" Type="http://schemas.openxmlformats.org/officeDocument/2006/relationships/customXml" Target="../ink/ink394.xml"/><Relationship Id="rId24" Type="http://schemas.openxmlformats.org/officeDocument/2006/relationships/customXml" Target="../ink/ink297.xml"/><Relationship Id="rId45" Type="http://schemas.openxmlformats.org/officeDocument/2006/relationships/image" Target="../media/image222.png"/><Relationship Id="rId66" Type="http://schemas.openxmlformats.org/officeDocument/2006/relationships/customXml" Target="../ink/ink318.xml"/><Relationship Id="rId87" Type="http://schemas.openxmlformats.org/officeDocument/2006/relationships/image" Target="../media/image243.png"/><Relationship Id="rId110" Type="http://schemas.openxmlformats.org/officeDocument/2006/relationships/customXml" Target="../ink/ink340.xml"/><Relationship Id="rId131" Type="http://schemas.openxmlformats.org/officeDocument/2006/relationships/image" Target="../media/image265.png"/><Relationship Id="rId152" Type="http://schemas.openxmlformats.org/officeDocument/2006/relationships/customXml" Target="../ink/ink361.xml"/><Relationship Id="rId173" Type="http://schemas.openxmlformats.org/officeDocument/2006/relationships/image" Target="../media/image286.png"/><Relationship Id="rId194" Type="http://schemas.openxmlformats.org/officeDocument/2006/relationships/customXml" Target="../ink/ink382.xml"/><Relationship Id="rId208" Type="http://schemas.openxmlformats.org/officeDocument/2006/relationships/customXml" Target="../ink/ink389.xml"/><Relationship Id="rId14" Type="http://schemas.openxmlformats.org/officeDocument/2006/relationships/customXml" Target="../ink/ink292.xml"/><Relationship Id="rId35" Type="http://schemas.openxmlformats.org/officeDocument/2006/relationships/image" Target="../media/image217.png"/><Relationship Id="rId56" Type="http://schemas.openxmlformats.org/officeDocument/2006/relationships/customXml" Target="../ink/ink313.xml"/><Relationship Id="rId77" Type="http://schemas.openxmlformats.org/officeDocument/2006/relationships/image" Target="../media/image238.png"/><Relationship Id="rId100" Type="http://schemas.openxmlformats.org/officeDocument/2006/relationships/customXml" Target="../ink/ink335.xml"/><Relationship Id="rId8" Type="http://schemas.openxmlformats.org/officeDocument/2006/relationships/customXml" Target="../ink/ink289.xml"/><Relationship Id="rId98" Type="http://schemas.openxmlformats.org/officeDocument/2006/relationships/customXml" Target="../ink/ink334.xml"/><Relationship Id="rId121" Type="http://schemas.openxmlformats.org/officeDocument/2006/relationships/image" Target="../media/image260.png"/><Relationship Id="rId142" Type="http://schemas.openxmlformats.org/officeDocument/2006/relationships/customXml" Target="../ink/ink356.xml"/><Relationship Id="rId163" Type="http://schemas.openxmlformats.org/officeDocument/2006/relationships/image" Target="../media/image281.png"/><Relationship Id="rId184" Type="http://schemas.openxmlformats.org/officeDocument/2006/relationships/customXml" Target="../ink/ink377.xml"/><Relationship Id="rId219" Type="http://schemas.openxmlformats.org/officeDocument/2006/relationships/image" Target="../media/image309.png"/><Relationship Id="rId3" Type="http://schemas.openxmlformats.org/officeDocument/2006/relationships/image" Target="../media/image201.png"/><Relationship Id="rId214" Type="http://schemas.openxmlformats.org/officeDocument/2006/relationships/customXml" Target="../ink/ink392.xml"/><Relationship Id="rId25" Type="http://schemas.openxmlformats.org/officeDocument/2006/relationships/image" Target="../media/image212.png"/><Relationship Id="rId46" Type="http://schemas.openxmlformats.org/officeDocument/2006/relationships/customXml" Target="../ink/ink308.xml"/><Relationship Id="rId67" Type="http://schemas.openxmlformats.org/officeDocument/2006/relationships/image" Target="../media/image233.png"/><Relationship Id="rId116" Type="http://schemas.openxmlformats.org/officeDocument/2006/relationships/customXml" Target="../ink/ink343.xml"/><Relationship Id="rId137" Type="http://schemas.openxmlformats.org/officeDocument/2006/relationships/image" Target="../media/image268.png"/><Relationship Id="rId158" Type="http://schemas.openxmlformats.org/officeDocument/2006/relationships/customXml" Target="../ink/ink364.xml"/><Relationship Id="rId20" Type="http://schemas.openxmlformats.org/officeDocument/2006/relationships/customXml" Target="../ink/ink295.xml"/><Relationship Id="rId41" Type="http://schemas.openxmlformats.org/officeDocument/2006/relationships/image" Target="../media/image220.png"/><Relationship Id="rId62" Type="http://schemas.openxmlformats.org/officeDocument/2006/relationships/customXml" Target="../ink/ink316.xml"/><Relationship Id="rId83" Type="http://schemas.openxmlformats.org/officeDocument/2006/relationships/image" Target="../media/image241.png"/><Relationship Id="rId88" Type="http://schemas.openxmlformats.org/officeDocument/2006/relationships/customXml" Target="../ink/ink329.xml"/><Relationship Id="rId111" Type="http://schemas.openxmlformats.org/officeDocument/2006/relationships/image" Target="../media/image255.png"/><Relationship Id="rId132" Type="http://schemas.openxmlformats.org/officeDocument/2006/relationships/customXml" Target="../ink/ink351.xml"/><Relationship Id="rId153" Type="http://schemas.openxmlformats.org/officeDocument/2006/relationships/image" Target="../media/image276.png"/><Relationship Id="rId174" Type="http://schemas.openxmlformats.org/officeDocument/2006/relationships/customXml" Target="../ink/ink372.xml"/><Relationship Id="rId179" Type="http://schemas.openxmlformats.org/officeDocument/2006/relationships/image" Target="../media/image289.png"/><Relationship Id="rId195" Type="http://schemas.openxmlformats.org/officeDocument/2006/relationships/image" Target="../media/image297.png"/><Relationship Id="rId209" Type="http://schemas.openxmlformats.org/officeDocument/2006/relationships/image" Target="../media/image304.png"/><Relationship Id="rId190" Type="http://schemas.openxmlformats.org/officeDocument/2006/relationships/customXml" Target="../ink/ink380.xml"/><Relationship Id="rId204" Type="http://schemas.openxmlformats.org/officeDocument/2006/relationships/customXml" Target="../ink/ink387.xml"/><Relationship Id="rId220" Type="http://schemas.openxmlformats.org/officeDocument/2006/relationships/customXml" Target="../ink/ink395.xml"/><Relationship Id="rId225" Type="http://schemas.openxmlformats.org/officeDocument/2006/relationships/image" Target="../media/image312.png"/><Relationship Id="rId15" Type="http://schemas.openxmlformats.org/officeDocument/2006/relationships/image" Target="../media/image207.png"/><Relationship Id="rId36" Type="http://schemas.openxmlformats.org/officeDocument/2006/relationships/customXml" Target="../ink/ink303.xml"/><Relationship Id="rId57" Type="http://schemas.openxmlformats.org/officeDocument/2006/relationships/image" Target="../media/image228.png"/><Relationship Id="rId106" Type="http://schemas.openxmlformats.org/officeDocument/2006/relationships/customXml" Target="../ink/ink338.xml"/><Relationship Id="rId127" Type="http://schemas.openxmlformats.org/officeDocument/2006/relationships/image" Target="../media/image263.png"/><Relationship Id="rId10" Type="http://schemas.openxmlformats.org/officeDocument/2006/relationships/customXml" Target="../ink/ink290.xml"/><Relationship Id="rId31" Type="http://schemas.openxmlformats.org/officeDocument/2006/relationships/image" Target="../media/image215.png"/><Relationship Id="rId52" Type="http://schemas.openxmlformats.org/officeDocument/2006/relationships/customXml" Target="../ink/ink311.xml"/><Relationship Id="rId73" Type="http://schemas.openxmlformats.org/officeDocument/2006/relationships/image" Target="../media/image236.png"/><Relationship Id="rId78" Type="http://schemas.openxmlformats.org/officeDocument/2006/relationships/customXml" Target="../ink/ink324.xml"/><Relationship Id="rId94" Type="http://schemas.openxmlformats.org/officeDocument/2006/relationships/customXml" Target="../ink/ink332.xml"/><Relationship Id="rId99" Type="http://schemas.openxmlformats.org/officeDocument/2006/relationships/image" Target="../media/image249.png"/><Relationship Id="rId101" Type="http://schemas.openxmlformats.org/officeDocument/2006/relationships/image" Target="../media/image250.png"/><Relationship Id="rId122" Type="http://schemas.openxmlformats.org/officeDocument/2006/relationships/customXml" Target="../ink/ink346.xml"/><Relationship Id="rId143" Type="http://schemas.openxmlformats.org/officeDocument/2006/relationships/image" Target="../media/image271.png"/><Relationship Id="rId148" Type="http://schemas.openxmlformats.org/officeDocument/2006/relationships/customXml" Target="../ink/ink359.xml"/><Relationship Id="rId164" Type="http://schemas.openxmlformats.org/officeDocument/2006/relationships/customXml" Target="../ink/ink367.xml"/><Relationship Id="rId169" Type="http://schemas.openxmlformats.org/officeDocument/2006/relationships/image" Target="../media/image284.png"/><Relationship Id="rId185" Type="http://schemas.openxmlformats.org/officeDocument/2006/relationships/image" Target="../media/image292.png"/><Relationship Id="rId4" Type="http://schemas.openxmlformats.org/officeDocument/2006/relationships/customXml" Target="../ink/ink287.xml"/><Relationship Id="rId9" Type="http://schemas.openxmlformats.org/officeDocument/2006/relationships/image" Target="../media/image204.png"/><Relationship Id="rId180" Type="http://schemas.openxmlformats.org/officeDocument/2006/relationships/customXml" Target="../ink/ink375.xml"/><Relationship Id="rId210" Type="http://schemas.openxmlformats.org/officeDocument/2006/relationships/customXml" Target="../ink/ink390.xml"/><Relationship Id="rId215" Type="http://schemas.openxmlformats.org/officeDocument/2006/relationships/image" Target="../media/image307.png"/><Relationship Id="rId26" Type="http://schemas.openxmlformats.org/officeDocument/2006/relationships/customXml" Target="../ink/ink298.xml"/><Relationship Id="rId47" Type="http://schemas.openxmlformats.org/officeDocument/2006/relationships/image" Target="../media/image223.png"/><Relationship Id="rId68" Type="http://schemas.openxmlformats.org/officeDocument/2006/relationships/customXml" Target="../ink/ink319.xml"/><Relationship Id="rId89" Type="http://schemas.openxmlformats.org/officeDocument/2006/relationships/image" Target="../media/image244.png"/><Relationship Id="rId112" Type="http://schemas.openxmlformats.org/officeDocument/2006/relationships/customXml" Target="../ink/ink341.xml"/><Relationship Id="rId133" Type="http://schemas.openxmlformats.org/officeDocument/2006/relationships/image" Target="../media/image266.png"/><Relationship Id="rId154" Type="http://schemas.openxmlformats.org/officeDocument/2006/relationships/customXml" Target="../ink/ink362.xml"/><Relationship Id="rId175" Type="http://schemas.openxmlformats.org/officeDocument/2006/relationships/image" Target="../media/image287.png"/><Relationship Id="rId196" Type="http://schemas.openxmlformats.org/officeDocument/2006/relationships/customXml" Target="../ink/ink383.xml"/><Relationship Id="rId200" Type="http://schemas.openxmlformats.org/officeDocument/2006/relationships/customXml" Target="../ink/ink385.xml"/><Relationship Id="rId16" Type="http://schemas.openxmlformats.org/officeDocument/2006/relationships/customXml" Target="../ink/ink293.xml"/><Relationship Id="rId221" Type="http://schemas.openxmlformats.org/officeDocument/2006/relationships/image" Target="../media/image310.png"/><Relationship Id="rId37" Type="http://schemas.openxmlformats.org/officeDocument/2006/relationships/image" Target="../media/image218.png"/><Relationship Id="rId58" Type="http://schemas.openxmlformats.org/officeDocument/2006/relationships/customXml" Target="../ink/ink314.xml"/><Relationship Id="rId79" Type="http://schemas.openxmlformats.org/officeDocument/2006/relationships/image" Target="../media/image239.png"/><Relationship Id="rId102" Type="http://schemas.openxmlformats.org/officeDocument/2006/relationships/customXml" Target="../ink/ink336.xml"/><Relationship Id="rId123" Type="http://schemas.openxmlformats.org/officeDocument/2006/relationships/image" Target="../media/image261.png"/><Relationship Id="rId144" Type="http://schemas.openxmlformats.org/officeDocument/2006/relationships/customXml" Target="../ink/ink357.xml"/><Relationship Id="rId90" Type="http://schemas.openxmlformats.org/officeDocument/2006/relationships/customXml" Target="../ink/ink330.xml"/><Relationship Id="rId165" Type="http://schemas.openxmlformats.org/officeDocument/2006/relationships/image" Target="../media/image282.png"/><Relationship Id="rId186" Type="http://schemas.openxmlformats.org/officeDocument/2006/relationships/customXml" Target="../ink/ink378.xml"/><Relationship Id="rId211" Type="http://schemas.openxmlformats.org/officeDocument/2006/relationships/image" Target="../media/image305.png"/><Relationship Id="rId27" Type="http://schemas.openxmlformats.org/officeDocument/2006/relationships/image" Target="../media/image213.png"/><Relationship Id="rId48" Type="http://schemas.openxmlformats.org/officeDocument/2006/relationships/customXml" Target="../ink/ink309.xml"/><Relationship Id="rId69" Type="http://schemas.openxmlformats.org/officeDocument/2006/relationships/image" Target="../media/image234.png"/><Relationship Id="rId113" Type="http://schemas.openxmlformats.org/officeDocument/2006/relationships/image" Target="../media/image256.png"/><Relationship Id="rId134" Type="http://schemas.openxmlformats.org/officeDocument/2006/relationships/customXml" Target="../ink/ink352.xml"/><Relationship Id="rId80" Type="http://schemas.openxmlformats.org/officeDocument/2006/relationships/customXml" Target="../ink/ink325.xml"/><Relationship Id="rId155" Type="http://schemas.openxmlformats.org/officeDocument/2006/relationships/image" Target="../media/image277.png"/><Relationship Id="rId176" Type="http://schemas.openxmlformats.org/officeDocument/2006/relationships/customXml" Target="../ink/ink373.xml"/><Relationship Id="rId197" Type="http://schemas.openxmlformats.org/officeDocument/2006/relationships/image" Target="../media/image298.png"/><Relationship Id="rId201" Type="http://schemas.openxmlformats.org/officeDocument/2006/relationships/image" Target="../media/image300.png"/><Relationship Id="rId222" Type="http://schemas.openxmlformats.org/officeDocument/2006/relationships/customXml" Target="../ink/ink396.xml"/><Relationship Id="rId17" Type="http://schemas.openxmlformats.org/officeDocument/2006/relationships/image" Target="../media/image208.png"/><Relationship Id="rId38" Type="http://schemas.openxmlformats.org/officeDocument/2006/relationships/customXml" Target="../ink/ink304.xml"/><Relationship Id="rId59" Type="http://schemas.openxmlformats.org/officeDocument/2006/relationships/image" Target="../media/image229.png"/><Relationship Id="rId103" Type="http://schemas.openxmlformats.org/officeDocument/2006/relationships/image" Target="../media/image251.png"/><Relationship Id="rId124" Type="http://schemas.openxmlformats.org/officeDocument/2006/relationships/customXml" Target="../ink/ink347.xml"/><Relationship Id="rId70" Type="http://schemas.openxmlformats.org/officeDocument/2006/relationships/customXml" Target="../ink/ink320.xml"/><Relationship Id="rId91" Type="http://schemas.openxmlformats.org/officeDocument/2006/relationships/image" Target="../media/image245.png"/><Relationship Id="rId145" Type="http://schemas.openxmlformats.org/officeDocument/2006/relationships/image" Target="../media/image272.png"/><Relationship Id="rId166" Type="http://schemas.openxmlformats.org/officeDocument/2006/relationships/customXml" Target="../ink/ink368.xml"/><Relationship Id="rId187" Type="http://schemas.openxmlformats.org/officeDocument/2006/relationships/image" Target="../media/image2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91.xml"/><Relationship Id="rId28" Type="http://schemas.openxmlformats.org/officeDocument/2006/relationships/customXml" Target="../ink/ink299.xml"/><Relationship Id="rId49" Type="http://schemas.openxmlformats.org/officeDocument/2006/relationships/image" Target="../media/image224.png"/><Relationship Id="rId114" Type="http://schemas.openxmlformats.org/officeDocument/2006/relationships/customXml" Target="../ink/ink342.xml"/><Relationship Id="rId60" Type="http://schemas.openxmlformats.org/officeDocument/2006/relationships/customXml" Target="../ink/ink315.xml"/><Relationship Id="rId81" Type="http://schemas.openxmlformats.org/officeDocument/2006/relationships/image" Target="../media/image240.png"/><Relationship Id="rId135" Type="http://schemas.openxmlformats.org/officeDocument/2006/relationships/image" Target="../media/image267.png"/><Relationship Id="rId156" Type="http://schemas.openxmlformats.org/officeDocument/2006/relationships/customXml" Target="../ink/ink363.xml"/><Relationship Id="rId177" Type="http://schemas.openxmlformats.org/officeDocument/2006/relationships/image" Target="../media/image288.png"/><Relationship Id="rId198" Type="http://schemas.openxmlformats.org/officeDocument/2006/relationships/customXml" Target="../ink/ink384.xml"/><Relationship Id="rId202" Type="http://schemas.openxmlformats.org/officeDocument/2006/relationships/customXml" Target="../ink/ink386.xml"/><Relationship Id="rId223" Type="http://schemas.openxmlformats.org/officeDocument/2006/relationships/image" Target="../media/image311.png"/><Relationship Id="rId18" Type="http://schemas.openxmlformats.org/officeDocument/2006/relationships/customXml" Target="../ink/ink294.xml"/><Relationship Id="rId39" Type="http://schemas.openxmlformats.org/officeDocument/2006/relationships/image" Target="../media/image219.png"/><Relationship Id="rId50" Type="http://schemas.openxmlformats.org/officeDocument/2006/relationships/customXml" Target="../ink/ink310.xml"/><Relationship Id="rId104" Type="http://schemas.openxmlformats.org/officeDocument/2006/relationships/customXml" Target="../ink/ink337.xml"/><Relationship Id="rId125" Type="http://schemas.openxmlformats.org/officeDocument/2006/relationships/image" Target="../media/image262.png"/><Relationship Id="rId146" Type="http://schemas.openxmlformats.org/officeDocument/2006/relationships/customXml" Target="../ink/ink358.xml"/><Relationship Id="rId167" Type="http://schemas.openxmlformats.org/officeDocument/2006/relationships/image" Target="../media/image283.png"/><Relationship Id="rId188" Type="http://schemas.openxmlformats.org/officeDocument/2006/relationships/customXml" Target="../ink/ink379.xml"/><Relationship Id="rId71" Type="http://schemas.openxmlformats.org/officeDocument/2006/relationships/image" Target="../media/image235.png"/><Relationship Id="rId92" Type="http://schemas.openxmlformats.org/officeDocument/2006/relationships/customXml" Target="../ink/ink331.xml"/><Relationship Id="rId213" Type="http://schemas.openxmlformats.org/officeDocument/2006/relationships/image" Target="../media/image306.png"/><Relationship Id="rId2" Type="http://schemas.openxmlformats.org/officeDocument/2006/relationships/customXml" Target="../ink/ink286.xml"/><Relationship Id="rId29" Type="http://schemas.openxmlformats.org/officeDocument/2006/relationships/image" Target="../media/image214.png"/><Relationship Id="rId40" Type="http://schemas.openxmlformats.org/officeDocument/2006/relationships/customXml" Target="../ink/ink305.xml"/><Relationship Id="rId115" Type="http://schemas.openxmlformats.org/officeDocument/2006/relationships/image" Target="../media/image257.png"/><Relationship Id="rId136" Type="http://schemas.openxmlformats.org/officeDocument/2006/relationships/customXml" Target="../ink/ink353.xml"/><Relationship Id="rId157" Type="http://schemas.openxmlformats.org/officeDocument/2006/relationships/image" Target="../media/image278.png"/><Relationship Id="rId178" Type="http://schemas.openxmlformats.org/officeDocument/2006/relationships/customXml" Target="../ink/ink374.xml"/><Relationship Id="rId61" Type="http://schemas.openxmlformats.org/officeDocument/2006/relationships/image" Target="../media/image230.png"/><Relationship Id="rId82" Type="http://schemas.openxmlformats.org/officeDocument/2006/relationships/customXml" Target="../ink/ink326.xml"/><Relationship Id="rId199" Type="http://schemas.openxmlformats.org/officeDocument/2006/relationships/image" Target="../media/image299.png"/><Relationship Id="rId203" Type="http://schemas.openxmlformats.org/officeDocument/2006/relationships/image" Target="../media/image301.png"/><Relationship Id="rId19" Type="http://schemas.openxmlformats.org/officeDocument/2006/relationships/image" Target="../media/image209.png"/><Relationship Id="rId224" Type="http://schemas.openxmlformats.org/officeDocument/2006/relationships/customXml" Target="../ink/ink397.xml"/><Relationship Id="rId30" Type="http://schemas.openxmlformats.org/officeDocument/2006/relationships/customXml" Target="../ink/ink300.xml"/><Relationship Id="rId105" Type="http://schemas.openxmlformats.org/officeDocument/2006/relationships/image" Target="../media/image252.png"/><Relationship Id="rId126" Type="http://schemas.openxmlformats.org/officeDocument/2006/relationships/customXml" Target="../ink/ink348.xml"/><Relationship Id="rId147" Type="http://schemas.openxmlformats.org/officeDocument/2006/relationships/image" Target="../media/image273.png"/><Relationship Id="rId168" Type="http://schemas.openxmlformats.org/officeDocument/2006/relationships/customXml" Target="../ink/ink369.xml"/><Relationship Id="rId51" Type="http://schemas.openxmlformats.org/officeDocument/2006/relationships/image" Target="../media/image225.png"/><Relationship Id="rId72" Type="http://schemas.openxmlformats.org/officeDocument/2006/relationships/customXml" Target="../ink/ink321.xml"/><Relationship Id="rId93" Type="http://schemas.openxmlformats.org/officeDocument/2006/relationships/image" Target="../media/image246.png"/><Relationship Id="rId189" Type="http://schemas.openxmlformats.org/officeDocument/2006/relationships/image" Target="../media/image29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0.xml"/><Relationship Id="rId21" Type="http://schemas.openxmlformats.org/officeDocument/2006/relationships/image" Target="../media/image1010.png"/><Relationship Id="rId42" Type="http://schemas.openxmlformats.org/officeDocument/2006/relationships/customXml" Target="../ink/ink418.xml"/><Relationship Id="rId47" Type="http://schemas.openxmlformats.org/officeDocument/2006/relationships/image" Target="../media/image2310.png"/><Relationship Id="rId63" Type="http://schemas.openxmlformats.org/officeDocument/2006/relationships/image" Target="../media/image3110.png"/><Relationship Id="rId68" Type="http://schemas.openxmlformats.org/officeDocument/2006/relationships/customXml" Target="../ink/ink431.xml"/><Relationship Id="rId16" Type="http://schemas.openxmlformats.org/officeDocument/2006/relationships/customXml" Target="../ink/ink405.xml"/><Relationship Id="rId11" Type="http://schemas.openxmlformats.org/officeDocument/2006/relationships/image" Target="../media/image5100.png"/><Relationship Id="rId32" Type="http://schemas.openxmlformats.org/officeDocument/2006/relationships/customXml" Target="../ink/ink413.xml"/><Relationship Id="rId37" Type="http://schemas.openxmlformats.org/officeDocument/2006/relationships/image" Target="../media/image1810.png"/><Relationship Id="rId53" Type="http://schemas.openxmlformats.org/officeDocument/2006/relationships/image" Target="../media/image2610.png"/><Relationship Id="rId58" Type="http://schemas.openxmlformats.org/officeDocument/2006/relationships/customXml" Target="../ink/ink426.xml"/><Relationship Id="rId74" Type="http://schemas.openxmlformats.org/officeDocument/2006/relationships/customXml" Target="../ink/ink434.xml"/><Relationship Id="rId79" Type="http://schemas.openxmlformats.org/officeDocument/2006/relationships/image" Target="../media/image3910.png"/><Relationship Id="rId5" Type="http://schemas.openxmlformats.org/officeDocument/2006/relationships/image" Target="../media/image2100.png"/><Relationship Id="rId61" Type="http://schemas.openxmlformats.org/officeDocument/2006/relationships/image" Target="../media/image3010.png"/><Relationship Id="rId82" Type="http://schemas.openxmlformats.org/officeDocument/2006/relationships/customXml" Target="../ink/ink438.xml"/><Relationship Id="rId19" Type="http://schemas.openxmlformats.org/officeDocument/2006/relationships/image" Target="../media/image910.png"/><Relationship Id="rId14" Type="http://schemas.openxmlformats.org/officeDocument/2006/relationships/customXml" Target="../ink/ink404.xml"/><Relationship Id="rId22" Type="http://schemas.openxmlformats.org/officeDocument/2006/relationships/customXml" Target="../ink/ink408.xml"/><Relationship Id="rId27" Type="http://schemas.openxmlformats.org/officeDocument/2006/relationships/image" Target="../media/image1310.png"/><Relationship Id="rId30" Type="http://schemas.openxmlformats.org/officeDocument/2006/relationships/customXml" Target="../ink/ink412.xml"/><Relationship Id="rId35" Type="http://schemas.openxmlformats.org/officeDocument/2006/relationships/image" Target="../media/image1710.png"/><Relationship Id="rId43" Type="http://schemas.openxmlformats.org/officeDocument/2006/relationships/image" Target="../media/image2110.png"/><Relationship Id="rId48" Type="http://schemas.openxmlformats.org/officeDocument/2006/relationships/customXml" Target="../ink/ink421.xml"/><Relationship Id="rId56" Type="http://schemas.openxmlformats.org/officeDocument/2006/relationships/customXml" Target="../ink/ink425.xml"/><Relationship Id="rId64" Type="http://schemas.openxmlformats.org/officeDocument/2006/relationships/customXml" Target="../ink/ink429.xml"/><Relationship Id="rId69" Type="http://schemas.openxmlformats.org/officeDocument/2006/relationships/image" Target="../media/image3410.png"/><Relationship Id="rId77" Type="http://schemas.openxmlformats.org/officeDocument/2006/relationships/image" Target="../media/image3810.png"/><Relationship Id="rId8" Type="http://schemas.openxmlformats.org/officeDocument/2006/relationships/customXml" Target="../ink/ink401.xml"/><Relationship Id="rId51" Type="http://schemas.openxmlformats.org/officeDocument/2006/relationships/image" Target="../media/image2510.png"/><Relationship Id="rId72" Type="http://schemas.openxmlformats.org/officeDocument/2006/relationships/customXml" Target="../ink/ink433.xml"/><Relationship Id="rId80" Type="http://schemas.openxmlformats.org/officeDocument/2006/relationships/customXml" Target="../ink/ink437.xml"/><Relationship Id="rId3" Type="http://schemas.openxmlformats.org/officeDocument/2006/relationships/image" Target="../media/image1100.png"/><Relationship Id="rId12" Type="http://schemas.openxmlformats.org/officeDocument/2006/relationships/customXml" Target="../ink/ink403.xml"/><Relationship Id="rId17" Type="http://schemas.openxmlformats.org/officeDocument/2006/relationships/image" Target="../media/image810.png"/><Relationship Id="rId25" Type="http://schemas.openxmlformats.org/officeDocument/2006/relationships/image" Target="../media/image1210.png"/><Relationship Id="rId33" Type="http://schemas.openxmlformats.org/officeDocument/2006/relationships/image" Target="../media/image1610.png"/><Relationship Id="rId38" Type="http://schemas.openxmlformats.org/officeDocument/2006/relationships/customXml" Target="../ink/ink416.xml"/><Relationship Id="rId46" Type="http://schemas.openxmlformats.org/officeDocument/2006/relationships/customXml" Target="../ink/ink420.xml"/><Relationship Id="rId59" Type="http://schemas.openxmlformats.org/officeDocument/2006/relationships/image" Target="../media/image2910.png"/><Relationship Id="rId67" Type="http://schemas.openxmlformats.org/officeDocument/2006/relationships/image" Target="../media/image3310.png"/><Relationship Id="rId20" Type="http://schemas.openxmlformats.org/officeDocument/2006/relationships/customXml" Target="../ink/ink407.xml"/><Relationship Id="rId41" Type="http://schemas.openxmlformats.org/officeDocument/2006/relationships/image" Target="../media/image2010.png"/><Relationship Id="rId54" Type="http://schemas.openxmlformats.org/officeDocument/2006/relationships/customXml" Target="../ink/ink424.xml"/><Relationship Id="rId62" Type="http://schemas.openxmlformats.org/officeDocument/2006/relationships/customXml" Target="../ink/ink428.xml"/><Relationship Id="rId70" Type="http://schemas.openxmlformats.org/officeDocument/2006/relationships/customXml" Target="../ink/ink432.xml"/><Relationship Id="rId75" Type="http://schemas.openxmlformats.org/officeDocument/2006/relationships/image" Target="../media/image3710.png"/><Relationship Id="rId83" Type="http://schemas.openxmlformats.org/officeDocument/2006/relationships/image" Target="../media/image41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00.xml"/><Relationship Id="rId15" Type="http://schemas.openxmlformats.org/officeDocument/2006/relationships/image" Target="../media/image710.png"/><Relationship Id="rId23" Type="http://schemas.openxmlformats.org/officeDocument/2006/relationships/image" Target="../media/image1110.png"/><Relationship Id="rId28" Type="http://schemas.openxmlformats.org/officeDocument/2006/relationships/customXml" Target="../ink/ink411.xml"/><Relationship Id="rId36" Type="http://schemas.openxmlformats.org/officeDocument/2006/relationships/customXml" Target="../ink/ink415.xml"/><Relationship Id="rId49" Type="http://schemas.openxmlformats.org/officeDocument/2006/relationships/image" Target="../media/image2410.png"/><Relationship Id="rId57" Type="http://schemas.openxmlformats.org/officeDocument/2006/relationships/image" Target="../media/image2810.png"/><Relationship Id="rId10" Type="http://schemas.openxmlformats.org/officeDocument/2006/relationships/customXml" Target="../ink/ink402.xml"/><Relationship Id="rId31" Type="http://schemas.openxmlformats.org/officeDocument/2006/relationships/image" Target="../media/image1510.png"/><Relationship Id="rId44" Type="http://schemas.openxmlformats.org/officeDocument/2006/relationships/customXml" Target="../ink/ink419.xml"/><Relationship Id="rId52" Type="http://schemas.openxmlformats.org/officeDocument/2006/relationships/customXml" Target="../ink/ink423.xml"/><Relationship Id="rId60" Type="http://schemas.openxmlformats.org/officeDocument/2006/relationships/customXml" Target="../ink/ink427.xml"/><Relationship Id="rId65" Type="http://schemas.openxmlformats.org/officeDocument/2006/relationships/image" Target="../media/image3210.png"/><Relationship Id="rId73" Type="http://schemas.openxmlformats.org/officeDocument/2006/relationships/image" Target="../media/image3610.png"/><Relationship Id="rId78" Type="http://schemas.openxmlformats.org/officeDocument/2006/relationships/customXml" Target="../ink/ink436.xml"/><Relationship Id="rId81" Type="http://schemas.openxmlformats.org/officeDocument/2006/relationships/image" Target="../media/image4010.png"/><Relationship Id="rId4" Type="http://schemas.openxmlformats.org/officeDocument/2006/relationships/customXml" Target="../ink/ink399.xml"/><Relationship Id="rId9" Type="http://schemas.openxmlformats.org/officeDocument/2006/relationships/image" Target="../media/image4100.png"/><Relationship Id="rId13" Type="http://schemas.openxmlformats.org/officeDocument/2006/relationships/image" Target="../media/image648.png"/><Relationship Id="rId18" Type="http://schemas.openxmlformats.org/officeDocument/2006/relationships/customXml" Target="../ink/ink406.xml"/><Relationship Id="rId39" Type="http://schemas.openxmlformats.org/officeDocument/2006/relationships/image" Target="../media/image1910.png"/><Relationship Id="rId34" Type="http://schemas.openxmlformats.org/officeDocument/2006/relationships/customXml" Target="../ink/ink414.xml"/><Relationship Id="rId50" Type="http://schemas.openxmlformats.org/officeDocument/2006/relationships/customXml" Target="../ink/ink422.xml"/><Relationship Id="rId55" Type="http://schemas.openxmlformats.org/officeDocument/2006/relationships/image" Target="../media/image2710.png"/><Relationship Id="rId76" Type="http://schemas.openxmlformats.org/officeDocument/2006/relationships/customXml" Target="../ink/ink435.xml"/><Relationship Id="rId7" Type="http://schemas.openxmlformats.org/officeDocument/2006/relationships/image" Target="../media/image3100.png"/><Relationship Id="rId71" Type="http://schemas.openxmlformats.org/officeDocument/2006/relationships/image" Target="../media/image3510.png"/><Relationship Id="rId2" Type="http://schemas.openxmlformats.org/officeDocument/2006/relationships/customXml" Target="../ink/ink398.xml"/><Relationship Id="rId29" Type="http://schemas.openxmlformats.org/officeDocument/2006/relationships/image" Target="../media/image1410.png"/><Relationship Id="rId24" Type="http://schemas.openxmlformats.org/officeDocument/2006/relationships/customXml" Target="../ink/ink409.xml"/><Relationship Id="rId40" Type="http://schemas.openxmlformats.org/officeDocument/2006/relationships/customXml" Target="../ink/ink417.xml"/><Relationship Id="rId45" Type="http://schemas.openxmlformats.org/officeDocument/2006/relationships/image" Target="../media/image2210.png"/><Relationship Id="rId66" Type="http://schemas.openxmlformats.org/officeDocument/2006/relationships/customXml" Target="../ink/ink430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1.xml"/><Relationship Id="rId21" Type="http://schemas.openxmlformats.org/officeDocument/2006/relationships/image" Target="../media/image5110.png"/><Relationship Id="rId42" Type="http://schemas.openxmlformats.org/officeDocument/2006/relationships/customXml" Target="../ink/ink459.xml"/><Relationship Id="rId47" Type="http://schemas.openxmlformats.org/officeDocument/2006/relationships/image" Target="../media/image6410.png"/><Relationship Id="rId63" Type="http://schemas.openxmlformats.org/officeDocument/2006/relationships/image" Target="../media/image720.png"/><Relationship Id="rId68" Type="http://schemas.openxmlformats.org/officeDocument/2006/relationships/customXml" Target="../ink/ink472.xml"/><Relationship Id="rId84" Type="http://schemas.openxmlformats.org/officeDocument/2006/relationships/customXml" Target="../ink/ink480.xml"/><Relationship Id="rId89" Type="http://schemas.openxmlformats.org/officeDocument/2006/relationships/image" Target="../media/image850.png"/><Relationship Id="rId112" Type="http://schemas.openxmlformats.org/officeDocument/2006/relationships/customXml" Target="../ink/ink494.xml"/><Relationship Id="rId16" Type="http://schemas.openxmlformats.org/officeDocument/2006/relationships/customXml" Target="../ink/ink446.xml"/><Relationship Id="rId107" Type="http://schemas.openxmlformats.org/officeDocument/2006/relationships/image" Target="../media/image940.png"/><Relationship Id="rId11" Type="http://schemas.openxmlformats.org/officeDocument/2006/relationships/image" Target="../media/image4610.png"/><Relationship Id="rId32" Type="http://schemas.openxmlformats.org/officeDocument/2006/relationships/customXml" Target="../ink/ink454.xml"/><Relationship Id="rId37" Type="http://schemas.openxmlformats.org/officeDocument/2006/relationships/image" Target="../media/image5911.png"/><Relationship Id="rId53" Type="http://schemas.openxmlformats.org/officeDocument/2006/relationships/image" Target="../media/image6710.png"/><Relationship Id="rId58" Type="http://schemas.openxmlformats.org/officeDocument/2006/relationships/customXml" Target="../ink/ink467.xml"/><Relationship Id="rId74" Type="http://schemas.openxmlformats.org/officeDocument/2006/relationships/customXml" Target="../ink/ink475.xml"/><Relationship Id="rId79" Type="http://schemas.openxmlformats.org/officeDocument/2006/relationships/image" Target="../media/image800.png"/><Relationship Id="rId102" Type="http://schemas.openxmlformats.org/officeDocument/2006/relationships/customXml" Target="../ink/ink489.xml"/><Relationship Id="rId5" Type="http://schemas.openxmlformats.org/officeDocument/2006/relationships/image" Target="../media/image4310.png"/><Relationship Id="rId90" Type="http://schemas.openxmlformats.org/officeDocument/2006/relationships/customXml" Target="../ink/ink483.xml"/><Relationship Id="rId95" Type="http://schemas.openxmlformats.org/officeDocument/2006/relationships/image" Target="../media/image880.png"/><Relationship Id="rId22" Type="http://schemas.openxmlformats.org/officeDocument/2006/relationships/customXml" Target="../ink/ink449.xml"/><Relationship Id="rId27" Type="http://schemas.openxmlformats.org/officeDocument/2006/relationships/image" Target="../media/image5410.png"/><Relationship Id="rId43" Type="http://schemas.openxmlformats.org/officeDocument/2006/relationships/image" Target="../media/image6211.png"/><Relationship Id="rId48" Type="http://schemas.openxmlformats.org/officeDocument/2006/relationships/customXml" Target="../ink/ink462.xml"/><Relationship Id="rId64" Type="http://schemas.openxmlformats.org/officeDocument/2006/relationships/customXml" Target="../ink/ink470.xml"/><Relationship Id="rId69" Type="http://schemas.openxmlformats.org/officeDocument/2006/relationships/image" Target="../media/image750.png"/><Relationship Id="rId113" Type="http://schemas.openxmlformats.org/officeDocument/2006/relationships/image" Target="../media/image970.png"/><Relationship Id="rId80" Type="http://schemas.openxmlformats.org/officeDocument/2006/relationships/customXml" Target="../ink/ink478.xml"/><Relationship Id="rId85" Type="http://schemas.openxmlformats.org/officeDocument/2006/relationships/image" Target="../media/image830.png"/><Relationship Id="rId12" Type="http://schemas.openxmlformats.org/officeDocument/2006/relationships/customXml" Target="../ink/ink444.xml"/><Relationship Id="rId17" Type="http://schemas.openxmlformats.org/officeDocument/2006/relationships/image" Target="../media/image4910.png"/><Relationship Id="rId33" Type="http://schemas.openxmlformats.org/officeDocument/2006/relationships/image" Target="../media/image5710.png"/><Relationship Id="rId38" Type="http://schemas.openxmlformats.org/officeDocument/2006/relationships/customXml" Target="../ink/ink457.xml"/><Relationship Id="rId59" Type="http://schemas.openxmlformats.org/officeDocument/2006/relationships/image" Target="../media/image702.png"/><Relationship Id="rId103" Type="http://schemas.openxmlformats.org/officeDocument/2006/relationships/image" Target="../media/image920.png"/><Relationship Id="rId108" Type="http://schemas.openxmlformats.org/officeDocument/2006/relationships/customXml" Target="../ink/ink492.xml"/><Relationship Id="rId54" Type="http://schemas.openxmlformats.org/officeDocument/2006/relationships/customXml" Target="../ink/ink465.xml"/><Relationship Id="rId70" Type="http://schemas.openxmlformats.org/officeDocument/2006/relationships/customXml" Target="../ink/ink473.xml"/><Relationship Id="rId75" Type="http://schemas.openxmlformats.org/officeDocument/2006/relationships/image" Target="../media/image780.png"/><Relationship Id="rId91" Type="http://schemas.openxmlformats.org/officeDocument/2006/relationships/image" Target="../media/image860.png"/><Relationship Id="rId96" Type="http://schemas.openxmlformats.org/officeDocument/2006/relationships/customXml" Target="../ink/ink48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1.xml"/><Relationship Id="rId15" Type="http://schemas.openxmlformats.org/officeDocument/2006/relationships/image" Target="../media/image4810.png"/><Relationship Id="rId23" Type="http://schemas.openxmlformats.org/officeDocument/2006/relationships/image" Target="../media/image5210.png"/><Relationship Id="rId28" Type="http://schemas.openxmlformats.org/officeDocument/2006/relationships/customXml" Target="../ink/ink452.xml"/><Relationship Id="rId36" Type="http://schemas.openxmlformats.org/officeDocument/2006/relationships/customXml" Target="../ink/ink456.xml"/><Relationship Id="rId49" Type="http://schemas.openxmlformats.org/officeDocument/2006/relationships/image" Target="../media/image6510.png"/><Relationship Id="rId57" Type="http://schemas.openxmlformats.org/officeDocument/2006/relationships/image" Target="../media/image6910.png"/><Relationship Id="rId106" Type="http://schemas.openxmlformats.org/officeDocument/2006/relationships/customXml" Target="../ink/ink491.xml"/><Relationship Id="rId114" Type="http://schemas.openxmlformats.org/officeDocument/2006/relationships/customXml" Target="../ink/ink495.xml"/><Relationship Id="rId10" Type="http://schemas.openxmlformats.org/officeDocument/2006/relationships/customXml" Target="../ink/ink443.xml"/><Relationship Id="rId31" Type="http://schemas.openxmlformats.org/officeDocument/2006/relationships/image" Target="../media/image5610.png"/><Relationship Id="rId44" Type="http://schemas.openxmlformats.org/officeDocument/2006/relationships/customXml" Target="../ink/ink460.xml"/><Relationship Id="rId52" Type="http://schemas.openxmlformats.org/officeDocument/2006/relationships/customXml" Target="../ink/ink464.xml"/><Relationship Id="rId60" Type="http://schemas.openxmlformats.org/officeDocument/2006/relationships/customXml" Target="../ink/ink468.xml"/><Relationship Id="rId65" Type="http://schemas.openxmlformats.org/officeDocument/2006/relationships/image" Target="../media/image730.png"/><Relationship Id="rId73" Type="http://schemas.openxmlformats.org/officeDocument/2006/relationships/image" Target="../media/image770.png"/><Relationship Id="rId78" Type="http://schemas.openxmlformats.org/officeDocument/2006/relationships/customXml" Target="../ink/ink477.xml"/><Relationship Id="rId81" Type="http://schemas.openxmlformats.org/officeDocument/2006/relationships/image" Target="../media/image811.png"/><Relationship Id="rId86" Type="http://schemas.openxmlformats.org/officeDocument/2006/relationships/customXml" Target="../ink/ink481.xml"/><Relationship Id="rId94" Type="http://schemas.openxmlformats.org/officeDocument/2006/relationships/customXml" Target="../ink/ink485.xml"/><Relationship Id="rId99" Type="http://schemas.openxmlformats.org/officeDocument/2006/relationships/image" Target="../media/image900.png"/><Relationship Id="rId101" Type="http://schemas.openxmlformats.org/officeDocument/2006/relationships/image" Target="../media/image911.png"/><Relationship Id="rId4" Type="http://schemas.openxmlformats.org/officeDocument/2006/relationships/customXml" Target="../ink/ink440.xml"/><Relationship Id="rId9" Type="http://schemas.openxmlformats.org/officeDocument/2006/relationships/image" Target="../media/image4510.png"/><Relationship Id="rId13" Type="http://schemas.openxmlformats.org/officeDocument/2006/relationships/image" Target="../media/image4710.png"/><Relationship Id="rId18" Type="http://schemas.openxmlformats.org/officeDocument/2006/relationships/customXml" Target="../ink/ink447.xml"/><Relationship Id="rId39" Type="http://schemas.openxmlformats.org/officeDocument/2006/relationships/image" Target="../media/image6010.png"/><Relationship Id="rId109" Type="http://schemas.openxmlformats.org/officeDocument/2006/relationships/image" Target="../media/image950.png"/><Relationship Id="rId34" Type="http://schemas.openxmlformats.org/officeDocument/2006/relationships/customXml" Target="../ink/ink455.xml"/><Relationship Id="rId50" Type="http://schemas.openxmlformats.org/officeDocument/2006/relationships/customXml" Target="../ink/ink463.xml"/><Relationship Id="rId55" Type="http://schemas.openxmlformats.org/officeDocument/2006/relationships/image" Target="../media/image6810.png"/><Relationship Id="rId76" Type="http://schemas.openxmlformats.org/officeDocument/2006/relationships/customXml" Target="../ink/ink476.xml"/><Relationship Id="rId97" Type="http://schemas.openxmlformats.org/officeDocument/2006/relationships/image" Target="../media/image890.png"/><Relationship Id="rId104" Type="http://schemas.openxmlformats.org/officeDocument/2006/relationships/customXml" Target="../ink/ink490.xml"/><Relationship Id="rId7" Type="http://schemas.openxmlformats.org/officeDocument/2006/relationships/image" Target="../media/image4410.png"/><Relationship Id="rId71" Type="http://schemas.openxmlformats.org/officeDocument/2006/relationships/image" Target="../media/image760.png"/><Relationship Id="rId92" Type="http://schemas.openxmlformats.org/officeDocument/2006/relationships/customXml" Target="../ink/ink484.xml"/><Relationship Id="rId2" Type="http://schemas.openxmlformats.org/officeDocument/2006/relationships/customXml" Target="../ink/ink439.xml"/><Relationship Id="rId29" Type="http://schemas.openxmlformats.org/officeDocument/2006/relationships/image" Target="../media/image5510.png"/><Relationship Id="rId24" Type="http://schemas.openxmlformats.org/officeDocument/2006/relationships/customXml" Target="../ink/ink450.xml"/><Relationship Id="rId40" Type="http://schemas.openxmlformats.org/officeDocument/2006/relationships/customXml" Target="../ink/ink458.xml"/><Relationship Id="rId45" Type="http://schemas.openxmlformats.org/officeDocument/2006/relationships/image" Target="../media/image6310.png"/><Relationship Id="rId66" Type="http://schemas.openxmlformats.org/officeDocument/2006/relationships/customXml" Target="../ink/ink471.xml"/><Relationship Id="rId87" Type="http://schemas.openxmlformats.org/officeDocument/2006/relationships/image" Target="../media/image840.png"/><Relationship Id="rId110" Type="http://schemas.openxmlformats.org/officeDocument/2006/relationships/customXml" Target="../ink/ink493.xml"/><Relationship Id="rId115" Type="http://schemas.openxmlformats.org/officeDocument/2006/relationships/image" Target="../media/image980.png"/><Relationship Id="rId61" Type="http://schemas.openxmlformats.org/officeDocument/2006/relationships/image" Target="../media/image711.png"/><Relationship Id="rId82" Type="http://schemas.openxmlformats.org/officeDocument/2006/relationships/customXml" Target="../ink/ink479.xml"/><Relationship Id="rId19" Type="http://schemas.openxmlformats.org/officeDocument/2006/relationships/image" Target="../media/image5010.png"/><Relationship Id="rId14" Type="http://schemas.openxmlformats.org/officeDocument/2006/relationships/customXml" Target="../ink/ink445.xml"/><Relationship Id="rId30" Type="http://schemas.openxmlformats.org/officeDocument/2006/relationships/customXml" Target="../ink/ink453.xml"/><Relationship Id="rId35" Type="http://schemas.openxmlformats.org/officeDocument/2006/relationships/image" Target="../media/image5810.png"/><Relationship Id="rId56" Type="http://schemas.openxmlformats.org/officeDocument/2006/relationships/customXml" Target="../ink/ink466.xml"/><Relationship Id="rId77" Type="http://schemas.openxmlformats.org/officeDocument/2006/relationships/image" Target="../media/image790.png"/><Relationship Id="rId100" Type="http://schemas.openxmlformats.org/officeDocument/2006/relationships/customXml" Target="../ink/ink488.xml"/><Relationship Id="rId105" Type="http://schemas.openxmlformats.org/officeDocument/2006/relationships/image" Target="../media/image930.png"/><Relationship Id="rId8" Type="http://schemas.openxmlformats.org/officeDocument/2006/relationships/customXml" Target="../ink/ink442.xml"/><Relationship Id="rId51" Type="http://schemas.openxmlformats.org/officeDocument/2006/relationships/image" Target="../media/image6610.png"/><Relationship Id="rId72" Type="http://schemas.openxmlformats.org/officeDocument/2006/relationships/customXml" Target="../ink/ink474.xml"/><Relationship Id="rId93" Type="http://schemas.openxmlformats.org/officeDocument/2006/relationships/image" Target="../media/image870.png"/><Relationship Id="rId98" Type="http://schemas.openxmlformats.org/officeDocument/2006/relationships/customXml" Target="../ink/ink487.xml"/><Relationship Id="rId3" Type="http://schemas.openxmlformats.org/officeDocument/2006/relationships/image" Target="../media/image4210.png"/><Relationship Id="rId25" Type="http://schemas.openxmlformats.org/officeDocument/2006/relationships/image" Target="../media/image5310.png"/><Relationship Id="rId46" Type="http://schemas.openxmlformats.org/officeDocument/2006/relationships/customXml" Target="../ink/ink461.xml"/><Relationship Id="rId67" Type="http://schemas.openxmlformats.org/officeDocument/2006/relationships/image" Target="../media/image740.png"/><Relationship Id="rId20" Type="http://schemas.openxmlformats.org/officeDocument/2006/relationships/customXml" Target="../ink/ink448.xml"/><Relationship Id="rId41" Type="http://schemas.openxmlformats.org/officeDocument/2006/relationships/image" Target="../media/image6110.png"/><Relationship Id="rId62" Type="http://schemas.openxmlformats.org/officeDocument/2006/relationships/customXml" Target="../ink/ink469.xml"/><Relationship Id="rId83" Type="http://schemas.openxmlformats.org/officeDocument/2006/relationships/image" Target="../media/image820.png"/><Relationship Id="rId88" Type="http://schemas.openxmlformats.org/officeDocument/2006/relationships/customXml" Target="../ink/ink482.xml"/><Relationship Id="rId111" Type="http://schemas.openxmlformats.org/officeDocument/2006/relationships/image" Target="../media/image9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9.xml"/><Relationship Id="rId13" Type="http://schemas.openxmlformats.org/officeDocument/2006/relationships/image" Target="../media/image1040.png"/><Relationship Id="rId18" Type="http://schemas.openxmlformats.org/officeDocument/2006/relationships/customXml" Target="../ink/ink504.xml"/><Relationship Id="rId3" Type="http://schemas.openxmlformats.org/officeDocument/2006/relationships/image" Target="../media/image990.png"/><Relationship Id="rId21" Type="http://schemas.openxmlformats.org/officeDocument/2006/relationships/image" Target="../media/image1070.png"/><Relationship Id="rId7" Type="http://schemas.openxmlformats.org/officeDocument/2006/relationships/image" Target="../media/image1011.png"/><Relationship Id="rId12" Type="http://schemas.openxmlformats.org/officeDocument/2006/relationships/customXml" Target="../ink/ink501.xml"/><Relationship Id="rId17" Type="http://schemas.openxmlformats.org/officeDocument/2006/relationships/image" Target="../media/image1060.png"/><Relationship Id="rId2" Type="http://schemas.openxmlformats.org/officeDocument/2006/relationships/customXml" Target="../ink/ink496.xml"/><Relationship Id="rId16" Type="http://schemas.openxmlformats.org/officeDocument/2006/relationships/customXml" Target="../ink/ink503.xml"/><Relationship Id="rId20" Type="http://schemas.openxmlformats.org/officeDocument/2006/relationships/customXml" Target="../ink/ink50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8.xml"/><Relationship Id="rId11" Type="http://schemas.openxmlformats.org/officeDocument/2006/relationships/image" Target="../media/image1030.png"/><Relationship Id="rId5" Type="http://schemas.openxmlformats.org/officeDocument/2006/relationships/image" Target="../media/image1000.png"/><Relationship Id="rId15" Type="http://schemas.openxmlformats.org/officeDocument/2006/relationships/image" Target="../media/image1050.png"/><Relationship Id="rId23" Type="http://schemas.openxmlformats.org/officeDocument/2006/relationships/image" Target="../media/image1080.png"/><Relationship Id="rId10" Type="http://schemas.openxmlformats.org/officeDocument/2006/relationships/customXml" Target="../ink/ink500.xml"/><Relationship Id="rId19" Type="http://schemas.openxmlformats.org/officeDocument/2006/relationships/image" Target="../media/image5410.png"/><Relationship Id="rId4" Type="http://schemas.openxmlformats.org/officeDocument/2006/relationships/customXml" Target="../ink/ink497.xml"/><Relationship Id="rId9" Type="http://schemas.openxmlformats.org/officeDocument/2006/relationships/image" Target="../media/image1020.png"/><Relationship Id="rId14" Type="http://schemas.openxmlformats.org/officeDocument/2006/relationships/customXml" Target="../ink/ink502.xml"/><Relationship Id="rId22" Type="http://schemas.openxmlformats.org/officeDocument/2006/relationships/customXml" Target="../ink/ink506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12.xml"/><Relationship Id="rId18" Type="http://schemas.openxmlformats.org/officeDocument/2006/relationships/image" Target="../media/image1170.png"/><Relationship Id="rId26" Type="http://schemas.openxmlformats.org/officeDocument/2006/relationships/image" Target="../media/image1211.png"/><Relationship Id="rId39" Type="http://schemas.openxmlformats.org/officeDocument/2006/relationships/customXml" Target="../ink/ink525.xml"/><Relationship Id="rId21" Type="http://schemas.openxmlformats.org/officeDocument/2006/relationships/customXml" Target="../ink/ink516.xml"/><Relationship Id="rId34" Type="http://schemas.openxmlformats.org/officeDocument/2006/relationships/image" Target="../media/image1250.png"/><Relationship Id="rId42" Type="http://schemas.openxmlformats.org/officeDocument/2006/relationships/image" Target="../media/image1290.png"/><Relationship Id="rId47" Type="http://schemas.openxmlformats.org/officeDocument/2006/relationships/customXml" Target="../ink/ink529.xml"/><Relationship Id="rId50" Type="http://schemas.openxmlformats.org/officeDocument/2006/relationships/image" Target="../media/image1330.png"/><Relationship Id="rId55" Type="http://schemas.openxmlformats.org/officeDocument/2006/relationships/customXml" Target="../ink/ink533.xml"/><Relationship Id="rId7" Type="http://schemas.openxmlformats.org/officeDocument/2006/relationships/customXml" Target="../ink/ink509.xml"/><Relationship Id="rId2" Type="http://schemas.openxmlformats.org/officeDocument/2006/relationships/image" Target="../media/image313.png"/><Relationship Id="rId16" Type="http://schemas.openxmlformats.org/officeDocument/2006/relationships/image" Target="../media/image1160.png"/><Relationship Id="rId29" Type="http://schemas.openxmlformats.org/officeDocument/2006/relationships/customXml" Target="../ink/ink520.xml"/><Relationship Id="rId11" Type="http://schemas.openxmlformats.org/officeDocument/2006/relationships/customXml" Target="../ink/ink511.xml"/><Relationship Id="rId24" Type="http://schemas.openxmlformats.org/officeDocument/2006/relationships/image" Target="../media/image1200.png"/><Relationship Id="rId32" Type="http://schemas.openxmlformats.org/officeDocument/2006/relationships/image" Target="../media/image1240.png"/><Relationship Id="rId37" Type="http://schemas.openxmlformats.org/officeDocument/2006/relationships/customXml" Target="../ink/ink524.xml"/><Relationship Id="rId40" Type="http://schemas.openxmlformats.org/officeDocument/2006/relationships/image" Target="../media/image1280.png"/><Relationship Id="rId45" Type="http://schemas.openxmlformats.org/officeDocument/2006/relationships/customXml" Target="../ink/ink528.xml"/><Relationship Id="rId53" Type="http://schemas.openxmlformats.org/officeDocument/2006/relationships/customXml" Target="../ink/ink532.xml"/><Relationship Id="rId58" Type="http://schemas.openxmlformats.org/officeDocument/2006/relationships/image" Target="../media/image1370.png"/><Relationship Id="rId5" Type="http://schemas.openxmlformats.org/officeDocument/2006/relationships/customXml" Target="../ink/ink508.xml"/><Relationship Id="rId61" Type="http://schemas.openxmlformats.org/officeDocument/2006/relationships/customXml" Target="../ink/ink536.xml"/><Relationship Id="rId19" Type="http://schemas.openxmlformats.org/officeDocument/2006/relationships/customXml" Target="../ink/ink515.xml"/><Relationship Id="rId14" Type="http://schemas.openxmlformats.org/officeDocument/2006/relationships/image" Target="../media/image1150.png"/><Relationship Id="rId22" Type="http://schemas.openxmlformats.org/officeDocument/2006/relationships/image" Target="../media/image1190.png"/><Relationship Id="rId27" Type="http://schemas.openxmlformats.org/officeDocument/2006/relationships/customXml" Target="../ink/ink519.xml"/><Relationship Id="rId30" Type="http://schemas.openxmlformats.org/officeDocument/2006/relationships/image" Target="../media/image1230.png"/><Relationship Id="rId35" Type="http://schemas.openxmlformats.org/officeDocument/2006/relationships/customXml" Target="../ink/ink523.xml"/><Relationship Id="rId43" Type="http://schemas.openxmlformats.org/officeDocument/2006/relationships/customXml" Target="../ink/ink527.xml"/><Relationship Id="rId48" Type="http://schemas.openxmlformats.org/officeDocument/2006/relationships/image" Target="../media/image1320.png"/><Relationship Id="rId56" Type="http://schemas.openxmlformats.org/officeDocument/2006/relationships/image" Target="../media/image1360.png"/><Relationship Id="rId8" Type="http://schemas.openxmlformats.org/officeDocument/2006/relationships/image" Target="../media/image1120.png"/><Relationship Id="rId51" Type="http://schemas.openxmlformats.org/officeDocument/2006/relationships/customXml" Target="../ink/ink531.xml"/><Relationship Id="rId3" Type="http://schemas.openxmlformats.org/officeDocument/2006/relationships/customXml" Target="../ink/ink507.xml"/><Relationship Id="rId12" Type="http://schemas.openxmlformats.org/officeDocument/2006/relationships/image" Target="../media/image1140.png"/><Relationship Id="rId17" Type="http://schemas.openxmlformats.org/officeDocument/2006/relationships/customXml" Target="../ink/ink514.xml"/><Relationship Id="rId25" Type="http://schemas.openxmlformats.org/officeDocument/2006/relationships/customXml" Target="../ink/ink518.xml"/><Relationship Id="rId33" Type="http://schemas.openxmlformats.org/officeDocument/2006/relationships/customXml" Target="../ink/ink522.xml"/><Relationship Id="rId38" Type="http://schemas.openxmlformats.org/officeDocument/2006/relationships/image" Target="../media/image1270.png"/><Relationship Id="rId46" Type="http://schemas.openxmlformats.org/officeDocument/2006/relationships/image" Target="../media/image1311.png"/><Relationship Id="rId59" Type="http://schemas.openxmlformats.org/officeDocument/2006/relationships/customXml" Target="../ink/ink535.xml"/><Relationship Id="rId20" Type="http://schemas.openxmlformats.org/officeDocument/2006/relationships/image" Target="../media/image1180.png"/><Relationship Id="rId41" Type="http://schemas.openxmlformats.org/officeDocument/2006/relationships/customXml" Target="../ink/ink526.xml"/><Relationship Id="rId54" Type="http://schemas.openxmlformats.org/officeDocument/2006/relationships/image" Target="../media/image1350.png"/><Relationship Id="rId62" Type="http://schemas.openxmlformats.org/officeDocument/2006/relationships/image" Target="../media/image3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1.png"/><Relationship Id="rId15" Type="http://schemas.openxmlformats.org/officeDocument/2006/relationships/customXml" Target="../ink/ink513.xml"/><Relationship Id="rId23" Type="http://schemas.openxmlformats.org/officeDocument/2006/relationships/customXml" Target="../ink/ink517.xml"/><Relationship Id="rId28" Type="http://schemas.openxmlformats.org/officeDocument/2006/relationships/image" Target="../media/image1220.png"/><Relationship Id="rId36" Type="http://schemas.openxmlformats.org/officeDocument/2006/relationships/image" Target="../media/image1260.png"/><Relationship Id="rId49" Type="http://schemas.openxmlformats.org/officeDocument/2006/relationships/customXml" Target="../ink/ink530.xml"/><Relationship Id="rId57" Type="http://schemas.openxmlformats.org/officeDocument/2006/relationships/customXml" Target="../ink/ink534.xml"/><Relationship Id="rId10" Type="http://schemas.openxmlformats.org/officeDocument/2006/relationships/image" Target="../media/image1130.png"/><Relationship Id="rId31" Type="http://schemas.openxmlformats.org/officeDocument/2006/relationships/customXml" Target="../ink/ink521.xml"/><Relationship Id="rId44" Type="http://schemas.openxmlformats.org/officeDocument/2006/relationships/image" Target="../media/image1300.png"/><Relationship Id="rId52" Type="http://schemas.openxmlformats.org/officeDocument/2006/relationships/image" Target="../media/image1340.png"/><Relationship Id="rId60" Type="http://schemas.openxmlformats.org/officeDocument/2006/relationships/image" Target="../media/image1380.png"/><Relationship Id="rId4" Type="http://schemas.openxmlformats.org/officeDocument/2006/relationships/image" Target="../media/image1101.png"/><Relationship Id="rId9" Type="http://schemas.openxmlformats.org/officeDocument/2006/relationships/customXml" Target="../ink/ink5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1.png"/><Relationship Id="rId13" Type="http://schemas.openxmlformats.org/officeDocument/2006/relationships/customXml" Target="../ink/ink542.xml"/><Relationship Id="rId18" Type="http://schemas.openxmlformats.org/officeDocument/2006/relationships/image" Target="../media/image1460.png"/><Relationship Id="rId26" Type="http://schemas.openxmlformats.org/officeDocument/2006/relationships/image" Target="../media/image1500.png"/><Relationship Id="rId3" Type="http://schemas.openxmlformats.org/officeDocument/2006/relationships/customXml" Target="../ink/ink537.xml"/><Relationship Id="rId21" Type="http://schemas.openxmlformats.org/officeDocument/2006/relationships/customXml" Target="../ink/ink546.xml"/><Relationship Id="rId7" Type="http://schemas.openxmlformats.org/officeDocument/2006/relationships/customXml" Target="../ink/ink539.xml"/><Relationship Id="rId12" Type="http://schemas.openxmlformats.org/officeDocument/2006/relationships/image" Target="../media/image1430.png"/><Relationship Id="rId17" Type="http://schemas.openxmlformats.org/officeDocument/2006/relationships/customXml" Target="../ink/ink544.xml"/><Relationship Id="rId25" Type="http://schemas.openxmlformats.org/officeDocument/2006/relationships/customXml" Target="../ink/ink548.xml"/><Relationship Id="rId2" Type="http://schemas.openxmlformats.org/officeDocument/2006/relationships/image" Target="../media/image313.png"/><Relationship Id="rId16" Type="http://schemas.openxmlformats.org/officeDocument/2006/relationships/image" Target="../media/image1450.png"/><Relationship Id="rId20" Type="http://schemas.openxmlformats.org/officeDocument/2006/relationships/image" Target="../media/image14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0.png"/><Relationship Id="rId11" Type="http://schemas.openxmlformats.org/officeDocument/2006/relationships/customXml" Target="../ink/ink541.xml"/><Relationship Id="rId24" Type="http://schemas.openxmlformats.org/officeDocument/2006/relationships/image" Target="../media/image1490.png"/><Relationship Id="rId5" Type="http://schemas.openxmlformats.org/officeDocument/2006/relationships/customXml" Target="../ink/ink538.xml"/><Relationship Id="rId15" Type="http://schemas.openxmlformats.org/officeDocument/2006/relationships/customXml" Target="../ink/ink543.xml"/><Relationship Id="rId23" Type="http://schemas.openxmlformats.org/officeDocument/2006/relationships/customXml" Target="../ink/ink547.xml"/><Relationship Id="rId10" Type="http://schemas.openxmlformats.org/officeDocument/2006/relationships/image" Target="../media/image1420.png"/><Relationship Id="rId19" Type="http://schemas.openxmlformats.org/officeDocument/2006/relationships/customXml" Target="../ink/ink545.xml"/><Relationship Id="rId4" Type="http://schemas.openxmlformats.org/officeDocument/2006/relationships/image" Target="../media/image1390.png"/><Relationship Id="rId9" Type="http://schemas.openxmlformats.org/officeDocument/2006/relationships/customXml" Target="../ink/ink540.xml"/><Relationship Id="rId14" Type="http://schemas.openxmlformats.org/officeDocument/2006/relationships/image" Target="../media/image1440.png"/><Relationship Id="rId22" Type="http://schemas.openxmlformats.org/officeDocument/2006/relationships/image" Target="../media/image1480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60.png"/><Relationship Id="rId18" Type="http://schemas.openxmlformats.org/officeDocument/2006/relationships/customXml" Target="../ink/ink557.xml"/><Relationship Id="rId26" Type="http://schemas.openxmlformats.org/officeDocument/2006/relationships/customXml" Target="../ink/ink561.xml"/><Relationship Id="rId39" Type="http://schemas.openxmlformats.org/officeDocument/2006/relationships/image" Target="../media/image1690.png"/><Relationship Id="rId21" Type="http://schemas.openxmlformats.org/officeDocument/2006/relationships/image" Target="../media/image1600.png"/><Relationship Id="rId34" Type="http://schemas.openxmlformats.org/officeDocument/2006/relationships/customXml" Target="../ink/ink565.xml"/><Relationship Id="rId42" Type="http://schemas.openxmlformats.org/officeDocument/2006/relationships/customXml" Target="../ink/ink569.xml"/><Relationship Id="rId47" Type="http://schemas.openxmlformats.org/officeDocument/2006/relationships/image" Target="../media/image1730.png"/><Relationship Id="rId50" Type="http://schemas.openxmlformats.org/officeDocument/2006/relationships/customXml" Target="../ink/ink573.xml"/><Relationship Id="rId55" Type="http://schemas.openxmlformats.org/officeDocument/2006/relationships/image" Target="../media/image1770.png"/><Relationship Id="rId7" Type="http://schemas.openxmlformats.org/officeDocument/2006/relationships/image" Target="../media/image1530.png"/><Relationship Id="rId2" Type="http://schemas.openxmlformats.org/officeDocument/2006/relationships/customXml" Target="../ink/ink549.xml"/><Relationship Id="rId16" Type="http://schemas.openxmlformats.org/officeDocument/2006/relationships/customXml" Target="../ink/ink556.xml"/><Relationship Id="rId29" Type="http://schemas.openxmlformats.org/officeDocument/2006/relationships/image" Target="../media/image1640.png"/><Relationship Id="rId11" Type="http://schemas.openxmlformats.org/officeDocument/2006/relationships/image" Target="../media/image1550.png"/><Relationship Id="rId24" Type="http://schemas.openxmlformats.org/officeDocument/2006/relationships/customXml" Target="../ink/ink560.xml"/><Relationship Id="rId32" Type="http://schemas.openxmlformats.org/officeDocument/2006/relationships/customXml" Target="../ink/ink564.xml"/><Relationship Id="rId37" Type="http://schemas.openxmlformats.org/officeDocument/2006/relationships/image" Target="../media/image1680.png"/><Relationship Id="rId40" Type="http://schemas.openxmlformats.org/officeDocument/2006/relationships/customXml" Target="../ink/ink568.xml"/><Relationship Id="rId45" Type="http://schemas.openxmlformats.org/officeDocument/2006/relationships/image" Target="../media/image1720.png"/><Relationship Id="rId53" Type="http://schemas.openxmlformats.org/officeDocument/2006/relationships/image" Target="../media/image1760.png"/><Relationship Id="rId58" Type="http://schemas.openxmlformats.org/officeDocument/2006/relationships/image" Target="../media/image1780.png"/><Relationship Id="rId5" Type="http://schemas.openxmlformats.org/officeDocument/2006/relationships/image" Target="../media/image1520.png"/><Relationship Id="rId19" Type="http://schemas.openxmlformats.org/officeDocument/2006/relationships/image" Target="../media/image1590.png"/><Relationship Id="rId4" Type="http://schemas.openxmlformats.org/officeDocument/2006/relationships/customXml" Target="../ink/ink550.xml"/><Relationship Id="rId9" Type="http://schemas.openxmlformats.org/officeDocument/2006/relationships/image" Target="../media/image1540.png"/><Relationship Id="rId14" Type="http://schemas.openxmlformats.org/officeDocument/2006/relationships/customXml" Target="../ink/ink555.xml"/><Relationship Id="rId22" Type="http://schemas.openxmlformats.org/officeDocument/2006/relationships/customXml" Target="../ink/ink559.xml"/><Relationship Id="rId27" Type="http://schemas.openxmlformats.org/officeDocument/2006/relationships/image" Target="../media/image1630.png"/><Relationship Id="rId30" Type="http://schemas.openxmlformats.org/officeDocument/2006/relationships/customXml" Target="../ink/ink563.xml"/><Relationship Id="rId35" Type="http://schemas.openxmlformats.org/officeDocument/2006/relationships/image" Target="../media/image1670.png"/><Relationship Id="rId43" Type="http://schemas.openxmlformats.org/officeDocument/2006/relationships/image" Target="../media/image1711.png"/><Relationship Id="rId48" Type="http://schemas.openxmlformats.org/officeDocument/2006/relationships/customXml" Target="../ink/ink572.xml"/><Relationship Id="rId56" Type="http://schemas.openxmlformats.org/officeDocument/2006/relationships/customXml" Target="../ink/ink576.xml"/><Relationship Id="rId8" Type="http://schemas.openxmlformats.org/officeDocument/2006/relationships/customXml" Target="../ink/ink552.xml"/><Relationship Id="rId51" Type="http://schemas.openxmlformats.org/officeDocument/2006/relationships/image" Target="../media/image1750.png"/><Relationship Id="rId3" Type="http://schemas.openxmlformats.org/officeDocument/2006/relationships/image" Target="../media/image1511.png"/><Relationship Id="rId12" Type="http://schemas.openxmlformats.org/officeDocument/2006/relationships/customXml" Target="../ink/ink554.xml"/><Relationship Id="rId17" Type="http://schemas.openxmlformats.org/officeDocument/2006/relationships/image" Target="../media/image1580.png"/><Relationship Id="rId25" Type="http://schemas.openxmlformats.org/officeDocument/2006/relationships/image" Target="../media/image1620.png"/><Relationship Id="rId33" Type="http://schemas.openxmlformats.org/officeDocument/2006/relationships/image" Target="../media/image1660.png"/><Relationship Id="rId38" Type="http://schemas.openxmlformats.org/officeDocument/2006/relationships/customXml" Target="../ink/ink567.xml"/><Relationship Id="rId46" Type="http://schemas.openxmlformats.org/officeDocument/2006/relationships/customXml" Target="../ink/ink571.xml"/><Relationship Id="rId20" Type="http://schemas.openxmlformats.org/officeDocument/2006/relationships/customXml" Target="../ink/ink558.xml"/><Relationship Id="rId41" Type="http://schemas.openxmlformats.org/officeDocument/2006/relationships/image" Target="../media/image1700.png"/><Relationship Id="rId54" Type="http://schemas.openxmlformats.org/officeDocument/2006/relationships/customXml" Target="../ink/ink57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1.xml"/><Relationship Id="rId15" Type="http://schemas.openxmlformats.org/officeDocument/2006/relationships/image" Target="../media/image1570.png"/><Relationship Id="rId23" Type="http://schemas.openxmlformats.org/officeDocument/2006/relationships/image" Target="../media/image1611.png"/><Relationship Id="rId28" Type="http://schemas.openxmlformats.org/officeDocument/2006/relationships/customXml" Target="../ink/ink562.xml"/><Relationship Id="rId36" Type="http://schemas.openxmlformats.org/officeDocument/2006/relationships/customXml" Target="../ink/ink566.xml"/><Relationship Id="rId49" Type="http://schemas.openxmlformats.org/officeDocument/2006/relationships/image" Target="../media/image1740.png"/><Relationship Id="rId57" Type="http://schemas.openxmlformats.org/officeDocument/2006/relationships/customXml" Target="../ink/ink577.xml"/><Relationship Id="rId10" Type="http://schemas.openxmlformats.org/officeDocument/2006/relationships/customXml" Target="../ink/ink553.xml"/><Relationship Id="rId31" Type="http://schemas.openxmlformats.org/officeDocument/2006/relationships/image" Target="../media/image1650.png"/><Relationship Id="rId44" Type="http://schemas.openxmlformats.org/officeDocument/2006/relationships/customXml" Target="../ink/ink570.xml"/><Relationship Id="rId52" Type="http://schemas.openxmlformats.org/officeDocument/2006/relationships/customXml" Target="../ink/ink57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78.xml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1.png"/><Relationship Id="rId2" Type="http://schemas.openxmlformats.org/officeDocument/2006/relationships/customXml" Target="../ink/ink57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20.png"/><Relationship Id="rId4" Type="http://schemas.openxmlformats.org/officeDocument/2006/relationships/customXml" Target="../ink/ink580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80.png"/><Relationship Id="rId18" Type="http://schemas.openxmlformats.org/officeDocument/2006/relationships/customXml" Target="../ink/ink589.xml"/><Relationship Id="rId26" Type="http://schemas.openxmlformats.org/officeDocument/2006/relationships/customXml" Target="../ink/ink593.xml"/><Relationship Id="rId39" Type="http://schemas.openxmlformats.org/officeDocument/2006/relationships/image" Target="../media/image2011.png"/><Relationship Id="rId21" Type="http://schemas.openxmlformats.org/officeDocument/2006/relationships/image" Target="../media/image1920.png"/><Relationship Id="rId34" Type="http://schemas.openxmlformats.org/officeDocument/2006/relationships/customXml" Target="../ink/ink597.xml"/><Relationship Id="rId42" Type="http://schemas.openxmlformats.org/officeDocument/2006/relationships/customXml" Target="../ink/ink601.xml"/><Relationship Id="rId7" Type="http://schemas.openxmlformats.org/officeDocument/2006/relationships/image" Target="../media/image1850.png"/><Relationship Id="rId2" Type="http://schemas.openxmlformats.org/officeDocument/2006/relationships/customXml" Target="../ink/ink581.xml"/><Relationship Id="rId16" Type="http://schemas.openxmlformats.org/officeDocument/2006/relationships/customXml" Target="../ink/ink588.xml"/><Relationship Id="rId20" Type="http://schemas.openxmlformats.org/officeDocument/2006/relationships/customXml" Target="../ink/ink590.xml"/><Relationship Id="rId29" Type="http://schemas.openxmlformats.org/officeDocument/2006/relationships/image" Target="../media/image1960.png"/><Relationship Id="rId41" Type="http://schemas.openxmlformats.org/officeDocument/2006/relationships/image" Target="../media/image20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3.xml"/><Relationship Id="rId11" Type="http://schemas.openxmlformats.org/officeDocument/2006/relationships/image" Target="../media/image1870.png"/><Relationship Id="rId24" Type="http://schemas.openxmlformats.org/officeDocument/2006/relationships/customXml" Target="../ink/ink592.xml"/><Relationship Id="rId32" Type="http://schemas.openxmlformats.org/officeDocument/2006/relationships/customXml" Target="../ink/ink596.xml"/><Relationship Id="rId37" Type="http://schemas.openxmlformats.org/officeDocument/2006/relationships/image" Target="../media/image2000.png"/><Relationship Id="rId40" Type="http://schemas.openxmlformats.org/officeDocument/2006/relationships/customXml" Target="../ink/ink600.xml"/><Relationship Id="rId5" Type="http://schemas.openxmlformats.org/officeDocument/2006/relationships/image" Target="../media/image1840.png"/><Relationship Id="rId15" Type="http://schemas.openxmlformats.org/officeDocument/2006/relationships/image" Target="../media/image1890.png"/><Relationship Id="rId23" Type="http://schemas.openxmlformats.org/officeDocument/2006/relationships/image" Target="../media/image1930.png"/><Relationship Id="rId28" Type="http://schemas.openxmlformats.org/officeDocument/2006/relationships/customXml" Target="../ink/ink594.xml"/><Relationship Id="rId36" Type="http://schemas.openxmlformats.org/officeDocument/2006/relationships/customXml" Target="../ink/ink598.xml"/><Relationship Id="rId10" Type="http://schemas.openxmlformats.org/officeDocument/2006/relationships/customXml" Target="../ink/ink585.xml"/><Relationship Id="rId19" Type="http://schemas.openxmlformats.org/officeDocument/2006/relationships/image" Target="../media/image1911.png"/><Relationship Id="rId31" Type="http://schemas.openxmlformats.org/officeDocument/2006/relationships/image" Target="../media/image1970.png"/><Relationship Id="rId4" Type="http://schemas.openxmlformats.org/officeDocument/2006/relationships/customXml" Target="../ink/ink582.xml"/><Relationship Id="rId9" Type="http://schemas.openxmlformats.org/officeDocument/2006/relationships/image" Target="../media/image1860.png"/><Relationship Id="rId14" Type="http://schemas.openxmlformats.org/officeDocument/2006/relationships/customXml" Target="../ink/ink587.xml"/><Relationship Id="rId22" Type="http://schemas.openxmlformats.org/officeDocument/2006/relationships/customXml" Target="../ink/ink591.xml"/><Relationship Id="rId27" Type="http://schemas.openxmlformats.org/officeDocument/2006/relationships/image" Target="../media/image1950.png"/><Relationship Id="rId30" Type="http://schemas.openxmlformats.org/officeDocument/2006/relationships/customXml" Target="../ink/ink595.xml"/><Relationship Id="rId35" Type="http://schemas.openxmlformats.org/officeDocument/2006/relationships/image" Target="../media/image1990.png"/><Relationship Id="rId43" Type="http://schemas.openxmlformats.org/officeDocument/2006/relationships/image" Target="../media/image2030.png"/><Relationship Id="rId8" Type="http://schemas.openxmlformats.org/officeDocument/2006/relationships/customXml" Target="../ink/ink584.xml"/><Relationship Id="rId3" Type="http://schemas.openxmlformats.org/officeDocument/2006/relationships/image" Target="../media/image1830.png"/><Relationship Id="rId12" Type="http://schemas.openxmlformats.org/officeDocument/2006/relationships/customXml" Target="../ink/ink586.xml"/><Relationship Id="rId17" Type="http://schemas.openxmlformats.org/officeDocument/2006/relationships/image" Target="../media/image1900.png"/><Relationship Id="rId25" Type="http://schemas.openxmlformats.org/officeDocument/2006/relationships/image" Target="../media/image1940.png"/><Relationship Id="rId33" Type="http://schemas.openxmlformats.org/officeDocument/2006/relationships/image" Target="../media/image1980.png"/><Relationship Id="rId38" Type="http://schemas.openxmlformats.org/officeDocument/2006/relationships/customXml" Target="../ink/ink59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0.png"/><Relationship Id="rId13" Type="http://schemas.openxmlformats.org/officeDocument/2006/relationships/customXml" Target="../ink/ink606.xml"/><Relationship Id="rId18" Type="http://schemas.openxmlformats.org/officeDocument/2006/relationships/image" Target="../media/image2111.png"/><Relationship Id="rId3" Type="http://schemas.openxmlformats.org/officeDocument/2006/relationships/oleObject" Target="../embeddings/oleObject9.bin"/><Relationship Id="rId7" Type="http://schemas.openxmlformats.org/officeDocument/2006/relationships/customXml" Target="../ink/ink603.xml"/><Relationship Id="rId12" Type="http://schemas.openxmlformats.org/officeDocument/2006/relationships/image" Target="../media/image2080.png"/><Relationship Id="rId17" Type="http://schemas.openxmlformats.org/officeDocument/2006/relationships/customXml" Target="../ink/ink608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01.png"/><Relationship Id="rId20" Type="http://schemas.openxmlformats.org/officeDocument/2006/relationships/image" Target="../media/image2120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50.png"/><Relationship Id="rId11" Type="http://schemas.openxmlformats.org/officeDocument/2006/relationships/customXml" Target="../ink/ink605.xml"/><Relationship Id="rId5" Type="http://schemas.openxmlformats.org/officeDocument/2006/relationships/customXml" Target="../ink/ink602.xml"/><Relationship Id="rId15" Type="http://schemas.openxmlformats.org/officeDocument/2006/relationships/customXml" Target="../ink/ink607.xml"/><Relationship Id="rId10" Type="http://schemas.openxmlformats.org/officeDocument/2006/relationships/image" Target="../media/image2070.png"/><Relationship Id="rId19" Type="http://schemas.openxmlformats.org/officeDocument/2006/relationships/customXml" Target="../ink/ink609.xml"/><Relationship Id="rId4" Type="http://schemas.openxmlformats.org/officeDocument/2006/relationships/image" Target="../media/image316.png"/><Relationship Id="rId9" Type="http://schemas.openxmlformats.org/officeDocument/2006/relationships/customXml" Target="../ink/ink604.xml"/><Relationship Id="rId14" Type="http://schemas.openxmlformats.org/officeDocument/2006/relationships/image" Target="../media/image2090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30.png"/><Relationship Id="rId21" Type="http://schemas.openxmlformats.org/officeDocument/2006/relationships/customXml" Target="../ink/ink618.xml"/><Relationship Id="rId42" Type="http://schemas.openxmlformats.org/officeDocument/2006/relationships/image" Target="../media/image2311.png"/><Relationship Id="rId47" Type="http://schemas.openxmlformats.org/officeDocument/2006/relationships/customXml" Target="../ink/ink631.xml"/><Relationship Id="rId63" Type="http://schemas.openxmlformats.org/officeDocument/2006/relationships/customXml" Target="../ink/ink639.xml"/><Relationship Id="rId68" Type="http://schemas.openxmlformats.org/officeDocument/2006/relationships/image" Target="../media/image2440.png"/><Relationship Id="rId84" Type="http://schemas.openxmlformats.org/officeDocument/2006/relationships/image" Target="../media/image2520.png"/><Relationship Id="rId89" Type="http://schemas.openxmlformats.org/officeDocument/2006/relationships/customXml" Target="../ink/ink652.xml"/><Relationship Id="rId16" Type="http://schemas.openxmlformats.org/officeDocument/2006/relationships/image" Target="../media/image2180.png"/><Relationship Id="rId107" Type="http://schemas.openxmlformats.org/officeDocument/2006/relationships/customXml" Target="../ink/ink661.xml"/><Relationship Id="rId11" Type="http://schemas.openxmlformats.org/officeDocument/2006/relationships/customXml" Target="../ink/ink613.xml"/><Relationship Id="rId32" Type="http://schemas.openxmlformats.org/officeDocument/2006/relationships/image" Target="../media/image2260.png"/><Relationship Id="rId37" Type="http://schemas.openxmlformats.org/officeDocument/2006/relationships/customXml" Target="../ink/ink626.xml"/><Relationship Id="rId53" Type="http://schemas.openxmlformats.org/officeDocument/2006/relationships/customXml" Target="../ink/ink634.xml"/><Relationship Id="rId58" Type="http://schemas.openxmlformats.org/officeDocument/2006/relationships/image" Target="../media/image2390.png"/><Relationship Id="rId74" Type="http://schemas.openxmlformats.org/officeDocument/2006/relationships/image" Target="../media/image2470.png"/><Relationship Id="rId79" Type="http://schemas.openxmlformats.org/officeDocument/2006/relationships/customXml" Target="../ink/ink647.xml"/><Relationship Id="rId102" Type="http://schemas.openxmlformats.org/officeDocument/2006/relationships/image" Target="../media/image2611.png"/><Relationship Id="rId5" Type="http://schemas.openxmlformats.org/officeDocument/2006/relationships/customXml" Target="../ink/ink610.xml"/><Relationship Id="rId90" Type="http://schemas.openxmlformats.org/officeDocument/2006/relationships/image" Target="../media/image2550.png"/><Relationship Id="rId95" Type="http://schemas.openxmlformats.org/officeDocument/2006/relationships/customXml" Target="../ink/ink655.xml"/><Relationship Id="rId22" Type="http://schemas.openxmlformats.org/officeDocument/2006/relationships/image" Target="../media/image2211.png"/><Relationship Id="rId27" Type="http://schemas.openxmlformats.org/officeDocument/2006/relationships/customXml" Target="../ink/ink621.xml"/><Relationship Id="rId43" Type="http://schemas.openxmlformats.org/officeDocument/2006/relationships/customXml" Target="../ink/ink629.xml"/><Relationship Id="rId48" Type="http://schemas.openxmlformats.org/officeDocument/2006/relationships/image" Target="../media/image2340.png"/><Relationship Id="rId64" Type="http://schemas.openxmlformats.org/officeDocument/2006/relationships/image" Target="../media/image2420.png"/><Relationship Id="rId69" Type="http://schemas.openxmlformats.org/officeDocument/2006/relationships/customXml" Target="../ink/ink642.xml"/><Relationship Id="rId80" Type="http://schemas.openxmlformats.org/officeDocument/2006/relationships/image" Target="../media/image2500.png"/><Relationship Id="rId85" Type="http://schemas.openxmlformats.org/officeDocument/2006/relationships/customXml" Target="../ink/ink650.xml"/><Relationship Id="rId12" Type="http://schemas.openxmlformats.org/officeDocument/2006/relationships/image" Target="../media/image2160.png"/><Relationship Id="rId17" Type="http://schemas.openxmlformats.org/officeDocument/2006/relationships/customXml" Target="../ink/ink616.xml"/><Relationship Id="rId33" Type="http://schemas.openxmlformats.org/officeDocument/2006/relationships/customXml" Target="../ink/ink624.xml"/><Relationship Id="rId38" Type="http://schemas.openxmlformats.org/officeDocument/2006/relationships/image" Target="../media/image2290.png"/><Relationship Id="rId59" Type="http://schemas.openxmlformats.org/officeDocument/2006/relationships/customXml" Target="../ink/ink637.xml"/><Relationship Id="rId103" Type="http://schemas.openxmlformats.org/officeDocument/2006/relationships/customXml" Target="../ink/ink659.xml"/><Relationship Id="rId108" Type="http://schemas.openxmlformats.org/officeDocument/2006/relationships/image" Target="../media/image2640.png"/><Relationship Id="rId54" Type="http://schemas.openxmlformats.org/officeDocument/2006/relationships/image" Target="../media/image2370.png"/><Relationship Id="rId70" Type="http://schemas.openxmlformats.org/officeDocument/2006/relationships/image" Target="../media/image2450.png"/><Relationship Id="rId75" Type="http://schemas.openxmlformats.org/officeDocument/2006/relationships/customXml" Target="../ink/ink645.xml"/><Relationship Id="rId91" Type="http://schemas.openxmlformats.org/officeDocument/2006/relationships/customXml" Target="../ink/ink653.xml"/><Relationship Id="rId96" Type="http://schemas.openxmlformats.org/officeDocument/2006/relationships/image" Target="../media/image2580.png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30.png"/><Relationship Id="rId15" Type="http://schemas.openxmlformats.org/officeDocument/2006/relationships/customXml" Target="../ink/ink615.xml"/><Relationship Id="rId23" Type="http://schemas.openxmlformats.org/officeDocument/2006/relationships/customXml" Target="../ink/ink619.xml"/><Relationship Id="rId28" Type="http://schemas.openxmlformats.org/officeDocument/2006/relationships/image" Target="../media/image2240.png"/><Relationship Id="rId36" Type="http://schemas.openxmlformats.org/officeDocument/2006/relationships/image" Target="../media/image2280.png"/><Relationship Id="rId49" Type="http://schemas.openxmlformats.org/officeDocument/2006/relationships/customXml" Target="../ink/ink632.xml"/><Relationship Id="rId57" Type="http://schemas.openxmlformats.org/officeDocument/2006/relationships/customXml" Target="../ink/ink636.xml"/><Relationship Id="rId106" Type="http://schemas.openxmlformats.org/officeDocument/2006/relationships/image" Target="../media/image2630.png"/><Relationship Id="rId10" Type="http://schemas.openxmlformats.org/officeDocument/2006/relationships/image" Target="../media/image2150.png"/><Relationship Id="rId31" Type="http://schemas.openxmlformats.org/officeDocument/2006/relationships/customXml" Target="../ink/ink623.xml"/><Relationship Id="rId44" Type="http://schemas.openxmlformats.org/officeDocument/2006/relationships/image" Target="../media/image2320.png"/><Relationship Id="rId52" Type="http://schemas.openxmlformats.org/officeDocument/2006/relationships/image" Target="../media/image2360.png"/><Relationship Id="rId60" Type="http://schemas.openxmlformats.org/officeDocument/2006/relationships/image" Target="../media/image2400.png"/><Relationship Id="rId65" Type="http://schemas.openxmlformats.org/officeDocument/2006/relationships/customXml" Target="../ink/ink640.xml"/><Relationship Id="rId73" Type="http://schemas.openxmlformats.org/officeDocument/2006/relationships/customXml" Target="../ink/ink644.xml"/><Relationship Id="rId78" Type="http://schemas.openxmlformats.org/officeDocument/2006/relationships/image" Target="../media/image2490.png"/><Relationship Id="rId81" Type="http://schemas.openxmlformats.org/officeDocument/2006/relationships/customXml" Target="../ink/ink648.xml"/><Relationship Id="rId86" Type="http://schemas.openxmlformats.org/officeDocument/2006/relationships/image" Target="../media/image2530.png"/><Relationship Id="rId94" Type="http://schemas.openxmlformats.org/officeDocument/2006/relationships/image" Target="../media/image2570.png"/><Relationship Id="rId99" Type="http://schemas.openxmlformats.org/officeDocument/2006/relationships/customXml" Target="../ink/ink657.xml"/><Relationship Id="rId101" Type="http://schemas.openxmlformats.org/officeDocument/2006/relationships/customXml" Target="../ink/ink658.xml"/><Relationship Id="rId4" Type="http://schemas.openxmlformats.org/officeDocument/2006/relationships/image" Target="../media/image316.png"/><Relationship Id="rId9" Type="http://schemas.openxmlformats.org/officeDocument/2006/relationships/customXml" Target="../ink/ink612.xml"/><Relationship Id="rId13" Type="http://schemas.openxmlformats.org/officeDocument/2006/relationships/customXml" Target="../ink/ink614.xml"/><Relationship Id="rId18" Type="http://schemas.openxmlformats.org/officeDocument/2006/relationships/image" Target="../media/image2190.png"/><Relationship Id="rId39" Type="http://schemas.openxmlformats.org/officeDocument/2006/relationships/customXml" Target="../ink/ink627.xml"/><Relationship Id="rId109" Type="http://schemas.openxmlformats.org/officeDocument/2006/relationships/customXml" Target="../ink/ink662.xml"/><Relationship Id="rId34" Type="http://schemas.openxmlformats.org/officeDocument/2006/relationships/image" Target="../media/image2270.png"/><Relationship Id="rId50" Type="http://schemas.openxmlformats.org/officeDocument/2006/relationships/image" Target="../media/image2350.png"/><Relationship Id="rId55" Type="http://schemas.openxmlformats.org/officeDocument/2006/relationships/customXml" Target="../ink/ink635.xml"/><Relationship Id="rId76" Type="http://schemas.openxmlformats.org/officeDocument/2006/relationships/image" Target="../media/image2480.png"/><Relationship Id="rId97" Type="http://schemas.openxmlformats.org/officeDocument/2006/relationships/customXml" Target="../ink/ink656.xml"/><Relationship Id="rId104" Type="http://schemas.openxmlformats.org/officeDocument/2006/relationships/image" Target="../media/image2620.png"/><Relationship Id="rId7" Type="http://schemas.openxmlformats.org/officeDocument/2006/relationships/customXml" Target="../ink/ink611.xml"/><Relationship Id="rId71" Type="http://schemas.openxmlformats.org/officeDocument/2006/relationships/customXml" Target="../ink/ink643.xml"/><Relationship Id="rId92" Type="http://schemas.openxmlformats.org/officeDocument/2006/relationships/image" Target="../media/image2560.png"/><Relationship Id="rId2" Type="http://schemas.openxmlformats.org/officeDocument/2006/relationships/slideLayout" Target="../slideLayouts/slideLayout7.xml"/><Relationship Id="rId29" Type="http://schemas.openxmlformats.org/officeDocument/2006/relationships/customXml" Target="../ink/ink622.xml"/><Relationship Id="rId24" Type="http://schemas.openxmlformats.org/officeDocument/2006/relationships/image" Target="../media/image2220.png"/><Relationship Id="rId40" Type="http://schemas.openxmlformats.org/officeDocument/2006/relationships/image" Target="../media/image2300.png"/><Relationship Id="rId45" Type="http://schemas.openxmlformats.org/officeDocument/2006/relationships/customXml" Target="../ink/ink630.xml"/><Relationship Id="rId66" Type="http://schemas.openxmlformats.org/officeDocument/2006/relationships/image" Target="../media/image2430.png"/><Relationship Id="rId87" Type="http://schemas.openxmlformats.org/officeDocument/2006/relationships/customXml" Target="../ink/ink651.xml"/><Relationship Id="rId110" Type="http://schemas.openxmlformats.org/officeDocument/2006/relationships/image" Target="../media/image2650.png"/><Relationship Id="rId61" Type="http://schemas.openxmlformats.org/officeDocument/2006/relationships/customXml" Target="../ink/ink638.xml"/><Relationship Id="rId82" Type="http://schemas.openxmlformats.org/officeDocument/2006/relationships/image" Target="../media/image2511.png"/><Relationship Id="rId19" Type="http://schemas.openxmlformats.org/officeDocument/2006/relationships/customXml" Target="../ink/ink617.xml"/><Relationship Id="rId14" Type="http://schemas.openxmlformats.org/officeDocument/2006/relationships/image" Target="../media/image2170.png"/><Relationship Id="rId30" Type="http://schemas.openxmlformats.org/officeDocument/2006/relationships/image" Target="../media/image2250.png"/><Relationship Id="rId35" Type="http://schemas.openxmlformats.org/officeDocument/2006/relationships/customXml" Target="../ink/ink625.xml"/><Relationship Id="rId56" Type="http://schemas.openxmlformats.org/officeDocument/2006/relationships/image" Target="../media/image2380.png"/><Relationship Id="rId77" Type="http://schemas.openxmlformats.org/officeDocument/2006/relationships/customXml" Target="../ink/ink646.xml"/><Relationship Id="rId100" Type="http://schemas.openxmlformats.org/officeDocument/2006/relationships/image" Target="../media/image2600.png"/><Relationship Id="rId105" Type="http://schemas.openxmlformats.org/officeDocument/2006/relationships/customXml" Target="../ink/ink660.xml"/><Relationship Id="rId8" Type="http://schemas.openxmlformats.org/officeDocument/2006/relationships/image" Target="../media/image2140.png"/><Relationship Id="rId51" Type="http://schemas.openxmlformats.org/officeDocument/2006/relationships/customXml" Target="../ink/ink633.xml"/><Relationship Id="rId72" Type="http://schemas.openxmlformats.org/officeDocument/2006/relationships/image" Target="../media/image2460.png"/><Relationship Id="rId93" Type="http://schemas.openxmlformats.org/officeDocument/2006/relationships/customXml" Target="../ink/ink654.xml"/><Relationship Id="rId98" Type="http://schemas.openxmlformats.org/officeDocument/2006/relationships/image" Target="../media/image2590.png"/><Relationship Id="rId3" Type="http://schemas.openxmlformats.org/officeDocument/2006/relationships/oleObject" Target="../embeddings/oleObject9.bin"/><Relationship Id="rId25" Type="http://schemas.openxmlformats.org/officeDocument/2006/relationships/customXml" Target="../ink/ink620.xml"/><Relationship Id="rId46" Type="http://schemas.openxmlformats.org/officeDocument/2006/relationships/image" Target="../media/image2330.png"/><Relationship Id="rId67" Type="http://schemas.openxmlformats.org/officeDocument/2006/relationships/customXml" Target="../ink/ink641.xml"/><Relationship Id="rId20" Type="http://schemas.openxmlformats.org/officeDocument/2006/relationships/image" Target="../media/image2200.png"/><Relationship Id="rId41" Type="http://schemas.openxmlformats.org/officeDocument/2006/relationships/customXml" Target="../ink/ink628.xml"/><Relationship Id="rId62" Type="http://schemas.openxmlformats.org/officeDocument/2006/relationships/image" Target="../media/image2411.png"/><Relationship Id="rId83" Type="http://schemas.openxmlformats.org/officeDocument/2006/relationships/customXml" Target="../ink/ink649.xml"/><Relationship Id="rId88" Type="http://schemas.openxmlformats.org/officeDocument/2006/relationships/image" Target="../media/image2540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75.xml"/><Relationship Id="rId21" Type="http://schemas.openxmlformats.org/officeDocument/2006/relationships/image" Target="../media/image2750.png"/><Relationship Id="rId42" Type="http://schemas.openxmlformats.org/officeDocument/2006/relationships/customXml" Target="../ink/ink683.xml"/><Relationship Id="rId47" Type="http://schemas.openxmlformats.org/officeDocument/2006/relationships/image" Target="../media/image2880.png"/><Relationship Id="rId63" Type="http://schemas.openxmlformats.org/officeDocument/2006/relationships/image" Target="../media/image2960.png"/><Relationship Id="rId68" Type="http://schemas.openxmlformats.org/officeDocument/2006/relationships/image" Target="../media/image2980.png"/><Relationship Id="rId16" Type="http://schemas.openxmlformats.org/officeDocument/2006/relationships/customXml" Target="../ink/ink670.xml"/><Relationship Id="rId11" Type="http://schemas.openxmlformats.org/officeDocument/2006/relationships/image" Target="../media/image2700.png"/><Relationship Id="rId24" Type="http://schemas.openxmlformats.org/officeDocument/2006/relationships/customXml" Target="../ink/ink674.xml"/><Relationship Id="rId32" Type="http://schemas.openxmlformats.org/officeDocument/2006/relationships/customXml" Target="../ink/ink678.xml"/><Relationship Id="rId37" Type="http://schemas.openxmlformats.org/officeDocument/2006/relationships/image" Target="../media/image2830.png"/><Relationship Id="rId40" Type="http://schemas.openxmlformats.org/officeDocument/2006/relationships/customXml" Target="../ink/ink682.xml"/><Relationship Id="rId45" Type="http://schemas.openxmlformats.org/officeDocument/2006/relationships/image" Target="../media/image2870.png"/><Relationship Id="rId53" Type="http://schemas.openxmlformats.org/officeDocument/2006/relationships/image" Target="../media/image2911.png"/><Relationship Id="rId58" Type="http://schemas.openxmlformats.org/officeDocument/2006/relationships/customXml" Target="../ink/ink691.xml"/><Relationship Id="rId66" Type="http://schemas.openxmlformats.org/officeDocument/2006/relationships/customXml" Target="../ink/ink695.xml"/><Relationship Id="rId74" Type="http://schemas.openxmlformats.org/officeDocument/2006/relationships/image" Target="../media/image3011.png"/><Relationship Id="rId79" Type="http://schemas.openxmlformats.org/officeDocument/2006/relationships/customXml" Target="../ink/ink702.xml"/><Relationship Id="rId5" Type="http://schemas.openxmlformats.org/officeDocument/2006/relationships/image" Target="../media/image2670.png"/><Relationship Id="rId61" Type="http://schemas.openxmlformats.org/officeDocument/2006/relationships/image" Target="../media/image2950.png"/><Relationship Id="rId19" Type="http://schemas.openxmlformats.org/officeDocument/2006/relationships/image" Target="../media/image2740.png"/><Relationship Id="rId14" Type="http://schemas.openxmlformats.org/officeDocument/2006/relationships/customXml" Target="../ink/ink669.xml"/><Relationship Id="rId22" Type="http://schemas.openxmlformats.org/officeDocument/2006/relationships/customXml" Target="../ink/ink673.xml"/><Relationship Id="rId27" Type="http://schemas.openxmlformats.org/officeDocument/2006/relationships/image" Target="../media/image2780.png"/><Relationship Id="rId30" Type="http://schemas.openxmlformats.org/officeDocument/2006/relationships/customXml" Target="../ink/ink677.xml"/><Relationship Id="rId35" Type="http://schemas.openxmlformats.org/officeDocument/2006/relationships/image" Target="../media/image2820.png"/><Relationship Id="rId43" Type="http://schemas.openxmlformats.org/officeDocument/2006/relationships/image" Target="../media/image2860.png"/><Relationship Id="rId48" Type="http://schemas.openxmlformats.org/officeDocument/2006/relationships/customXml" Target="../ink/ink686.xml"/><Relationship Id="rId56" Type="http://schemas.openxmlformats.org/officeDocument/2006/relationships/customXml" Target="../ink/ink690.xml"/><Relationship Id="rId64" Type="http://schemas.openxmlformats.org/officeDocument/2006/relationships/customXml" Target="../ink/ink694.xml"/><Relationship Id="rId69" Type="http://schemas.openxmlformats.org/officeDocument/2006/relationships/customXml" Target="../ink/ink697.xml"/><Relationship Id="rId77" Type="http://schemas.openxmlformats.org/officeDocument/2006/relationships/customXml" Target="../ink/ink701.xml"/><Relationship Id="rId8" Type="http://schemas.openxmlformats.org/officeDocument/2006/relationships/customXml" Target="../ink/ink666.xml"/><Relationship Id="rId51" Type="http://schemas.openxmlformats.org/officeDocument/2006/relationships/image" Target="../media/image2900.png"/><Relationship Id="rId72" Type="http://schemas.openxmlformats.org/officeDocument/2006/relationships/image" Target="../media/image3000.png"/><Relationship Id="rId80" Type="http://schemas.openxmlformats.org/officeDocument/2006/relationships/image" Target="../media/image3040.png"/><Relationship Id="rId3" Type="http://schemas.openxmlformats.org/officeDocument/2006/relationships/image" Target="../media/image2660.png"/><Relationship Id="rId12" Type="http://schemas.openxmlformats.org/officeDocument/2006/relationships/customXml" Target="../ink/ink668.xml"/><Relationship Id="rId17" Type="http://schemas.openxmlformats.org/officeDocument/2006/relationships/image" Target="../media/image2730.png"/><Relationship Id="rId25" Type="http://schemas.openxmlformats.org/officeDocument/2006/relationships/image" Target="../media/image2770.png"/><Relationship Id="rId33" Type="http://schemas.openxmlformats.org/officeDocument/2006/relationships/image" Target="../media/image2811.png"/><Relationship Id="rId38" Type="http://schemas.openxmlformats.org/officeDocument/2006/relationships/customXml" Target="../ink/ink681.xml"/><Relationship Id="rId46" Type="http://schemas.openxmlformats.org/officeDocument/2006/relationships/customXml" Target="../ink/ink685.xml"/><Relationship Id="rId59" Type="http://schemas.openxmlformats.org/officeDocument/2006/relationships/image" Target="../media/image2940.png"/><Relationship Id="rId67" Type="http://schemas.openxmlformats.org/officeDocument/2006/relationships/customXml" Target="../ink/ink696.xml"/><Relationship Id="rId20" Type="http://schemas.openxmlformats.org/officeDocument/2006/relationships/customXml" Target="../ink/ink672.xml"/><Relationship Id="rId41" Type="http://schemas.openxmlformats.org/officeDocument/2006/relationships/image" Target="../media/image2850.png"/><Relationship Id="rId54" Type="http://schemas.openxmlformats.org/officeDocument/2006/relationships/customXml" Target="../ink/ink689.xml"/><Relationship Id="rId62" Type="http://schemas.openxmlformats.org/officeDocument/2006/relationships/customXml" Target="../ink/ink693.xml"/><Relationship Id="rId70" Type="http://schemas.openxmlformats.org/officeDocument/2006/relationships/image" Target="../media/image2990.png"/><Relationship Id="rId75" Type="http://schemas.openxmlformats.org/officeDocument/2006/relationships/customXml" Target="../ink/ink7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65.xml"/><Relationship Id="rId15" Type="http://schemas.openxmlformats.org/officeDocument/2006/relationships/image" Target="../media/image2720.png"/><Relationship Id="rId23" Type="http://schemas.openxmlformats.org/officeDocument/2006/relationships/image" Target="../media/image2760.png"/><Relationship Id="rId28" Type="http://schemas.openxmlformats.org/officeDocument/2006/relationships/customXml" Target="../ink/ink676.xml"/><Relationship Id="rId36" Type="http://schemas.openxmlformats.org/officeDocument/2006/relationships/customXml" Target="../ink/ink680.xml"/><Relationship Id="rId49" Type="http://schemas.openxmlformats.org/officeDocument/2006/relationships/image" Target="../media/image2890.png"/><Relationship Id="rId57" Type="http://schemas.openxmlformats.org/officeDocument/2006/relationships/image" Target="../media/image2930.png"/><Relationship Id="rId10" Type="http://schemas.openxmlformats.org/officeDocument/2006/relationships/customXml" Target="../ink/ink667.xml"/><Relationship Id="rId31" Type="http://schemas.openxmlformats.org/officeDocument/2006/relationships/image" Target="../media/image2800.png"/><Relationship Id="rId44" Type="http://schemas.openxmlformats.org/officeDocument/2006/relationships/customXml" Target="../ink/ink684.xml"/><Relationship Id="rId52" Type="http://schemas.openxmlformats.org/officeDocument/2006/relationships/customXml" Target="../ink/ink688.xml"/><Relationship Id="rId60" Type="http://schemas.openxmlformats.org/officeDocument/2006/relationships/customXml" Target="../ink/ink692.xml"/><Relationship Id="rId65" Type="http://schemas.openxmlformats.org/officeDocument/2006/relationships/image" Target="../media/image2970.png"/><Relationship Id="rId73" Type="http://schemas.openxmlformats.org/officeDocument/2006/relationships/customXml" Target="../ink/ink699.xml"/><Relationship Id="rId78" Type="http://schemas.openxmlformats.org/officeDocument/2006/relationships/image" Target="../media/image3030.png"/><Relationship Id="rId4" Type="http://schemas.openxmlformats.org/officeDocument/2006/relationships/customXml" Target="../ink/ink664.xml"/><Relationship Id="rId9" Type="http://schemas.openxmlformats.org/officeDocument/2006/relationships/image" Target="../media/image2690.png"/><Relationship Id="rId13" Type="http://schemas.openxmlformats.org/officeDocument/2006/relationships/image" Target="../media/image2711.png"/><Relationship Id="rId18" Type="http://schemas.openxmlformats.org/officeDocument/2006/relationships/customXml" Target="../ink/ink671.xml"/><Relationship Id="rId39" Type="http://schemas.openxmlformats.org/officeDocument/2006/relationships/image" Target="../media/image2840.png"/><Relationship Id="rId34" Type="http://schemas.openxmlformats.org/officeDocument/2006/relationships/customXml" Target="../ink/ink679.xml"/><Relationship Id="rId50" Type="http://schemas.openxmlformats.org/officeDocument/2006/relationships/customXml" Target="../ink/ink687.xml"/><Relationship Id="rId55" Type="http://schemas.openxmlformats.org/officeDocument/2006/relationships/image" Target="../media/image2920.png"/><Relationship Id="rId76" Type="http://schemas.openxmlformats.org/officeDocument/2006/relationships/image" Target="../media/image3020.png"/><Relationship Id="rId7" Type="http://schemas.openxmlformats.org/officeDocument/2006/relationships/image" Target="../media/image2680.png"/><Relationship Id="rId71" Type="http://schemas.openxmlformats.org/officeDocument/2006/relationships/customXml" Target="../ink/ink698.xml"/><Relationship Id="rId2" Type="http://schemas.openxmlformats.org/officeDocument/2006/relationships/customXml" Target="../ink/ink663.xml"/><Relationship Id="rId29" Type="http://schemas.openxmlformats.org/officeDocument/2006/relationships/image" Target="../media/image2790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0.png"/><Relationship Id="rId18" Type="http://schemas.openxmlformats.org/officeDocument/2006/relationships/customXml" Target="../ink/ink711.xml"/><Relationship Id="rId26" Type="http://schemas.openxmlformats.org/officeDocument/2006/relationships/customXml" Target="../ink/ink715.xml"/><Relationship Id="rId39" Type="http://schemas.openxmlformats.org/officeDocument/2006/relationships/image" Target="../media/image2970.png"/><Relationship Id="rId21" Type="http://schemas.openxmlformats.org/officeDocument/2006/relationships/image" Target="../media/image2880.png"/><Relationship Id="rId34" Type="http://schemas.openxmlformats.org/officeDocument/2006/relationships/customXml" Target="../ink/ink719.xml"/><Relationship Id="rId42" Type="http://schemas.openxmlformats.org/officeDocument/2006/relationships/image" Target="../media/image2980.png"/><Relationship Id="rId47" Type="http://schemas.openxmlformats.org/officeDocument/2006/relationships/customXml" Target="../ink/ink726.xml"/><Relationship Id="rId50" Type="http://schemas.openxmlformats.org/officeDocument/2006/relationships/image" Target="../media/image3020.png"/><Relationship Id="rId55" Type="http://schemas.openxmlformats.org/officeDocument/2006/relationships/customXml" Target="../ink/ink730.xml"/><Relationship Id="rId7" Type="http://schemas.openxmlformats.org/officeDocument/2006/relationships/image" Target="../media/image2811.png"/><Relationship Id="rId2" Type="http://schemas.openxmlformats.org/officeDocument/2006/relationships/customXml" Target="../ink/ink703.xml"/><Relationship Id="rId16" Type="http://schemas.openxmlformats.org/officeDocument/2006/relationships/customXml" Target="../ink/ink710.xml"/><Relationship Id="rId29" Type="http://schemas.openxmlformats.org/officeDocument/2006/relationships/image" Target="../media/image2920.png"/><Relationship Id="rId11" Type="http://schemas.openxmlformats.org/officeDocument/2006/relationships/image" Target="../media/image2830.png"/><Relationship Id="rId24" Type="http://schemas.openxmlformats.org/officeDocument/2006/relationships/customXml" Target="../ink/ink714.xml"/><Relationship Id="rId32" Type="http://schemas.openxmlformats.org/officeDocument/2006/relationships/customXml" Target="../ink/ink718.xml"/><Relationship Id="rId37" Type="http://schemas.openxmlformats.org/officeDocument/2006/relationships/image" Target="../media/image2960.png"/><Relationship Id="rId40" Type="http://schemas.openxmlformats.org/officeDocument/2006/relationships/customXml" Target="../ink/ink722.xml"/><Relationship Id="rId45" Type="http://schemas.openxmlformats.org/officeDocument/2006/relationships/customXml" Target="../ink/ink725.xml"/><Relationship Id="rId53" Type="http://schemas.openxmlformats.org/officeDocument/2006/relationships/customXml" Target="../ink/ink729.xml"/><Relationship Id="rId58" Type="http://schemas.openxmlformats.org/officeDocument/2006/relationships/image" Target="../media/image3080.png"/><Relationship Id="rId5" Type="http://schemas.openxmlformats.org/officeDocument/2006/relationships/image" Target="../media/image2800.png"/><Relationship Id="rId19" Type="http://schemas.openxmlformats.org/officeDocument/2006/relationships/image" Target="../media/image2870.png"/><Relationship Id="rId4" Type="http://schemas.openxmlformats.org/officeDocument/2006/relationships/customXml" Target="../ink/ink704.xml"/><Relationship Id="rId9" Type="http://schemas.openxmlformats.org/officeDocument/2006/relationships/image" Target="../media/image2820.png"/><Relationship Id="rId14" Type="http://schemas.openxmlformats.org/officeDocument/2006/relationships/customXml" Target="../ink/ink709.xml"/><Relationship Id="rId22" Type="http://schemas.openxmlformats.org/officeDocument/2006/relationships/customXml" Target="../ink/ink713.xml"/><Relationship Id="rId27" Type="http://schemas.openxmlformats.org/officeDocument/2006/relationships/image" Target="../media/image2911.png"/><Relationship Id="rId30" Type="http://schemas.openxmlformats.org/officeDocument/2006/relationships/customXml" Target="../ink/ink717.xml"/><Relationship Id="rId35" Type="http://schemas.openxmlformats.org/officeDocument/2006/relationships/image" Target="../media/image2950.png"/><Relationship Id="rId43" Type="http://schemas.openxmlformats.org/officeDocument/2006/relationships/customXml" Target="../ink/ink724.xml"/><Relationship Id="rId48" Type="http://schemas.openxmlformats.org/officeDocument/2006/relationships/image" Target="../media/image3011.png"/><Relationship Id="rId56" Type="http://schemas.openxmlformats.org/officeDocument/2006/relationships/image" Target="../media/image3070.png"/><Relationship Id="rId8" Type="http://schemas.openxmlformats.org/officeDocument/2006/relationships/customXml" Target="../ink/ink706.xml"/><Relationship Id="rId51" Type="http://schemas.openxmlformats.org/officeDocument/2006/relationships/customXml" Target="../ink/ink728.xml"/><Relationship Id="rId3" Type="http://schemas.openxmlformats.org/officeDocument/2006/relationships/image" Target="../media/image2790.png"/><Relationship Id="rId12" Type="http://schemas.openxmlformats.org/officeDocument/2006/relationships/customXml" Target="../ink/ink708.xml"/><Relationship Id="rId17" Type="http://schemas.openxmlformats.org/officeDocument/2006/relationships/image" Target="../media/image2860.png"/><Relationship Id="rId25" Type="http://schemas.openxmlformats.org/officeDocument/2006/relationships/image" Target="../media/image2900.png"/><Relationship Id="rId33" Type="http://schemas.openxmlformats.org/officeDocument/2006/relationships/image" Target="../media/image2940.png"/><Relationship Id="rId38" Type="http://schemas.openxmlformats.org/officeDocument/2006/relationships/customXml" Target="../ink/ink721.xml"/><Relationship Id="rId46" Type="http://schemas.openxmlformats.org/officeDocument/2006/relationships/image" Target="../media/image3000.png"/><Relationship Id="rId20" Type="http://schemas.openxmlformats.org/officeDocument/2006/relationships/customXml" Target="../ink/ink712.xml"/><Relationship Id="rId41" Type="http://schemas.openxmlformats.org/officeDocument/2006/relationships/customXml" Target="../ink/ink723.xml"/><Relationship Id="rId54" Type="http://schemas.openxmlformats.org/officeDocument/2006/relationships/image" Target="../media/image30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5.xml"/><Relationship Id="rId15" Type="http://schemas.openxmlformats.org/officeDocument/2006/relationships/image" Target="../media/image2850.png"/><Relationship Id="rId23" Type="http://schemas.openxmlformats.org/officeDocument/2006/relationships/image" Target="../media/image2890.png"/><Relationship Id="rId28" Type="http://schemas.openxmlformats.org/officeDocument/2006/relationships/customXml" Target="../ink/ink716.xml"/><Relationship Id="rId36" Type="http://schemas.openxmlformats.org/officeDocument/2006/relationships/customXml" Target="../ink/ink720.xml"/><Relationship Id="rId49" Type="http://schemas.openxmlformats.org/officeDocument/2006/relationships/customXml" Target="../ink/ink727.xml"/><Relationship Id="rId57" Type="http://schemas.openxmlformats.org/officeDocument/2006/relationships/customXml" Target="../ink/ink731.xml"/><Relationship Id="rId10" Type="http://schemas.openxmlformats.org/officeDocument/2006/relationships/customXml" Target="../ink/ink707.xml"/><Relationship Id="rId31" Type="http://schemas.openxmlformats.org/officeDocument/2006/relationships/image" Target="../media/image2930.png"/><Relationship Id="rId44" Type="http://schemas.openxmlformats.org/officeDocument/2006/relationships/image" Target="../media/image2990.png"/><Relationship Id="rId52" Type="http://schemas.openxmlformats.org/officeDocument/2006/relationships/image" Target="../media/image305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1.png"/><Relationship Id="rId13" Type="http://schemas.openxmlformats.org/officeDocument/2006/relationships/customXml" Target="../ink/ink736.xml"/><Relationship Id="rId18" Type="http://schemas.openxmlformats.org/officeDocument/2006/relationships/image" Target="../media/image3160.png"/><Relationship Id="rId26" Type="http://schemas.openxmlformats.org/officeDocument/2006/relationships/image" Target="../media/image320.png"/><Relationship Id="rId3" Type="http://schemas.openxmlformats.org/officeDocument/2006/relationships/oleObject" Target="../embeddings/oleObject10.bin"/><Relationship Id="rId21" Type="http://schemas.openxmlformats.org/officeDocument/2006/relationships/customXml" Target="../ink/ink740.xml"/><Relationship Id="rId7" Type="http://schemas.openxmlformats.org/officeDocument/2006/relationships/customXml" Target="../ink/ink733.xml"/><Relationship Id="rId12" Type="http://schemas.openxmlformats.org/officeDocument/2006/relationships/image" Target="../media/image3130.png"/><Relationship Id="rId17" Type="http://schemas.openxmlformats.org/officeDocument/2006/relationships/customXml" Target="../ink/ink738.xml"/><Relationship Id="rId25" Type="http://schemas.openxmlformats.org/officeDocument/2006/relationships/customXml" Target="../ink/ink742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50.png"/><Relationship Id="rId20" Type="http://schemas.openxmlformats.org/officeDocument/2006/relationships/image" Target="../media/image3170.png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101.png"/><Relationship Id="rId11" Type="http://schemas.openxmlformats.org/officeDocument/2006/relationships/customXml" Target="../ink/ink735.xml"/><Relationship Id="rId24" Type="http://schemas.openxmlformats.org/officeDocument/2006/relationships/image" Target="../media/image319.png"/><Relationship Id="rId5" Type="http://schemas.openxmlformats.org/officeDocument/2006/relationships/customXml" Target="../ink/ink732.xml"/><Relationship Id="rId15" Type="http://schemas.openxmlformats.org/officeDocument/2006/relationships/customXml" Target="../ink/ink737.xml"/><Relationship Id="rId23" Type="http://schemas.openxmlformats.org/officeDocument/2006/relationships/customXml" Target="../ink/ink741.xml"/><Relationship Id="rId10" Type="http://schemas.openxmlformats.org/officeDocument/2006/relationships/image" Target="../media/image3120.png"/><Relationship Id="rId19" Type="http://schemas.openxmlformats.org/officeDocument/2006/relationships/customXml" Target="../ink/ink739.xml"/><Relationship Id="rId4" Type="http://schemas.openxmlformats.org/officeDocument/2006/relationships/image" Target="../media/image317.png"/><Relationship Id="rId9" Type="http://schemas.openxmlformats.org/officeDocument/2006/relationships/customXml" Target="../ink/ink734.xml"/><Relationship Id="rId14" Type="http://schemas.openxmlformats.org/officeDocument/2006/relationships/image" Target="../media/image3140.png"/><Relationship Id="rId22" Type="http://schemas.openxmlformats.org/officeDocument/2006/relationships/image" Target="../media/image3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17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3.png"/><Relationship Id="rId21" Type="http://schemas.openxmlformats.org/officeDocument/2006/relationships/customXml" Target="../ink/ink752.xml"/><Relationship Id="rId42" Type="http://schemas.openxmlformats.org/officeDocument/2006/relationships/image" Target="../media/image341.png"/><Relationship Id="rId47" Type="http://schemas.openxmlformats.org/officeDocument/2006/relationships/customXml" Target="../ink/ink765.xml"/><Relationship Id="rId63" Type="http://schemas.openxmlformats.org/officeDocument/2006/relationships/customXml" Target="../ink/ink773.xml"/><Relationship Id="rId68" Type="http://schemas.openxmlformats.org/officeDocument/2006/relationships/image" Target="../media/image353.png"/><Relationship Id="rId84" Type="http://schemas.openxmlformats.org/officeDocument/2006/relationships/image" Target="../media/image361.png"/><Relationship Id="rId89" Type="http://schemas.openxmlformats.org/officeDocument/2006/relationships/customXml" Target="../ink/ink786.xml"/><Relationship Id="rId112" Type="http://schemas.openxmlformats.org/officeDocument/2006/relationships/image" Target="../media/image375.png"/><Relationship Id="rId16" Type="http://schemas.openxmlformats.org/officeDocument/2006/relationships/image" Target="../media/image328.png"/><Relationship Id="rId107" Type="http://schemas.openxmlformats.org/officeDocument/2006/relationships/customXml" Target="../ink/ink795.xml"/><Relationship Id="rId11" Type="http://schemas.openxmlformats.org/officeDocument/2006/relationships/customXml" Target="../ink/ink747.xml"/><Relationship Id="rId32" Type="http://schemas.openxmlformats.org/officeDocument/2006/relationships/image" Target="../media/image336.png"/><Relationship Id="rId37" Type="http://schemas.openxmlformats.org/officeDocument/2006/relationships/customXml" Target="../ink/ink760.xml"/><Relationship Id="rId53" Type="http://schemas.openxmlformats.org/officeDocument/2006/relationships/customXml" Target="../ink/ink768.xml"/><Relationship Id="rId58" Type="http://schemas.openxmlformats.org/officeDocument/2006/relationships/image" Target="../media/image321.png"/><Relationship Id="rId74" Type="http://schemas.openxmlformats.org/officeDocument/2006/relationships/image" Target="../media/image356.png"/><Relationship Id="rId79" Type="http://schemas.openxmlformats.org/officeDocument/2006/relationships/customXml" Target="../ink/ink781.xml"/><Relationship Id="rId102" Type="http://schemas.openxmlformats.org/officeDocument/2006/relationships/image" Target="../media/image370.png"/><Relationship Id="rId5" Type="http://schemas.openxmlformats.org/officeDocument/2006/relationships/customXml" Target="../ink/ink744.xml"/><Relationship Id="rId90" Type="http://schemas.openxmlformats.org/officeDocument/2006/relationships/image" Target="../media/image364.png"/><Relationship Id="rId95" Type="http://schemas.openxmlformats.org/officeDocument/2006/relationships/customXml" Target="../ink/ink789.xml"/><Relationship Id="rId22" Type="http://schemas.openxmlformats.org/officeDocument/2006/relationships/image" Target="../media/image331.png"/><Relationship Id="rId27" Type="http://schemas.openxmlformats.org/officeDocument/2006/relationships/customXml" Target="../ink/ink755.xml"/><Relationship Id="rId43" Type="http://schemas.openxmlformats.org/officeDocument/2006/relationships/customXml" Target="../ink/ink763.xml"/><Relationship Id="rId48" Type="http://schemas.openxmlformats.org/officeDocument/2006/relationships/image" Target="../media/image344.png"/><Relationship Id="rId64" Type="http://schemas.openxmlformats.org/officeDocument/2006/relationships/image" Target="../media/image351.png"/><Relationship Id="rId69" Type="http://schemas.openxmlformats.org/officeDocument/2006/relationships/customXml" Target="../ink/ink776.xml"/><Relationship Id="rId113" Type="http://schemas.openxmlformats.org/officeDocument/2006/relationships/customXml" Target="../ink/ink798.xml"/><Relationship Id="rId80" Type="http://schemas.openxmlformats.org/officeDocument/2006/relationships/image" Target="../media/image359.png"/><Relationship Id="rId85" Type="http://schemas.openxmlformats.org/officeDocument/2006/relationships/customXml" Target="../ink/ink784.xml"/><Relationship Id="rId12" Type="http://schemas.openxmlformats.org/officeDocument/2006/relationships/image" Target="../media/image326.png"/><Relationship Id="rId17" Type="http://schemas.openxmlformats.org/officeDocument/2006/relationships/customXml" Target="../ink/ink750.xml"/><Relationship Id="rId33" Type="http://schemas.openxmlformats.org/officeDocument/2006/relationships/customXml" Target="../ink/ink758.xml"/><Relationship Id="rId38" Type="http://schemas.openxmlformats.org/officeDocument/2006/relationships/image" Target="../media/image339.png"/><Relationship Id="rId59" Type="http://schemas.openxmlformats.org/officeDocument/2006/relationships/customXml" Target="../ink/ink771.xml"/><Relationship Id="rId103" Type="http://schemas.openxmlformats.org/officeDocument/2006/relationships/customXml" Target="../ink/ink793.xml"/><Relationship Id="rId108" Type="http://schemas.openxmlformats.org/officeDocument/2006/relationships/image" Target="../media/image373.png"/><Relationship Id="rId54" Type="http://schemas.openxmlformats.org/officeDocument/2006/relationships/image" Target="../media/image347.png"/><Relationship Id="rId70" Type="http://schemas.openxmlformats.org/officeDocument/2006/relationships/image" Target="../media/image354.png"/><Relationship Id="rId75" Type="http://schemas.openxmlformats.org/officeDocument/2006/relationships/customXml" Target="../ink/ink779.xml"/><Relationship Id="rId91" Type="http://schemas.openxmlformats.org/officeDocument/2006/relationships/customXml" Target="../ink/ink787.xml"/><Relationship Id="rId96" Type="http://schemas.openxmlformats.org/officeDocument/2006/relationships/image" Target="../media/image3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3.png"/><Relationship Id="rId15" Type="http://schemas.openxmlformats.org/officeDocument/2006/relationships/customXml" Target="../ink/ink749.xml"/><Relationship Id="rId23" Type="http://schemas.openxmlformats.org/officeDocument/2006/relationships/customXml" Target="../ink/ink753.xml"/><Relationship Id="rId28" Type="http://schemas.openxmlformats.org/officeDocument/2006/relationships/image" Target="../media/image334.png"/><Relationship Id="rId36" Type="http://schemas.openxmlformats.org/officeDocument/2006/relationships/image" Target="../media/image338.png"/><Relationship Id="rId49" Type="http://schemas.openxmlformats.org/officeDocument/2006/relationships/customXml" Target="../ink/ink766.xml"/><Relationship Id="rId57" Type="http://schemas.openxmlformats.org/officeDocument/2006/relationships/customXml" Target="../ink/ink770.xml"/><Relationship Id="rId106" Type="http://schemas.openxmlformats.org/officeDocument/2006/relationships/image" Target="../media/image372.png"/><Relationship Id="rId114" Type="http://schemas.openxmlformats.org/officeDocument/2006/relationships/image" Target="../media/image376.png"/><Relationship Id="rId10" Type="http://schemas.openxmlformats.org/officeDocument/2006/relationships/image" Target="../media/image325.png"/><Relationship Id="rId31" Type="http://schemas.openxmlformats.org/officeDocument/2006/relationships/customXml" Target="../ink/ink757.xml"/><Relationship Id="rId44" Type="http://schemas.openxmlformats.org/officeDocument/2006/relationships/image" Target="../media/image342.png"/><Relationship Id="rId52" Type="http://schemas.openxmlformats.org/officeDocument/2006/relationships/image" Target="../media/image346.png"/><Relationship Id="rId60" Type="http://schemas.openxmlformats.org/officeDocument/2006/relationships/image" Target="../media/image349.png"/><Relationship Id="rId65" Type="http://schemas.openxmlformats.org/officeDocument/2006/relationships/customXml" Target="../ink/ink774.xml"/><Relationship Id="rId73" Type="http://schemas.openxmlformats.org/officeDocument/2006/relationships/customXml" Target="../ink/ink778.xml"/><Relationship Id="rId78" Type="http://schemas.openxmlformats.org/officeDocument/2006/relationships/image" Target="../media/image358.png"/><Relationship Id="rId81" Type="http://schemas.openxmlformats.org/officeDocument/2006/relationships/customXml" Target="../ink/ink782.xml"/><Relationship Id="rId86" Type="http://schemas.openxmlformats.org/officeDocument/2006/relationships/image" Target="../media/image362.png"/><Relationship Id="rId94" Type="http://schemas.openxmlformats.org/officeDocument/2006/relationships/image" Target="../media/image366.png"/><Relationship Id="rId99" Type="http://schemas.openxmlformats.org/officeDocument/2006/relationships/customXml" Target="../ink/ink791.xml"/><Relationship Id="rId101" Type="http://schemas.openxmlformats.org/officeDocument/2006/relationships/customXml" Target="../ink/ink792.xml"/><Relationship Id="rId4" Type="http://schemas.openxmlformats.org/officeDocument/2006/relationships/image" Target="../media/image322.png"/><Relationship Id="rId9" Type="http://schemas.openxmlformats.org/officeDocument/2006/relationships/customXml" Target="../ink/ink746.xml"/><Relationship Id="rId13" Type="http://schemas.openxmlformats.org/officeDocument/2006/relationships/customXml" Target="../ink/ink748.xml"/><Relationship Id="rId18" Type="http://schemas.openxmlformats.org/officeDocument/2006/relationships/image" Target="../media/image329.png"/><Relationship Id="rId39" Type="http://schemas.openxmlformats.org/officeDocument/2006/relationships/customXml" Target="../ink/ink761.xml"/><Relationship Id="rId109" Type="http://schemas.openxmlformats.org/officeDocument/2006/relationships/customXml" Target="../ink/ink796.xml"/><Relationship Id="rId34" Type="http://schemas.openxmlformats.org/officeDocument/2006/relationships/image" Target="../media/image337.png"/><Relationship Id="rId50" Type="http://schemas.openxmlformats.org/officeDocument/2006/relationships/image" Target="../media/image345.png"/><Relationship Id="rId55" Type="http://schemas.openxmlformats.org/officeDocument/2006/relationships/customXml" Target="../ink/ink769.xml"/><Relationship Id="rId76" Type="http://schemas.openxmlformats.org/officeDocument/2006/relationships/image" Target="../media/image357.png"/><Relationship Id="rId97" Type="http://schemas.openxmlformats.org/officeDocument/2006/relationships/customXml" Target="../ink/ink790.xml"/><Relationship Id="rId104" Type="http://schemas.openxmlformats.org/officeDocument/2006/relationships/image" Target="../media/image371.png"/><Relationship Id="rId7" Type="http://schemas.openxmlformats.org/officeDocument/2006/relationships/customXml" Target="../ink/ink745.xml"/><Relationship Id="rId71" Type="http://schemas.openxmlformats.org/officeDocument/2006/relationships/customXml" Target="../ink/ink777.xml"/><Relationship Id="rId92" Type="http://schemas.openxmlformats.org/officeDocument/2006/relationships/image" Target="../media/image365.png"/><Relationship Id="rId2" Type="http://schemas.openxmlformats.org/officeDocument/2006/relationships/image" Target="../media/image318.wmf"/><Relationship Id="rId29" Type="http://schemas.openxmlformats.org/officeDocument/2006/relationships/customXml" Target="../ink/ink756.xml"/><Relationship Id="rId24" Type="http://schemas.openxmlformats.org/officeDocument/2006/relationships/image" Target="../media/image332.png"/><Relationship Id="rId40" Type="http://schemas.openxmlformats.org/officeDocument/2006/relationships/image" Target="../media/image340.png"/><Relationship Id="rId45" Type="http://schemas.openxmlformats.org/officeDocument/2006/relationships/customXml" Target="../ink/ink764.xml"/><Relationship Id="rId66" Type="http://schemas.openxmlformats.org/officeDocument/2006/relationships/image" Target="../media/image352.png"/><Relationship Id="rId87" Type="http://schemas.openxmlformats.org/officeDocument/2006/relationships/customXml" Target="../ink/ink785.xml"/><Relationship Id="rId110" Type="http://schemas.openxmlformats.org/officeDocument/2006/relationships/image" Target="../media/image374.png"/><Relationship Id="rId61" Type="http://schemas.openxmlformats.org/officeDocument/2006/relationships/customXml" Target="../ink/ink772.xml"/><Relationship Id="rId82" Type="http://schemas.openxmlformats.org/officeDocument/2006/relationships/image" Target="../media/image360.png"/><Relationship Id="rId19" Type="http://schemas.openxmlformats.org/officeDocument/2006/relationships/customXml" Target="../ink/ink751.xml"/><Relationship Id="rId14" Type="http://schemas.openxmlformats.org/officeDocument/2006/relationships/image" Target="../media/image327.png"/><Relationship Id="rId30" Type="http://schemas.openxmlformats.org/officeDocument/2006/relationships/image" Target="../media/image335.png"/><Relationship Id="rId35" Type="http://schemas.openxmlformats.org/officeDocument/2006/relationships/customXml" Target="../ink/ink759.xml"/><Relationship Id="rId56" Type="http://schemas.openxmlformats.org/officeDocument/2006/relationships/image" Target="../media/image348.png"/><Relationship Id="rId77" Type="http://schemas.openxmlformats.org/officeDocument/2006/relationships/customXml" Target="../ink/ink780.xml"/><Relationship Id="rId100" Type="http://schemas.openxmlformats.org/officeDocument/2006/relationships/image" Target="../media/image369.png"/><Relationship Id="rId105" Type="http://schemas.openxmlformats.org/officeDocument/2006/relationships/customXml" Target="../ink/ink794.xml"/><Relationship Id="rId8" Type="http://schemas.openxmlformats.org/officeDocument/2006/relationships/image" Target="../media/image324.png"/><Relationship Id="rId51" Type="http://schemas.openxmlformats.org/officeDocument/2006/relationships/customXml" Target="../ink/ink767.xml"/><Relationship Id="rId72" Type="http://schemas.openxmlformats.org/officeDocument/2006/relationships/image" Target="../media/image355.png"/><Relationship Id="rId93" Type="http://schemas.openxmlformats.org/officeDocument/2006/relationships/customXml" Target="../ink/ink788.xml"/><Relationship Id="rId98" Type="http://schemas.openxmlformats.org/officeDocument/2006/relationships/image" Target="../media/image368.png"/><Relationship Id="rId3" Type="http://schemas.openxmlformats.org/officeDocument/2006/relationships/customXml" Target="../ink/ink743.xml"/><Relationship Id="rId25" Type="http://schemas.openxmlformats.org/officeDocument/2006/relationships/customXml" Target="../ink/ink754.xml"/><Relationship Id="rId46" Type="http://schemas.openxmlformats.org/officeDocument/2006/relationships/image" Target="../media/image343.png"/><Relationship Id="rId67" Type="http://schemas.openxmlformats.org/officeDocument/2006/relationships/customXml" Target="../ink/ink775.xml"/><Relationship Id="rId20" Type="http://schemas.openxmlformats.org/officeDocument/2006/relationships/image" Target="../media/image330.png"/><Relationship Id="rId41" Type="http://schemas.openxmlformats.org/officeDocument/2006/relationships/customXml" Target="../ink/ink762.xml"/><Relationship Id="rId62" Type="http://schemas.openxmlformats.org/officeDocument/2006/relationships/image" Target="../media/image350.png"/><Relationship Id="rId83" Type="http://schemas.openxmlformats.org/officeDocument/2006/relationships/customXml" Target="../ink/ink783.xml"/><Relationship Id="rId88" Type="http://schemas.openxmlformats.org/officeDocument/2006/relationships/image" Target="../media/image363.png"/><Relationship Id="rId111" Type="http://schemas.openxmlformats.org/officeDocument/2006/relationships/customXml" Target="../ink/ink79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99.xml"/><Relationship Id="rId2" Type="http://schemas.openxmlformats.org/officeDocument/2006/relationships/image" Target="../media/image31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8.png"/><Relationship Id="rId5" Type="http://schemas.openxmlformats.org/officeDocument/2006/relationships/customXml" Target="../ink/ink800.xml"/><Relationship Id="rId4" Type="http://schemas.openxmlformats.org/officeDocument/2006/relationships/image" Target="../media/image377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50.png"/><Relationship Id="rId18" Type="http://schemas.openxmlformats.org/officeDocument/2006/relationships/customXml" Target="../ink/ink808.xml"/><Relationship Id="rId26" Type="http://schemas.openxmlformats.org/officeDocument/2006/relationships/customXml" Target="../ink/ink812.xml"/><Relationship Id="rId3" Type="http://schemas.openxmlformats.org/officeDocument/2006/relationships/image" Target="../media/image318.wmf"/><Relationship Id="rId21" Type="http://schemas.openxmlformats.org/officeDocument/2006/relationships/image" Target="../media/image3590.png"/><Relationship Id="rId34" Type="http://schemas.openxmlformats.org/officeDocument/2006/relationships/customXml" Target="../ink/ink816.xml"/><Relationship Id="rId7" Type="http://schemas.openxmlformats.org/officeDocument/2006/relationships/image" Target="../media/image3520.png"/><Relationship Id="rId12" Type="http://schemas.openxmlformats.org/officeDocument/2006/relationships/customXml" Target="../ink/ink805.xml"/><Relationship Id="rId17" Type="http://schemas.openxmlformats.org/officeDocument/2006/relationships/image" Target="../media/image3570.png"/><Relationship Id="rId25" Type="http://schemas.openxmlformats.org/officeDocument/2006/relationships/image" Target="../media/image3611.png"/><Relationship Id="rId33" Type="http://schemas.openxmlformats.org/officeDocument/2006/relationships/image" Target="../media/image3650.png"/><Relationship Id="rId2" Type="http://schemas.openxmlformats.org/officeDocument/2006/relationships/image" Target="../media/image379.png"/><Relationship Id="rId16" Type="http://schemas.openxmlformats.org/officeDocument/2006/relationships/customXml" Target="../ink/ink807.xml"/><Relationship Id="rId20" Type="http://schemas.openxmlformats.org/officeDocument/2006/relationships/customXml" Target="../ink/ink809.xml"/><Relationship Id="rId29" Type="http://schemas.openxmlformats.org/officeDocument/2006/relationships/image" Target="../media/image36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2.xml"/><Relationship Id="rId11" Type="http://schemas.openxmlformats.org/officeDocument/2006/relationships/image" Target="../media/image3540.png"/><Relationship Id="rId24" Type="http://schemas.openxmlformats.org/officeDocument/2006/relationships/customXml" Target="../ink/ink811.xml"/><Relationship Id="rId32" Type="http://schemas.openxmlformats.org/officeDocument/2006/relationships/customXml" Target="../ink/ink815.xml"/><Relationship Id="rId5" Type="http://schemas.openxmlformats.org/officeDocument/2006/relationships/image" Target="../media/image3511.png"/><Relationship Id="rId15" Type="http://schemas.openxmlformats.org/officeDocument/2006/relationships/image" Target="../media/image3560.png"/><Relationship Id="rId23" Type="http://schemas.openxmlformats.org/officeDocument/2006/relationships/image" Target="../media/image3600.png"/><Relationship Id="rId28" Type="http://schemas.openxmlformats.org/officeDocument/2006/relationships/customXml" Target="../ink/ink813.xml"/><Relationship Id="rId10" Type="http://schemas.openxmlformats.org/officeDocument/2006/relationships/customXml" Target="../ink/ink804.xml"/><Relationship Id="rId19" Type="http://schemas.openxmlformats.org/officeDocument/2006/relationships/image" Target="../media/image3580.png"/><Relationship Id="rId31" Type="http://schemas.openxmlformats.org/officeDocument/2006/relationships/image" Target="../media/image3640.png"/><Relationship Id="rId4" Type="http://schemas.openxmlformats.org/officeDocument/2006/relationships/customXml" Target="../ink/ink801.xml"/><Relationship Id="rId9" Type="http://schemas.openxmlformats.org/officeDocument/2006/relationships/image" Target="../media/image3530.png"/><Relationship Id="rId14" Type="http://schemas.openxmlformats.org/officeDocument/2006/relationships/customXml" Target="../ink/ink806.xml"/><Relationship Id="rId22" Type="http://schemas.openxmlformats.org/officeDocument/2006/relationships/customXml" Target="../ink/ink810.xml"/><Relationship Id="rId27" Type="http://schemas.openxmlformats.org/officeDocument/2006/relationships/image" Target="../media/image3620.png"/><Relationship Id="rId30" Type="http://schemas.openxmlformats.org/officeDocument/2006/relationships/customXml" Target="../ink/ink814.xml"/><Relationship Id="rId35" Type="http://schemas.openxmlformats.org/officeDocument/2006/relationships/image" Target="../media/image3660.png"/><Relationship Id="rId8" Type="http://schemas.openxmlformats.org/officeDocument/2006/relationships/customXml" Target="../ink/ink803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80.png"/><Relationship Id="rId21" Type="http://schemas.openxmlformats.org/officeDocument/2006/relationships/customXml" Target="../ink/ink826.xml"/><Relationship Id="rId42" Type="http://schemas.openxmlformats.org/officeDocument/2006/relationships/image" Target="../media/image386.png"/><Relationship Id="rId47" Type="http://schemas.openxmlformats.org/officeDocument/2006/relationships/customXml" Target="../ink/ink839.xml"/><Relationship Id="rId63" Type="http://schemas.openxmlformats.org/officeDocument/2006/relationships/customXml" Target="../ink/ink847.xml"/><Relationship Id="rId68" Type="http://schemas.openxmlformats.org/officeDocument/2006/relationships/image" Target="../media/image399.png"/><Relationship Id="rId7" Type="http://schemas.openxmlformats.org/officeDocument/2006/relationships/customXml" Target="../ink/ink819.xml"/><Relationship Id="rId2" Type="http://schemas.openxmlformats.org/officeDocument/2006/relationships/image" Target="../media/image318.wmf"/><Relationship Id="rId16" Type="http://schemas.openxmlformats.org/officeDocument/2006/relationships/image" Target="../media/image3730.png"/><Relationship Id="rId29" Type="http://schemas.openxmlformats.org/officeDocument/2006/relationships/customXml" Target="../ink/ink830.xml"/><Relationship Id="rId11" Type="http://schemas.openxmlformats.org/officeDocument/2006/relationships/customXml" Target="../ink/ink821.xml"/><Relationship Id="rId24" Type="http://schemas.openxmlformats.org/officeDocument/2006/relationships/image" Target="../media/image3770.png"/><Relationship Id="rId32" Type="http://schemas.openxmlformats.org/officeDocument/2006/relationships/image" Target="../media/image381.png"/><Relationship Id="rId37" Type="http://schemas.openxmlformats.org/officeDocument/2006/relationships/customXml" Target="../ink/ink834.xml"/><Relationship Id="rId40" Type="http://schemas.openxmlformats.org/officeDocument/2006/relationships/image" Target="../media/image385.png"/><Relationship Id="rId45" Type="http://schemas.openxmlformats.org/officeDocument/2006/relationships/customXml" Target="../ink/ink838.xml"/><Relationship Id="rId53" Type="http://schemas.openxmlformats.org/officeDocument/2006/relationships/customXml" Target="../ink/ink842.xml"/><Relationship Id="rId58" Type="http://schemas.openxmlformats.org/officeDocument/2006/relationships/image" Target="../media/image394.png"/><Relationship Id="rId66" Type="http://schemas.openxmlformats.org/officeDocument/2006/relationships/image" Target="../media/image398.png"/><Relationship Id="rId5" Type="http://schemas.openxmlformats.org/officeDocument/2006/relationships/customXml" Target="../ink/ink818.xml"/><Relationship Id="rId61" Type="http://schemas.openxmlformats.org/officeDocument/2006/relationships/customXml" Target="../ink/ink846.xml"/><Relationship Id="rId19" Type="http://schemas.openxmlformats.org/officeDocument/2006/relationships/customXml" Target="../ink/ink825.xml"/><Relationship Id="rId14" Type="http://schemas.openxmlformats.org/officeDocument/2006/relationships/image" Target="../media/image3720.png"/><Relationship Id="rId22" Type="http://schemas.openxmlformats.org/officeDocument/2006/relationships/image" Target="../media/image3760.png"/><Relationship Id="rId27" Type="http://schemas.openxmlformats.org/officeDocument/2006/relationships/customXml" Target="../ink/ink829.xml"/><Relationship Id="rId30" Type="http://schemas.openxmlformats.org/officeDocument/2006/relationships/image" Target="../media/image380.png"/><Relationship Id="rId35" Type="http://schemas.openxmlformats.org/officeDocument/2006/relationships/customXml" Target="../ink/ink833.xml"/><Relationship Id="rId43" Type="http://schemas.openxmlformats.org/officeDocument/2006/relationships/customXml" Target="../ink/ink837.xml"/><Relationship Id="rId48" Type="http://schemas.openxmlformats.org/officeDocument/2006/relationships/image" Target="../media/image389.png"/><Relationship Id="rId56" Type="http://schemas.openxmlformats.org/officeDocument/2006/relationships/image" Target="../media/image393.png"/><Relationship Id="rId64" Type="http://schemas.openxmlformats.org/officeDocument/2006/relationships/image" Target="../media/image397.png"/><Relationship Id="rId69" Type="http://schemas.openxmlformats.org/officeDocument/2006/relationships/customXml" Target="../ink/ink850.xml"/><Relationship Id="rId8" Type="http://schemas.openxmlformats.org/officeDocument/2006/relationships/image" Target="../media/image3690.png"/><Relationship Id="rId51" Type="http://schemas.openxmlformats.org/officeDocument/2006/relationships/customXml" Target="../ink/ink841.xml"/><Relationship Id="rId3" Type="http://schemas.openxmlformats.org/officeDocument/2006/relationships/customXml" Target="../ink/ink817.xml"/><Relationship Id="rId12" Type="http://schemas.openxmlformats.org/officeDocument/2006/relationships/image" Target="../media/image3711.png"/><Relationship Id="rId17" Type="http://schemas.openxmlformats.org/officeDocument/2006/relationships/customXml" Target="../ink/ink824.xml"/><Relationship Id="rId25" Type="http://schemas.openxmlformats.org/officeDocument/2006/relationships/customXml" Target="../ink/ink828.xml"/><Relationship Id="rId33" Type="http://schemas.openxmlformats.org/officeDocument/2006/relationships/customXml" Target="../ink/ink832.xml"/><Relationship Id="rId38" Type="http://schemas.openxmlformats.org/officeDocument/2006/relationships/image" Target="../media/image384.png"/><Relationship Id="rId46" Type="http://schemas.openxmlformats.org/officeDocument/2006/relationships/image" Target="../media/image388.png"/><Relationship Id="rId59" Type="http://schemas.openxmlformats.org/officeDocument/2006/relationships/customXml" Target="../ink/ink845.xml"/><Relationship Id="rId67" Type="http://schemas.openxmlformats.org/officeDocument/2006/relationships/customXml" Target="../ink/ink849.xml"/><Relationship Id="rId20" Type="http://schemas.openxmlformats.org/officeDocument/2006/relationships/image" Target="../media/image3750.png"/><Relationship Id="rId41" Type="http://schemas.openxmlformats.org/officeDocument/2006/relationships/customXml" Target="../ink/ink836.xml"/><Relationship Id="rId54" Type="http://schemas.openxmlformats.org/officeDocument/2006/relationships/image" Target="../media/image392.png"/><Relationship Id="rId62" Type="http://schemas.openxmlformats.org/officeDocument/2006/relationships/image" Target="../media/image396.png"/><Relationship Id="rId70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80.png"/><Relationship Id="rId15" Type="http://schemas.openxmlformats.org/officeDocument/2006/relationships/customXml" Target="../ink/ink823.xml"/><Relationship Id="rId23" Type="http://schemas.openxmlformats.org/officeDocument/2006/relationships/customXml" Target="../ink/ink827.xml"/><Relationship Id="rId28" Type="http://schemas.openxmlformats.org/officeDocument/2006/relationships/image" Target="../media/image3790.png"/><Relationship Id="rId36" Type="http://schemas.openxmlformats.org/officeDocument/2006/relationships/image" Target="../media/image383.png"/><Relationship Id="rId49" Type="http://schemas.openxmlformats.org/officeDocument/2006/relationships/customXml" Target="../ink/ink840.xml"/><Relationship Id="rId57" Type="http://schemas.openxmlformats.org/officeDocument/2006/relationships/customXml" Target="../ink/ink844.xml"/><Relationship Id="rId10" Type="http://schemas.openxmlformats.org/officeDocument/2006/relationships/image" Target="../media/image3700.png"/><Relationship Id="rId31" Type="http://schemas.openxmlformats.org/officeDocument/2006/relationships/customXml" Target="../ink/ink831.xml"/><Relationship Id="rId44" Type="http://schemas.openxmlformats.org/officeDocument/2006/relationships/image" Target="../media/image387.png"/><Relationship Id="rId52" Type="http://schemas.openxmlformats.org/officeDocument/2006/relationships/image" Target="../media/image391.png"/><Relationship Id="rId60" Type="http://schemas.openxmlformats.org/officeDocument/2006/relationships/image" Target="../media/image395.png"/><Relationship Id="rId65" Type="http://schemas.openxmlformats.org/officeDocument/2006/relationships/customXml" Target="../ink/ink848.xml"/><Relationship Id="rId4" Type="http://schemas.openxmlformats.org/officeDocument/2006/relationships/image" Target="../media/image3670.png"/><Relationship Id="rId9" Type="http://schemas.openxmlformats.org/officeDocument/2006/relationships/customXml" Target="../ink/ink820.xml"/><Relationship Id="rId13" Type="http://schemas.openxmlformats.org/officeDocument/2006/relationships/customXml" Target="../ink/ink822.xml"/><Relationship Id="rId18" Type="http://schemas.openxmlformats.org/officeDocument/2006/relationships/image" Target="../media/image3740.png"/><Relationship Id="rId39" Type="http://schemas.openxmlformats.org/officeDocument/2006/relationships/customXml" Target="../ink/ink835.xml"/><Relationship Id="rId34" Type="http://schemas.openxmlformats.org/officeDocument/2006/relationships/image" Target="../media/image382.png"/><Relationship Id="rId50" Type="http://schemas.openxmlformats.org/officeDocument/2006/relationships/image" Target="../media/image390.png"/><Relationship Id="rId55" Type="http://schemas.openxmlformats.org/officeDocument/2006/relationships/customXml" Target="../ink/ink843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09.png"/><Relationship Id="rId21" Type="http://schemas.openxmlformats.org/officeDocument/2006/relationships/customXml" Target="../ink/ink861.xml"/><Relationship Id="rId42" Type="http://schemas.openxmlformats.org/officeDocument/2006/relationships/image" Target="../media/image417.png"/><Relationship Id="rId47" Type="http://schemas.openxmlformats.org/officeDocument/2006/relationships/customXml" Target="../ink/ink874.xml"/><Relationship Id="rId63" Type="http://schemas.openxmlformats.org/officeDocument/2006/relationships/customXml" Target="../ink/ink882.xml"/><Relationship Id="rId68" Type="http://schemas.openxmlformats.org/officeDocument/2006/relationships/image" Target="../media/image430.png"/><Relationship Id="rId7" Type="http://schemas.openxmlformats.org/officeDocument/2006/relationships/customXml" Target="../ink/ink854.xml"/><Relationship Id="rId71" Type="http://schemas.openxmlformats.org/officeDocument/2006/relationships/customXml" Target="../ink/ink886.xml"/><Relationship Id="rId2" Type="http://schemas.openxmlformats.org/officeDocument/2006/relationships/image" Target="../media/image318.wmf"/><Relationship Id="rId16" Type="http://schemas.openxmlformats.org/officeDocument/2006/relationships/image" Target="../media/image404.png"/><Relationship Id="rId29" Type="http://schemas.openxmlformats.org/officeDocument/2006/relationships/customXml" Target="../ink/ink865.xml"/><Relationship Id="rId11" Type="http://schemas.openxmlformats.org/officeDocument/2006/relationships/customXml" Target="../ink/ink856.xml"/><Relationship Id="rId24" Type="http://schemas.openxmlformats.org/officeDocument/2006/relationships/image" Target="../media/image408.png"/><Relationship Id="rId32" Type="http://schemas.openxmlformats.org/officeDocument/2006/relationships/image" Target="../media/image412.png"/><Relationship Id="rId37" Type="http://schemas.openxmlformats.org/officeDocument/2006/relationships/customXml" Target="../ink/ink869.xml"/><Relationship Id="rId40" Type="http://schemas.openxmlformats.org/officeDocument/2006/relationships/image" Target="../media/image416.png"/><Relationship Id="rId45" Type="http://schemas.openxmlformats.org/officeDocument/2006/relationships/customXml" Target="../ink/ink873.xml"/><Relationship Id="rId53" Type="http://schemas.openxmlformats.org/officeDocument/2006/relationships/customXml" Target="../ink/ink877.xml"/><Relationship Id="rId58" Type="http://schemas.openxmlformats.org/officeDocument/2006/relationships/image" Target="../media/image425.png"/><Relationship Id="rId66" Type="http://schemas.openxmlformats.org/officeDocument/2006/relationships/image" Target="../media/image429.png"/><Relationship Id="rId5" Type="http://schemas.openxmlformats.org/officeDocument/2006/relationships/customXml" Target="../ink/ink852.xml"/><Relationship Id="rId61" Type="http://schemas.openxmlformats.org/officeDocument/2006/relationships/customXml" Target="../ink/ink881.xml"/><Relationship Id="rId19" Type="http://schemas.openxmlformats.org/officeDocument/2006/relationships/customXml" Target="../ink/ink860.xml"/><Relationship Id="rId14" Type="http://schemas.openxmlformats.org/officeDocument/2006/relationships/image" Target="../media/image403.png"/><Relationship Id="rId22" Type="http://schemas.openxmlformats.org/officeDocument/2006/relationships/image" Target="../media/image407.png"/><Relationship Id="rId27" Type="http://schemas.openxmlformats.org/officeDocument/2006/relationships/customXml" Target="../ink/ink864.xml"/><Relationship Id="rId30" Type="http://schemas.openxmlformats.org/officeDocument/2006/relationships/image" Target="../media/image411.png"/><Relationship Id="rId35" Type="http://schemas.openxmlformats.org/officeDocument/2006/relationships/customXml" Target="../ink/ink868.xml"/><Relationship Id="rId43" Type="http://schemas.openxmlformats.org/officeDocument/2006/relationships/customXml" Target="../ink/ink872.xml"/><Relationship Id="rId48" Type="http://schemas.openxmlformats.org/officeDocument/2006/relationships/image" Target="../media/image420.png"/><Relationship Id="rId56" Type="http://schemas.openxmlformats.org/officeDocument/2006/relationships/image" Target="../media/image424.png"/><Relationship Id="rId64" Type="http://schemas.openxmlformats.org/officeDocument/2006/relationships/image" Target="../media/image428.png"/><Relationship Id="rId69" Type="http://schemas.openxmlformats.org/officeDocument/2006/relationships/customXml" Target="../ink/ink885.xml"/><Relationship Id="rId8" Type="http://schemas.openxmlformats.org/officeDocument/2006/relationships/image" Target="../media/image4000.png"/><Relationship Id="rId51" Type="http://schemas.openxmlformats.org/officeDocument/2006/relationships/customXml" Target="../ink/ink876.xml"/><Relationship Id="rId72" Type="http://schemas.openxmlformats.org/officeDocument/2006/relationships/image" Target="../media/image432.png"/><Relationship Id="rId3" Type="http://schemas.openxmlformats.org/officeDocument/2006/relationships/customXml" Target="../ink/ink851.xml"/><Relationship Id="rId12" Type="http://schemas.openxmlformats.org/officeDocument/2006/relationships/image" Target="../media/image402.png"/><Relationship Id="rId17" Type="http://schemas.openxmlformats.org/officeDocument/2006/relationships/customXml" Target="../ink/ink859.xml"/><Relationship Id="rId25" Type="http://schemas.openxmlformats.org/officeDocument/2006/relationships/customXml" Target="../ink/ink863.xml"/><Relationship Id="rId33" Type="http://schemas.openxmlformats.org/officeDocument/2006/relationships/customXml" Target="../ink/ink867.xml"/><Relationship Id="rId38" Type="http://schemas.openxmlformats.org/officeDocument/2006/relationships/image" Target="../media/image415.png"/><Relationship Id="rId46" Type="http://schemas.openxmlformats.org/officeDocument/2006/relationships/image" Target="../media/image419.png"/><Relationship Id="rId59" Type="http://schemas.openxmlformats.org/officeDocument/2006/relationships/customXml" Target="../ink/ink880.xml"/><Relationship Id="rId67" Type="http://schemas.openxmlformats.org/officeDocument/2006/relationships/customXml" Target="../ink/ink884.xml"/><Relationship Id="rId20" Type="http://schemas.openxmlformats.org/officeDocument/2006/relationships/image" Target="../media/image406.png"/><Relationship Id="rId41" Type="http://schemas.openxmlformats.org/officeDocument/2006/relationships/customXml" Target="../ink/ink871.xml"/><Relationship Id="rId54" Type="http://schemas.openxmlformats.org/officeDocument/2006/relationships/image" Target="../media/image423.png"/><Relationship Id="rId62" Type="http://schemas.openxmlformats.org/officeDocument/2006/relationships/image" Target="../media/image427.png"/><Relationship Id="rId70" Type="http://schemas.openxmlformats.org/officeDocument/2006/relationships/image" Target="../media/image4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53.xml"/><Relationship Id="rId15" Type="http://schemas.openxmlformats.org/officeDocument/2006/relationships/customXml" Target="../ink/ink858.xml"/><Relationship Id="rId23" Type="http://schemas.openxmlformats.org/officeDocument/2006/relationships/customXml" Target="../ink/ink862.xml"/><Relationship Id="rId28" Type="http://schemas.openxmlformats.org/officeDocument/2006/relationships/image" Target="../media/image410.png"/><Relationship Id="rId36" Type="http://schemas.openxmlformats.org/officeDocument/2006/relationships/image" Target="../media/image414.png"/><Relationship Id="rId49" Type="http://schemas.openxmlformats.org/officeDocument/2006/relationships/customXml" Target="../ink/ink875.xml"/><Relationship Id="rId57" Type="http://schemas.openxmlformats.org/officeDocument/2006/relationships/customXml" Target="../ink/ink879.xml"/><Relationship Id="rId10" Type="http://schemas.openxmlformats.org/officeDocument/2006/relationships/image" Target="../media/image401.png"/><Relationship Id="rId31" Type="http://schemas.openxmlformats.org/officeDocument/2006/relationships/customXml" Target="../ink/ink866.xml"/><Relationship Id="rId44" Type="http://schemas.openxmlformats.org/officeDocument/2006/relationships/image" Target="../media/image418.png"/><Relationship Id="rId52" Type="http://schemas.openxmlformats.org/officeDocument/2006/relationships/image" Target="../media/image422.png"/><Relationship Id="rId60" Type="http://schemas.openxmlformats.org/officeDocument/2006/relationships/image" Target="../media/image426.png"/><Relationship Id="rId65" Type="http://schemas.openxmlformats.org/officeDocument/2006/relationships/customXml" Target="../ink/ink883.xml"/><Relationship Id="rId4" Type="http://schemas.openxmlformats.org/officeDocument/2006/relationships/image" Target="../media/image3990.png"/><Relationship Id="rId9" Type="http://schemas.openxmlformats.org/officeDocument/2006/relationships/customXml" Target="../ink/ink855.xml"/><Relationship Id="rId13" Type="http://schemas.openxmlformats.org/officeDocument/2006/relationships/customXml" Target="../ink/ink857.xml"/><Relationship Id="rId18" Type="http://schemas.openxmlformats.org/officeDocument/2006/relationships/image" Target="../media/image405.png"/><Relationship Id="rId39" Type="http://schemas.openxmlformats.org/officeDocument/2006/relationships/customXml" Target="../ink/ink870.xml"/><Relationship Id="rId34" Type="http://schemas.openxmlformats.org/officeDocument/2006/relationships/image" Target="../media/image413.png"/><Relationship Id="rId50" Type="http://schemas.openxmlformats.org/officeDocument/2006/relationships/image" Target="../media/image421.png"/><Relationship Id="rId55" Type="http://schemas.openxmlformats.org/officeDocument/2006/relationships/customXml" Target="../ink/ink878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92.xml"/><Relationship Id="rId18" Type="http://schemas.openxmlformats.org/officeDocument/2006/relationships/image" Target="../media/image4190.png"/><Relationship Id="rId26" Type="http://schemas.openxmlformats.org/officeDocument/2006/relationships/image" Target="../media/image4000.png"/><Relationship Id="rId39" Type="http://schemas.openxmlformats.org/officeDocument/2006/relationships/customXml" Target="../ink/ink905.xml"/><Relationship Id="rId21" Type="http://schemas.openxmlformats.org/officeDocument/2006/relationships/customXml" Target="../ink/ink896.xml"/><Relationship Id="rId34" Type="http://schemas.openxmlformats.org/officeDocument/2006/relationships/image" Target="../media/image4260.png"/><Relationship Id="rId42" Type="http://schemas.openxmlformats.org/officeDocument/2006/relationships/image" Target="../media/image4300.png"/><Relationship Id="rId47" Type="http://schemas.openxmlformats.org/officeDocument/2006/relationships/customXml" Target="../ink/ink909.xml"/><Relationship Id="rId50" Type="http://schemas.openxmlformats.org/officeDocument/2006/relationships/image" Target="../media/image433.png"/><Relationship Id="rId55" Type="http://schemas.openxmlformats.org/officeDocument/2006/relationships/customXml" Target="../ink/ink913.xml"/><Relationship Id="rId63" Type="http://schemas.openxmlformats.org/officeDocument/2006/relationships/customXml" Target="../ink/ink917.xml"/><Relationship Id="rId7" Type="http://schemas.openxmlformats.org/officeDocument/2006/relationships/customXml" Target="../ink/ink889.xml"/><Relationship Id="rId2" Type="http://schemas.openxmlformats.org/officeDocument/2006/relationships/image" Target="../media/image318.wmf"/><Relationship Id="rId16" Type="http://schemas.openxmlformats.org/officeDocument/2006/relationships/image" Target="../media/image4180.png"/><Relationship Id="rId29" Type="http://schemas.openxmlformats.org/officeDocument/2006/relationships/customXml" Target="../ink/ink900.xml"/><Relationship Id="rId11" Type="http://schemas.openxmlformats.org/officeDocument/2006/relationships/customXml" Target="../ink/ink891.xml"/><Relationship Id="rId24" Type="http://schemas.openxmlformats.org/officeDocument/2006/relationships/image" Target="../media/image4220.png"/><Relationship Id="rId32" Type="http://schemas.openxmlformats.org/officeDocument/2006/relationships/image" Target="../media/image4250.png"/><Relationship Id="rId37" Type="http://schemas.openxmlformats.org/officeDocument/2006/relationships/customXml" Target="../ink/ink904.xml"/><Relationship Id="rId40" Type="http://schemas.openxmlformats.org/officeDocument/2006/relationships/image" Target="../media/image4290.png"/><Relationship Id="rId45" Type="http://schemas.openxmlformats.org/officeDocument/2006/relationships/customXml" Target="../ink/ink908.xml"/><Relationship Id="rId53" Type="http://schemas.openxmlformats.org/officeDocument/2006/relationships/customXml" Target="../ink/ink912.xml"/><Relationship Id="rId58" Type="http://schemas.openxmlformats.org/officeDocument/2006/relationships/image" Target="../media/image437.png"/><Relationship Id="rId5" Type="http://schemas.openxmlformats.org/officeDocument/2006/relationships/customXml" Target="../ink/ink888.xml"/><Relationship Id="rId61" Type="http://schemas.openxmlformats.org/officeDocument/2006/relationships/customXml" Target="../ink/ink916.xml"/><Relationship Id="rId19" Type="http://schemas.openxmlformats.org/officeDocument/2006/relationships/customXml" Target="../ink/ink895.xml"/><Relationship Id="rId14" Type="http://schemas.openxmlformats.org/officeDocument/2006/relationships/image" Target="../media/image4170.png"/><Relationship Id="rId22" Type="http://schemas.openxmlformats.org/officeDocument/2006/relationships/image" Target="../media/image4211.png"/><Relationship Id="rId27" Type="http://schemas.openxmlformats.org/officeDocument/2006/relationships/customXml" Target="../ink/ink899.xml"/><Relationship Id="rId30" Type="http://schemas.openxmlformats.org/officeDocument/2006/relationships/image" Target="../media/image4240.png"/><Relationship Id="rId35" Type="http://schemas.openxmlformats.org/officeDocument/2006/relationships/customXml" Target="../ink/ink903.xml"/><Relationship Id="rId43" Type="http://schemas.openxmlformats.org/officeDocument/2006/relationships/customXml" Target="../ink/ink907.xml"/><Relationship Id="rId48" Type="http://schemas.openxmlformats.org/officeDocument/2006/relationships/image" Target="../media/image5410.png"/><Relationship Id="rId56" Type="http://schemas.openxmlformats.org/officeDocument/2006/relationships/image" Target="../media/image436.png"/><Relationship Id="rId64" Type="http://schemas.openxmlformats.org/officeDocument/2006/relationships/image" Target="../media/image440.png"/><Relationship Id="rId8" Type="http://schemas.openxmlformats.org/officeDocument/2006/relationships/image" Target="../media/image4140.png"/><Relationship Id="rId51" Type="http://schemas.openxmlformats.org/officeDocument/2006/relationships/customXml" Target="../ink/ink911.xml"/><Relationship Id="rId3" Type="http://schemas.openxmlformats.org/officeDocument/2006/relationships/customXml" Target="../ink/ink887.xml"/><Relationship Id="rId12" Type="http://schemas.openxmlformats.org/officeDocument/2006/relationships/image" Target="../media/image4160.png"/><Relationship Id="rId17" Type="http://schemas.openxmlformats.org/officeDocument/2006/relationships/customXml" Target="../ink/ink894.xml"/><Relationship Id="rId25" Type="http://schemas.openxmlformats.org/officeDocument/2006/relationships/customXml" Target="../ink/ink898.xml"/><Relationship Id="rId33" Type="http://schemas.openxmlformats.org/officeDocument/2006/relationships/customXml" Target="../ink/ink902.xml"/><Relationship Id="rId38" Type="http://schemas.openxmlformats.org/officeDocument/2006/relationships/image" Target="../media/image4280.png"/><Relationship Id="rId46" Type="http://schemas.openxmlformats.org/officeDocument/2006/relationships/image" Target="../media/image4320.png"/><Relationship Id="rId59" Type="http://schemas.openxmlformats.org/officeDocument/2006/relationships/customXml" Target="../ink/ink915.xml"/><Relationship Id="rId20" Type="http://schemas.openxmlformats.org/officeDocument/2006/relationships/image" Target="../media/image4200.png"/><Relationship Id="rId41" Type="http://schemas.openxmlformats.org/officeDocument/2006/relationships/customXml" Target="../ink/ink906.xml"/><Relationship Id="rId54" Type="http://schemas.openxmlformats.org/officeDocument/2006/relationships/image" Target="../media/image435.png"/><Relationship Id="rId62" Type="http://schemas.openxmlformats.org/officeDocument/2006/relationships/image" Target="../media/image4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30.png"/><Relationship Id="rId15" Type="http://schemas.openxmlformats.org/officeDocument/2006/relationships/customXml" Target="../ink/ink893.xml"/><Relationship Id="rId23" Type="http://schemas.openxmlformats.org/officeDocument/2006/relationships/customXml" Target="../ink/ink897.xml"/><Relationship Id="rId28" Type="http://schemas.openxmlformats.org/officeDocument/2006/relationships/image" Target="../media/image4230.png"/><Relationship Id="rId36" Type="http://schemas.openxmlformats.org/officeDocument/2006/relationships/image" Target="../media/image4270.png"/><Relationship Id="rId49" Type="http://schemas.openxmlformats.org/officeDocument/2006/relationships/customXml" Target="../ink/ink910.xml"/><Relationship Id="rId57" Type="http://schemas.openxmlformats.org/officeDocument/2006/relationships/customXml" Target="../ink/ink914.xml"/><Relationship Id="rId10" Type="http://schemas.openxmlformats.org/officeDocument/2006/relationships/image" Target="../media/image4150.png"/><Relationship Id="rId31" Type="http://schemas.openxmlformats.org/officeDocument/2006/relationships/customXml" Target="../ink/ink901.xml"/><Relationship Id="rId44" Type="http://schemas.openxmlformats.org/officeDocument/2006/relationships/image" Target="../media/image4311.png"/><Relationship Id="rId52" Type="http://schemas.openxmlformats.org/officeDocument/2006/relationships/image" Target="../media/image434.png"/><Relationship Id="rId60" Type="http://schemas.openxmlformats.org/officeDocument/2006/relationships/image" Target="../media/image438.png"/><Relationship Id="rId4" Type="http://schemas.openxmlformats.org/officeDocument/2006/relationships/image" Target="../media/image4120.png"/><Relationship Id="rId9" Type="http://schemas.openxmlformats.org/officeDocument/2006/relationships/customXml" Target="../ink/ink890.xm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23.xml"/><Relationship Id="rId18" Type="http://schemas.openxmlformats.org/officeDocument/2006/relationships/image" Target="../media/image4390.png"/><Relationship Id="rId26" Type="http://schemas.openxmlformats.org/officeDocument/2006/relationships/image" Target="../media/image443.png"/><Relationship Id="rId39" Type="http://schemas.openxmlformats.org/officeDocument/2006/relationships/customXml" Target="../ink/ink936.xml"/><Relationship Id="rId21" Type="http://schemas.openxmlformats.org/officeDocument/2006/relationships/customXml" Target="../ink/ink927.xml"/><Relationship Id="rId34" Type="http://schemas.openxmlformats.org/officeDocument/2006/relationships/image" Target="../media/image446.png"/><Relationship Id="rId42" Type="http://schemas.openxmlformats.org/officeDocument/2006/relationships/image" Target="../media/image450.png"/><Relationship Id="rId47" Type="http://schemas.openxmlformats.org/officeDocument/2006/relationships/customXml" Target="../ink/ink940.xml"/><Relationship Id="rId50" Type="http://schemas.openxmlformats.org/officeDocument/2006/relationships/image" Target="../media/image454.png"/><Relationship Id="rId55" Type="http://schemas.openxmlformats.org/officeDocument/2006/relationships/customXml" Target="../ink/ink944.xml"/><Relationship Id="rId7" Type="http://schemas.openxmlformats.org/officeDocument/2006/relationships/customXml" Target="../ink/ink920.xml"/><Relationship Id="rId2" Type="http://schemas.openxmlformats.org/officeDocument/2006/relationships/image" Target="../media/image318.wmf"/><Relationship Id="rId16" Type="http://schemas.openxmlformats.org/officeDocument/2006/relationships/image" Target="../media/image4380.png"/><Relationship Id="rId29" Type="http://schemas.openxmlformats.org/officeDocument/2006/relationships/customXml" Target="../ink/ink931.xml"/><Relationship Id="rId11" Type="http://schemas.openxmlformats.org/officeDocument/2006/relationships/customXml" Target="../ink/ink922.xml"/><Relationship Id="rId24" Type="http://schemas.openxmlformats.org/officeDocument/2006/relationships/image" Target="../media/image442.png"/><Relationship Id="rId32" Type="http://schemas.openxmlformats.org/officeDocument/2006/relationships/image" Target="../media/image445.png"/><Relationship Id="rId37" Type="http://schemas.openxmlformats.org/officeDocument/2006/relationships/customXml" Target="../ink/ink935.xml"/><Relationship Id="rId40" Type="http://schemas.openxmlformats.org/officeDocument/2006/relationships/image" Target="../media/image449.png"/><Relationship Id="rId45" Type="http://schemas.openxmlformats.org/officeDocument/2006/relationships/customXml" Target="../ink/ink939.xml"/><Relationship Id="rId53" Type="http://schemas.openxmlformats.org/officeDocument/2006/relationships/customXml" Target="../ink/ink943.xml"/><Relationship Id="rId58" Type="http://schemas.openxmlformats.org/officeDocument/2006/relationships/image" Target="../media/image458.png"/><Relationship Id="rId5" Type="http://schemas.openxmlformats.org/officeDocument/2006/relationships/customXml" Target="../ink/ink919.xml"/><Relationship Id="rId19" Type="http://schemas.openxmlformats.org/officeDocument/2006/relationships/customXml" Target="../ink/ink926.xml"/><Relationship Id="rId4" Type="http://schemas.openxmlformats.org/officeDocument/2006/relationships/image" Target="../media/image395.png"/><Relationship Id="rId9" Type="http://schemas.openxmlformats.org/officeDocument/2006/relationships/customXml" Target="../ink/ink921.xml"/><Relationship Id="rId14" Type="http://schemas.openxmlformats.org/officeDocument/2006/relationships/image" Target="../media/image4370.png"/><Relationship Id="rId22" Type="http://schemas.openxmlformats.org/officeDocument/2006/relationships/image" Target="../media/image441.png"/><Relationship Id="rId27" Type="http://schemas.openxmlformats.org/officeDocument/2006/relationships/customXml" Target="../ink/ink930.xml"/><Relationship Id="rId30" Type="http://schemas.openxmlformats.org/officeDocument/2006/relationships/image" Target="../media/image444.png"/><Relationship Id="rId35" Type="http://schemas.openxmlformats.org/officeDocument/2006/relationships/customXml" Target="../ink/ink934.xml"/><Relationship Id="rId43" Type="http://schemas.openxmlformats.org/officeDocument/2006/relationships/customXml" Target="../ink/ink938.xml"/><Relationship Id="rId48" Type="http://schemas.openxmlformats.org/officeDocument/2006/relationships/image" Target="../media/image453.png"/><Relationship Id="rId56" Type="http://schemas.openxmlformats.org/officeDocument/2006/relationships/image" Target="../media/image457.png"/><Relationship Id="rId8" Type="http://schemas.openxmlformats.org/officeDocument/2006/relationships/image" Target="../media/image4340.png"/><Relationship Id="rId51" Type="http://schemas.openxmlformats.org/officeDocument/2006/relationships/customXml" Target="../ink/ink942.xml"/><Relationship Id="rId3" Type="http://schemas.openxmlformats.org/officeDocument/2006/relationships/customXml" Target="../ink/ink918.xml"/><Relationship Id="rId12" Type="http://schemas.openxmlformats.org/officeDocument/2006/relationships/image" Target="../media/image4360.png"/><Relationship Id="rId17" Type="http://schemas.openxmlformats.org/officeDocument/2006/relationships/customXml" Target="../ink/ink925.xml"/><Relationship Id="rId25" Type="http://schemas.openxmlformats.org/officeDocument/2006/relationships/customXml" Target="../ink/ink929.xml"/><Relationship Id="rId33" Type="http://schemas.openxmlformats.org/officeDocument/2006/relationships/customXml" Target="../ink/ink933.xml"/><Relationship Id="rId38" Type="http://schemas.openxmlformats.org/officeDocument/2006/relationships/image" Target="../media/image448.png"/><Relationship Id="rId46" Type="http://schemas.openxmlformats.org/officeDocument/2006/relationships/image" Target="../media/image452.png"/><Relationship Id="rId59" Type="http://schemas.openxmlformats.org/officeDocument/2006/relationships/customXml" Target="../ink/ink946.xml"/><Relationship Id="rId20" Type="http://schemas.openxmlformats.org/officeDocument/2006/relationships/image" Target="../media/image4400.png"/><Relationship Id="rId41" Type="http://schemas.openxmlformats.org/officeDocument/2006/relationships/customXml" Target="../ink/ink937.xml"/><Relationship Id="rId54" Type="http://schemas.openxmlformats.org/officeDocument/2006/relationships/image" Target="../media/image4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8.png"/><Relationship Id="rId15" Type="http://schemas.openxmlformats.org/officeDocument/2006/relationships/customXml" Target="../ink/ink924.xml"/><Relationship Id="rId23" Type="http://schemas.openxmlformats.org/officeDocument/2006/relationships/customXml" Target="../ink/ink928.xml"/><Relationship Id="rId28" Type="http://schemas.openxmlformats.org/officeDocument/2006/relationships/image" Target="../media/image5410.png"/><Relationship Id="rId36" Type="http://schemas.openxmlformats.org/officeDocument/2006/relationships/image" Target="../media/image447.png"/><Relationship Id="rId49" Type="http://schemas.openxmlformats.org/officeDocument/2006/relationships/customXml" Target="../ink/ink941.xml"/><Relationship Id="rId57" Type="http://schemas.openxmlformats.org/officeDocument/2006/relationships/customXml" Target="../ink/ink945.xml"/><Relationship Id="rId10" Type="http://schemas.openxmlformats.org/officeDocument/2006/relationships/image" Target="../media/image4350.png"/><Relationship Id="rId31" Type="http://schemas.openxmlformats.org/officeDocument/2006/relationships/customXml" Target="../ink/ink932.xml"/><Relationship Id="rId44" Type="http://schemas.openxmlformats.org/officeDocument/2006/relationships/image" Target="../media/image451.png"/><Relationship Id="rId52" Type="http://schemas.openxmlformats.org/officeDocument/2006/relationships/image" Target="../media/image455.png"/><Relationship Id="rId60" Type="http://schemas.openxmlformats.org/officeDocument/2006/relationships/image" Target="../media/image4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40.png"/><Relationship Id="rId2" Type="http://schemas.openxmlformats.org/officeDocument/2006/relationships/customXml" Target="../ink/ink94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60.xml"/><Relationship Id="rId21" Type="http://schemas.openxmlformats.org/officeDocument/2006/relationships/image" Target="../media/image464.png"/><Relationship Id="rId42" Type="http://schemas.openxmlformats.org/officeDocument/2006/relationships/customXml" Target="../ink/ink968.xml"/><Relationship Id="rId47" Type="http://schemas.openxmlformats.org/officeDocument/2006/relationships/image" Target="../media/image477.png"/><Relationship Id="rId63" Type="http://schemas.openxmlformats.org/officeDocument/2006/relationships/image" Target="../media/image485.png"/><Relationship Id="rId68" Type="http://schemas.openxmlformats.org/officeDocument/2006/relationships/customXml" Target="../ink/ink981.xml"/><Relationship Id="rId84" Type="http://schemas.openxmlformats.org/officeDocument/2006/relationships/customXml" Target="../ink/ink989.xml"/><Relationship Id="rId16" Type="http://schemas.openxmlformats.org/officeDocument/2006/relationships/customXml" Target="../ink/ink955.xml"/><Relationship Id="rId11" Type="http://schemas.openxmlformats.org/officeDocument/2006/relationships/image" Target="../media/image4590.png"/><Relationship Id="rId32" Type="http://schemas.openxmlformats.org/officeDocument/2006/relationships/customXml" Target="../ink/ink963.xml"/><Relationship Id="rId37" Type="http://schemas.openxmlformats.org/officeDocument/2006/relationships/image" Target="../media/image472.png"/><Relationship Id="rId53" Type="http://schemas.openxmlformats.org/officeDocument/2006/relationships/image" Target="../media/image480.png"/><Relationship Id="rId58" Type="http://schemas.openxmlformats.org/officeDocument/2006/relationships/customXml" Target="../ink/ink976.xml"/><Relationship Id="rId74" Type="http://schemas.openxmlformats.org/officeDocument/2006/relationships/customXml" Target="../ink/ink984.xml"/><Relationship Id="rId79" Type="http://schemas.openxmlformats.org/officeDocument/2006/relationships/image" Target="../media/image493.png"/><Relationship Id="rId5" Type="http://schemas.openxmlformats.org/officeDocument/2006/relationships/image" Target="../media/image4560.png"/><Relationship Id="rId19" Type="http://schemas.openxmlformats.org/officeDocument/2006/relationships/image" Target="../media/image463.png"/><Relationship Id="rId14" Type="http://schemas.openxmlformats.org/officeDocument/2006/relationships/customXml" Target="../ink/ink954.xml"/><Relationship Id="rId22" Type="http://schemas.openxmlformats.org/officeDocument/2006/relationships/customXml" Target="../ink/ink958.xml"/><Relationship Id="rId27" Type="http://schemas.openxmlformats.org/officeDocument/2006/relationships/image" Target="../media/image467.png"/><Relationship Id="rId30" Type="http://schemas.openxmlformats.org/officeDocument/2006/relationships/customXml" Target="../ink/ink962.xml"/><Relationship Id="rId35" Type="http://schemas.openxmlformats.org/officeDocument/2006/relationships/image" Target="../media/image471.png"/><Relationship Id="rId43" Type="http://schemas.openxmlformats.org/officeDocument/2006/relationships/image" Target="../media/image475.png"/><Relationship Id="rId48" Type="http://schemas.openxmlformats.org/officeDocument/2006/relationships/customXml" Target="../ink/ink971.xml"/><Relationship Id="rId56" Type="http://schemas.openxmlformats.org/officeDocument/2006/relationships/customXml" Target="../ink/ink975.xml"/><Relationship Id="rId64" Type="http://schemas.openxmlformats.org/officeDocument/2006/relationships/customXml" Target="../ink/ink979.xml"/><Relationship Id="rId69" Type="http://schemas.openxmlformats.org/officeDocument/2006/relationships/image" Target="../media/image488.png"/><Relationship Id="rId77" Type="http://schemas.openxmlformats.org/officeDocument/2006/relationships/image" Target="../media/image492.png"/><Relationship Id="rId8" Type="http://schemas.openxmlformats.org/officeDocument/2006/relationships/customXml" Target="../ink/ink951.xml"/><Relationship Id="rId51" Type="http://schemas.openxmlformats.org/officeDocument/2006/relationships/image" Target="../media/image479.png"/><Relationship Id="rId72" Type="http://schemas.openxmlformats.org/officeDocument/2006/relationships/customXml" Target="../ink/ink983.xml"/><Relationship Id="rId80" Type="http://schemas.openxmlformats.org/officeDocument/2006/relationships/customXml" Target="../ink/ink987.xml"/><Relationship Id="rId85" Type="http://schemas.openxmlformats.org/officeDocument/2006/relationships/image" Target="../media/image496.png"/><Relationship Id="rId3" Type="http://schemas.openxmlformats.org/officeDocument/2006/relationships/image" Target="../media/image4550.png"/><Relationship Id="rId12" Type="http://schemas.openxmlformats.org/officeDocument/2006/relationships/customXml" Target="../ink/ink953.xml"/><Relationship Id="rId17" Type="http://schemas.openxmlformats.org/officeDocument/2006/relationships/image" Target="../media/image462.png"/><Relationship Id="rId25" Type="http://schemas.openxmlformats.org/officeDocument/2006/relationships/image" Target="../media/image466.png"/><Relationship Id="rId33" Type="http://schemas.openxmlformats.org/officeDocument/2006/relationships/image" Target="../media/image470.png"/><Relationship Id="rId38" Type="http://schemas.openxmlformats.org/officeDocument/2006/relationships/customXml" Target="../ink/ink966.xml"/><Relationship Id="rId46" Type="http://schemas.openxmlformats.org/officeDocument/2006/relationships/customXml" Target="../ink/ink970.xml"/><Relationship Id="rId59" Type="http://schemas.openxmlformats.org/officeDocument/2006/relationships/image" Target="../media/image483.png"/><Relationship Id="rId67" Type="http://schemas.openxmlformats.org/officeDocument/2006/relationships/image" Target="../media/image487.png"/><Relationship Id="rId20" Type="http://schemas.openxmlformats.org/officeDocument/2006/relationships/customXml" Target="../ink/ink957.xml"/><Relationship Id="rId41" Type="http://schemas.openxmlformats.org/officeDocument/2006/relationships/image" Target="../media/image474.png"/><Relationship Id="rId54" Type="http://schemas.openxmlformats.org/officeDocument/2006/relationships/customXml" Target="../ink/ink974.xml"/><Relationship Id="rId62" Type="http://schemas.openxmlformats.org/officeDocument/2006/relationships/customXml" Target="../ink/ink978.xml"/><Relationship Id="rId70" Type="http://schemas.openxmlformats.org/officeDocument/2006/relationships/customXml" Target="../ink/ink982.xml"/><Relationship Id="rId75" Type="http://schemas.openxmlformats.org/officeDocument/2006/relationships/image" Target="../media/image491.png"/><Relationship Id="rId83" Type="http://schemas.openxmlformats.org/officeDocument/2006/relationships/image" Target="../media/image4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50.xml"/><Relationship Id="rId15" Type="http://schemas.openxmlformats.org/officeDocument/2006/relationships/image" Target="../media/image461.png"/><Relationship Id="rId23" Type="http://schemas.openxmlformats.org/officeDocument/2006/relationships/image" Target="../media/image465.png"/><Relationship Id="rId28" Type="http://schemas.openxmlformats.org/officeDocument/2006/relationships/customXml" Target="../ink/ink961.xml"/><Relationship Id="rId36" Type="http://schemas.openxmlformats.org/officeDocument/2006/relationships/customXml" Target="../ink/ink965.xml"/><Relationship Id="rId49" Type="http://schemas.openxmlformats.org/officeDocument/2006/relationships/image" Target="../media/image478.png"/><Relationship Id="rId57" Type="http://schemas.openxmlformats.org/officeDocument/2006/relationships/image" Target="../media/image482.png"/><Relationship Id="rId10" Type="http://schemas.openxmlformats.org/officeDocument/2006/relationships/customXml" Target="../ink/ink952.xml"/><Relationship Id="rId31" Type="http://schemas.openxmlformats.org/officeDocument/2006/relationships/image" Target="../media/image469.png"/><Relationship Id="rId44" Type="http://schemas.openxmlformats.org/officeDocument/2006/relationships/customXml" Target="../ink/ink969.xml"/><Relationship Id="rId52" Type="http://schemas.openxmlformats.org/officeDocument/2006/relationships/customXml" Target="../ink/ink973.xml"/><Relationship Id="rId60" Type="http://schemas.openxmlformats.org/officeDocument/2006/relationships/customXml" Target="../ink/ink977.xml"/><Relationship Id="rId65" Type="http://schemas.openxmlformats.org/officeDocument/2006/relationships/image" Target="../media/image486.png"/><Relationship Id="rId73" Type="http://schemas.openxmlformats.org/officeDocument/2006/relationships/image" Target="../media/image490.png"/><Relationship Id="rId78" Type="http://schemas.openxmlformats.org/officeDocument/2006/relationships/customXml" Target="../ink/ink986.xml"/><Relationship Id="rId81" Type="http://schemas.openxmlformats.org/officeDocument/2006/relationships/image" Target="../media/image494.png"/><Relationship Id="rId4" Type="http://schemas.openxmlformats.org/officeDocument/2006/relationships/customXml" Target="../ink/ink949.xml"/><Relationship Id="rId9" Type="http://schemas.openxmlformats.org/officeDocument/2006/relationships/image" Target="../media/image4580.png"/><Relationship Id="rId13" Type="http://schemas.openxmlformats.org/officeDocument/2006/relationships/image" Target="../media/image460.png"/><Relationship Id="rId18" Type="http://schemas.openxmlformats.org/officeDocument/2006/relationships/customXml" Target="../ink/ink956.xml"/><Relationship Id="rId39" Type="http://schemas.openxmlformats.org/officeDocument/2006/relationships/image" Target="../media/image473.png"/><Relationship Id="rId34" Type="http://schemas.openxmlformats.org/officeDocument/2006/relationships/customXml" Target="../ink/ink964.xml"/><Relationship Id="rId50" Type="http://schemas.openxmlformats.org/officeDocument/2006/relationships/customXml" Target="../ink/ink972.xml"/><Relationship Id="rId55" Type="http://schemas.openxmlformats.org/officeDocument/2006/relationships/image" Target="../media/image481.png"/><Relationship Id="rId76" Type="http://schemas.openxmlformats.org/officeDocument/2006/relationships/customXml" Target="../ink/ink985.xml"/><Relationship Id="rId7" Type="http://schemas.openxmlformats.org/officeDocument/2006/relationships/image" Target="../media/image4570.png"/><Relationship Id="rId71" Type="http://schemas.openxmlformats.org/officeDocument/2006/relationships/image" Target="../media/image489.png"/><Relationship Id="rId2" Type="http://schemas.openxmlformats.org/officeDocument/2006/relationships/customXml" Target="../ink/ink948.xml"/><Relationship Id="rId29" Type="http://schemas.openxmlformats.org/officeDocument/2006/relationships/image" Target="../media/image468.png"/><Relationship Id="rId24" Type="http://schemas.openxmlformats.org/officeDocument/2006/relationships/customXml" Target="../ink/ink959.xml"/><Relationship Id="rId40" Type="http://schemas.openxmlformats.org/officeDocument/2006/relationships/customXml" Target="../ink/ink967.xml"/><Relationship Id="rId45" Type="http://schemas.openxmlformats.org/officeDocument/2006/relationships/image" Target="../media/image476.png"/><Relationship Id="rId66" Type="http://schemas.openxmlformats.org/officeDocument/2006/relationships/customXml" Target="../ink/ink980.xml"/><Relationship Id="rId61" Type="http://schemas.openxmlformats.org/officeDocument/2006/relationships/image" Target="../media/image484.png"/><Relationship Id="rId82" Type="http://schemas.openxmlformats.org/officeDocument/2006/relationships/customXml" Target="../ink/ink988.xml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8.png"/><Relationship Id="rId21" Type="http://schemas.openxmlformats.org/officeDocument/2006/relationships/customXml" Target="../ink/ink999.xml"/><Relationship Id="rId42" Type="http://schemas.openxmlformats.org/officeDocument/2006/relationships/image" Target="../media/image516.png"/><Relationship Id="rId47" Type="http://schemas.openxmlformats.org/officeDocument/2006/relationships/customXml" Target="../ink/ink1012.xml"/><Relationship Id="rId63" Type="http://schemas.openxmlformats.org/officeDocument/2006/relationships/customXml" Target="../ink/ink1020.xml"/><Relationship Id="rId68" Type="http://schemas.openxmlformats.org/officeDocument/2006/relationships/image" Target="../media/image529.png"/><Relationship Id="rId84" Type="http://schemas.openxmlformats.org/officeDocument/2006/relationships/image" Target="../media/image537.png"/><Relationship Id="rId16" Type="http://schemas.openxmlformats.org/officeDocument/2006/relationships/image" Target="../media/image503.png"/><Relationship Id="rId11" Type="http://schemas.openxmlformats.org/officeDocument/2006/relationships/customXml" Target="../ink/ink994.xml"/><Relationship Id="rId32" Type="http://schemas.openxmlformats.org/officeDocument/2006/relationships/image" Target="../media/image511.png"/><Relationship Id="rId37" Type="http://schemas.openxmlformats.org/officeDocument/2006/relationships/customXml" Target="../ink/ink1007.xml"/><Relationship Id="rId53" Type="http://schemas.openxmlformats.org/officeDocument/2006/relationships/customXml" Target="../ink/ink1015.xml"/><Relationship Id="rId58" Type="http://schemas.openxmlformats.org/officeDocument/2006/relationships/image" Target="../media/image524.png"/><Relationship Id="rId74" Type="http://schemas.openxmlformats.org/officeDocument/2006/relationships/image" Target="../media/image532.png"/><Relationship Id="rId79" Type="http://schemas.openxmlformats.org/officeDocument/2006/relationships/customXml" Target="../ink/ink1028.xml"/><Relationship Id="rId5" Type="http://schemas.openxmlformats.org/officeDocument/2006/relationships/customXml" Target="../ink/ink991.xml"/><Relationship Id="rId19" Type="http://schemas.openxmlformats.org/officeDocument/2006/relationships/customXml" Target="../ink/ink998.xml"/><Relationship Id="rId14" Type="http://schemas.openxmlformats.org/officeDocument/2006/relationships/image" Target="../media/image502.png"/><Relationship Id="rId22" Type="http://schemas.openxmlformats.org/officeDocument/2006/relationships/image" Target="../media/image506.png"/><Relationship Id="rId27" Type="http://schemas.openxmlformats.org/officeDocument/2006/relationships/customXml" Target="../ink/ink1002.xml"/><Relationship Id="rId30" Type="http://schemas.openxmlformats.org/officeDocument/2006/relationships/image" Target="../media/image510.png"/><Relationship Id="rId35" Type="http://schemas.openxmlformats.org/officeDocument/2006/relationships/customXml" Target="../ink/ink1006.xml"/><Relationship Id="rId43" Type="http://schemas.openxmlformats.org/officeDocument/2006/relationships/customXml" Target="../ink/ink1010.xml"/><Relationship Id="rId48" Type="http://schemas.openxmlformats.org/officeDocument/2006/relationships/image" Target="../media/image519.png"/><Relationship Id="rId56" Type="http://schemas.openxmlformats.org/officeDocument/2006/relationships/image" Target="../media/image523.png"/><Relationship Id="rId64" Type="http://schemas.openxmlformats.org/officeDocument/2006/relationships/image" Target="../media/image527.png"/><Relationship Id="rId69" Type="http://schemas.openxmlformats.org/officeDocument/2006/relationships/customXml" Target="../ink/ink1023.xml"/><Relationship Id="rId77" Type="http://schemas.openxmlformats.org/officeDocument/2006/relationships/customXml" Target="../ink/ink1027.xml"/><Relationship Id="rId8" Type="http://schemas.openxmlformats.org/officeDocument/2006/relationships/image" Target="../media/image499.png"/><Relationship Id="rId51" Type="http://schemas.openxmlformats.org/officeDocument/2006/relationships/customXml" Target="../ink/ink1014.xml"/><Relationship Id="rId72" Type="http://schemas.openxmlformats.org/officeDocument/2006/relationships/image" Target="../media/image531.png"/><Relationship Id="rId80" Type="http://schemas.openxmlformats.org/officeDocument/2006/relationships/image" Target="../media/image535.png"/><Relationship Id="rId85" Type="http://schemas.openxmlformats.org/officeDocument/2006/relationships/customXml" Target="../ink/ink1031.xml"/><Relationship Id="rId3" Type="http://schemas.openxmlformats.org/officeDocument/2006/relationships/customXml" Target="../ink/ink990.xml"/><Relationship Id="rId12" Type="http://schemas.openxmlformats.org/officeDocument/2006/relationships/image" Target="../media/image501.png"/><Relationship Id="rId17" Type="http://schemas.openxmlformats.org/officeDocument/2006/relationships/customXml" Target="../ink/ink997.xml"/><Relationship Id="rId25" Type="http://schemas.openxmlformats.org/officeDocument/2006/relationships/customXml" Target="../ink/ink1001.xml"/><Relationship Id="rId33" Type="http://schemas.openxmlformats.org/officeDocument/2006/relationships/customXml" Target="../ink/ink1005.xml"/><Relationship Id="rId38" Type="http://schemas.openxmlformats.org/officeDocument/2006/relationships/image" Target="../media/image514.png"/><Relationship Id="rId46" Type="http://schemas.openxmlformats.org/officeDocument/2006/relationships/image" Target="../media/image518.png"/><Relationship Id="rId59" Type="http://schemas.openxmlformats.org/officeDocument/2006/relationships/customXml" Target="../ink/ink1018.xml"/><Relationship Id="rId67" Type="http://schemas.openxmlformats.org/officeDocument/2006/relationships/customXml" Target="../ink/ink1022.xml"/><Relationship Id="rId20" Type="http://schemas.openxmlformats.org/officeDocument/2006/relationships/image" Target="../media/image505.png"/><Relationship Id="rId41" Type="http://schemas.openxmlformats.org/officeDocument/2006/relationships/customXml" Target="../ink/ink1009.xml"/><Relationship Id="rId54" Type="http://schemas.openxmlformats.org/officeDocument/2006/relationships/image" Target="../media/image522.png"/><Relationship Id="rId62" Type="http://schemas.openxmlformats.org/officeDocument/2006/relationships/image" Target="../media/image526.png"/><Relationship Id="rId70" Type="http://schemas.openxmlformats.org/officeDocument/2006/relationships/image" Target="../media/image530.png"/><Relationship Id="rId75" Type="http://schemas.openxmlformats.org/officeDocument/2006/relationships/customXml" Target="../ink/ink1026.xml"/><Relationship Id="rId83" Type="http://schemas.openxmlformats.org/officeDocument/2006/relationships/customXml" Target="../ink/ink1030.xml"/><Relationship Id="rId88" Type="http://schemas.openxmlformats.org/officeDocument/2006/relationships/image" Target="../media/image5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8.png"/><Relationship Id="rId15" Type="http://schemas.openxmlformats.org/officeDocument/2006/relationships/customXml" Target="../ink/ink996.xml"/><Relationship Id="rId23" Type="http://schemas.openxmlformats.org/officeDocument/2006/relationships/customXml" Target="../ink/ink1000.xml"/><Relationship Id="rId28" Type="http://schemas.openxmlformats.org/officeDocument/2006/relationships/image" Target="../media/image509.png"/><Relationship Id="rId36" Type="http://schemas.openxmlformats.org/officeDocument/2006/relationships/image" Target="../media/image513.png"/><Relationship Id="rId49" Type="http://schemas.openxmlformats.org/officeDocument/2006/relationships/customXml" Target="../ink/ink1013.xml"/><Relationship Id="rId57" Type="http://schemas.openxmlformats.org/officeDocument/2006/relationships/customXml" Target="../ink/ink1017.xml"/><Relationship Id="rId10" Type="http://schemas.openxmlformats.org/officeDocument/2006/relationships/image" Target="../media/image500.png"/><Relationship Id="rId31" Type="http://schemas.openxmlformats.org/officeDocument/2006/relationships/customXml" Target="../ink/ink1004.xml"/><Relationship Id="rId44" Type="http://schemas.openxmlformats.org/officeDocument/2006/relationships/image" Target="../media/image517.png"/><Relationship Id="rId52" Type="http://schemas.openxmlformats.org/officeDocument/2006/relationships/image" Target="../media/image521.png"/><Relationship Id="rId60" Type="http://schemas.openxmlformats.org/officeDocument/2006/relationships/image" Target="../media/image525.png"/><Relationship Id="rId65" Type="http://schemas.openxmlformats.org/officeDocument/2006/relationships/customXml" Target="../ink/ink1021.xml"/><Relationship Id="rId73" Type="http://schemas.openxmlformats.org/officeDocument/2006/relationships/customXml" Target="../ink/ink1025.xml"/><Relationship Id="rId78" Type="http://schemas.openxmlformats.org/officeDocument/2006/relationships/image" Target="../media/image534.png"/><Relationship Id="rId81" Type="http://schemas.openxmlformats.org/officeDocument/2006/relationships/customXml" Target="../ink/ink1029.xml"/><Relationship Id="rId86" Type="http://schemas.openxmlformats.org/officeDocument/2006/relationships/image" Target="../media/image538.png"/><Relationship Id="rId4" Type="http://schemas.openxmlformats.org/officeDocument/2006/relationships/image" Target="../media/image497.png"/><Relationship Id="rId9" Type="http://schemas.openxmlformats.org/officeDocument/2006/relationships/customXml" Target="../ink/ink993.xml"/><Relationship Id="rId13" Type="http://schemas.openxmlformats.org/officeDocument/2006/relationships/customXml" Target="../ink/ink995.xml"/><Relationship Id="rId18" Type="http://schemas.openxmlformats.org/officeDocument/2006/relationships/image" Target="../media/image504.png"/><Relationship Id="rId39" Type="http://schemas.openxmlformats.org/officeDocument/2006/relationships/customXml" Target="../ink/ink1008.xml"/><Relationship Id="rId34" Type="http://schemas.openxmlformats.org/officeDocument/2006/relationships/image" Target="../media/image512.png"/><Relationship Id="rId50" Type="http://schemas.openxmlformats.org/officeDocument/2006/relationships/image" Target="../media/image520.png"/><Relationship Id="rId55" Type="http://schemas.openxmlformats.org/officeDocument/2006/relationships/customXml" Target="../ink/ink1016.xml"/><Relationship Id="rId76" Type="http://schemas.openxmlformats.org/officeDocument/2006/relationships/image" Target="../media/image533.png"/><Relationship Id="rId7" Type="http://schemas.openxmlformats.org/officeDocument/2006/relationships/customXml" Target="../ink/ink992.xml"/><Relationship Id="rId71" Type="http://schemas.openxmlformats.org/officeDocument/2006/relationships/customXml" Target="../ink/ink1024.xml"/><Relationship Id="rId2" Type="http://schemas.openxmlformats.org/officeDocument/2006/relationships/image" Target="../media/image318.wmf"/><Relationship Id="rId29" Type="http://schemas.openxmlformats.org/officeDocument/2006/relationships/customXml" Target="../ink/ink1003.xml"/><Relationship Id="rId24" Type="http://schemas.openxmlformats.org/officeDocument/2006/relationships/image" Target="../media/image507.png"/><Relationship Id="rId40" Type="http://schemas.openxmlformats.org/officeDocument/2006/relationships/image" Target="../media/image515.png"/><Relationship Id="rId45" Type="http://schemas.openxmlformats.org/officeDocument/2006/relationships/customXml" Target="../ink/ink1011.xml"/><Relationship Id="rId66" Type="http://schemas.openxmlformats.org/officeDocument/2006/relationships/image" Target="../media/image528.png"/><Relationship Id="rId87" Type="http://schemas.openxmlformats.org/officeDocument/2006/relationships/customXml" Target="../ink/ink1032.xml"/><Relationship Id="rId61" Type="http://schemas.openxmlformats.org/officeDocument/2006/relationships/customXml" Target="../ink/ink1019.xml"/><Relationship Id="rId82" Type="http://schemas.openxmlformats.org/officeDocument/2006/relationships/image" Target="../media/image536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38.xml"/><Relationship Id="rId18" Type="http://schemas.openxmlformats.org/officeDocument/2006/relationships/image" Target="../media/image547.png"/><Relationship Id="rId26" Type="http://schemas.openxmlformats.org/officeDocument/2006/relationships/image" Target="../media/image551.png"/><Relationship Id="rId39" Type="http://schemas.openxmlformats.org/officeDocument/2006/relationships/customXml" Target="../ink/ink1051.xml"/><Relationship Id="rId21" Type="http://schemas.openxmlformats.org/officeDocument/2006/relationships/customXml" Target="../ink/ink1042.xml"/><Relationship Id="rId34" Type="http://schemas.openxmlformats.org/officeDocument/2006/relationships/image" Target="../media/image555.png"/><Relationship Id="rId42" Type="http://schemas.openxmlformats.org/officeDocument/2006/relationships/image" Target="../media/image559.png"/><Relationship Id="rId7" Type="http://schemas.openxmlformats.org/officeDocument/2006/relationships/customXml" Target="../ink/ink1035.xml"/><Relationship Id="rId2" Type="http://schemas.openxmlformats.org/officeDocument/2006/relationships/image" Target="../media/image318.wmf"/><Relationship Id="rId16" Type="http://schemas.openxmlformats.org/officeDocument/2006/relationships/image" Target="../media/image546.png"/><Relationship Id="rId29" Type="http://schemas.openxmlformats.org/officeDocument/2006/relationships/customXml" Target="../ink/ink10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1.png"/><Relationship Id="rId11" Type="http://schemas.openxmlformats.org/officeDocument/2006/relationships/customXml" Target="../ink/ink1037.xml"/><Relationship Id="rId24" Type="http://schemas.openxmlformats.org/officeDocument/2006/relationships/image" Target="../media/image550.png"/><Relationship Id="rId32" Type="http://schemas.openxmlformats.org/officeDocument/2006/relationships/image" Target="../media/image554.png"/><Relationship Id="rId37" Type="http://schemas.openxmlformats.org/officeDocument/2006/relationships/customXml" Target="../ink/ink1050.xml"/><Relationship Id="rId40" Type="http://schemas.openxmlformats.org/officeDocument/2006/relationships/image" Target="../media/image558.png"/><Relationship Id="rId45" Type="http://schemas.openxmlformats.org/officeDocument/2006/relationships/customXml" Target="../ink/ink1054.xml"/><Relationship Id="rId5" Type="http://schemas.openxmlformats.org/officeDocument/2006/relationships/customXml" Target="../ink/ink1034.xml"/><Relationship Id="rId15" Type="http://schemas.openxmlformats.org/officeDocument/2006/relationships/customXml" Target="../ink/ink1039.xml"/><Relationship Id="rId23" Type="http://schemas.openxmlformats.org/officeDocument/2006/relationships/customXml" Target="../ink/ink1043.xml"/><Relationship Id="rId28" Type="http://schemas.openxmlformats.org/officeDocument/2006/relationships/image" Target="../media/image552.png"/><Relationship Id="rId36" Type="http://schemas.openxmlformats.org/officeDocument/2006/relationships/image" Target="../media/image556.png"/><Relationship Id="rId10" Type="http://schemas.openxmlformats.org/officeDocument/2006/relationships/image" Target="../media/image543.png"/><Relationship Id="rId19" Type="http://schemas.openxmlformats.org/officeDocument/2006/relationships/customXml" Target="../ink/ink1041.xml"/><Relationship Id="rId31" Type="http://schemas.openxmlformats.org/officeDocument/2006/relationships/customXml" Target="../ink/ink1047.xml"/><Relationship Id="rId44" Type="http://schemas.openxmlformats.org/officeDocument/2006/relationships/image" Target="../media/image560.png"/><Relationship Id="rId4" Type="http://schemas.openxmlformats.org/officeDocument/2006/relationships/image" Target="../media/image540.png"/><Relationship Id="rId9" Type="http://schemas.openxmlformats.org/officeDocument/2006/relationships/customXml" Target="../ink/ink1036.xml"/><Relationship Id="rId14" Type="http://schemas.openxmlformats.org/officeDocument/2006/relationships/image" Target="../media/image545.png"/><Relationship Id="rId22" Type="http://schemas.openxmlformats.org/officeDocument/2006/relationships/image" Target="../media/image549.png"/><Relationship Id="rId27" Type="http://schemas.openxmlformats.org/officeDocument/2006/relationships/customXml" Target="../ink/ink1045.xml"/><Relationship Id="rId30" Type="http://schemas.openxmlformats.org/officeDocument/2006/relationships/image" Target="../media/image553.png"/><Relationship Id="rId35" Type="http://schemas.openxmlformats.org/officeDocument/2006/relationships/customXml" Target="../ink/ink1049.xml"/><Relationship Id="rId43" Type="http://schemas.openxmlformats.org/officeDocument/2006/relationships/customXml" Target="../ink/ink1053.xml"/><Relationship Id="rId8" Type="http://schemas.openxmlformats.org/officeDocument/2006/relationships/image" Target="../media/image542.png"/><Relationship Id="rId3" Type="http://schemas.openxmlformats.org/officeDocument/2006/relationships/customXml" Target="../ink/ink1033.xml"/><Relationship Id="rId12" Type="http://schemas.openxmlformats.org/officeDocument/2006/relationships/image" Target="../media/image544.png"/><Relationship Id="rId17" Type="http://schemas.openxmlformats.org/officeDocument/2006/relationships/customXml" Target="../ink/ink1040.xml"/><Relationship Id="rId25" Type="http://schemas.openxmlformats.org/officeDocument/2006/relationships/customXml" Target="../ink/ink1044.xml"/><Relationship Id="rId33" Type="http://schemas.openxmlformats.org/officeDocument/2006/relationships/customXml" Target="../ink/ink1048.xml"/><Relationship Id="rId38" Type="http://schemas.openxmlformats.org/officeDocument/2006/relationships/image" Target="../media/image557.png"/><Relationship Id="rId46" Type="http://schemas.openxmlformats.org/officeDocument/2006/relationships/image" Target="../media/image561.png"/><Relationship Id="rId20" Type="http://schemas.openxmlformats.org/officeDocument/2006/relationships/image" Target="../media/image548.png"/><Relationship Id="rId41" Type="http://schemas.openxmlformats.org/officeDocument/2006/relationships/customXml" Target="../ink/ink1052.xml"/></Relationships>
</file>

<file path=ppt/slides/_rels/slide4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3.png"/><Relationship Id="rId21" Type="http://schemas.openxmlformats.org/officeDocument/2006/relationships/customXml" Target="../ink/ink1064.xml"/><Relationship Id="rId42" Type="http://schemas.openxmlformats.org/officeDocument/2006/relationships/image" Target="../media/image581.png"/><Relationship Id="rId47" Type="http://schemas.openxmlformats.org/officeDocument/2006/relationships/customXml" Target="../ink/ink1077.xml"/><Relationship Id="rId63" Type="http://schemas.openxmlformats.org/officeDocument/2006/relationships/customXml" Target="../ink/ink1085.xml"/><Relationship Id="rId68" Type="http://schemas.openxmlformats.org/officeDocument/2006/relationships/image" Target="../media/image5940.png"/><Relationship Id="rId84" Type="http://schemas.openxmlformats.org/officeDocument/2006/relationships/customXml" Target="../ink/ink1096.xml"/><Relationship Id="rId89" Type="http://schemas.openxmlformats.org/officeDocument/2006/relationships/image" Target="../media/image604.png"/><Relationship Id="rId16" Type="http://schemas.openxmlformats.org/officeDocument/2006/relationships/image" Target="../media/image568.png"/><Relationship Id="rId107" Type="http://schemas.openxmlformats.org/officeDocument/2006/relationships/image" Target="../media/image613.png"/><Relationship Id="rId11" Type="http://schemas.openxmlformats.org/officeDocument/2006/relationships/customXml" Target="../ink/ink1059.xml"/><Relationship Id="rId32" Type="http://schemas.openxmlformats.org/officeDocument/2006/relationships/image" Target="../media/image576.png"/><Relationship Id="rId37" Type="http://schemas.openxmlformats.org/officeDocument/2006/relationships/customXml" Target="../ink/ink1072.xml"/><Relationship Id="rId53" Type="http://schemas.openxmlformats.org/officeDocument/2006/relationships/customXml" Target="../ink/ink1080.xml"/><Relationship Id="rId58" Type="http://schemas.openxmlformats.org/officeDocument/2006/relationships/image" Target="../media/image5890.png"/><Relationship Id="rId74" Type="http://schemas.openxmlformats.org/officeDocument/2006/relationships/customXml" Target="../ink/ink1091.xml"/><Relationship Id="rId79" Type="http://schemas.openxmlformats.org/officeDocument/2006/relationships/image" Target="../media/image5990.png"/><Relationship Id="rId102" Type="http://schemas.openxmlformats.org/officeDocument/2006/relationships/customXml" Target="../ink/ink1105.xml"/><Relationship Id="rId5" Type="http://schemas.openxmlformats.org/officeDocument/2006/relationships/customXml" Target="../ink/ink1056.xml"/><Relationship Id="rId90" Type="http://schemas.openxmlformats.org/officeDocument/2006/relationships/customXml" Target="../ink/ink1099.xml"/><Relationship Id="rId95" Type="http://schemas.openxmlformats.org/officeDocument/2006/relationships/image" Target="../media/image607.png"/><Relationship Id="rId22" Type="http://schemas.openxmlformats.org/officeDocument/2006/relationships/image" Target="../media/image571.png"/><Relationship Id="rId27" Type="http://schemas.openxmlformats.org/officeDocument/2006/relationships/customXml" Target="../ink/ink1067.xml"/><Relationship Id="rId43" Type="http://schemas.openxmlformats.org/officeDocument/2006/relationships/customXml" Target="../ink/ink1075.xml"/><Relationship Id="rId48" Type="http://schemas.openxmlformats.org/officeDocument/2006/relationships/image" Target="../media/image584.png"/><Relationship Id="rId64" Type="http://schemas.openxmlformats.org/officeDocument/2006/relationships/image" Target="../media/image5920.png"/><Relationship Id="rId69" Type="http://schemas.openxmlformats.org/officeDocument/2006/relationships/customXml" Target="../ink/ink1088.xml"/><Relationship Id="rId80" Type="http://schemas.openxmlformats.org/officeDocument/2006/relationships/customXml" Target="../ink/ink1094.xml"/><Relationship Id="rId85" Type="http://schemas.openxmlformats.org/officeDocument/2006/relationships/image" Target="../media/image602.png"/><Relationship Id="rId12" Type="http://schemas.openxmlformats.org/officeDocument/2006/relationships/image" Target="../media/image566.png"/><Relationship Id="rId17" Type="http://schemas.openxmlformats.org/officeDocument/2006/relationships/customXml" Target="../ink/ink1062.xml"/><Relationship Id="rId33" Type="http://schemas.openxmlformats.org/officeDocument/2006/relationships/customXml" Target="../ink/ink1070.xml"/><Relationship Id="rId38" Type="http://schemas.openxmlformats.org/officeDocument/2006/relationships/image" Target="../media/image579.png"/><Relationship Id="rId59" Type="http://schemas.openxmlformats.org/officeDocument/2006/relationships/customXml" Target="../ink/ink1083.xml"/><Relationship Id="rId103" Type="http://schemas.openxmlformats.org/officeDocument/2006/relationships/image" Target="../media/image611.png"/><Relationship Id="rId108" Type="http://schemas.openxmlformats.org/officeDocument/2006/relationships/customXml" Target="../ink/ink1108.xml"/><Relationship Id="rId54" Type="http://schemas.openxmlformats.org/officeDocument/2006/relationships/image" Target="../media/image5870.png"/><Relationship Id="rId70" Type="http://schemas.openxmlformats.org/officeDocument/2006/relationships/image" Target="../media/image5950.png"/><Relationship Id="rId75" Type="http://schemas.openxmlformats.org/officeDocument/2006/relationships/image" Target="../media/image5970.png"/><Relationship Id="rId91" Type="http://schemas.openxmlformats.org/officeDocument/2006/relationships/image" Target="../media/image605.png"/><Relationship Id="rId96" Type="http://schemas.openxmlformats.org/officeDocument/2006/relationships/customXml" Target="../ink/ink110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3.png"/><Relationship Id="rId15" Type="http://schemas.openxmlformats.org/officeDocument/2006/relationships/customXml" Target="../ink/ink1061.xml"/><Relationship Id="rId23" Type="http://schemas.openxmlformats.org/officeDocument/2006/relationships/customXml" Target="../ink/ink1065.xml"/><Relationship Id="rId28" Type="http://schemas.openxmlformats.org/officeDocument/2006/relationships/image" Target="../media/image574.png"/><Relationship Id="rId36" Type="http://schemas.openxmlformats.org/officeDocument/2006/relationships/image" Target="../media/image578.png"/><Relationship Id="rId49" Type="http://schemas.openxmlformats.org/officeDocument/2006/relationships/customXml" Target="../ink/ink1078.xml"/><Relationship Id="rId57" Type="http://schemas.openxmlformats.org/officeDocument/2006/relationships/customXml" Target="../ink/ink1082.xml"/><Relationship Id="rId106" Type="http://schemas.openxmlformats.org/officeDocument/2006/relationships/customXml" Target="../ink/ink1107.xml"/><Relationship Id="rId10" Type="http://schemas.openxmlformats.org/officeDocument/2006/relationships/image" Target="../media/image565.png"/><Relationship Id="rId31" Type="http://schemas.openxmlformats.org/officeDocument/2006/relationships/customXml" Target="../ink/ink1069.xml"/><Relationship Id="rId44" Type="http://schemas.openxmlformats.org/officeDocument/2006/relationships/image" Target="../media/image582.png"/><Relationship Id="rId52" Type="http://schemas.openxmlformats.org/officeDocument/2006/relationships/image" Target="../media/image586.png"/><Relationship Id="rId60" Type="http://schemas.openxmlformats.org/officeDocument/2006/relationships/image" Target="../media/image5900.png"/><Relationship Id="rId65" Type="http://schemas.openxmlformats.org/officeDocument/2006/relationships/customXml" Target="../ink/ink1086.xml"/><Relationship Id="rId73" Type="http://schemas.openxmlformats.org/officeDocument/2006/relationships/customXml" Target="../ink/ink1090.xml"/><Relationship Id="rId78" Type="http://schemas.openxmlformats.org/officeDocument/2006/relationships/customXml" Target="../ink/ink1093.xml"/><Relationship Id="rId81" Type="http://schemas.openxmlformats.org/officeDocument/2006/relationships/image" Target="../media/image6000.png"/><Relationship Id="rId86" Type="http://schemas.openxmlformats.org/officeDocument/2006/relationships/customXml" Target="../ink/ink1097.xml"/><Relationship Id="rId94" Type="http://schemas.openxmlformats.org/officeDocument/2006/relationships/customXml" Target="../ink/ink1101.xml"/><Relationship Id="rId99" Type="http://schemas.openxmlformats.org/officeDocument/2006/relationships/image" Target="../media/image609.png"/><Relationship Id="rId101" Type="http://schemas.openxmlformats.org/officeDocument/2006/relationships/image" Target="../media/image610.png"/><Relationship Id="rId4" Type="http://schemas.openxmlformats.org/officeDocument/2006/relationships/image" Target="../media/image562.png"/><Relationship Id="rId9" Type="http://schemas.openxmlformats.org/officeDocument/2006/relationships/customXml" Target="../ink/ink1058.xml"/><Relationship Id="rId13" Type="http://schemas.openxmlformats.org/officeDocument/2006/relationships/customXml" Target="../ink/ink1060.xml"/><Relationship Id="rId18" Type="http://schemas.openxmlformats.org/officeDocument/2006/relationships/image" Target="../media/image569.png"/><Relationship Id="rId39" Type="http://schemas.openxmlformats.org/officeDocument/2006/relationships/customXml" Target="../ink/ink1073.xml"/><Relationship Id="rId109" Type="http://schemas.openxmlformats.org/officeDocument/2006/relationships/image" Target="../media/image614.png"/><Relationship Id="rId34" Type="http://schemas.openxmlformats.org/officeDocument/2006/relationships/image" Target="../media/image577.png"/><Relationship Id="rId50" Type="http://schemas.openxmlformats.org/officeDocument/2006/relationships/image" Target="../media/image585.png"/><Relationship Id="rId55" Type="http://schemas.openxmlformats.org/officeDocument/2006/relationships/customXml" Target="../ink/ink1081.xml"/><Relationship Id="rId76" Type="http://schemas.openxmlformats.org/officeDocument/2006/relationships/customXml" Target="../ink/ink1092.xml"/><Relationship Id="rId97" Type="http://schemas.openxmlformats.org/officeDocument/2006/relationships/image" Target="../media/image608.png"/><Relationship Id="rId104" Type="http://schemas.openxmlformats.org/officeDocument/2006/relationships/customXml" Target="../ink/ink1106.xml"/><Relationship Id="rId7" Type="http://schemas.openxmlformats.org/officeDocument/2006/relationships/customXml" Target="../ink/ink1057.xml"/><Relationship Id="rId71" Type="http://schemas.openxmlformats.org/officeDocument/2006/relationships/customXml" Target="../ink/ink1089.xml"/><Relationship Id="rId92" Type="http://schemas.openxmlformats.org/officeDocument/2006/relationships/customXml" Target="../ink/ink1100.xml"/><Relationship Id="rId2" Type="http://schemas.openxmlformats.org/officeDocument/2006/relationships/image" Target="../media/image318.wmf"/><Relationship Id="rId29" Type="http://schemas.openxmlformats.org/officeDocument/2006/relationships/customXml" Target="../ink/ink1068.xml"/><Relationship Id="rId24" Type="http://schemas.openxmlformats.org/officeDocument/2006/relationships/image" Target="../media/image572.png"/><Relationship Id="rId40" Type="http://schemas.openxmlformats.org/officeDocument/2006/relationships/image" Target="../media/image580.png"/><Relationship Id="rId45" Type="http://schemas.openxmlformats.org/officeDocument/2006/relationships/customXml" Target="../ink/ink1076.xml"/><Relationship Id="rId66" Type="http://schemas.openxmlformats.org/officeDocument/2006/relationships/image" Target="../media/image5930.png"/><Relationship Id="rId87" Type="http://schemas.openxmlformats.org/officeDocument/2006/relationships/image" Target="../media/image603.png"/><Relationship Id="rId110" Type="http://schemas.openxmlformats.org/officeDocument/2006/relationships/customXml" Target="../ink/ink1109.xml"/><Relationship Id="rId61" Type="http://schemas.openxmlformats.org/officeDocument/2006/relationships/customXml" Target="../ink/ink1084.xml"/><Relationship Id="rId82" Type="http://schemas.openxmlformats.org/officeDocument/2006/relationships/customXml" Target="../ink/ink1095.xml"/><Relationship Id="rId19" Type="http://schemas.openxmlformats.org/officeDocument/2006/relationships/customXml" Target="../ink/ink1063.xml"/><Relationship Id="rId14" Type="http://schemas.openxmlformats.org/officeDocument/2006/relationships/image" Target="../media/image567.png"/><Relationship Id="rId30" Type="http://schemas.openxmlformats.org/officeDocument/2006/relationships/image" Target="../media/image575.png"/><Relationship Id="rId35" Type="http://schemas.openxmlformats.org/officeDocument/2006/relationships/customXml" Target="../ink/ink1071.xml"/><Relationship Id="rId56" Type="http://schemas.openxmlformats.org/officeDocument/2006/relationships/image" Target="../media/image5880.png"/><Relationship Id="rId77" Type="http://schemas.openxmlformats.org/officeDocument/2006/relationships/image" Target="../media/image5980.png"/><Relationship Id="rId100" Type="http://schemas.openxmlformats.org/officeDocument/2006/relationships/customXml" Target="../ink/ink1104.xml"/><Relationship Id="rId105" Type="http://schemas.openxmlformats.org/officeDocument/2006/relationships/image" Target="../media/image612.png"/><Relationship Id="rId8" Type="http://schemas.openxmlformats.org/officeDocument/2006/relationships/image" Target="../media/image564.png"/><Relationship Id="rId51" Type="http://schemas.openxmlformats.org/officeDocument/2006/relationships/customXml" Target="../ink/ink1079.xml"/><Relationship Id="rId72" Type="http://schemas.openxmlformats.org/officeDocument/2006/relationships/image" Target="../media/image5960.png"/><Relationship Id="rId93" Type="http://schemas.openxmlformats.org/officeDocument/2006/relationships/image" Target="../media/image6060.png"/><Relationship Id="rId98" Type="http://schemas.openxmlformats.org/officeDocument/2006/relationships/customXml" Target="../ink/ink1103.xml"/><Relationship Id="rId3" Type="http://schemas.openxmlformats.org/officeDocument/2006/relationships/customXml" Target="../ink/ink1055.xml"/><Relationship Id="rId25" Type="http://schemas.openxmlformats.org/officeDocument/2006/relationships/customXml" Target="../ink/ink1066.xml"/><Relationship Id="rId46" Type="http://schemas.openxmlformats.org/officeDocument/2006/relationships/image" Target="../media/image583.png"/><Relationship Id="rId67" Type="http://schemas.openxmlformats.org/officeDocument/2006/relationships/customXml" Target="../ink/ink1087.xml"/><Relationship Id="rId20" Type="http://schemas.openxmlformats.org/officeDocument/2006/relationships/image" Target="../media/image570.png"/><Relationship Id="rId41" Type="http://schemas.openxmlformats.org/officeDocument/2006/relationships/customXml" Target="../ink/ink1074.xml"/><Relationship Id="rId62" Type="http://schemas.openxmlformats.org/officeDocument/2006/relationships/image" Target="../media/image5910.png"/><Relationship Id="rId83" Type="http://schemas.openxmlformats.org/officeDocument/2006/relationships/image" Target="../media/image601.png"/><Relationship Id="rId88" Type="http://schemas.openxmlformats.org/officeDocument/2006/relationships/customXml" Target="../ink/ink1098.xml"/><Relationship Id="rId111" Type="http://schemas.openxmlformats.org/officeDocument/2006/relationships/image" Target="../media/image615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15.xml"/><Relationship Id="rId18" Type="http://schemas.openxmlformats.org/officeDocument/2006/relationships/image" Target="../media/image6230.png"/><Relationship Id="rId26" Type="http://schemas.openxmlformats.org/officeDocument/2006/relationships/image" Target="../media/image6270.png"/><Relationship Id="rId39" Type="http://schemas.openxmlformats.org/officeDocument/2006/relationships/customXml" Target="../ink/ink1128.xml"/><Relationship Id="rId21" Type="http://schemas.openxmlformats.org/officeDocument/2006/relationships/customXml" Target="../ink/ink1119.xml"/><Relationship Id="rId34" Type="http://schemas.openxmlformats.org/officeDocument/2006/relationships/image" Target="../media/image631.png"/><Relationship Id="rId42" Type="http://schemas.openxmlformats.org/officeDocument/2006/relationships/image" Target="../media/image635.png"/><Relationship Id="rId47" Type="http://schemas.openxmlformats.org/officeDocument/2006/relationships/customXml" Target="../ink/ink1132.xml"/><Relationship Id="rId50" Type="http://schemas.openxmlformats.org/officeDocument/2006/relationships/image" Target="../media/image639.png"/><Relationship Id="rId55" Type="http://schemas.openxmlformats.org/officeDocument/2006/relationships/customXml" Target="../ink/ink1136.xml"/><Relationship Id="rId7" Type="http://schemas.openxmlformats.org/officeDocument/2006/relationships/customXml" Target="../ink/ink1112.xml"/><Relationship Id="rId2" Type="http://schemas.openxmlformats.org/officeDocument/2006/relationships/image" Target="../media/image318.wmf"/><Relationship Id="rId16" Type="http://schemas.openxmlformats.org/officeDocument/2006/relationships/image" Target="../media/image6220.png"/><Relationship Id="rId29" Type="http://schemas.openxmlformats.org/officeDocument/2006/relationships/customXml" Target="../ink/ink1123.xml"/><Relationship Id="rId11" Type="http://schemas.openxmlformats.org/officeDocument/2006/relationships/customXml" Target="../ink/ink1114.xml"/><Relationship Id="rId24" Type="http://schemas.openxmlformats.org/officeDocument/2006/relationships/image" Target="../media/image6260.png"/><Relationship Id="rId32" Type="http://schemas.openxmlformats.org/officeDocument/2006/relationships/image" Target="../media/image630.png"/><Relationship Id="rId37" Type="http://schemas.openxmlformats.org/officeDocument/2006/relationships/customXml" Target="../ink/ink1127.xml"/><Relationship Id="rId40" Type="http://schemas.openxmlformats.org/officeDocument/2006/relationships/image" Target="../media/image634.png"/><Relationship Id="rId45" Type="http://schemas.openxmlformats.org/officeDocument/2006/relationships/customXml" Target="../ink/ink1131.xml"/><Relationship Id="rId53" Type="http://schemas.openxmlformats.org/officeDocument/2006/relationships/customXml" Target="../ink/ink1135.xml"/><Relationship Id="rId58" Type="http://schemas.openxmlformats.org/officeDocument/2006/relationships/image" Target="../media/image643.png"/><Relationship Id="rId5" Type="http://schemas.openxmlformats.org/officeDocument/2006/relationships/customXml" Target="../ink/ink1111.xml"/><Relationship Id="rId19" Type="http://schemas.openxmlformats.org/officeDocument/2006/relationships/customXml" Target="../ink/ink1118.xml"/><Relationship Id="rId4" Type="http://schemas.openxmlformats.org/officeDocument/2006/relationships/image" Target="../media/image6160.png"/><Relationship Id="rId9" Type="http://schemas.openxmlformats.org/officeDocument/2006/relationships/customXml" Target="../ink/ink1113.xml"/><Relationship Id="rId14" Type="http://schemas.openxmlformats.org/officeDocument/2006/relationships/image" Target="../media/image6210.png"/><Relationship Id="rId22" Type="http://schemas.openxmlformats.org/officeDocument/2006/relationships/image" Target="../media/image6250.png"/><Relationship Id="rId27" Type="http://schemas.openxmlformats.org/officeDocument/2006/relationships/customXml" Target="../ink/ink1122.xml"/><Relationship Id="rId30" Type="http://schemas.openxmlformats.org/officeDocument/2006/relationships/image" Target="../media/image629.png"/><Relationship Id="rId35" Type="http://schemas.openxmlformats.org/officeDocument/2006/relationships/customXml" Target="../ink/ink1126.xml"/><Relationship Id="rId43" Type="http://schemas.openxmlformats.org/officeDocument/2006/relationships/customXml" Target="../ink/ink1130.xml"/><Relationship Id="rId48" Type="http://schemas.openxmlformats.org/officeDocument/2006/relationships/image" Target="../media/image638.png"/><Relationship Id="rId56" Type="http://schemas.openxmlformats.org/officeDocument/2006/relationships/image" Target="../media/image642.png"/><Relationship Id="rId8" Type="http://schemas.openxmlformats.org/officeDocument/2006/relationships/image" Target="../media/image6180.png"/><Relationship Id="rId51" Type="http://schemas.openxmlformats.org/officeDocument/2006/relationships/customXml" Target="../ink/ink1134.xml"/><Relationship Id="rId3" Type="http://schemas.openxmlformats.org/officeDocument/2006/relationships/customXml" Target="../ink/ink1110.xml"/><Relationship Id="rId12" Type="http://schemas.openxmlformats.org/officeDocument/2006/relationships/image" Target="../media/image6200.png"/><Relationship Id="rId17" Type="http://schemas.openxmlformats.org/officeDocument/2006/relationships/customXml" Target="../ink/ink1117.xml"/><Relationship Id="rId25" Type="http://schemas.openxmlformats.org/officeDocument/2006/relationships/customXml" Target="../ink/ink1121.xml"/><Relationship Id="rId33" Type="http://schemas.openxmlformats.org/officeDocument/2006/relationships/customXml" Target="../ink/ink1125.xml"/><Relationship Id="rId38" Type="http://schemas.openxmlformats.org/officeDocument/2006/relationships/image" Target="../media/image633.png"/><Relationship Id="rId46" Type="http://schemas.openxmlformats.org/officeDocument/2006/relationships/image" Target="../media/image637.png"/><Relationship Id="rId59" Type="http://schemas.openxmlformats.org/officeDocument/2006/relationships/customXml" Target="../ink/ink1138.xml"/><Relationship Id="rId20" Type="http://schemas.openxmlformats.org/officeDocument/2006/relationships/image" Target="../media/image6240.png"/><Relationship Id="rId41" Type="http://schemas.openxmlformats.org/officeDocument/2006/relationships/customXml" Target="../ink/ink1129.xml"/><Relationship Id="rId54" Type="http://schemas.openxmlformats.org/officeDocument/2006/relationships/image" Target="../media/image6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70.png"/><Relationship Id="rId15" Type="http://schemas.openxmlformats.org/officeDocument/2006/relationships/customXml" Target="../ink/ink1116.xml"/><Relationship Id="rId23" Type="http://schemas.openxmlformats.org/officeDocument/2006/relationships/customXml" Target="../ink/ink1120.xml"/><Relationship Id="rId28" Type="http://schemas.openxmlformats.org/officeDocument/2006/relationships/image" Target="../media/image628.png"/><Relationship Id="rId36" Type="http://schemas.openxmlformats.org/officeDocument/2006/relationships/image" Target="../media/image632.png"/><Relationship Id="rId49" Type="http://schemas.openxmlformats.org/officeDocument/2006/relationships/customXml" Target="../ink/ink1133.xml"/><Relationship Id="rId57" Type="http://schemas.openxmlformats.org/officeDocument/2006/relationships/customXml" Target="../ink/ink1137.xml"/><Relationship Id="rId10" Type="http://schemas.openxmlformats.org/officeDocument/2006/relationships/image" Target="../media/image6190.png"/><Relationship Id="rId31" Type="http://schemas.openxmlformats.org/officeDocument/2006/relationships/customXml" Target="../ink/ink1124.xml"/><Relationship Id="rId44" Type="http://schemas.openxmlformats.org/officeDocument/2006/relationships/image" Target="../media/image636.png"/><Relationship Id="rId52" Type="http://schemas.openxmlformats.org/officeDocument/2006/relationships/image" Target="../media/image640.png"/><Relationship Id="rId60" Type="http://schemas.openxmlformats.org/officeDocument/2006/relationships/image" Target="../media/image64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wmf"/><Relationship Id="rId2" Type="http://schemas.openxmlformats.org/officeDocument/2006/relationships/image" Target="../media/image64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6.png"/><Relationship Id="rId2" Type="http://schemas.openxmlformats.org/officeDocument/2006/relationships/image" Target="../media/image318.w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7.png"/><Relationship Id="rId2" Type="http://schemas.openxmlformats.org/officeDocument/2006/relationships/image" Target="../media/image318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ro-RO" sz="3200" b="1">
                <a:solidFill>
                  <a:srgbClr val="0000FF"/>
                </a:solidFill>
              </a:rPr>
              <a:t>5         31</a:t>
            </a:r>
            <a:r>
              <a:rPr lang="en-US" sz="3200" b="1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o-RO" sz="2400" b="1" dirty="0">
              <a:solidFill>
                <a:srgbClr val="0000FF"/>
              </a:solidFill>
            </a:endParaRPr>
          </a:p>
          <a:p>
            <a:r>
              <a:rPr lang="en-US" sz="3600" b="1" dirty="0">
                <a:solidFill>
                  <a:srgbClr val="0000FF"/>
                </a:solidFill>
              </a:rPr>
              <a:t>Agenda</a:t>
            </a:r>
            <a:r>
              <a:rPr lang="ro-RO" sz="3600" b="1" dirty="0">
                <a:solidFill>
                  <a:srgbClr val="0000FF"/>
                </a:solidFill>
              </a:rPr>
              <a:t>:</a:t>
            </a:r>
            <a:endParaRPr lang="ro-RO" sz="3600" b="1" dirty="0">
              <a:solidFill>
                <a:srgbClr val="FF0000"/>
              </a:solidFill>
            </a:endParaRPr>
          </a:p>
          <a:p>
            <a:endParaRPr lang="ro-RO" sz="3200" b="1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3200" b="1" dirty="0">
                <a:solidFill>
                  <a:srgbClr val="0000FF"/>
                </a:solidFill>
              </a:rPr>
              <a:t>DCD/DMUX (recapitulare)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400" b="1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Extinderea numărului de ieșiri;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Utilizare în implementarea funcțiilor binare;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3200" b="1" dirty="0">
                <a:solidFill>
                  <a:srgbClr val="0000FF"/>
                </a:solidFill>
              </a:rPr>
              <a:t>MUX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Simbol, tabel de adevăr, structură internă, ecuație funcțională;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Extinderea numărului de intrări;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Utilizare în implementarea funcțiilor binare;</a:t>
            </a:r>
            <a:endParaRPr lang="ro-RO" sz="3200" b="1" dirty="0">
              <a:solidFill>
                <a:srgbClr val="0000FF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9739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5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o-RO" sz="2400" b="1" dirty="0">
              <a:solidFill>
                <a:srgbClr val="0000FF"/>
              </a:solidFill>
            </a:endParaRPr>
          </a:p>
          <a:p>
            <a:endParaRPr lang="ro-RO" sz="3200" b="1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3200" b="1" dirty="0">
                <a:solidFill>
                  <a:srgbClr val="0000FF"/>
                </a:solidFill>
              </a:rPr>
              <a:t>DCD/DMUX (continuare)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400" b="1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Extinderea numărului de ieșiri;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Utilizare în implementarea funcțiilor binare;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MUX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Simbol, tabel de adevăr, structură internă, ecuație funcțională;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Extinderea numărului de intrări;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Utilizare în implementarea funcțiilor binare;</a:t>
            </a:r>
            <a:endParaRPr lang="ro-RO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1150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1239438" y="411513"/>
            <a:ext cx="2258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Extensia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DMUX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7" name="Obiect 6">
            <a:extLst>
              <a:ext uri="{FF2B5EF4-FFF2-40B4-BE49-F238E27FC236}">
                <a16:creationId xmlns:a16="http://schemas.microsoft.com/office/drawing/2014/main" id="{35EEEC38-DE0F-4272-80A0-5F6C0AE5684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49733" y="960147"/>
          <a:ext cx="9966851" cy="5234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Bitmap Image" r:id="rId3" imgW="5800000" imgH="3048426" progId="Paint.Picture">
                  <p:embed/>
                </p:oleObj>
              </mc:Choice>
              <mc:Fallback>
                <p:oleObj name="Bitmap Image" r:id="rId3" imgW="5800000" imgH="3048426" progId="Paint.Picture">
                  <p:embed/>
                  <p:pic>
                    <p:nvPicPr>
                      <p:cNvPr id="7" name="Obiect 6">
                        <a:extLst>
                          <a:ext uri="{FF2B5EF4-FFF2-40B4-BE49-F238E27FC236}">
                            <a16:creationId xmlns:a16="http://schemas.microsoft.com/office/drawing/2014/main" id="{35EEEC38-DE0F-4272-80A0-5F6C0AE568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733" y="960147"/>
                        <a:ext cx="9966851" cy="52340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reptunghi 7">
            <a:extLst>
              <a:ext uri="{FF2B5EF4-FFF2-40B4-BE49-F238E27FC236}">
                <a16:creationId xmlns:a16="http://schemas.microsoft.com/office/drawing/2014/main" id="{3E37367D-89E2-479C-BD5A-46E79FDE8521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63919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320074"/>
            <a:ext cx="11717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Utilizarea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DCD/DMUX in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implementarea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functiilor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binare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8EC2CEF-E1CC-4C73-82F3-24915435A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9886950" cy="458152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9" name="Obiect 8">
            <a:extLst>
              <a:ext uri="{FF2B5EF4-FFF2-40B4-BE49-F238E27FC236}">
                <a16:creationId xmlns:a16="http://schemas.microsoft.com/office/drawing/2014/main" id="{95E168E0-315B-4749-ABD5-8A220AF0202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113487" y="228635"/>
          <a:ext cx="2834609" cy="3958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9" name="Obiect 8">
                        <a:extLst>
                          <a:ext uri="{FF2B5EF4-FFF2-40B4-BE49-F238E27FC236}">
                            <a16:creationId xmlns:a16="http://schemas.microsoft.com/office/drawing/2014/main" id="{95E168E0-315B-4749-ABD5-8A220AF020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3487" y="228635"/>
                        <a:ext cx="2834609" cy="39586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2926CAEC-A900-4768-AC76-58AA14752B01}"/>
                  </a:ext>
                </a:extLst>
              </p14:cNvPr>
              <p14:cNvContentPartPr/>
              <p14:nvPr/>
            </p14:nvContentPartPr>
            <p14:xfrm>
              <a:off x="1789749" y="774265"/>
              <a:ext cx="360" cy="3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2926CAEC-A900-4768-AC76-58AA14752B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2109" y="7566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06AEDA8-3587-4E41-8E1C-AAD09785AEE3}"/>
                  </a:ext>
                </a:extLst>
              </p14:cNvPr>
              <p14:cNvContentPartPr/>
              <p14:nvPr/>
            </p14:nvContentPartPr>
            <p14:xfrm>
              <a:off x="9264069" y="394105"/>
              <a:ext cx="1521360" cy="3956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06AEDA8-3587-4E41-8E1C-AAD09785AE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6069" y="376105"/>
                <a:ext cx="155700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A2119332-CBDF-44FE-89A5-4C0122E25127}"/>
                  </a:ext>
                </a:extLst>
              </p14:cNvPr>
              <p14:cNvContentPartPr/>
              <p14:nvPr/>
            </p14:nvContentPartPr>
            <p14:xfrm>
              <a:off x="7627509" y="394465"/>
              <a:ext cx="1386720" cy="5857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A2119332-CBDF-44FE-89A5-4C0122E251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09864" y="376476"/>
                <a:ext cx="1422369" cy="621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857E92D-3258-40EA-A9DF-8BFC30CA14D7}"/>
                  </a:ext>
                </a:extLst>
              </p14:cNvPr>
              <p14:cNvContentPartPr/>
              <p14:nvPr/>
            </p14:nvContentPartPr>
            <p14:xfrm>
              <a:off x="7887789" y="53905"/>
              <a:ext cx="1766520" cy="2851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857E92D-3258-40EA-A9DF-8BFC30CA14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70149" y="35905"/>
                <a:ext cx="180216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9F109582-E7F8-46C0-BCB1-267E0F49FB8E}"/>
                  </a:ext>
                </a:extLst>
              </p14:cNvPr>
              <p14:cNvContentPartPr/>
              <p14:nvPr/>
            </p14:nvContentPartPr>
            <p14:xfrm>
              <a:off x="2534949" y="1505785"/>
              <a:ext cx="594360" cy="1125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9F109582-E7F8-46C0-BCB1-267E0F49FB8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16949" y="1488145"/>
                <a:ext cx="630000" cy="11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9F32A36-F952-4717-886E-DF4C1AA061E4}"/>
                  </a:ext>
                </a:extLst>
              </p14:cNvPr>
              <p14:cNvContentPartPr/>
              <p14:nvPr/>
            </p14:nvContentPartPr>
            <p14:xfrm>
              <a:off x="7067709" y="1467265"/>
              <a:ext cx="1722960" cy="10537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9F32A36-F952-4717-886E-DF4C1AA061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49713" y="1449625"/>
                <a:ext cx="1758593" cy="10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ECC1FF92-0CB8-4B31-8984-632815F05B65}"/>
                  </a:ext>
                </a:extLst>
              </p14:cNvPr>
              <p14:cNvContentPartPr/>
              <p14:nvPr/>
            </p14:nvContentPartPr>
            <p14:xfrm>
              <a:off x="2718549" y="690745"/>
              <a:ext cx="1575720" cy="5421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ECC1FF92-0CB8-4B31-8984-632815F05B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00905" y="672745"/>
                <a:ext cx="1611368" cy="5778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Dreptunghi 15">
            <a:extLst>
              <a:ext uri="{FF2B5EF4-FFF2-40B4-BE49-F238E27FC236}">
                <a16:creationId xmlns:a16="http://schemas.microsoft.com/office/drawing/2014/main" id="{B5E39FFF-1E72-4E88-B654-E84282A39AD3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337770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84C0A76F-1C90-49E7-B4F3-B5D61F905828}"/>
                  </a:ext>
                </a:extLst>
              </p14:cNvPr>
              <p14:cNvContentPartPr/>
              <p14:nvPr/>
            </p14:nvContentPartPr>
            <p14:xfrm>
              <a:off x="740709" y="504985"/>
              <a:ext cx="6069960" cy="62442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84C0A76F-1C90-49E7-B4F3-B5D61F9058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070" y="486985"/>
                <a:ext cx="6105598" cy="627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468CC62F-FFF1-4896-8506-80D379F38933}"/>
                  </a:ext>
                </a:extLst>
              </p14:cNvPr>
              <p14:cNvContentPartPr/>
              <p14:nvPr/>
            </p14:nvContentPartPr>
            <p14:xfrm>
              <a:off x="9667989" y="804145"/>
              <a:ext cx="19800" cy="3312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468CC62F-FFF1-4896-8506-80D379F389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50349" y="786145"/>
                <a:ext cx="554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61746CEA-B468-411B-938C-C9C59D5A1529}"/>
                  </a:ext>
                </a:extLst>
              </p14:cNvPr>
              <p14:cNvContentPartPr/>
              <p14:nvPr/>
            </p14:nvContentPartPr>
            <p14:xfrm>
              <a:off x="8474949" y="547105"/>
              <a:ext cx="886320" cy="3373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61746CEA-B468-411B-938C-C9C59D5A15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57309" y="529465"/>
                <a:ext cx="92196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60AB4B28-F7F5-4D97-8511-270D86E52F3A}"/>
                  </a:ext>
                </a:extLst>
              </p14:cNvPr>
              <p14:cNvContentPartPr/>
              <p14:nvPr/>
            </p14:nvContentPartPr>
            <p14:xfrm>
              <a:off x="7020189" y="1190065"/>
              <a:ext cx="4450680" cy="297000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60AB4B28-F7F5-4D97-8511-270D86E52F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02548" y="1172425"/>
                <a:ext cx="4486323" cy="30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9FC5F6B9-8E7A-40D0-B567-74DBF0051F9C}"/>
                  </a:ext>
                </a:extLst>
              </p14:cNvPr>
              <p14:cNvContentPartPr/>
              <p14:nvPr/>
            </p14:nvContentPartPr>
            <p14:xfrm>
              <a:off x="8195589" y="4486585"/>
              <a:ext cx="2066040" cy="4071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9FC5F6B9-8E7A-40D0-B567-74DBF0051F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77589" y="4468929"/>
                <a:ext cx="2101680" cy="442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7632D76A-A82D-4EFD-8991-3A93686D2BF3}"/>
                  </a:ext>
                </a:extLst>
              </p14:cNvPr>
              <p14:cNvContentPartPr/>
              <p14:nvPr/>
            </p14:nvContentPartPr>
            <p14:xfrm>
              <a:off x="10683909" y="4414945"/>
              <a:ext cx="960480" cy="36360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7632D76A-A82D-4EFD-8991-3A93686D2BF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65909" y="4397305"/>
                <a:ext cx="99612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0298393C-318C-44C2-9031-A78F97F521EE}"/>
                  </a:ext>
                </a:extLst>
              </p14:cNvPr>
              <p14:cNvContentPartPr/>
              <p14:nvPr/>
            </p14:nvContentPartPr>
            <p14:xfrm>
              <a:off x="8193069" y="5045665"/>
              <a:ext cx="3467880" cy="113904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0298393C-318C-44C2-9031-A78F97F521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75431" y="5028019"/>
                <a:ext cx="3503516" cy="117469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230E003D-EE9E-4028-83AF-120A9C53E8BB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54596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228635"/>
            <a:ext cx="11717716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buFont typeface="Symbol" panose="05050102010706020507" pitchFamily="18" charset="2"/>
              <a:buChar char="¨"/>
            </a:pP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Utilizarea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DCD/DMUX in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implementarea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functiilor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binare</a:t>
            </a:r>
            <a:endParaRPr lang="ro-RO" b="1" i="1" dirty="0">
              <a:latin typeface="Tahoma" panose="020B0604030504040204" pitchFamily="34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Cazul DCD cu ieșiri active pe zero 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AE4C3C1D-FDB1-45DD-8F9D-67D8CD2B0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10241168" cy="5157805"/>
          </a:xfrm>
          <a:prstGeom prst="rect">
            <a:avLst/>
          </a:prstGeom>
        </p:spPr>
      </p:pic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4C3F56D4-FA64-4497-A71C-0CD84B5A733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387804" y="137196"/>
          <a:ext cx="2560292" cy="357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4C3F56D4-FA64-4497-A71C-0CD84B5A7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7804" y="137196"/>
                        <a:ext cx="2560292" cy="3575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1C47363B-16AB-42B2-99FE-8E1612DD1EF7}"/>
                  </a:ext>
                </a:extLst>
              </p14:cNvPr>
              <p14:cNvContentPartPr/>
              <p14:nvPr/>
            </p14:nvContentPartPr>
            <p14:xfrm>
              <a:off x="5770269" y="698305"/>
              <a:ext cx="9720" cy="43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1C47363B-16AB-42B2-99FE-8E1612DD1E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52269" y="680665"/>
                <a:ext cx="45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14:cNvPr>
              <p14:cNvContentPartPr/>
              <p14:nvPr/>
            </p14:nvContentPartPr>
            <p14:xfrm>
              <a:off x="6597909" y="1886305"/>
              <a:ext cx="326880" cy="154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79909" y="1868305"/>
                <a:ext cx="362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14:cNvPr>
              <p14:cNvContentPartPr/>
              <p14:nvPr/>
            </p14:nvContentPartPr>
            <p14:xfrm>
              <a:off x="7092909" y="2088265"/>
              <a:ext cx="35280" cy="1425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75269" y="2070625"/>
                <a:ext cx="709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14:cNvPr>
              <p14:cNvContentPartPr/>
              <p14:nvPr/>
            </p14:nvContentPartPr>
            <p14:xfrm>
              <a:off x="7309989" y="1833385"/>
              <a:ext cx="263520" cy="140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292349" y="1815745"/>
                <a:ext cx="299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14:cNvPr>
              <p14:cNvContentPartPr/>
              <p14:nvPr/>
            </p14:nvContentPartPr>
            <p14:xfrm>
              <a:off x="6559389" y="1951465"/>
              <a:ext cx="402120" cy="1742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41405" y="1933825"/>
                <a:ext cx="437728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14:cNvPr>
              <p14:cNvContentPartPr/>
              <p14:nvPr/>
            </p14:nvContentPartPr>
            <p14:xfrm>
              <a:off x="7846029" y="1174225"/>
              <a:ext cx="1409040" cy="5648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28384" y="1156225"/>
                <a:ext cx="1444689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14:cNvPr>
              <p14:cNvContentPartPr/>
              <p14:nvPr/>
            </p14:nvContentPartPr>
            <p14:xfrm>
              <a:off x="6586029" y="1322545"/>
              <a:ext cx="942840" cy="2851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68389" y="1304545"/>
                <a:ext cx="9784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14:cNvPr>
              <p14:cNvContentPartPr/>
              <p14:nvPr/>
            </p14:nvContentPartPr>
            <p14:xfrm>
              <a:off x="7780869" y="2073865"/>
              <a:ext cx="45360" cy="1328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63229" y="2056225"/>
                <a:ext cx="81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14:cNvPr>
              <p14:cNvContentPartPr/>
              <p14:nvPr/>
            </p14:nvContentPartPr>
            <p14:xfrm>
              <a:off x="8007669" y="2040385"/>
              <a:ext cx="10080" cy="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90029" y="2022745"/>
                <a:ext cx="45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14:cNvPr>
              <p14:cNvContentPartPr/>
              <p14:nvPr/>
            </p14:nvContentPartPr>
            <p14:xfrm>
              <a:off x="8392869" y="1872985"/>
              <a:ext cx="297720" cy="43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75229" y="1855345"/>
                <a:ext cx="333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14:cNvPr>
              <p14:cNvContentPartPr/>
              <p14:nvPr/>
            </p14:nvContentPartPr>
            <p14:xfrm>
              <a:off x="8460549" y="1958665"/>
              <a:ext cx="426960" cy="2628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42564" y="1940690"/>
                <a:ext cx="462570" cy="298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14:cNvPr>
              <p14:cNvContentPartPr/>
              <p14:nvPr/>
            </p14:nvContentPartPr>
            <p14:xfrm>
              <a:off x="8137629" y="2047945"/>
              <a:ext cx="124200" cy="115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19989" y="2030305"/>
                <a:ext cx="159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14:cNvPr>
              <p14:cNvContentPartPr/>
              <p14:nvPr/>
            </p14:nvContentPartPr>
            <p14:xfrm>
              <a:off x="7281189" y="1955785"/>
              <a:ext cx="319680" cy="2754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63529" y="1937785"/>
                <a:ext cx="35536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42A995B8-05D8-4641-AF51-AE2E8DAA5998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14149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67AE365D-5BBA-47CD-8964-A9E9017BBEEF}"/>
                  </a:ext>
                </a:extLst>
              </p14:cNvPr>
              <p14:cNvContentPartPr/>
              <p14:nvPr/>
            </p14:nvContentPartPr>
            <p14:xfrm>
              <a:off x="403389" y="476185"/>
              <a:ext cx="199440" cy="3085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67AE365D-5BBA-47CD-8964-A9E9017BBE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749" y="458545"/>
                <a:ext cx="23508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7BFACB84-7796-4E56-8E33-1C5B52818C9D}"/>
                  </a:ext>
                </a:extLst>
              </p14:cNvPr>
              <p14:cNvContentPartPr/>
              <p14:nvPr/>
            </p14:nvContentPartPr>
            <p14:xfrm>
              <a:off x="760149" y="639625"/>
              <a:ext cx="121320" cy="7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7BFACB84-7796-4E56-8E33-1C5B52818C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2149" y="621985"/>
                <a:ext cx="1569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7F607C0-A558-45C3-AAB8-29C67FAD8EB9}"/>
                  </a:ext>
                </a:extLst>
              </p14:cNvPr>
              <p14:cNvContentPartPr/>
              <p14:nvPr/>
            </p14:nvContentPartPr>
            <p14:xfrm>
              <a:off x="760149" y="733945"/>
              <a:ext cx="155880" cy="266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7F607C0-A558-45C3-AAB8-29C67FAD8E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2149" y="716305"/>
                <a:ext cx="1915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93FAFA8-E96C-4D34-827E-E9A8C1D90C2E}"/>
                  </a:ext>
                </a:extLst>
              </p14:cNvPr>
              <p14:cNvContentPartPr/>
              <p14:nvPr/>
            </p14:nvContentPartPr>
            <p14:xfrm>
              <a:off x="2612709" y="654385"/>
              <a:ext cx="149760" cy="100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93FAFA8-E96C-4D34-827E-E9A8C1D90C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5069" y="636385"/>
                <a:ext cx="1854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FE5F68B-7135-4769-BAF0-BA023097000B}"/>
                  </a:ext>
                </a:extLst>
              </p14:cNvPr>
              <p14:cNvContentPartPr/>
              <p14:nvPr/>
            </p14:nvContentPartPr>
            <p14:xfrm>
              <a:off x="2622789" y="734665"/>
              <a:ext cx="159480" cy="86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FE5F68B-7135-4769-BAF0-BA02309700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04789" y="716665"/>
                <a:ext cx="1951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C9E1B6D7-4350-41A7-A655-8C5EB32ED38C}"/>
                  </a:ext>
                </a:extLst>
              </p14:cNvPr>
              <p14:cNvContentPartPr/>
              <p14:nvPr/>
            </p14:nvContentPartPr>
            <p14:xfrm>
              <a:off x="3074949" y="471505"/>
              <a:ext cx="252720" cy="3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C9E1B6D7-4350-41A7-A655-8C5EB32ED3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56949" y="453505"/>
                <a:ext cx="288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18C4F19-0D8F-43D0-A88B-C2FF2637BBB3}"/>
                  </a:ext>
                </a:extLst>
              </p14:cNvPr>
              <p14:cNvContentPartPr/>
              <p14:nvPr/>
            </p14:nvContentPartPr>
            <p14:xfrm>
              <a:off x="3724389" y="485905"/>
              <a:ext cx="240840" cy="10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18C4F19-0D8F-43D0-A88B-C2FF2637BB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06749" y="467905"/>
                <a:ext cx="2764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EE1D920-0B4B-44F5-9D65-41CBACA73118}"/>
                  </a:ext>
                </a:extLst>
              </p14:cNvPr>
              <p14:cNvContentPartPr/>
              <p14:nvPr/>
            </p14:nvContentPartPr>
            <p14:xfrm>
              <a:off x="3050829" y="370345"/>
              <a:ext cx="1090800" cy="39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EE1D920-0B4B-44F5-9D65-41CBACA731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32829" y="352345"/>
                <a:ext cx="11264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E237627F-D43C-4B8D-8DB4-5042B6777433}"/>
                  </a:ext>
                </a:extLst>
              </p14:cNvPr>
              <p14:cNvContentPartPr/>
              <p14:nvPr/>
            </p14:nvContentPartPr>
            <p14:xfrm>
              <a:off x="3079989" y="561865"/>
              <a:ext cx="1215000" cy="2962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E237627F-D43C-4B8D-8DB4-5042B67774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61994" y="543865"/>
                <a:ext cx="1250629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D32091BE-9365-4F57-ABAB-1BC813078FCE}"/>
                  </a:ext>
                </a:extLst>
              </p14:cNvPr>
              <p14:cNvContentPartPr/>
              <p14:nvPr/>
            </p14:nvContentPartPr>
            <p14:xfrm>
              <a:off x="1197909" y="553225"/>
              <a:ext cx="1200600" cy="3592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D32091BE-9365-4F57-ABAB-1BC813078F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80269" y="535225"/>
                <a:ext cx="123624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41C3D6AB-D236-4C05-87F0-DC19AB911A00}"/>
                  </a:ext>
                </a:extLst>
              </p14:cNvPr>
              <p14:cNvContentPartPr/>
              <p14:nvPr/>
            </p14:nvContentPartPr>
            <p14:xfrm>
              <a:off x="995589" y="1133545"/>
              <a:ext cx="2364480" cy="34862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41C3D6AB-D236-4C05-87F0-DC19AB911A0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586" y="1115545"/>
                <a:ext cx="2400125" cy="352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1F2C257-3E00-4C8F-A48D-4DAECAA20054}"/>
                  </a:ext>
                </a:extLst>
              </p14:cNvPr>
              <p14:cNvContentPartPr/>
              <p14:nvPr/>
            </p14:nvContentPartPr>
            <p14:xfrm>
              <a:off x="3315789" y="1809265"/>
              <a:ext cx="776880" cy="165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1F2C257-3E00-4C8F-A48D-4DAECAA200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97789" y="1791625"/>
                <a:ext cx="812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313033D-A310-439C-9733-87CAFBE147C7}"/>
                  </a:ext>
                </a:extLst>
              </p14:cNvPr>
              <p14:cNvContentPartPr/>
              <p14:nvPr/>
            </p14:nvContentPartPr>
            <p14:xfrm>
              <a:off x="565749" y="2579305"/>
              <a:ext cx="301680" cy="2559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313033D-A310-439C-9733-87CAFBE147C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7749" y="2561330"/>
                <a:ext cx="337320" cy="291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C6D4CB81-2EDC-437F-AB9D-B2E37BF8AEA0}"/>
                  </a:ext>
                </a:extLst>
              </p14:cNvPr>
              <p14:cNvContentPartPr/>
              <p14:nvPr/>
            </p14:nvContentPartPr>
            <p14:xfrm>
              <a:off x="481149" y="1722505"/>
              <a:ext cx="376560" cy="2667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C6D4CB81-2EDC-437F-AB9D-B2E37BF8AEA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3149" y="1704505"/>
                <a:ext cx="4122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17D973FD-F1CA-4628-B371-28A1337B48A4}"/>
                  </a:ext>
                </a:extLst>
              </p14:cNvPr>
              <p14:cNvContentPartPr/>
              <p14:nvPr/>
            </p14:nvContentPartPr>
            <p14:xfrm>
              <a:off x="533709" y="2167465"/>
              <a:ext cx="283680" cy="3009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17D973FD-F1CA-4628-B371-28A1337B48A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6069" y="2149825"/>
                <a:ext cx="3193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05F773A2-7EA9-4ECC-A16D-06F7C64BE634}"/>
                  </a:ext>
                </a:extLst>
              </p14:cNvPr>
              <p14:cNvContentPartPr/>
              <p14:nvPr/>
            </p14:nvContentPartPr>
            <p14:xfrm>
              <a:off x="3719709" y="1486705"/>
              <a:ext cx="286920" cy="147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05F773A2-7EA9-4ECC-A16D-06F7C64BE63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02069" y="1469065"/>
                <a:ext cx="3225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EF653111-9179-416A-8778-337BED130B75}"/>
                  </a:ext>
                </a:extLst>
              </p14:cNvPr>
              <p14:cNvContentPartPr/>
              <p14:nvPr/>
            </p14:nvContentPartPr>
            <p14:xfrm>
              <a:off x="3739149" y="1559065"/>
              <a:ext cx="317880" cy="1594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EF653111-9179-416A-8778-337BED130B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21129" y="1541425"/>
                <a:ext cx="35356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671C1C84-B867-4E05-839B-BE42CA40347A}"/>
                  </a:ext>
                </a:extLst>
              </p14:cNvPr>
              <p14:cNvContentPartPr/>
              <p14:nvPr/>
            </p14:nvContentPartPr>
            <p14:xfrm>
              <a:off x="1919709" y="4313425"/>
              <a:ext cx="2367720" cy="96012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671C1C84-B867-4E05-839B-BE42CA40347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02066" y="4295418"/>
                <a:ext cx="2403365" cy="995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137DBB7-BAB0-4111-AC1D-9C3197E09178}"/>
                  </a:ext>
                </a:extLst>
              </p14:cNvPr>
              <p14:cNvContentPartPr/>
              <p14:nvPr/>
            </p14:nvContentPartPr>
            <p14:xfrm>
              <a:off x="10202589" y="3956305"/>
              <a:ext cx="254520" cy="1969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137DBB7-BAB0-4111-AC1D-9C3197E0917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84949" y="3938665"/>
                <a:ext cx="2901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5A8C33C-11CE-45B3-A707-5622D1426FAB}"/>
                  </a:ext>
                </a:extLst>
              </p14:cNvPr>
              <p14:cNvContentPartPr/>
              <p14:nvPr/>
            </p14:nvContentPartPr>
            <p14:xfrm>
              <a:off x="8200269" y="4375705"/>
              <a:ext cx="435960" cy="25632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5A8C33C-11CE-45B3-A707-5622D1426F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82629" y="4358065"/>
                <a:ext cx="4716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6C84BDAF-865F-4952-ACC2-CD3C1A197D7F}"/>
                  </a:ext>
                </a:extLst>
              </p14:cNvPr>
              <p14:cNvContentPartPr/>
              <p14:nvPr/>
            </p14:nvContentPartPr>
            <p14:xfrm>
              <a:off x="10024389" y="4303345"/>
              <a:ext cx="309240" cy="32148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6C84BDAF-865F-4952-ACC2-CD3C1A197D7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006389" y="4285345"/>
                <a:ext cx="3448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F9C1E67B-0BF7-4D00-A20A-0A364470CE8D}"/>
                  </a:ext>
                </a:extLst>
              </p14:cNvPr>
              <p14:cNvContentPartPr/>
              <p14:nvPr/>
            </p14:nvContentPartPr>
            <p14:xfrm>
              <a:off x="10654749" y="3759025"/>
              <a:ext cx="1187280" cy="85392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F9C1E67B-0BF7-4D00-A20A-0A364470CE8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637109" y="3741385"/>
                <a:ext cx="1222920" cy="88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65DE3543-DB22-434F-AC70-17F17938DD53}"/>
                  </a:ext>
                </a:extLst>
              </p14:cNvPr>
              <p14:cNvContentPartPr/>
              <p14:nvPr/>
            </p14:nvContentPartPr>
            <p14:xfrm>
              <a:off x="8962029" y="4350505"/>
              <a:ext cx="906840" cy="2800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65DE3543-DB22-434F-AC70-17F17938DD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44029" y="4332842"/>
                <a:ext cx="942480" cy="315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A891B844-6F7A-4F33-B4BE-401361BED725}"/>
                  </a:ext>
                </a:extLst>
              </p14:cNvPr>
              <p14:cNvContentPartPr/>
              <p14:nvPr/>
            </p14:nvContentPartPr>
            <p14:xfrm>
              <a:off x="3308229" y="1900705"/>
              <a:ext cx="6478200" cy="23324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A891B844-6F7A-4F33-B4BE-401361BED72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90229" y="1883068"/>
                <a:ext cx="6513840" cy="2368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75A96A69-A852-4EB7-A3B5-92AFB8B1CCBE}"/>
                  </a:ext>
                </a:extLst>
              </p14:cNvPr>
              <p14:cNvContentPartPr/>
              <p14:nvPr/>
            </p14:nvContentPartPr>
            <p14:xfrm>
              <a:off x="8250309" y="5025865"/>
              <a:ext cx="438120" cy="17424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75A96A69-A852-4EB7-A3B5-92AFB8B1CCB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32309" y="5008225"/>
                <a:ext cx="473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9BC7BFE4-B3AA-4DB4-B385-02D4793C51B6}"/>
                  </a:ext>
                </a:extLst>
              </p14:cNvPr>
              <p14:cNvContentPartPr/>
              <p14:nvPr/>
            </p14:nvContentPartPr>
            <p14:xfrm>
              <a:off x="8328429" y="5326825"/>
              <a:ext cx="454320" cy="3085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9BC7BFE4-B3AA-4DB4-B385-02D4793C51B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10429" y="5309185"/>
                <a:ext cx="4899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22B7DDF2-AAEA-43BF-827A-B0FE7769DE8B}"/>
                  </a:ext>
                </a:extLst>
              </p14:cNvPr>
              <p14:cNvContentPartPr/>
              <p14:nvPr/>
            </p14:nvContentPartPr>
            <p14:xfrm>
              <a:off x="11034909" y="4802665"/>
              <a:ext cx="1053000" cy="38592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22B7DDF2-AAEA-43BF-827A-B0FE7769DE8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017269" y="4785025"/>
                <a:ext cx="108864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42FF8DAD-1A0F-4108-96F0-DF2ACFF2CD6B}"/>
                  </a:ext>
                </a:extLst>
              </p14:cNvPr>
              <p14:cNvContentPartPr/>
              <p14:nvPr/>
            </p14:nvContentPartPr>
            <p14:xfrm>
              <a:off x="10895589" y="5362465"/>
              <a:ext cx="785880" cy="35604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42FF8DAD-1A0F-4108-96F0-DF2ACFF2CD6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877949" y="5344465"/>
                <a:ext cx="8215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8361A4C6-F868-4268-A273-2EDFE252CEBB}"/>
                  </a:ext>
                </a:extLst>
              </p14:cNvPr>
              <p14:cNvContentPartPr/>
              <p14:nvPr/>
            </p14:nvContentPartPr>
            <p14:xfrm>
              <a:off x="8945829" y="4824265"/>
              <a:ext cx="1731240" cy="8841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8361A4C6-F868-4268-A273-2EDFE252CEB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928189" y="4806625"/>
                <a:ext cx="1766880" cy="9198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reptunghi 31">
            <a:extLst>
              <a:ext uri="{FF2B5EF4-FFF2-40B4-BE49-F238E27FC236}">
                <a16:creationId xmlns:a16="http://schemas.microsoft.com/office/drawing/2014/main" id="{5BFB881B-B8B5-483D-BE9C-4770A379B5E5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150234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iect 31">
            <a:extLst>
              <a:ext uri="{FF2B5EF4-FFF2-40B4-BE49-F238E27FC236}">
                <a16:creationId xmlns:a16="http://schemas.microsoft.com/office/drawing/2014/main" id="{33AB0277-E057-4D10-A8AE-B08D71696CA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18221" y="594391"/>
          <a:ext cx="2560292" cy="357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32" name="Obiect 31">
                        <a:extLst>
                          <a:ext uri="{FF2B5EF4-FFF2-40B4-BE49-F238E27FC236}">
                            <a16:creationId xmlns:a16="http://schemas.microsoft.com/office/drawing/2014/main" id="{33AB0277-E057-4D10-A8AE-B08D71696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594391"/>
                        <a:ext cx="2560292" cy="3575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577C85BD-51D5-455A-8FE2-DDEE10201E09}"/>
                  </a:ext>
                </a:extLst>
              </p14:cNvPr>
              <p14:cNvContentPartPr/>
              <p14:nvPr/>
            </p14:nvContentPartPr>
            <p14:xfrm>
              <a:off x="2474469" y="787225"/>
              <a:ext cx="259200" cy="2624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577C85BD-51D5-455A-8FE2-DDEE10201E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6469" y="769225"/>
                <a:ext cx="2948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D589027B-87FF-4ADD-B358-C8C29E8688CE}"/>
                  </a:ext>
                </a:extLst>
              </p14:cNvPr>
              <p14:cNvContentPartPr/>
              <p14:nvPr/>
            </p14:nvContentPartPr>
            <p14:xfrm>
              <a:off x="2580309" y="1964425"/>
              <a:ext cx="197280" cy="199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D589027B-87FF-4ADD-B358-C8C29E8688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62309" y="1946425"/>
                <a:ext cx="2329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ED5D258-2091-4A70-8BF3-A23AA38624FB}"/>
                  </a:ext>
                </a:extLst>
              </p14:cNvPr>
              <p14:cNvContentPartPr/>
              <p14:nvPr/>
            </p14:nvContentPartPr>
            <p14:xfrm>
              <a:off x="2458989" y="3749305"/>
              <a:ext cx="178560" cy="303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ED5D258-2091-4A70-8BF3-A23AA38624F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40989" y="3731665"/>
                <a:ext cx="2142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DCC104A-ED50-4BD2-81EB-2F8E6D0694A9}"/>
                  </a:ext>
                </a:extLst>
              </p14:cNvPr>
              <p14:cNvContentPartPr/>
              <p14:nvPr/>
            </p14:nvContentPartPr>
            <p14:xfrm>
              <a:off x="602469" y="669505"/>
              <a:ext cx="1337040" cy="5835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DCC104A-ED50-4BD2-81EB-2F8E6D0694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4469" y="651865"/>
                <a:ext cx="137268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5657A683-B380-4317-9A30-56D460E9F741}"/>
                  </a:ext>
                </a:extLst>
              </p14:cNvPr>
              <p14:cNvContentPartPr/>
              <p14:nvPr/>
            </p14:nvContentPartPr>
            <p14:xfrm>
              <a:off x="2440629" y="2652385"/>
              <a:ext cx="232200" cy="65808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5657A683-B380-4317-9A30-56D460E9F7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22989" y="2634745"/>
                <a:ext cx="267840" cy="6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2CCD4F38-08DB-4115-9296-22ACCBF04E57}"/>
                  </a:ext>
                </a:extLst>
              </p14:cNvPr>
              <p14:cNvContentPartPr/>
              <p14:nvPr/>
            </p14:nvContentPartPr>
            <p14:xfrm>
              <a:off x="1279629" y="4736425"/>
              <a:ext cx="180720" cy="2214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2CCD4F38-08DB-4115-9296-22ACCBF04E5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61989" y="4718785"/>
                <a:ext cx="216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6F79D735-C0D5-4C65-826F-2D2681493420}"/>
                  </a:ext>
                </a:extLst>
              </p14:cNvPr>
              <p14:cNvContentPartPr/>
              <p14:nvPr/>
            </p14:nvContentPartPr>
            <p14:xfrm>
              <a:off x="2744829" y="4565065"/>
              <a:ext cx="305640" cy="3016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6F79D735-C0D5-4C65-826F-2D26814934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27189" y="4547425"/>
                <a:ext cx="34128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A6F10995-8CD7-4368-9015-40C7595FAF7B}"/>
                  </a:ext>
                </a:extLst>
              </p14:cNvPr>
              <p14:cNvContentPartPr/>
              <p14:nvPr/>
            </p14:nvContentPartPr>
            <p14:xfrm>
              <a:off x="3354309" y="4629145"/>
              <a:ext cx="132120" cy="3002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A6F10995-8CD7-4368-9015-40C7595FAF7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36309" y="4611145"/>
                <a:ext cx="1677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B761514B-B566-4530-8565-2BC02913BB89}"/>
                  </a:ext>
                </a:extLst>
              </p14:cNvPr>
              <p14:cNvContentPartPr/>
              <p14:nvPr/>
            </p14:nvContentPartPr>
            <p14:xfrm>
              <a:off x="1602189" y="4596385"/>
              <a:ext cx="902520" cy="3096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B761514B-B566-4530-8565-2BC02913BB8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84189" y="4578406"/>
                <a:ext cx="938160" cy="3451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3AB04998-3A0C-4F0B-802D-2592C8F31C2F}"/>
                  </a:ext>
                </a:extLst>
              </p14:cNvPr>
              <p14:cNvContentPartPr/>
              <p14:nvPr/>
            </p14:nvContentPartPr>
            <p14:xfrm>
              <a:off x="3523869" y="5285425"/>
              <a:ext cx="354960" cy="2862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3AB04998-3A0C-4F0B-802D-2592C8F31C2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05869" y="5267425"/>
                <a:ext cx="3906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F2A9A9B6-860B-434D-A6CB-A915F9EA9677}"/>
                  </a:ext>
                </a:extLst>
              </p14:cNvPr>
              <p14:cNvContentPartPr/>
              <p14:nvPr/>
            </p14:nvContentPartPr>
            <p14:xfrm>
              <a:off x="2016189" y="5370745"/>
              <a:ext cx="1077120" cy="2606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F2A9A9B6-860B-434D-A6CB-A915F9EA967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98189" y="5352770"/>
                <a:ext cx="1112760" cy="296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01EB678E-3C1B-4938-8519-1EEF36E7A191}"/>
                  </a:ext>
                </a:extLst>
              </p14:cNvPr>
              <p14:cNvContentPartPr/>
              <p14:nvPr/>
            </p14:nvContentPartPr>
            <p14:xfrm>
              <a:off x="1222029" y="5476225"/>
              <a:ext cx="496800" cy="1573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01EB678E-3C1B-4938-8519-1EEF36E7A19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04042" y="5458225"/>
                <a:ext cx="532414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A47C2963-4E68-4B58-8CCF-650E2F7DB198}"/>
                  </a:ext>
                </a:extLst>
              </p14:cNvPr>
              <p14:cNvContentPartPr/>
              <p14:nvPr/>
            </p14:nvContentPartPr>
            <p14:xfrm>
              <a:off x="267309" y="1280065"/>
              <a:ext cx="98640" cy="961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A47C2963-4E68-4B58-8CCF-650E2F7DB19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9669" y="1262425"/>
                <a:ext cx="1342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7CF209F5-360C-4C1B-A76F-50FEB673A408}"/>
                  </a:ext>
                </a:extLst>
              </p14:cNvPr>
              <p14:cNvContentPartPr/>
              <p14:nvPr/>
            </p14:nvContentPartPr>
            <p14:xfrm>
              <a:off x="374949" y="1635025"/>
              <a:ext cx="23400" cy="1414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7CF209F5-360C-4C1B-A76F-50FEB673A40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57309" y="1617385"/>
                <a:ext cx="590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6B4B7B11-F0BF-4126-88C0-350815AC4171}"/>
                  </a:ext>
                </a:extLst>
              </p14:cNvPr>
              <p14:cNvContentPartPr/>
              <p14:nvPr/>
            </p14:nvContentPartPr>
            <p14:xfrm>
              <a:off x="341109" y="2031745"/>
              <a:ext cx="151200" cy="1490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6B4B7B11-F0BF-4126-88C0-350815AC417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23469" y="2014105"/>
                <a:ext cx="1868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5E6B66FD-9D47-47A5-AF3C-FA9240D816FF}"/>
                  </a:ext>
                </a:extLst>
              </p14:cNvPr>
              <p14:cNvContentPartPr/>
              <p14:nvPr/>
            </p14:nvContentPartPr>
            <p14:xfrm>
              <a:off x="302589" y="2400745"/>
              <a:ext cx="131040" cy="2109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5E6B66FD-9D47-47A5-AF3C-FA9240D816F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84949" y="2383105"/>
                <a:ext cx="1666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FD641DD2-C1BA-4322-AF69-F8F6474FB757}"/>
                  </a:ext>
                </a:extLst>
              </p14:cNvPr>
              <p14:cNvContentPartPr/>
              <p14:nvPr/>
            </p14:nvContentPartPr>
            <p14:xfrm>
              <a:off x="298269" y="2708905"/>
              <a:ext cx="96120" cy="17820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FD641DD2-C1BA-4322-AF69-F8F6474FB75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80629" y="2691265"/>
                <a:ext cx="131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760FE1F1-8034-44CB-823B-6A69E27DF076}"/>
                  </a:ext>
                </a:extLst>
              </p14:cNvPr>
              <p14:cNvContentPartPr/>
              <p14:nvPr/>
            </p14:nvContentPartPr>
            <p14:xfrm>
              <a:off x="327069" y="3122905"/>
              <a:ext cx="56160" cy="1314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760FE1F1-8034-44CB-823B-6A69E27DF07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09429" y="3105265"/>
                <a:ext cx="918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3D1992F3-5300-4350-9F9D-B056BAA16893}"/>
                  </a:ext>
                </a:extLst>
              </p14:cNvPr>
              <p14:cNvContentPartPr/>
              <p14:nvPr/>
            </p14:nvContentPartPr>
            <p14:xfrm>
              <a:off x="341109" y="3061345"/>
              <a:ext cx="97200" cy="331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3D1992F3-5300-4350-9F9D-B056BAA1689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3469" y="3043705"/>
                <a:ext cx="1328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30E6C6C3-EC8E-440A-9D54-68A8A5580150}"/>
                  </a:ext>
                </a:extLst>
              </p14:cNvPr>
              <p14:cNvContentPartPr/>
              <p14:nvPr/>
            </p14:nvContentPartPr>
            <p14:xfrm>
              <a:off x="288909" y="3474985"/>
              <a:ext cx="115200" cy="2188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30E6C6C3-EC8E-440A-9D54-68A8A558015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71269" y="3457345"/>
                <a:ext cx="1508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5BFFA63C-9879-40FC-816C-26627B16D9E5}"/>
                  </a:ext>
                </a:extLst>
              </p14:cNvPr>
              <p14:cNvContentPartPr/>
              <p14:nvPr/>
            </p14:nvContentPartPr>
            <p14:xfrm>
              <a:off x="278829" y="3890425"/>
              <a:ext cx="242280" cy="17352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5BFFA63C-9879-40FC-816C-26627B16D9E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60829" y="3872785"/>
                <a:ext cx="2779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F7243361-54C2-499C-9968-EDF4E17859CD}"/>
                  </a:ext>
                </a:extLst>
              </p14:cNvPr>
              <p14:cNvContentPartPr/>
              <p14:nvPr/>
            </p14:nvContentPartPr>
            <p14:xfrm>
              <a:off x="4154949" y="1053625"/>
              <a:ext cx="7985160" cy="571320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F7243361-54C2-499C-9968-EDF4E17859C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136949" y="1035985"/>
                <a:ext cx="8020800" cy="57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5CA5649C-DA7C-4FD0-B1A3-0EF9E6C28D95}"/>
                  </a:ext>
                </a:extLst>
              </p14:cNvPr>
              <p14:cNvContentPartPr/>
              <p14:nvPr/>
            </p14:nvContentPartPr>
            <p14:xfrm>
              <a:off x="5826789" y="631705"/>
              <a:ext cx="763200" cy="33336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5CA5649C-DA7C-4FD0-B1A3-0EF9E6C28D9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809149" y="613705"/>
                <a:ext cx="798840" cy="369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Dreptunghi 25">
            <a:extLst>
              <a:ext uri="{FF2B5EF4-FFF2-40B4-BE49-F238E27FC236}">
                <a16:creationId xmlns:a16="http://schemas.microsoft.com/office/drawing/2014/main" id="{54823F24-0511-4481-8C13-93C8A2C5F35B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2013049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228635"/>
            <a:ext cx="11717716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buFont typeface="Symbol" panose="05050102010706020507" pitchFamily="18" charset="2"/>
              <a:buChar char="¨"/>
            </a:pP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Utilizarea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DCD/DMUX in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implementarea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functiilor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binare</a:t>
            </a:r>
            <a:endParaRPr lang="ro-RO" b="1" i="1" dirty="0">
              <a:latin typeface="Tahoma" panose="020B0604030504040204" pitchFamily="34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ts val="300"/>
              </a:spcBef>
            </a:pP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Cazul DCD cu ieșiri active pe zero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AE4C3C1D-FDB1-45DD-8F9D-67D8CD2B0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1143025"/>
            <a:ext cx="10241168" cy="5157805"/>
          </a:xfrm>
          <a:prstGeom prst="rect">
            <a:avLst/>
          </a:prstGeom>
        </p:spPr>
      </p:pic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4C3F56D4-FA64-4497-A71C-0CD84B5A733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387804" y="137196"/>
          <a:ext cx="2560292" cy="357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4C3F56D4-FA64-4497-A71C-0CD84B5A7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7804" y="137196"/>
                        <a:ext cx="2560292" cy="3575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1C47363B-16AB-42B2-99FE-8E1612DD1EF7}"/>
                  </a:ext>
                </a:extLst>
              </p14:cNvPr>
              <p14:cNvContentPartPr/>
              <p14:nvPr/>
            </p14:nvContentPartPr>
            <p14:xfrm>
              <a:off x="5770269" y="698305"/>
              <a:ext cx="9720" cy="43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1C47363B-16AB-42B2-99FE-8E1612DD1E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52269" y="680665"/>
                <a:ext cx="45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14:cNvPr>
              <p14:cNvContentPartPr/>
              <p14:nvPr/>
            </p14:nvContentPartPr>
            <p14:xfrm>
              <a:off x="6597909" y="1886305"/>
              <a:ext cx="326880" cy="154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79909" y="1868305"/>
                <a:ext cx="362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14:cNvPr>
              <p14:cNvContentPartPr/>
              <p14:nvPr/>
            </p14:nvContentPartPr>
            <p14:xfrm>
              <a:off x="7092909" y="2088265"/>
              <a:ext cx="35280" cy="1425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75269" y="2070625"/>
                <a:ext cx="709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14:cNvPr>
              <p14:cNvContentPartPr/>
              <p14:nvPr/>
            </p14:nvContentPartPr>
            <p14:xfrm>
              <a:off x="7309989" y="1833385"/>
              <a:ext cx="263520" cy="140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292349" y="1815745"/>
                <a:ext cx="299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14:cNvPr>
              <p14:cNvContentPartPr/>
              <p14:nvPr/>
            </p14:nvContentPartPr>
            <p14:xfrm>
              <a:off x="6559389" y="1951465"/>
              <a:ext cx="402120" cy="1742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41405" y="1933825"/>
                <a:ext cx="437728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14:cNvPr>
              <p14:cNvContentPartPr/>
              <p14:nvPr/>
            </p14:nvContentPartPr>
            <p14:xfrm>
              <a:off x="7846029" y="1174225"/>
              <a:ext cx="1409040" cy="5648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28384" y="1156225"/>
                <a:ext cx="1444689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14:cNvPr>
              <p14:cNvContentPartPr/>
              <p14:nvPr/>
            </p14:nvContentPartPr>
            <p14:xfrm>
              <a:off x="6586029" y="1322545"/>
              <a:ext cx="942840" cy="2851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68389" y="1304545"/>
                <a:ext cx="9784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14:cNvPr>
              <p14:cNvContentPartPr/>
              <p14:nvPr/>
            </p14:nvContentPartPr>
            <p14:xfrm>
              <a:off x="7780869" y="2073865"/>
              <a:ext cx="45360" cy="1328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63229" y="2056225"/>
                <a:ext cx="81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14:cNvPr>
              <p14:cNvContentPartPr/>
              <p14:nvPr/>
            </p14:nvContentPartPr>
            <p14:xfrm>
              <a:off x="8007669" y="2040385"/>
              <a:ext cx="10080" cy="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90029" y="2022745"/>
                <a:ext cx="45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14:cNvPr>
              <p14:cNvContentPartPr/>
              <p14:nvPr/>
            </p14:nvContentPartPr>
            <p14:xfrm>
              <a:off x="8392869" y="1872985"/>
              <a:ext cx="297720" cy="43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75229" y="1855345"/>
                <a:ext cx="333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14:cNvPr>
              <p14:cNvContentPartPr/>
              <p14:nvPr/>
            </p14:nvContentPartPr>
            <p14:xfrm>
              <a:off x="8460549" y="1958665"/>
              <a:ext cx="426960" cy="2628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42564" y="1940690"/>
                <a:ext cx="462570" cy="298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14:cNvPr>
              <p14:cNvContentPartPr/>
              <p14:nvPr/>
            </p14:nvContentPartPr>
            <p14:xfrm>
              <a:off x="8137629" y="2047945"/>
              <a:ext cx="124200" cy="115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19989" y="2030305"/>
                <a:ext cx="159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14:cNvPr>
              <p14:cNvContentPartPr/>
              <p14:nvPr/>
            </p14:nvContentPartPr>
            <p14:xfrm>
              <a:off x="7281189" y="1955785"/>
              <a:ext cx="319680" cy="2754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63529" y="1937785"/>
                <a:ext cx="35536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44884405-08AA-454E-8803-EF9C3162F07C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170398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228635"/>
            <a:ext cx="11717716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buFont typeface="Symbol" panose="05050102010706020507" pitchFamily="18" charset="2"/>
              <a:buChar char="¨"/>
            </a:pP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Utilizarea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DCD/DMUX in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implementarea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functiilor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binare</a:t>
            </a:r>
            <a:endParaRPr lang="ro-RO" b="1" i="1" dirty="0">
              <a:latin typeface="Tahoma" panose="020B0604030504040204" pitchFamily="34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ts val="300"/>
              </a:spcBef>
            </a:pP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Cazul DCD cu ieșiri active pe zero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0198F11-00C3-43BD-97CA-41479B816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508781"/>
            <a:ext cx="9875412" cy="4937706"/>
          </a:xfrm>
          <a:prstGeom prst="rect">
            <a:avLst/>
          </a:prstGeom>
        </p:spPr>
      </p:pic>
      <p:graphicFrame>
        <p:nvGraphicFramePr>
          <p:cNvPr id="12" name="Obiect 11">
            <a:extLst>
              <a:ext uri="{FF2B5EF4-FFF2-40B4-BE49-F238E27FC236}">
                <a16:creationId xmlns:a16="http://schemas.microsoft.com/office/drawing/2014/main" id="{AC2078A4-FEAF-4ECE-BFF3-8F49F3CD500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753560" y="228635"/>
          <a:ext cx="2095195" cy="292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12" name="Obiect 11">
                        <a:extLst>
                          <a:ext uri="{FF2B5EF4-FFF2-40B4-BE49-F238E27FC236}">
                            <a16:creationId xmlns:a16="http://schemas.microsoft.com/office/drawing/2014/main" id="{AC2078A4-FEAF-4ECE-BFF3-8F49F3CD5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560" y="228635"/>
                        <a:ext cx="2095195" cy="2926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36C38ABA-4DBC-46E9-9CF7-DD1330C7E5D9}"/>
                  </a:ext>
                </a:extLst>
              </p14:cNvPr>
              <p14:cNvContentPartPr/>
              <p14:nvPr/>
            </p14:nvContentPartPr>
            <p14:xfrm>
              <a:off x="11271789" y="150025"/>
              <a:ext cx="9000" cy="39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36C38ABA-4DBC-46E9-9CF7-DD1330C7E5D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254149" y="132385"/>
                <a:ext cx="44640" cy="39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9F81E73A-99F4-48AF-81F5-72CD92761613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1832118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228635"/>
            <a:ext cx="11717716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buFont typeface="Symbol" panose="05050102010706020507" pitchFamily="18" charset="2"/>
              <a:buChar char="¨"/>
            </a:pP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Utilizarea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DCD/DMUX in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implementarea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functiilor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binare</a:t>
            </a:r>
            <a:endParaRPr lang="en-US" b="1" i="1" dirty="0">
              <a:latin typeface="Tahoma" panose="020B0604030504040204" pitchFamily="34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ts val="300"/>
              </a:spcBef>
            </a:pP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folosind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DCD cu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iesiri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active pe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unu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12" name="Obiect 11">
            <a:extLst>
              <a:ext uri="{FF2B5EF4-FFF2-40B4-BE49-F238E27FC236}">
                <a16:creationId xmlns:a16="http://schemas.microsoft.com/office/drawing/2014/main" id="{AC2078A4-FEAF-4ECE-BFF3-8F49F3CD500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296365" y="228635"/>
          <a:ext cx="2643829" cy="3692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12" name="Obiect 11">
                        <a:extLst>
                          <a:ext uri="{FF2B5EF4-FFF2-40B4-BE49-F238E27FC236}">
                            <a16:creationId xmlns:a16="http://schemas.microsoft.com/office/drawing/2014/main" id="{AC2078A4-FEAF-4ECE-BFF3-8F49F3CD5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365" y="228635"/>
                        <a:ext cx="2643829" cy="3692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ine 8">
            <a:extLst>
              <a:ext uri="{FF2B5EF4-FFF2-40B4-BE49-F238E27FC236}">
                <a16:creationId xmlns:a16="http://schemas.microsoft.com/office/drawing/2014/main" id="{0E3112C7-876F-4E23-BD53-C18DC439D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82" y="960147"/>
            <a:ext cx="8311519" cy="5610960"/>
          </a:xfrm>
          <a:prstGeom prst="rect">
            <a:avLst/>
          </a:prstGeom>
        </p:spPr>
      </p:pic>
      <p:sp>
        <p:nvSpPr>
          <p:cNvPr id="10" name="Dreptunghi 9">
            <a:extLst>
              <a:ext uri="{FF2B5EF4-FFF2-40B4-BE49-F238E27FC236}">
                <a16:creationId xmlns:a16="http://schemas.microsoft.com/office/drawing/2014/main" id="{D22DB399-556F-4C4D-B881-D750705469D7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</p:spTree>
    <p:extLst>
      <p:ext uri="{BB962C8B-B14F-4D97-AF65-F5344CB8AC3E}">
        <p14:creationId xmlns:p14="http://schemas.microsoft.com/office/powerpoint/2010/main" val="4106936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228635"/>
            <a:ext cx="11717716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buFont typeface="Symbol" panose="05050102010706020507" pitchFamily="18" charset="2"/>
              <a:buChar char="¨"/>
            </a:pP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Utilizarea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DCD/DMUX in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implementarea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functiilor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binare</a:t>
            </a:r>
            <a:endParaRPr lang="en-US" b="1" i="1" dirty="0">
              <a:latin typeface="Tahoma" panose="020B0604030504040204" pitchFamily="34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ts val="300"/>
              </a:spcBef>
            </a:pP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folosind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DCD cu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iesiri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active pe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unu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7A6884-D72C-4E1D-BD1A-54A16DAC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60" y="13259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7" name="Obiect 6">
            <a:extLst>
              <a:ext uri="{FF2B5EF4-FFF2-40B4-BE49-F238E27FC236}">
                <a16:creationId xmlns:a16="http://schemas.microsoft.com/office/drawing/2014/main" id="{DFB04333-ADC1-43F3-AF26-EA42EB33933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3904" y="1874537"/>
          <a:ext cx="9607098" cy="457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Bitmap Image" r:id="rId3" imgW="7621064" imgH="3638095" progId="Paint.Picture">
                  <p:embed/>
                </p:oleObj>
              </mc:Choice>
              <mc:Fallback>
                <p:oleObj name="Bitmap Image" r:id="rId3" imgW="7621064" imgH="3638095" progId="Paint.Picture">
                  <p:embed/>
                  <p:pic>
                    <p:nvPicPr>
                      <p:cNvPr id="7" name="Obiect 6">
                        <a:extLst>
                          <a:ext uri="{FF2B5EF4-FFF2-40B4-BE49-F238E27FC236}">
                            <a16:creationId xmlns:a16="http://schemas.microsoft.com/office/drawing/2014/main" id="{DFB04333-ADC1-43F3-AF26-EA42EB3393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04" y="1874537"/>
                        <a:ext cx="9607098" cy="4571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30F5C752-5817-46FF-9785-DBFF6EBC99B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844999" y="594391"/>
          <a:ext cx="2185505" cy="305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Bitmap Image" r:id="rId5" imgW="1448002" imgH="2010056" progId="Paint.Picture">
                  <p:embed/>
                </p:oleObj>
              </mc:Choice>
              <mc:Fallback>
                <p:oleObj name="Bitmap Image" r:id="rId5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30F5C752-5817-46FF-9785-DBFF6EBC99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4999" y="594391"/>
                        <a:ext cx="2185505" cy="3052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reptunghi 9">
            <a:extLst>
              <a:ext uri="{FF2B5EF4-FFF2-40B4-BE49-F238E27FC236}">
                <a16:creationId xmlns:a16="http://schemas.microsoft.com/office/drawing/2014/main" id="{A0E7FD0A-77BC-4362-971F-42650F4068BB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1CB24D4-A970-4A44-AC65-9A5C5110FE9B}"/>
                  </a:ext>
                </a:extLst>
              </p14:cNvPr>
              <p14:cNvContentPartPr/>
              <p14:nvPr/>
            </p14:nvContentPartPr>
            <p14:xfrm>
              <a:off x="11006109" y="4905625"/>
              <a:ext cx="2160" cy="79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1CB24D4-A970-4A44-AC65-9A5C5110FE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88469" y="4869985"/>
                <a:ext cx="378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E6EF309-814B-46F7-86FC-71B53FD6BA44}"/>
                  </a:ext>
                </a:extLst>
              </p14:cNvPr>
              <p14:cNvContentPartPr/>
              <p14:nvPr/>
            </p14:nvContentPartPr>
            <p14:xfrm>
              <a:off x="11256669" y="240025"/>
              <a:ext cx="1036440" cy="37558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E6EF309-814B-46F7-86FC-71B53FD6BA4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239029" y="204385"/>
                <a:ext cx="1072080" cy="38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7FC2A78-E81F-49E5-B06D-55E3858E64AD}"/>
                  </a:ext>
                </a:extLst>
              </p14:cNvPr>
              <p14:cNvContentPartPr/>
              <p14:nvPr/>
            </p14:nvContentPartPr>
            <p14:xfrm>
              <a:off x="3150000" y="1534945"/>
              <a:ext cx="589680" cy="7509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7FC2A78-E81F-49E5-B06D-55E3858E64A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32000" y="1499305"/>
                <a:ext cx="62532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4050449-F4FC-4353-B8DE-E90C577223CC}"/>
                  </a:ext>
                </a:extLst>
              </p14:cNvPr>
              <p14:cNvContentPartPr/>
              <p14:nvPr/>
            </p14:nvContentPartPr>
            <p14:xfrm>
              <a:off x="3104280" y="1963345"/>
              <a:ext cx="295920" cy="4780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4050449-F4FC-4353-B8DE-E90C577223C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86280" y="1927345"/>
                <a:ext cx="33156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0CE485E-1FFB-4522-B3C7-9F706692C249}"/>
                  </a:ext>
                </a:extLst>
              </p14:cNvPr>
              <p14:cNvContentPartPr/>
              <p14:nvPr/>
            </p14:nvContentPartPr>
            <p14:xfrm>
              <a:off x="2655000" y="1145065"/>
              <a:ext cx="78840" cy="3211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0CE485E-1FFB-4522-B3C7-9F706692C24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37000" y="1109425"/>
                <a:ext cx="1144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5EB64EAE-B16F-43BE-B103-98A7ADE43FAD}"/>
                  </a:ext>
                </a:extLst>
              </p14:cNvPr>
              <p14:cNvContentPartPr/>
              <p14:nvPr/>
            </p14:nvContentPartPr>
            <p14:xfrm>
              <a:off x="2617920" y="1457905"/>
              <a:ext cx="214560" cy="298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5EB64EAE-B16F-43BE-B103-98A7ADE43FA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99920" y="1422265"/>
                <a:ext cx="2502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DF1C2AA-B642-415C-8C8E-AE9524094F10}"/>
                  </a:ext>
                </a:extLst>
              </p14:cNvPr>
              <p14:cNvContentPartPr/>
              <p14:nvPr/>
            </p14:nvContentPartPr>
            <p14:xfrm>
              <a:off x="3281760" y="1071265"/>
              <a:ext cx="903600" cy="4158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DF1C2AA-B642-415C-8C8E-AE9524094F1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64120" y="1035625"/>
                <a:ext cx="93924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AD94D30-5DFC-485B-A56F-B7B6B2FBCA52}"/>
                  </a:ext>
                </a:extLst>
              </p14:cNvPr>
              <p14:cNvContentPartPr/>
              <p14:nvPr/>
            </p14:nvContentPartPr>
            <p14:xfrm>
              <a:off x="3859560" y="1130665"/>
              <a:ext cx="294480" cy="194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AD94D30-5DFC-485B-A56F-B7B6B2FBCA5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41560" y="1095025"/>
                <a:ext cx="3301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8CDED21-D008-4E7B-8547-E322748A520F}"/>
                  </a:ext>
                </a:extLst>
              </p14:cNvPr>
              <p14:cNvContentPartPr/>
              <p14:nvPr/>
            </p14:nvContentPartPr>
            <p14:xfrm>
              <a:off x="4472280" y="1246225"/>
              <a:ext cx="921600" cy="2908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8CDED21-D008-4E7B-8547-E322748A520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454280" y="1210585"/>
                <a:ext cx="9572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DE62976-144D-4D7F-8C80-CCA0453F2BEE}"/>
                  </a:ext>
                </a:extLst>
              </p14:cNvPr>
              <p14:cNvContentPartPr/>
              <p14:nvPr/>
            </p14:nvContentPartPr>
            <p14:xfrm>
              <a:off x="5348160" y="1149745"/>
              <a:ext cx="70920" cy="122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DE62976-144D-4D7F-8C80-CCA0453F2BE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30160" y="1113745"/>
                <a:ext cx="1065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E5873D0-93D1-4E42-9C3D-A6C9CD630485}"/>
                  </a:ext>
                </a:extLst>
              </p14:cNvPr>
              <p14:cNvContentPartPr/>
              <p14:nvPr/>
            </p14:nvContentPartPr>
            <p14:xfrm>
              <a:off x="3858480" y="1722505"/>
              <a:ext cx="44640" cy="3272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E5873D0-93D1-4E42-9C3D-A6C9CD63048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40840" y="1686505"/>
                <a:ext cx="802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C3FE9AF-03FC-454E-BD88-57554B98969F}"/>
                  </a:ext>
                </a:extLst>
              </p14:cNvPr>
              <p14:cNvContentPartPr/>
              <p14:nvPr/>
            </p14:nvContentPartPr>
            <p14:xfrm>
              <a:off x="3839040" y="1602265"/>
              <a:ext cx="790920" cy="3700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C3FE9AF-03FC-454E-BD88-57554B98969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821400" y="1566625"/>
                <a:ext cx="82656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D408887-80CF-4E1E-90E4-34C211DFFBD9}"/>
                  </a:ext>
                </a:extLst>
              </p14:cNvPr>
              <p14:cNvContentPartPr/>
              <p14:nvPr/>
            </p14:nvContentPartPr>
            <p14:xfrm>
              <a:off x="4562640" y="1753465"/>
              <a:ext cx="61920" cy="223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D408887-80CF-4E1E-90E4-34C211DFFBD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45000" y="1717825"/>
                <a:ext cx="975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DF980D7-A1BE-4B8D-AED7-CD839336BC10}"/>
                  </a:ext>
                </a:extLst>
              </p14:cNvPr>
              <p14:cNvContentPartPr/>
              <p14:nvPr/>
            </p14:nvContentPartPr>
            <p14:xfrm>
              <a:off x="4340880" y="1685785"/>
              <a:ext cx="701280" cy="253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DF980D7-A1BE-4B8D-AED7-CD839336BC1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322880" y="1650145"/>
                <a:ext cx="73692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42834BB-5770-4E46-8F15-AD0FFB195E79}"/>
                  </a:ext>
                </a:extLst>
              </p14:cNvPr>
              <p14:cNvContentPartPr/>
              <p14:nvPr/>
            </p14:nvContentPartPr>
            <p14:xfrm>
              <a:off x="4111920" y="2064505"/>
              <a:ext cx="567000" cy="5522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42834BB-5770-4E46-8F15-AD0FFB195E7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093920" y="2028865"/>
                <a:ext cx="60264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99C6F55-8CB3-4F48-A12C-763B562035F0}"/>
                  </a:ext>
                </a:extLst>
              </p14:cNvPr>
              <p14:cNvContentPartPr/>
              <p14:nvPr/>
            </p14:nvContentPartPr>
            <p14:xfrm>
              <a:off x="4716360" y="2172145"/>
              <a:ext cx="458280" cy="234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99C6F55-8CB3-4F48-A12C-763B562035F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698360" y="2136145"/>
                <a:ext cx="49392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785E6157-A037-4597-A266-A0A9872ED7BD}"/>
                  </a:ext>
                </a:extLst>
              </p14:cNvPr>
              <p14:cNvContentPartPr/>
              <p14:nvPr/>
            </p14:nvContentPartPr>
            <p14:xfrm>
              <a:off x="5235120" y="2226865"/>
              <a:ext cx="280800" cy="4215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785E6157-A037-4597-A266-A0A9872ED7B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17480" y="2190865"/>
                <a:ext cx="31644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B7C7C93-DB89-413D-81A9-0C43561C46B6}"/>
                  </a:ext>
                </a:extLst>
              </p14:cNvPr>
              <p14:cNvContentPartPr/>
              <p14:nvPr/>
            </p14:nvContentPartPr>
            <p14:xfrm>
              <a:off x="7787520" y="1394545"/>
              <a:ext cx="1019520" cy="1084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B7C7C93-DB89-413D-81A9-0C43561C46B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769520" y="1358545"/>
                <a:ext cx="1055160" cy="11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3D4E3C2-7283-43D3-A200-F0D52305492A}"/>
                  </a:ext>
                </a:extLst>
              </p14:cNvPr>
              <p14:cNvContentPartPr/>
              <p14:nvPr/>
            </p14:nvContentPartPr>
            <p14:xfrm>
              <a:off x="7705080" y="2189425"/>
              <a:ext cx="120600" cy="3315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3D4E3C2-7283-43D3-A200-F0D52305492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687080" y="2153785"/>
                <a:ext cx="1562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A8EF411-D5F8-426B-AB6A-5446CE6F1977}"/>
                  </a:ext>
                </a:extLst>
              </p14:cNvPr>
              <p14:cNvContentPartPr/>
              <p14:nvPr/>
            </p14:nvContentPartPr>
            <p14:xfrm>
              <a:off x="7767000" y="2237665"/>
              <a:ext cx="258120" cy="3301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A8EF411-D5F8-426B-AB6A-5446CE6F197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749360" y="2201665"/>
                <a:ext cx="2937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99F3F0C3-FA0A-4819-9961-51E3D91A6D34}"/>
                  </a:ext>
                </a:extLst>
              </p14:cNvPr>
              <p14:cNvContentPartPr/>
              <p14:nvPr/>
            </p14:nvContentPartPr>
            <p14:xfrm>
              <a:off x="7816320" y="574465"/>
              <a:ext cx="208440" cy="3186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99F3F0C3-FA0A-4819-9961-51E3D91A6D3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798320" y="538465"/>
                <a:ext cx="24408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8ECD665-CB28-4C3A-AD10-8F72DB0456E6}"/>
                  </a:ext>
                </a:extLst>
              </p14:cNvPr>
              <p14:cNvContentPartPr/>
              <p14:nvPr/>
            </p14:nvContentPartPr>
            <p14:xfrm>
              <a:off x="8354520" y="498145"/>
              <a:ext cx="717120" cy="4075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8ECD665-CB28-4C3A-AD10-8F72DB0456E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336520" y="462145"/>
                <a:ext cx="75276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54710B1-57D4-4403-B557-ACCE012E86D9}"/>
                  </a:ext>
                </a:extLst>
              </p14:cNvPr>
              <p14:cNvContentPartPr/>
              <p14:nvPr/>
            </p14:nvContentPartPr>
            <p14:xfrm>
              <a:off x="8763480" y="542425"/>
              <a:ext cx="407880" cy="230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54710B1-57D4-4403-B557-ACCE012E86D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745480" y="506425"/>
                <a:ext cx="4435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DF531F80-D58C-4A96-AA14-631AB6A65F84}"/>
                  </a:ext>
                </a:extLst>
              </p14:cNvPr>
              <p14:cNvContentPartPr/>
              <p14:nvPr/>
            </p14:nvContentPartPr>
            <p14:xfrm>
              <a:off x="7551000" y="1207705"/>
              <a:ext cx="389520" cy="2185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DF531F80-D58C-4A96-AA14-631AB6A65F8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533000" y="1171705"/>
                <a:ext cx="4251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6559ACD-28DB-477D-B284-BA1F666E0534}"/>
                  </a:ext>
                </a:extLst>
              </p14:cNvPr>
              <p14:cNvContentPartPr/>
              <p14:nvPr/>
            </p14:nvContentPartPr>
            <p14:xfrm>
              <a:off x="7915680" y="1311745"/>
              <a:ext cx="392040" cy="1602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6559ACD-28DB-477D-B284-BA1F666E053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898040" y="1276105"/>
                <a:ext cx="4276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3E03BF1-E088-47AA-AEE6-FDDB70619988}"/>
                  </a:ext>
                </a:extLst>
              </p14:cNvPr>
              <p14:cNvContentPartPr/>
              <p14:nvPr/>
            </p14:nvContentPartPr>
            <p14:xfrm>
              <a:off x="8306640" y="1183585"/>
              <a:ext cx="29160" cy="54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3E03BF1-E088-47AA-AEE6-FDDB7061998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288640" y="1147945"/>
                <a:ext cx="648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09AB83B3-57E5-4BE8-A1D3-D9578CCD56D9}"/>
                  </a:ext>
                </a:extLst>
              </p14:cNvPr>
              <p14:cNvContentPartPr/>
              <p14:nvPr/>
            </p14:nvContentPartPr>
            <p14:xfrm>
              <a:off x="8734680" y="1178905"/>
              <a:ext cx="54000" cy="4518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09AB83B3-57E5-4BE8-A1D3-D9578CCD56D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716680" y="1143265"/>
                <a:ext cx="8964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0B944543-0EA2-4F12-8DBC-690AE4A766CE}"/>
                  </a:ext>
                </a:extLst>
              </p14:cNvPr>
              <p14:cNvContentPartPr/>
              <p14:nvPr/>
            </p14:nvContentPartPr>
            <p14:xfrm>
              <a:off x="8744040" y="1064425"/>
              <a:ext cx="743040" cy="4309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0B944543-0EA2-4F12-8DBC-690AE4A766C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726400" y="1028425"/>
                <a:ext cx="77868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47DE1A93-1097-4D2C-B65F-1FEBC29D9E50}"/>
                  </a:ext>
                </a:extLst>
              </p14:cNvPr>
              <p14:cNvContentPartPr/>
              <p14:nvPr/>
            </p14:nvContentPartPr>
            <p14:xfrm>
              <a:off x="9257040" y="1167745"/>
              <a:ext cx="584640" cy="3582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47DE1A93-1097-4D2C-B65F-1FEBC29D9E5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239040" y="1132105"/>
                <a:ext cx="62028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A781A58E-AB1D-456F-89DC-461EB9BA05ED}"/>
                  </a:ext>
                </a:extLst>
              </p14:cNvPr>
              <p14:cNvContentPartPr/>
              <p14:nvPr/>
            </p14:nvContentPartPr>
            <p14:xfrm>
              <a:off x="8628840" y="1786945"/>
              <a:ext cx="473040" cy="234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A781A58E-AB1D-456F-89DC-461EB9BA05E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610840" y="1750945"/>
                <a:ext cx="5086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C40E81C-CB32-4D98-AD22-D5C8A5EB4813}"/>
                  </a:ext>
                </a:extLst>
              </p14:cNvPr>
              <p14:cNvContentPartPr/>
              <p14:nvPr/>
            </p14:nvContentPartPr>
            <p14:xfrm>
              <a:off x="9074880" y="1847425"/>
              <a:ext cx="239760" cy="4802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C40E81C-CB32-4D98-AD22-D5C8A5EB481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056880" y="1811785"/>
                <a:ext cx="27540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512222F-F561-4BA3-9AD9-C65B88B1E8CC}"/>
                  </a:ext>
                </a:extLst>
              </p14:cNvPr>
              <p14:cNvContentPartPr/>
              <p14:nvPr/>
            </p14:nvContentPartPr>
            <p14:xfrm>
              <a:off x="9360360" y="1894225"/>
              <a:ext cx="251640" cy="3963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512222F-F561-4BA3-9AD9-C65B88B1E8C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342720" y="1858585"/>
                <a:ext cx="287280" cy="46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436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228635"/>
            <a:ext cx="11717716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buFont typeface="Symbol" panose="05050102010706020507" pitchFamily="18" charset="2"/>
              <a:buChar char="¨"/>
            </a:pP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Utilizarea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DCD/DMUX in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implementarea</a:t>
            </a:r>
            <a:endParaRPr lang="en-US" b="1" i="1" dirty="0">
              <a:latin typeface="Tahoma" panose="020B0604030504040204" pitchFamily="34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ts val="300"/>
              </a:spcBef>
            </a:pP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functiilor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binare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7A6884-D72C-4E1D-BD1A-54A16DAC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60" y="13259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30F5C752-5817-46FF-9785-DBFF6EBC99B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66855" y="1691659"/>
          <a:ext cx="2185505" cy="305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30F5C752-5817-46FF-9785-DBFF6EBC99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55" y="1691659"/>
                        <a:ext cx="2185505" cy="3052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25A564FA-7D70-4328-BA71-3530A1E3D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383" y="137196"/>
            <a:ext cx="6069027" cy="6583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Dreptunghi 11">
            <a:extLst>
              <a:ext uri="{FF2B5EF4-FFF2-40B4-BE49-F238E27FC236}">
                <a16:creationId xmlns:a16="http://schemas.microsoft.com/office/drawing/2014/main" id="{E6BD427C-E279-4E84-92A7-CA89761F9AD2}"/>
              </a:ext>
            </a:extLst>
          </p:cNvPr>
          <p:cNvSpPr/>
          <p:nvPr/>
        </p:nvSpPr>
        <p:spPr>
          <a:xfrm>
            <a:off x="426782" y="45757"/>
            <a:ext cx="3200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1400" b="1" dirty="0">
                <a:solidFill>
                  <a:srgbClr val="0000FF"/>
                </a:solidFill>
              </a:rPr>
              <a:t>DCD/DMUX (continuare)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BACC8656-AD1A-46DA-AFF5-6DE2F0216848}"/>
                  </a:ext>
                </a:extLst>
              </p14:cNvPr>
              <p14:cNvContentPartPr/>
              <p14:nvPr/>
            </p14:nvContentPartPr>
            <p14:xfrm>
              <a:off x="7857549" y="2377345"/>
              <a:ext cx="65160" cy="2761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BACC8656-AD1A-46DA-AFF5-6DE2F02168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39549" y="2341345"/>
                <a:ext cx="1008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0FCD186-D5A7-4566-A0A7-1DDB9B4CD964}"/>
                  </a:ext>
                </a:extLst>
              </p14:cNvPr>
              <p14:cNvContentPartPr/>
              <p14:nvPr/>
            </p14:nvContentPartPr>
            <p14:xfrm>
              <a:off x="7810029" y="2656705"/>
              <a:ext cx="205920" cy="255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0FCD186-D5A7-4566-A0A7-1DDB9B4CD9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92029" y="2621065"/>
                <a:ext cx="2415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644E5C16-7D99-4894-8437-C6FA709CFA61}"/>
                  </a:ext>
                </a:extLst>
              </p14:cNvPr>
              <p14:cNvContentPartPr/>
              <p14:nvPr/>
            </p14:nvContentPartPr>
            <p14:xfrm>
              <a:off x="10785789" y="2280865"/>
              <a:ext cx="324000" cy="3873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644E5C16-7D99-4894-8437-C6FA709CFA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67789" y="2244865"/>
                <a:ext cx="35964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002F4D15-A8D5-4D2F-90EB-56861458F590}"/>
                  </a:ext>
                </a:extLst>
              </p14:cNvPr>
              <p14:cNvContentPartPr/>
              <p14:nvPr/>
            </p14:nvContentPartPr>
            <p14:xfrm>
              <a:off x="4945149" y="5385865"/>
              <a:ext cx="158760" cy="3232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002F4D15-A8D5-4D2F-90EB-56861458F5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27149" y="5350225"/>
                <a:ext cx="1944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C989D7F-A9FF-4B50-BE2E-7327E3EF0A71}"/>
                  </a:ext>
                </a:extLst>
              </p14:cNvPr>
              <p14:cNvContentPartPr/>
              <p14:nvPr/>
            </p14:nvContentPartPr>
            <p14:xfrm>
              <a:off x="11017629" y="5827945"/>
              <a:ext cx="160560" cy="2239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C989D7F-A9FF-4B50-BE2E-7327E3EF0A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99629" y="5791945"/>
                <a:ext cx="1962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F82D9BD-E04E-4676-9396-B6A3A24A27F7}"/>
                  </a:ext>
                </a:extLst>
              </p14:cNvPr>
              <p14:cNvContentPartPr/>
              <p14:nvPr/>
            </p14:nvContentPartPr>
            <p14:xfrm>
              <a:off x="11125989" y="5972305"/>
              <a:ext cx="68400" cy="2516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F82D9BD-E04E-4676-9396-B6A3A24A27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07989" y="5936665"/>
                <a:ext cx="1040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805C17D-8404-4870-BB41-D26C016FFFED}"/>
                  </a:ext>
                </a:extLst>
              </p14:cNvPr>
              <p14:cNvContentPartPr/>
              <p14:nvPr/>
            </p14:nvContentPartPr>
            <p14:xfrm>
              <a:off x="8382069" y="105385"/>
              <a:ext cx="352080" cy="6485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805C17D-8404-4870-BB41-D26C016FFF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64429" y="69385"/>
                <a:ext cx="387720" cy="65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6C45B37-2016-476B-A637-CFF9ABE0DB2B}"/>
                  </a:ext>
                </a:extLst>
              </p14:cNvPr>
              <p14:cNvContentPartPr/>
              <p14:nvPr/>
            </p14:nvContentPartPr>
            <p14:xfrm>
              <a:off x="441549" y="5119825"/>
              <a:ext cx="35640" cy="2235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6C45B37-2016-476B-A637-CFF9ABE0DB2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23549" y="5083825"/>
                <a:ext cx="712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9E012017-F320-4F5C-ABF4-B9A499129ED3}"/>
                  </a:ext>
                </a:extLst>
              </p14:cNvPr>
              <p14:cNvContentPartPr/>
              <p14:nvPr/>
            </p14:nvContentPartPr>
            <p14:xfrm>
              <a:off x="527949" y="5048185"/>
              <a:ext cx="271080" cy="4960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9E012017-F320-4F5C-ABF4-B9A499129ED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9949" y="5012545"/>
                <a:ext cx="30672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587F8B70-03D3-4AAE-9B4C-D92C27CE68B1}"/>
                  </a:ext>
                </a:extLst>
              </p14:cNvPr>
              <p14:cNvContentPartPr/>
              <p14:nvPr/>
            </p14:nvContentPartPr>
            <p14:xfrm>
              <a:off x="817749" y="5193265"/>
              <a:ext cx="209880" cy="2613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587F8B70-03D3-4AAE-9B4C-D92C27CE68B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0109" y="5157265"/>
                <a:ext cx="2455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7298F04E-0D32-4FBB-8484-4399E5752F57}"/>
                  </a:ext>
                </a:extLst>
              </p14:cNvPr>
              <p14:cNvContentPartPr/>
              <p14:nvPr/>
            </p14:nvContentPartPr>
            <p14:xfrm>
              <a:off x="1323189" y="5303425"/>
              <a:ext cx="423000" cy="691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7298F04E-0D32-4FBB-8484-4399E5752F5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05189" y="5267425"/>
                <a:ext cx="4586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51ABB715-2E1D-494B-807E-885BC745BF2C}"/>
                  </a:ext>
                </a:extLst>
              </p14:cNvPr>
              <p14:cNvContentPartPr/>
              <p14:nvPr/>
            </p14:nvContentPartPr>
            <p14:xfrm>
              <a:off x="1633869" y="5226025"/>
              <a:ext cx="238320" cy="284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51ABB715-2E1D-494B-807E-885BC745BF2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16229" y="5190385"/>
                <a:ext cx="27396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C2B91E61-F69A-494B-9511-4FED2AEA3637}"/>
                  </a:ext>
                </a:extLst>
              </p14:cNvPr>
              <p14:cNvContentPartPr/>
              <p14:nvPr/>
            </p14:nvContentPartPr>
            <p14:xfrm>
              <a:off x="2172069" y="5221345"/>
              <a:ext cx="27720" cy="177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C2B91E61-F69A-494B-9511-4FED2AEA36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54069" y="5185705"/>
                <a:ext cx="633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28F12BF-18A0-4FE5-B8B3-C22EBE1B9328}"/>
                  </a:ext>
                </a:extLst>
              </p14:cNvPr>
              <p14:cNvContentPartPr/>
              <p14:nvPr/>
            </p14:nvContentPartPr>
            <p14:xfrm>
              <a:off x="2167389" y="5191105"/>
              <a:ext cx="169920" cy="2354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28F12BF-18A0-4FE5-B8B3-C22EBE1B932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49389" y="5155105"/>
                <a:ext cx="2055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C70108F-B621-459A-ACFC-76C08C97F290}"/>
                  </a:ext>
                </a:extLst>
              </p14:cNvPr>
              <p14:cNvContentPartPr/>
              <p14:nvPr/>
            </p14:nvContentPartPr>
            <p14:xfrm>
              <a:off x="2378349" y="5234665"/>
              <a:ext cx="270720" cy="1998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C70108F-B621-459A-ACFC-76C08C97F29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60349" y="5198665"/>
                <a:ext cx="3063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51A9A848-65C4-4D5C-A259-4634056252A0}"/>
                  </a:ext>
                </a:extLst>
              </p14:cNvPr>
              <p14:cNvContentPartPr/>
              <p14:nvPr/>
            </p14:nvContentPartPr>
            <p14:xfrm>
              <a:off x="2690469" y="5245465"/>
              <a:ext cx="14760" cy="1789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51A9A848-65C4-4D5C-A259-4634056252A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72469" y="5209825"/>
                <a:ext cx="504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97D6B82-F4DF-4D7F-BFF7-D51F4E2200CD}"/>
                  </a:ext>
                </a:extLst>
              </p14:cNvPr>
              <p14:cNvContentPartPr/>
              <p14:nvPr/>
            </p14:nvContentPartPr>
            <p14:xfrm>
              <a:off x="2692629" y="5197585"/>
              <a:ext cx="216000" cy="2966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97D6B82-F4DF-4D7F-BFF7-D51F4E2200C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74629" y="5161585"/>
                <a:ext cx="25164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B5EFED59-B00C-497E-8C71-5911C9F155EA}"/>
                  </a:ext>
                </a:extLst>
              </p14:cNvPr>
              <p14:cNvContentPartPr/>
              <p14:nvPr/>
            </p14:nvContentPartPr>
            <p14:xfrm>
              <a:off x="3201309" y="5298745"/>
              <a:ext cx="335520" cy="1425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B5EFED59-B00C-497E-8C71-5911C9F155E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83669" y="5262745"/>
                <a:ext cx="3711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174A0D6-5ADF-44BD-8BDC-642D8DAE2D33}"/>
                  </a:ext>
                </a:extLst>
              </p14:cNvPr>
              <p14:cNvContentPartPr/>
              <p14:nvPr/>
            </p14:nvContentPartPr>
            <p14:xfrm>
              <a:off x="3763269" y="5312785"/>
              <a:ext cx="37800" cy="1040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174A0D6-5ADF-44BD-8BDC-642D8DAE2D3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45269" y="5276785"/>
                <a:ext cx="734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32B47F7-289C-4776-9A33-64613B377B1C}"/>
                  </a:ext>
                </a:extLst>
              </p14:cNvPr>
              <p14:cNvContentPartPr/>
              <p14:nvPr/>
            </p14:nvContentPartPr>
            <p14:xfrm>
              <a:off x="3742389" y="5169865"/>
              <a:ext cx="58320" cy="406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32B47F7-289C-4776-9A33-64613B377B1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24389" y="5134225"/>
                <a:ext cx="939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2A38F62-4CD2-41B9-88D4-3AF00BFC4DE0}"/>
                  </a:ext>
                </a:extLst>
              </p14:cNvPr>
              <p14:cNvContentPartPr/>
              <p14:nvPr/>
            </p14:nvContentPartPr>
            <p14:xfrm>
              <a:off x="3869109" y="5260945"/>
              <a:ext cx="155880" cy="1350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2A38F62-4CD2-41B9-88D4-3AF00BFC4DE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51109" y="5225305"/>
                <a:ext cx="1915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FEB8A16-1461-4E52-8D7A-B8D83FED8957}"/>
                  </a:ext>
                </a:extLst>
              </p14:cNvPr>
              <p14:cNvContentPartPr/>
              <p14:nvPr/>
            </p14:nvContentPartPr>
            <p14:xfrm>
              <a:off x="4067469" y="5239345"/>
              <a:ext cx="226800" cy="1861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FEB8A16-1461-4E52-8D7A-B8D83FED895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49829" y="5203345"/>
                <a:ext cx="2624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74A9FBA-E9C0-4F1B-B9D4-61DCDFF36E40}"/>
                  </a:ext>
                </a:extLst>
              </p14:cNvPr>
              <p14:cNvContentPartPr/>
              <p14:nvPr/>
            </p14:nvContentPartPr>
            <p14:xfrm>
              <a:off x="4263669" y="5125225"/>
              <a:ext cx="19800" cy="586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74A9FBA-E9C0-4F1B-B9D4-61DCDFF36E4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46029" y="5089225"/>
                <a:ext cx="554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CC45D2A-7458-41D3-9D48-557FE0F8BC5E}"/>
                  </a:ext>
                </a:extLst>
              </p14:cNvPr>
              <p14:cNvContentPartPr/>
              <p14:nvPr/>
            </p14:nvContentPartPr>
            <p14:xfrm>
              <a:off x="4378869" y="5237905"/>
              <a:ext cx="271440" cy="2052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CC45D2A-7458-41D3-9D48-557FE0F8BC5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61229" y="5202265"/>
                <a:ext cx="30708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A3EFE5F0-B8BD-4ECC-B5AE-AADC056ED9AB}"/>
                  </a:ext>
                </a:extLst>
              </p14:cNvPr>
              <p14:cNvContentPartPr/>
              <p14:nvPr/>
            </p14:nvContentPartPr>
            <p14:xfrm>
              <a:off x="4624749" y="5148265"/>
              <a:ext cx="20520" cy="14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A3EFE5F0-B8BD-4ECC-B5AE-AADC056ED9A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06749" y="5112625"/>
                <a:ext cx="561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B17A3CD9-68DC-49FE-BBE0-873112F33B7A}"/>
                  </a:ext>
                </a:extLst>
              </p14:cNvPr>
              <p14:cNvContentPartPr/>
              <p14:nvPr/>
            </p14:nvContentPartPr>
            <p14:xfrm>
              <a:off x="2151549" y="5680345"/>
              <a:ext cx="165600" cy="1576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B17A3CD9-68DC-49FE-BBE0-873112F33B7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33909" y="5644345"/>
                <a:ext cx="2012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5778F3D4-0C0D-4D24-92F2-384C286BCE10}"/>
                  </a:ext>
                </a:extLst>
              </p14:cNvPr>
              <p14:cNvContentPartPr/>
              <p14:nvPr/>
            </p14:nvContentPartPr>
            <p14:xfrm>
              <a:off x="2366829" y="5566945"/>
              <a:ext cx="532080" cy="3621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5778F3D4-0C0D-4D24-92F2-384C286BCE1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48829" y="5530945"/>
                <a:ext cx="56772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868A8E28-5CC7-4928-9D9A-F91DC11B2B5C}"/>
                  </a:ext>
                </a:extLst>
              </p14:cNvPr>
              <p14:cNvContentPartPr/>
              <p14:nvPr/>
            </p14:nvContentPartPr>
            <p14:xfrm>
              <a:off x="2893869" y="5724985"/>
              <a:ext cx="46800" cy="68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868A8E28-5CC7-4928-9D9A-F91DC11B2B5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876229" y="5688985"/>
                <a:ext cx="824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2D36C7E4-3A1F-49DF-B4C2-C75C76BDFC71}"/>
                  </a:ext>
                </a:extLst>
              </p14:cNvPr>
              <p14:cNvContentPartPr/>
              <p14:nvPr/>
            </p14:nvContentPartPr>
            <p14:xfrm>
              <a:off x="2614509" y="5611225"/>
              <a:ext cx="271800" cy="19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2D36C7E4-3A1F-49DF-B4C2-C75C76BDFC7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596509" y="5575585"/>
                <a:ext cx="3074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6117D2E8-912A-41D5-A8E8-5D6E32E0DAC9}"/>
                  </a:ext>
                </a:extLst>
              </p14:cNvPr>
              <p14:cNvContentPartPr/>
              <p14:nvPr/>
            </p14:nvContentPartPr>
            <p14:xfrm>
              <a:off x="2940309" y="5777905"/>
              <a:ext cx="208800" cy="1648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6117D2E8-912A-41D5-A8E8-5D6E32E0DAC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922309" y="5742265"/>
                <a:ext cx="244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5F336E60-2E57-4ACC-9F31-AFBB666A4166}"/>
                  </a:ext>
                </a:extLst>
              </p14:cNvPr>
              <p14:cNvContentPartPr/>
              <p14:nvPr/>
            </p14:nvContentPartPr>
            <p14:xfrm>
              <a:off x="3195189" y="5785465"/>
              <a:ext cx="149760" cy="1677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5F336E60-2E57-4ACC-9F31-AFBB666A416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77549" y="5749825"/>
                <a:ext cx="1854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2080BA7-FB76-401E-8E68-72D86E8BF152}"/>
                  </a:ext>
                </a:extLst>
              </p14:cNvPr>
              <p14:cNvContentPartPr/>
              <p14:nvPr/>
            </p14:nvContentPartPr>
            <p14:xfrm>
              <a:off x="3622509" y="5813905"/>
              <a:ext cx="349920" cy="4089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2080BA7-FB76-401E-8E68-72D86E8BF15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04509" y="5778265"/>
                <a:ext cx="38556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EAA47F1-C0AB-44EE-8BDD-47EF31716431}"/>
                  </a:ext>
                </a:extLst>
              </p14:cNvPr>
              <p14:cNvContentPartPr/>
              <p14:nvPr/>
            </p14:nvContentPartPr>
            <p14:xfrm>
              <a:off x="4181949" y="5793745"/>
              <a:ext cx="65880" cy="2016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EAA47F1-C0AB-44EE-8BDD-47EF3171643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63949" y="5758105"/>
                <a:ext cx="1015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ADD20189-BA5F-41FC-AC5E-63712CB12D19}"/>
                  </a:ext>
                </a:extLst>
              </p14:cNvPr>
              <p14:cNvContentPartPr/>
              <p14:nvPr/>
            </p14:nvContentPartPr>
            <p14:xfrm>
              <a:off x="4210749" y="6030265"/>
              <a:ext cx="151920" cy="50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ADD20189-BA5F-41FC-AC5E-63712CB12D1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92749" y="5994265"/>
                <a:ext cx="18756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9F7407CA-D900-40C1-A1EB-C48B8A2CB521}"/>
                  </a:ext>
                </a:extLst>
              </p14:cNvPr>
              <p14:cNvContentPartPr/>
              <p14:nvPr/>
            </p14:nvContentPartPr>
            <p14:xfrm>
              <a:off x="348669" y="6047905"/>
              <a:ext cx="295920" cy="2170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9F7407CA-D900-40C1-A1EB-C48B8A2CB52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0669" y="6012265"/>
                <a:ext cx="3315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6F95B1D1-28FC-46DF-8435-604D7C55DF91}"/>
                  </a:ext>
                </a:extLst>
              </p14:cNvPr>
              <p14:cNvContentPartPr/>
              <p14:nvPr/>
            </p14:nvContentPartPr>
            <p14:xfrm>
              <a:off x="630189" y="5976985"/>
              <a:ext cx="173520" cy="3711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6F95B1D1-28FC-46DF-8435-604D7C55DF9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2549" y="5941345"/>
                <a:ext cx="20916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97F5EB7-9F80-4A14-9B6E-9ECB37A5D678}"/>
                  </a:ext>
                </a:extLst>
              </p14:cNvPr>
              <p14:cNvContentPartPr/>
              <p14:nvPr/>
            </p14:nvContentPartPr>
            <p14:xfrm>
              <a:off x="853029" y="6087505"/>
              <a:ext cx="145440" cy="2055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97F5EB7-9F80-4A14-9B6E-9ECB37A5D67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5389" y="6051865"/>
                <a:ext cx="1810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2032DC2C-743D-46EB-84BF-1910DAAF9650}"/>
                  </a:ext>
                </a:extLst>
              </p14:cNvPr>
              <p14:cNvContentPartPr/>
              <p14:nvPr/>
            </p14:nvContentPartPr>
            <p14:xfrm>
              <a:off x="1007829" y="6212785"/>
              <a:ext cx="41400" cy="261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2032DC2C-743D-46EB-84BF-1910DAAF965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89829" y="6177145"/>
                <a:ext cx="7704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4040B274-723D-4817-AE91-FC7647CB44D8}"/>
                  </a:ext>
                </a:extLst>
              </p14:cNvPr>
              <p14:cNvContentPartPr/>
              <p14:nvPr/>
            </p14:nvContentPartPr>
            <p14:xfrm>
              <a:off x="1510749" y="6419785"/>
              <a:ext cx="273960" cy="190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4040B274-723D-4817-AE91-FC7647CB44D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93109" y="6384145"/>
                <a:ext cx="3096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3F766D4E-BD6A-4268-8552-1729E240F63A}"/>
                  </a:ext>
                </a:extLst>
              </p14:cNvPr>
              <p14:cNvContentPartPr/>
              <p14:nvPr/>
            </p14:nvContentPartPr>
            <p14:xfrm>
              <a:off x="1688949" y="6294505"/>
              <a:ext cx="221760" cy="2660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3F766D4E-BD6A-4268-8552-1729E240F63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70949" y="6258865"/>
                <a:ext cx="2574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0E2EDD5C-88B2-46B1-9494-0B0B05ABDA66}"/>
                  </a:ext>
                </a:extLst>
              </p14:cNvPr>
              <p14:cNvContentPartPr/>
              <p14:nvPr/>
            </p14:nvContentPartPr>
            <p14:xfrm>
              <a:off x="2209149" y="6266065"/>
              <a:ext cx="23760" cy="1951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0E2EDD5C-88B2-46B1-9494-0B0B05ABDA6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91149" y="6230065"/>
                <a:ext cx="5940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DD3AFBE8-1F32-4176-8DAC-11D3DA6B460B}"/>
                  </a:ext>
                </a:extLst>
              </p14:cNvPr>
              <p14:cNvContentPartPr/>
              <p14:nvPr/>
            </p14:nvContentPartPr>
            <p14:xfrm>
              <a:off x="2150829" y="6207025"/>
              <a:ext cx="162360" cy="2872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DD3AFBE8-1F32-4176-8DAC-11D3DA6B460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132829" y="6171385"/>
                <a:ext cx="19800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D796151D-6CBB-4A8F-83FE-A9A8C12F8A6D}"/>
                  </a:ext>
                </a:extLst>
              </p14:cNvPr>
              <p14:cNvContentPartPr/>
              <p14:nvPr/>
            </p14:nvContentPartPr>
            <p14:xfrm>
              <a:off x="2337669" y="6282265"/>
              <a:ext cx="404280" cy="2844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D796151D-6CBB-4A8F-83FE-A9A8C12F8A6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19669" y="6246265"/>
                <a:ext cx="43992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967ECA82-BC15-4352-A5C5-86346D506B94}"/>
                  </a:ext>
                </a:extLst>
              </p14:cNvPr>
              <p14:cNvContentPartPr/>
              <p14:nvPr/>
            </p14:nvContentPartPr>
            <p14:xfrm>
              <a:off x="3368349" y="6458305"/>
              <a:ext cx="27720" cy="1065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967ECA82-BC15-4352-A5C5-86346D506B9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350709" y="6422665"/>
                <a:ext cx="633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095A9D34-4D65-4361-9889-BD7402322315}"/>
                  </a:ext>
                </a:extLst>
              </p14:cNvPr>
              <p14:cNvContentPartPr/>
              <p14:nvPr/>
            </p14:nvContentPartPr>
            <p14:xfrm>
              <a:off x="3322269" y="6335185"/>
              <a:ext cx="53280" cy="673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095A9D34-4D65-4361-9889-BD740232231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304269" y="6299185"/>
                <a:ext cx="889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5F771DA9-5CBC-46CC-A2B6-4F7EA8A18BA8}"/>
                  </a:ext>
                </a:extLst>
              </p14:cNvPr>
              <p14:cNvContentPartPr/>
              <p14:nvPr/>
            </p14:nvContentPartPr>
            <p14:xfrm>
              <a:off x="3495789" y="6433105"/>
              <a:ext cx="134280" cy="1404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5F771DA9-5CBC-46CC-A2B6-4F7EA8A18BA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477789" y="6397465"/>
                <a:ext cx="1699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00884913-A69A-4655-9682-56F2F925C773}"/>
                  </a:ext>
                </a:extLst>
              </p14:cNvPr>
              <p14:cNvContentPartPr/>
              <p14:nvPr/>
            </p14:nvContentPartPr>
            <p14:xfrm>
              <a:off x="3677589" y="6414025"/>
              <a:ext cx="285480" cy="1720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00884913-A69A-4655-9682-56F2F925C77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659589" y="6378025"/>
                <a:ext cx="3211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D6D92D1-EF9B-4D3D-B09F-347AF942B013}"/>
                  </a:ext>
                </a:extLst>
              </p14:cNvPr>
              <p14:cNvContentPartPr/>
              <p14:nvPr/>
            </p14:nvContentPartPr>
            <p14:xfrm>
              <a:off x="3880269" y="6269665"/>
              <a:ext cx="37440" cy="1119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D6D92D1-EF9B-4D3D-B09F-347AF942B01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862269" y="6234025"/>
                <a:ext cx="730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ABECCF0-CF8A-4171-BA90-0E969E4A0F70}"/>
                  </a:ext>
                </a:extLst>
              </p14:cNvPr>
              <p14:cNvContentPartPr/>
              <p14:nvPr/>
            </p14:nvContentPartPr>
            <p14:xfrm>
              <a:off x="4027869" y="6390985"/>
              <a:ext cx="270720" cy="1634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ABECCF0-CF8A-4171-BA90-0E969E4A0F7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010229" y="6354985"/>
                <a:ext cx="3063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87CAC532-90F1-470A-AC2B-0C1CC09A472D}"/>
                  </a:ext>
                </a:extLst>
              </p14:cNvPr>
              <p14:cNvContentPartPr/>
              <p14:nvPr/>
            </p14:nvContentPartPr>
            <p14:xfrm>
              <a:off x="4246389" y="6340945"/>
              <a:ext cx="32400" cy="349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87CAC532-90F1-470A-AC2B-0C1CC09A472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228389" y="6304945"/>
                <a:ext cx="680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9162ABF8-6659-43F4-A4B0-CAAA922D8E0F}"/>
                  </a:ext>
                </a:extLst>
              </p14:cNvPr>
              <p14:cNvContentPartPr/>
              <p14:nvPr/>
            </p14:nvContentPartPr>
            <p14:xfrm>
              <a:off x="4617189" y="6422305"/>
              <a:ext cx="209520" cy="925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9162ABF8-6659-43F4-A4B0-CAAA922D8E0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99189" y="6386305"/>
                <a:ext cx="2451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621736B0-6FFA-4A6E-83FA-CDFBABECB5EB}"/>
                  </a:ext>
                </a:extLst>
              </p14:cNvPr>
              <p14:cNvContentPartPr/>
              <p14:nvPr/>
            </p14:nvContentPartPr>
            <p14:xfrm>
              <a:off x="4883589" y="6129265"/>
              <a:ext cx="422280" cy="3855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621736B0-6FFA-4A6E-83FA-CDFBABECB5E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865949" y="6093625"/>
                <a:ext cx="45792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5F16ED97-0376-451D-9B12-ABE41207880D}"/>
                  </a:ext>
                </a:extLst>
              </p14:cNvPr>
              <p14:cNvContentPartPr/>
              <p14:nvPr/>
            </p14:nvContentPartPr>
            <p14:xfrm>
              <a:off x="5174829" y="6324025"/>
              <a:ext cx="133560" cy="24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5F16ED97-0376-451D-9B12-ABE41207880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57189" y="6288385"/>
                <a:ext cx="1692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0589F38-4802-4D62-98EC-572125CA7847}"/>
                  </a:ext>
                </a:extLst>
              </p14:cNvPr>
              <p14:cNvContentPartPr/>
              <p14:nvPr/>
            </p14:nvContentPartPr>
            <p14:xfrm>
              <a:off x="5125149" y="6257785"/>
              <a:ext cx="414720" cy="2476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0589F38-4802-4D62-98EC-572125CA784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107509" y="6222145"/>
                <a:ext cx="45036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F74067D6-FA05-4FD1-9330-4BDC429EEAF2}"/>
                  </a:ext>
                </a:extLst>
              </p14:cNvPr>
              <p14:cNvContentPartPr/>
              <p14:nvPr/>
            </p14:nvContentPartPr>
            <p14:xfrm>
              <a:off x="5539149" y="6398545"/>
              <a:ext cx="231840" cy="1227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F74067D6-FA05-4FD1-9330-4BDC429EEAF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21149" y="6362905"/>
                <a:ext cx="2674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87BFD8A1-98E7-457A-B651-93D68D4B9A2E}"/>
                  </a:ext>
                </a:extLst>
              </p14:cNvPr>
              <p14:cNvContentPartPr/>
              <p14:nvPr/>
            </p14:nvContentPartPr>
            <p14:xfrm>
              <a:off x="6204789" y="6368665"/>
              <a:ext cx="344880" cy="2653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87BFD8A1-98E7-457A-B651-93D68D4B9A2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186789" y="6333025"/>
                <a:ext cx="3805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722E844A-135D-4E9A-A597-AF98AC11322D}"/>
                  </a:ext>
                </a:extLst>
              </p14:cNvPr>
              <p14:cNvContentPartPr/>
              <p14:nvPr/>
            </p14:nvContentPartPr>
            <p14:xfrm>
              <a:off x="6809589" y="6338065"/>
              <a:ext cx="274320" cy="2304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722E844A-135D-4E9A-A597-AF98AC11322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791589" y="6302065"/>
                <a:ext cx="3099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3D05E974-5A03-4578-B298-EFD43D0CFB77}"/>
                  </a:ext>
                </a:extLst>
              </p14:cNvPr>
              <p14:cNvContentPartPr/>
              <p14:nvPr/>
            </p14:nvContentPartPr>
            <p14:xfrm>
              <a:off x="6804909" y="6373345"/>
              <a:ext cx="852120" cy="1728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3D05E974-5A03-4578-B298-EFD43D0CFB7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786909" y="6337345"/>
                <a:ext cx="887760" cy="24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6882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572AF45-6F59-4B5E-90FC-C3112DB9E468}"/>
                  </a:ext>
                </a:extLst>
              </p14:cNvPr>
              <p14:cNvContentPartPr/>
              <p14:nvPr/>
            </p14:nvContentPartPr>
            <p14:xfrm>
              <a:off x="1724589" y="1713145"/>
              <a:ext cx="52200" cy="26074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572AF45-6F59-4B5E-90FC-C3112DB9E4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6949" y="1677145"/>
                <a:ext cx="87840" cy="267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2462699F-CBEB-4CD1-9C73-B49F0E56B3C7}"/>
                  </a:ext>
                </a:extLst>
              </p14:cNvPr>
              <p14:cNvContentPartPr/>
              <p14:nvPr/>
            </p14:nvContentPartPr>
            <p14:xfrm>
              <a:off x="1669509" y="1710625"/>
              <a:ext cx="1343520" cy="3069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2462699F-CBEB-4CD1-9C73-B49F0E56B3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1509" y="1674985"/>
                <a:ext cx="1379160" cy="31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2A7A333-3A29-49FA-BCBF-87B8B5C973FB}"/>
                  </a:ext>
                </a:extLst>
              </p14:cNvPr>
              <p14:cNvContentPartPr/>
              <p14:nvPr/>
            </p14:nvContentPartPr>
            <p14:xfrm>
              <a:off x="1734309" y="4379305"/>
              <a:ext cx="1184760" cy="5022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2A7A333-3A29-49FA-BCBF-87B8B5C973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6309" y="4343305"/>
                <a:ext cx="122040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9BDD45A3-1EED-41B8-ADCB-5CE8A8E58B8A}"/>
                  </a:ext>
                </a:extLst>
              </p14:cNvPr>
              <p14:cNvContentPartPr/>
              <p14:nvPr/>
            </p14:nvContentPartPr>
            <p14:xfrm>
              <a:off x="1526589" y="2035705"/>
              <a:ext cx="205560" cy="2005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9BDD45A3-1EED-41B8-ADCB-5CE8A8E58B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08589" y="2000065"/>
                <a:ext cx="2412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12C7EA2-9E3F-4ED2-938A-39DBB37747B0}"/>
                  </a:ext>
                </a:extLst>
              </p14:cNvPr>
              <p14:cNvContentPartPr/>
              <p14:nvPr/>
            </p14:nvContentPartPr>
            <p14:xfrm>
              <a:off x="1879389" y="2045065"/>
              <a:ext cx="164160" cy="2404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12C7EA2-9E3F-4ED2-938A-39DBB37747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1749" y="2009425"/>
                <a:ext cx="1998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3C90A26-906D-468B-BBEC-CB6BE89B4172}"/>
                  </a:ext>
                </a:extLst>
              </p14:cNvPr>
              <p14:cNvContentPartPr/>
              <p14:nvPr/>
            </p14:nvContentPartPr>
            <p14:xfrm>
              <a:off x="1852389" y="2157025"/>
              <a:ext cx="193320" cy="183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3C90A26-906D-468B-BBEC-CB6BE89B41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4749" y="2121385"/>
                <a:ext cx="2289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D11A4587-E32B-4F10-A126-9B520F7D6E25}"/>
                  </a:ext>
                </a:extLst>
              </p14:cNvPr>
              <p14:cNvContentPartPr/>
              <p14:nvPr/>
            </p14:nvContentPartPr>
            <p14:xfrm>
              <a:off x="1895589" y="2032105"/>
              <a:ext cx="167040" cy="180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D11A4587-E32B-4F10-A126-9B520F7D6E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77949" y="1996105"/>
                <a:ext cx="2026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88D06B66-0382-4CBF-B706-932A8AEAAD84}"/>
                  </a:ext>
                </a:extLst>
              </p14:cNvPr>
              <p14:cNvContentPartPr/>
              <p14:nvPr/>
            </p14:nvContentPartPr>
            <p14:xfrm>
              <a:off x="1881549" y="1920505"/>
              <a:ext cx="227880" cy="16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88D06B66-0382-4CBF-B706-932A8AEAAD8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63909" y="1884505"/>
                <a:ext cx="2635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FA4C5C82-F70A-4D9F-8B71-00F8B5469AE5}"/>
                  </a:ext>
                </a:extLst>
              </p14:cNvPr>
              <p14:cNvContentPartPr/>
              <p14:nvPr/>
            </p14:nvContentPartPr>
            <p14:xfrm>
              <a:off x="403749" y="2040385"/>
              <a:ext cx="1101960" cy="925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FA4C5C82-F70A-4D9F-8B71-00F8B5469AE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6109" y="2004745"/>
                <a:ext cx="1137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A3C930DB-D407-4944-9123-38A25799C414}"/>
                  </a:ext>
                </a:extLst>
              </p14:cNvPr>
              <p14:cNvContentPartPr/>
              <p14:nvPr/>
            </p14:nvContentPartPr>
            <p14:xfrm>
              <a:off x="1827549" y="4270225"/>
              <a:ext cx="194760" cy="261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A3C930DB-D407-4944-9123-38A25799C41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09549" y="4234225"/>
                <a:ext cx="2304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B50866C-C094-4E05-B701-037FCE5F21EB}"/>
                  </a:ext>
                </a:extLst>
              </p14:cNvPr>
              <p14:cNvContentPartPr/>
              <p14:nvPr/>
            </p14:nvContentPartPr>
            <p14:xfrm>
              <a:off x="1847709" y="4391905"/>
              <a:ext cx="197280" cy="194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B50866C-C094-4E05-B701-037FCE5F21E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30069" y="4356265"/>
                <a:ext cx="232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8CB7B55-AC2C-4DB0-8ED9-33182A207A1E}"/>
                  </a:ext>
                </a:extLst>
              </p14:cNvPr>
              <p14:cNvContentPartPr/>
              <p14:nvPr/>
            </p14:nvContentPartPr>
            <p14:xfrm>
              <a:off x="2015109" y="3756505"/>
              <a:ext cx="216720" cy="3016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8CB7B55-AC2C-4DB0-8ED9-33182A207A1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97469" y="3720505"/>
                <a:ext cx="2523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3B3B338-0FCC-4E3C-93C7-9370C9B18AC8}"/>
                  </a:ext>
                </a:extLst>
              </p14:cNvPr>
              <p14:cNvContentPartPr/>
              <p14:nvPr/>
            </p14:nvContentPartPr>
            <p14:xfrm>
              <a:off x="792909" y="3796825"/>
              <a:ext cx="860760" cy="705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3B3B338-0FCC-4E3C-93C7-9370C9B18A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5269" y="3761185"/>
                <a:ext cx="8964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2F3888A-F39C-431F-A226-989F44027C05}"/>
                  </a:ext>
                </a:extLst>
              </p14:cNvPr>
              <p14:cNvContentPartPr/>
              <p14:nvPr/>
            </p14:nvContentPartPr>
            <p14:xfrm>
              <a:off x="788949" y="4393705"/>
              <a:ext cx="718200" cy="345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2F3888A-F39C-431F-A226-989F44027C0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1309" y="4358065"/>
                <a:ext cx="7538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06680E58-1C3F-4207-8FA7-3DC53EF1B3B6}"/>
                  </a:ext>
                </a:extLst>
              </p14:cNvPr>
              <p14:cNvContentPartPr/>
              <p14:nvPr/>
            </p14:nvContentPartPr>
            <p14:xfrm>
              <a:off x="1506069" y="4427185"/>
              <a:ext cx="179280" cy="34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06680E58-1C3F-4207-8FA7-3DC53EF1B3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88429" y="4391545"/>
                <a:ext cx="2149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4A99715-681D-48A6-9795-A115D4F347E5}"/>
                  </a:ext>
                </a:extLst>
              </p14:cNvPr>
              <p14:cNvContentPartPr/>
              <p14:nvPr/>
            </p14:nvContentPartPr>
            <p14:xfrm>
              <a:off x="2954709" y="2429905"/>
              <a:ext cx="184320" cy="1411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4A99715-681D-48A6-9795-A115D4F347E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37069" y="2394265"/>
                <a:ext cx="2199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E323819-0AFF-477A-9C25-0023EDC3FCB8}"/>
                  </a:ext>
                </a:extLst>
              </p14:cNvPr>
              <p14:cNvContentPartPr/>
              <p14:nvPr/>
            </p14:nvContentPartPr>
            <p14:xfrm>
              <a:off x="3147309" y="2521345"/>
              <a:ext cx="437400" cy="284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E323819-0AFF-477A-9C25-0023EDC3FCB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29309" y="2485705"/>
                <a:ext cx="4730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70FA994D-325A-4995-A9F2-60B144F634F4}"/>
                  </a:ext>
                </a:extLst>
              </p14:cNvPr>
              <p14:cNvContentPartPr/>
              <p14:nvPr/>
            </p14:nvContentPartPr>
            <p14:xfrm>
              <a:off x="3015189" y="3022105"/>
              <a:ext cx="205560" cy="1922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70FA994D-325A-4995-A9F2-60B144F634F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97189" y="2986105"/>
                <a:ext cx="2412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9583886-FF8F-4D81-8FDE-216DE5410BE4}"/>
                  </a:ext>
                </a:extLst>
              </p14:cNvPr>
              <p14:cNvContentPartPr/>
              <p14:nvPr/>
            </p14:nvContentPartPr>
            <p14:xfrm>
              <a:off x="3166389" y="3144145"/>
              <a:ext cx="471240" cy="410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9583886-FF8F-4D81-8FDE-216DE5410B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48749" y="3108505"/>
                <a:ext cx="5068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3B9BC14C-BCC8-456E-92D7-0B314DCCE356}"/>
                  </a:ext>
                </a:extLst>
              </p14:cNvPr>
              <p14:cNvContentPartPr/>
              <p14:nvPr/>
            </p14:nvContentPartPr>
            <p14:xfrm>
              <a:off x="2929149" y="3690985"/>
              <a:ext cx="263160" cy="1922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3B9BC14C-BCC8-456E-92D7-0B314DCCE35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11149" y="3654985"/>
                <a:ext cx="2988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AB6268D3-37C8-4F41-9D62-A33FADBB3A43}"/>
                  </a:ext>
                </a:extLst>
              </p14:cNvPr>
              <p14:cNvContentPartPr/>
              <p14:nvPr/>
            </p14:nvContentPartPr>
            <p14:xfrm>
              <a:off x="3151989" y="3830665"/>
              <a:ext cx="509040" cy="46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AB6268D3-37C8-4F41-9D62-A33FADBB3A4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33989" y="3794665"/>
                <a:ext cx="5446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2DC809A-048E-4C57-9088-1AD4A2C5845F}"/>
                  </a:ext>
                </a:extLst>
              </p14:cNvPr>
              <p14:cNvContentPartPr/>
              <p14:nvPr/>
            </p14:nvContentPartPr>
            <p14:xfrm>
              <a:off x="2868309" y="4344025"/>
              <a:ext cx="243720" cy="2178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2DC809A-048E-4C57-9088-1AD4A2C5845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50669" y="4308385"/>
                <a:ext cx="2793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E2957E20-351C-4D6D-A44C-C1F5A3DEE8A3}"/>
                  </a:ext>
                </a:extLst>
              </p14:cNvPr>
              <p14:cNvContentPartPr/>
              <p14:nvPr/>
            </p14:nvContentPartPr>
            <p14:xfrm>
              <a:off x="3026709" y="4465705"/>
              <a:ext cx="579240" cy="612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E2957E20-351C-4D6D-A44C-C1F5A3DEE8A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09069" y="4430065"/>
                <a:ext cx="6148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9AE19073-6E5E-4B05-996C-8A9C9C594879}"/>
                  </a:ext>
                </a:extLst>
              </p14:cNvPr>
              <p14:cNvContentPartPr/>
              <p14:nvPr/>
            </p14:nvContentPartPr>
            <p14:xfrm>
              <a:off x="1833309" y="764905"/>
              <a:ext cx="360" cy="1699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9AE19073-6E5E-4B05-996C-8A9C9C59487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15309" y="729265"/>
                <a:ext cx="360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0690F90-E504-4F6C-8187-EA473F6CAA99}"/>
                  </a:ext>
                </a:extLst>
              </p14:cNvPr>
              <p14:cNvContentPartPr/>
              <p14:nvPr/>
            </p14:nvContentPartPr>
            <p14:xfrm>
              <a:off x="1779309" y="760225"/>
              <a:ext cx="148320" cy="2782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0690F90-E504-4F6C-8187-EA473F6CAA9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61309" y="724225"/>
                <a:ext cx="18396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94BA2E1-B190-403B-8BAB-E56F5554EE22}"/>
                  </a:ext>
                </a:extLst>
              </p14:cNvPr>
              <p14:cNvContentPartPr/>
              <p14:nvPr/>
            </p14:nvContentPartPr>
            <p14:xfrm>
              <a:off x="2042109" y="838345"/>
              <a:ext cx="167040" cy="2642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94BA2E1-B190-403B-8BAB-E56F5554EE2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24109" y="802705"/>
                <a:ext cx="2026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F01D852-F907-4305-A350-3BDF1DBA51B2}"/>
                  </a:ext>
                </a:extLst>
              </p14:cNvPr>
              <p14:cNvContentPartPr/>
              <p14:nvPr/>
            </p14:nvContentPartPr>
            <p14:xfrm>
              <a:off x="2295189" y="859945"/>
              <a:ext cx="183600" cy="232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F01D852-F907-4305-A350-3BDF1DBA51B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277549" y="824305"/>
                <a:ext cx="2192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A4F3F471-3AE4-4A08-9603-1E2EA4C0C76F}"/>
                  </a:ext>
                </a:extLst>
              </p14:cNvPr>
              <p14:cNvContentPartPr/>
              <p14:nvPr/>
            </p14:nvContentPartPr>
            <p14:xfrm>
              <a:off x="2588949" y="870745"/>
              <a:ext cx="198720" cy="2556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A4F3F471-3AE4-4A08-9603-1E2EA4C0C76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570949" y="835105"/>
                <a:ext cx="2343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D54A7CA-A476-4172-830F-9142D35C384B}"/>
                  </a:ext>
                </a:extLst>
              </p14:cNvPr>
              <p14:cNvContentPartPr/>
              <p14:nvPr/>
            </p14:nvContentPartPr>
            <p14:xfrm>
              <a:off x="2564829" y="890185"/>
              <a:ext cx="216720" cy="2534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D54A7CA-A476-4172-830F-9142D35C384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47189" y="854185"/>
                <a:ext cx="2523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8BDFC11-D6BF-4011-92A5-01B2505CD365}"/>
                  </a:ext>
                </a:extLst>
              </p14:cNvPr>
              <p14:cNvContentPartPr/>
              <p14:nvPr/>
            </p14:nvContentPartPr>
            <p14:xfrm>
              <a:off x="3070269" y="880105"/>
              <a:ext cx="99000" cy="2577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8BDFC11-D6BF-4011-92A5-01B2505CD36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52269" y="844465"/>
                <a:ext cx="13464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2B943450-7178-4902-97DD-20DD307515D5}"/>
                  </a:ext>
                </a:extLst>
              </p14:cNvPr>
              <p14:cNvContentPartPr/>
              <p14:nvPr/>
            </p14:nvContentPartPr>
            <p14:xfrm>
              <a:off x="3103749" y="1150825"/>
              <a:ext cx="198360" cy="39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2B943450-7178-4902-97DD-20DD307515D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86109" y="1115185"/>
                <a:ext cx="234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598552B-3547-4BE8-B6C4-728EAE403206}"/>
                  </a:ext>
                </a:extLst>
              </p14:cNvPr>
              <p14:cNvContentPartPr/>
              <p14:nvPr/>
            </p14:nvContentPartPr>
            <p14:xfrm>
              <a:off x="3464109" y="926185"/>
              <a:ext cx="48240" cy="612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598552B-3547-4BE8-B6C4-728EAE40320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46469" y="890545"/>
                <a:ext cx="838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B5BF02D6-55EC-40B4-813C-296E96F9D234}"/>
                  </a:ext>
                </a:extLst>
              </p14:cNvPr>
              <p14:cNvContentPartPr/>
              <p14:nvPr/>
            </p14:nvContentPartPr>
            <p14:xfrm>
              <a:off x="3475269" y="1097905"/>
              <a:ext cx="51480" cy="392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B5BF02D6-55EC-40B4-813C-296E96F9D23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57269" y="1062265"/>
                <a:ext cx="871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D68778B0-6AA6-4562-AE2C-B7D319AE3947}"/>
                  </a:ext>
                </a:extLst>
              </p14:cNvPr>
              <p14:cNvContentPartPr/>
              <p14:nvPr/>
            </p14:nvContentPartPr>
            <p14:xfrm>
              <a:off x="3658149" y="882625"/>
              <a:ext cx="196920" cy="2325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D68778B0-6AA6-4562-AE2C-B7D319AE394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40149" y="846625"/>
                <a:ext cx="232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397E770-B49E-4E03-98DA-8921E88F4CC7}"/>
                  </a:ext>
                </a:extLst>
              </p14:cNvPr>
              <p14:cNvContentPartPr/>
              <p14:nvPr/>
            </p14:nvContentPartPr>
            <p14:xfrm>
              <a:off x="3788829" y="1024825"/>
              <a:ext cx="32400" cy="2671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397E770-B49E-4E03-98DA-8921E88F4CC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770829" y="988825"/>
                <a:ext cx="680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7ABEB4CC-950E-439C-AEA5-259A28070F8D}"/>
                  </a:ext>
                </a:extLst>
              </p14:cNvPr>
              <p14:cNvContentPartPr/>
              <p14:nvPr/>
            </p14:nvContentPartPr>
            <p14:xfrm>
              <a:off x="2470149" y="4284985"/>
              <a:ext cx="93960" cy="1015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7ABEB4CC-950E-439C-AEA5-259A28070F8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52509" y="4248985"/>
                <a:ext cx="1296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26E78908-232D-451B-8579-F3070EE6C072}"/>
                  </a:ext>
                </a:extLst>
              </p14:cNvPr>
              <p14:cNvContentPartPr/>
              <p14:nvPr/>
            </p14:nvContentPartPr>
            <p14:xfrm>
              <a:off x="2533149" y="4244665"/>
              <a:ext cx="99360" cy="2408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26E78908-232D-451B-8579-F3070EE6C07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515509" y="4208665"/>
                <a:ext cx="1350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7C7AEA9-AEE6-4B5F-A94E-640EADD97A80}"/>
                  </a:ext>
                </a:extLst>
              </p14:cNvPr>
              <p14:cNvContentPartPr/>
              <p14:nvPr/>
            </p14:nvContentPartPr>
            <p14:xfrm>
              <a:off x="2593629" y="4467505"/>
              <a:ext cx="107280" cy="1202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7C7AEA9-AEE6-4B5F-A94E-640EADD97A8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575629" y="4431505"/>
                <a:ext cx="1429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FBE2867A-3902-4E40-9B92-DC112D9401B4}"/>
                  </a:ext>
                </a:extLst>
              </p14:cNvPr>
              <p14:cNvContentPartPr/>
              <p14:nvPr/>
            </p14:nvContentPartPr>
            <p14:xfrm>
              <a:off x="2473389" y="4114345"/>
              <a:ext cx="183240" cy="104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FBE2867A-3902-4E40-9B92-DC112D9401B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55749" y="4078705"/>
                <a:ext cx="2188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85921827-B719-4C39-B5E8-ECB798385088}"/>
                  </a:ext>
                </a:extLst>
              </p14:cNvPr>
              <p14:cNvContentPartPr/>
              <p14:nvPr/>
            </p14:nvContentPartPr>
            <p14:xfrm>
              <a:off x="2473389" y="3653185"/>
              <a:ext cx="206280" cy="2480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85921827-B719-4C39-B5E8-ECB79838508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455749" y="3617185"/>
                <a:ext cx="2419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A452C9C-063D-49AE-8EA3-27CD97ADB7E2}"/>
                  </a:ext>
                </a:extLst>
              </p14:cNvPr>
              <p14:cNvContentPartPr/>
              <p14:nvPr/>
            </p14:nvContentPartPr>
            <p14:xfrm>
              <a:off x="2709189" y="3806185"/>
              <a:ext cx="22680" cy="1724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A452C9C-063D-49AE-8EA3-27CD97ADB7E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691549" y="3770545"/>
                <a:ext cx="583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67C92D1E-0967-4379-85CA-3DE64E876A34}"/>
                  </a:ext>
                </a:extLst>
              </p14:cNvPr>
              <p14:cNvContentPartPr/>
              <p14:nvPr/>
            </p14:nvContentPartPr>
            <p14:xfrm>
              <a:off x="2492829" y="3041545"/>
              <a:ext cx="168120" cy="3031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67C92D1E-0967-4379-85CA-3DE64E876A3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474829" y="3005545"/>
                <a:ext cx="20376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40C603CD-035E-43A5-A062-98271E17DB8F}"/>
                  </a:ext>
                </a:extLst>
              </p14:cNvPr>
              <p14:cNvContentPartPr/>
              <p14:nvPr/>
            </p14:nvContentPartPr>
            <p14:xfrm>
              <a:off x="2699829" y="3261145"/>
              <a:ext cx="171360" cy="1598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40C603CD-035E-43A5-A062-98271E17DB8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681829" y="3225505"/>
                <a:ext cx="2070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2E695C9E-8C35-4B34-8DE2-5FB359702740}"/>
                  </a:ext>
                </a:extLst>
              </p14:cNvPr>
              <p14:cNvContentPartPr/>
              <p14:nvPr/>
            </p14:nvContentPartPr>
            <p14:xfrm>
              <a:off x="2560149" y="2497225"/>
              <a:ext cx="143280" cy="1191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2E695C9E-8C35-4B34-8DE2-5FB35970274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542149" y="2461585"/>
                <a:ext cx="1789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902F87E-D55B-4044-9868-57F634FD879B}"/>
                  </a:ext>
                </a:extLst>
              </p14:cNvPr>
              <p14:cNvContentPartPr/>
              <p14:nvPr/>
            </p14:nvContentPartPr>
            <p14:xfrm>
              <a:off x="2680389" y="2481385"/>
              <a:ext cx="52560" cy="2804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902F87E-D55B-4044-9868-57F634FD879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62749" y="2445745"/>
                <a:ext cx="8820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1314FB83-1C94-4526-9C26-4D46E006FE44}"/>
                  </a:ext>
                </a:extLst>
              </p14:cNvPr>
              <p14:cNvContentPartPr/>
              <p14:nvPr/>
            </p14:nvContentPartPr>
            <p14:xfrm>
              <a:off x="2776509" y="2684425"/>
              <a:ext cx="145080" cy="2253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1314FB83-1C94-4526-9C26-4D46E006FE4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758869" y="2648425"/>
                <a:ext cx="1807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1180FA06-2BDD-4005-8278-D13B18BF6BA4}"/>
                  </a:ext>
                </a:extLst>
              </p14:cNvPr>
              <p14:cNvContentPartPr/>
              <p14:nvPr/>
            </p14:nvContentPartPr>
            <p14:xfrm>
              <a:off x="7248348" y="1602740"/>
              <a:ext cx="52200" cy="26074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1180FA06-2BDD-4005-8278-D13B18BF6BA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230708" y="1566740"/>
                <a:ext cx="87840" cy="267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7638A8B6-4D70-4A98-A55B-B21A6E41F163}"/>
                  </a:ext>
                </a:extLst>
              </p14:cNvPr>
              <p14:cNvContentPartPr/>
              <p14:nvPr/>
            </p14:nvContentPartPr>
            <p14:xfrm>
              <a:off x="7193268" y="1600220"/>
              <a:ext cx="1343520" cy="3069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7638A8B6-4D70-4A98-A55B-B21A6E41F16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175268" y="1564580"/>
                <a:ext cx="1379160" cy="31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0AF5DC80-05D5-4A41-A8BC-5F840ACE6BC4}"/>
                  </a:ext>
                </a:extLst>
              </p14:cNvPr>
              <p14:cNvContentPartPr/>
              <p14:nvPr/>
            </p14:nvContentPartPr>
            <p14:xfrm>
              <a:off x="7258068" y="4268900"/>
              <a:ext cx="1184760" cy="5022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0AF5DC80-05D5-4A41-A8BC-5F840ACE6BC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240068" y="4232900"/>
                <a:ext cx="122040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210DA9D-7B8A-420E-B321-30EB1920D11E}"/>
                  </a:ext>
                </a:extLst>
              </p14:cNvPr>
              <p14:cNvContentPartPr/>
              <p14:nvPr/>
            </p14:nvContentPartPr>
            <p14:xfrm>
              <a:off x="7050348" y="1925300"/>
              <a:ext cx="205560" cy="2005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210DA9D-7B8A-420E-B321-30EB1920D11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032348" y="1889660"/>
                <a:ext cx="2412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C09286E0-3B14-44DA-9261-E70873EC5D4C}"/>
                  </a:ext>
                </a:extLst>
              </p14:cNvPr>
              <p14:cNvContentPartPr/>
              <p14:nvPr/>
            </p14:nvContentPartPr>
            <p14:xfrm>
              <a:off x="7403148" y="1934660"/>
              <a:ext cx="164160" cy="2404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C09286E0-3B14-44DA-9261-E70873EC5D4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385508" y="1899020"/>
                <a:ext cx="1998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D5CF7592-1A59-414C-A187-87F9917C5E97}"/>
                  </a:ext>
                </a:extLst>
              </p14:cNvPr>
              <p14:cNvContentPartPr/>
              <p14:nvPr/>
            </p14:nvContentPartPr>
            <p14:xfrm>
              <a:off x="7376148" y="2046620"/>
              <a:ext cx="193320" cy="18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D5CF7592-1A59-414C-A187-87F9917C5E9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358508" y="2010980"/>
                <a:ext cx="2289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F3C6F751-0A51-49AC-991A-24828831C26F}"/>
                  </a:ext>
                </a:extLst>
              </p14:cNvPr>
              <p14:cNvContentPartPr/>
              <p14:nvPr/>
            </p14:nvContentPartPr>
            <p14:xfrm>
              <a:off x="7419348" y="1921700"/>
              <a:ext cx="167040" cy="180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F3C6F751-0A51-49AC-991A-24828831C26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401708" y="1885700"/>
                <a:ext cx="2026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E654AAC7-695B-4C67-9A33-4D7099AF55D2}"/>
                  </a:ext>
                </a:extLst>
              </p14:cNvPr>
              <p14:cNvContentPartPr/>
              <p14:nvPr/>
            </p14:nvContentPartPr>
            <p14:xfrm>
              <a:off x="7405308" y="1810100"/>
              <a:ext cx="227880" cy="169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E654AAC7-695B-4C67-9A33-4D7099AF55D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87668" y="1774100"/>
                <a:ext cx="2635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09C9B138-796D-47CE-9AA7-FB5024C52BEE}"/>
                  </a:ext>
                </a:extLst>
              </p14:cNvPr>
              <p14:cNvContentPartPr/>
              <p14:nvPr/>
            </p14:nvContentPartPr>
            <p14:xfrm>
              <a:off x="5927508" y="1929980"/>
              <a:ext cx="1101960" cy="925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09C9B138-796D-47CE-9AA7-FB5024C52BE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909868" y="1894340"/>
                <a:ext cx="1137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EB7FA93-218E-49E3-8EB6-5CC7456CE5DD}"/>
                  </a:ext>
                </a:extLst>
              </p14:cNvPr>
              <p14:cNvContentPartPr/>
              <p14:nvPr/>
            </p14:nvContentPartPr>
            <p14:xfrm>
              <a:off x="7351308" y="4159820"/>
              <a:ext cx="194760" cy="2613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EB7FA93-218E-49E3-8EB6-5CC7456CE5D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333308" y="4123820"/>
                <a:ext cx="2304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CDBB9F97-AE5F-4293-9343-E4E30518D8F3}"/>
                  </a:ext>
                </a:extLst>
              </p14:cNvPr>
              <p14:cNvContentPartPr/>
              <p14:nvPr/>
            </p14:nvContentPartPr>
            <p14:xfrm>
              <a:off x="7371468" y="4281500"/>
              <a:ext cx="197280" cy="194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CDBB9F97-AE5F-4293-9343-E4E30518D8F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353828" y="4245860"/>
                <a:ext cx="232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E1B7ABA4-ADC9-4132-ADF2-F13433995EFA}"/>
                  </a:ext>
                </a:extLst>
              </p14:cNvPr>
              <p14:cNvContentPartPr/>
              <p14:nvPr/>
            </p14:nvContentPartPr>
            <p14:xfrm>
              <a:off x="7538868" y="3646100"/>
              <a:ext cx="216720" cy="3016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E1B7ABA4-ADC9-4132-ADF2-F13433995EF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521228" y="3610100"/>
                <a:ext cx="2523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439FF4DA-6B40-4474-B035-4606FBF9E8A4}"/>
                  </a:ext>
                </a:extLst>
              </p14:cNvPr>
              <p14:cNvContentPartPr/>
              <p14:nvPr/>
            </p14:nvContentPartPr>
            <p14:xfrm>
              <a:off x="6316668" y="3686420"/>
              <a:ext cx="860760" cy="705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439FF4DA-6B40-4474-B035-4606FBF9E8A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99028" y="3650780"/>
                <a:ext cx="8964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A0DB2E5E-2F9C-4D9F-877D-78BB8FABA13A}"/>
                  </a:ext>
                </a:extLst>
              </p14:cNvPr>
              <p14:cNvContentPartPr/>
              <p14:nvPr/>
            </p14:nvContentPartPr>
            <p14:xfrm>
              <a:off x="6312708" y="4283300"/>
              <a:ext cx="718200" cy="345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A0DB2E5E-2F9C-4D9F-877D-78BB8FABA13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295068" y="4247660"/>
                <a:ext cx="7538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E87971B3-F0CF-4C3A-86A5-A1D5D3889FBC}"/>
                  </a:ext>
                </a:extLst>
              </p14:cNvPr>
              <p14:cNvContentPartPr/>
              <p14:nvPr/>
            </p14:nvContentPartPr>
            <p14:xfrm>
              <a:off x="7029828" y="4316780"/>
              <a:ext cx="179280" cy="349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E87971B3-F0CF-4C3A-86A5-A1D5D3889FB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012188" y="4281140"/>
                <a:ext cx="2149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F636E7E-C370-4D61-A8FB-067CBAF73462}"/>
                  </a:ext>
                </a:extLst>
              </p14:cNvPr>
              <p14:cNvContentPartPr/>
              <p14:nvPr/>
            </p14:nvContentPartPr>
            <p14:xfrm>
              <a:off x="8478468" y="2319500"/>
              <a:ext cx="184320" cy="141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F636E7E-C370-4D61-A8FB-067CBAF7346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460828" y="2283860"/>
                <a:ext cx="2199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40BD36CF-8EB4-4533-9D81-62D96042950B}"/>
                  </a:ext>
                </a:extLst>
              </p14:cNvPr>
              <p14:cNvContentPartPr/>
              <p14:nvPr/>
            </p14:nvContentPartPr>
            <p14:xfrm>
              <a:off x="8671068" y="2410940"/>
              <a:ext cx="437400" cy="284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40BD36CF-8EB4-4533-9D81-62D96042950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653068" y="2375300"/>
                <a:ext cx="4730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1FC474DE-8331-4214-95EF-15491AF5D81A}"/>
                  </a:ext>
                </a:extLst>
              </p14:cNvPr>
              <p14:cNvContentPartPr/>
              <p14:nvPr/>
            </p14:nvContentPartPr>
            <p14:xfrm>
              <a:off x="8538948" y="2911700"/>
              <a:ext cx="205560" cy="1922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1FC474DE-8331-4214-95EF-15491AF5D81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520948" y="2875700"/>
                <a:ext cx="2412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12AB6AED-64C2-47B6-90B7-8270E4ED5DB5}"/>
                  </a:ext>
                </a:extLst>
              </p14:cNvPr>
              <p14:cNvContentPartPr/>
              <p14:nvPr/>
            </p14:nvContentPartPr>
            <p14:xfrm>
              <a:off x="8690148" y="3033740"/>
              <a:ext cx="471240" cy="410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12AB6AED-64C2-47B6-90B7-8270E4ED5DB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672508" y="2998100"/>
                <a:ext cx="5068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8442408-BB13-4182-AB30-9AC941FD3D62}"/>
                  </a:ext>
                </a:extLst>
              </p14:cNvPr>
              <p14:cNvContentPartPr/>
              <p14:nvPr/>
            </p14:nvContentPartPr>
            <p14:xfrm>
              <a:off x="8452908" y="3580580"/>
              <a:ext cx="263160" cy="1922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8442408-BB13-4182-AB30-9AC941FD3D6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434908" y="3544580"/>
                <a:ext cx="2988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0B8D0C62-C250-41EB-BE99-7B9A208438F1}"/>
                  </a:ext>
                </a:extLst>
              </p14:cNvPr>
              <p14:cNvContentPartPr/>
              <p14:nvPr/>
            </p14:nvContentPartPr>
            <p14:xfrm>
              <a:off x="8675748" y="3720260"/>
              <a:ext cx="509040" cy="464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0B8D0C62-C250-41EB-BE99-7B9A208438F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657748" y="3684260"/>
                <a:ext cx="5446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5D46E236-7A01-41F8-933F-6229BA471DDB}"/>
                  </a:ext>
                </a:extLst>
              </p14:cNvPr>
              <p14:cNvContentPartPr/>
              <p14:nvPr/>
            </p14:nvContentPartPr>
            <p14:xfrm>
              <a:off x="8392068" y="4233620"/>
              <a:ext cx="243720" cy="2178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5D46E236-7A01-41F8-933F-6229BA471DD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374428" y="4197980"/>
                <a:ext cx="2793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A3749364-5C47-4A54-8A89-92B4E0984325}"/>
                  </a:ext>
                </a:extLst>
              </p14:cNvPr>
              <p14:cNvContentPartPr/>
              <p14:nvPr/>
            </p14:nvContentPartPr>
            <p14:xfrm>
              <a:off x="8550468" y="4355300"/>
              <a:ext cx="579240" cy="612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A3749364-5C47-4A54-8A89-92B4E098432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532828" y="4319660"/>
                <a:ext cx="6148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9572962A-5F33-4AB5-B266-82F0B230582A}"/>
                  </a:ext>
                </a:extLst>
              </p14:cNvPr>
              <p14:cNvContentPartPr/>
              <p14:nvPr/>
            </p14:nvContentPartPr>
            <p14:xfrm>
              <a:off x="7993908" y="4174580"/>
              <a:ext cx="93960" cy="1015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9572962A-5F33-4AB5-B266-82F0B230582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976268" y="4138580"/>
                <a:ext cx="1296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992E2A0E-55CC-4507-AFFA-F116E76554A3}"/>
                  </a:ext>
                </a:extLst>
              </p14:cNvPr>
              <p14:cNvContentPartPr/>
              <p14:nvPr/>
            </p14:nvContentPartPr>
            <p14:xfrm>
              <a:off x="8056908" y="4134260"/>
              <a:ext cx="99360" cy="2408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992E2A0E-55CC-4507-AFFA-F116E76554A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039268" y="4098260"/>
                <a:ext cx="1350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B61BA6DA-BA68-4D6E-91C6-3C82A7E1BFEB}"/>
                  </a:ext>
                </a:extLst>
              </p14:cNvPr>
              <p14:cNvContentPartPr/>
              <p14:nvPr/>
            </p14:nvContentPartPr>
            <p14:xfrm>
              <a:off x="8117388" y="4357100"/>
              <a:ext cx="107280" cy="1202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B61BA6DA-BA68-4D6E-91C6-3C82A7E1BFE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099388" y="4321100"/>
                <a:ext cx="1429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8E138D91-01E6-4A20-8D7A-0B8E28F9728C}"/>
                  </a:ext>
                </a:extLst>
              </p14:cNvPr>
              <p14:cNvContentPartPr/>
              <p14:nvPr/>
            </p14:nvContentPartPr>
            <p14:xfrm>
              <a:off x="7997148" y="4003940"/>
              <a:ext cx="183240" cy="104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8E138D91-01E6-4A20-8D7A-0B8E28F9728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979508" y="3968300"/>
                <a:ext cx="2188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BEACEAD-9953-46E4-BD1E-A8C5A3DEBA2D}"/>
                  </a:ext>
                </a:extLst>
              </p14:cNvPr>
              <p14:cNvContentPartPr/>
              <p14:nvPr/>
            </p14:nvContentPartPr>
            <p14:xfrm>
              <a:off x="7997148" y="3542780"/>
              <a:ext cx="206280" cy="2480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BEACEAD-9953-46E4-BD1E-A8C5A3DEBA2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979508" y="3506780"/>
                <a:ext cx="2419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6AF83DF5-BC07-4253-8EB5-7C7DC903053C}"/>
                  </a:ext>
                </a:extLst>
              </p14:cNvPr>
              <p14:cNvContentPartPr/>
              <p14:nvPr/>
            </p14:nvContentPartPr>
            <p14:xfrm>
              <a:off x="8232948" y="3695780"/>
              <a:ext cx="22680" cy="1724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6AF83DF5-BC07-4253-8EB5-7C7DC903053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215308" y="3660140"/>
                <a:ext cx="583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92D260E-540D-452E-AF78-A498F233C6B4}"/>
                  </a:ext>
                </a:extLst>
              </p14:cNvPr>
              <p14:cNvContentPartPr/>
              <p14:nvPr/>
            </p14:nvContentPartPr>
            <p14:xfrm>
              <a:off x="8016588" y="2931140"/>
              <a:ext cx="168120" cy="3031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92D260E-540D-452E-AF78-A498F233C6B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98588" y="2895140"/>
                <a:ext cx="20376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0F55DB41-6869-4AB7-8F46-A8C688C744DE}"/>
                  </a:ext>
                </a:extLst>
              </p14:cNvPr>
              <p14:cNvContentPartPr/>
              <p14:nvPr/>
            </p14:nvContentPartPr>
            <p14:xfrm>
              <a:off x="8223588" y="3150740"/>
              <a:ext cx="171360" cy="1598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0F55DB41-6869-4AB7-8F46-A8C688C744D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205588" y="3115100"/>
                <a:ext cx="2070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6F6F95FA-8A40-40DC-82C9-C22D341355DE}"/>
                  </a:ext>
                </a:extLst>
              </p14:cNvPr>
              <p14:cNvContentPartPr/>
              <p14:nvPr/>
            </p14:nvContentPartPr>
            <p14:xfrm>
              <a:off x="8083908" y="2386820"/>
              <a:ext cx="143280" cy="1191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6F6F95FA-8A40-40DC-82C9-C22D341355D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065908" y="2351180"/>
                <a:ext cx="1789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8E0FD2AD-FBE4-49BC-BADD-E5FE408ECE43}"/>
                  </a:ext>
                </a:extLst>
              </p14:cNvPr>
              <p14:cNvContentPartPr/>
              <p14:nvPr/>
            </p14:nvContentPartPr>
            <p14:xfrm>
              <a:off x="8204148" y="2370980"/>
              <a:ext cx="52560" cy="2804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8E0FD2AD-FBE4-49BC-BADD-E5FE408ECE4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186508" y="2335340"/>
                <a:ext cx="8820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783929C-3831-4F53-B206-46DB5CC0B3A2}"/>
                  </a:ext>
                </a:extLst>
              </p14:cNvPr>
              <p14:cNvContentPartPr/>
              <p14:nvPr/>
            </p14:nvContentPartPr>
            <p14:xfrm>
              <a:off x="8300268" y="2574020"/>
              <a:ext cx="145080" cy="225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783929C-3831-4F53-B206-46DB5CC0B3A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282628" y="2538020"/>
                <a:ext cx="1807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9C255E25-D91A-40ED-84CD-47DB60A8C04B}"/>
                  </a:ext>
                </a:extLst>
              </p14:cNvPr>
              <p14:cNvContentPartPr/>
              <p14:nvPr/>
            </p14:nvContentPartPr>
            <p14:xfrm>
              <a:off x="5327469" y="4836505"/>
              <a:ext cx="360" cy="3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9C255E25-D91A-40ED-84CD-47DB60A8C04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309469" y="48008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F84E6B07-BDDA-46D3-BCDE-52F43ED80EE0}"/>
                  </a:ext>
                </a:extLst>
              </p14:cNvPr>
              <p14:cNvContentPartPr/>
              <p14:nvPr/>
            </p14:nvContentPartPr>
            <p14:xfrm>
              <a:off x="5850189" y="1929505"/>
              <a:ext cx="78840" cy="4957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F84E6B07-BDDA-46D3-BCDE-52F43ED80EE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832549" y="1893505"/>
                <a:ext cx="11448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CF62ABF4-1864-4BEC-BDA6-2CB5970BF482}"/>
                  </a:ext>
                </a:extLst>
              </p14:cNvPr>
              <p14:cNvContentPartPr/>
              <p14:nvPr/>
            </p14:nvContentPartPr>
            <p14:xfrm>
              <a:off x="5543829" y="2415505"/>
              <a:ext cx="775800" cy="601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CF62ABF4-1864-4BEC-BDA6-2CB5970BF48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526189" y="2379505"/>
                <a:ext cx="8114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D1711892-DD83-4CF6-8594-C8E7D987D658}"/>
                  </a:ext>
                </a:extLst>
              </p14:cNvPr>
              <p14:cNvContentPartPr/>
              <p14:nvPr/>
            </p14:nvContentPartPr>
            <p14:xfrm>
              <a:off x="5539149" y="2386705"/>
              <a:ext cx="125640" cy="2077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D1711892-DD83-4CF6-8594-C8E7D987D65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521509" y="2351065"/>
                <a:ext cx="1612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DC14398D-5AB6-4B6A-95AB-90CDDA8B3DF5}"/>
                  </a:ext>
                </a:extLst>
              </p14:cNvPr>
              <p14:cNvContentPartPr/>
              <p14:nvPr/>
            </p14:nvContentPartPr>
            <p14:xfrm>
              <a:off x="5697549" y="2468785"/>
              <a:ext cx="82440" cy="1548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DC14398D-5AB6-4B6A-95AB-90CDDA8B3DF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679549" y="2432785"/>
                <a:ext cx="1180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7A988ED0-2D3F-4550-958D-9C47F4C45707}"/>
                  </a:ext>
                </a:extLst>
              </p14:cNvPr>
              <p14:cNvContentPartPr/>
              <p14:nvPr/>
            </p14:nvContentPartPr>
            <p14:xfrm>
              <a:off x="5842269" y="2497225"/>
              <a:ext cx="101160" cy="1364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7A988ED0-2D3F-4550-958D-9C47F4C4570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824629" y="2461585"/>
                <a:ext cx="1368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BD62304C-5C76-41ED-862E-C67AE1D632EC}"/>
                  </a:ext>
                </a:extLst>
              </p14:cNvPr>
              <p14:cNvContentPartPr/>
              <p14:nvPr/>
            </p14:nvContentPartPr>
            <p14:xfrm>
              <a:off x="6004629" y="2516665"/>
              <a:ext cx="198720" cy="1544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BD62304C-5C76-41ED-862E-C67AE1D632E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986989" y="2480665"/>
                <a:ext cx="2343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38DE293C-516C-4DDE-8C7B-B23C2F0BD620}"/>
                  </a:ext>
                </a:extLst>
              </p14:cNvPr>
              <p14:cNvContentPartPr/>
              <p14:nvPr/>
            </p14:nvContentPartPr>
            <p14:xfrm>
              <a:off x="6206589" y="2564905"/>
              <a:ext cx="83520" cy="1353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38DE293C-516C-4DDE-8C7B-B23C2F0BD62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188949" y="2529265"/>
                <a:ext cx="1191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2D9E47C-5E54-4938-9269-A46236E702EA}"/>
                  </a:ext>
                </a:extLst>
              </p14:cNvPr>
              <p14:cNvContentPartPr/>
              <p14:nvPr/>
            </p14:nvContentPartPr>
            <p14:xfrm>
              <a:off x="6153669" y="1440265"/>
              <a:ext cx="166680" cy="2253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2D9E47C-5E54-4938-9269-A46236E702E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135669" y="1404625"/>
                <a:ext cx="2023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67E39A6E-23AD-4F69-80B6-3181BE76E85A}"/>
                  </a:ext>
                </a:extLst>
              </p14:cNvPr>
              <p14:cNvContentPartPr/>
              <p14:nvPr/>
            </p14:nvContentPartPr>
            <p14:xfrm>
              <a:off x="6010749" y="1159825"/>
              <a:ext cx="60480" cy="1983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67E39A6E-23AD-4F69-80B6-3181BE76E85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992749" y="1123825"/>
                <a:ext cx="961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C78C86E1-D3E6-4565-AE71-960C692EABF9}"/>
                  </a:ext>
                </a:extLst>
              </p14:cNvPr>
              <p14:cNvContentPartPr/>
              <p14:nvPr/>
            </p14:nvContentPartPr>
            <p14:xfrm>
              <a:off x="6390909" y="1154425"/>
              <a:ext cx="33120" cy="1857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C78C86E1-D3E6-4565-AE71-960C692EABF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372909" y="1118785"/>
                <a:ext cx="687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DA98D9C7-E6B7-4F55-B8A3-DA479755FD3C}"/>
                  </a:ext>
                </a:extLst>
              </p14:cNvPr>
              <p14:cNvContentPartPr/>
              <p14:nvPr/>
            </p14:nvContentPartPr>
            <p14:xfrm>
              <a:off x="5028669" y="-54815"/>
              <a:ext cx="5255640" cy="63176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DA98D9C7-E6B7-4F55-B8A3-DA479755FD3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011029" y="-90455"/>
                <a:ext cx="5291280" cy="63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14372606-C526-4739-9CBE-8FD4E82E2002}"/>
                  </a:ext>
                </a:extLst>
              </p14:cNvPr>
              <p14:cNvContentPartPr/>
              <p14:nvPr/>
            </p14:nvContentPartPr>
            <p14:xfrm>
              <a:off x="6830109" y="5006975"/>
              <a:ext cx="363600" cy="3898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14372606-C526-4739-9CBE-8FD4E82E200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812469" y="4971335"/>
                <a:ext cx="39924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30E380B3-33AC-4492-A9E9-D9BF9A761DEA}"/>
                  </a:ext>
                </a:extLst>
              </p14:cNvPr>
              <p14:cNvContentPartPr/>
              <p14:nvPr/>
            </p14:nvContentPartPr>
            <p14:xfrm>
              <a:off x="7309989" y="5237735"/>
              <a:ext cx="212760" cy="2203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30E380B3-33AC-4492-A9E9-D9BF9A761DEA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292349" y="5202095"/>
                <a:ext cx="2484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D0BB7577-DBCF-4DAE-ADCC-1E2020361490}"/>
                  </a:ext>
                </a:extLst>
              </p14:cNvPr>
              <p14:cNvContentPartPr/>
              <p14:nvPr/>
            </p14:nvContentPartPr>
            <p14:xfrm>
              <a:off x="7599069" y="5303255"/>
              <a:ext cx="20520" cy="1512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D0BB7577-DBCF-4DAE-ADCC-1E202036149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581069" y="5267615"/>
                <a:ext cx="561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BE1EBD48-83FE-4FFD-9D84-F6ED259E78D5}"/>
                  </a:ext>
                </a:extLst>
              </p14:cNvPr>
              <p14:cNvContentPartPr/>
              <p14:nvPr/>
            </p14:nvContentPartPr>
            <p14:xfrm>
              <a:off x="7569909" y="5125055"/>
              <a:ext cx="446760" cy="36612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BE1EBD48-83FE-4FFD-9D84-F6ED259E78D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551909" y="5089415"/>
                <a:ext cx="48240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8584EE27-1C5E-457D-AFA7-690FAB303EDC}"/>
                  </a:ext>
                </a:extLst>
              </p14:cNvPr>
              <p14:cNvContentPartPr/>
              <p14:nvPr/>
            </p14:nvContentPartPr>
            <p14:xfrm>
              <a:off x="8092269" y="5270855"/>
              <a:ext cx="395640" cy="2811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8584EE27-1C5E-457D-AFA7-690FAB303ED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74629" y="5235215"/>
                <a:ext cx="43128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5028A96B-F05F-46E5-94A6-C1039411717C}"/>
                  </a:ext>
                </a:extLst>
              </p14:cNvPr>
              <p14:cNvContentPartPr/>
              <p14:nvPr/>
            </p14:nvContentPartPr>
            <p14:xfrm>
              <a:off x="9076149" y="5255375"/>
              <a:ext cx="38880" cy="2397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5028A96B-F05F-46E5-94A6-C1039411717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058509" y="5219375"/>
                <a:ext cx="745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7DDA1968-F60C-4536-B0A0-5388614285A7}"/>
                  </a:ext>
                </a:extLst>
              </p14:cNvPr>
              <p14:cNvContentPartPr/>
              <p14:nvPr/>
            </p14:nvContentPartPr>
            <p14:xfrm>
              <a:off x="8973549" y="5146295"/>
              <a:ext cx="360720" cy="4262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7DDA1968-F60C-4536-B0A0-5388614285A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955909" y="5110295"/>
                <a:ext cx="39636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3F7EFE4B-14A4-46E6-B6CC-DD696DB872BB}"/>
                  </a:ext>
                </a:extLst>
              </p14:cNvPr>
              <p14:cNvContentPartPr/>
              <p14:nvPr/>
            </p14:nvContentPartPr>
            <p14:xfrm>
              <a:off x="9381429" y="5294255"/>
              <a:ext cx="515160" cy="3531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3F7EFE4B-14A4-46E6-B6CC-DD696DB872B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363789" y="5258255"/>
                <a:ext cx="5508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F1BCF965-6EA5-4B40-AF5F-F7650379172D}"/>
                  </a:ext>
                </a:extLst>
              </p14:cNvPr>
              <p14:cNvContentPartPr/>
              <p14:nvPr/>
            </p14:nvContentPartPr>
            <p14:xfrm>
              <a:off x="10232829" y="5399375"/>
              <a:ext cx="30240" cy="3373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F1BCF965-6EA5-4B40-AF5F-F7650379172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215189" y="5363735"/>
                <a:ext cx="6588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59B0D98C-EA98-4878-8477-72CD01C1C188}"/>
                  </a:ext>
                </a:extLst>
              </p14:cNvPr>
              <p14:cNvContentPartPr/>
              <p14:nvPr/>
            </p14:nvContentPartPr>
            <p14:xfrm>
              <a:off x="10202589" y="5279495"/>
              <a:ext cx="336600" cy="52380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59B0D98C-EA98-4878-8477-72CD01C1C18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184949" y="5243495"/>
                <a:ext cx="372240" cy="59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6810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00D51200-F403-45F5-BFEC-2523AD4F3782}"/>
                  </a:ext>
                </a:extLst>
              </p14:cNvPr>
              <p14:cNvContentPartPr/>
              <p14:nvPr/>
            </p14:nvContentPartPr>
            <p14:xfrm>
              <a:off x="2885589" y="1597225"/>
              <a:ext cx="74520" cy="30366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00D51200-F403-45F5-BFEC-2523AD4F37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7589" y="1561585"/>
                <a:ext cx="110160" cy="31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6DBA6360-C123-45B9-ABD2-5324A8F7D6C1}"/>
                  </a:ext>
                </a:extLst>
              </p14:cNvPr>
              <p14:cNvContentPartPr/>
              <p14:nvPr/>
            </p14:nvContentPartPr>
            <p14:xfrm>
              <a:off x="2900709" y="1460785"/>
              <a:ext cx="1065600" cy="42271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6DBA6360-C123-45B9-ABD2-5324A8F7D6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3069" y="1424785"/>
                <a:ext cx="1101240" cy="429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EF370BDA-89D5-4C0C-A3CC-8A58DE196FB5}"/>
                  </a:ext>
                </a:extLst>
              </p14:cNvPr>
              <p14:cNvContentPartPr/>
              <p14:nvPr/>
            </p14:nvContentPartPr>
            <p14:xfrm>
              <a:off x="2871909" y="4658305"/>
              <a:ext cx="986040" cy="9874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EF370BDA-89D5-4C0C-A3CC-8A58DE196F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3909" y="4622305"/>
                <a:ext cx="1021680" cy="10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71DE539-AABC-48AD-8662-2DFFF8B3C7FD}"/>
                  </a:ext>
                </a:extLst>
              </p14:cNvPr>
              <p14:cNvContentPartPr/>
              <p14:nvPr/>
            </p14:nvContentPartPr>
            <p14:xfrm>
              <a:off x="1602189" y="1862185"/>
              <a:ext cx="1253880" cy="1159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71DE539-AABC-48AD-8662-2DFFF8B3C7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84189" y="1826185"/>
                <a:ext cx="12895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A5FA937-566B-4B5A-A81B-ABF0F2C6D08F}"/>
                  </a:ext>
                </a:extLst>
              </p14:cNvPr>
              <p14:cNvContentPartPr/>
              <p14:nvPr/>
            </p14:nvContentPartPr>
            <p14:xfrm>
              <a:off x="1578069" y="2362585"/>
              <a:ext cx="1386720" cy="529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A5FA937-566B-4B5A-A81B-ABF0F2C6D08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60429" y="2326945"/>
                <a:ext cx="14223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91DEDCC-920A-422C-8787-8054E55877DE}"/>
                  </a:ext>
                </a:extLst>
              </p14:cNvPr>
              <p14:cNvContentPartPr/>
              <p14:nvPr/>
            </p14:nvContentPartPr>
            <p14:xfrm>
              <a:off x="1621629" y="2810065"/>
              <a:ext cx="1308600" cy="788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91DEDCC-920A-422C-8787-8054E55877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3629" y="2774425"/>
                <a:ext cx="13442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84B926F1-BA73-4CB7-9D45-6D2EBE4355E5}"/>
                  </a:ext>
                </a:extLst>
              </p14:cNvPr>
              <p14:cNvContentPartPr/>
              <p14:nvPr/>
            </p14:nvContentPartPr>
            <p14:xfrm>
              <a:off x="3057669" y="1804225"/>
              <a:ext cx="171000" cy="2473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84B926F1-BA73-4CB7-9D45-6D2EBE4355E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39669" y="1768585"/>
                <a:ext cx="2066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C77BC64C-E404-4190-A75F-60354AB8B559}"/>
                  </a:ext>
                </a:extLst>
              </p14:cNvPr>
              <p14:cNvContentPartPr/>
              <p14:nvPr/>
            </p14:nvContentPartPr>
            <p14:xfrm>
              <a:off x="3315789" y="1984585"/>
              <a:ext cx="191160" cy="1774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C77BC64C-E404-4190-A75F-60354AB8B55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97789" y="1948945"/>
                <a:ext cx="2268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56BEA24-0C6C-422E-B451-0862817FD77D}"/>
                  </a:ext>
                </a:extLst>
              </p14:cNvPr>
              <p14:cNvContentPartPr/>
              <p14:nvPr/>
            </p14:nvContentPartPr>
            <p14:xfrm>
              <a:off x="3027789" y="2221105"/>
              <a:ext cx="174960" cy="2448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56BEA24-0C6C-422E-B451-0862817FD7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09789" y="2185105"/>
                <a:ext cx="2106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08897AA7-0E78-4902-92EB-6135BB3E0294}"/>
                  </a:ext>
                </a:extLst>
              </p14:cNvPr>
              <p14:cNvContentPartPr/>
              <p14:nvPr/>
            </p14:nvContentPartPr>
            <p14:xfrm>
              <a:off x="3270789" y="2377705"/>
              <a:ext cx="35640" cy="1710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08897AA7-0E78-4902-92EB-6135BB3E029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52789" y="2342065"/>
                <a:ext cx="712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D59DE0BF-3B5F-47A0-AD74-F6706C70EDD9}"/>
                  </a:ext>
                </a:extLst>
              </p14:cNvPr>
              <p14:cNvContentPartPr/>
              <p14:nvPr/>
            </p14:nvContentPartPr>
            <p14:xfrm>
              <a:off x="2995029" y="2720785"/>
              <a:ext cx="134280" cy="2376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D59DE0BF-3B5F-47A0-AD74-F6706C70EDD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77029" y="2684785"/>
                <a:ext cx="1699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0F250A79-6D69-43EF-86ED-469B22B6A584}"/>
                  </a:ext>
                </a:extLst>
              </p14:cNvPr>
              <p14:cNvContentPartPr/>
              <p14:nvPr/>
            </p14:nvContentPartPr>
            <p14:xfrm>
              <a:off x="3218589" y="2855425"/>
              <a:ext cx="174600" cy="1296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0F250A79-6D69-43EF-86ED-469B22B6A5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00589" y="2819785"/>
                <a:ext cx="2102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3D98C6D-9C80-4C2B-BFB3-BB87297231AE}"/>
                  </a:ext>
                </a:extLst>
              </p14:cNvPr>
              <p14:cNvContentPartPr/>
              <p14:nvPr/>
            </p14:nvContentPartPr>
            <p14:xfrm>
              <a:off x="3980349" y="1889185"/>
              <a:ext cx="207720" cy="1900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3D98C6D-9C80-4C2B-BFB3-BB87297231A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62349" y="1853185"/>
                <a:ext cx="2433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D00CFB22-3D77-4FC4-9F42-F190463440CA}"/>
                  </a:ext>
                </a:extLst>
              </p14:cNvPr>
              <p14:cNvContentPartPr/>
              <p14:nvPr/>
            </p14:nvContentPartPr>
            <p14:xfrm>
              <a:off x="4196349" y="1998985"/>
              <a:ext cx="530640" cy="54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D00CFB22-3D77-4FC4-9F42-F190463440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78709" y="1962985"/>
                <a:ext cx="5662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3B003A0-EB75-4DFD-88DB-D0D08B685718}"/>
                  </a:ext>
                </a:extLst>
              </p14:cNvPr>
              <p14:cNvContentPartPr/>
              <p14:nvPr/>
            </p14:nvContentPartPr>
            <p14:xfrm>
              <a:off x="3938949" y="2439985"/>
              <a:ext cx="190440" cy="1360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3B003A0-EB75-4DFD-88DB-D0D08B68571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21309" y="2403985"/>
                <a:ext cx="2260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B2362850-7328-4D00-9535-676262CD631F}"/>
                  </a:ext>
                </a:extLst>
              </p14:cNvPr>
              <p14:cNvContentPartPr/>
              <p14:nvPr/>
            </p14:nvContentPartPr>
            <p14:xfrm>
              <a:off x="4138389" y="2546185"/>
              <a:ext cx="485280" cy="306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B2362850-7328-4D00-9535-676262CD631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20749" y="2510185"/>
                <a:ext cx="5209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6B8B5CD3-9E59-4A35-B69D-00DF809A7F61}"/>
                  </a:ext>
                </a:extLst>
              </p14:cNvPr>
              <p14:cNvContentPartPr/>
              <p14:nvPr/>
            </p14:nvContentPartPr>
            <p14:xfrm>
              <a:off x="3869469" y="2920225"/>
              <a:ext cx="183960" cy="1573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6B8B5CD3-9E59-4A35-B69D-00DF809A7F6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51469" y="2884585"/>
                <a:ext cx="2196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F54F42CB-5FD8-4A49-B512-A3FDC64C216E}"/>
                  </a:ext>
                </a:extLst>
              </p14:cNvPr>
              <p14:cNvContentPartPr/>
              <p14:nvPr/>
            </p14:nvContentPartPr>
            <p14:xfrm>
              <a:off x="3970269" y="2930305"/>
              <a:ext cx="184680" cy="184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F54F42CB-5FD8-4A49-B512-A3FDC64C216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52269" y="2894665"/>
                <a:ext cx="2203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6773B9D-2044-40A0-B92E-86CA23CA4BD8}"/>
                  </a:ext>
                </a:extLst>
              </p14:cNvPr>
              <p14:cNvContentPartPr/>
              <p14:nvPr/>
            </p14:nvContentPartPr>
            <p14:xfrm>
              <a:off x="4181949" y="3041185"/>
              <a:ext cx="661320" cy="1134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6773B9D-2044-40A0-B92E-86CA23CA4BD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163949" y="3005545"/>
                <a:ext cx="6969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BDC2C30-C294-4653-B0A0-B8CB8B4CFCEA}"/>
                  </a:ext>
                </a:extLst>
              </p14:cNvPr>
              <p14:cNvContentPartPr/>
              <p14:nvPr/>
            </p14:nvContentPartPr>
            <p14:xfrm>
              <a:off x="3917709" y="3511345"/>
              <a:ext cx="165600" cy="1818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BDC2C30-C294-4653-B0A0-B8CB8B4CFCE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99709" y="3475705"/>
                <a:ext cx="201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C72AE87F-5B4F-4491-B531-E428AC9D2303}"/>
                  </a:ext>
                </a:extLst>
              </p14:cNvPr>
              <p14:cNvContentPartPr/>
              <p14:nvPr/>
            </p14:nvContentPartPr>
            <p14:xfrm>
              <a:off x="4008789" y="3517825"/>
              <a:ext cx="230400" cy="199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C72AE87F-5B4F-4491-B531-E428AC9D230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90789" y="3481825"/>
                <a:ext cx="2660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B419E6E-272F-438D-A9AF-06294685B65B}"/>
                  </a:ext>
                </a:extLst>
              </p14:cNvPr>
              <p14:cNvContentPartPr/>
              <p14:nvPr/>
            </p14:nvContentPartPr>
            <p14:xfrm>
              <a:off x="4109949" y="3710065"/>
              <a:ext cx="808200" cy="1213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B419E6E-272F-438D-A9AF-06294685B65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91949" y="3674425"/>
                <a:ext cx="8438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BFF3A67-A236-49A8-9C70-F383CF7ACC10}"/>
                  </a:ext>
                </a:extLst>
              </p14:cNvPr>
              <p14:cNvContentPartPr/>
              <p14:nvPr/>
            </p14:nvContentPartPr>
            <p14:xfrm>
              <a:off x="3586869" y="1794865"/>
              <a:ext cx="65520" cy="1612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BFF3A67-A236-49A8-9C70-F383CF7ACC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68869" y="1758865"/>
                <a:ext cx="1011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D51498A2-83D8-4697-AB06-12CA09E0D1BC}"/>
                  </a:ext>
                </a:extLst>
              </p14:cNvPr>
              <p14:cNvContentPartPr/>
              <p14:nvPr/>
            </p14:nvContentPartPr>
            <p14:xfrm>
              <a:off x="3580389" y="1852825"/>
              <a:ext cx="146520" cy="2678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D51498A2-83D8-4697-AB06-12CA09E0D1B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62749" y="1816825"/>
                <a:ext cx="18216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2C110053-BDC4-40A8-85B3-FD1778059403}"/>
                  </a:ext>
                </a:extLst>
              </p14:cNvPr>
              <p14:cNvContentPartPr/>
              <p14:nvPr/>
            </p14:nvContentPartPr>
            <p14:xfrm>
              <a:off x="3710349" y="2072785"/>
              <a:ext cx="163440" cy="925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2C110053-BDC4-40A8-85B3-FD177805940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692709" y="2037145"/>
                <a:ext cx="1990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837EC0D-9085-41FD-85AC-A9870AC374B2}"/>
                  </a:ext>
                </a:extLst>
              </p14:cNvPr>
              <p14:cNvContentPartPr/>
              <p14:nvPr/>
            </p14:nvContentPartPr>
            <p14:xfrm>
              <a:off x="3594789" y="2352865"/>
              <a:ext cx="99720" cy="1360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837EC0D-9085-41FD-85AC-A9870AC374B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76789" y="2317225"/>
                <a:ext cx="1353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7B919515-9234-4A0B-9D48-A51F52D6230C}"/>
                  </a:ext>
                </a:extLst>
              </p14:cNvPr>
              <p14:cNvContentPartPr/>
              <p14:nvPr/>
            </p14:nvContentPartPr>
            <p14:xfrm>
              <a:off x="3660669" y="2372305"/>
              <a:ext cx="132120" cy="2833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7B919515-9234-4A0B-9D48-A51F52D6230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642669" y="2336305"/>
                <a:ext cx="16776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611CFA0-69A7-4DDB-8BC1-C5627C579283}"/>
                  </a:ext>
                </a:extLst>
              </p14:cNvPr>
              <p14:cNvContentPartPr/>
              <p14:nvPr/>
            </p14:nvContentPartPr>
            <p14:xfrm>
              <a:off x="3825189" y="2509825"/>
              <a:ext cx="30600" cy="200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611CFA0-69A7-4DDB-8BC1-C5627C57928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07189" y="2474185"/>
                <a:ext cx="662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4336F24E-FDCA-4023-AC95-6DAAAC8F8D7D}"/>
                  </a:ext>
                </a:extLst>
              </p14:cNvPr>
              <p14:cNvContentPartPr/>
              <p14:nvPr/>
            </p14:nvContentPartPr>
            <p14:xfrm>
              <a:off x="3551229" y="2921305"/>
              <a:ext cx="100080" cy="1292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4336F24E-FDCA-4023-AC95-6DAAAC8F8D7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533589" y="2885305"/>
                <a:ext cx="1357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4EF1372-74BA-4BB8-BD92-A351E7FB6250}"/>
                  </a:ext>
                </a:extLst>
              </p14:cNvPr>
              <p14:cNvContentPartPr/>
              <p14:nvPr/>
            </p14:nvContentPartPr>
            <p14:xfrm>
              <a:off x="3604149" y="2934625"/>
              <a:ext cx="102600" cy="2836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4EF1372-74BA-4BB8-BD92-A351E7FB625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586509" y="2898625"/>
                <a:ext cx="13824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BE710DCA-AAEA-4A98-AAF9-B43A8554B9AC}"/>
                  </a:ext>
                </a:extLst>
              </p14:cNvPr>
              <p14:cNvContentPartPr/>
              <p14:nvPr/>
            </p14:nvContentPartPr>
            <p14:xfrm>
              <a:off x="3679389" y="3119665"/>
              <a:ext cx="92520" cy="1836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BE710DCA-AAEA-4A98-AAF9-B43A8554B9A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661389" y="3083665"/>
                <a:ext cx="1281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4A49231-4789-4B6F-833B-D80397FD69DD}"/>
                  </a:ext>
                </a:extLst>
              </p14:cNvPr>
              <p14:cNvContentPartPr/>
              <p14:nvPr/>
            </p14:nvContentPartPr>
            <p14:xfrm>
              <a:off x="3527469" y="3455185"/>
              <a:ext cx="142560" cy="1454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4A49231-4789-4B6F-833B-D80397FD69D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09469" y="3419545"/>
                <a:ext cx="1782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0585EB4D-2AB4-4CE1-B6B1-296B4F93AA9A}"/>
                  </a:ext>
                </a:extLst>
              </p14:cNvPr>
              <p14:cNvContentPartPr/>
              <p14:nvPr/>
            </p14:nvContentPartPr>
            <p14:xfrm>
              <a:off x="3558789" y="3483985"/>
              <a:ext cx="156600" cy="3074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0585EB4D-2AB4-4CE1-B6B1-296B4F93AA9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40789" y="3447985"/>
                <a:ext cx="19224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B0DC935E-414E-4622-8E97-C38A7976AA0B}"/>
                  </a:ext>
                </a:extLst>
              </p14:cNvPr>
              <p14:cNvContentPartPr/>
              <p14:nvPr/>
            </p14:nvContentPartPr>
            <p14:xfrm>
              <a:off x="3636909" y="3696025"/>
              <a:ext cx="138240" cy="2340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B0DC935E-414E-4622-8E97-C38A7976AA0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18909" y="3660385"/>
                <a:ext cx="1738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821CB89-1295-416E-A16D-F5872E2CCB5D}"/>
                  </a:ext>
                </a:extLst>
              </p14:cNvPr>
              <p14:cNvContentPartPr/>
              <p14:nvPr/>
            </p14:nvContentPartPr>
            <p14:xfrm>
              <a:off x="3556269" y="3363745"/>
              <a:ext cx="294480" cy="316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821CB89-1295-416E-A16D-F5872E2CCB5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38269" y="3328105"/>
                <a:ext cx="3301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2F39AE58-0CAA-4C15-A583-B5147EF5A0C3}"/>
                  </a:ext>
                </a:extLst>
              </p14:cNvPr>
              <p14:cNvContentPartPr/>
              <p14:nvPr/>
            </p14:nvContentPartPr>
            <p14:xfrm>
              <a:off x="3585069" y="2708905"/>
              <a:ext cx="194760" cy="39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2F39AE58-0CAA-4C15-A583-B5147EF5A0C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567429" y="2673265"/>
                <a:ext cx="2304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EE1CA54-CF63-43D9-9F45-66139BA4AB8B}"/>
                  </a:ext>
                </a:extLst>
              </p14:cNvPr>
              <p14:cNvContentPartPr/>
              <p14:nvPr/>
            </p14:nvContentPartPr>
            <p14:xfrm>
              <a:off x="3628629" y="2241985"/>
              <a:ext cx="144360" cy="54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EE1CA54-CF63-43D9-9F45-66139BA4AB8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610629" y="2206345"/>
                <a:ext cx="1800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B878491C-EEEF-4AA6-B60E-7BA02C8E14A5}"/>
                  </a:ext>
                </a:extLst>
              </p14:cNvPr>
              <p14:cNvContentPartPr/>
              <p14:nvPr/>
            </p14:nvContentPartPr>
            <p14:xfrm>
              <a:off x="3599469" y="1674265"/>
              <a:ext cx="209520" cy="190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B878491C-EEEF-4AA6-B60E-7BA02C8E14A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581469" y="1638625"/>
                <a:ext cx="2451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2F44CD5F-895C-432F-B75C-7E08B8D67B09}"/>
                  </a:ext>
                </a:extLst>
              </p14:cNvPr>
              <p14:cNvContentPartPr/>
              <p14:nvPr/>
            </p14:nvContentPartPr>
            <p14:xfrm>
              <a:off x="3556269" y="4124425"/>
              <a:ext cx="133920" cy="1450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2F44CD5F-895C-432F-B75C-7E08B8D67B0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538269" y="4088425"/>
                <a:ext cx="1695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782E733-9A24-4E23-ABD9-95E5D5C1207A}"/>
                  </a:ext>
                </a:extLst>
              </p14:cNvPr>
              <p14:cNvContentPartPr/>
              <p14:nvPr/>
            </p14:nvContentPartPr>
            <p14:xfrm>
              <a:off x="3611709" y="4133785"/>
              <a:ext cx="151560" cy="2606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782E733-9A24-4E23-ABD9-95E5D5C1207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594069" y="4097785"/>
                <a:ext cx="1872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F136EB8-7E63-45A2-A36F-D372D125EDF6}"/>
                  </a:ext>
                </a:extLst>
              </p14:cNvPr>
              <p14:cNvContentPartPr/>
              <p14:nvPr/>
            </p14:nvContentPartPr>
            <p14:xfrm>
              <a:off x="3697389" y="4311985"/>
              <a:ext cx="115560" cy="2674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F136EB8-7E63-45A2-A36F-D372D125EDF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679389" y="4275985"/>
                <a:ext cx="1512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1CEBDA7B-C5BB-4C8C-ABDA-FBDCBDA77E96}"/>
                  </a:ext>
                </a:extLst>
              </p14:cNvPr>
              <p14:cNvContentPartPr/>
              <p14:nvPr/>
            </p14:nvContentPartPr>
            <p14:xfrm>
              <a:off x="3508029" y="4027945"/>
              <a:ext cx="340920" cy="48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1CEBDA7B-C5BB-4C8C-ABDA-FBDCBDA77E9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490389" y="3991945"/>
                <a:ext cx="3765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29B049AC-FCA1-439A-8C89-8AC0DAF202C3}"/>
                  </a:ext>
                </a:extLst>
              </p14:cNvPr>
              <p14:cNvContentPartPr/>
              <p14:nvPr/>
            </p14:nvContentPartPr>
            <p14:xfrm>
              <a:off x="3943989" y="4336105"/>
              <a:ext cx="162720" cy="1623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29B049AC-FCA1-439A-8C89-8AC0DAF202C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925989" y="4300105"/>
                <a:ext cx="1983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0830F267-0306-4F97-BE52-0904820F335C}"/>
                  </a:ext>
                </a:extLst>
              </p14:cNvPr>
              <p14:cNvContentPartPr/>
              <p14:nvPr/>
            </p14:nvContentPartPr>
            <p14:xfrm>
              <a:off x="4148109" y="4403425"/>
              <a:ext cx="595800" cy="655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0830F267-0306-4F97-BE52-0904820F335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130109" y="4367425"/>
                <a:ext cx="6314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4779896-044F-4178-B96F-C0B898FF73F7}"/>
                  </a:ext>
                </a:extLst>
              </p14:cNvPr>
              <p14:cNvContentPartPr/>
              <p14:nvPr/>
            </p14:nvContentPartPr>
            <p14:xfrm>
              <a:off x="4179069" y="4711585"/>
              <a:ext cx="3240" cy="658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4779896-044F-4178-B96F-C0B898FF73F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61069" y="4675585"/>
                <a:ext cx="388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7DC01BE-9A08-41D7-B19D-6F6DC180C9FC}"/>
                  </a:ext>
                </a:extLst>
              </p14:cNvPr>
              <p14:cNvContentPartPr/>
              <p14:nvPr/>
            </p14:nvContentPartPr>
            <p14:xfrm>
              <a:off x="4133709" y="4980865"/>
              <a:ext cx="60120" cy="25560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7DC01BE-9A08-41D7-B19D-6F6DC180C9F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116069" y="4945225"/>
                <a:ext cx="957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1EE7BC3A-C3B3-424D-9C98-F2E44DE1578A}"/>
                  </a:ext>
                </a:extLst>
              </p14:cNvPr>
              <p14:cNvContentPartPr/>
              <p14:nvPr/>
            </p14:nvContentPartPr>
            <p14:xfrm>
              <a:off x="3556269" y="5245465"/>
              <a:ext cx="123840" cy="1314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1EE7BC3A-C3B3-424D-9C98-F2E44DE1578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538269" y="5209825"/>
                <a:ext cx="1594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B702675-C116-4A88-9793-2B46DB82E312}"/>
                  </a:ext>
                </a:extLst>
              </p14:cNvPr>
              <p14:cNvContentPartPr/>
              <p14:nvPr/>
            </p14:nvContentPartPr>
            <p14:xfrm>
              <a:off x="3681189" y="5240785"/>
              <a:ext cx="111240" cy="2862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B702675-C116-4A88-9793-2B46DB82E31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63549" y="5204785"/>
                <a:ext cx="14688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F2265913-A8D5-4881-8B24-2AECEC6AEE48}"/>
                  </a:ext>
                </a:extLst>
              </p14:cNvPr>
              <p14:cNvContentPartPr/>
              <p14:nvPr/>
            </p14:nvContentPartPr>
            <p14:xfrm>
              <a:off x="3541869" y="5067625"/>
              <a:ext cx="218520" cy="201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F2265913-A8D5-4881-8B24-2AECEC6AEE4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524229" y="5031625"/>
                <a:ext cx="2541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5BB1C31F-B89A-498A-9971-AD342C475BEF}"/>
                  </a:ext>
                </a:extLst>
              </p14:cNvPr>
              <p14:cNvContentPartPr/>
              <p14:nvPr/>
            </p14:nvContentPartPr>
            <p14:xfrm>
              <a:off x="3953349" y="5401705"/>
              <a:ext cx="122760" cy="132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5BB1C31F-B89A-498A-9971-AD342C475BE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935709" y="5366065"/>
                <a:ext cx="15840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E9545AB1-23B8-40BC-901F-077E1E3E4DE3}"/>
                  </a:ext>
                </a:extLst>
              </p14:cNvPr>
              <p14:cNvContentPartPr/>
              <p14:nvPr/>
            </p14:nvContentPartPr>
            <p14:xfrm>
              <a:off x="4109949" y="5481265"/>
              <a:ext cx="924480" cy="1166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E9545AB1-23B8-40BC-901F-077E1E3E4DE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091949" y="5445265"/>
                <a:ext cx="9601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46293903-5DF7-4E8F-9D5D-3B7A739CA0C4}"/>
                  </a:ext>
                </a:extLst>
              </p14:cNvPr>
              <p14:cNvContentPartPr/>
              <p14:nvPr/>
            </p14:nvContentPartPr>
            <p14:xfrm>
              <a:off x="856269" y="3426385"/>
              <a:ext cx="360" cy="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46293903-5DF7-4E8F-9D5D-3B7A739CA0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38629" y="339074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A2F1670B-7BC4-4BE8-A89B-8E792999CB34}"/>
                  </a:ext>
                </a:extLst>
              </p14:cNvPr>
              <p14:cNvContentPartPr/>
              <p14:nvPr/>
            </p14:nvContentPartPr>
            <p14:xfrm>
              <a:off x="1613709" y="2843905"/>
              <a:ext cx="32400" cy="5331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A2F1670B-7BC4-4BE8-A89B-8E792999CB3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595709" y="2808265"/>
                <a:ext cx="6804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595BB402-3345-4F96-A433-EAE07139ADC4}"/>
                  </a:ext>
                </a:extLst>
              </p14:cNvPr>
              <p14:cNvContentPartPr/>
              <p14:nvPr/>
            </p14:nvContentPartPr>
            <p14:xfrm>
              <a:off x="1347309" y="3421345"/>
              <a:ext cx="762840" cy="298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595BB402-3345-4F96-A433-EAE07139ADC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329309" y="3385705"/>
                <a:ext cx="7984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7C785781-AFD7-4002-BE89-ED6E9694B8B0}"/>
                  </a:ext>
                </a:extLst>
              </p14:cNvPr>
              <p14:cNvContentPartPr/>
              <p14:nvPr/>
            </p14:nvContentPartPr>
            <p14:xfrm>
              <a:off x="1297989" y="3407305"/>
              <a:ext cx="146160" cy="2372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7C785781-AFD7-4002-BE89-ED6E9694B8B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279989" y="3371305"/>
                <a:ext cx="18180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3D8EE03D-19CE-49B7-A7CE-3D7C6D8CBFE5}"/>
                  </a:ext>
                </a:extLst>
              </p14:cNvPr>
              <p14:cNvContentPartPr/>
              <p14:nvPr/>
            </p14:nvContentPartPr>
            <p14:xfrm>
              <a:off x="1454589" y="3464545"/>
              <a:ext cx="119160" cy="1584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3D8EE03D-19CE-49B7-A7CE-3D7C6D8CBFE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436589" y="3428905"/>
                <a:ext cx="1548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F80005A0-C83A-45FA-9512-93219CD6C5F2}"/>
                  </a:ext>
                </a:extLst>
              </p14:cNvPr>
              <p14:cNvContentPartPr/>
              <p14:nvPr/>
            </p14:nvContentPartPr>
            <p14:xfrm>
              <a:off x="1619109" y="3445465"/>
              <a:ext cx="118440" cy="1616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F80005A0-C83A-45FA-9512-93219CD6C5F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601109" y="3409465"/>
                <a:ext cx="1540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B64D2B7A-7AE0-49CB-B251-833CFBD1CEBF}"/>
                  </a:ext>
                </a:extLst>
              </p14:cNvPr>
              <p14:cNvContentPartPr/>
              <p14:nvPr/>
            </p14:nvContentPartPr>
            <p14:xfrm>
              <a:off x="1759869" y="3464545"/>
              <a:ext cx="218160" cy="1846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B64D2B7A-7AE0-49CB-B251-833CFBD1CEB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742229" y="3428905"/>
                <a:ext cx="2538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5F3F7988-62E3-46DA-A13D-589984A27FF7}"/>
                  </a:ext>
                </a:extLst>
              </p14:cNvPr>
              <p14:cNvContentPartPr/>
              <p14:nvPr/>
            </p14:nvContentPartPr>
            <p14:xfrm>
              <a:off x="2038509" y="3527185"/>
              <a:ext cx="60120" cy="1144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5F3F7988-62E3-46DA-A13D-589984A27FF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020509" y="3491545"/>
                <a:ext cx="957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695C3773-BDCE-4DCF-9D1E-5102C02B1377}"/>
                  </a:ext>
                </a:extLst>
              </p14:cNvPr>
              <p14:cNvContentPartPr/>
              <p14:nvPr/>
            </p14:nvContentPartPr>
            <p14:xfrm>
              <a:off x="7277949" y="1488505"/>
              <a:ext cx="321840" cy="435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695C3773-BDCE-4DCF-9D1E-5102C02B137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260309" y="1452505"/>
                <a:ext cx="3574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9867D8D0-4478-428F-A096-35163F901886}"/>
                  </a:ext>
                </a:extLst>
              </p14:cNvPr>
              <p14:cNvContentPartPr/>
              <p14:nvPr/>
            </p14:nvContentPartPr>
            <p14:xfrm>
              <a:off x="7329429" y="1602265"/>
              <a:ext cx="258840" cy="338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9867D8D0-4478-428F-A096-35163F90188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311429" y="1566625"/>
                <a:ext cx="2944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D4CAB0DC-59AA-4A1D-B6A9-5E75DE4D1A17}"/>
                  </a:ext>
                </a:extLst>
              </p14:cNvPr>
              <p14:cNvContentPartPr/>
              <p14:nvPr/>
            </p14:nvContentPartPr>
            <p14:xfrm>
              <a:off x="7603389" y="1403545"/>
              <a:ext cx="189360" cy="352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D4CAB0DC-59AA-4A1D-B6A9-5E75DE4D1A1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585389" y="1367545"/>
                <a:ext cx="2250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36CD2727-B045-4FBF-B622-B415DFDF3D2E}"/>
                  </a:ext>
                </a:extLst>
              </p14:cNvPr>
              <p14:cNvContentPartPr/>
              <p14:nvPr/>
            </p14:nvContentPartPr>
            <p14:xfrm>
              <a:off x="8114589" y="1384825"/>
              <a:ext cx="456480" cy="2847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36CD2727-B045-4FBF-B622-B415DFDF3D2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96589" y="1349185"/>
                <a:ext cx="4921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659D9E75-0486-40F5-9811-DA158F5702B2}"/>
                  </a:ext>
                </a:extLst>
              </p14:cNvPr>
              <p14:cNvContentPartPr/>
              <p14:nvPr/>
            </p14:nvContentPartPr>
            <p14:xfrm>
              <a:off x="8582229" y="1296985"/>
              <a:ext cx="29520" cy="223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659D9E75-0486-40F5-9811-DA158F5702B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564589" y="1261345"/>
                <a:ext cx="651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C6129FF4-58A6-4E3A-B16B-F1F5A60D467F}"/>
                  </a:ext>
                </a:extLst>
              </p14:cNvPr>
              <p14:cNvContentPartPr/>
              <p14:nvPr/>
            </p14:nvContentPartPr>
            <p14:xfrm>
              <a:off x="8560269" y="1506145"/>
              <a:ext cx="78480" cy="1868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C6129FF4-58A6-4E3A-B16B-F1F5A60D467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542629" y="1470145"/>
                <a:ext cx="11412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DF94B2BD-2E5D-4ED5-8C98-BA727CEB5D91}"/>
                  </a:ext>
                </a:extLst>
              </p14:cNvPr>
              <p14:cNvContentPartPr/>
              <p14:nvPr/>
            </p14:nvContentPartPr>
            <p14:xfrm>
              <a:off x="8753949" y="1549345"/>
              <a:ext cx="525960" cy="2016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DF94B2BD-2E5D-4ED5-8C98-BA727CEB5D9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736309" y="1513345"/>
                <a:ext cx="56160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A349B83F-6848-4D65-B1DB-4B6948946B32}"/>
                  </a:ext>
                </a:extLst>
              </p14:cNvPr>
              <p14:cNvContentPartPr/>
              <p14:nvPr/>
            </p14:nvContentPartPr>
            <p14:xfrm>
              <a:off x="9259029" y="1326145"/>
              <a:ext cx="90360" cy="4453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A349B83F-6848-4D65-B1DB-4B6948946B3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241029" y="1290145"/>
                <a:ext cx="12600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6D57A02A-8789-4615-9057-4CFEDD0A15A1}"/>
                  </a:ext>
                </a:extLst>
              </p14:cNvPr>
              <p14:cNvContentPartPr/>
              <p14:nvPr/>
            </p14:nvContentPartPr>
            <p14:xfrm>
              <a:off x="9388989" y="1586065"/>
              <a:ext cx="276120" cy="1951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6D57A02A-8789-4615-9057-4CFEDD0A15A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371349" y="1550425"/>
                <a:ext cx="3117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835ECA14-D27D-4E5B-B179-833C1106B5B9}"/>
                  </a:ext>
                </a:extLst>
              </p14:cNvPr>
              <p14:cNvContentPartPr/>
              <p14:nvPr/>
            </p14:nvContentPartPr>
            <p14:xfrm>
              <a:off x="9723789" y="1585345"/>
              <a:ext cx="145800" cy="2289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835ECA14-D27D-4E5B-B179-833C1106B5B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705789" y="1549345"/>
                <a:ext cx="1814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4F43F975-DE4A-4058-89CA-241237E67B6C}"/>
                  </a:ext>
                </a:extLst>
              </p14:cNvPr>
              <p14:cNvContentPartPr/>
              <p14:nvPr/>
            </p14:nvContentPartPr>
            <p14:xfrm>
              <a:off x="10436589" y="1700185"/>
              <a:ext cx="413280" cy="1962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4F43F975-DE4A-4058-89CA-241237E67B6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418949" y="1664545"/>
                <a:ext cx="4489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3609CFE8-51C3-4F90-8718-BCA691BC490F}"/>
                  </a:ext>
                </a:extLst>
              </p14:cNvPr>
              <p14:cNvContentPartPr/>
              <p14:nvPr/>
            </p14:nvContentPartPr>
            <p14:xfrm>
              <a:off x="11068749" y="1679665"/>
              <a:ext cx="379440" cy="2685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3609CFE8-51C3-4F90-8718-BCA691BC490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051109" y="1643665"/>
                <a:ext cx="4150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C75D0EFC-F5EC-48E2-A677-395790FA0D26}"/>
                  </a:ext>
                </a:extLst>
              </p14:cNvPr>
              <p14:cNvContentPartPr/>
              <p14:nvPr/>
            </p14:nvContentPartPr>
            <p14:xfrm>
              <a:off x="8267949" y="1991785"/>
              <a:ext cx="812160" cy="45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C75D0EFC-F5EC-48E2-A677-395790FA0D2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250309" y="1956145"/>
                <a:ext cx="84780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9010CAE9-BEBE-4282-9653-751EC75321FF}"/>
                  </a:ext>
                </a:extLst>
              </p14:cNvPr>
              <p14:cNvContentPartPr/>
              <p14:nvPr/>
            </p14:nvContentPartPr>
            <p14:xfrm>
              <a:off x="9189549" y="2008705"/>
              <a:ext cx="570600" cy="4993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9010CAE9-BEBE-4282-9653-751EC75321F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171549" y="1972705"/>
                <a:ext cx="60624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E7B74FF5-780A-43AC-B6B9-DECC120ACB1E}"/>
                  </a:ext>
                </a:extLst>
              </p14:cNvPr>
              <p14:cNvContentPartPr/>
              <p14:nvPr/>
            </p14:nvContentPartPr>
            <p14:xfrm>
              <a:off x="9782829" y="2309305"/>
              <a:ext cx="54000" cy="248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E7B74FF5-780A-43AC-B6B9-DECC120ACB1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765189" y="2273665"/>
                <a:ext cx="896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ECAE9D23-21FD-441C-B89C-40A0BF4AC00B}"/>
                  </a:ext>
                </a:extLst>
              </p14:cNvPr>
              <p14:cNvContentPartPr/>
              <p14:nvPr/>
            </p14:nvContentPartPr>
            <p14:xfrm>
              <a:off x="9514269" y="2163865"/>
              <a:ext cx="419040" cy="32472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ECAE9D23-21FD-441C-B89C-40A0BF4AC00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496629" y="2128225"/>
                <a:ext cx="45468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D235ABCB-69E9-4053-90DD-7B187B75BF98}"/>
                  </a:ext>
                </a:extLst>
              </p14:cNvPr>
              <p14:cNvContentPartPr/>
              <p14:nvPr/>
            </p14:nvContentPartPr>
            <p14:xfrm>
              <a:off x="9975429" y="2172865"/>
              <a:ext cx="44280" cy="604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D235ABCB-69E9-4053-90DD-7B187B75BF9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957789" y="2136865"/>
                <a:ext cx="799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AF77713D-EAE2-4713-8869-93AAF2650884}"/>
                  </a:ext>
                </a:extLst>
              </p14:cNvPr>
              <p14:cNvContentPartPr/>
              <p14:nvPr/>
            </p14:nvContentPartPr>
            <p14:xfrm>
              <a:off x="10472229" y="2585065"/>
              <a:ext cx="254880" cy="529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AF77713D-EAE2-4713-8869-93AAF265088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454229" y="2549065"/>
                <a:ext cx="2905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961DA5D-99DF-4950-A0C4-36B2541FAE4A}"/>
                  </a:ext>
                </a:extLst>
              </p14:cNvPr>
              <p14:cNvContentPartPr/>
              <p14:nvPr/>
            </p14:nvContentPartPr>
            <p14:xfrm>
              <a:off x="10452789" y="2685145"/>
              <a:ext cx="352800" cy="525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961DA5D-99DF-4950-A0C4-36B2541FAE4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435149" y="2649145"/>
                <a:ext cx="3884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F8E5429-EB79-4758-8E77-BD53D6D29308}"/>
                  </a:ext>
                </a:extLst>
              </p14:cNvPr>
              <p14:cNvContentPartPr/>
              <p14:nvPr/>
            </p14:nvContentPartPr>
            <p14:xfrm>
              <a:off x="10811349" y="2521345"/>
              <a:ext cx="218160" cy="35028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F8E5429-EB79-4758-8E77-BD53D6D2930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793709" y="2485705"/>
                <a:ext cx="25380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73B93BBB-6109-4DF5-9641-5A89E3FB8C1A}"/>
                  </a:ext>
                </a:extLst>
              </p14:cNvPr>
              <p14:cNvContentPartPr/>
              <p14:nvPr/>
            </p14:nvContentPartPr>
            <p14:xfrm>
              <a:off x="8213949" y="3209665"/>
              <a:ext cx="48960" cy="4910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73B93BBB-6109-4DF5-9641-5A89E3FB8C1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195949" y="3173665"/>
                <a:ext cx="8460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DB2DCA60-F208-406D-AB1C-4ACF5CC86DF9}"/>
                  </a:ext>
                </a:extLst>
              </p14:cNvPr>
              <p14:cNvContentPartPr/>
              <p14:nvPr/>
            </p14:nvContentPartPr>
            <p14:xfrm>
              <a:off x="8135469" y="3263665"/>
              <a:ext cx="239040" cy="1159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DB2DCA60-F208-406D-AB1C-4ACF5CC86DF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117829" y="3227665"/>
                <a:ext cx="2746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39100CD-5F93-4480-BC7E-BBC578DACB54}"/>
                  </a:ext>
                </a:extLst>
              </p14:cNvPr>
              <p14:cNvContentPartPr/>
              <p14:nvPr/>
            </p14:nvContentPartPr>
            <p14:xfrm>
              <a:off x="8455509" y="3269065"/>
              <a:ext cx="148680" cy="1224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39100CD-5F93-4480-BC7E-BBC578DACB5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437869" y="3233065"/>
                <a:ext cx="1843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DDBC01E-FAE1-4C1A-89D3-D6C6DB22848D}"/>
                  </a:ext>
                </a:extLst>
              </p14:cNvPr>
              <p14:cNvContentPartPr/>
              <p14:nvPr/>
            </p14:nvContentPartPr>
            <p14:xfrm>
              <a:off x="8659269" y="3042985"/>
              <a:ext cx="586080" cy="4705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DDBC01E-FAE1-4C1A-89D3-D6C6DB22848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641269" y="3007345"/>
                <a:ext cx="62172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CEA75231-9593-4ACF-AF8F-06A36278260B}"/>
                  </a:ext>
                </a:extLst>
              </p14:cNvPr>
              <p14:cNvContentPartPr/>
              <p14:nvPr/>
            </p14:nvContentPartPr>
            <p14:xfrm>
              <a:off x="8931789" y="3176185"/>
              <a:ext cx="304920" cy="493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CEA75231-9593-4ACF-AF8F-06A36278260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914149" y="3140545"/>
                <a:ext cx="3405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1D4380CF-60E4-4632-BC73-8F2BB6A10585}"/>
                  </a:ext>
                </a:extLst>
              </p14:cNvPr>
              <p14:cNvContentPartPr/>
              <p14:nvPr/>
            </p14:nvContentPartPr>
            <p14:xfrm>
              <a:off x="9614709" y="3393985"/>
              <a:ext cx="254880" cy="1879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1D4380CF-60E4-4632-BC73-8F2BB6A1058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97069" y="3357985"/>
                <a:ext cx="2905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B1DF9F1A-DBFD-4795-BAD4-396D736E16C2}"/>
                  </a:ext>
                </a:extLst>
              </p14:cNvPr>
              <p14:cNvContentPartPr/>
              <p14:nvPr/>
            </p14:nvContentPartPr>
            <p14:xfrm>
              <a:off x="9907389" y="3188425"/>
              <a:ext cx="662040" cy="4640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B1DF9F1A-DBFD-4795-BAD4-396D736E16C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889389" y="3152785"/>
                <a:ext cx="69768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3E24B56A-5571-4D5A-B150-C63AE6752D23}"/>
                  </a:ext>
                </a:extLst>
              </p14:cNvPr>
              <p14:cNvContentPartPr/>
              <p14:nvPr/>
            </p14:nvContentPartPr>
            <p14:xfrm>
              <a:off x="10654749" y="3469225"/>
              <a:ext cx="123480" cy="2152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3E24B56A-5571-4D5A-B150-C63AE6752D2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637109" y="3433225"/>
                <a:ext cx="1591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900C1162-E545-444A-AE2C-C089A89092FA}"/>
                  </a:ext>
                </a:extLst>
              </p14:cNvPr>
              <p14:cNvContentPartPr/>
              <p14:nvPr/>
            </p14:nvContentPartPr>
            <p14:xfrm>
              <a:off x="10862469" y="3538345"/>
              <a:ext cx="164880" cy="1735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900C1162-E545-444A-AE2C-C089A89092F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844469" y="3502705"/>
                <a:ext cx="2005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F934819C-BEA6-4458-B812-8B407DD14E57}"/>
                  </a:ext>
                </a:extLst>
              </p14:cNvPr>
              <p14:cNvContentPartPr/>
              <p14:nvPr/>
            </p14:nvContentPartPr>
            <p14:xfrm>
              <a:off x="11440269" y="3445465"/>
              <a:ext cx="113040" cy="2613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F934819C-BEA6-4458-B812-8B407DD14E5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422629" y="3409465"/>
                <a:ext cx="1486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F9C715D6-067D-44F6-846B-43BCCF350E83}"/>
                  </a:ext>
                </a:extLst>
              </p14:cNvPr>
              <p14:cNvContentPartPr/>
              <p14:nvPr/>
            </p14:nvContentPartPr>
            <p14:xfrm>
              <a:off x="11537829" y="3598465"/>
              <a:ext cx="75240" cy="2952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F9C715D6-067D-44F6-846B-43BCCF350E8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520189" y="3562465"/>
                <a:ext cx="11088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DD44D45-56A2-42B8-AE70-D566DCFA5E96}"/>
                  </a:ext>
                </a:extLst>
              </p14:cNvPr>
              <p14:cNvContentPartPr/>
              <p14:nvPr/>
            </p14:nvContentPartPr>
            <p14:xfrm>
              <a:off x="8324469" y="3864145"/>
              <a:ext cx="25560" cy="2214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DD44D45-56A2-42B8-AE70-D566DCFA5E9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306829" y="3828145"/>
                <a:ext cx="612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93592CF2-13E3-4163-9B67-66C682023206}"/>
                  </a:ext>
                </a:extLst>
              </p14:cNvPr>
              <p14:cNvContentPartPr/>
              <p14:nvPr/>
            </p14:nvContentPartPr>
            <p14:xfrm>
              <a:off x="8358669" y="3684505"/>
              <a:ext cx="16920" cy="1173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93592CF2-13E3-4163-9B67-66C68202320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341029" y="3648865"/>
                <a:ext cx="52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5DBFEE73-0BEC-43B3-8B2D-98638EC3BEF0}"/>
                  </a:ext>
                </a:extLst>
              </p14:cNvPr>
              <p14:cNvContentPartPr/>
              <p14:nvPr/>
            </p14:nvContentPartPr>
            <p14:xfrm>
              <a:off x="8445789" y="3898345"/>
              <a:ext cx="150840" cy="21492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5DBFEE73-0BEC-43B3-8B2D-98638EC3BEF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428149" y="3862345"/>
                <a:ext cx="1864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733631B2-9F5A-4E7B-92A8-6D18FAA20402}"/>
                  </a:ext>
                </a:extLst>
              </p14:cNvPr>
              <p14:cNvContentPartPr/>
              <p14:nvPr/>
            </p14:nvContentPartPr>
            <p14:xfrm>
              <a:off x="8730909" y="3938665"/>
              <a:ext cx="259560" cy="2390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733631B2-9F5A-4E7B-92A8-6D18FAA2040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712909" y="3903025"/>
                <a:ext cx="2952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D4FF876B-0F74-473C-94BC-D1ECC5B14069}"/>
                  </a:ext>
                </a:extLst>
              </p14:cNvPr>
              <p14:cNvContentPartPr/>
              <p14:nvPr/>
            </p14:nvContentPartPr>
            <p14:xfrm>
              <a:off x="8950149" y="3845065"/>
              <a:ext cx="64080" cy="1346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D4FF876B-0F74-473C-94BC-D1ECC5B1406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932149" y="3809065"/>
                <a:ext cx="997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359591F6-7C7F-4293-9515-C9126C0844E8}"/>
                  </a:ext>
                </a:extLst>
              </p14:cNvPr>
              <p14:cNvContentPartPr/>
              <p14:nvPr/>
            </p14:nvContentPartPr>
            <p14:xfrm>
              <a:off x="9076149" y="4008145"/>
              <a:ext cx="327960" cy="2757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359591F6-7C7F-4293-9515-C9126C0844E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058509" y="3972145"/>
                <a:ext cx="3636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1CFEE3B2-C9DB-4597-83B5-B1152DBA78A5}"/>
                  </a:ext>
                </a:extLst>
              </p14:cNvPr>
              <p14:cNvContentPartPr/>
              <p14:nvPr/>
            </p14:nvContentPartPr>
            <p14:xfrm>
              <a:off x="9359469" y="3988705"/>
              <a:ext cx="54000" cy="414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1CFEE3B2-C9DB-4597-83B5-B1152DBA78A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341829" y="3952705"/>
                <a:ext cx="896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E344EBFC-03B2-401D-91C1-73CEB35CFB94}"/>
                  </a:ext>
                </a:extLst>
              </p14:cNvPr>
              <p14:cNvContentPartPr/>
              <p14:nvPr/>
            </p14:nvContentPartPr>
            <p14:xfrm>
              <a:off x="9841149" y="3954145"/>
              <a:ext cx="353520" cy="3448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E344EBFC-03B2-401D-91C1-73CEB35CFB9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823149" y="3918505"/>
                <a:ext cx="38916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445E555F-DEF1-40E2-BA74-F6EF1B151BC4}"/>
                  </a:ext>
                </a:extLst>
              </p14:cNvPr>
              <p14:cNvContentPartPr/>
              <p14:nvPr/>
            </p14:nvContentPartPr>
            <p14:xfrm>
              <a:off x="10183149" y="4027945"/>
              <a:ext cx="382320" cy="2613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445E555F-DEF1-40E2-BA74-F6EF1B151BC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165509" y="3991945"/>
                <a:ext cx="4179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900FAF86-8CF5-4D7A-91C6-F325B833CEE1}"/>
                  </a:ext>
                </a:extLst>
              </p14:cNvPr>
              <p14:cNvContentPartPr/>
              <p14:nvPr/>
            </p14:nvContentPartPr>
            <p14:xfrm>
              <a:off x="10947429" y="4029385"/>
              <a:ext cx="561600" cy="3693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900FAF86-8CF5-4D7A-91C6-F325B833CEE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929789" y="3993385"/>
                <a:ext cx="59724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5D59C0CC-96FA-4AC9-A8D8-BB2F00BA45BE}"/>
                  </a:ext>
                </a:extLst>
              </p14:cNvPr>
              <p14:cNvContentPartPr/>
              <p14:nvPr/>
            </p14:nvContentPartPr>
            <p14:xfrm>
              <a:off x="11721429" y="4168705"/>
              <a:ext cx="216360" cy="2764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5D59C0CC-96FA-4AC9-A8D8-BB2F00BA45B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1703429" y="4133065"/>
                <a:ext cx="2520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9A2C5252-37D2-4042-8B5C-30438D3051BF}"/>
                  </a:ext>
                </a:extLst>
              </p14:cNvPr>
              <p14:cNvContentPartPr/>
              <p14:nvPr/>
            </p14:nvContentPartPr>
            <p14:xfrm>
              <a:off x="7180029" y="448105"/>
              <a:ext cx="310320" cy="4208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9A2C5252-37D2-4042-8B5C-30438D3051B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162050" y="430105"/>
                <a:ext cx="345919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A5C5793C-948C-46FA-8E2B-C0D1867E2BF0}"/>
                  </a:ext>
                </a:extLst>
              </p14:cNvPr>
              <p14:cNvContentPartPr/>
              <p14:nvPr/>
            </p14:nvContentPartPr>
            <p14:xfrm>
              <a:off x="6566229" y="450265"/>
              <a:ext cx="441720" cy="4320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A5C5793C-948C-46FA-8E2B-C0D1867E2BF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548589" y="432625"/>
                <a:ext cx="47736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9B5131AE-71AA-4BAA-A0E4-B1014BB772B8}"/>
                  </a:ext>
                </a:extLst>
              </p14:cNvPr>
              <p14:cNvContentPartPr/>
              <p14:nvPr/>
            </p14:nvContentPartPr>
            <p14:xfrm>
              <a:off x="7647309" y="134905"/>
              <a:ext cx="789480" cy="9867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9B5131AE-71AA-4BAA-A0E4-B1014BB772B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629669" y="116905"/>
                <a:ext cx="825120" cy="10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F2D0CE6-5B08-413A-A2E5-12A1EC341CD1}"/>
                  </a:ext>
                </a:extLst>
              </p14:cNvPr>
              <p14:cNvContentPartPr/>
              <p14:nvPr/>
            </p14:nvContentPartPr>
            <p14:xfrm>
              <a:off x="7488189" y="4254025"/>
              <a:ext cx="720000" cy="43848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F2D0CE6-5B08-413A-A2E5-12A1EC341CD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470540" y="4236385"/>
                <a:ext cx="755658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B10F0FA6-5D15-4E63-B959-070ED8A0331A}"/>
                  </a:ext>
                </a:extLst>
              </p14:cNvPr>
              <p14:cNvContentPartPr/>
              <p14:nvPr/>
            </p14:nvContentPartPr>
            <p14:xfrm>
              <a:off x="8734869" y="4918585"/>
              <a:ext cx="396000" cy="2934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B10F0FA6-5D15-4E63-B959-070ED8A0331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716885" y="4900607"/>
                <a:ext cx="431608" cy="328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23F8495C-1505-4C97-936F-3EB214CBE129}"/>
                  </a:ext>
                </a:extLst>
              </p14:cNvPr>
              <p14:cNvContentPartPr/>
              <p14:nvPr/>
            </p14:nvContentPartPr>
            <p14:xfrm>
              <a:off x="8652789" y="5375425"/>
              <a:ext cx="538560" cy="3182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23F8495C-1505-4C97-936F-3EB214CBE12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635149" y="5357425"/>
                <a:ext cx="5742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343CE398-2668-4851-91BF-74E80C417EAD}"/>
                  </a:ext>
                </a:extLst>
              </p14:cNvPr>
              <p14:cNvContentPartPr/>
              <p14:nvPr/>
            </p14:nvContentPartPr>
            <p14:xfrm>
              <a:off x="8768349" y="4747585"/>
              <a:ext cx="304560" cy="496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343CE398-2668-4851-91BF-74E80C417EAD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750349" y="4729945"/>
                <a:ext cx="34020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1580972-8E77-42B3-8D46-3089EBB672AE}"/>
                  </a:ext>
                </a:extLst>
              </p14:cNvPr>
              <p14:cNvContentPartPr/>
              <p14:nvPr/>
            </p14:nvContentPartPr>
            <p14:xfrm>
              <a:off x="8667549" y="5288665"/>
              <a:ext cx="174960" cy="230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1580972-8E77-42B3-8D46-3089EBB672A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649549" y="5271025"/>
                <a:ext cx="2106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0FE69A78-C521-4CF3-B5B9-DE31A5DD32A3}"/>
                  </a:ext>
                </a:extLst>
              </p14:cNvPr>
              <p14:cNvContentPartPr/>
              <p14:nvPr/>
            </p14:nvContentPartPr>
            <p14:xfrm>
              <a:off x="8652789" y="5760625"/>
              <a:ext cx="497160" cy="90504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0FE69A78-C521-4CF3-B5B9-DE31A5DD32A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635149" y="5742632"/>
                <a:ext cx="532800" cy="940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5E304B9A-7FDD-4EED-8579-32B19AD6AC32}"/>
                  </a:ext>
                </a:extLst>
              </p14:cNvPr>
              <p14:cNvContentPartPr/>
              <p14:nvPr/>
            </p14:nvContentPartPr>
            <p14:xfrm>
              <a:off x="6862149" y="4810945"/>
              <a:ext cx="1601280" cy="16952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5E304B9A-7FDD-4EED-8579-32B19AD6AC3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844509" y="4793305"/>
                <a:ext cx="1636920" cy="173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9097A918-9AC6-4150-A439-3FE441429B16}"/>
                  </a:ext>
                </a:extLst>
              </p14:cNvPr>
              <p14:cNvContentPartPr/>
              <p14:nvPr/>
            </p14:nvContentPartPr>
            <p14:xfrm>
              <a:off x="760869" y="2559505"/>
              <a:ext cx="1961640" cy="187920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9097A918-9AC6-4150-A439-3FE441429B1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42869" y="2541505"/>
                <a:ext cx="1997280" cy="191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5573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o-RO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sz="3200" b="1" dirty="0">
                <a:solidFill>
                  <a:srgbClr val="0000FF"/>
                </a:solidFill>
              </a:rPr>
              <a:t>MUX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Simbol, tabel de adevăr, structură internă;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Extinderea numărului de intrări;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400" b="1" dirty="0"/>
              <a:t>Utilizare în implementarea funcțiilor binare;</a:t>
            </a:r>
            <a:endParaRPr lang="ro-RO" sz="3200" b="1" dirty="0">
              <a:solidFill>
                <a:srgbClr val="0000FF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26838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C00C60C8-B766-4B12-8DE0-EFDC3DA2BD35}"/>
                  </a:ext>
                </a:extLst>
              </p14:cNvPr>
              <p14:cNvContentPartPr/>
              <p14:nvPr/>
            </p14:nvContentPartPr>
            <p14:xfrm>
              <a:off x="1842669" y="495265"/>
              <a:ext cx="5400" cy="2372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C00C60C8-B766-4B12-8DE0-EFDC3DA2BD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5029" y="477625"/>
                <a:ext cx="410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7ECBCA4C-0D25-4EAE-A88A-FB2ED8A1966F}"/>
                  </a:ext>
                </a:extLst>
              </p14:cNvPr>
              <p14:cNvContentPartPr/>
              <p14:nvPr/>
            </p14:nvContentPartPr>
            <p14:xfrm>
              <a:off x="1792989" y="447385"/>
              <a:ext cx="175680" cy="2905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7ECBCA4C-0D25-4EAE-A88A-FB2ED8A196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5349" y="429385"/>
                <a:ext cx="21132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01A5D300-4556-4B01-8867-13F311DA4ACD}"/>
                  </a:ext>
                </a:extLst>
              </p14:cNvPr>
              <p14:cNvContentPartPr/>
              <p14:nvPr/>
            </p14:nvContentPartPr>
            <p14:xfrm>
              <a:off x="2097909" y="462145"/>
              <a:ext cx="176400" cy="2595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01A5D300-4556-4B01-8867-13F311DA4A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79909" y="444505"/>
                <a:ext cx="2120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7A44814-8042-45EC-843A-A46E0436DF4D}"/>
                  </a:ext>
                </a:extLst>
              </p14:cNvPr>
              <p14:cNvContentPartPr/>
              <p14:nvPr/>
            </p14:nvContentPartPr>
            <p14:xfrm>
              <a:off x="2381949" y="447385"/>
              <a:ext cx="529200" cy="3258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7A44814-8042-45EC-843A-A46E0436DF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3949" y="429725"/>
                <a:ext cx="564840" cy="361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D4DAB8D4-5B61-445C-8E1F-2D709330A6BE}"/>
                  </a:ext>
                </a:extLst>
              </p14:cNvPr>
              <p14:cNvContentPartPr/>
              <p14:nvPr/>
            </p14:nvContentPartPr>
            <p14:xfrm>
              <a:off x="230589" y="1851385"/>
              <a:ext cx="4230360" cy="31590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D4DAB8D4-5B61-445C-8E1F-2D709330A6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2591" y="1833743"/>
                <a:ext cx="4265997" cy="3194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C807799F-94E9-4B7A-A359-3469E794524F}"/>
                  </a:ext>
                </a:extLst>
              </p14:cNvPr>
              <p14:cNvContentPartPr/>
              <p14:nvPr/>
            </p14:nvContentPartPr>
            <p14:xfrm>
              <a:off x="1120869" y="2752465"/>
              <a:ext cx="3524040" cy="17377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C807799F-94E9-4B7A-A359-3469E794524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3229" y="2716825"/>
                <a:ext cx="3559680" cy="180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B637A2D9-F90B-4689-9652-2F1BE9215ADB}"/>
                  </a:ext>
                </a:extLst>
              </p14:cNvPr>
              <p14:cNvContentPartPr/>
              <p14:nvPr/>
            </p14:nvContentPartPr>
            <p14:xfrm>
              <a:off x="3994029" y="2641945"/>
              <a:ext cx="203400" cy="2030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B637A2D9-F90B-4689-9652-2F1BE9215A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76389" y="2605945"/>
                <a:ext cx="2390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FBCB5D4F-680D-4654-ABC9-D8ED77BA3368}"/>
                  </a:ext>
                </a:extLst>
              </p14:cNvPr>
              <p14:cNvContentPartPr/>
              <p14:nvPr/>
            </p14:nvContentPartPr>
            <p14:xfrm>
              <a:off x="2743389" y="3363745"/>
              <a:ext cx="173160" cy="2656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FBCB5D4F-680D-4654-ABC9-D8ED77BA336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25389" y="3328105"/>
                <a:ext cx="20880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7A8381AC-D752-4265-840C-E78AAE84E08D}"/>
                  </a:ext>
                </a:extLst>
              </p14:cNvPr>
              <p14:cNvContentPartPr/>
              <p14:nvPr/>
            </p14:nvContentPartPr>
            <p14:xfrm>
              <a:off x="1920429" y="2533225"/>
              <a:ext cx="172440" cy="2170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7A8381AC-D752-4265-840C-E78AAE84E08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02789" y="2497225"/>
                <a:ext cx="20808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7EA4E3CA-45CF-4D88-AAB0-E53303BADDEF}"/>
                  </a:ext>
                </a:extLst>
              </p14:cNvPr>
              <p14:cNvContentPartPr/>
              <p14:nvPr/>
            </p14:nvContentPartPr>
            <p14:xfrm>
              <a:off x="1871829" y="1796665"/>
              <a:ext cx="195480" cy="2754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7EA4E3CA-45CF-4D88-AAB0-E53303BADDE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53829" y="1760665"/>
                <a:ext cx="23112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8CF442B1-0738-4AE0-9C77-9C1E99EDFB08}"/>
                  </a:ext>
                </a:extLst>
              </p14:cNvPr>
              <p14:cNvContentPartPr/>
              <p14:nvPr/>
            </p14:nvContentPartPr>
            <p14:xfrm>
              <a:off x="1448109" y="5553625"/>
              <a:ext cx="5400" cy="2412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8CF442B1-0738-4AE0-9C77-9C1E99EDFB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30109" y="5517625"/>
                <a:ext cx="4104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15484E5F-9CF1-404B-B9AE-05EF4BA9AB6B}"/>
                  </a:ext>
                </a:extLst>
              </p14:cNvPr>
              <p14:cNvContentPartPr/>
              <p14:nvPr/>
            </p14:nvContentPartPr>
            <p14:xfrm>
              <a:off x="1400229" y="5510425"/>
              <a:ext cx="234720" cy="3567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15484E5F-9CF1-404B-B9AE-05EF4BA9AB6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82589" y="5474425"/>
                <a:ext cx="27036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2AD595ED-BD68-4D94-830E-3602695C2D8E}"/>
                  </a:ext>
                </a:extLst>
              </p14:cNvPr>
              <p14:cNvContentPartPr/>
              <p14:nvPr/>
            </p14:nvContentPartPr>
            <p14:xfrm>
              <a:off x="1668069" y="5556865"/>
              <a:ext cx="213480" cy="29772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2AD595ED-BD68-4D94-830E-3602695C2D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50069" y="5521225"/>
                <a:ext cx="24912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C5CA6A88-1833-4C1D-8896-56E18786AA55}"/>
                  </a:ext>
                </a:extLst>
              </p14:cNvPr>
              <p14:cNvContentPartPr/>
              <p14:nvPr/>
            </p14:nvContentPartPr>
            <p14:xfrm>
              <a:off x="1982349" y="5554345"/>
              <a:ext cx="144720" cy="3038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C5CA6A88-1833-4C1D-8896-56E18786AA5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4709" y="5518345"/>
                <a:ext cx="1803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4E00A8C3-E457-4850-BF6C-A43B589E695B}"/>
                  </a:ext>
                </a:extLst>
              </p14:cNvPr>
              <p14:cNvContentPartPr/>
              <p14:nvPr/>
            </p14:nvContentPartPr>
            <p14:xfrm>
              <a:off x="2232549" y="5524465"/>
              <a:ext cx="257760" cy="2721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4E00A8C3-E457-4850-BF6C-A43B589E695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14909" y="5488825"/>
                <a:ext cx="2934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852FA597-3820-4B26-8AA5-41233DECFE0A}"/>
                  </a:ext>
                </a:extLst>
              </p14:cNvPr>
              <p14:cNvContentPartPr/>
              <p14:nvPr/>
            </p14:nvContentPartPr>
            <p14:xfrm>
              <a:off x="2232189" y="5500345"/>
              <a:ext cx="217800" cy="3564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852FA597-3820-4B26-8AA5-41233DECFE0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14189" y="5464705"/>
                <a:ext cx="25344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FA558A8-A53B-4745-A938-BB1F0E0F0A77}"/>
                  </a:ext>
                </a:extLst>
              </p14:cNvPr>
              <p14:cNvContentPartPr/>
              <p14:nvPr/>
            </p14:nvContentPartPr>
            <p14:xfrm>
              <a:off x="2820069" y="5457865"/>
              <a:ext cx="249840" cy="4154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FA558A8-A53B-4745-A938-BB1F0E0F0A7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02069" y="5421865"/>
                <a:ext cx="28548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AB6C9C82-720B-4141-BA09-0DDD608998A9}"/>
                  </a:ext>
                </a:extLst>
              </p14:cNvPr>
              <p14:cNvContentPartPr/>
              <p14:nvPr/>
            </p14:nvContentPartPr>
            <p14:xfrm>
              <a:off x="3209229" y="5501425"/>
              <a:ext cx="83520" cy="1015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AB6C9C82-720B-4141-BA09-0DDD608998A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91589" y="5465785"/>
                <a:ext cx="1191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9559CF33-D791-4FBA-9D00-1EE8C6F8E724}"/>
                  </a:ext>
                </a:extLst>
              </p14:cNvPr>
              <p14:cNvContentPartPr/>
              <p14:nvPr/>
            </p14:nvContentPartPr>
            <p14:xfrm>
              <a:off x="3263949" y="5742985"/>
              <a:ext cx="90720" cy="655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9559CF33-D791-4FBA-9D00-1EE8C6F8E72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45949" y="5706985"/>
                <a:ext cx="1263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D0D5F3D9-F1B0-4913-9A87-50E5ABED38A2}"/>
                  </a:ext>
                </a:extLst>
              </p14:cNvPr>
              <p14:cNvContentPartPr/>
              <p14:nvPr/>
            </p14:nvContentPartPr>
            <p14:xfrm>
              <a:off x="3571029" y="5375425"/>
              <a:ext cx="241560" cy="3578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D0D5F3D9-F1B0-4913-9A87-50E5ABED38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53029" y="5339425"/>
                <a:ext cx="27720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1B054EFB-1B2C-43FB-91E2-5D3F684FA50C}"/>
                  </a:ext>
                </a:extLst>
              </p14:cNvPr>
              <p14:cNvContentPartPr/>
              <p14:nvPr/>
            </p14:nvContentPartPr>
            <p14:xfrm>
              <a:off x="3718989" y="5534185"/>
              <a:ext cx="29160" cy="4424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1B054EFB-1B2C-43FB-91E2-5D3F684FA50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01349" y="5498545"/>
                <a:ext cx="6480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87B8ADCB-CC9F-4C85-AE8F-9D5C5E6D2679}"/>
                  </a:ext>
                </a:extLst>
              </p14:cNvPr>
              <p14:cNvContentPartPr/>
              <p14:nvPr/>
            </p14:nvContentPartPr>
            <p14:xfrm>
              <a:off x="1034469" y="375025"/>
              <a:ext cx="311400" cy="5385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87B8ADCB-CC9F-4C85-AE8F-9D5C5E6D267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6469" y="357025"/>
                <a:ext cx="347040" cy="5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761403AB-E05C-45E1-85A4-24B1D51AC617}"/>
                  </a:ext>
                </a:extLst>
              </p14:cNvPr>
              <p14:cNvContentPartPr/>
              <p14:nvPr/>
            </p14:nvContentPartPr>
            <p14:xfrm>
              <a:off x="4687029" y="235705"/>
              <a:ext cx="7363080" cy="63777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761403AB-E05C-45E1-85A4-24B1D51AC61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69389" y="217705"/>
                <a:ext cx="7398720" cy="64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69AE9156-A948-4AB6-BDAE-2ACE9199CA18}"/>
                  </a:ext>
                </a:extLst>
              </p14:cNvPr>
              <p14:cNvContentPartPr/>
              <p14:nvPr/>
            </p14:nvContentPartPr>
            <p14:xfrm>
              <a:off x="8468469" y="4569745"/>
              <a:ext cx="118800" cy="2520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69AE9156-A948-4AB6-BDAE-2ACE9199CA1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50469" y="4534105"/>
                <a:ext cx="1544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6F3A8A98-3F41-4A15-8D9C-F27E80E96DB6}"/>
                  </a:ext>
                </a:extLst>
              </p14:cNvPr>
              <p14:cNvContentPartPr/>
              <p14:nvPr/>
            </p14:nvContentPartPr>
            <p14:xfrm>
              <a:off x="8556309" y="5075185"/>
              <a:ext cx="166320" cy="26928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6F3A8A98-3F41-4A15-8D9C-F27E80E96DB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38669" y="5039545"/>
                <a:ext cx="2019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CEEB9801-6956-42A2-BC80-9FD2E8D62808}"/>
                  </a:ext>
                </a:extLst>
              </p14:cNvPr>
              <p14:cNvContentPartPr/>
              <p14:nvPr/>
            </p14:nvContentPartPr>
            <p14:xfrm>
              <a:off x="7618149" y="2179345"/>
              <a:ext cx="3913920" cy="8056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CEEB9801-6956-42A2-BC80-9FD2E8D6280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00509" y="2143345"/>
                <a:ext cx="3949560" cy="8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C4A3FF4F-EC8C-41EC-9CDB-9FF7F354F45B}"/>
                  </a:ext>
                </a:extLst>
              </p14:cNvPr>
              <p14:cNvContentPartPr/>
              <p14:nvPr/>
            </p14:nvContentPartPr>
            <p14:xfrm>
              <a:off x="9365229" y="2617825"/>
              <a:ext cx="227520" cy="10476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C4A3FF4F-EC8C-41EC-9CDB-9FF7F354F45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347229" y="2581825"/>
                <a:ext cx="263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73510D99-0488-4A13-9C3F-601139F56AAA}"/>
                  </a:ext>
                </a:extLst>
              </p14:cNvPr>
              <p14:cNvContentPartPr/>
              <p14:nvPr/>
            </p14:nvContentPartPr>
            <p14:xfrm>
              <a:off x="9586269" y="2498305"/>
              <a:ext cx="57960" cy="24156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73510D99-0488-4A13-9C3F-601139F56AA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568629" y="2462305"/>
                <a:ext cx="936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2A5E8DE8-2090-4CB2-84A8-EC1F74180D69}"/>
                  </a:ext>
                </a:extLst>
              </p14:cNvPr>
              <p14:cNvContentPartPr/>
              <p14:nvPr/>
            </p14:nvContentPartPr>
            <p14:xfrm>
              <a:off x="9432549" y="2510905"/>
              <a:ext cx="167760" cy="1072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2A5E8DE8-2090-4CB2-84A8-EC1F74180D6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14549" y="2475265"/>
                <a:ext cx="2034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DF792CD1-9A9B-4CB5-A72A-A05427C17E22}"/>
                  </a:ext>
                </a:extLst>
              </p14:cNvPr>
              <p14:cNvContentPartPr/>
              <p14:nvPr/>
            </p14:nvContentPartPr>
            <p14:xfrm>
              <a:off x="9499869" y="2542945"/>
              <a:ext cx="101880" cy="16236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DF792CD1-9A9B-4CB5-A72A-A05427C17E2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81869" y="2506945"/>
                <a:ext cx="1375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65C9642A-DB05-4BBB-BB0D-52A75C612B2F}"/>
                  </a:ext>
                </a:extLst>
              </p14:cNvPr>
              <p14:cNvContentPartPr/>
              <p14:nvPr/>
            </p14:nvContentPartPr>
            <p14:xfrm>
              <a:off x="9533709" y="2617825"/>
              <a:ext cx="25200" cy="2196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65C9642A-DB05-4BBB-BB0D-52A75C612B2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15709" y="2581825"/>
                <a:ext cx="608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0ED4EF64-FCD9-4774-B409-8DE86F4297C2}"/>
                  </a:ext>
                </a:extLst>
              </p14:cNvPr>
              <p14:cNvContentPartPr/>
              <p14:nvPr/>
            </p14:nvContentPartPr>
            <p14:xfrm>
              <a:off x="8397909" y="6098305"/>
              <a:ext cx="197640" cy="33408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0ED4EF64-FCD9-4774-B409-8DE86F4297C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80269" y="6062305"/>
                <a:ext cx="23328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3179EE1A-C5CA-44AE-A5A6-AEFF9D8F1B1A}"/>
                  </a:ext>
                </a:extLst>
              </p14:cNvPr>
              <p14:cNvContentPartPr/>
              <p14:nvPr/>
            </p14:nvContentPartPr>
            <p14:xfrm>
              <a:off x="8739189" y="6100465"/>
              <a:ext cx="204840" cy="2685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3179EE1A-C5CA-44AE-A5A6-AEFF9D8F1B1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21549" y="6064825"/>
                <a:ext cx="2404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A317C600-D660-4F18-B120-AF7966CF1DF4}"/>
                  </a:ext>
                </a:extLst>
              </p14:cNvPr>
              <p14:cNvContentPartPr/>
              <p14:nvPr/>
            </p14:nvContentPartPr>
            <p14:xfrm>
              <a:off x="9061749" y="6097585"/>
              <a:ext cx="280080" cy="27792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A317C600-D660-4F18-B120-AF7966CF1DF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044109" y="6061585"/>
                <a:ext cx="31572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03A62334-8ECD-4662-AB3D-7D3FBF1693DC}"/>
                  </a:ext>
                </a:extLst>
              </p14:cNvPr>
              <p14:cNvContentPartPr/>
              <p14:nvPr/>
            </p14:nvContentPartPr>
            <p14:xfrm>
              <a:off x="9054189" y="6082825"/>
              <a:ext cx="224640" cy="35856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03A62334-8ECD-4662-AB3D-7D3FBF1693D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036549" y="6047185"/>
                <a:ext cx="26028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6E280421-91B3-4BFB-822B-37892604F61B}"/>
                  </a:ext>
                </a:extLst>
              </p14:cNvPr>
              <p14:cNvContentPartPr/>
              <p14:nvPr/>
            </p14:nvContentPartPr>
            <p14:xfrm>
              <a:off x="9875349" y="6034945"/>
              <a:ext cx="249120" cy="24444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6E280421-91B3-4BFB-822B-37892604F61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857709" y="5998945"/>
                <a:ext cx="2847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8A1A7848-2F0E-45B5-9814-ED308B01ADD0}"/>
                  </a:ext>
                </a:extLst>
              </p14:cNvPr>
              <p14:cNvContentPartPr/>
              <p14:nvPr/>
            </p14:nvContentPartPr>
            <p14:xfrm>
              <a:off x="10020789" y="6160225"/>
              <a:ext cx="20880" cy="32292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8A1A7848-2F0E-45B5-9814-ED308B01ADD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002789" y="6124225"/>
                <a:ext cx="565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565B3583-0319-4173-83A9-2BEFA98A9849}"/>
                  </a:ext>
                </a:extLst>
              </p14:cNvPr>
              <p14:cNvContentPartPr/>
              <p14:nvPr/>
            </p14:nvContentPartPr>
            <p14:xfrm>
              <a:off x="10321029" y="6064825"/>
              <a:ext cx="107640" cy="6516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565B3583-0319-4173-83A9-2BEFA98A984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303029" y="6029185"/>
                <a:ext cx="143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32807F67-AA22-4908-81E0-64C6C9C6914A}"/>
                  </a:ext>
                </a:extLst>
              </p14:cNvPr>
              <p14:cNvContentPartPr/>
              <p14:nvPr/>
            </p14:nvContentPartPr>
            <p14:xfrm>
              <a:off x="10344069" y="6284785"/>
              <a:ext cx="126360" cy="7740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32807F67-AA22-4908-81E0-64C6C9C6914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326429" y="6248785"/>
                <a:ext cx="16200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E45E6715-770B-4644-B115-E28DED53B310}"/>
                  </a:ext>
                </a:extLst>
              </p14:cNvPr>
              <p14:cNvContentPartPr/>
              <p14:nvPr/>
            </p14:nvContentPartPr>
            <p14:xfrm>
              <a:off x="10751229" y="6025585"/>
              <a:ext cx="319320" cy="33624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E45E6715-770B-4644-B115-E28DED53B31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733229" y="5989585"/>
                <a:ext cx="3549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297B1295-239A-429E-A549-2302A8AB557C}"/>
                  </a:ext>
                </a:extLst>
              </p14:cNvPr>
              <p14:cNvContentPartPr/>
              <p14:nvPr/>
            </p14:nvContentPartPr>
            <p14:xfrm>
              <a:off x="10333629" y="6064465"/>
              <a:ext cx="56520" cy="4644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297B1295-239A-429E-A549-2302A8AB557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315629" y="6028825"/>
                <a:ext cx="92160" cy="1180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reptunghi 3">
            <a:extLst>
              <a:ext uri="{FF2B5EF4-FFF2-40B4-BE49-F238E27FC236}">
                <a16:creationId xmlns:a16="http://schemas.microsoft.com/office/drawing/2014/main" id="{689A5F7F-3C49-427B-9457-F44505EF90BE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2992563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E911E79-7B5A-47B2-80A4-D6E618448C26}"/>
                  </a:ext>
                </a:extLst>
              </p14:cNvPr>
              <p14:cNvContentPartPr/>
              <p14:nvPr/>
            </p14:nvContentPartPr>
            <p14:xfrm>
              <a:off x="3221829" y="851665"/>
              <a:ext cx="1975680" cy="5400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E911E79-7B5A-47B2-80A4-D6E618448C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4189" y="833665"/>
                <a:ext cx="2011320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DCA42901-5E6E-489E-B5DC-9D2A687637EC}"/>
                  </a:ext>
                </a:extLst>
              </p14:cNvPr>
              <p14:cNvContentPartPr/>
              <p14:nvPr/>
            </p14:nvContentPartPr>
            <p14:xfrm>
              <a:off x="586989" y="937345"/>
              <a:ext cx="2407320" cy="5061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DCA42901-5E6E-489E-B5DC-9D2A687637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8989" y="919705"/>
                <a:ext cx="244296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2EFE3E4-33B6-42EE-BDCD-15AEC8066729}"/>
                  </a:ext>
                </a:extLst>
              </p14:cNvPr>
              <p14:cNvContentPartPr/>
              <p14:nvPr/>
            </p14:nvContentPartPr>
            <p14:xfrm>
              <a:off x="634869" y="319585"/>
              <a:ext cx="1131120" cy="4546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2EFE3E4-33B6-42EE-BDCD-15AEC80667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6875" y="301945"/>
                <a:ext cx="1166749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26A6369-E611-40E5-B34D-46DA88E0DBBF}"/>
                  </a:ext>
                </a:extLst>
              </p14:cNvPr>
              <p14:cNvContentPartPr/>
              <p14:nvPr/>
            </p14:nvContentPartPr>
            <p14:xfrm>
              <a:off x="5571909" y="1092145"/>
              <a:ext cx="198720" cy="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26A6369-E611-40E5-B34D-46DA88E0DB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53909" y="1074145"/>
                <a:ext cx="234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9514E612-9189-4FAB-9445-4349502FCD3E}"/>
                  </a:ext>
                </a:extLst>
              </p14:cNvPr>
              <p14:cNvContentPartPr/>
              <p14:nvPr/>
            </p14:nvContentPartPr>
            <p14:xfrm>
              <a:off x="5611149" y="1507585"/>
              <a:ext cx="252360" cy="23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9514E612-9189-4FAB-9445-4349502FCD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93509" y="1489585"/>
                <a:ext cx="2880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22466E6D-7BC0-4E3B-9FC4-57D68B111969}"/>
                  </a:ext>
                </a:extLst>
              </p14:cNvPr>
              <p14:cNvContentPartPr/>
              <p14:nvPr/>
            </p14:nvContentPartPr>
            <p14:xfrm>
              <a:off x="6161589" y="879745"/>
              <a:ext cx="951120" cy="270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22466E6D-7BC0-4E3B-9FC4-57D68B1119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43596" y="861745"/>
                <a:ext cx="986747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AF3F611E-3CCB-4F55-9968-854CDC67350B}"/>
                  </a:ext>
                </a:extLst>
              </p14:cNvPr>
              <p14:cNvContentPartPr/>
              <p14:nvPr/>
            </p14:nvContentPartPr>
            <p14:xfrm>
              <a:off x="5644989" y="1946785"/>
              <a:ext cx="333720" cy="165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AF3F611E-3CCB-4F55-9968-854CDC67350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27349" y="1929145"/>
                <a:ext cx="3693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74B2872C-2E2B-48B0-B971-35696277E9FC}"/>
                  </a:ext>
                </a:extLst>
              </p14:cNvPr>
              <p14:cNvContentPartPr/>
              <p14:nvPr/>
            </p14:nvContentPartPr>
            <p14:xfrm>
              <a:off x="6280029" y="1758145"/>
              <a:ext cx="1319400" cy="3636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74B2872C-2E2B-48B0-B971-35696277E9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62389" y="1740145"/>
                <a:ext cx="1355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2766D1EB-1588-4EF3-B065-06D269D0977B}"/>
                  </a:ext>
                </a:extLst>
              </p14:cNvPr>
              <p14:cNvContentPartPr/>
              <p14:nvPr/>
            </p14:nvContentPartPr>
            <p14:xfrm>
              <a:off x="6205509" y="1327945"/>
              <a:ext cx="1103760" cy="3369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2766D1EB-1588-4EF3-B065-06D269D097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87863" y="1310305"/>
                <a:ext cx="1139412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AAD8254D-1DB2-4BED-ADD1-1AFE3E32B971}"/>
                  </a:ext>
                </a:extLst>
              </p14:cNvPr>
              <p14:cNvContentPartPr/>
              <p14:nvPr/>
            </p14:nvContentPartPr>
            <p14:xfrm>
              <a:off x="726669" y="3036145"/>
              <a:ext cx="326160" cy="154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AAD8254D-1DB2-4BED-ADD1-1AFE3E32B9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8669" y="3018505"/>
                <a:ext cx="3618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ABB095F9-A75A-45A9-A43C-D1EC82539C11}"/>
                  </a:ext>
                </a:extLst>
              </p14:cNvPr>
              <p14:cNvContentPartPr/>
              <p14:nvPr/>
            </p14:nvContentPartPr>
            <p14:xfrm>
              <a:off x="3791709" y="2650225"/>
              <a:ext cx="373680" cy="3081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ABB095F9-A75A-45A9-A43C-D1EC82539C1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74069" y="2632225"/>
                <a:ext cx="4093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BF443852-89FB-4D6E-AECF-8302F4F45A2F}"/>
                  </a:ext>
                </a:extLst>
              </p14:cNvPr>
              <p14:cNvContentPartPr/>
              <p14:nvPr/>
            </p14:nvContentPartPr>
            <p14:xfrm>
              <a:off x="5536989" y="2708905"/>
              <a:ext cx="9000" cy="334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BF443852-89FB-4D6E-AECF-8302F4F45A2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18989" y="2691265"/>
                <a:ext cx="446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5E65692C-A083-4B9D-A939-AA0515BB8FEE}"/>
                  </a:ext>
                </a:extLst>
              </p14:cNvPr>
              <p14:cNvContentPartPr/>
              <p14:nvPr/>
            </p14:nvContentPartPr>
            <p14:xfrm>
              <a:off x="5553189" y="2863345"/>
              <a:ext cx="4320" cy="54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5E65692C-A083-4B9D-A939-AA0515BB8FE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35549" y="2845345"/>
                <a:ext cx="39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19D1A241-C68E-4033-8B68-8405C2E1386B}"/>
                  </a:ext>
                </a:extLst>
              </p14:cNvPr>
              <p14:cNvContentPartPr/>
              <p14:nvPr/>
            </p14:nvContentPartPr>
            <p14:xfrm>
              <a:off x="4564269" y="2519545"/>
              <a:ext cx="673200" cy="3744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19D1A241-C68E-4033-8B68-8405C2E1386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46269" y="2501545"/>
                <a:ext cx="70884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CA9E1D4E-4156-4D1D-B95D-FA780C328F0E}"/>
                  </a:ext>
                </a:extLst>
              </p14:cNvPr>
              <p14:cNvContentPartPr/>
              <p14:nvPr/>
            </p14:nvContentPartPr>
            <p14:xfrm>
              <a:off x="1462869" y="2611345"/>
              <a:ext cx="1915200" cy="4266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CA9E1D4E-4156-4D1D-B95D-FA780C328F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44872" y="2593705"/>
                <a:ext cx="1950833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F056AF78-8A4F-40E9-93AB-66EE21730C2C}"/>
                  </a:ext>
                </a:extLst>
              </p14:cNvPr>
              <p14:cNvContentPartPr/>
              <p14:nvPr/>
            </p14:nvContentPartPr>
            <p14:xfrm>
              <a:off x="5332149" y="1013305"/>
              <a:ext cx="3240" cy="25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F056AF78-8A4F-40E9-93AB-66EE21730C2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14509" y="995305"/>
                <a:ext cx="388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664C935C-37C4-425F-8B58-6319EA3CF822}"/>
                  </a:ext>
                </a:extLst>
              </p14:cNvPr>
              <p14:cNvContentPartPr/>
              <p14:nvPr/>
            </p14:nvContentPartPr>
            <p14:xfrm>
              <a:off x="5351589" y="1148305"/>
              <a:ext cx="20880" cy="115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664C935C-37C4-425F-8B58-6319EA3CF82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33589" y="1130665"/>
                <a:ext cx="565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F68A66FC-4DA2-46E3-9A63-31941E32A0F1}"/>
                  </a:ext>
                </a:extLst>
              </p14:cNvPr>
              <p14:cNvContentPartPr/>
              <p14:nvPr/>
            </p14:nvContentPartPr>
            <p14:xfrm>
              <a:off x="6121269" y="2805385"/>
              <a:ext cx="241200" cy="72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F68A66FC-4DA2-46E3-9A63-31941E32A0F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03269" y="2787745"/>
                <a:ext cx="2768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285DED70-BA2C-4FA1-A254-4C73F8894E00}"/>
                  </a:ext>
                </a:extLst>
              </p14:cNvPr>
              <p14:cNvContentPartPr/>
              <p14:nvPr/>
            </p14:nvContentPartPr>
            <p14:xfrm>
              <a:off x="7023789" y="2824825"/>
              <a:ext cx="73440" cy="19188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285DED70-BA2C-4FA1-A254-4C73F8894E0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005789" y="2806825"/>
                <a:ext cx="109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BE372877-A2AB-41D2-8E17-423909FE37E6}"/>
                  </a:ext>
                </a:extLst>
              </p14:cNvPr>
              <p14:cNvContentPartPr/>
              <p14:nvPr/>
            </p14:nvContentPartPr>
            <p14:xfrm>
              <a:off x="7703109" y="2766865"/>
              <a:ext cx="40320" cy="1976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BE372877-A2AB-41D2-8E17-423909FE37E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85109" y="2749225"/>
                <a:ext cx="759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5A20ED8B-6F76-4101-9B93-29915DDBB65A}"/>
                  </a:ext>
                </a:extLst>
              </p14:cNvPr>
              <p14:cNvContentPartPr/>
              <p14:nvPr/>
            </p14:nvContentPartPr>
            <p14:xfrm>
              <a:off x="7959789" y="2724745"/>
              <a:ext cx="41400" cy="39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5A20ED8B-6F76-4101-9B93-29915DDBB65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942149" y="2706745"/>
                <a:ext cx="770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C6938FB2-7362-455B-BA09-8B91AED93C58}"/>
                  </a:ext>
                </a:extLst>
              </p14:cNvPr>
              <p14:cNvContentPartPr/>
              <p14:nvPr/>
            </p14:nvContentPartPr>
            <p14:xfrm>
              <a:off x="8132949" y="2718985"/>
              <a:ext cx="18000" cy="50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C6938FB2-7362-455B-BA09-8B91AED93C5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15309" y="2700985"/>
                <a:ext cx="536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646A29A-EA66-4B17-A648-0BA429C7A5A1}"/>
                  </a:ext>
                </a:extLst>
              </p14:cNvPr>
              <p14:cNvContentPartPr/>
              <p14:nvPr/>
            </p14:nvContentPartPr>
            <p14:xfrm>
              <a:off x="8359389" y="2714305"/>
              <a:ext cx="26640" cy="3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646A29A-EA66-4B17-A648-0BA429C7A5A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41389" y="2696305"/>
                <a:ext cx="62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9DD9EAD4-FF5A-49BA-9643-1C15504C4D85}"/>
                  </a:ext>
                </a:extLst>
              </p14:cNvPr>
              <p14:cNvContentPartPr/>
              <p14:nvPr/>
            </p14:nvContentPartPr>
            <p14:xfrm>
              <a:off x="6140349" y="3320545"/>
              <a:ext cx="313560" cy="244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9DD9EAD4-FF5A-49BA-9643-1C15504C4D8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22709" y="3302905"/>
                <a:ext cx="3492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FAF904EB-CD2D-469B-A8FB-8C1D74FE672D}"/>
                  </a:ext>
                </a:extLst>
              </p14:cNvPr>
              <p14:cNvContentPartPr/>
              <p14:nvPr/>
            </p14:nvContentPartPr>
            <p14:xfrm>
              <a:off x="7646949" y="3283825"/>
              <a:ext cx="71640" cy="16380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FAF904EB-CD2D-469B-A8FB-8C1D74FE672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29309" y="3265825"/>
                <a:ext cx="1072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8A42203A-A8D1-43AA-A108-4513E984D73D}"/>
                  </a:ext>
                </a:extLst>
              </p14:cNvPr>
              <p14:cNvContentPartPr/>
              <p14:nvPr/>
            </p14:nvContentPartPr>
            <p14:xfrm>
              <a:off x="7812549" y="3344665"/>
              <a:ext cx="60480" cy="1785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8A42203A-A8D1-43AA-A108-4513E984D73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94549" y="3326665"/>
                <a:ext cx="961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23935A98-5136-471D-A965-BE77464E65B0}"/>
                  </a:ext>
                </a:extLst>
              </p14:cNvPr>
              <p14:cNvContentPartPr/>
              <p14:nvPr/>
            </p14:nvContentPartPr>
            <p14:xfrm>
              <a:off x="8176149" y="3349345"/>
              <a:ext cx="10800" cy="14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23935A98-5136-471D-A965-BE77464E65B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58509" y="3331705"/>
                <a:ext cx="46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4B0F67D3-2917-4AAE-AFB7-3733A7CC809E}"/>
                  </a:ext>
                </a:extLst>
              </p14:cNvPr>
              <p14:cNvContentPartPr/>
              <p14:nvPr/>
            </p14:nvContentPartPr>
            <p14:xfrm>
              <a:off x="8335269" y="3344665"/>
              <a:ext cx="15480" cy="3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4B0F67D3-2917-4AAE-AFB7-3733A7CC809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17269" y="3326665"/>
                <a:ext cx="51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CED7FBCC-FE13-4124-BF87-B8E8699217B2}"/>
                  </a:ext>
                </a:extLst>
              </p14:cNvPr>
              <p14:cNvContentPartPr/>
              <p14:nvPr/>
            </p14:nvContentPartPr>
            <p14:xfrm>
              <a:off x="8556309" y="3354025"/>
              <a:ext cx="34200" cy="3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CED7FBCC-FE13-4124-BF87-B8E8699217B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38669" y="3336385"/>
                <a:ext cx="69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33488399-5AE6-4CC1-9E33-8D58DF3D4587}"/>
                  </a:ext>
                </a:extLst>
              </p14:cNvPr>
              <p14:cNvContentPartPr/>
              <p14:nvPr/>
            </p14:nvContentPartPr>
            <p14:xfrm>
              <a:off x="7370469" y="3140905"/>
              <a:ext cx="179280" cy="28080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33488399-5AE6-4CC1-9E33-8D58DF3D458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52469" y="3123265"/>
                <a:ext cx="2149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E6F9F0CC-4CF4-4244-A1F5-DE306985AAD0}"/>
                  </a:ext>
                </a:extLst>
              </p14:cNvPr>
              <p14:cNvContentPartPr/>
              <p14:nvPr/>
            </p14:nvContentPartPr>
            <p14:xfrm>
              <a:off x="6660189" y="3156745"/>
              <a:ext cx="559080" cy="4330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E6F9F0CC-4CF4-4244-A1F5-DE306985AAD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42538" y="3139090"/>
                <a:ext cx="594743" cy="468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1029A086-5C5D-4D29-80C5-7AFB887EDBCB}"/>
                  </a:ext>
                </a:extLst>
              </p14:cNvPr>
              <p14:cNvContentPartPr/>
              <p14:nvPr/>
            </p14:nvContentPartPr>
            <p14:xfrm>
              <a:off x="7252389" y="2546905"/>
              <a:ext cx="260640" cy="33408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1029A086-5C5D-4D29-80C5-7AFB887EDBC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234389" y="2529265"/>
                <a:ext cx="29628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48E9C78A-58D3-4553-A226-DEAC55403573}"/>
                  </a:ext>
                </a:extLst>
              </p14:cNvPr>
              <p14:cNvContentPartPr/>
              <p14:nvPr/>
            </p14:nvContentPartPr>
            <p14:xfrm>
              <a:off x="6624549" y="2613145"/>
              <a:ext cx="261360" cy="2700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48E9C78A-58D3-4553-A226-DEAC5540357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06885" y="2595145"/>
                <a:ext cx="297049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0C0D3530-8A48-4F6F-8DB3-B3A15AD3A5CC}"/>
                  </a:ext>
                </a:extLst>
              </p14:cNvPr>
              <p14:cNvContentPartPr/>
              <p14:nvPr/>
            </p14:nvContentPartPr>
            <p14:xfrm>
              <a:off x="832509" y="4128385"/>
              <a:ext cx="223920" cy="298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0C0D3530-8A48-4F6F-8DB3-B3A15AD3A5C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14509" y="4110385"/>
                <a:ext cx="2595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15988233-8B85-46A0-83CE-5F3033D0558B}"/>
                  </a:ext>
                </a:extLst>
              </p14:cNvPr>
              <p14:cNvContentPartPr/>
              <p14:nvPr/>
            </p14:nvContentPartPr>
            <p14:xfrm>
              <a:off x="1514709" y="3893305"/>
              <a:ext cx="1404720" cy="3157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15988233-8B85-46A0-83CE-5F3033D0558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497069" y="3875305"/>
                <a:ext cx="14403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4059CB79-9588-4AD0-AA2B-37B519842193}"/>
                  </a:ext>
                </a:extLst>
              </p14:cNvPr>
              <p14:cNvContentPartPr/>
              <p14:nvPr/>
            </p14:nvContentPartPr>
            <p14:xfrm>
              <a:off x="3325869" y="3874585"/>
              <a:ext cx="295200" cy="2509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4059CB79-9588-4AD0-AA2B-37B51984219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308229" y="3856945"/>
                <a:ext cx="3308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E64279FD-BF60-45AB-AB53-1BC85B623B58}"/>
                  </a:ext>
                </a:extLst>
              </p14:cNvPr>
              <p14:cNvContentPartPr/>
              <p14:nvPr/>
            </p14:nvContentPartPr>
            <p14:xfrm>
              <a:off x="5319549" y="4025065"/>
              <a:ext cx="35640" cy="367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E64279FD-BF60-45AB-AB53-1BC85B623B5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01549" y="4007065"/>
                <a:ext cx="712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7390229C-4C92-4824-AFD1-6248D134F847}"/>
                  </a:ext>
                </a:extLst>
              </p14:cNvPr>
              <p14:cNvContentPartPr/>
              <p14:nvPr/>
            </p14:nvContentPartPr>
            <p14:xfrm>
              <a:off x="5322429" y="4148545"/>
              <a:ext cx="43920" cy="4788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7390229C-4C92-4824-AFD1-6248D134F84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04789" y="4130905"/>
                <a:ext cx="795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22AFACF5-D064-4A42-AC4E-B276D198DA5A}"/>
                  </a:ext>
                </a:extLst>
              </p14:cNvPr>
              <p14:cNvContentPartPr/>
              <p14:nvPr/>
            </p14:nvContentPartPr>
            <p14:xfrm>
              <a:off x="4046949" y="3787825"/>
              <a:ext cx="761040" cy="3729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22AFACF5-D064-4A42-AC4E-B276D198DA5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29309" y="3770185"/>
                <a:ext cx="79668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DC35857C-0750-416B-B27C-BEBED677461A}"/>
                  </a:ext>
                </a:extLst>
              </p14:cNvPr>
              <p14:cNvContentPartPr/>
              <p14:nvPr/>
            </p14:nvContentPartPr>
            <p14:xfrm>
              <a:off x="5827509" y="3815185"/>
              <a:ext cx="279720" cy="486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DC35857C-0750-416B-B27C-BEBED677461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809869" y="3797198"/>
                <a:ext cx="315360" cy="521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E21D0CF7-1CF9-484F-9966-024CF15EFC44}"/>
                  </a:ext>
                </a:extLst>
              </p14:cNvPr>
              <p14:cNvContentPartPr/>
              <p14:nvPr/>
            </p14:nvContentPartPr>
            <p14:xfrm>
              <a:off x="678069" y="5375425"/>
              <a:ext cx="1440720" cy="1008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E21D0CF7-1CF9-484F-9966-024CF15EFC4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60429" y="5357425"/>
                <a:ext cx="14763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03BBEC6A-C8B1-45FC-AB00-28AE56F7A671}"/>
                  </a:ext>
                </a:extLst>
              </p14:cNvPr>
              <p14:cNvContentPartPr/>
              <p14:nvPr/>
            </p14:nvContentPartPr>
            <p14:xfrm>
              <a:off x="6174189" y="4837585"/>
              <a:ext cx="237240" cy="86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03BBEC6A-C8B1-45FC-AB00-28AE56F7A67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156549" y="4819945"/>
                <a:ext cx="2728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7DEE77E5-0087-4F58-9041-D4B8F0AC3E48}"/>
                  </a:ext>
                </a:extLst>
              </p14:cNvPr>
              <p14:cNvContentPartPr/>
              <p14:nvPr/>
            </p14:nvContentPartPr>
            <p14:xfrm>
              <a:off x="6522309" y="4760905"/>
              <a:ext cx="582120" cy="1436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7DEE77E5-0087-4F58-9041-D4B8F0AC3E4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504309" y="4743265"/>
                <a:ext cx="6177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7CD451AE-7851-424B-886A-4A8876EE1F29}"/>
                  </a:ext>
                </a:extLst>
              </p14:cNvPr>
              <p14:cNvContentPartPr/>
              <p14:nvPr/>
            </p14:nvContentPartPr>
            <p14:xfrm>
              <a:off x="7006149" y="4679185"/>
              <a:ext cx="44280" cy="208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7CD451AE-7851-424B-886A-4A8876EE1F2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988509" y="4661545"/>
                <a:ext cx="799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8D5E9CCB-93E9-4EBC-8A95-E2D8DC8F21E1}"/>
                  </a:ext>
                </a:extLst>
              </p14:cNvPr>
              <p14:cNvContentPartPr/>
              <p14:nvPr/>
            </p14:nvContentPartPr>
            <p14:xfrm>
              <a:off x="7472709" y="4708345"/>
              <a:ext cx="838080" cy="1364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8D5E9CCB-93E9-4EBC-8A95-E2D8DC8F21E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54709" y="4690705"/>
                <a:ext cx="8737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0DC11A56-F85C-46D5-81CE-073F65D5BE7B}"/>
                  </a:ext>
                </a:extLst>
              </p14:cNvPr>
              <p14:cNvContentPartPr/>
              <p14:nvPr/>
            </p14:nvContentPartPr>
            <p14:xfrm>
              <a:off x="5294709" y="4692505"/>
              <a:ext cx="742320" cy="30852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0DC11A56-F85C-46D5-81CE-073F65D5BE7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77069" y="4674505"/>
                <a:ext cx="7779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90CAFA26-E6BD-4A07-B10D-4502C2EC414D}"/>
                  </a:ext>
                </a:extLst>
              </p14:cNvPr>
              <p14:cNvContentPartPr/>
              <p14:nvPr/>
            </p14:nvContentPartPr>
            <p14:xfrm>
              <a:off x="3637269" y="4583425"/>
              <a:ext cx="709920" cy="4996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90CAFA26-E6BD-4A07-B10D-4502C2EC414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19269" y="4565425"/>
                <a:ext cx="74556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F242144D-2D9D-41A9-AECE-588FECA18261}"/>
                  </a:ext>
                </a:extLst>
              </p14:cNvPr>
              <p14:cNvContentPartPr/>
              <p14:nvPr/>
            </p14:nvContentPartPr>
            <p14:xfrm>
              <a:off x="2906469" y="4767025"/>
              <a:ext cx="592200" cy="3891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F242144D-2D9D-41A9-AECE-588FECA1826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888469" y="4749385"/>
                <a:ext cx="62784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873B7167-DF4F-4776-B30E-5E2C2DA70D6B}"/>
                  </a:ext>
                </a:extLst>
              </p14:cNvPr>
              <p14:cNvContentPartPr/>
              <p14:nvPr/>
            </p14:nvContentPartPr>
            <p14:xfrm>
              <a:off x="2176749" y="4809865"/>
              <a:ext cx="163080" cy="4986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873B7167-DF4F-4776-B30E-5E2C2DA70D6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58749" y="4791865"/>
                <a:ext cx="19872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9F103051-03E4-493B-B9B6-69F0EF5AECAA}"/>
                  </a:ext>
                </a:extLst>
              </p14:cNvPr>
              <p14:cNvContentPartPr/>
              <p14:nvPr/>
            </p14:nvContentPartPr>
            <p14:xfrm>
              <a:off x="529029" y="4750105"/>
              <a:ext cx="1341360" cy="47880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9F103051-03E4-493B-B9B6-69F0EF5AECA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11029" y="4732119"/>
                <a:ext cx="1377000" cy="514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BC501634-A78A-44F1-AFB9-1DEEEFEC8A5E}"/>
                  </a:ext>
                </a:extLst>
              </p14:cNvPr>
              <p14:cNvContentPartPr/>
              <p14:nvPr/>
            </p14:nvContentPartPr>
            <p14:xfrm>
              <a:off x="8790309" y="4674145"/>
              <a:ext cx="510120" cy="11916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BC501634-A78A-44F1-AFB9-1DEEEFEC8A5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772309" y="4656505"/>
                <a:ext cx="54576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58A02472-F60B-4FB1-AA99-CD84414DE31C}"/>
                  </a:ext>
                </a:extLst>
              </p14:cNvPr>
              <p14:cNvContentPartPr/>
              <p14:nvPr/>
            </p14:nvContentPartPr>
            <p14:xfrm>
              <a:off x="9822429" y="4610065"/>
              <a:ext cx="119160" cy="8712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58A02472-F60B-4FB1-AA99-CD84414DE31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804789" y="4592065"/>
                <a:ext cx="1548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3564E5DF-5E15-4549-9A3B-7CC97EDDB2C2}"/>
                  </a:ext>
                </a:extLst>
              </p14:cNvPr>
              <p14:cNvContentPartPr/>
              <p14:nvPr/>
            </p14:nvContentPartPr>
            <p14:xfrm>
              <a:off x="10202589" y="4252945"/>
              <a:ext cx="1468440" cy="4420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3564E5DF-5E15-4549-9A3B-7CC97EDDB2C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84949" y="4234960"/>
                <a:ext cx="1504080" cy="477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5049F4C2-7324-4E1C-B525-26A59E595BC2}"/>
                  </a:ext>
                </a:extLst>
              </p14:cNvPr>
              <p14:cNvContentPartPr/>
              <p14:nvPr/>
            </p14:nvContentPartPr>
            <p14:xfrm>
              <a:off x="5852709" y="5640025"/>
              <a:ext cx="71640" cy="2127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5049F4C2-7324-4E1C-B525-26A59E595BC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834709" y="5622385"/>
                <a:ext cx="1072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DFD79C0D-DCD4-4701-A051-100340923E83}"/>
                  </a:ext>
                </a:extLst>
              </p14:cNvPr>
              <p14:cNvContentPartPr/>
              <p14:nvPr/>
            </p14:nvContentPartPr>
            <p14:xfrm>
              <a:off x="8503749" y="5182825"/>
              <a:ext cx="2049840" cy="43056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DFD79C0D-DCD4-4701-A051-100340923E8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85749" y="5165170"/>
                <a:ext cx="2085480" cy="4662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9DF6F00A-DA41-4AFF-A5CE-351CA2AE29D4}"/>
                  </a:ext>
                </a:extLst>
              </p14:cNvPr>
              <p14:cNvContentPartPr/>
              <p14:nvPr/>
            </p14:nvContentPartPr>
            <p14:xfrm>
              <a:off x="6248349" y="5259865"/>
              <a:ext cx="1717200" cy="41112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9DF6F00A-DA41-4AFF-A5CE-351CA2AE29D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230349" y="5242225"/>
                <a:ext cx="175284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51C8F94C-0BA3-4796-841A-54968560C0E9}"/>
                  </a:ext>
                </a:extLst>
              </p14:cNvPr>
              <p14:cNvContentPartPr/>
              <p14:nvPr/>
            </p14:nvContentPartPr>
            <p14:xfrm>
              <a:off x="3021309" y="5294785"/>
              <a:ext cx="2572560" cy="7437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51C8F94C-0BA3-4796-841A-54968560C0E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003669" y="5277145"/>
                <a:ext cx="2608200" cy="77940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Dreptunghi 58">
            <a:extLst>
              <a:ext uri="{FF2B5EF4-FFF2-40B4-BE49-F238E27FC236}">
                <a16:creationId xmlns:a16="http://schemas.microsoft.com/office/drawing/2014/main" id="{C4E6A559-EF51-4D0F-8335-EED13505F4B8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1366897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8ABD57CB-14D8-42BE-9C86-EA164427580C}"/>
                  </a:ext>
                </a:extLst>
              </p14:cNvPr>
              <p14:cNvContentPartPr/>
              <p14:nvPr/>
            </p14:nvContentPartPr>
            <p14:xfrm>
              <a:off x="724869" y="230665"/>
              <a:ext cx="4182840" cy="59425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8ABD57CB-14D8-42BE-9C86-EA16442758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229" y="212665"/>
                <a:ext cx="4218480" cy="59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FE95EC1B-FAFC-430C-846A-B0EFA585C7E7}"/>
                  </a:ext>
                </a:extLst>
              </p14:cNvPr>
              <p14:cNvContentPartPr/>
              <p14:nvPr/>
            </p14:nvContentPartPr>
            <p14:xfrm>
              <a:off x="5033709" y="346585"/>
              <a:ext cx="197280" cy="4665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FE95EC1B-FAFC-430C-846A-B0EFA585C7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16069" y="328585"/>
                <a:ext cx="23292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88B02983-6FB1-4C0D-8C92-EC79A728CE65}"/>
                  </a:ext>
                </a:extLst>
              </p14:cNvPr>
              <p14:cNvContentPartPr/>
              <p14:nvPr/>
            </p14:nvContentPartPr>
            <p14:xfrm>
              <a:off x="5653629" y="201865"/>
              <a:ext cx="3423240" cy="644400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88B02983-6FB1-4C0D-8C92-EC79A728CE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35989" y="183865"/>
                <a:ext cx="3458880" cy="64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2C8992C2-E1E7-470F-A677-44E0A7DEBA2C}"/>
                  </a:ext>
                </a:extLst>
              </p14:cNvPr>
              <p14:cNvContentPartPr/>
              <p14:nvPr/>
            </p14:nvContentPartPr>
            <p14:xfrm>
              <a:off x="9720909" y="264505"/>
              <a:ext cx="127800" cy="19152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2C8992C2-E1E7-470F-A677-44E0A7DEBA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03269" y="246505"/>
                <a:ext cx="1634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643634A4-540A-45F5-938B-A2AEA8BCEF9A}"/>
                  </a:ext>
                </a:extLst>
              </p14:cNvPr>
              <p14:cNvContentPartPr/>
              <p14:nvPr/>
            </p14:nvContentPartPr>
            <p14:xfrm>
              <a:off x="10598229" y="227065"/>
              <a:ext cx="140400" cy="2408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643634A4-540A-45F5-938B-A2AEA8BCEF9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80589" y="209065"/>
                <a:ext cx="1760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333E8747-4E41-40B7-A36F-38D75FA53EDA}"/>
                  </a:ext>
                </a:extLst>
              </p14:cNvPr>
              <p14:cNvContentPartPr/>
              <p14:nvPr/>
            </p14:nvContentPartPr>
            <p14:xfrm>
              <a:off x="10939149" y="273865"/>
              <a:ext cx="33120" cy="439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333E8747-4E41-40B7-A36F-38D75FA53E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21509" y="255865"/>
                <a:ext cx="687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A3A77C10-4CAF-4727-B1E0-A975E4BD3757}"/>
                  </a:ext>
                </a:extLst>
              </p14:cNvPr>
              <p14:cNvContentPartPr/>
              <p14:nvPr/>
            </p14:nvContentPartPr>
            <p14:xfrm>
              <a:off x="10926549" y="410305"/>
              <a:ext cx="41400" cy="568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A3A77C10-4CAF-4727-B1E0-A975E4BD37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08909" y="392665"/>
                <a:ext cx="770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9F6DA11F-1C3A-489D-8108-C49C78856FDB}"/>
                  </a:ext>
                </a:extLst>
              </p14:cNvPr>
              <p14:cNvContentPartPr/>
              <p14:nvPr/>
            </p14:nvContentPartPr>
            <p14:xfrm>
              <a:off x="11169909" y="242905"/>
              <a:ext cx="133560" cy="2649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9F6DA11F-1C3A-489D-8108-C49C78856FD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52269" y="225265"/>
                <a:ext cx="1692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DEF3BF82-9D49-4C91-9204-4366FAC2BFF8}"/>
                  </a:ext>
                </a:extLst>
              </p14:cNvPr>
              <p14:cNvContentPartPr/>
              <p14:nvPr/>
            </p14:nvContentPartPr>
            <p14:xfrm>
              <a:off x="11469069" y="488785"/>
              <a:ext cx="6480" cy="684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DEF3BF82-9D49-4C91-9204-4366FAC2BFF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451069" y="470785"/>
                <a:ext cx="421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55281F22-A0BD-4CEF-8BBB-ED2554F73C91}"/>
                  </a:ext>
                </a:extLst>
              </p14:cNvPr>
              <p14:cNvContentPartPr/>
              <p14:nvPr/>
            </p14:nvContentPartPr>
            <p14:xfrm>
              <a:off x="9948069" y="249745"/>
              <a:ext cx="389160" cy="2156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55281F22-A0BD-4CEF-8BBB-ED2554F73C9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30429" y="232105"/>
                <a:ext cx="42480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B5489387-09AA-4994-901B-CD043081B4E7}"/>
                  </a:ext>
                </a:extLst>
              </p14:cNvPr>
              <p14:cNvContentPartPr/>
              <p14:nvPr/>
            </p14:nvContentPartPr>
            <p14:xfrm>
              <a:off x="9388989" y="1080625"/>
              <a:ext cx="2788560" cy="563724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B5489387-09AA-4994-901B-CD043081B4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71347" y="1062625"/>
                <a:ext cx="2824205" cy="56728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Dreptunghi 12">
            <a:extLst>
              <a:ext uri="{FF2B5EF4-FFF2-40B4-BE49-F238E27FC236}">
                <a16:creationId xmlns:a16="http://schemas.microsoft.com/office/drawing/2014/main" id="{AAED4E29-370D-46A7-9BFF-63B6A28F7D61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110125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866857-1AD3-4806-9E1E-57BD6CDB1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960147"/>
            <a:ext cx="10058290" cy="4934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12F8414B-6EBA-47B5-8B61-5F3C86B189EE}"/>
                  </a:ext>
                </a:extLst>
              </p14:cNvPr>
              <p14:cNvContentPartPr/>
              <p14:nvPr/>
            </p14:nvContentPartPr>
            <p14:xfrm>
              <a:off x="977589" y="384745"/>
              <a:ext cx="4320" cy="219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12F8414B-6EBA-47B5-8B61-5F3C86B189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9589" y="367105"/>
                <a:ext cx="399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06B53543-643B-4320-8389-C45B3C7DDDEA}"/>
                  </a:ext>
                </a:extLst>
              </p14:cNvPr>
              <p14:cNvContentPartPr/>
              <p14:nvPr/>
            </p14:nvContentPartPr>
            <p14:xfrm>
              <a:off x="1033389" y="543505"/>
              <a:ext cx="1440" cy="2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06B53543-643B-4320-8389-C45B3C7DDD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5389" y="525505"/>
                <a:ext cx="370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E8678D3-0D56-433F-8252-DA3F1EDFFF76}"/>
                  </a:ext>
                </a:extLst>
              </p14:cNvPr>
              <p14:cNvContentPartPr/>
              <p14:nvPr/>
            </p14:nvContentPartPr>
            <p14:xfrm>
              <a:off x="1803069" y="210865"/>
              <a:ext cx="145440" cy="2638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E8678D3-0D56-433F-8252-DA3F1EDFFF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85069" y="193225"/>
                <a:ext cx="181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82D8F343-F935-4CC4-9BE7-C4CEDE0C5A00}"/>
                  </a:ext>
                </a:extLst>
              </p14:cNvPr>
              <p14:cNvContentPartPr/>
              <p14:nvPr/>
            </p14:nvContentPartPr>
            <p14:xfrm>
              <a:off x="2996469" y="217705"/>
              <a:ext cx="78480" cy="615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82D8F343-F935-4CC4-9BE7-C4CEDE0C5A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78829" y="200065"/>
                <a:ext cx="1141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4F68FE2B-699F-45C0-AB9E-B96294BFFF71}"/>
                  </a:ext>
                </a:extLst>
              </p14:cNvPr>
              <p14:cNvContentPartPr/>
              <p14:nvPr/>
            </p14:nvContentPartPr>
            <p14:xfrm>
              <a:off x="3021669" y="405625"/>
              <a:ext cx="82080" cy="705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4F68FE2B-699F-45C0-AB9E-B96294BFFF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3669" y="387625"/>
                <a:ext cx="1177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306E7A89-9223-4888-9EC3-0A9F9D5DE3EE}"/>
                  </a:ext>
                </a:extLst>
              </p14:cNvPr>
              <p14:cNvContentPartPr/>
              <p14:nvPr/>
            </p14:nvContentPartPr>
            <p14:xfrm>
              <a:off x="3301029" y="171625"/>
              <a:ext cx="233640" cy="3535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306E7A89-9223-4888-9EC3-0A9F9D5DE3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83389" y="153985"/>
                <a:ext cx="26928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B7A2734-03C3-4F46-BB77-C7C7D0CA0AF8}"/>
                  </a:ext>
                </a:extLst>
              </p14:cNvPr>
              <p14:cNvContentPartPr/>
              <p14:nvPr/>
            </p14:nvContentPartPr>
            <p14:xfrm>
              <a:off x="3697029" y="449185"/>
              <a:ext cx="23400" cy="7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B7A2734-03C3-4F46-BB77-C7C7D0CA0AF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79029" y="431185"/>
                <a:ext cx="590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3CFFE172-2470-46F8-9945-ABA22CAD3B6C}"/>
                  </a:ext>
                </a:extLst>
              </p14:cNvPr>
              <p14:cNvContentPartPr/>
              <p14:nvPr/>
            </p14:nvContentPartPr>
            <p14:xfrm>
              <a:off x="2715309" y="192505"/>
              <a:ext cx="154080" cy="398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3CFFE172-2470-46F8-9945-ABA22CAD3B6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697309" y="174521"/>
                <a:ext cx="189720" cy="433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6C7EFD9C-F36C-4694-8834-3160AFA3B6BC}"/>
                  </a:ext>
                </a:extLst>
              </p14:cNvPr>
              <p14:cNvContentPartPr/>
              <p14:nvPr/>
            </p14:nvContentPartPr>
            <p14:xfrm>
              <a:off x="2032389" y="230665"/>
              <a:ext cx="438840" cy="2800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6C7EFD9C-F36C-4694-8834-3160AFA3B6B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14749" y="212665"/>
                <a:ext cx="4744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7C55869-4957-41BF-AD84-651296B1EE2D}"/>
                  </a:ext>
                </a:extLst>
              </p14:cNvPr>
              <p14:cNvContentPartPr/>
              <p14:nvPr/>
            </p14:nvContentPartPr>
            <p14:xfrm>
              <a:off x="533709" y="201145"/>
              <a:ext cx="353160" cy="3520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7C55869-4957-41BF-AD84-651296B1EE2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16069" y="183145"/>
                <a:ext cx="3888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8AC0E8E-32C6-4991-AC74-D72878C25DE8}"/>
                  </a:ext>
                </a:extLst>
              </p14:cNvPr>
              <p14:cNvContentPartPr/>
              <p14:nvPr/>
            </p14:nvContentPartPr>
            <p14:xfrm>
              <a:off x="2141469" y="6027025"/>
              <a:ext cx="289440" cy="277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8AC0E8E-32C6-4991-AC74-D72878C25DE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23469" y="6009025"/>
                <a:ext cx="3250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3A73DBB3-2792-497D-9C1D-9E465FBD127E}"/>
                  </a:ext>
                </a:extLst>
              </p14:cNvPr>
              <p14:cNvContentPartPr/>
              <p14:nvPr/>
            </p14:nvContentPartPr>
            <p14:xfrm>
              <a:off x="5457429" y="6050425"/>
              <a:ext cx="394920" cy="2635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3A73DBB3-2792-497D-9C1D-9E465FBD127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39429" y="6032785"/>
                <a:ext cx="4305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FBA59B0C-B35E-4B18-B4C8-612DF85C416A}"/>
                  </a:ext>
                </a:extLst>
              </p14:cNvPr>
              <p14:cNvContentPartPr/>
              <p14:nvPr/>
            </p14:nvContentPartPr>
            <p14:xfrm>
              <a:off x="4354389" y="6136105"/>
              <a:ext cx="888480" cy="2246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FBA59B0C-B35E-4B18-B4C8-612DF85C416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336742" y="6118105"/>
                <a:ext cx="924134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01615271-C725-4234-BD4B-8AC1F30FF4EA}"/>
                  </a:ext>
                </a:extLst>
              </p14:cNvPr>
              <p14:cNvContentPartPr/>
              <p14:nvPr/>
            </p14:nvContentPartPr>
            <p14:xfrm>
              <a:off x="3618549" y="6212785"/>
              <a:ext cx="393840" cy="1954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01615271-C725-4234-BD4B-8AC1F30FF4E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600909" y="6194785"/>
                <a:ext cx="4294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C8E4A6E4-7702-4C16-A366-690BAE7689E5}"/>
                  </a:ext>
                </a:extLst>
              </p14:cNvPr>
              <p14:cNvContentPartPr/>
              <p14:nvPr/>
            </p14:nvContentPartPr>
            <p14:xfrm>
              <a:off x="2560149" y="6256705"/>
              <a:ext cx="465840" cy="1378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C8E4A6E4-7702-4C16-A366-690BAE7689E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542149" y="6238705"/>
                <a:ext cx="5014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B3F3998-BB0D-4CE2-9CE2-D88987D2EBD4}"/>
                  </a:ext>
                </a:extLst>
              </p14:cNvPr>
              <p14:cNvContentPartPr/>
              <p14:nvPr/>
            </p14:nvContentPartPr>
            <p14:xfrm>
              <a:off x="2194029" y="6146905"/>
              <a:ext cx="192240" cy="2566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B3F3998-BB0D-4CE2-9CE2-D88987D2EBD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176389" y="6129265"/>
                <a:ext cx="2278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DF3630E-3F9D-4709-8F8D-C51FCD9E1E99}"/>
                  </a:ext>
                </a:extLst>
              </p14:cNvPr>
              <p14:cNvContentPartPr/>
              <p14:nvPr/>
            </p14:nvContentPartPr>
            <p14:xfrm>
              <a:off x="822429" y="6048985"/>
              <a:ext cx="946080" cy="3690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DF3630E-3F9D-4709-8F8D-C51FCD9E1E9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4782" y="6031328"/>
                <a:ext cx="981734" cy="404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27" name="Cerneală 1026">
                <a:extLst>
                  <a:ext uri="{FF2B5EF4-FFF2-40B4-BE49-F238E27FC236}">
                    <a16:creationId xmlns:a16="http://schemas.microsoft.com/office/drawing/2014/main" id="{9863BE15-DC50-4791-98ED-27AA762F546E}"/>
                  </a:ext>
                </a:extLst>
              </p14:cNvPr>
              <p14:cNvContentPartPr/>
              <p14:nvPr/>
            </p14:nvContentPartPr>
            <p14:xfrm>
              <a:off x="2052909" y="6510505"/>
              <a:ext cx="159120" cy="15480"/>
            </p14:xfrm>
          </p:contentPart>
        </mc:Choice>
        <mc:Fallback xmlns="">
          <p:pic>
            <p:nvPicPr>
              <p:cNvPr id="1027" name="Cerneală 1026">
                <a:extLst>
                  <a:ext uri="{FF2B5EF4-FFF2-40B4-BE49-F238E27FC236}">
                    <a16:creationId xmlns:a16="http://schemas.microsoft.com/office/drawing/2014/main" id="{9863BE15-DC50-4791-98ED-27AA762F546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35269" y="6492865"/>
                <a:ext cx="1947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28" name="Cerneală 1027">
                <a:extLst>
                  <a:ext uri="{FF2B5EF4-FFF2-40B4-BE49-F238E27FC236}">
                    <a16:creationId xmlns:a16="http://schemas.microsoft.com/office/drawing/2014/main" id="{ECAA6978-F08A-4783-8562-356B264D9CE0}"/>
                  </a:ext>
                </a:extLst>
              </p14:cNvPr>
              <p14:cNvContentPartPr/>
              <p14:nvPr/>
            </p14:nvContentPartPr>
            <p14:xfrm>
              <a:off x="2497509" y="6607705"/>
              <a:ext cx="141480" cy="7200"/>
            </p14:xfrm>
          </p:contentPart>
        </mc:Choice>
        <mc:Fallback xmlns="">
          <p:pic>
            <p:nvPicPr>
              <p:cNvPr id="1028" name="Cerneală 1027">
                <a:extLst>
                  <a:ext uri="{FF2B5EF4-FFF2-40B4-BE49-F238E27FC236}">
                    <a16:creationId xmlns:a16="http://schemas.microsoft.com/office/drawing/2014/main" id="{ECAA6978-F08A-4783-8562-356B264D9CE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79509" y="6589705"/>
                <a:ext cx="1771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29" name="Cerneală 1028">
                <a:extLst>
                  <a:ext uri="{FF2B5EF4-FFF2-40B4-BE49-F238E27FC236}">
                    <a16:creationId xmlns:a16="http://schemas.microsoft.com/office/drawing/2014/main" id="{7CB52946-3432-4970-97FA-3ED43A84793A}"/>
                  </a:ext>
                </a:extLst>
              </p14:cNvPr>
              <p14:cNvContentPartPr/>
              <p14:nvPr/>
            </p14:nvContentPartPr>
            <p14:xfrm>
              <a:off x="2492829" y="6671065"/>
              <a:ext cx="156960" cy="14040"/>
            </p14:xfrm>
          </p:contentPart>
        </mc:Choice>
        <mc:Fallback xmlns="">
          <p:pic>
            <p:nvPicPr>
              <p:cNvPr id="1029" name="Cerneală 1028">
                <a:extLst>
                  <a:ext uri="{FF2B5EF4-FFF2-40B4-BE49-F238E27FC236}">
                    <a16:creationId xmlns:a16="http://schemas.microsoft.com/office/drawing/2014/main" id="{7CB52946-3432-4970-97FA-3ED43A84793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74829" y="6653065"/>
                <a:ext cx="1926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8" name="Cerneală 1057">
                <a:extLst>
                  <a:ext uri="{FF2B5EF4-FFF2-40B4-BE49-F238E27FC236}">
                    <a16:creationId xmlns:a16="http://schemas.microsoft.com/office/drawing/2014/main" id="{25BC8FA1-3CAD-4D5D-B258-E426CE38FD53}"/>
                  </a:ext>
                </a:extLst>
              </p14:cNvPr>
              <p14:cNvContentPartPr/>
              <p14:nvPr/>
            </p14:nvContentPartPr>
            <p14:xfrm>
              <a:off x="10722429" y="6322945"/>
              <a:ext cx="1324800" cy="249480"/>
            </p14:xfrm>
          </p:contentPart>
        </mc:Choice>
        <mc:Fallback xmlns="">
          <p:pic>
            <p:nvPicPr>
              <p:cNvPr id="1058" name="Cerneală 1057">
                <a:extLst>
                  <a:ext uri="{FF2B5EF4-FFF2-40B4-BE49-F238E27FC236}">
                    <a16:creationId xmlns:a16="http://schemas.microsoft.com/office/drawing/2014/main" id="{25BC8FA1-3CAD-4D5D-B258-E426CE38FD5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704789" y="6305305"/>
                <a:ext cx="13604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9" name="Cerneală 1058">
                <a:extLst>
                  <a:ext uri="{FF2B5EF4-FFF2-40B4-BE49-F238E27FC236}">
                    <a16:creationId xmlns:a16="http://schemas.microsoft.com/office/drawing/2014/main" id="{BDADE2FD-445C-4036-A34E-3F270492F7B3}"/>
                  </a:ext>
                </a:extLst>
              </p14:cNvPr>
              <p14:cNvContentPartPr/>
              <p14:nvPr/>
            </p14:nvContentPartPr>
            <p14:xfrm>
              <a:off x="6222069" y="5973385"/>
              <a:ext cx="4250880" cy="725760"/>
            </p14:xfrm>
          </p:contentPart>
        </mc:Choice>
        <mc:Fallback xmlns="">
          <p:pic>
            <p:nvPicPr>
              <p:cNvPr id="1059" name="Cerneală 1058">
                <a:extLst>
                  <a:ext uri="{FF2B5EF4-FFF2-40B4-BE49-F238E27FC236}">
                    <a16:creationId xmlns:a16="http://schemas.microsoft.com/office/drawing/2014/main" id="{BDADE2FD-445C-4036-A34E-3F270492F7B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204429" y="5955385"/>
                <a:ext cx="428652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60" name="Cerneală 1059">
                <a:extLst>
                  <a:ext uri="{FF2B5EF4-FFF2-40B4-BE49-F238E27FC236}">
                    <a16:creationId xmlns:a16="http://schemas.microsoft.com/office/drawing/2014/main" id="{A4C6F5FB-BEF4-4B93-A6BF-0E4B4DD0E6E5}"/>
                  </a:ext>
                </a:extLst>
              </p14:cNvPr>
              <p14:cNvContentPartPr/>
              <p14:nvPr/>
            </p14:nvContentPartPr>
            <p14:xfrm>
              <a:off x="4557429" y="6540385"/>
              <a:ext cx="1295280" cy="207360"/>
            </p14:xfrm>
          </p:contentPart>
        </mc:Choice>
        <mc:Fallback xmlns="">
          <p:pic>
            <p:nvPicPr>
              <p:cNvPr id="1060" name="Cerneală 1059">
                <a:extLst>
                  <a:ext uri="{FF2B5EF4-FFF2-40B4-BE49-F238E27FC236}">
                    <a16:creationId xmlns:a16="http://schemas.microsoft.com/office/drawing/2014/main" id="{A4C6F5FB-BEF4-4B93-A6BF-0E4B4DD0E6E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539429" y="6522385"/>
                <a:ext cx="13309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61" name="Cerneală 1060">
                <a:extLst>
                  <a:ext uri="{FF2B5EF4-FFF2-40B4-BE49-F238E27FC236}">
                    <a16:creationId xmlns:a16="http://schemas.microsoft.com/office/drawing/2014/main" id="{222405A2-4BA8-4AE7-B368-F706D7BD5344}"/>
                  </a:ext>
                </a:extLst>
              </p14:cNvPr>
              <p14:cNvContentPartPr/>
              <p14:nvPr/>
            </p14:nvContentPartPr>
            <p14:xfrm>
              <a:off x="3849669" y="6654505"/>
              <a:ext cx="316080" cy="139320"/>
            </p14:xfrm>
          </p:contentPart>
        </mc:Choice>
        <mc:Fallback xmlns="">
          <p:pic>
            <p:nvPicPr>
              <p:cNvPr id="1061" name="Cerneală 1060">
                <a:extLst>
                  <a:ext uri="{FF2B5EF4-FFF2-40B4-BE49-F238E27FC236}">
                    <a16:creationId xmlns:a16="http://schemas.microsoft.com/office/drawing/2014/main" id="{222405A2-4BA8-4AE7-B368-F706D7BD534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832029" y="6636865"/>
                <a:ext cx="3517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62" name="Cerneală 1061">
                <a:extLst>
                  <a:ext uri="{FF2B5EF4-FFF2-40B4-BE49-F238E27FC236}">
                    <a16:creationId xmlns:a16="http://schemas.microsoft.com/office/drawing/2014/main" id="{2C852D0F-6E93-4D0B-988D-0C2A4DB27085}"/>
                  </a:ext>
                </a:extLst>
              </p14:cNvPr>
              <p14:cNvContentPartPr/>
              <p14:nvPr/>
            </p14:nvContentPartPr>
            <p14:xfrm>
              <a:off x="2829789" y="6556945"/>
              <a:ext cx="296280" cy="199080"/>
            </p14:xfrm>
          </p:contentPart>
        </mc:Choice>
        <mc:Fallback xmlns="">
          <p:pic>
            <p:nvPicPr>
              <p:cNvPr id="1062" name="Cerneală 1061">
                <a:extLst>
                  <a:ext uri="{FF2B5EF4-FFF2-40B4-BE49-F238E27FC236}">
                    <a16:creationId xmlns:a16="http://schemas.microsoft.com/office/drawing/2014/main" id="{2C852D0F-6E93-4D0B-988D-0C2A4DB2708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811789" y="6539305"/>
                <a:ext cx="3319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63" name="Cerneală 1062">
                <a:extLst>
                  <a:ext uri="{FF2B5EF4-FFF2-40B4-BE49-F238E27FC236}">
                    <a16:creationId xmlns:a16="http://schemas.microsoft.com/office/drawing/2014/main" id="{B8B1C8AA-A393-4305-BC14-2715276F13EF}"/>
                  </a:ext>
                </a:extLst>
              </p14:cNvPr>
              <p14:cNvContentPartPr/>
              <p14:nvPr/>
            </p14:nvContentPartPr>
            <p14:xfrm>
              <a:off x="2097909" y="6572425"/>
              <a:ext cx="228960" cy="147240"/>
            </p14:xfrm>
          </p:contentPart>
        </mc:Choice>
        <mc:Fallback xmlns="">
          <p:pic>
            <p:nvPicPr>
              <p:cNvPr id="1063" name="Cerneală 1062">
                <a:extLst>
                  <a:ext uri="{FF2B5EF4-FFF2-40B4-BE49-F238E27FC236}">
                    <a16:creationId xmlns:a16="http://schemas.microsoft.com/office/drawing/2014/main" id="{B8B1C8AA-A393-4305-BC14-2715276F13E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080269" y="6554742"/>
                <a:ext cx="264600" cy="182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65" name="Cerneală 1064">
                <a:extLst>
                  <a:ext uri="{FF2B5EF4-FFF2-40B4-BE49-F238E27FC236}">
                    <a16:creationId xmlns:a16="http://schemas.microsoft.com/office/drawing/2014/main" id="{18836C6F-9C99-44AE-9BCA-0FFE9EBFEA6B}"/>
                  </a:ext>
                </a:extLst>
              </p14:cNvPr>
              <p14:cNvContentPartPr/>
              <p14:nvPr/>
            </p14:nvContentPartPr>
            <p14:xfrm>
              <a:off x="1134189" y="5394505"/>
              <a:ext cx="2157480" cy="400320"/>
            </p14:xfrm>
          </p:contentPart>
        </mc:Choice>
        <mc:Fallback xmlns="">
          <p:pic>
            <p:nvPicPr>
              <p:cNvPr id="1065" name="Cerneală 1064">
                <a:extLst>
                  <a:ext uri="{FF2B5EF4-FFF2-40B4-BE49-F238E27FC236}">
                    <a16:creationId xmlns:a16="http://schemas.microsoft.com/office/drawing/2014/main" id="{18836C6F-9C99-44AE-9BCA-0FFE9EBFEA6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16189" y="5376865"/>
                <a:ext cx="219312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100" name="Cerneală 1099">
                <a:extLst>
                  <a:ext uri="{FF2B5EF4-FFF2-40B4-BE49-F238E27FC236}">
                    <a16:creationId xmlns:a16="http://schemas.microsoft.com/office/drawing/2014/main" id="{9DA63006-5B6A-4892-A288-59263C7D1FB8}"/>
                  </a:ext>
                </a:extLst>
              </p14:cNvPr>
              <p14:cNvContentPartPr/>
              <p14:nvPr/>
            </p14:nvContentPartPr>
            <p14:xfrm>
              <a:off x="1488429" y="1255585"/>
              <a:ext cx="1919520" cy="2331000"/>
            </p14:xfrm>
          </p:contentPart>
        </mc:Choice>
        <mc:Fallback xmlns="">
          <p:pic>
            <p:nvPicPr>
              <p:cNvPr id="1100" name="Cerneală 1099">
                <a:extLst>
                  <a:ext uri="{FF2B5EF4-FFF2-40B4-BE49-F238E27FC236}">
                    <a16:creationId xmlns:a16="http://schemas.microsoft.com/office/drawing/2014/main" id="{9DA63006-5B6A-4892-A288-59263C7D1FB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470429" y="1237942"/>
                <a:ext cx="1955160" cy="2366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07" name="Cerneală 1106">
                <a:extLst>
                  <a:ext uri="{FF2B5EF4-FFF2-40B4-BE49-F238E27FC236}">
                    <a16:creationId xmlns:a16="http://schemas.microsoft.com/office/drawing/2014/main" id="{5DD31C2F-32AF-4295-A127-B3C5C5EAF7C1}"/>
                  </a:ext>
                </a:extLst>
              </p14:cNvPr>
              <p14:cNvContentPartPr/>
              <p14:nvPr/>
            </p14:nvContentPartPr>
            <p14:xfrm>
              <a:off x="3655989" y="1371865"/>
              <a:ext cx="7193160" cy="4355640"/>
            </p14:xfrm>
          </p:contentPart>
        </mc:Choice>
        <mc:Fallback xmlns="">
          <p:pic>
            <p:nvPicPr>
              <p:cNvPr id="1107" name="Cerneală 1106">
                <a:extLst>
                  <a:ext uri="{FF2B5EF4-FFF2-40B4-BE49-F238E27FC236}">
                    <a16:creationId xmlns:a16="http://schemas.microsoft.com/office/drawing/2014/main" id="{5DD31C2F-32AF-4295-A127-B3C5C5EAF7C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37989" y="1354225"/>
                <a:ext cx="7228800" cy="439128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reptunghi 31">
            <a:extLst>
              <a:ext uri="{FF2B5EF4-FFF2-40B4-BE49-F238E27FC236}">
                <a16:creationId xmlns:a16="http://schemas.microsoft.com/office/drawing/2014/main" id="{9C269F18-062E-4574-8FEB-CD185081E517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5B112744-49DA-4EF7-99D8-8E6063F54883}"/>
                  </a:ext>
                </a:extLst>
              </p14:cNvPr>
              <p14:cNvContentPartPr/>
              <p14:nvPr/>
            </p14:nvContentPartPr>
            <p14:xfrm>
              <a:off x="918189" y="4244665"/>
              <a:ext cx="20520" cy="1130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5B112744-49DA-4EF7-99D8-8E6063F5488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00189" y="4226665"/>
                <a:ext cx="56160" cy="14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347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866857-1AD3-4806-9E1E-57BD6CDB1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411513"/>
            <a:ext cx="9875412" cy="484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41BDD22A-BB70-4721-B3E7-F9ABB93BE324}"/>
                  </a:ext>
                </a:extLst>
              </p14:cNvPr>
              <p14:cNvContentPartPr/>
              <p14:nvPr/>
            </p14:nvContentPartPr>
            <p14:xfrm>
              <a:off x="488349" y="5806705"/>
              <a:ext cx="565200" cy="291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41BDD22A-BB70-4721-B3E7-F9ABB93BE3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709" y="5789065"/>
                <a:ext cx="6008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213E2B46-15BE-4628-B14A-D6D8548DAFCE}"/>
                  </a:ext>
                </a:extLst>
              </p14:cNvPr>
              <p14:cNvContentPartPr/>
              <p14:nvPr/>
            </p14:nvContentPartPr>
            <p14:xfrm>
              <a:off x="1170909" y="5582425"/>
              <a:ext cx="18360" cy="381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213E2B46-15BE-4628-B14A-D6D8548DAF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909" y="5564425"/>
                <a:ext cx="540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5232D6C-B7C5-448E-A784-1DE4053CC345}"/>
                  </a:ext>
                </a:extLst>
              </p14:cNvPr>
              <p14:cNvContentPartPr/>
              <p14:nvPr/>
            </p14:nvContentPartPr>
            <p14:xfrm>
              <a:off x="1161189" y="5712025"/>
              <a:ext cx="37440" cy="309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5232D6C-B7C5-448E-A784-1DE4053CC3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3189" y="5694385"/>
                <a:ext cx="730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9E3F73B-70F7-4072-8F85-AD43E991E423}"/>
                  </a:ext>
                </a:extLst>
              </p14:cNvPr>
              <p14:cNvContentPartPr/>
              <p14:nvPr/>
            </p14:nvContentPartPr>
            <p14:xfrm>
              <a:off x="4951989" y="5367505"/>
              <a:ext cx="557280" cy="3114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9E3F73B-70F7-4072-8F85-AD43E991E42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33989" y="5349505"/>
                <a:ext cx="59292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FAC9301-4822-4D3F-B8BA-7DBEFFA267F1}"/>
                  </a:ext>
                </a:extLst>
              </p14:cNvPr>
              <p14:cNvContentPartPr/>
              <p14:nvPr/>
            </p14:nvContentPartPr>
            <p14:xfrm>
              <a:off x="3026709" y="5369305"/>
              <a:ext cx="1544760" cy="3243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FAC9301-4822-4D3F-B8BA-7DBEFFA267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9069" y="5351665"/>
                <a:ext cx="15804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A62730C8-5120-43DB-A739-3CC6E643B4D2}"/>
                  </a:ext>
                </a:extLst>
              </p14:cNvPr>
              <p14:cNvContentPartPr/>
              <p14:nvPr/>
            </p14:nvContentPartPr>
            <p14:xfrm>
              <a:off x="1538109" y="5362105"/>
              <a:ext cx="1257480" cy="3470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A62730C8-5120-43DB-A739-3CC6E643B4D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20109" y="5344465"/>
                <a:ext cx="129312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F517E8E-E70A-4AF4-8876-2894A84D7440}"/>
                  </a:ext>
                </a:extLst>
              </p14:cNvPr>
              <p14:cNvContentPartPr/>
              <p14:nvPr/>
            </p14:nvContentPartPr>
            <p14:xfrm>
              <a:off x="446949" y="5442025"/>
              <a:ext cx="529560" cy="3013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F517E8E-E70A-4AF4-8876-2894A84D744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9309" y="5424364"/>
                <a:ext cx="565200" cy="337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83CDE3E-801E-459E-9FC3-0C609DF8048F}"/>
                  </a:ext>
                </a:extLst>
              </p14:cNvPr>
              <p14:cNvContentPartPr/>
              <p14:nvPr/>
            </p14:nvContentPartPr>
            <p14:xfrm>
              <a:off x="5962509" y="5344465"/>
              <a:ext cx="1844280" cy="358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83CDE3E-801E-459E-9FC3-0C609DF8048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44869" y="5326807"/>
                <a:ext cx="1879920" cy="394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0A00A989-C665-4F80-9A24-EEBCC5168CA6}"/>
                  </a:ext>
                </a:extLst>
              </p14:cNvPr>
              <p14:cNvContentPartPr/>
              <p14:nvPr/>
            </p14:nvContentPartPr>
            <p14:xfrm>
              <a:off x="10762749" y="5194345"/>
              <a:ext cx="1236600" cy="4532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0A00A989-C665-4F80-9A24-EEBCC5168CA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745104" y="5176345"/>
                <a:ext cx="127225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F2021677-8BD7-4577-98F2-4AC5F3A1C7F7}"/>
                  </a:ext>
                </a:extLst>
              </p14:cNvPr>
              <p14:cNvContentPartPr/>
              <p14:nvPr/>
            </p14:nvContentPartPr>
            <p14:xfrm>
              <a:off x="8290629" y="5332225"/>
              <a:ext cx="2228400" cy="3564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F2021677-8BD7-4577-98F2-4AC5F3A1C7F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72626" y="5314585"/>
                <a:ext cx="2264046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70" name="Cerneală 1069">
                <a:extLst>
                  <a:ext uri="{FF2B5EF4-FFF2-40B4-BE49-F238E27FC236}">
                    <a16:creationId xmlns:a16="http://schemas.microsoft.com/office/drawing/2014/main" id="{40684E17-24F2-43ED-AE18-0E4E41C05F20}"/>
                  </a:ext>
                </a:extLst>
              </p14:cNvPr>
              <p14:cNvContentPartPr/>
              <p14:nvPr/>
            </p14:nvContentPartPr>
            <p14:xfrm>
              <a:off x="11429829" y="6223585"/>
              <a:ext cx="457920" cy="306720"/>
            </p14:xfrm>
          </p:contentPart>
        </mc:Choice>
        <mc:Fallback xmlns="">
          <p:pic>
            <p:nvPicPr>
              <p:cNvPr id="1070" name="Cerneală 1069">
                <a:extLst>
                  <a:ext uri="{FF2B5EF4-FFF2-40B4-BE49-F238E27FC236}">
                    <a16:creationId xmlns:a16="http://schemas.microsoft.com/office/drawing/2014/main" id="{40684E17-24F2-43ED-AE18-0E4E41C05F2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411829" y="6205606"/>
                <a:ext cx="493560" cy="3423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71" name="Cerneală 1070">
                <a:extLst>
                  <a:ext uri="{FF2B5EF4-FFF2-40B4-BE49-F238E27FC236}">
                    <a16:creationId xmlns:a16="http://schemas.microsoft.com/office/drawing/2014/main" id="{75FEA5BD-2CFC-4C15-BD46-15CB72A1551A}"/>
                  </a:ext>
                </a:extLst>
              </p14:cNvPr>
              <p14:cNvContentPartPr/>
              <p14:nvPr/>
            </p14:nvContentPartPr>
            <p14:xfrm>
              <a:off x="1515429" y="5846665"/>
              <a:ext cx="9757440" cy="972000"/>
            </p14:xfrm>
          </p:contentPart>
        </mc:Choice>
        <mc:Fallback xmlns="">
          <p:pic>
            <p:nvPicPr>
              <p:cNvPr id="1071" name="Cerneală 1070">
                <a:extLst>
                  <a:ext uri="{FF2B5EF4-FFF2-40B4-BE49-F238E27FC236}">
                    <a16:creationId xmlns:a16="http://schemas.microsoft.com/office/drawing/2014/main" id="{75FEA5BD-2CFC-4C15-BD46-15CB72A1551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97789" y="5829025"/>
                <a:ext cx="9793080" cy="100764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Dreptunghi 14">
            <a:extLst>
              <a:ext uri="{FF2B5EF4-FFF2-40B4-BE49-F238E27FC236}">
                <a16:creationId xmlns:a16="http://schemas.microsoft.com/office/drawing/2014/main" id="{C15F866B-E15A-4DBA-8CCB-B32522F9FEF6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906471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909F60D4-688E-41BD-A1C6-751D765B0592}"/>
                  </a:ext>
                </a:extLst>
              </p14:cNvPr>
              <p14:cNvContentPartPr/>
              <p14:nvPr/>
            </p14:nvContentPartPr>
            <p14:xfrm>
              <a:off x="11244429" y="964345"/>
              <a:ext cx="486720" cy="1465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909F60D4-688E-41BD-A1C6-751D765B05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26789" y="946705"/>
                <a:ext cx="5223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7A8E36D0-3FE0-497B-A1CB-45945A657DBC}"/>
                  </a:ext>
                </a:extLst>
              </p14:cNvPr>
              <p14:cNvContentPartPr/>
              <p14:nvPr/>
            </p14:nvContentPartPr>
            <p14:xfrm>
              <a:off x="867789" y="86305"/>
              <a:ext cx="10184040" cy="13269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7A8E36D0-3FE0-497B-A1CB-45945A657D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9789" y="68660"/>
                <a:ext cx="10219680" cy="1362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11C27230-EA22-40C0-BEAE-B7AB2F6340AF}"/>
                  </a:ext>
                </a:extLst>
              </p14:cNvPr>
              <p14:cNvContentPartPr/>
              <p14:nvPr/>
            </p14:nvContentPartPr>
            <p14:xfrm>
              <a:off x="1871829" y="1475905"/>
              <a:ext cx="1386360" cy="2977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11C27230-EA22-40C0-BEAE-B7AB2F6340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3834" y="1458265"/>
                <a:ext cx="1421991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5752027-A729-4EDD-82ED-D8FC75718C27}"/>
                  </a:ext>
                </a:extLst>
              </p14:cNvPr>
              <p14:cNvContentPartPr/>
              <p14:nvPr/>
            </p14:nvContentPartPr>
            <p14:xfrm>
              <a:off x="2004669" y="2586865"/>
              <a:ext cx="7200" cy="72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5752027-A729-4EDD-82ED-D8FC75718C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7029" y="2569225"/>
                <a:ext cx="428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B8AFE41F-D5C0-4D8F-A0D6-167D3B7B6388}"/>
                  </a:ext>
                </a:extLst>
              </p14:cNvPr>
              <p14:cNvContentPartPr/>
              <p14:nvPr/>
            </p14:nvContentPartPr>
            <p14:xfrm>
              <a:off x="67149" y="2379505"/>
              <a:ext cx="1748880" cy="3099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B8AFE41F-D5C0-4D8F-A0D6-167D3B7B63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149" y="2361865"/>
                <a:ext cx="17845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6A0FDD49-2FB5-4EEB-AB03-555883FA56DB}"/>
                  </a:ext>
                </a:extLst>
              </p14:cNvPr>
              <p14:cNvContentPartPr/>
              <p14:nvPr/>
            </p14:nvContentPartPr>
            <p14:xfrm>
              <a:off x="3926709" y="3363745"/>
              <a:ext cx="199440" cy="237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6A0FDD49-2FB5-4EEB-AB03-555883FA56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09069" y="3346105"/>
                <a:ext cx="2350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E4E908C0-D00D-4B03-BCBE-066FD8AE97B2}"/>
                  </a:ext>
                </a:extLst>
              </p14:cNvPr>
              <p14:cNvContentPartPr/>
              <p14:nvPr/>
            </p14:nvContentPartPr>
            <p14:xfrm>
              <a:off x="3950829" y="3450505"/>
              <a:ext cx="244080" cy="331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E4E908C0-D00D-4B03-BCBE-066FD8AE97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33189" y="3432505"/>
                <a:ext cx="2797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6A992FF6-229B-4850-9BCE-D952BB073236}"/>
                  </a:ext>
                </a:extLst>
              </p14:cNvPr>
              <p14:cNvContentPartPr/>
              <p14:nvPr/>
            </p14:nvContentPartPr>
            <p14:xfrm>
              <a:off x="3556269" y="3180865"/>
              <a:ext cx="200880" cy="4370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6A992FF6-229B-4850-9BCE-D952BB07323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38301" y="3163225"/>
                <a:ext cx="236456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7F9D34FF-E42E-48FC-8D6C-9ECD12DDA3A6}"/>
                  </a:ext>
                </a:extLst>
              </p14:cNvPr>
              <p14:cNvContentPartPr/>
              <p14:nvPr/>
            </p14:nvContentPartPr>
            <p14:xfrm>
              <a:off x="158589" y="2993305"/>
              <a:ext cx="2000160" cy="22665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7F9D34FF-E42E-48FC-8D6C-9ECD12DDA3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0952" y="2975305"/>
                <a:ext cx="2035794" cy="23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93E2433E-B8BF-4570-A974-639742D8D4E6}"/>
                  </a:ext>
                </a:extLst>
              </p14:cNvPr>
              <p14:cNvContentPartPr/>
              <p14:nvPr/>
            </p14:nvContentPartPr>
            <p14:xfrm>
              <a:off x="4506669" y="2887465"/>
              <a:ext cx="104040" cy="210168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93E2433E-B8BF-4570-A974-639742D8D4E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89029" y="2869465"/>
                <a:ext cx="139680" cy="21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AFFBCAAC-9DE2-458B-B84E-2C53B3A5932A}"/>
                  </a:ext>
                </a:extLst>
              </p14:cNvPr>
              <p14:cNvContentPartPr/>
              <p14:nvPr/>
            </p14:nvContentPartPr>
            <p14:xfrm>
              <a:off x="10576511" y="4434829"/>
              <a:ext cx="1396080" cy="210816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AFFBCAAC-9DE2-458B-B84E-2C53B3A5932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558516" y="4417186"/>
                <a:ext cx="1431711" cy="2143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946DE506-762E-482E-9BF4-DAC4C44D7B91}"/>
                  </a:ext>
                </a:extLst>
              </p14:cNvPr>
              <p14:cNvContentPartPr/>
              <p14:nvPr/>
            </p14:nvContentPartPr>
            <p14:xfrm>
              <a:off x="8142669" y="3286705"/>
              <a:ext cx="2160" cy="3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946DE506-762E-482E-9BF4-DAC4C44D7B9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25029" y="3269065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6D218E7D-C2BD-48DE-ADAB-5AFC5FA3B468}"/>
                  </a:ext>
                </a:extLst>
              </p14:cNvPr>
              <p14:cNvContentPartPr/>
              <p14:nvPr/>
            </p14:nvContentPartPr>
            <p14:xfrm>
              <a:off x="7656669" y="3022105"/>
              <a:ext cx="348120" cy="28656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6D218E7D-C2BD-48DE-ADAB-5AFC5FA3B46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39029" y="3004105"/>
                <a:ext cx="383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44EDBDA5-E79E-4948-AF7B-7CABAF9A407B}"/>
                  </a:ext>
                </a:extLst>
              </p14:cNvPr>
              <p14:cNvContentPartPr/>
              <p14:nvPr/>
            </p14:nvContentPartPr>
            <p14:xfrm>
              <a:off x="9854829" y="2866945"/>
              <a:ext cx="495360" cy="61776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44EDBDA5-E79E-4948-AF7B-7CABAF9A407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37189" y="2848945"/>
                <a:ext cx="53100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CD8FD1DE-A384-4C24-94B6-DE9DDE5DBEC4}"/>
                  </a:ext>
                </a:extLst>
              </p14:cNvPr>
              <p14:cNvContentPartPr/>
              <p14:nvPr/>
            </p14:nvContentPartPr>
            <p14:xfrm>
              <a:off x="8527869" y="2848225"/>
              <a:ext cx="1060200" cy="65268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CD8FD1DE-A384-4C24-94B6-DE9DDE5DBEC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09875" y="2830235"/>
                <a:ext cx="1095828" cy="688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2AC67B4D-363C-401B-BDD2-05AEB2598692}"/>
                  </a:ext>
                </a:extLst>
              </p14:cNvPr>
              <p14:cNvContentPartPr/>
              <p14:nvPr/>
            </p14:nvContentPartPr>
            <p14:xfrm>
              <a:off x="10776429" y="3007705"/>
              <a:ext cx="1169280" cy="29880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2AC67B4D-363C-401B-BDD2-05AEB259869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758784" y="2990065"/>
                <a:ext cx="1204931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252E5261-233F-4629-AA8E-EB03977F5058}"/>
                  </a:ext>
                </a:extLst>
              </p14:cNvPr>
              <p14:cNvContentPartPr/>
              <p14:nvPr/>
            </p14:nvContentPartPr>
            <p14:xfrm>
              <a:off x="6902469" y="5272825"/>
              <a:ext cx="249120" cy="32184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252E5261-233F-4629-AA8E-EB03977F505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84469" y="5254825"/>
                <a:ext cx="28476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0C43B58D-E440-450A-9CCA-97DD225838C0}"/>
                  </a:ext>
                </a:extLst>
              </p14:cNvPr>
              <p14:cNvContentPartPr/>
              <p14:nvPr/>
            </p14:nvContentPartPr>
            <p14:xfrm>
              <a:off x="7493229" y="5159065"/>
              <a:ext cx="360000" cy="3744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0C43B58D-E440-450A-9CCA-97DD225838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75229" y="5141065"/>
                <a:ext cx="3956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F5549555-07EE-4C4F-B885-3B7B0E5D4F53}"/>
                  </a:ext>
                </a:extLst>
              </p14:cNvPr>
              <p14:cNvContentPartPr/>
              <p14:nvPr/>
            </p14:nvContentPartPr>
            <p14:xfrm>
              <a:off x="7533909" y="5308105"/>
              <a:ext cx="211320" cy="26136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F5549555-07EE-4C4F-B885-3B7B0E5D4F5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15909" y="5290105"/>
                <a:ext cx="24696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0D1ACAAF-C8BC-42E8-B390-0DBF8AFF9AC5}"/>
                  </a:ext>
                </a:extLst>
              </p14:cNvPr>
              <p14:cNvContentPartPr/>
              <p14:nvPr/>
            </p14:nvContentPartPr>
            <p14:xfrm>
              <a:off x="5433309" y="5254465"/>
              <a:ext cx="1179360" cy="37908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0D1ACAAF-C8BC-42E8-B390-0DBF8AFF9AC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415309" y="5236482"/>
                <a:ext cx="1215000" cy="414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A3A9E3B3-E58D-46F8-B04A-74570048F6AC}"/>
                  </a:ext>
                </a:extLst>
              </p14:cNvPr>
              <p14:cNvContentPartPr/>
              <p14:nvPr/>
            </p14:nvContentPartPr>
            <p14:xfrm>
              <a:off x="4117869" y="5534185"/>
              <a:ext cx="963000" cy="14112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A3A9E3B3-E58D-46F8-B04A-74570048F6A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100229" y="5516545"/>
                <a:ext cx="9986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BA4E5B90-A18F-48BC-82A5-DFAFC5E93D3A}"/>
                  </a:ext>
                </a:extLst>
              </p14:cNvPr>
              <p14:cNvContentPartPr/>
              <p14:nvPr/>
            </p14:nvContentPartPr>
            <p14:xfrm>
              <a:off x="2884869" y="5380465"/>
              <a:ext cx="900000" cy="32868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BA4E5B90-A18F-48BC-82A5-DFAFC5E93D3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66869" y="5362465"/>
                <a:ext cx="9356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1108D890-CFFE-4795-9E4B-367B40308BDB}"/>
                  </a:ext>
                </a:extLst>
              </p14:cNvPr>
              <p14:cNvContentPartPr/>
              <p14:nvPr/>
            </p14:nvContentPartPr>
            <p14:xfrm>
              <a:off x="8022429" y="5320705"/>
              <a:ext cx="538920" cy="37260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1108D890-CFFE-4795-9E4B-367B40308BD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04429" y="5302705"/>
                <a:ext cx="57456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D364383A-1AD7-4D16-8C3E-5911F49B509F}"/>
                  </a:ext>
                </a:extLst>
              </p14:cNvPr>
              <p14:cNvContentPartPr/>
              <p14:nvPr/>
            </p14:nvContentPartPr>
            <p14:xfrm>
              <a:off x="9836469" y="5355985"/>
              <a:ext cx="182520" cy="1008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D364383A-1AD7-4D16-8C3E-5911F49B509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18829" y="5338345"/>
                <a:ext cx="2181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1030ED43-1726-4B65-841B-5635708982F0}"/>
                  </a:ext>
                </a:extLst>
              </p14:cNvPr>
              <p14:cNvContentPartPr/>
              <p14:nvPr/>
            </p14:nvContentPartPr>
            <p14:xfrm>
              <a:off x="9841869" y="5495665"/>
              <a:ext cx="229320" cy="24228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1030ED43-1726-4B65-841B-5635708982F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824229" y="5478025"/>
                <a:ext cx="2649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5AF6EC7D-B392-4808-BC5F-27B6BB360590}"/>
                  </a:ext>
                </a:extLst>
              </p14:cNvPr>
              <p14:cNvContentPartPr/>
              <p14:nvPr/>
            </p14:nvContentPartPr>
            <p14:xfrm>
              <a:off x="8985069" y="5274625"/>
              <a:ext cx="555840" cy="58896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5AF6EC7D-B392-4808-BC5F-27B6BB3605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67081" y="5256625"/>
                <a:ext cx="591457" cy="6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964952A7-27B7-49FD-9FCE-4DD9A7E841FD}"/>
                  </a:ext>
                </a:extLst>
              </p14:cNvPr>
              <p14:cNvContentPartPr/>
              <p14:nvPr/>
            </p14:nvContentPartPr>
            <p14:xfrm>
              <a:off x="10322829" y="4764145"/>
              <a:ext cx="58320" cy="164052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964952A7-27B7-49FD-9FCE-4DD9A7E841F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305189" y="4746505"/>
                <a:ext cx="93960" cy="167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FA7D4152-9FDA-433F-A453-44DB61708EDB}"/>
                  </a:ext>
                </a:extLst>
              </p14:cNvPr>
              <p14:cNvContentPartPr/>
              <p14:nvPr/>
            </p14:nvContentPartPr>
            <p14:xfrm>
              <a:off x="4950309" y="3025105"/>
              <a:ext cx="1396080" cy="210816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FA7D4152-9FDA-433F-A453-44DB61708ED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32314" y="3007462"/>
                <a:ext cx="1431711" cy="2143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93EE5589-A69C-4509-A81D-560F624B287C}"/>
                  </a:ext>
                </a:extLst>
              </p14:cNvPr>
              <p14:cNvContentPartPr/>
              <p14:nvPr/>
            </p14:nvContentPartPr>
            <p14:xfrm>
              <a:off x="10190709" y="5635705"/>
              <a:ext cx="16920" cy="2376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93EE5589-A69C-4509-A81D-560F624B287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172709" y="5618065"/>
                <a:ext cx="52560" cy="594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Dreptunghi 30">
            <a:extLst>
              <a:ext uri="{FF2B5EF4-FFF2-40B4-BE49-F238E27FC236}">
                <a16:creationId xmlns:a16="http://schemas.microsoft.com/office/drawing/2014/main" id="{3883A064-0ACB-4627-9670-CF4ED4ED0B90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843678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8F75AE9-E394-4399-81E1-47FEB6C44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960147"/>
            <a:ext cx="11287184" cy="46633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7D1065E-C789-414B-A800-0D0078C39CFD}"/>
                  </a:ext>
                </a:extLst>
              </p14:cNvPr>
              <p14:cNvContentPartPr/>
              <p14:nvPr/>
            </p14:nvContentPartPr>
            <p14:xfrm>
              <a:off x="3763269" y="5992465"/>
              <a:ext cx="19080" cy="39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7D1065E-C789-414B-A800-0D0078C39C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5269" y="5974825"/>
                <a:ext cx="54720" cy="39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reptunghi 3">
            <a:extLst>
              <a:ext uri="{FF2B5EF4-FFF2-40B4-BE49-F238E27FC236}">
                <a16:creationId xmlns:a16="http://schemas.microsoft.com/office/drawing/2014/main" id="{BFAA6B40-9631-407F-8904-FCE140FD04EE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1615193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C175BB50-5356-4267-9E58-FFCBDADFEEFF}"/>
                  </a:ext>
                </a:extLst>
              </p14:cNvPr>
              <p14:cNvContentPartPr/>
              <p14:nvPr/>
            </p14:nvContentPartPr>
            <p14:xfrm>
              <a:off x="4340709" y="1496425"/>
              <a:ext cx="274320" cy="50922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C175BB50-5356-4267-9E58-FFCBDADFEE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2709" y="1460785"/>
                <a:ext cx="309960" cy="51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905D89F2-E499-40F7-90B4-4AF1B8D4CB52}"/>
                  </a:ext>
                </a:extLst>
              </p14:cNvPr>
              <p14:cNvContentPartPr/>
              <p14:nvPr/>
            </p14:nvContentPartPr>
            <p14:xfrm>
              <a:off x="648189" y="175585"/>
              <a:ext cx="11300760" cy="652716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905D89F2-E499-40F7-90B4-4AF1B8D4CB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0190" y="157945"/>
                <a:ext cx="11336399" cy="65628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reptunghi 3">
            <a:extLst>
              <a:ext uri="{FF2B5EF4-FFF2-40B4-BE49-F238E27FC236}">
                <a16:creationId xmlns:a16="http://schemas.microsoft.com/office/drawing/2014/main" id="{5C71E5D3-3A3C-4559-8059-C760FD542DE3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232539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73AE3C9-CA8B-4D3F-9ABC-8EE0473CDCA3}"/>
                  </a:ext>
                </a:extLst>
              </p14:cNvPr>
              <p14:cNvContentPartPr/>
              <p14:nvPr/>
            </p14:nvContentPartPr>
            <p14:xfrm>
              <a:off x="4340709" y="2550865"/>
              <a:ext cx="273960" cy="40377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73AE3C9-CA8B-4D3F-9ABC-8EE0473CDC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2709" y="2514865"/>
                <a:ext cx="309600" cy="41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2206C7DE-AAB7-46B2-9C15-56156CBA0352}"/>
                  </a:ext>
                </a:extLst>
              </p14:cNvPr>
              <p14:cNvContentPartPr/>
              <p14:nvPr/>
            </p14:nvContentPartPr>
            <p14:xfrm>
              <a:off x="4557429" y="1496425"/>
              <a:ext cx="50040" cy="7466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2206C7DE-AAB7-46B2-9C15-56156CBA03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9429" y="1460425"/>
                <a:ext cx="85680" cy="8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002596E-DDB6-4955-B3C4-879960C335B9}"/>
                  </a:ext>
                </a:extLst>
              </p14:cNvPr>
              <p14:cNvContentPartPr/>
              <p14:nvPr/>
            </p14:nvContentPartPr>
            <p14:xfrm>
              <a:off x="648189" y="175585"/>
              <a:ext cx="11301120" cy="61819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002596E-DDB6-4955-B3C4-879960C335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0189" y="157585"/>
                <a:ext cx="11336760" cy="621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2906DE3-FEFD-48E9-90D0-84D373F6AE37}"/>
                  </a:ext>
                </a:extLst>
              </p14:cNvPr>
              <p14:cNvContentPartPr/>
              <p14:nvPr/>
            </p14:nvContentPartPr>
            <p14:xfrm>
              <a:off x="7508709" y="5312785"/>
              <a:ext cx="595440" cy="5803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2906DE3-FEFD-48E9-90D0-84D373F6AE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91069" y="5294785"/>
                <a:ext cx="63108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05986EE-14CD-4822-BE8A-202DF54F6C4F}"/>
                  </a:ext>
                </a:extLst>
              </p14:cNvPr>
              <p14:cNvContentPartPr/>
              <p14:nvPr/>
            </p14:nvContentPartPr>
            <p14:xfrm>
              <a:off x="10077309" y="3828145"/>
              <a:ext cx="269640" cy="299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05986EE-14CD-4822-BE8A-202DF54F6C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59669" y="3810505"/>
                <a:ext cx="3052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D134060B-E232-4C0D-96C3-E83C371E9B45}"/>
                  </a:ext>
                </a:extLst>
              </p14:cNvPr>
              <p14:cNvContentPartPr/>
              <p14:nvPr/>
            </p14:nvContentPartPr>
            <p14:xfrm>
              <a:off x="10697229" y="3795745"/>
              <a:ext cx="303840" cy="2836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D134060B-E232-4C0D-96C3-E83C371E9B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79229" y="3777745"/>
                <a:ext cx="3394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E70CFF1-83FE-40B3-A7C1-882E4A693EF8}"/>
                  </a:ext>
                </a:extLst>
              </p14:cNvPr>
              <p14:cNvContentPartPr/>
              <p14:nvPr/>
            </p14:nvContentPartPr>
            <p14:xfrm>
              <a:off x="12113109" y="4066465"/>
              <a:ext cx="2160" cy="3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E70CFF1-83FE-40B3-A7C1-882E4A693E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095469" y="4048465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2879A82-CD90-4E21-87CF-ABFD3521AC7C}"/>
                  </a:ext>
                </a:extLst>
              </p14:cNvPr>
              <p14:cNvContentPartPr/>
              <p14:nvPr/>
            </p14:nvContentPartPr>
            <p14:xfrm>
              <a:off x="11249469" y="3634465"/>
              <a:ext cx="744480" cy="4528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2879A82-CD90-4E21-87CF-ABFD3521AC7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31469" y="3616465"/>
                <a:ext cx="78012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1CEB56D-F762-4871-A5A9-86EF83B946E5}"/>
                  </a:ext>
                </a:extLst>
              </p14:cNvPr>
              <p14:cNvContentPartPr/>
              <p14:nvPr/>
            </p14:nvContentPartPr>
            <p14:xfrm>
              <a:off x="8950149" y="3910585"/>
              <a:ext cx="1002600" cy="2800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1CEB56D-F762-4871-A5A9-86EF83B946E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32149" y="3892922"/>
                <a:ext cx="1038240" cy="315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101F8C23-EB1D-472B-AE72-8F0E0851D53C}"/>
                  </a:ext>
                </a:extLst>
              </p14:cNvPr>
              <p14:cNvContentPartPr/>
              <p14:nvPr/>
            </p14:nvContentPartPr>
            <p14:xfrm>
              <a:off x="7599069" y="976585"/>
              <a:ext cx="360" cy="3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101F8C23-EB1D-472B-AE72-8F0E0851D53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81069" y="9589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D16D6BA4-A604-4757-965A-61DD53694BCE}"/>
                  </a:ext>
                </a:extLst>
              </p14:cNvPr>
              <p14:cNvContentPartPr/>
              <p14:nvPr/>
            </p14:nvContentPartPr>
            <p14:xfrm>
              <a:off x="11476989" y="4836505"/>
              <a:ext cx="259200" cy="2401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D16D6BA4-A604-4757-965A-61DD53694BC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458989" y="4818865"/>
                <a:ext cx="2948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3B350F9E-61B7-4F87-A4E2-7A61918B8160}"/>
                  </a:ext>
                </a:extLst>
              </p14:cNvPr>
              <p14:cNvContentPartPr/>
              <p14:nvPr/>
            </p14:nvContentPartPr>
            <p14:xfrm>
              <a:off x="11487429" y="5249065"/>
              <a:ext cx="312120" cy="2984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3B350F9E-61B7-4F87-A4E2-7A61918B81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469789" y="5231446"/>
                <a:ext cx="347760" cy="33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2C66F7DE-E0D9-415B-8DC6-34FD228DE381}"/>
                  </a:ext>
                </a:extLst>
              </p14:cNvPr>
              <p14:cNvContentPartPr/>
              <p14:nvPr/>
            </p14:nvContentPartPr>
            <p14:xfrm>
              <a:off x="9219429" y="4279585"/>
              <a:ext cx="2073960" cy="146448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2C66F7DE-E0D9-415B-8DC6-34FD228DE3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01789" y="4261945"/>
                <a:ext cx="2109600" cy="15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4F1D6E39-9482-409F-917A-C369E56D5ED8}"/>
                  </a:ext>
                </a:extLst>
              </p14:cNvPr>
              <p14:cNvContentPartPr/>
              <p14:nvPr/>
            </p14:nvContentPartPr>
            <p14:xfrm>
              <a:off x="4990509" y="2463745"/>
              <a:ext cx="1594800" cy="5292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4F1D6E39-9482-409F-917A-C369E56D5ED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72869" y="2446105"/>
                <a:ext cx="16304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F705860A-9BA2-4796-AFBB-A18989FAD2D1}"/>
                  </a:ext>
                </a:extLst>
              </p14:cNvPr>
              <p14:cNvContentPartPr/>
              <p14:nvPr/>
            </p14:nvContentPartPr>
            <p14:xfrm>
              <a:off x="5146389" y="2025985"/>
              <a:ext cx="331200" cy="26676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F705860A-9BA2-4796-AFBB-A18989FAD2D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28749" y="2007985"/>
                <a:ext cx="3668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82A68789-999F-44AD-95AD-7CD0B46BB28E}"/>
                  </a:ext>
                </a:extLst>
              </p14:cNvPr>
              <p14:cNvContentPartPr/>
              <p14:nvPr/>
            </p14:nvContentPartPr>
            <p14:xfrm>
              <a:off x="5038749" y="3532225"/>
              <a:ext cx="1594080" cy="1476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82A68789-999F-44AD-95AD-7CD0B46BB2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20749" y="3514225"/>
                <a:ext cx="1629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6BD0E1F7-0D76-480D-886F-DD1094FA6FCC}"/>
                  </a:ext>
                </a:extLst>
              </p14:cNvPr>
              <p14:cNvContentPartPr/>
              <p14:nvPr/>
            </p14:nvContentPartPr>
            <p14:xfrm>
              <a:off x="6127029" y="3922105"/>
              <a:ext cx="586800" cy="48888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6BD0E1F7-0D76-480D-886F-DD1094FA6FC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09389" y="3904105"/>
                <a:ext cx="62244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26FAA800-EE08-4C2B-A0A9-041B28883087}"/>
                  </a:ext>
                </a:extLst>
              </p14:cNvPr>
              <p14:cNvContentPartPr/>
              <p14:nvPr/>
            </p14:nvContentPartPr>
            <p14:xfrm>
              <a:off x="6025869" y="2685145"/>
              <a:ext cx="572040" cy="46728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26FAA800-EE08-4C2B-A0A9-041B2888308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07880" y="2667159"/>
                <a:ext cx="607658" cy="502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964297D3-6E57-4C36-A1AD-CCAC2A1FD7C5}"/>
                  </a:ext>
                </a:extLst>
              </p14:cNvPr>
              <p14:cNvContentPartPr/>
              <p14:nvPr/>
            </p14:nvContentPartPr>
            <p14:xfrm>
              <a:off x="5072949" y="3039745"/>
              <a:ext cx="388080" cy="3218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964297D3-6E57-4C36-A1AD-CCAC2A1FD7C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54966" y="3022085"/>
                <a:ext cx="423687" cy="3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4C9383A1-A004-44F3-83E7-706FD0FFC5BB}"/>
                  </a:ext>
                </a:extLst>
              </p14:cNvPr>
              <p14:cNvContentPartPr/>
              <p14:nvPr/>
            </p14:nvContentPartPr>
            <p14:xfrm>
              <a:off x="5287869" y="5721025"/>
              <a:ext cx="1974600" cy="13140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4C9383A1-A004-44F3-83E7-706FD0FFC5B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69869" y="5703337"/>
                <a:ext cx="2010240" cy="167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6F16D159-B309-4CCA-B167-813A878C13F7}"/>
                  </a:ext>
                </a:extLst>
              </p14:cNvPr>
              <p14:cNvContentPartPr/>
              <p14:nvPr/>
            </p14:nvContentPartPr>
            <p14:xfrm>
              <a:off x="5344749" y="5372545"/>
              <a:ext cx="404640" cy="26172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6F16D159-B309-4CCA-B167-813A878C13F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26749" y="5354905"/>
                <a:ext cx="440280" cy="29736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Dreptunghi 24">
            <a:extLst>
              <a:ext uri="{FF2B5EF4-FFF2-40B4-BE49-F238E27FC236}">
                <a16:creationId xmlns:a16="http://schemas.microsoft.com/office/drawing/2014/main" id="{6E74E9E8-5811-4666-A94C-CD11C69E5CA1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3421948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AC33FA48-AAB8-4154-B291-88FEFAE489EE}"/>
              </a:ext>
            </a:extLst>
          </p:cNvPr>
          <p:cNvSpPr/>
          <p:nvPr/>
        </p:nvSpPr>
        <p:spPr>
          <a:xfrm>
            <a:off x="518221" y="320074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2. Extensia multiplexoarelor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89D2F2-722B-4214-93EC-2947430E8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960146"/>
            <a:ext cx="2446044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id="{6853CA98-2290-4E54-913A-2BAE4DD74E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056894"/>
              </p:ext>
            </p:extLst>
          </p:nvPr>
        </p:nvGraphicFramePr>
        <p:xfrm>
          <a:off x="701099" y="960147"/>
          <a:ext cx="9462875" cy="3657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Bitmap Image" r:id="rId3" imgW="5753903" imgH="2209524" progId="Paint.Picture">
                  <p:embed/>
                </p:oleObj>
              </mc:Choice>
              <mc:Fallback>
                <p:oleObj name="Bitmap Image" r:id="rId3" imgW="5753903" imgH="2209524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99" y="960147"/>
                        <a:ext cx="9462875" cy="36575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7F5925E-C23D-4295-984D-5F01FD9B3B70}"/>
                  </a:ext>
                </a:extLst>
              </p14:cNvPr>
              <p14:cNvContentPartPr/>
              <p14:nvPr/>
            </p14:nvContentPartPr>
            <p14:xfrm>
              <a:off x="9757846" y="299578"/>
              <a:ext cx="297000" cy="280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7F5925E-C23D-4295-984D-5F01FD9B3B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40206" y="281578"/>
                <a:ext cx="33264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B97986CB-FD8C-4103-BEDB-08B8BD8B713E}"/>
                  </a:ext>
                </a:extLst>
              </p14:cNvPr>
              <p14:cNvContentPartPr/>
              <p14:nvPr/>
            </p14:nvContentPartPr>
            <p14:xfrm>
              <a:off x="10417006" y="240178"/>
              <a:ext cx="1332720" cy="397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B97986CB-FD8C-4103-BEDB-08B8BD8B71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99366" y="222178"/>
                <a:ext cx="136836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C0707B7-0D96-46AC-A920-D8B53EF24854}"/>
                  </a:ext>
                </a:extLst>
              </p14:cNvPr>
              <p14:cNvContentPartPr/>
              <p14:nvPr/>
            </p14:nvContentPartPr>
            <p14:xfrm>
              <a:off x="7142806" y="195178"/>
              <a:ext cx="2256840" cy="412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C0707B7-0D96-46AC-A920-D8B53EF248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25166" y="177178"/>
                <a:ext cx="229248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D0556D6-EA12-4CF8-9086-BB6DE34183E3}"/>
                  </a:ext>
                </a:extLst>
              </p14:cNvPr>
              <p14:cNvContentPartPr/>
              <p14:nvPr/>
            </p14:nvContentPartPr>
            <p14:xfrm>
              <a:off x="4964806" y="272578"/>
              <a:ext cx="1572120" cy="3139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D0556D6-EA12-4CF8-9086-BB6DE34183E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47166" y="254938"/>
                <a:ext cx="160776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3147031-46A8-4A10-9EA9-4153E8ED0234}"/>
                  </a:ext>
                </a:extLst>
              </p14:cNvPr>
              <p14:cNvContentPartPr/>
              <p14:nvPr/>
            </p14:nvContentPartPr>
            <p14:xfrm>
              <a:off x="3946726" y="338818"/>
              <a:ext cx="502920" cy="306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3147031-46A8-4A10-9EA9-4153E8ED023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29086" y="321157"/>
                <a:ext cx="538560" cy="3420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4E1847EA-2C82-470A-B92B-B1B60175D51B}"/>
                  </a:ext>
                </a:extLst>
              </p14:cNvPr>
              <p14:cNvContentPartPr/>
              <p14:nvPr/>
            </p14:nvContentPartPr>
            <p14:xfrm>
              <a:off x="10535086" y="1480378"/>
              <a:ext cx="280080" cy="2926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4E1847EA-2C82-470A-B92B-B1B60175D51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17086" y="1462738"/>
                <a:ext cx="3157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1C6D6770-38DE-4A76-87BE-3C9BFEDC8D4A}"/>
                  </a:ext>
                </a:extLst>
              </p14:cNvPr>
              <p14:cNvContentPartPr/>
              <p14:nvPr/>
            </p14:nvContentPartPr>
            <p14:xfrm>
              <a:off x="10274446" y="2124058"/>
              <a:ext cx="1667880" cy="12740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1C6D6770-38DE-4A76-87BE-3C9BFEDC8D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256446" y="2106418"/>
                <a:ext cx="1703520" cy="13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BC9FA7A0-BFAF-4802-8442-DCB3AC74D2CC}"/>
                  </a:ext>
                </a:extLst>
              </p14:cNvPr>
              <p14:cNvContentPartPr/>
              <p14:nvPr/>
            </p14:nvContentPartPr>
            <p14:xfrm>
              <a:off x="1508806" y="4731178"/>
              <a:ext cx="7823160" cy="15721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BC9FA7A0-BFAF-4802-8442-DCB3AC74D2C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90806" y="4713178"/>
                <a:ext cx="7858800" cy="16077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Dreptunghi 12">
            <a:extLst>
              <a:ext uri="{FF2B5EF4-FFF2-40B4-BE49-F238E27FC236}">
                <a16:creationId xmlns:a16="http://schemas.microsoft.com/office/drawing/2014/main" id="{2B30FB52-8FB7-4126-991D-4D073886C1A0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2235150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iect 12">
            <a:extLst>
              <a:ext uri="{FF2B5EF4-FFF2-40B4-BE49-F238E27FC236}">
                <a16:creationId xmlns:a16="http://schemas.microsoft.com/office/drawing/2014/main" id="{85BEB3FD-AD7C-4742-B402-490F48D6F8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693914"/>
              </p:ext>
            </p:extLst>
          </p:nvPr>
        </p:nvGraphicFramePr>
        <p:xfrm>
          <a:off x="518221" y="777269"/>
          <a:ext cx="9462875" cy="3657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Bitmap Image" r:id="rId3" imgW="5753903" imgH="2209524" progId="Paint.Picture">
                  <p:embed/>
                </p:oleObj>
              </mc:Choice>
              <mc:Fallback>
                <p:oleObj name="Bitmap Image" r:id="rId3" imgW="5753903" imgH="2209524" progId="Paint.Picture">
                  <p:embed/>
                  <p:pic>
                    <p:nvPicPr>
                      <p:cNvPr id="4" name="Obiect 3">
                        <a:extLst>
                          <a:ext uri="{FF2B5EF4-FFF2-40B4-BE49-F238E27FC236}">
                            <a16:creationId xmlns:a16="http://schemas.microsoft.com/office/drawing/2014/main" id="{6853CA98-2290-4E54-913A-2BAE4DD74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777269"/>
                        <a:ext cx="9462875" cy="36575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2A3E568-4F3D-41CA-A12D-60A84775CBDF}"/>
                  </a:ext>
                </a:extLst>
              </p14:cNvPr>
              <p14:cNvContentPartPr/>
              <p14:nvPr/>
            </p14:nvContentPartPr>
            <p14:xfrm>
              <a:off x="440469" y="187825"/>
              <a:ext cx="971640" cy="463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2A3E568-4F3D-41CA-A12D-60A84775CB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2469" y="170185"/>
                <a:ext cx="100728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F425A10-E5DF-4734-8360-18EF82D1191A}"/>
                  </a:ext>
                </a:extLst>
              </p14:cNvPr>
              <p14:cNvContentPartPr/>
              <p14:nvPr/>
            </p14:nvContentPartPr>
            <p14:xfrm>
              <a:off x="3445749" y="246145"/>
              <a:ext cx="38520" cy="601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F425A10-E5DF-4734-8360-18EF82D119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27749" y="228145"/>
                <a:ext cx="741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1CFB3CF-FEEE-490F-9A06-72221722AAF5}"/>
                  </a:ext>
                </a:extLst>
              </p14:cNvPr>
              <p14:cNvContentPartPr/>
              <p14:nvPr/>
            </p14:nvContentPartPr>
            <p14:xfrm>
              <a:off x="3454749" y="377545"/>
              <a:ext cx="48240" cy="561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1CFB3CF-FEEE-490F-9A06-72221722AA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36749" y="359905"/>
                <a:ext cx="838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E650B65-FBA8-4CCC-A47C-2C5EF808EBC9}"/>
                  </a:ext>
                </a:extLst>
              </p14:cNvPr>
              <p14:cNvContentPartPr/>
              <p14:nvPr/>
            </p14:nvContentPartPr>
            <p14:xfrm>
              <a:off x="3657429" y="209065"/>
              <a:ext cx="158400" cy="2239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E650B65-FBA8-4CCC-A47C-2C5EF808EB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39429" y="191094"/>
                <a:ext cx="194040" cy="259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D4661FD-1070-4266-B72F-D5072C935DE6}"/>
                  </a:ext>
                </a:extLst>
              </p14:cNvPr>
              <p14:cNvContentPartPr/>
              <p14:nvPr/>
            </p14:nvContentPartPr>
            <p14:xfrm>
              <a:off x="3084669" y="161185"/>
              <a:ext cx="222120" cy="271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D4661FD-1070-4266-B72F-D5072C935DE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67029" y="143161"/>
                <a:ext cx="257760" cy="3071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E969B7D-7EF6-4B25-A850-CA205114ECE4}"/>
                  </a:ext>
                </a:extLst>
              </p14:cNvPr>
              <p14:cNvContentPartPr/>
              <p14:nvPr/>
            </p14:nvContentPartPr>
            <p14:xfrm>
              <a:off x="2183949" y="201865"/>
              <a:ext cx="593640" cy="2307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E969B7D-7EF6-4B25-A850-CA205114ECE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66298" y="183865"/>
                <a:ext cx="629302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FB0FDBE9-6A2E-4764-8797-79A9FFBF0B48}"/>
                  </a:ext>
                </a:extLst>
              </p14:cNvPr>
              <p14:cNvContentPartPr/>
              <p14:nvPr/>
            </p14:nvContentPartPr>
            <p14:xfrm>
              <a:off x="8488269" y="178465"/>
              <a:ext cx="590040" cy="2253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FB0FDBE9-6A2E-4764-8797-79A9FFBF0B4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70629" y="160494"/>
                <a:ext cx="625680" cy="260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098B3DF5-5AC6-4419-874B-1FCE7A614272}"/>
                  </a:ext>
                </a:extLst>
              </p14:cNvPr>
              <p14:cNvContentPartPr/>
              <p14:nvPr/>
            </p14:nvContentPartPr>
            <p14:xfrm>
              <a:off x="7825149" y="126265"/>
              <a:ext cx="216000" cy="3186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098B3DF5-5AC6-4419-874B-1FCE7A6142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07149" y="108625"/>
                <a:ext cx="25164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31F6F1D-6515-4F29-8EA4-8BA5F77F74EA}"/>
                  </a:ext>
                </a:extLst>
              </p14:cNvPr>
              <p14:cNvContentPartPr/>
              <p14:nvPr/>
            </p14:nvContentPartPr>
            <p14:xfrm>
              <a:off x="6539229" y="124825"/>
              <a:ext cx="1119960" cy="2505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31F6F1D-6515-4F29-8EA4-8BA5F77F74E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21589" y="106825"/>
                <a:ext cx="11556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8189D29-FB99-411A-BF0F-321769A241A7}"/>
                  </a:ext>
                </a:extLst>
              </p14:cNvPr>
              <p14:cNvContentPartPr/>
              <p14:nvPr/>
            </p14:nvContentPartPr>
            <p14:xfrm>
              <a:off x="4509189" y="93505"/>
              <a:ext cx="1491120" cy="462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8189D29-FB99-411A-BF0F-321769A241A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491545" y="75505"/>
                <a:ext cx="1526769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261C3799-2EB4-429D-980F-9580E0F4E52A}"/>
                  </a:ext>
                </a:extLst>
              </p14:cNvPr>
              <p14:cNvContentPartPr/>
              <p14:nvPr/>
            </p14:nvContentPartPr>
            <p14:xfrm>
              <a:off x="9629829" y="259465"/>
              <a:ext cx="9000" cy="3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261C3799-2EB4-429D-980F-9580E0F4E52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12189" y="241825"/>
                <a:ext cx="44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35ED324E-5280-4CAA-A2BD-97CB7E8F077D}"/>
                  </a:ext>
                </a:extLst>
              </p14:cNvPr>
              <p14:cNvContentPartPr/>
              <p14:nvPr/>
            </p14:nvContentPartPr>
            <p14:xfrm>
              <a:off x="9638829" y="389425"/>
              <a:ext cx="5400" cy="11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35ED324E-5280-4CAA-A2BD-97CB7E8F077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621189" y="371785"/>
                <a:ext cx="41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8C881D47-30D5-4A71-A62D-68838ABA3224}"/>
                  </a:ext>
                </a:extLst>
              </p14:cNvPr>
              <p14:cNvContentPartPr/>
              <p14:nvPr/>
            </p14:nvContentPartPr>
            <p14:xfrm>
              <a:off x="9361629" y="220945"/>
              <a:ext cx="133920" cy="2826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8C881D47-30D5-4A71-A62D-68838ABA322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343989" y="203282"/>
                <a:ext cx="169560" cy="318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41010F2C-F646-4C4B-93EE-B70E14DBB3A4}"/>
                  </a:ext>
                </a:extLst>
              </p14:cNvPr>
              <p14:cNvContentPartPr/>
              <p14:nvPr/>
            </p14:nvContentPartPr>
            <p14:xfrm>
              <a:off x="9784269" y="218785"/>
              <a:ext cx="112320" cy="2052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41010F2C-F646-4C4B-93EE-B70E14DBB3A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766629" y="200785"/>
                <a:ext cx="1479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35C2BBF7-5325-4492-A133-09C6BAF9724E}"/>
                  </a:ext>
                </a:extLst>
              </p14:cNvPr>
              <p14:cNvContentPartPr/>
              <p14:nvPr/>
            </p14:nvContentPartPr>
            <p14:xfrm>
              <a:off x="10052469" y="445225"/>
              <a:ext cx="2160" cy="118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35C2BBF7-5325-4492-A133-09C6BAF9724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034469" y="427585"/>
                <a:ext cx="378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E446D52-BD6F-4740-BDC2-C71DAE7610E3}"/>
                  </a:ext>
                </a:extLst>
              </p14:cNvPr>
              <p14:cNvContentPartPr/>
              <p14:nvPr/>
            </p14:nvContentPartPr>
            <p14:xfrm>
              <a:off x="3488949" y="2834185"/>
              <a:ext cx="2160" cy="54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E446D52-BD6F-4740-BDC2-C71DAE7610E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70949" y="2816545"/>
                <a:ext cx="378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6AC4152F-F9DE-4874-90DC-90BA5FF05D48}"/>
                  </a:ext>
                </a:extLst>
              </p14:cNvPr>
              <p14:cNvContentPartPr/>
              <p14:nvPr/>
            </p14:nvContentPartPr>
            <p14:xfrm>
              <a:off x="2989629" y="2983225"/>
              <a:ext cx="1837080" cy="3157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6AC4152F-F9DE-4874-90DC-90BA5FF05D4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971986" y="2965585"/>
                <a:ext cx="1872727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B1B849DC-CA59-4479-BC9B-E4A9A931E0E5}"/>
                  </a:ext>
                </a:extLst>
              </p14:cNvPr>
              <p14:cNvContentPartPr/>
              <p14:nvPr/>
            </p14:nvContentPartPr>
            <p14:xfrm>
              <a:off x="3880269" y="2543665"/>
              <a:ext cx="1018080" cy="3218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B1B849DC-CA59-4479-BC9B-E4A9A931E0E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862623" y="2525665"/>
                <a:ext cx="1053733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C6FB389C-969F-47F6-9B9D-EBE3D6E22BC0}"/>
                  </a:ext>
                </a:extLst>
              </p14:cNvPr>
              <p14:cNvContentPartPr/>
              <p14:nvPr/>
            </p14:nvContentPartPr>
            <p14:xfrm>
              <a:off x="2788029" y="2646625"/>
              <a:ext cx="569520" cy="2242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C6FB389C-969F-47F6-9B9D-EBE3D6E22BC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770029" y="2628625"/>
                <a:ext cx="605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2F02BF07-CFE6-4B9B-BA59-43B483C04C4A}"/>
                  </a:ext>
                </a:extLst>
              </p14:cNvPr>
              <p14:cNvContentPartPr/>
              <p14:nvPr/>
            </p14:nvContentPartPr>
            <p14:xfrm>
              <a:off x="10323909" y="2874865"/>
              <a:ext cx="447120" cy="3852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2F02BF07-CFE6-4B9B-BA59-43B483C04C4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305909" y="2856865"/>
                <a:ext cx="48276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47F9E169-ACA9-425F-9323-3975AE36C61A}"/>
                  </a:ext>
                </a:extLst>
              </p14:cNvPr>
              <p14:cNvContentPartPr/>
              <p14:nvPr/>
            </p14:nvContentPartPr>
            <p14:xfrm>
              <a:off x="9213669" y="3021745"/>
              <a:ext cx="970200" cy="21888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47F9E169-ACA9-425F-9323-3975AE36C61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195669" y="3004076"/>
                <a:ext cx="1005840" cy="254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B6DD9061-2378-4309-8EC5-5F73D20F3CD1}"/>
                  </a:ext>
                </a:extLst>
              </p14:cNvPr>
              <p14:cNvContentPartPr/>
              <p14:nvPr/>
            </p14:nvContentPartPr>
            <p14:xfrm>
              <a:off x="11124549" y="2867665"/>
              <a:ext cx="380160" cy="2800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B6DD9061-2378-4309-8EC5-5F73D20F3CD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106909" y="2850025"/>
                <a:ext cx="4158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E9BFDFE7-C0C4-4D22-8ADC-CC89E836E511}"/>
                  </a:ext>
                </a:extLst>
              </p14:cNvPr>
              <p14:cNvContentPartPr/>
              <p14:nvPr/>
            </p14:nvContentPartPr>
            <p14:xfrm>
              <a:off x="9384309" y="3310105"/>
              <a:ext cx="2574000" cy="7603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E9BFDFE7-C0C4-4D22-8ADC-CC89E836E51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366669" y="3292465"/>
                <a:ext cx="2609640" cy="79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2C7AE4DD-5F2B-4388-AF9F-2341A8CF3E1E}"/>
                  </a:ext>
                </a:extLst>
              </p14:cNvPr>
              <p14:cNvContentPartPr/>
              <p14:nvPr/>
            </p14:nvContentPartPr>
            <p14:xfrm>
              <a:off x="7333029" y="4543105"/>
              <a:ext cx="87840" cy="21549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2C7AE4DD-5F2B-4388-AF9F-2341A8CF3E1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315389" y="4525105"/>
                <a:ext cx="123480" cy="21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438DB84D-134B-4067-A235-ABDF959F30F6}"/>
                  </a:ext>
                </a:extLst>
              </p14:cNvPr>
              <p14:cNvContentPartPr/>
              <p14:nvPr/>
            </p14:nvContentPartPr>
            <p14:xfrm>
              <a:off x="1062189" y="4769185"/>
              <a:ext cx="378000" cy="2142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438DB84D-134B-4067-A235-ABDF959F30F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44549" y="4751545"/>
                <a:ext cx="4136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C7060E87-557C-4960-A4C1-49B7D3FB6D2D}"/>
                  </a:ext>
                </a:extLst>
              </p14:cNvPr>
              <p14:cNvContentPartPr/>
              <p14:nvPr/>
            </p14:nvContentPartPr>
            <p14:xfrm>
              <a:off x="1717749" y="4743625"/>
              <a:ext cx="268920" cy="2653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C7060E87-557C-4960-A4C1-49B7D3FB6D2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700109" y="4725625"/>
                <a:ext cx="30456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1BCB525E-B3AB-4462-8E73-80250C851D2A}"/>
                  </a:ext>
                </a:extLst>
              </p14:cNvPr>
              <p14:cNvContentPartPr/>
              <p14:nvPr/>
            </p14:nvContentPartPr>
            <p14:xfrm>
              <a:off x="2367549" y="4599265"/>
              <a:ext cx="1477800" cy="8197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1BCB525E-B3AB-4462-8E73-80250C851D2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349909" y="4581625"/>
                <a:ext cx="1513440" cy="8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21EA2235-B0C7-4DE6-89F8-8BF3B56581B5}"/>
                  </a:ext>
                </a:extLst>
              </p14:cNvPr>
              <p14:cNvContentPartPr/>
              <p14:nvPr/>
            </p14:nvContentPartPr>
            <p14:xfrm>
              <a:off x="1755909" y="5197585"/>
              <a:ext cx="163080" cy="32112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21EA2235-B0C7-4DE6-89F8-8BF3B56581B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737909" y="5179585"/>
                <a:ext cx="1987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16F152E1-553F-4631-8EB0-9F4BB5C9B998}"/>
                  </a:ext>
                </a:extLst>
              </p14:cNvPr>
              <p14:cNvContentPartPr/>
              <p14:nvPr/>
            </p14:nvContentPartPr>
            <p14:xfrm>
              <a:off x="986229" y="5206945"/>
              <a:ext cx="417960" cy="2095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16F152E1-553F-4631-8EB0-9F4BB5C9B99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8589" y="5188945"/>
                <a:ext cx="453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8CC0D474-3ACD-4B84-BE89-48AA3EA0035D}"/>
                  </a:ext>
                </a:extLst>
              </p14:cNvPr>
              <p14:cNvContentPartPr/>
              <p14:nvPr/>
            </p14:nvContentPartPr>
            <p14:xfrm>
              <a:off x="5851989" y="5076985"/>
              <a:ext cx="545400" cy="39780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8CC0D474-3ACD-4B84-BE89-48AA3EA0035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834349" y="5059345"/>
                <a:ext cx="58104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27C7943A-6C5A-45B1-9BF0-B3545D355BC4}"/>
                  </a:ext>
                </a:extLst>
              </p14:cNvPr>
              <p14:cNvContentPartPr/>
              <p14:nvPr/>
            </p14:nvContentPartPr>
            <p14:xfrm>
              <a:off x="5365989" y="5119465"/>
              <a:ext cx="304920" cy="33660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27C7943A-6C5A-45B1-9BF0-B3545D355BC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348328" y="5101465"/>
                <a:ext cx="340602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BD38C1A8-2625-405F-B762-9CBB3C2A78C6}"/>
                  </a:ext>
                </a:extLst>
              </p14:cNvPr>
              <p14:cNvContentPartPr/>
              <p14:nvPr/>
            </p14:nvContentPartPr>
            <p14:xfrm>
              <a:off x="4888629" y="5103265"/>
              <a:ext cx="355320" cy="32580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BD38C1A8-2625-405F-B762-9CBB3C2A78C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870629" y="5085285"/>
                <a:ext cx="390960" cy="361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A334483D-BDAE-4E68-B941-6AA10DF9A8DB}"/>
                  </a:ext>
                </a:extLst>
              </p14:cNvPr>
              <p14:cNvContentPartPr/>
              <p14:nvPr/>
            </p14:nvContentPartPr>
            <p14:xfrm>
              <a:off x="4155669" y="5038465"/>
              <a:ext cx="559800" cy="45684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A334483D-BDAE-4E68-B941-6AA10DF9A8D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137669" y="5020825"/>
                <a:ext cx="59544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D43424E6-AD02-44E6-B911-522EA742EEC4}"/>
                  </a:ext>
                </a:extLst>
              </p14:cNvPr>
              <p14:cNvContentPartPr/>
              <p14:nvPr/>
            </p14:nvContentPartPr>
            <p14:xfrm>
              <a:off x="5564349" y="5671705"/>
              <a:ext cx="249480" cy="27612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D43424E6-AD02-44E6-B911-522EA742EEC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546349" y="5653705"/>
                <a:ext cx="2851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64290800-2854-4418-B60A-A9774C7D39B1}"/>
                  </a:ext>
                </a:extLst>
              </p14:cNvPr>
              <p14:cNvContentPartPr/>
              <p14:nvPr/>
            </p14:nvContentPartPr>
            <p14:xfrm>
              <a:off x="5211909" y="5649745"/>
              <a:ext cx="236160" cy="2984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64290800-2854-4418-B60A-A9774C7D39B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193909" y="5631745"/>
                <a:ext cx="2718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D547C49C-C0CC-41F6-BF16-11A143EA9583}"/>
                  </a:ext>
                </a:extLst>
              </p14:cNvPr>
              <p14:cNvContentPartPr/>
              <p14:nvPr/>
            </p14:nvContentPartPr>
            <p14:xfrm>
              <a:off x="3919869" y="5595025"/>
              <a:ext cx="734400" cy="35784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D547C49C-C0CC-41F6-BF16-11A143EA958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901869" y="5577025"/>
                <a:ext cx="77004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92E15F52-7F1A-4009-A0D7-79D5CBF95E05}"/>
                  </a:ext>
                </a:extLst>
              </p14:cNvPr>
              <p14:cNvContentPartPr/>
              <p14:nvPr/>
            </p14:nvContentPartPr>
            <p14:xfrm>
              <a:off x="2290509" y="5702665"/>
              <a:ext cx="1090440" cy="2559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92E15F52-7F1A-4009-A0D7-79D5CBF95E0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272509" y="5685025"/>
                <a:ext cx="112608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80062D1F-6813-429C-BFAE-4B604C3A2EB3}"/>
                  </a:ext>
                </a:extLst>
              </p14:cNvPr>
              <p14:cNvContentPartPr/>
              <p14:nvPr/>
            </p14:nvContentPartPr>
            <p14:xfrm>
              <a:off x="1785069" y="5706625"/>
              <a:ext cx="184320" cy="24804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80062D1F-6813-429C-BFAE-4B604C3A2EB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767429" y="5688625"/>
                <a:ext cx="21996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017A4052-56C3-4506-B18A-89E0FBE4197B}"/>
                  </a:ext>
                </a:extLst>
              </p14:cNvPr>
              <p14:cNvContentPartPr/>
              <p14:nvPr/>
            </p14:nvContentPartPr>
            <p14:xfrm>
              <a:off x="1082709" y="5673865"/>
              <a:ext cx="438480" cy="2782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017A4052-56C3-4506-B18A-89E0FBE4197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64709" y="5656225"/>
                <a:ext cx="4741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064ACA7F-869D-41F7-99E9-4B2D4B39C4F5}"/>
                  </a:ext>
                </a:extLst>
              </p14:cNvPr>
              <p14:cNvContentPartPr/>
              <p14:nvPr/>
            </p14:nvContentPartPr>
            <p14:xfrm>
              <a:off x="1789749" y="6268225"/>
              <a:ext cx="156960" cy="21168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064ACA7F-869D-41F7-99E9-4B2D4B39C4F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72109" y="6250225"/>
                <a:ext cx="1926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0422C228-E506-40D1-A4D0-E178E6A37264}"/>
                  </a:ext>
                </a:extLst>
              </p14:cNvPr>
              <p14:cNvContentPartPr/>
              <p14:nvPr/>
            </p14:nvContentPartPr>
            <p14:xfrm>
              <a:off x="4013469" y="6264265"/>
              <a:ext cx="295920" cy="2408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0422C228-E506-40D1-A4D0-E178E6A3726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995469" y="6246265"/>
                <a:ext cx="3315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87AC46C2-C604-4829-A906-B6FFB7422E33}"/>
                  </a:ext>
                </a:extLst>
              </p14:cNvPr>
              <p14:cNvContentPartPr/>
              <p14:nvPr/>
            </p14:nvContentPartPr>
            <p14:xfrm>
              <a:off x="6150429" y="6121345"/>
              <a:ext cx="278640" cy="1800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87AC46C2-C604-4829-A906-B6FFB7422E3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132429" y="6103705"/>
                <a:ext cx="3142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57B22909-8758-46DB-9EE2-4E72DB4A200A}"/>
                  </a:ext>
                </a:extLst>
              </p14:cNvPr>
              <p14:cNvContentPartPr/>
              <p14:nvPr/>
            </p14:nvContentPartPr>
            <p14:xfrm>
              <a:off x="6106869" y="6218545"/>
              <a:ext cx="565200" cy="29052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57B22909-8758-46DB-9EE2-4E72DB4A200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089229" y="6200545"/>
                <a:ext cx="6008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D113A62D-95BC-421C-9C0B-B0F8DE04A44C}"/>
                  </a:ext>
                </a:extLst>
              </p14:cNvPr>
              <p14:cNvContentPartPr/>
              <p14:nvPr/>
            </p14:nvContentPartPr>
            <p14:xfrm>
              <a:off x="4504149" y="6150865"/>
              <a:ext cx="1261800" cy="31932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D113A62D-95BC-421C-9C0B-B0F8DE04A44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486509" y="6133225"/>
                <a:ext cx="129744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9893C12D-0D86-413C-A4D2-06876EA1095E}"/>
                  </a:ext>
                </a:extLst>
              </p14:cNvPr>
              <p14:cNvContentPartPr/>
              <p14:nvPr/>
            </p14:nvContentPartPr>
            <p14:xfrm>
              <a:off x="2285829" y="6175345"/>
              <a:ext cx="1420920" cy="3373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9893C12D-0D86-413C-A4D2-06876EA1095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267829" y="6157345"/>
                <a:ext cx="145656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413EF04F-39FE-44D7-BDC4-14BBA5863D95}"/>
                  </a:ext>
                </a:extLst>
              </p14:cNvPr>
              <p14:cNvContentPartPr/>
              <p14:nvPr/>
            </p14:nvContentPartPr>
            <p14:xfrm>
              <a:off x="1120869" y="6241945"/>
              <a:ext cx="368280" cy="20412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413EF04F-39FE-44D7-BDC4-14BBA5863D9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03229" y="6223945"/>
                <a:ext cx="4039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FB523CD4-4DD0-4EF1-B320-959C080ADEA8}"/>
                  </a:ext>
                </a:extLst>
              </p14:cNvPr>
              <p14:cNvContentPartPr/>
              <p14:nvPr/>
            </p14:nvContentPartPr>
            <p14:xfrm>
              <a:off x="8585469" y="6016945"/>
              <a:ext cx="180360" cy="1332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FB523CD4-4DD0-4EF1-B320-959C080ADEA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567829" y="5999305"/>
                <a:ext cx="216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AC7E626C-852B-472A-B9A6-98477DAAA9B3}"/>
                  </a:ext>
                </a:extLst>
              </p14:cNvPr>
              <p14:cNvContentPartPr/>
              <p14:nvPr/>
            </p14:nvContentPartPr>
            <p14:xfrm>
              <a:off x="9015669" y="6030625"/>
              <a:ext cx="202680" cy="18648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AC7E626C-852B-472A-B9A6-98477DAAA9B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997669" y="6012985"/>
                <a:ext cx="2383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3BCC4133-D8D0-4FFE-AB3B-B1B8D717B755}"/>
                  </a:ext>
                </a:extLst>
              </p14:cNvPr>
              <p14:cNvContentPartPr/>
              <p14:nvPr/>
            </p14:nvContentPartPr>
            <p14:xfrm>
              <a:off x="10615509" y="5920825"/>
              <a:ext cx="1294200" cy="32544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3BCC4133-D8D0-4FFE-AB3B-B1B8D717B75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597869" y="5903185"/>
                <a:ext cx="132984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F602244A-FE38-41D9-AEC0-0DC6126C7D34}"/>
                  </a:ext>
                </a:extLst>
              </p14:cNvPr>
              <p14:cNvContentPartPr/>
              <p14:nvPr/>
            </p14:nvContentPartPr>
            <p14:xfrm>
              <a:off x="9374589" y="5969785"/>
              <a:ext cx="943200" cy="22752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F602244A-FE38-41D9-AEC0-0DC6126C7D3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356942" y="5952145"/>
                <a:ext cx="978854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62A496A7-8D9C-480F-844A-FD8349AE2C6C}"/>
                  </a:ext>
                </a:extLst>
              </p14:cNvPr>
              <p14:cNvContentPartPr/>
              <p14:nvPr/>
            </p14:nvContentPartPr>
            <p14:xfrm>
              <a:off x="10434069" y="6376585"/>
              <a:ext cx="77040" cy="32796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62A496A7-8D9C-480F-844A-FD8349AE2C6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416429" y="6358585"/>
                <a:ext cx="11268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13FE9D9A-EE9F-4876-A779-F8577D09ED1C}"/>
                  </a:ext>
                </a:extLst>
              </p14:cNvPr>
              <p14:cNvContentPartPr/>
              <p14:nvPr/>
            </p14:nvContentPartPr>
            <p14:xfrm>
              <a:off x="9743949" y="6313945"/>
              <a:ext cx="517680" cy="33948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13FE9D9A-EE9F-4876-A779-F8577D09ED1C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725949" y="6295945"/>
                <a:ext cx="55332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8ED61491-CFA1-420A-9A95-8AF6CD8778A3}"/>
                  </a:ext>
                </a:extLst>
              </p14:cNvPr>
              <p14:cNvContentPartPr/>
              <p14:nvPr/>
            </p14:nvContentPartPr>
            <p14:xfrm>
              <a:off x="8349669" y="4582705"/>
              <a:ext cx="3232800" cy="123084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8ED61491-CFA1-420A-9A95-8AF6CD8778A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332029" y="4565060"/>
                <a:ext cx="3268440" cy="1266490"/>
              </a:xfrm>
              <a:prstGeom prst="rect">
                <a:avLst/>
              </a:prstGeom>
            </p:spPr>
          </p:pic>
        </mc:Fallback>
      </mc:AlternateContent>
      <p:sp>
        <p:nvSpPr>
          <p:cNvPr id="56" name="Dreptunghi 55">
            <a:extLst>
              <a:ext uri="{FF2B5EF4-FFF2-40B4-BE49-F238E27FC236}">
                <a16:creationId xmlns:a16="http://schemas.microsoft.com/office/drawing/2014/main" id="{6E4557A1-4134-4162-9BE2-273A5F02E1EB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974082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EFF1D13-841A-45DA-A7C2-2999CDDD609D}"/>
                  </a:ext>
                </a:extLst>
              </p14:cNvPr>
              <p14:cNvContentPartPr/>
              <p14:nvPr/>
            </p14:nvContentPartPr>
            <p14:xfrm>
              <a:off x="4229469" y="351625"/>
              <a:ext cx="54360" cy="550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EFF1D13-841A-45DA-A7C2-2999CDDD60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1469" y="333985"/>
                <a:ext cx="900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E394EE6-07E8-4B12-8853-886278B71732}"/>
                  </a:ext>
                </a:extLst>
              </p14:cNvPr>
              <p14:cNvContentPartPr/>
              <p14:nvPr/>
            </p14:nvContentPartPr>
            <p14:xfrm>
              <a:off x="4270149" y="497065"/>
              <a:ext cx="36720" cy="381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E394EE6-07E8-4B12-8853-886278B717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52509" y="479065"/>
                <a:ext cx="723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F953EFE4-8EFE-4835-A922-684B7A4131B9}"/>
                  </a:ext>
                </a:extLst>
              </p14:cNvPr>
              <p14:cNvContentPartPr/>
              <p14:nvPr/>
            </p14:nvContentPartPr>
            <p14:xfrm>
              <a:off x="769869" y="148585"/>
              <a:ext cx="3242880" cy="5256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F953EFE4-8EFE-4835-A922-684B7A4131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1869" y="130933"/>
                <a:ext cx="3278520" cy="561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4FDD5C7-6C0F-4D34-BA5D-67A5C68993A9}"/>
                  </a:ext>
                </a:extLst>
              </p14:cNvPr>
              <p14:cNvContentPartPr/>
              <p14:nvPr/>
            </p14:nvContentPartPr>
            <p14:xfrm>
              <a:off x="8078949" y="336505"/>
              <a:ext cx="2520" cy="25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4FDD5C7-6C0F-4D34-BA5D-67A5C68993A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61309" y="318505"/>
                <a:ext cx="381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9A7F14E-1885-441E-BA05-B414156CA87A}"/>
                  </a:ext>
                </a:extLst>
              </p14:cNvPr>
              <p14:cNvContentPartPr/>
              <p14:nvPr/>
            </p14:nvContentPartPr>
            <p14:xfrm>
              <a:off x="8422389" y="47785"/>
              <a:ext cx="965160" cy="3614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9A7F14E-1885-441E-BA05-B414156CA8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04749" y="30145"/>
                <a:ext cx="100080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3EF6E3AB-0EB5-4387-BAEC-BB70720D7809}"/>
                  </a:ext>
                </a:extLst>
              </p14:cNvPr>
              <p14:cNvContentPartPr/>
              <p14:nvPr/>
            </p14:nvContentPartPr>
            <p14:xfrm>
              <a:off x="7137549" y="148945"/>
              <a:ext cx="775800" cy="3132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3EF6E3AB-0EB5-4387-BAEC-BB70720D78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19901" y="131305"/>
                <a:ext cx="811457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5D15ACFE-BA5F-458D-B34B-88979C0862E8}"/>
                  </a:ext>
                </a:extLst>
              </p14:cNvPr>
              <p14:cNvContentPartPr/>
              <p14:nvPr/>
            </p14:nvContentPartPr>
            <p14:xfrm>
              <a:off x="5452389" y="197905"/>
              <a:ext cx="206280" cy="237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5D15ACFE-BA5F-458D-B34B-88979C0862E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34749" y="179905"/>
                <a:ext cx="2419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3FA46C7F-B2B5-439E-B0AA-9CB0B3A8BB86}"/>
                  </a:ext>
                </a:extLst>
              </p14:cNvPr>
              <p14:cNvContentPartPr/>
              <p14:nvPr/>
            </p14:nvContentPartPr>
            <p14:xfrm>
              <a:off x="5871429" y="110425"/>
              <a:ext cx="1060200" cy="3024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3FA46C7F-B2B5-439E-B0AA-9CB0B3A8BB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53435" y="92785"/>
                <a:ext cx="1095828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9FD59455-9BF5-442D-BC24-7B623022FF5A}"/>
                  </a:ext>
                </a:extLst>
              </p14:cNvPr>
              <p14:cNvContentPartPr/>
              <p14:nvPr/>
            </p14:nvContentPartPr>
            <p14:xfrm>
              <a:off x="5370669" y="548545"/>
              <a:ext cx="4560120" cy="3952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9FD59455-9BF5-442D-BC24-7B623022FF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53029" y="530545"/>
                <a:ext cx="45957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4C575166-C688-4E3D-B6A4-49201FAD511F}"/>
                  </a:ext>
                </a:extLst>
              </p14:cNvPr>
              <p14:cNvContentPartPr/>
              <p14:nvPr/>
            </p14:nvContentPartPr>
            <p14:xfrm>
              <a:off x="10211949" y="525505"/>
              <a:ext cx="173160" cy="136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4C575166-C688-4E3D-B6A4-49201FAD511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94309" y="507505"/>
                <a:ext cx="2088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5DAB723E-DAC7-4C63-B8EC-7704AE88BE81}"/>
                  </a:ext>
                </a:extLst>
              </p14:cNvPr>
              <p14:cNvContentPartPr/>
              <p14:nvPr/>
            </p14:nvContentPartPr>
            <p14:xfrm>
              <a:off x="10260549" y="597505"/>
              <a:ext cx="156240" cy="900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5DAB723E-DAC7-4C63-B8EC-7704AE88BE8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42549" y="579505"/>
                <a:ext cx="1918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CE37D6CD-D6CD-4465-B84A-D3A188899830}"/>
                  </a:ext>
                </a:extLst>
              </p14:cNvPr>
              <p14:cNvContentPartPr/>
              <p14:nvPr/>
            </p14:nvContentPartPr>
            <p14:xfrm>
              <a:off x="10962189" y="283585"/>
              <a:ext cx="1063800" cy="3243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CE37D6CD-D6CD-4465-B84A-D3A18889983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944189" y="265925"/>
                <a:ext cx="1099440" cy="36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757EBFE-C18F-400E-82DB-46CBF9FDA02C}"/>
                  </a:ext>
                </a:extLst>
              </p14:cNvPr>
              <p14:cNvContentPartPr/>
              <p14:nvPr/>
            </p14:nvContentPartPr>
            <p14:xfrm>
              <a:off x="10573749" y="398785"/>
              <a:ext cx="153360" cy="2707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757EBFE-C18F-400E-82DB-46CBF9FDA02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56109" y="381122"/>
                <a:ext cx="189000" cy="3064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011FE85B-AE8F-4677-B716-D35A11B9D62A}"/>
                  </a:ext>
                </a:extLst>
              </p14:cNvPr>
              <p14:cNvContentPartPr/>
              <p14:nvPr/>
            </p14:nvContentPartPr>
            <p14:xfrm>
              <a:off x="1095429" y="2221585"/>
              <a:ext cx="2349006" cy="240336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011FE85B-AE8F-4677-B716-D35A11B9D62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77432" y="2203585"/>
                <a:ext cx="2384641" cy="24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6B7EB596-FD45-4E66-8EE3-1B2EDE894CFD}"/>
                  </a:ext>
                </a:extLst>
              </p14:cNvPr>
              <p14:cNvContentPartPr/>
              <p14:nvPr/>
            </p14:nvContentPartPr>
            <p14:xfrm>
              <a:off x="4053864" y="2392693"/>
              <a:ext cx="2349006" cy="24033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6B7EB596-FD45-4E66-8EE3-1B2EDE894CF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35867" y="2374693"/>
                <a:ext cx="2384641" cy="24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0373C114-72FA-42C8-87E6-1A6B1452D97D}"/>
                  </a:ext>
                </a:extLst>
              </p14:cNvPr>
              <p14:cNvContentPartPr/>
              <p14:nvPr/>
            </p14:nvContentPartPr>
            <p14:xfrm>
              <a:off x="10187720" y="2331732"/>
              <a:ext cx="1914486" cy="24033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0373C114-72FA-42C8-87E6-1A6B1452D97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170083" y="2313732"/>
                <a:ext cx="1950119" cy="24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F40EDDAC-7DD6-4128-9FA8-CE1881CA0DD5}"/>
                  </a:ext>
                </a:extLst>
              </p14:cNvPr>
              <p14:cNvContentPartPr/>
              <p14:nvPr/>
            </p14:nvContentPartPr>
            <p14:xfrm>
              <a:off x="302589" y="2331732"/>
              <a:ext cx="10125000" cy="2789173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F40EDDAC-7DD6-4128-9FA8-CE1881CA0DD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4949" y="2313733"/>
                <a:ext cx="10160640" cy="2824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BF2FB7AC-E52B-4D72-94F6-A83468EF9D06}"/>
                  </a:ext>
                </a:extLst>
              </p14:cNvPr>
              <p14:cNvContentPartPr/>
              <p14:nvPr/>
            </p14:nvContentPartPr>
            <p14:xfrm>
              <a:off x="1423269" y="3633025"/>
              <a:ext cx="351000" cy="12952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BF2FB7AC-E52B-4D72-94F6-A83468EF9D0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05629" y="3615385"/>
                <a:ext cx="386640" cy="13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973488B7-CCA3-4A22-811F-C6769943EA6C}"/>
                  </a:ext>
                </a:extLst>
              </p14:cNvPr>
              <p14:cNvContentPartPr/>
              <p14:nvPr/>
            </p14:nvContentPartPr>
            <p14:xfrm>
              <a:off x="345789" y="4533025"/>
              <a:ext cx="134640" cy="17748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973488B7-CCA3-4A22-811F-C6769943EA6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7789" y="4515025"/>
                <a:ext cx="1702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3F6021B3-72C7-410A-A853-157F204EE835}"/>
                  </a:ext>
                </a:extLst>
              </p14:cNvPr>
              <p14:cNvContentPartPr/>
              <p14:nvPr/>
            </p14:nvContentPartPr>
            <p14:xfrm>
              <a:off x="581949" y="4581985"/>
              <a:ext cx="250920" cy="17352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3F6021B3-72C7-410A-A853-157F204EE83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64284" y="4564345"/>
                <a:ext cx="286611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C08E39A6-6761-4DD1-874F-3FEAC886E7E8}"/>
                  </a:ext>
                </a:extLst>
              </p14:cNvPr>
              <p14:cNvContentPartPr/>
              <p14:nvPr/>
            </p14:nvContentPartPr>
            <p14:xfrm>
              <a:off x="3103749" y="1934545"/>
              <a:ext cx="346320" cy="30492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C08E39A6-6761-4DD1-874F-3FEAC886E7E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86109" y="1916926"/>
                <a:ext cx="381960" cy="340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723723BE-26F4-404A-9FB0-D5FFB86B3A82}"/>
                  </a:ext>
                </a:extLst>
              </p14:cNvPr>
              <p14:cNvContentPartPr/>
              <p14:nvPr/>
            </p14:nvContentPartPr>
            <p14:xfrm>
              <a:off x="1785069" y="1939225"/>
              <a:ext cx="293040" cy="2419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723723BE-26F4-404A-9FB0-D5FFB86B3A8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67407" y="1921585"/>
                <a:ext cx="328724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7D69B67B-D7BE-46F7-BF53-280B3E91516B}"/>
                  </a:ext>
                </a:extLst>
              </p14:cNvPr>
              <p14:cNvContentPartPr/>
              <p14:nvPr/>
            </p14:nvContentPartPr>
            <p14:xfrm>
              <a:off x="4919949" y="1991425"/>
              <a:ext cx="244440" cy="31428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7D69B67B-D7BE-46F7-BF53-280B3E9151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01949" y="1973446"/>
                <a:ext cx="280080" cy="349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918CA2EE-7B5A-4795-9B3A-C7F20893A944}"/>
                  </a:ext>
                </a:extLst>
              </p14:cNvPr>
              <p14:cNvContentPartPr/>
              <p14:nvPr/>
            </p14:nvContentPartPr>
            <p14:xfrm>
              <a:off x="7808949" y="2039305"/>
              <a:ext cx="266400" cy="21924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918CA2EE-7B5A-4795-9B3A-C7F20893A94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791333" y="2021665"/>
                <a:ext cx="301992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5406DA6E-6776-4A03-809E-6208D2879470}"/>
                  </a:ext>
                </a:extLst>
              </p14:cNvPr>
              <p14:cNvContentPartPr/>
              <p14:nvPr/>
            </p14:nvContentPartPr>
            <p14:xfrm>
              <a:off x="5921469" y="1996105"/>
              <a:ext cx="431640" cy="32868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5406DA6E-6776-4A03-809E-6208D287947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03469" y="1978465"/>
                <a:ext cx="4672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BF4CEB06-561D-42C9-BFFD-5BA025A1AD7A}"/>
                  </a:ext>
                </a:extLst>
              </p14:cNvPr>
              <p14:cNvContentPartPr/>
              <p14:nvPr/>
            </p14:nvContentPartPr>
            <p14:xfrm>
              <a:off x="11078109" y="2110585"/>
              <a:ext cx="15480" cy="216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BF4CEB06-561D-42C9-BFFD-5BA025A1AD7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60469" y="2092585"/>
                <a:ext cx="51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1AEDA888-9BE5-46B7-ADDB-0AE08C066E34}"/>
                  </a:ext>
                </a:extLst>
              </p14:cNvPr>
              <p14:cNvContentPartPr/>
              <p14:nvPr/>
            </p14:nvContentPartPr>
            <p14:xfrm>
              <a:off x="11222829" y="2112385"/>
              <a:ext cx="15480" cy="36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1AEDA888-9BE5-46B7-ADDB-0AE08C066E3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204829" y="2094745"/>
                <a:ext cx="51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9BBBB513-B4DF-434E-BFD4-2284F06CAD05}"/>
                  </a:ext>
                </a:extLst>
              </p14:cNvPr>
              <p14:cNvContentPartPr/>
              <p14:nvPr/>
            </p14:nvContentPartPr>
            <p14:xfrm>
              <a:off x="11386269" y="2120665"/>
              <a:ext cx="12240" cy="144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9BBBB513-B4DF-434E-BFD4-2284F06CAD0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368629" y="2103025"/>
                <a:ext cx="478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F2D597C0-87D4-4443-A3A7-BAC98EC5B318}"/>
                  </a:ext>
                </a:extLst>
              </p14:cNvPr>
              <p14:cNvContentPartPr/>
              <p14:nvPr/>
            </p14:nvContentPartPr>
            <p14:xfrm>
              <a:off x="8330589" y="2112385"/>
              <a:ext cx="59040" cy="36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F2D597C0-87D4-4443-A3A7-BAC98EC5B31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312589" y="2094745"/>
                <a:ext cx="94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22BC05AC-90CE-46F2-81EF-8F64CF16AA66}"/>
                  </a:ext>
                </a:extLst>
              </p14:cNvPr>
              <p14:cNvContentPartPr/>
              <p14:nvPr/>
            </p14:nvContentPartPr>
            <p14:xfrm>
              <a:off x="8522829" y="2114185"/>
              <a:ext cx="10080" cy="324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22BC05AC-90CE-46F2-81EF-8F64CF16AA6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505189" y="2096545"/>
                <a:ext cx="45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4A81BD8B-A10A-45EF-A4CC-08884287D2D1}"/>
                  </a:ext>
                </a:extLst>
              </p14:cNvPr>
              <p14:cNvContentPartPr/>
              <p14:nvPr/>
            </p14:nvContentPartPr>
            <p14:xfrm>
              <a:off x="8640189" y="2121745"/>
              <a:ext cx="9000" cy="36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4A81BD8B-A10A-45EF-A4CC-08884287D2D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622549" y="2104105"/>
                <a:ext cx="44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0A97AC5A-0649-4141-98CB-503ED7942265}"/>
                  </a:ext>
                </a:extLst>
              </p14:cNvPr>
              <p14:cNvContentPartPr/>
              <p14:nvPr/>
            </p14:nvContentPartPr>
            <p14:xfrm>
              <a:off x="5482269" y="2103025"/>
              <a:ext cx="8640" cy="540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0A97AC5A-0649-4141-98CB-503ED79422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64629" y="2085025"/>
                <a:ext cx="442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6F0026DE-8AB6-4EEA-8616-B898F9941237}"/>
                  </a:ext>
                </a:extLst>
              </p14:cNvPr>
              <p14:cNvContentPartPr/>
              <p14:nvPr/>
            </p14:nvContentPartPr>
            <p14:xfrm>
              <a:off x="2612709" y="2025985"/>
              <a:ext cx="14760" cy="36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6F0026DE-8AB6-4EEA-8616-B898F994123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95069" y="2007985"/>
                <a:ext cx="50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D2025335-7F55-49B3-91F0-504E1D9C7BED}"/>
                  </a:ext>
                </a:extLst>
              </p14:cNvPr>
              <p14:cNvContentPartPr/>
              <p14:nvPr/>
            </p14:nvContentPartPr>
            <p14:xfrm>
              <a:off x="11674989" y="1908265"/>
              <a:ext cx="391680" cy="34524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D2025335-7F55-49B3-91F0-504E1D9C7BE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657349" y="1890265"/>
                <a:ext cx="42732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B1247031-A21D-47FD-B8F3-D5A0EC32D6B8}"/>
                  </a:ext>
                </a:extLst>
              </p14:cNvPr>
              <p14:cNvContentPartPr/>
              <p14:nvPr/>
            </p14:nvContentPartPr>
            <p14:xfrm>
              <a:off x="2747709" y="1997185"/>
              <a:ext cx="130320" cy="2232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B1247031-A21D-47FD-B8F3-D5A0EC32D6B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730069" y="1979185"/>
                <a:ext cx="1659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9DB48248-8632-4691-853E-C1E4D355613A}"/>
                  </a:ext>
                </a:extLst>
              </p14:cNvPr>
              <p14:cNvContentPartPr/>
              <p14:nvPr/>
            </p14:nvContentPartPr>
            <p14:xfrm>
              <a:off x="5630589" y="2107705"/>
              <a:ext cx="84960" cy="1152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9DB48248-8632-4691-853E-C1E4D355613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612589" y="2090065"/>
                <a:ext cx="1206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48C777E0-0888-447E-842D-63255BDFA623}"/>
                  </a:ext>
                </a:extLst>
              </p14:cNvPr>
              <p14:cNvContentPartPr/>
              <p14:nvPr/>
            </p14:nvContentPartPr>
            <p14:xfrm>
              <a:off x="10417149" y="2011225"/>
              <a:ext cx="405000" cy="28368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48C777E0-0888-447E-842D-63255BDFA62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399149" y="1993585"/>
                <a:ext cx="4406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8B458E1F-C78D-43B5-A6D4-A8998514944A}"/>
                  </a:ext>
                </a:extLst>
              </p14:cNvPr>
              <p14:cNvContentPartPr/>
              <p14:nvPr/>
            </p14:nvContentPartPr>
            <p14:xfrm>
              <a:off x="8878149" y="1977745"/>
              <a:ext cx="289440" cy="29124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8B458E1F-C78D-43B5-A6D4-A8998514944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860149" y="1960083"/>
                <a:ext cx="325080" cy="326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CA5AFF07-B119-4E09-A8DA-A55F217CD512}"/>
                  </a:ext>
                </a:extLst>
              </p14:cNvPr>
              <p14:cNvContentPartPr/>
              <p14:nvPr/>
            </p14:nvContentPartPr>
            <p14:xfrm>
              <a:off x="2536389" y="3384265"/>
              <a:ext cx="9111240" cy="313632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CA5AFF07-B119-4E09-A8DA-A55F217CD51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518389" y="3366267"/>
                <a:ext cx="9146880" cy="31719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18" name="Cerneală 317">
                <a:extLst>
                  <a:ext uri="{FF2B5EF4-FFF2-40B4-BE49-F238E27FC236}">
                    <a16:creationId xmlns:a16="http://schemas.microsoft.com/office/drawing/2014/main" id="{71C70E97-7D29-4FFB-ADA3-B58A7C585D48}"/>
                  </a:ext>
                </a:extLst>
              </p14:cNvPr>
              <p14:cNvContentPartPr/>
              <p14:nvPr/>
            </p14:nvContentPartPr>
            <p14:xfrm>
              <a:off x="230589" y="5076625"/>
              <a:ext cx="2158920" cy="1678320"/>
            </p14:xfrm>
          </p:contentPart>
        </mc:Choice>
        <mc:Fallback xmlns="">
          <p:pic>
            <p:nvPicPr>
              <p:cNvPr id="318" name="Cerneală 317">
                <a:extLst>
                  <a:ext uri="{FF2B5EF4-FFF2-40B4-BE49-F238E27FC236}">
                    <a16:creationId xmlns:a16="http://schemas.microsoft.com/office/drawing/2014/main" id="{71C70E97-7D29-4FFB-ADA3-B58A7C585D4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12949" y="5058981"/>
                <a:ext cx="2194560" cy="1713968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Dreptunghi 41">
            <a:extLst>
              <a:ext uri="{FF2B5EF4-FFF2-40B4-BE49-F238E27FC236}">
                <a16:creationId xmlns:a16="http://schemas.microsoft.com/office/drawing/2014/main" id="{E0AB30E4-A90F-4781-8F21-85C9C47EDE66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4109468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0987039D-C803-42AB-912E-F2E6B09BC6C1}"/>
                  </a:ext>
                </a:extLst>
              </p14:cNvPr>
              <p14:cNvContentPartPr/>
              <p14:nvPr/>
            </p14:nvContentPartPr>
            <p14:xfrm>
              <a:off x="1034468" y="697600"/>
              <a:ext cx="2349006" cy="2403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0987039D-C803-42AB-912E-F2E6B09BC6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6471" y="679600"/>
                <a:ext cx="2384641" cy="24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B7D5948B-F7C0-4B58-9245-C3F4063EE48F}"/>
                  </a:ext>
                </a:extLst>
              </p14:cNvPr>
              <p14:cNvContentPartPr/>
              <p14:nvPr/>
            </p14:nvContentPartPr>
            <p14:xfrm>
              <a:off x="3992903" y="868708"/>
              <a:ext cx="2349006" cy="2403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B7D5948B-F7C0-4B58-9245-C3F4063EE4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4906" y="850708"/>
                <a:ext cx="2384641" cy="24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54960A83-DCCB-49CA-AE0A-00245BF60492}"/>
                  </a:ext>
                </a:extLst>
              </p14:cNvPr>
              <p14:cNvContentPartPr/>
              <p14:nvPr/>
            </p14:nvContentPartPr>
            <p14:xfrm>
              <a:off x="10126759" y="807747"/>
              <a:ext cx="1914486" cy="2403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54960A83-DCCB-49CA-AE0A-00245BF604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09122" y="789747"/>
                <a:ext cx="1950119" cy="24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1628A133-7AFE-4713-9383-035884251A36}"/>
                  </a:ext>
                </a:extLst>
              </p14:cNvPr>
              <p14:cNvContentPartPr/>
              <p14:nvPr/>
            </p14:nvContentPartPr>
            <p14:xfrm>
              <a:off x="241628" y="807747"/>
              <a:ext cx="10125000" cy="2789173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1628A133-7AFE-4713-9383-035884251A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988" y="789748"/>
                <a:ext cx="10160640" cy="2824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AF1A4576-979D-412F-B4C4-265958F2AA2C}"/>
                  </a:ext>
                </a:extLst>
              </p14:cNvPr>
              <p14:cNvContentPartPr/>
              <p14:nvPr/>
            </p14:nvContentPartPr>
            <p14:xfrm>
              <a:off x="1362308" y="2109040"/>
              <a:ext cx="351000" cy="12952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AF1A4576-979D-412F-B4C4-265958F2AA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4668" y="2091400"/>
                <a:ext cx="386640" cy="13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4A89466-96BD-4253-AEF5-BCCE51DEB710}"/>
                  </a:ext>
                </a:extLst>
              </p14:cNvPr>
              <p14:cNvContentPartPr/>
              <p14:nvPr/>
            </p14:nvContentPartPr>
            <p14:xfrm>
              <a:off x="284828" y="3009040"/>
              <a:ext cx="134640" cy="1774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4A89466-96BD-4253-AEF5-BCCE51DEB71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6828" y="2991040"/>
                <a:ext cx="1702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6512611-97F5-4885-8081-D38F18486D7B}"/>
                  </a:ext>
                </a:extLst>
              </p14:cNvPr>
              <p14:cNvContentPartPr/>
              <p14:nvPr/>
            </p14:nvContentPartPr>
            <p14:xfrm>
              <a:off x="520988" y="3058000"/>
              <a:ext cx="250920" cy="173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6512611-97F5-4885-8081-D38F18486D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3323" y="3040360"/>
                <a:ext cx="286611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C67BE61F-C0E6-44FD-92DE-1D349F62F17E}"/>
                  </a:ext>
                </a:extLst>
              </p14:cNvPr>
              <p14:cNvContentPartPr/>
              <p14:nvPr/>
            </p14:nvContentPartPr>
            <p14:xfrm>
              <a:off x="3042788" y="410560"/>
              <a:ext cx="346320" cy="304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C67BE61F-C0E6-44FD-92DE-1D349F62F1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25148" y="392941"/>
                <a:ext cx="381960" cy="340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4EA2D9C2-5FC9-43A3-8B34-04764F753074}"/>
                  </a:ext>
                </a:extLst>
              </p14:cNvPr>
              <p14:cNvContentPartPr/>
              <p14:nvPr/>
            </p14:nvContentPartPr>
            <p14:xfrm>
              <a:off x="1724108" y="415240"/>
              <a:ext cx="293040" cy="2419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4EA2D9C2-5FC9-43A3-8B34-04764F7530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06446" y="397600"/>
                <a:ext cx="328724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0A9FFC70-6ADC-4287-993C-F251EED5ED0F}"/>
                  </a:ext>
                </a:extLst>
              </p14:cNvPr>
              <p14:cNvContentPartPr/>
              <p14:nvPr/>
            </p14:nvContentPartPr>
            <p14:xfrm>
              <a:off x="4858988" y="467440"/>
              <a:ext cx="244440" cy="3142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0A9FFC70-6ADC-4287-993C-F251EED5ED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40988" y="449461"/>
                <a:ext cx="280080" cy="349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2AE7C7A-1F39-4026-ACAC-D410AA6D3205}"/>
                  </a:ext>
                </a:extLst>
              </p14:cNvPr>
              <p14:cNvContentPartPr/>
              <p14:nvPr/>
            </p14:nvContentPartPr>
            <p14:xfrm>
              <a:off x="7747988" y="515320"/>
              <a:ext cx="266400" cy="2192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2AE7C7A-1F39-4026-ACAC-D410AA6D320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30372" y="497680"/>
                <a:ext cx="301992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5288E29-3B4B-41BA-8F4C-0A8F50944CA8}"/>
                  </a:ext>
                </a:extLst>
              </p14:cNvPr>
              <p14:cNvContentPartPr/>
              <p14:nvPr/>
            </p14:nvContentPartPr>
            <p14:xfrm>
              <a:off x="5860508" y="472120"/>
              <a:ext cx="431640" cy="3286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5288E29-3B4B-41BA-8F4C-0A8F50944CA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42508" y="454480"/>
                <a:ext cx="4672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45A937E8-C7E1-4E91-AC3F-632D37C213FF}"/>
                  </a:ext>
                </a:extLst>
              </p14:cNvPr>
              <p14:cNvContentPartPr/>
              <p14:nvPr/>
            </p14:nvContentPartPr>
            <p14:xfrm>
              <a:off x="11017148" y="586600"/>
              <a:ext cx="15480" cy="21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45A937E8-C7E1-4E91-AC3F-632D37C213F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999508" y="568600"/>
                <a:ext cx="51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07105DC-7FC4-4842-9A69-E610CA1A2B3A}"/>
                  </a:ext>
                </a:extLst>
              </p14:cNvPr>
              <p14:cNvContentPartPr/>
              <p14:nvPr/>
            </p14:nvContentPartPr>
            <p14:xfrm>
              <a:off x="11161868" y="588400"/>
              <a:ext cx="1548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07105DC-7FC4-4842-9A69-E610CA1A2B3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143868" y="570760"/>
                <a:ext cx="51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0DD28AC-A1BB-495E-8976-59FA06B1F47B}"/>
                  </a:ext>
                </a:extLst>
              </p14:cNvPr>
              <p14:cNvContentPartPr/>
              <p14:nvPr/>
            </p14:nvContentPartPr>
            <p14:xfrm>
              <a:off x="11325308" y="596680"/>
              <a:ext cx="12240" cy="14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0DD28AC-A1BB-495E-8976-59FA06B1F4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307668" y="579040"/>
                <a:ext cx="478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F3F13C1-E35C-41D9-939B-8ED6C652309E}"/>
                  </a:ext>
                </a:extLst>
              </p14:cNvPr>
              <p14:cNvContentPartPr/>
              <p14:nvPr/>
            </p14:nvContentPartPr>
            <p14:xfrm>
              <a:off x="8269628" y="588400"/>
              <a:ext cx="59040" cy="3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F3F13C1-E35C-41D9-939B-8ED6C65230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251628" y="570760"/>
                <a:ext cx="94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8F3EA0B-182E-4C98-97E5-F4432982D175}"/>
                  </a:ext>
                </a:extLst>
              </p14:cNvPr>
              <p14:cNvContentPartPr/>
              <p14:nvPr/>
            </p14:nvContentPartPr>
            <p14:xfrm>
              <a:off x="8461868" y="590200"/>
              <a:ext cx="10080" cy="32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8F3EA0B-182E-4C98-97E5-F4432982D1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444228" y="572560"/>
                <a:ext cx="45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8702169-8C5C-4EEE-8645-3B98EB824CB5}"/>
                  </a:ext>
                </a:extLst>
              </p14:cNvPr>
              <p14:cNvContentPartPr/>
              <p14:nvPr/>
            </p14:nvContentPartPr>
            <p14:xfrm>
              <a:off x="8579228" y="597760"/>
              <a:ext cx="9000" cy="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8702169-8C5C-4EEE-8645-3B98EB824CB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61588" y="580120"/>
                <a:ext cx="44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25E904E5-8AA9-4DDD-9F78-37247EBD0B47}"/>
                  </a:ext>
                </a:extLst>
              </p14:cNvPr>
              <p14:cNvContentPartPr/>
              <p14:nvPr/>
            </p14:nvContentPartPr>
            <p14:xfrm>
              <a:off x="5421308" y="579040"/>
              <a:ext cx="8640" cy="54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25E904E5-8AA9-4DDD-9F78-37247EBD0B4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03668" y="561040"/>
                <a:ext cx="442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7AE8D567-6359-4524-BA21-4FD03963C6BD}"/>
                  </a:ext>
                </a:extLst>
              </p14:cNvPr>
              <p14:cNvContentPartPr/>
              <p14:nvPr/>
            </p14:nvContentPartPr>
            <p14:xfrm>
              <a:off x="2551748" y="502000"/>
              <a:ext cx="14760" cy="3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7AE8D567-6359-4524-BA21-4FD03963C6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34108" y="484000"/>
                <a:ext cx="50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5F971EB3-4035-4669-B73F-FE4CA6B76B86}"/>
                  </a:ext>
                </a:extLst>
              </p14:cNvPr>
              <p14:cNvContentPartPr/>
              <p14:nvPr/>
            </p14:nvContentPartPr>
            <p14:xfrm>
              <a:off x="11614028" y="384280"/>
              <a:ext cx="391680" cy="3452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5F971EB3-4035-4669-B73F-FE4CA6B76B8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596388" y="366280"/>
                <a:ext cx="42732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2351F04C-478D-4995-BD47-0C4CFA7EDA54}"/>
                  </a:ext>
                </a:extLst>
              </p14:cNvPr>
              <p14:cNvContentPartPr/>
              <p14:nvPr/>
            </p14:nvContentPartPr>
            <p14:xfrm>
              <a:off x="2686748" y="473200"/>
              <a:ext cx="130320" cy="223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2351F04C-478D-4995-BD47-0C4CFA7EDA5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669108" y="455200"/>
                <a:ext cx="1659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AEE3C5C-C7F6-461A-94EB-83A9DE09F1F6}"/>
                  </a:ext>
                </a:extLst>
              </p14:cNvPr>
              <p14:cNvContentPartPr/>
              <p14:nvPr/>
            </p14:nvContentPartPr>
            <p14:xfrm>
              <a:off x="5569628" y="583720"/>
              <a:ext cx="84960" cy="115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AEE3C5C-C7F6-461A-94EB-83A9DE09F1F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551628" y="566080"/>
                <a:ext cx="1206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0F92E59-2508-4501-9C2A-90D5DB0FFF98}"/>
                  </a:ext>
                </a:extLst>
              </p14:cNvPr>
              <p14:cNvContentPartPr/>
              <p14:nvPr/>
            </p14:nvContentPartPr>
            <p14:xfrm>
              <a:off x="10356188" y="487240"/>
              <a:ext cx="405000" cy="2836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0F92E59-2508-4501-9C2A-90D5DB0FFF9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338188" y="469600"/>
                <a:ext cx="4406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F76BF0E3-53E2-4781-B5C2-77E21F156CFE}"/>
                  </a:ext>
                </a:extLst>
              </p14:cNvPr>
              <p14:cNvContentPartPr/>
              <p14:nvPr/>
            </p14:nvContentPartPr>
            <p14:xfrm>
              <a:off x="8817188" y="453760"/>
              <a:ext cx="289440" cy="2912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F76BF0E3-53E2-4781-B5C2-77E21F156CF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799188" y="436098"/>
                <a:ext cx="325080" cy="326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D22D8E85-BB43-4A3B-B3C1-10F2D13C9C88}"/>
                  </a:ext>
                </a:extLst>
              </p14:cNvPr>
              <p14:cNvContentPartPr/>
              <p14:nvPr/>
            </p14:nvContentPartPr>
            <p14:xfrm>
              <a:off x="11587869" y="2685145"/>
              <a:ext cx="306360" cy="4093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D22D8E85-BB43-4A3B-B3C1-10F2D13C9C8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569869" y="2667145"/>
                <a:ext cx="3420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A21C1918-DEF3-4FC1-A210-1E81180CB4EA}"/>
                  </a:ext>
                </a:extLst>
              </p14:cNvPr>
              <p14:cNvContentPartPr/>
              <p14:nvPr/>
            </p14:nvContentPartPr>
            <p14:xfrm>
              <a:off x="287829" y="5399185"/>
              <a:ext cx="337320" cy="2520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A21C1918-DEF3-4FC1-A210-1E81180CB4E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70170" y="5381185"/>
                <a:ext cx="372998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02EBD4E0-6969-40E2-A6FE-1BEAF0F6CA22}"/>
                  </a:ext>
                </a:extLst>
              </p14:cNvPr>
              <p14:cNvContentPartPr/>
              <p14:nvPr/>
            </p14:nvContentPartPr>
            <p14:xfrm>
              <a:off x="274869" y="4949905"/>
              <a:ext cx="334080" cy="2728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02EBD4E0-6969-40E2-A6FE-1BEAF0F6CA2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57229" y="4932288"/>
                <a:ext cx="369720" cy="308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1B54807B-A738-4AA3-A49E-45E262AD8D44}"/>
                  </a:ext>
                </a:extLst>
              </p14:cNvPr>
              <p14:cNvContentPartPr/>
              <p14:nvPr/>
            </p14:nvContentPartPr>
            <p14:xfrm>
              <a:off x="821709" y="1611985"/>
              <a:ext cx="10444680" cy="50659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1B54807B-A738-4AA3-A49E-45E262AD8D4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04069" y="1593986"/>
                <a:ext cx="10480320" cy="5101557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Dreptunghi 30">
            <a:extLst>
              <a:ext uri="{FF2B5EF4-FFF2-40B4-BE49-F238E27FC236}">
                <a16:creationId xmlns:a16="http://schemas.microsoft.com/office/drawing/2014/main" id="{EF0306E7-29AE-430E-BC55-8B36722FA12F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2487592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F1750D8-71CE-44BA-95C3-B73F2F936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5488" y="777269"/>
            <a:ext cx="190142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5" name="Obiect 4">
            <a:extLst>
              <a:ext uri="{FF2B5EF4-FFF2-40B4-BE49-F238E27FC236}">
                <a16:creationId xmlns:a16="http://schemas.microsoft.com/office/drawing/2014/main" id="{AA4AD00C-DFF2-44E3-B06E-35BE5F0FF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912213"/>
              </p:ext>
            </p:extLst>
          </p:nvPr>
        </p:nvGraphicFramePr>
        <p:xfrm>
          <a:off x="701099" y="685830"/>
          <a:ext cx="10315792" cy="480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Bitmap Image" r:id="rId3" imgW="7314286" imgH="3390476" progId="Paint.Picture">
                  <p:embed/>
                </p:oleObj>
              </mc:Choice>
              <mc:Fallback>
                <p:oleObj name="Bitmap Image" r:id="rId3" imgW="7314286" imgH="3390476" progId="Paint.Picture">
                  <p:embed/>
                  <p:pic>
                    <p:nvPicPr>
                      <p:cNvPr id="3" name="Obiect 2">
                        <a:extLst>
                          <a:ext uri="{FF2B5EF4-FFF2-40B4-BE49-F238E27FC236}">
                            <a16:creationId xmlns:a16="http://schemas.microsoft.com/office/drawing/2014/main" id="{52A4772B-41DF-4DE0-B2E6-1610071AC9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99" y="685830"/>
                        <a:ext cx="10315792" cy="4800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A91ACB90-E77E-4D1F-814E-C6DA854FD0FD}"/>
                  </a:ext>
                </a:extLst>
              </p14:cNvPr>
              <p14:cNvContentPartPr/>
              <p14:nvPr/>
            </p14:nvContentPartPr>
            <p14:xfrm>
              <a:off x="530686" y="1798978"/>
              <a:ext cx="360" cy="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A91ACB90-E77E-4D1F-814E-C6DA854FD0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2686" y="178133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0FEC9636-8B79-4E1F-9C09-2AD9CA2078DF}"/>
                  </a:ext>
                </a:extLst>
              </p14:cNvPr>
              <p14:cNvContentPartPr/>
              <p14:nvPr/>
            </p14:nvContentPartPr>
            <p14:xfrm>
              <a:off x="1118926" y="2677018"/>
              <a:ext cx="111600" cy="2286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0FEC9636-8B79-4E1F-9C09-2AD9CA2078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1286" y="2659378"/>
                <a:ext cx="147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B4D53652-544A-402E-8CBB-8083B8B8825E}"/>
                  </a:ext>
                </a:extLst>
              </p14:cNvPr>
              <p14:cNvContentPartPr/>
              <p14:nvPr/>
            </p14:nvContentPartPr>
            <p14:xfrm>
              <a:off x="1194526" y="3091378"/>
              <a:ext cx="160200" cy="223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B4D53652-544A-402E-8CBB-8083B8B8825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76526" y="3073378"/>
                <a:ext cx="1958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38B242D-AF77-4975-BF7E-DBCC261A3FB0}"/>
                  </a:ext>
                </a:extLst>
              </p14:cNvPr>
              <p14:cNvContentPartPr/>
              <p14:nvPr/>
            </p14:nvContentPartPr>
            <p14:xfrm>
              <a:off x="1228726" y="3591418"/>
              <a:ext cx="188280" cy="1789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38B242D-AF77-4975-BF7E-DBCC261A3FB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10726" y="3573418"/>
                <a:ext cx="2239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0DF003FF-AC82-4BC2-9AB8-A2E562BAE7F2}"/>
                  </a:ext>
                </a:extLst>
              </p14:cNvPr>
              <p14:cNvContentPartPr/>
              <p14:nvPr/>
            </p14:nvContentPartPr>
            <p14:xfrm>
              <a:off x="1220806" y="3879778"/>
              <a:ext cx="145800" cy="1562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0DF003FF-AC82-4BC2-9AB8-A2E562BAE7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03166" y="3861778"/>
                <a:ext cx="1814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740558C0-EAA0-45B2-9E3D-C15D8211A246}"/>
                  </a:ext>
                </a:extLst>
              </p14:cNvPr>
              <p14:cNvContentPartPr/>
              <p14:nvPr/>
            </p14:nvContentPartPr>
            <p14:xfrm>
              <a:off x="1966366" y="2301538"/>
              <a:ext cx="33480" cy="1414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740558C0-EAA0-45B2-9E3D-C15D8211A24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48366" y="2283898"/>
                <a:ext cx="691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95768770-28AF-482D-AFB5-0AAEDD8D37D1}"/>
                  </a:ext>
                </a:extLst>
              </p14:cNvPr>
              <p14:cNvContentPartPr/>
              <p14:nvPr/>
            </p14:nvContentPartPr>
            <p14:xfrm>
              <a:off x="1850086" y="1917778"/>
              <a:ext cx="68040" cy="117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95768770-28AF-482D-AFB5-0AAEDD8D37D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32086" y="1899778"/>
                <a:ext cx="1036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39F496C8-076B-46F5-A25F-038933AA685C}"/>
                  </a:ext>
                </a:extLst>
              </p14:cNvPr>
              <p14:cNvContentPartPr/>
              <p14:nvPr/>
            </p14:nvContentPartPr>
            <p14:xfrm>
              <a:off x="2152846" y="5786338"/>
              <a:ext cx="360" cy="3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39F496C8-076B-46F5-A25F-038933AA685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34846" y="576833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265E7708-B806-4186-98AB-F6112D19F602}"/>
                  </a:ext>
                </a:extLst>
              </p14:cNvPr>
              <p14:cNvContentPartPr/>
              <p14:nvPr/>
            </p14:nvContentPartPr>
            <p14:xfrm>
              <a:off x="2654326" y="1640578"/>
              <a:ext cx="403920" cy="14994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265E7708-B806-4186-98AB-F6112D19F60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36686" y="1622938"/>
                <a:ext cx="439560" cy="15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8E383179-7B5B-43B6-8910-458357DCF04B}"/>
                  </a:ext>
                </a:extLst>
              </p14:cNvPr>
              <p14:cNvContentPartPr/>
              <p14:nvPr/>
            </p14:nvContentPartPr>
            <p14:xfrm>
              <a:off x="4762126" y="348538"/>
              <a:ext cx="300960" cy="2858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8E383179-7B5B-43B6-8910-458357DCF0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44465" y="330538"/>
                <a:ext cx="336643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60996232-1BC6-4AE3-B423-03CF96CD1E41}"/>
                  </a:ext>
                </a:extLst>
              </p14:cNvPr>
              <p14:cNvContentPartPr/>
              <p14:nvPr/>
            </p14:nvContentPartPr>
            <p14:xfrm>
              <a:off x="3845926" y="1120378"/>
              <a:ext cx="7735680" cy="51483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60996232-1BC6-4AE3-B423-03CF96CD1E4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828286" y="1057738"/>
                <a:ext cx="7816320" cy="5274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Dreptunghi 14">
            <a:extLst>
              <a:ext uri="{FF2B5EF4-FFF2-40B4-BE49-F238E27FC236}">
                <a16:creationId xmlns:a16="http://schemas.microsoft.com/office/drawing/2014/main" id="{6A2E8979-66A6-49D6-AD29-508400CFEEE3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2658358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F1750D8-71CE-44BA-95C3-B73F2F936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5488" y="777269"/>
            <a:ext cx="190142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5" name="Obiect 4">
            <a:extLst>
              <a:ext uri="{FF2B5EF4-FFF2-40B4-BE49-F238E27FC236}">
                <a16:creationId xmlns:a16="http://schemas.microsoft.com/office/drawing/2014/main" id="{AA4AD00C-DFF2-44E3-B06E-35BE5F0FF2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271" y="365300"/>
          <a:ext cx="10315792" cy="480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Bitmap Image" r:id="rId3" imgW="7314286" imgH="3390476" progId="Paint.Picture">
                  <p:embed/>
                </p:oleObj>
              </mc:Choice>
              <mc:Fallback>
                <p:oleObj name="Bitmap Image" r:id="rId3" imgW="7314286" imgH="3390476" progId="Paint.Picture">
                  <p:embed/>
                  <p:pic>
                    <p:nvPicPr>
                      <p:cNvPr id="5" name="Obiect 4">
                        <a:extLst>
                          <a:ext uri="{FF2B5EF4-FFF2-40B4-BE49-F238E27FC236}">
                            <a16:creationId xmlns:a16="http://schemas.microsoft.com/office/drawing/2014/main" id="{AA4AD00C-DFF2-44E3-B06E-35BE5F0FF2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71" y="365300"/>
                        <a:ext cx="10315792" cy="4800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reptunghi 3">
            <a:extLst>
              <a:ext uri="{FF2B5EF4-FFF2-40B4-BE49-F238E27FC236}">
                <a16:creationId xmlns:a16="http://schemas.microsoft.com/office/drawing/2014/main" id="{702B47D0-2852-4079-B02A-AB7B17AB6C67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1662380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69E1520-7E0B-481D-A16C-2E01302953F8}"/>
              </a:ext>
            </a:extLst>
          </p:cNvPr>
          <p:cNvSpPr/>
          <p:nvPr/>
        </p:nvSpPr>
        <p:spPr>
          <a:xfrm>
            <a:off x="243903" y="137196"/>
            <a:ext cx="83209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3. Utilizarea MUX în implementarea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</a:rPr>
              <a:t>funcţiilor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 binare</a:t>
            </a:r>
            <a:endParaRPr lang="en-US" b="1" dirty="0">
              <a:latin typeface="Tahoma" panose="020B0604030504040204" pitchFamily="34" charset="0"/>
              <a:ea typeface="Times New Roman" panose="02020603050405020304" pitchFamily="18" charset="0"/>
            </a:endParaRPr>
          </a:p>
          <a:p>
            <a:r>
              <a:rPr lang="en-US" b="1" dirty="0"/>
              <a:t>      </a:t>
            </a:r>
            <a:r>
              <a:rPr lang="ro-RO" b="1" dirty="0"/>
              <a:t>Numărul intrărilor de </a:t>
            </a:r>
            <a:r>
              <a:rPr lang="ro-RO" b="1" dirty="0" err="1"/>
              <a:t>selecţie</a:t>
            </a:r>
            <a:r>
              <a:rPr lang="ro-RO" b="1" dirty="0"/>
              <a:t> este egal cu numărul variabilelor </a:t>
            </a:r>
            <a:r>
              <a:rPr lang="ro-RO" b="1" dirty="0" err="1"/>
              <a:t>funcţiei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FE36E92-C818-46F1-B1DC-D51D121BC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1417342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DEAF1808-3B8D-4446-9B53-06D4B9FA4A1C}"/>
                  </a:ext>
                </a:extLst>
              </p14:cNvPr>
              <p14:cNvContentPartPr/>
              <p14:nvPr/>
            </p14:nvContentPartPr>
            <p14:xfrm>
              <a:off x="384669" y="1232185"/>
              <a:ext cx="1572120" cy="1875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DEAF1808-3B8D-4446-9B53-06D4B9FA4A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669" y="1214545"/>
                <a:ext cx="16077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92924C7-F74D-41C2-BA61-9AABE018A3B1}"/>
                  </a:ext>
                </a:extLst>
              </p14:cNvPr>
              <p14:cNvContentPartPr/>
              <p14:nvPr/>
            </p14:nvContentPartPr>
            <p14:xfrm>
              <a:off x="731349" y="768505"/>
              <a:ext cx="1646280" cy="3751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92924C7-F74D-41C2-BA61-9AABE018A3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349" y="750865"/>
                <a:ext cx="168192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D0FFB3B-C6A5-4358-AE22-B4DCDD122A8D}"/>
                  </a:ext>
                </a:extLst>
              </p14:cNvPr>
              <p14:cNvContentPartPr/>
              <p14:nvPr/>
            </p14:nvContentPartPr>
            <p14:xfrm>
              <a:off x="5726709" y="905305"/>
              <a:ext cx="449280" cy="1483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D0FFB3B-C6A5-4358-AE22-B4DCDD122A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08709" y="887665"/>
                <a:ext cx="48492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A5298A1-569F-4E2D-879B-4E689AFE7E62}"/>
                  </a:ext>
                </a:extLst>
              </p14:cNvPr>
              <p14:cNvContentPartPr/>
              <p14:nvPr/>
            </p14:nvContentPartPr>
            <p14:xfrm>
              <a:off x="6597909" y="862825"/>
              <a:ext cx="167760" cy="1620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A5298A1-569F-4E2D-879B-4E689AFE7E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79909" y="845185"/>
                <a:ext cx="2034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01C59E6-CAA9-47B0-8DFF-4621F217C68B}"/>
                  </a:ext>
                </a:extLst>
              </p14:cNvPr>
              <p14:cNvContentPartPr/>
              <p14:nvPr/>
            </p14:nvContentPartPr>
            <p14:xfrm>
              <a:off x="8201349" y="755185"/>
              <a:ext cx="41040" cy="2606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01C59E6-CAA9-47B0-8DFF-4621F217C68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83349" y="737185"/>
                <a:ext cx="766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6A7425EB-5E0F-468C-B4A6-09E4D2AE2685}"/>
                  </a:ext>
                </a:extLst>
              </p14:cNvPr>
              <p14:cNvContentPartPr/>
              <p14:nvPr/>
            </p14:nvContentPartPr>
            <p14:xfrm>
              <a:off x="10673829" y="809185"/>
              <a:ext cx="173520" cy="2217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6A7425EB-5E0F-468C-B4A6-09E4D2AE26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56189" y="791185"/>
                <a:ext cx="2091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05C7E96-D2B1-46F6-A897-3812D49EFBCF}"/>
                  </a:ext>
                </a:extLst>
              </p14:cNvPr>
              <p14:cNvContentPartPr/>
              <p14:nvPr/>
            </p14:nvContentPartPr>
            <p14:xfrm>
              <a:off x="11059029" y="821425"/>
              <a:ext cx="61560" cy="583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05C7E96-D2B1-46F6-A897-3812D49EFBC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041389" y="803785"/>
                <a:ext cx="97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4F5F31C-15CD-4D01-9641-C2E0A65C9A17}"/>
                  </a:ext>
                </a:extLst>
              </p14:cNvPr>
              <p14:cNvContentPartPr/>
              <p14:nvPr/>
            </p14:nvContentPartPr>
            <p14:xfrm>
              <a:off x="11063349" y="956425"/>
              <a:ext cx="61920" cy="648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4F5F31C-15CD-4D01-9641-C2E0A65C9A1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45349" y="938425"/>
                <a:ext cx="975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10455FC6-E4A8-4A4B-87F9-6C3CD779AE31}"/>
                  </a:ext>
                </a:extLst>
              </p14:cNvPr>
              <p14:cNvContentPartPr/>
              <p14:nvPr/>
            </p14:nvContentPartPr>
            <p14:xfrm>
              <a:off x="11271069" y="793345"/>
              <a:ext cx="160560" cy="2588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10455FC6-E4A8-4A4B-87F9-6C3CD779AE3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253069" y="775705"/>
                <a:ext cx="1962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91C627B3-B17F-4F67-A029-2EA781482EC9}"/>
                  </a:ext>
                </a:extLst>
              </p14:cNvPr>
              <p14:cNvContentPartPr/>
              <p14:nvPr/>
            </p14:nvContentPartPr>
            <p14:xfrm>
              <a:off x="11578149" y="1047145"/>
              <a:ext cx="15480" cy="118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91C627B3-B17F-4F67-A029-2EA781482EC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560149" y="1029145"/>
                <a:ext cx="511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36F63B44-3954-4931-A56C-02133B91653B}"/>
                  </a:ext>
                </a:extLst>
              </p14:cNvPr>
              <p14:cNvContentPartPr/>
              <p14:nvPr/>
            </p14:nvContentPartPr>
            <p14:xfrm>
              <a:off x="9800109" y="758425"/>
              <a:ext cx="694440" cy="2386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36F63B44-3954-4931-A56C-02133B91653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782469" y="740425"/>
                <a:ext cx="73008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04D5B2C-EC6C-48A5-A74A-25E266DFBDD4}"/>
                  </a:ext>
                </a:extLst>
              </p14:cNvPr>
              <p14:cNvContentPartPr/>
              <p14:nvPr/>
            </p14:nvContentPartPr>
            <p14:xfrm>
              <a:off x="8691309" y="811705"/>
              <a:ext cx="336240" cy="2239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04D5B2C-EC6C-48A5-A74A-25E266DFBDD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673650" y="793705"/>
                <a:ext cx="371918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5EC0123A-0C9F-49C4-AF4E-A70F27AF56BB}"/>
                  </a:ext>
                </a:extLst>
              </p14:cNvPr>
              <p14:cNvContentPartPr/>
              <p14:nvPr/>
            </p14:nvContentPartPr>
            <p14:xfrm>
              <a:off x="6980589" y="679945"/>
              <a:ext cx="1098720" cy="3574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5EC0123A-0C9F-49C4-AF4E-A70F27AF56B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62595" y="661963"/>
                <a:ext cx="1134348" cy="393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F42DF247-9E1F-4CA1-986A-152FE10CD4E3}"/>
                  </a:ext>
                </a:extLst>
              </p14:cNvPr>
              <p14:cNvContentPartPr/>
              <p14:nvPr/>
            </p14:nvContentPartPr>
            <p14:xfrm>
              <a:off x="4405509" y="843025"/>
              <a:ext cx="698400" cy="2440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F42DF247-9E1F-4CA1-986A-152FE10CD4E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87518" y="825359"/>
                <a:ext cx="734022" cy="279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8CCA1306-2E43-4A47-8926-A39084954211}"/>
                  </a:ext>
                </a:extLst>
              </p14:cNvPr>
              <p14:cNvContentPartPr/>
              <p14:nvPr/>
            </p14:nvContentPartPr>
            <p14:xfrm>
              <a:off x="3512709" y="866065"/>
              <a:ext cx="483840" cy="2829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8CCA1306-2E43-4A47-8926-A3908495421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495056" y="848425"/>
                <a:ext cx="519507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288" name="Cerneală 9287">
                <a:extLst>
                  <a:ext uri="{FF2B5EF4-FFF2-40B4-BE49-F238E27FC236}">
                    <a16:creationId xmlns:a16="http://schemas.microsoft.com/office/drawing/2014/main" id="{03455453-F860-4549-8068-9452D4CFC405}"/>
                  </a:ext>
                </a:extLst>
              </p14:cNvPr>
              <p14:cNvContentPartPr/>
              <p14:nvPr/>
            </p14:nvContentPartPr>
            <p14:xfrm>
              <a:off x="1082709" y="5640025"/>
              <a:ext cx="308520" cy="218880"/>
            </p14:xfrm>
          </p:contentPart>
        </mc:Choice>
        <mc:Fallback xmlns="">
          <p:pic>
            <p:nvPicPr>
              <p:cNvPr id="9288" name="Cerneală 9287">
                <a:extLst>
                  <a:ext uri="{FF2B5EF4-FFF2-40B4-BE49-F238E27FC236}">
                    <a16:creationId xmlns:a16="http://schemas.microsoft.com/office/drawing/2014/main" id="{03455453-F860-4549-8068-9452D4CFC40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64709" y="5622385"/>
                <a:ext cx="344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289" name="Cerneală 9288">
                <a:extLst>
                  <a:ext uri="{FF2B5EF4-FFF2-40B4-BE49-F238E27FC236}">
                    <a16:creationId xmlns:a16="http://schemas.microsoft.com/office/drawing/2014/main" id="{A687FCE8-AC9B-4EE6-8B22-4467CDD993F2}"/>
                  </a:ext>
                </a:extLst>
              </p14:cNvPr>
              <p14:cNvContentPartPr/>
              <p14:nvPr/>
            </p14:nvContentPartPr>
            <p14:xfrm>
              <a:off x="668709" y="5620945"/>
              <a:ext cx="209160" cy="280800"/>
            </p14:xfrm>
          </p:contentPart>
        </mc:Choice>
        <mc:Fallback xmlns="">
          <p:pic>
            <p:nvPicPr>
              <p:cNvPr id="9289" name="Cerneală 9288">
                <a:extLst>
                  <a:ext uri="{FF2B5EF4-FFF2-40B4-BE49-F238E27FC236}">
                    <a16:creationId xmlns:a16="http://schemas.microsoft.com/office/drawing/2014/main" id="{A687FCE8-AC9B-4EE6-8B22-4467CDD993F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50709" y="5602968"/>
                <a:ext cx="244800" cy="316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290" name="Cerneală 9289">
                <a:extLst>
                  <a:ext uri="{FF2B5EF4-FFF2-40B4-BE49-F238E27FC236}">
                    <a16:creationId xmlns:a16="http://schemas.microsoft.com/office/drawing/2014/main" id="{38573CEC-C238-4DA2-87A8-73CB2232E912}"/>
                  </a:ext>
                </a:extLst>
              </p14:cNvPr>
              <p14:cNvContentPartPr/>
              <p14:nvPr/>
            </p14:nvContentPartPr>
            <p14:xfrm>
              <a:off x="1736829" y="5191105"/>
              <a:ext cx="271440" cy="248400"/>
            </p14:xfrm>
          </p:contentPart>
        </mc:Choice>
        <mc:Fallback xmlns="">
          <p:pic>
            <p:nvPicPr>
              <p:cNvPr id="9290" name="Cerneală 9289">
                <a:extLst>
                  <a:ext uri="{FF2B5EF4-FFF2-40B4-BE49-F238E27FC236}">
                    <a16:creationId xmlns:a16="http://schemas.microsoft.com/office/drawing/2014/main" id="{38573CEC-C238-4DA2-87A8-73CB2232E91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719189" y="5173131"/>
                <a:ext cx="307080" cy="283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291" name="Cerneală 9290">
                <a:extLst>
                  <a:ext uri="{FF2B5EF4-FFF2-40B4-BE49-F238E27FC236}">
                    <a16:creationId xmlns:a16="http://schemas.microsoft.com/office/drawing/2014/main" id="{DE1A0E99-9214-483E-A3DF-EC0F0AA312B5}"/>
                  </a:ext>
                </a:extLst>
              </p14:cNvPr>
              <p14:cNvContentPartPr/>
              <p14:nvPr/>
            </p14:nvContentPartPr>
            <p14:xfrm>
              <a:off x="1120869" y="5255185"/>
              <a:ext cx="336240" cy="182160"/>
            </p14:xfrm>
          </p:contentPart>
        </mc:Choice>
        <mc:Fallback xmlns="">
          <p:pic>
            <p:nvPicPr>
              <p:cNvPr id="9291" name="Cerneală 9290">
                <a:extLst>
                  <a:ext uri="{FF2B5EF4-FFF2-40B4-BE49-F238E27FC236}">
                    <a16:creationId xmlns:a16="http://schemas.microsoft.com/office/drawing/2014/main" id="{DE1A0E99-9214-483E-A3DF-EC0F0AA312B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03229" y="5237545"/>
                <a:ext cx="3718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292" name="Cerneală 9291">
                <a:extLst>
                  <a:ext uri="{FF2B5EF4-FFF2-40B4-BE49-F238E27FC236}">
                    <a16:creationId xmlns:a16="http://schemas.microsoft.com/office/drawing/2014/main" id="{31A0F7E2-CD8B-4AC6-ABDF-BA8CE62C55B7}"/>
                  </a:ext>
                </a:extLst>
              </p14:cNvPr>
              <p14:cNvContentPartPr/>
              <p14:nvPr/>
            </p14:nvContentPartPr>
            <p14:xfrm>
              <a:off x="620829" y="5226025"/>
              <a:ext cx="268920" cy="251280"/>
            </p14:xfrm>
          </p:contentPart>
        </mc:Choice>
        <mc:Fallback xmlns="">
          <p:pic>
            <p:nvPicPr>
              <p:cNvPr id="9292" name="Cerneală 9291">
                <a:extLst>
                  <a:ext uri="{FF2B5EF4-FFF2-40B4-BE49-F238E27FC236}">
                    <a16:creationId xmlns:a16="http://schemas.microsoft.com/office/drawing/2014/main" id="{31A0F7E2-CD8B-4AC6-ABDF-BA8CE62C55B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03189" y="5208360"/>
                <a:ext cx="304560" cy="2869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302" name="Cerneală 9301">
                <a:extLst>
                  <a:ext uri="{FF2B5EF4-FFF2-40B4-BE49-F238E27FC236}">
                    <a16:creationId xmlns:a16="http://schemas.microsoft.com/office/drawing/2014/main" id="{F6CC9131-64C7-4B6E-B0CD-529D66E47D18}"/>
                  </a:ext>
                </a:extLst>
              </p14:cNvPr>
              <p14:cNvContentPartPr/>
              <p14:nvPr/>
            </p14:nvContentPartPr>
            <p14:xfrm>
              <a:off x="1729269" y="6043225"/>
              <a:ext cx="370080" cy="305280"/>
            </p14:xfrm>
          </p:contentPart>
        </mc:Choice>
        <mc:Fallback xmlns="">
          <p:pic>
            <p:nvPicPr>
              <p:cNvPr id="9302" name="Cerneală 9301">
                <a:extLst>
                  <a:ext uri="{FF2B5EF4-FFF2-40B4-BE49-F238E27FC236}">
                    <a16:creationId xmlns:a16="http://schemas.microsoft.com/office/drawing/2014/main" id="{F6CC9131-64C7-4B6E-B0CD-529D66E47D1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711629" y="6025246"/>
                <a:ext cx="405720" cy="340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303" name="Cerneală 9302">
                <a:extLst>
                  <a:ext uri="{FF2B5EF4-FFF2-40B4-BE49-F238E27FC236}">
                    <a16:creationId xmlns:a16="http://schemas.microsoft.com/office/drawing/2014/main" id="{50A6F5FA-152C-43F6-A044-0E8B654BEB88}"/>
                  </a:ext>
                </a:extLst>
              </p14:cNvPr>
              <p14:cNvContentPartPr/>
              <p14:nvPr/>
            </p14:nvContentPartPr>
            <p14:xfrm>
              <a:off x="1159389" y="6102265"/>
              <a:ext cx="360360" cy="211320"/>
            </p14:xfrm>
          </p:contentPart>
        </mc:Choice>
        <mc:Fallback xmlns="">
          <p:pic>
            <p:nvPicPr>
              <p:cNvPr id="9303" name="Cerneală 9302">
                <a:extLst>
                  <a:ext uri="{FF2B5EF4-FFF2-40B4-BE49-F238E27FC236}">
                    <a16:creationId xmlns:a16="http://schemas.microsoft.com/office/drawing/2014/main" id="{50A6F5FA-152C-43F6-A044-0E8B654BEB8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41749" y="6084265"/>
                <a:ext cx="3960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304" name="Cerneală 9303">
                <a:extLst>
                  <a:ext uri="{FF2B5EF4-FFF2-40B4-BE49-F238E27FC236}">
                    <a16:creationId xmlns:a16="http://schemas.microsoft.com/office/drawing/2014/main" id="{4D338D2F-F3BF-4B26-97C0-0D0580093610}"/>
                  </a:ext>
                </a:extLst>
              </p14:cNvPr>
              <p14:cNvContentPartPr/>
              <p14:nvPr/>
            </p14:nvContentPartPr>
            <p14:xfrm>
              <a:off x="629109" y="6087505"/>
              <a:ext cx="398880" cy="306720"/>
            </p14:xfrm>
          </p:contentPart>
        </mc:Choice>
        <mc:Fallback xmlns="">
          <p:pic>
            <p:nvPicPr>
              <p:cNvPr id="9304" name="Cerneală 9303">
                <a:extLst>
                  <a:ext uri="{FF2B5EF4-FFF2-40B4-BE49-F238E27FC236}">
                    <a16:creationId xmlns:a16="http://schemas.microsoft.com/office/drawing/2014/main" id="{4D338D2F-F3BF-4B26-97C0-0D058009361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11125" y="6069865"/>
                <a:ext cx="434488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305" name="Cerneală 9304">
                <a:extLst>
                  <a:ext uri="{FF2B5EF4-FFF2-40B4-BE49-F238E27FC236}">
                    <a16:creationId xmlns:a16="http://schemas.microsoft.com/office/drawing/2014/main" id="{5394980A-3218-4C6D-A39F-AE22821A5AA3}"/>
                  </a:ext>
                </a:extLst>
              </p14:cNvPr>
              <p14:cNvContentPartPr/>
              <p14:nvPr/>
            </p14:nvContentPartPr>
            <p14:xfrm>
              <a:off x="1684269" y="5573065"/>
              <a:ext cx="496080" cy="323640"/>
            </p14:xfrm>
          </p:contentPart>
        </mc:Choice>
        <mc:Fallback xmlns="">
          <p:pic>
            <p:nvPicPr>
              <p:cNvPr id="9305" name="Cerneală 9304">
                <a:extLst>
                  <a:ext uri="{FF2B5EF4-FFF2-40B4-BE49-F238E27FC236}">
                    <a16:creationId xmlns:a16="http://schemas.microsoft.com/office/drawing/2014/main" id="{5394980A-3218-4C6D-A39F-AE22821A5AA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666629" y="5555085"/>
                <a:ext cx="531720" cy="3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317" name="Cerneală 9316">
                <a:extLst>
                  <a:ext uri="{FF2B5EF4-FFF2-40B4-BE49-F238E27FC236}">
                    <a16:creationId xmlns:a16="http://schemas.microsoft.com/office/drawing/2014/main" id="{D27B2E71-922A-4DDB-B830-4B959C7D291E}"/>
                  </a:ext>
                </a:extLst>
              </p14:cNvPr>
              <p14:cNvContentPartPr/>
              <p14:nvPr/>
            </p14:nvContentPartPr>
            <p14:xfrm>
              <a:off x="2447109" y="6087505"/>
              <a:ext cx="462600" cy="375120"/>
            </p14:xfrm>
          </p:contentPart>
        </mc:Choice>
        <mc:Fallback xmlns="">
          <p:pic>
            <p:nvPicPr>
              <p:cNvPr id="9317" name="Cerneală 9316">
                <a:extLst>
                  <a:ext uri="{FF2B5EF4-FFF2-40B4-BE49-F238E27FC236}">
                    <a16:creationId xmlns:a16="http://schemas.microsoft.com/office/drawing/2014/main" id="{D27B2E71-922A-4DDB-B830-4B959C7D291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429455" y="6069848"/>
                <a:ext cx="498268" cy="410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318" name="Cerneală 9317">
                <a:extLst>
                  <a:ext uri="{FF2B5EF4-FFF2-40B4-BE49-F238E27FC236}">
                    <a16:creationId xmlns:a16="http://schemas.microsoft.com/office/drawing/2014/main" id="{48E58A01-E070-439A-A5A6-634F89C093E7}"/>
                  </a:ext>
                </a:extLst>
              </p14:cNvPr>
              <p14:cNvContentPartPr/>
              <p14:nvPr/>
            </p14:nvContentPartPr>
            <p14:xfrm>
              <a:off x="2444949" y="5101105"/>
              <a:ext cx="538560" cy="844560"/>
            </p14:xfrm>
          </p:contentPart>
        </mc:Choice>
        <mc:Fallback xmlns="">
          <p:pic>
            <p:nvPicPr>
              <p:cNvPr id="9318" name="Cerneală 9317">
                <a:extLst>
                  <a:ext uri="{FF2B5EF4-FFF2-40B4-BE49-F238E27FC236}">
                    <a16:creationId xmlns:a16="http://schemas.microsoft.com/office/drawing/2014/main" id="{48E58A01-E070-439A-A5A6-634F89C093E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426949" y="5083105"/>
                <a:ext cx="574200" cy="8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384" name="Cerneală 9383">
                <a:extLst>
                  <a:ext uri="{FF2B5EF4-FFF2-40B4-BE49-F238E27FC236}">
                    <a16:creationId xmlns:a16="http://schemas.microsoft.com/office/drawing/2014/main" id="{C89A5C0E-D23E-42A5-AB84-B75AF90B1F93}"/>
                  </a:ext>
                </a:extLst>
              </p14:cNvPr>
              <p14:cNvContentPartPr/>
              <p14:nvPr/>
            </p14:nvContentPartPr>
            <p14:xfrm>
              <a:off x="320229" y="1709905"/>
              <a:ext cx="2631240" cy="2796120"/>
            </p14:xfrm>
          </p:contentPart>
        </mc:Choice>
        <mc:Fallback xmlns="">
          <p:pic>
            <p:nvPicPr>
              <p:cNvPr id="9384" name="Cerneală 9383">
                <a:extLst>
                  <a:ext uri="{FF2B5EF4-FFF2-40B4-BE49-F238E27FC236}">
                    <a16:creationId xmlns:a16="http://schemas.microsoft.com/office/drawing/2014/main" id="{C89A5C0E-D23E-42A5-AB84-B75AF90B1F9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02587" y="1692263"/>
                <a:ext cx="2666885" cy="2831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8699CA6-5910-41C3-A057-48ED20CF5B2B}"/>
                  </a:ext>
                </a:extLst>
              </p14:cNvPr>
              <p14:cNvContentPartPr/>
              <p14:nvPr/>
            </p14:nvContentPartPr>
            <p14:xfrm>
              <a:off x="3700629" y="1352065"/>
              <a:ext cx="8181360" cy="49737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8699CA6-5910-41C3-A057-48ED20CF5B2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682629" y="1334064"/>
                <a:ext cx="8217000" cy="5009403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reptunghi 31">
            <a:extLst>
              <a:ext uri="{FF2B5EF4-FFF2-40B4-BE49-F238E27FC236}">
                <a16:creationId xmlns:a16="http://schemas.microsoft.com/office/drawing/2014/main" id="{57E501CC-78D3-41B5-8F1E-5B7BFE5F39A9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A8A1885B-9D42-4B96-AA24-C60C90434CF5}"/>
                  </a:ext>
                </a:extLst>
              </p14:cNvPr>
              <p14:cNvContentPartPr/>
              <p14:nvPr/>
            </p14:nvContentPartPr>
            <p14:xfrm>
              <a:off x="4185549" y="3084025"/>
              <a:ext cx="142920" cy="2858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A8A1885B-9D42-4B96-AA24-C60C90434CF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167549" y="3048385"/>
                <a:ext cx="17856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8DC6B03-588A-4A99-8A57-1436D903AF44}"/>
                  </a:ext>
                </a:extLst>
              </p14:cNvPr>
              <p14:cNvContentPartPr/>
              <p14:nvPr/>
            </p14:nvContentPartPr>
            <p14:xfrm>
              <a:off x="4275909" y="3600625"/>
              <a:ext cx="138960" cy="2394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8DC6B03-588A-4A99-8A57-1436D903AF4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257909" y="3564985"/>
                <a:ext cx="1746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4195108-F21F-4A67-A904-08A91D7717EE}"/>
                  </a:ext>
                </a:extLst>
              </p14:cNvPr>
              <p14:cNvContentPartPr/>
              <p14:nvPr/>
            </p14:nvContentPartPr>
            <p14:xfrm>
              <a:off x="4306509" y="4037665"/>
              <a:ext cx="125640" cy="2192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4195108-F21F-4A67-A904-08A91D7717E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288509" y="4001665"/>
                <a:ext cx="1612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D534B28A-A31D-4423-90C8-32E4EA89AAB3}"/>
                  </a:ext>
                </a:extLst>
              </p14:cNvPr>
              <p14:cNvContentPartPr/>
              <p14:nvPr/>
            </p14:nvContentPartPr>
            <p14:xfrm>
              <a:off x="5457429" y="2131825"/>
              <a:ext cx="2020320" cy="37483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D534B28A-A31D-4423-90C8-32E4EA89AAB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439429" y="2095825"/>
                <a:ext cx="2055960" cy="38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FEC246B8-97D8-48B6-9284-6CB7CB985DC5}"/>
                  </a:ext>
                </a:extLst>
              </p14:cNvPr>
              <p14:cNvContentPartPr/>
              <p14:nvPr/>
            </p14:nvContentPartPr>
            <p14:xfrm>
              <a:off x="6544989" y="3747865"/>
              <a:ext cx="284760" cy="3322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FEC246B8-97D8-48B6-9284-6CB7CB985DC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27349" y="3712225"/>
                <a:ext cx="32040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8820858-B052-477E-B0C5-692BF16D2510}"/>
                  </a:ext>
                </a:extLst>
              </p14:cNvPr>
              <p14:cNvContentPartPr/>
              <p14:nvPr/>
            </p14:nvContentPartPr>
            <p14:xfrm>
              <a:off x="2146149" y="1592185"/>
              <a:ext cx="582480" cy="5054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8820858-B052-477E-B0C5-692BF16D251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128149" y="1556545"/>
                <a:ext cx="61812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E8D9699-0E0C-4969-95EA-CAB427089760}"/>
                  </a:ext>
                </a:extLst>
              </p14:cNvPr>
              <p14:cNvContentPartPr/>
              <p14:nvPr/>
            </p14:nvContentPartPr>
            <p14:xfrm>
              <a:off x="6776829" y="5100025"/>
              <a:ext cx="356040" cy="5396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E8D9699-0E0C-4969-95EA-CAB42708976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759189" y="5064385"/>
                <a:ext cx="39168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1ACCB4A2-B56D-408D-902D-B3ED6296EC54}"/>
                  </a:ext>
                </a:extLst>
              </p14:cNvPr>
              <p14:cNvContentPartPr/>
              <p14:nvPr/>
            </p14:nvContentPartPr>
            <p14:xfrm>
              <a:off x="5763789" y="2213185"/>
              <a:ext cx="132480" cy="221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1ACCB4A2-B56D-408D-902D-B3ED6296EC5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746149" y="2177185"/>
                <a:ext cx="16812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1D79588-E198-4E02-947F-3A1AA9ED7C13}"/>
                  </a:ext>
                </a:extLst>
              </p14:cNvPr>
              <p14:cNvContentPartPr/>
              <p14:nvPr/>
            </p14:nvContentPartPr>
            <p14:xfrm>
              <a:off x="4665069" y="3026425"/>
              <a:ext cx="209880" cy="284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1D79588-E198-4E02-947F-3A1AA9ED7C1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647429" y="2990785"/>
                <a:ext cx="24552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CB4547B-1D3E-48FD-85C6-76F620B24B31}"/>
                  </a:ext>
                </a:extLst>
              </p14:cNvPr>
              <p14:cNvContentPartPr/>
              <p14:nvPr/>
            </p14:nvContentPartPr>
            <p14:xfrm>
              <a:off x="4578309" y="3655705"/>
              <a:ext cx="237600" cy="2401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CB4547B-1D3E-48FD-85C6-76F620B24B3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560669" y="3619705"/>
                <a:ext cx="27324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3400F9D-0698-4612-8D33-030D90457CA5}"/>
                  </a:ext>
                </a:extLst>
              </p14:cNvPr>
              <p14:cNvContentPartPr/>
              <p14:nvPr/>
            </p14:nvContentPartPr>
            <p14:xfrm>
              <a:off x="4701789" y="4103545"/>
              <a:ext cx="93240" cy="2160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3400F9D-0698-4612-8D33-030D90457CA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683789" y="4067545"/>
                <a:ext cx="1288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3D749A9-6ADF-4D0F-A0AC-DDBF11301B13}"/>
                  </a:ext>
                </a:extLst>
              </p14:cNvPr>
              <p14:cNvContentPartPr/>
              <p14:nvPr/>
            </p14:nvContentPartPr>
            <p14:xfrm>
              <a:off x="4687029" y="4311985"/>
              <a:ext cx="162000" cy="4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3D749A9-6ADF-4D0F-A0AC-DDBF11301B1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669389" y="4275985"/>
                <a:ext cx="1976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1CAC5F70-21E4-40E6-BD65-532EE0B01109}"/>
                  </a:ext>
                </a:extLst>
              </p14:cNvPr>
              <p14:cNvContentPartPr/>
              <p14:nvPr/>
            </p14:nvContentPartPr>
            <p14:xfrm>
              <a:off x="5536269" y="2391385"/>
              <a:ext cx="393120" cy="307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1CAC5F70-21E4-40E6-BD65-532EE0B0110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518269" y="2355745"/>
                <a:ext cx="4287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51562D8C-F798-49C5-933C-FC202A3B2221}"/>
                  </a:ext>
                </a:extLst>
              </p14:cNvPr>
              <p14:cNvContentPartPr/>
              <p14:nvPr/>
            </p14:nvContentPartPr>
            <p14:xfrm>
              <a:off x="5645349" y="2661025"/>
              <a:ext cx="279000" cy="2404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51562D8C-F798-49C5-933C-FC202A3B222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627709" y="2625385"/>
                <a:ext cx="3146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222561A-8629-423C-9512-AFAB19456D2C}"/>
                  </a:ext>
                </a:extLst>
              </p14:cNvPr>
              <p14:cNvContentPartPr/>
              <p14:nvPr/>
            </p14:nvContentPartPr>
            <p14:xfrm>
              <a:off x="5729589" y="2978545"/>
              <a:ext cx="276840" cy="231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222561A-8629-423C-9512-AFAB19456D2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711589" y="2942905"/>
                <a:ext cx="3124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0AEAC7BC-A43A-4E01-87DC-239A473838F3}"/>
                  </a:ext>
                </a:extLst>
              </p14:cNvPr>
              <p14:cNvContentPartPr/>
              <p14:nvPr/>
            </p14:nvContentPartPr>
            <p14:xfrm>
              <a:off x="5841909" y="3334945"/>
              <a:ext cx="261000" cy="190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0AEAC7BC-A43A-4E01-87DC-239A473838F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823909" y="3298945"/>
                <a:ext cx="2966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51B510A-88B8-488C-952A-441FCC524E57}"/>
                  </a:ext>
                </a:extLst>
              </p14:cNvPr>
              <p14:cNvContentPartPr/>
              <p14:nvPr/>
            </p14:nvContentPartPr>
            <p14:xfrm>
              <a:off x="6132069" y="3532225"/>
              <a:ext cx="254160" cy="176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51B510A-88B8-488C-952A-441FCC524E5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114429" y="3496585"/>
                <a:ext cx="2898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4781F4F-FBBC-4B3D-A854-FB10FD2E8A35}"/>
                  </a:ext>
                </a:extLst>
              </p14:cNvPr>
              <p14:cNvContentPartPr/>
              <p14:nvPr/>
            </p14:nvContentPartPr>
            <p14:xfrm>
              <a:off x="6329709" y="3700705"/>
              <a:ext cx="297720" cy="2340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4781F4F-FBBC-4B3D-A854-FB10FD2E8A3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311709" y="3665065"/>
                <a:ext cx="33336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04876BB-9522-49B6-AA54-3C46DF74CF39}"/>
                  </a:ext>
                </a:extLst>
              </p14:cNvPr>
              <p14:cNvContentPartPr/>
              <p14:nvPr/>
            </p14:nvContentPartPr>
            <p14:xfrm>
              <a:off x="6467949" y="3979705"/>
              <a:ext cx="245880" cy="208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04876BB-9522-49B6-AA54-3C46DF74CF3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449949" y="3944065"/>
                <a:ext cx="2815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3D5B2C10-15BF-4109-BFA2-BC0B500D1A18}"/>
                  </a:ext>
                </a:extLst>
              </p14:cNvPr>
              <p14:cNvContentPartPr/>
              <p14:nvPr/>
            </p14:nvContentPartPr>
            <p14:xfrm>
              <a:off x="6765309" y="4234945"/>
              <a:ext cx="261360" cy="1720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3D5B2C10-15BF-4109-BFA2-BC0B500D1A1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747669" y="4198945"/>
                <a:ext cx="2970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353738E-80D0-430D-895F-1F746BC83291}"/>
                  </a:ext>
                </a:extLst>
              </p14:cNvPr>
              <p14:cNvContentPartPr/>
              <p14:nvPr/>
            </p14:nvContentPartPr>
            <p14:xfrm>
              <a:off x="7054749" y="4374625"/>
              <a:ext cx="443160" cy="356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353738E-80D0-430D-895F-1F746BC8329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037109" y="4338625"/>
                <a:ext cx="47880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EB1DD219-CCB4-4F37-8879-77C382D4503B}"/>
                  </a:ext>
                </a:extLst>
              </p14:cNvPr>
              <p14:cNvContentPartPr/>
              <p14:nvPr/>
            </p14:nvContentPartPr>
            <p14:xfrm>
              <a:off x="6361749" y="2025985"/>
              <a:ext cx="1414440" cy="31698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EB1DD219-CCB4-4F37-8879-77C382D4503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344109" y="1989985"/>
                <a:ext cx="1450080" cy="32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C79BEB61-0088-458B-A6CC-C1B1C43F00F7}"/>
                  </a:ext>
                </a:extLst>
              </p14:cNvPr>
              <p14:cNvContentPartPr/>
              <p14:nvPr/>
            </p14:nvContentPartPr>
            <p14:xfrm>
              <a:off x="2184309" y="2123545"/>
              <a:ext cx="465120" cy="4258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C79BEB61-0088-458B-A6CC-C1B1C43F00F7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166669" y="2087545"/>
                <a:ext cx="50076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F67D177F-C7F0-4723-995D-A63D1D6D03DE}"/>
                  </a:ext>
                </a:extLst>
              </p14:cNvPr>
              <p14:cNvContentPartPr/>
              <p14:nvPr/>
            </p14:nvContentPartPr>
            <p14:xfrm>
              <a:off x="9104589" y="5592865"/>
              <a:ext cx="366480" cy="390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F67D177F-C7F0-4723-995D-A63D1D6D03D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086949" y="5557225"/>
                <a:ext cx="40212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29A7B674-4CAD-4392-91E8-D4D4C6A208E0}"/>
                  </a:ext>
                </a:extLst>
              </p14:cNvPr>
              <p14:cNvContentPartPr/>
              <p14:nvPr/>
            </p14:nvContentPartPr>
            <p14:xfrm>
              <a:off x="8872749" y="5363185"/>
              <a:ext cx="879480" cy="8049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29A7B674-4CAD-4392-91E8-D4D4C6A208E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855109" y="5327185"/>
                <a:ext cx="915120" cy="87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49E4479-A7EC-4DAA-A091-56F556FDD426}"/>
                  </a:ext>
                </a:extLst>
              </p14:cNvPr>
              <p14:cNvContentPartPr/>
              <p14:nvPr/>
            </p14:nvContentPartPr>
            <p14:xfrm>
              <a:off x="6289749" y="2376625"/>
              <a:ext cx="299160" cy="23400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49E4479-A7EC-4DAA-A091-56F556FDD42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271749" y="2340625"/>
                <a:ext cx="3348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60A00393-DBDC-4C8C-A534-24330FCB5109}"/>
                  </a:ext>
                </a:extLst>
              </p14:cNvPr>
              <p14:cNvContentPartPr/>
              <p14:nvPr/>
            </p14:nvContentPartPr>
            <p14:xfrm>
              <a:off x="2906469" y="1835545"/>
              <a:ext cx="181800" cy="26539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60A00393-DBDC-4C8C-A534-24330FCB5109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888469" y="1799545"/>
                <a:ext cx="217440" cy="27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62348C04-3884-4B14-9B80-406645119858}"/>
                  </a:ext>
                </a:extLst>
              </p14:cNvPr>
              <p14:cNvContentPartPr/>
              <p14:nvPr/>
            </p14:nvContentPartPr>
            <p14:xfrm>
              <a:off x="2896389" y="2831305"/>
              <a:ext cx="255240" cy="2545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62348C04-3884-4B14-9B80-40664511985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878389" y="2795305"/>
                <a:ext cx="290880" cy="32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8752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73CC76-6E10-4E17-B625-0B0CC6B0C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1417342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E7F1C688-933B-490A-A91A-DA8028819D6B}"/>
                  </a:ext>
                </a:extLst>
              </p14:cNvPr>
              <p14:cNvContentPartPr/>
              <p14:nvPr/>
            </p14:nvContentPartPr>
            <p14:xfrm>
              <a:off x="3858309" y="1920145"/>
              <a:ext cx="5468760" cy="22536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E7F1C688-933B-490A-A91A-DA8028819D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0309" y="1902145"/>
                <a:ext cx="5504400" cy="22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4613291E-513C-4E98-9E4F-F87AEA0DCE13}"/>
                  </a:ext>
                </a:extLst>
              </p14:cNvPr>
              <p14:cNvContentPartPr/>
              <p14:nvPr/>
            </p14:nvContentPartPr>
            <p14:xfrm>
              <a:off x="281349" y="1140025"/>
              <a:ext cx="11076480" cy="442548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4613291E-513C-4E98-9E4F-F87AEA0DCE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350" y="1122026"/>
                <a:ext cx="11112119" cy="446111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601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ine 31">
            <a:extLst>
              <a:ext uri="{FF2B5EF4-FFF2-40B4-BE49-F238E27FC236}">
                <a16:creationId xmlns:a16="http://schemas.microsoft.com/office/drawing/2014/main" id="{73688C07-3C0A-4DA0-9FDF-445AAF361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74" y="594391"/>
            <a:ext cx="4480511" cy="3202676"/>
          </a:xfrm>
          <a:prstGeom prst="rect">
            <a:avLst/>
          </a:prstGeom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F73B29E2-521F-4C0F-A66E-15F2811C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594391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55684E9-9172-4740-A8ED-FCA8971D62C4}"/>
                  </a:ext>
                </a:extLst>
              </p14:cNvPr>
              <p14:cNvContentPartPr/>
              <p14:nvPr/>
            </p14:nvContentPartPr>
            <p14:xfrm>
              <a:off x="596349" y="4332145"/>
              <a:ext cx="897120" cy="3819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55684E9-9172-4740-A8ED-FCA8971D62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8349" y="4314505"/>
                <a:ext cx="93276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435" name="Cerneală 9434">
                <a:extLst>
                  <a:ext uri="{FF2B5EF4-FFF2-40B4-BE49-F238E27FC236}">
                    <a16:creationId xmlns:a16="http://schemas.microsoft.com/office/drawing/2014/main" id="{FA59EE00-50BA-4B56-B704-2F713DD207C0}"/>
                  </a:ext>
                </a:extLst>
              </p14:cNvPr>
              <p14:cNvContentPartPr/>
              <p14:nvPr/>
            </p14:nvContentPartPr>
            <p14:xfrm>
              <a:off x="10200069" y="1536385"/>
              <a:ext cx="414360" cy="317160"/>
            </p14:xfrm>
          </p:contentPart>
        </mc:Choice>
        <mc:Fallback xmlns="">
          <p:pic>
            <p:nvPicPr>
              <p:cNvPr id="9435" name="Cerneală 9434">
                <a:extLst>
                  <a:ext uri="{FF2B5EF4-FFF2-40B4-BE49-F238E27FC236}">
                    <a16:creationId xmlns:a16="http://schemas.microsoft.com/office/drawing/2014/main" id="{FA59EE00-50BA-4B56-B704-2F713DD207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82429" y="1518405"/>
                <a:ext cx="450000" cy="3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438" name="Cerneală 9437">
                <a:extLst>
                  <a:ext uri="{FF2B5EF4-FFF2-40B4-BE49-F238E27FC236}">
                    <a16:creationId xmlns:a16="http://schemas.microsoft.com/office/drawing/2014/main" id="{F978DFE3-31A3-496E-ACD8-C0050F7B6173}"/>
                  </a:ext>
                </a:extLst>
              </p14:cNvPr>
              <p14:cNvContentPartPr/>
              <p14:nvPr/>
            </p14:nvContentPartPr>
            <p14:xfrm>
              <a:off x="9100269" y="1573465"/>
              <a:ext cx="950760" cy="280080"/>
            </p14:xfrm>
          </p:contentPart>
        </mc:Choice>
        <mc:Fallback xmlns="">
          <p:pic>
            <p:nvPicPr>
              <p:cNvPr id="9438" name="Cerneală 9437">
                <a:extLst>
                  <a:ext uri="{FF2B5EF4-FFF2-40B4-BE49-F238E27FC236}">
                    <a16:creationId xmlns:a16="http://schemas.microsoft.com/office/drawing/2014/main" id="{F978DFE3-31A3-496E-ACD8-C0050F7B61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82622" y="1555488"/>
                <a:ext cx="986414" cy="3156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439" name="Cerneală 9438">
                <a:extLst>
                  <a:ext uri="{FF2B5EF4-FFF2-40B4-BE49-F238E27FC236}">
                    <a16:creationId xmlns:a16="http://schemas.microsoft.com/office/drawing/2014/main" id="{929B30F7-DC3F-49FB-81B4-5FF7AAD13640}"/>
                  </a:ext>
                </a:extLst>
              </p14:cNvPr>
              <p14:cNvContentPartPr/>
              <p14:nvPr/>
            </p14:nvContentPartPr>
            <p14:xfrm>
              <a:off x="10183149" y="1046785"/>
              <a:ext cx="276840" cy="351360"/>
            </p14:xfrm>
          </p:contentPart>
        </mc:Choice>
        <mc:Fallback xmlns="">
          <p:pic>
            <p:nvPicPr>
              <p:cNvPr id="9439" name="Cerneală 9438">
                <a:extLst>
                  <a:ext uri="{FF2B5EF4-FFF2-40B4-BE49-F238E27FC236}">
                    <a16:creationId xmlns:a16="http://schemas.microsoft.com/office/drawing/2014/main" id="{929B30F7-DC3F-49FB-81B4-5FF7AAD136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65509" y="1029145"/>
                <a:ext cx="3124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440" name="Cerneală 9439">
                <a:extLst>
                  <a:ext uri="{FF2B5EF4-FFF2-40B4-BE49-F238E27FC236}">
                    <a16:creationId xmlns:a16="http://schemas.microsoft.com/office/drawing/2014/main" id="{58085AF5-FDAD-4140-AF83-BAC61A8C9626}"/>
                  </a:ext>
                </a:extLst>
              </p14:cNvPr>
              <p14:cNvContentPartPr/>
              <p14:nvPr/>
            </p14:nvContentPartPr>
            <p14:xfrm>
              <a:off x="9504909" y="1092145"/>
              <a:ext cx="460800" cy="231120"/>
            </p14:xfrm>
          </p:contentPart>
        </mc:Choice>
        <mc:Fallback xmlns="">
          <p:pic>
            <p:nvPicPr>
              <p:cNvPr id="9440" name="Cerneală 9439">
                <a:extLst>
                  <a:ext uri="{FF2B5EF4-FFF2-40B4-BE49-F238E27FC236}">
                    <a16:creationId xmlns:a16="http://schemas.microsoft.com/office/drawing/2014/main" id="{58085AF5-FDAD-4140-AF83-BAC61A8C96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86909" y="1074145"/>
                <a:ext cx="4964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441" name="Cerneală 9440">
                <a:extLst>
                  <a:ext uri="{FF2B5EF4-FFF2-40B4-BE49-F238E27FC236}">
                    <a16:creationId xmlns:a16="http://schemas.microsoft.com/office/drawing/2014/main" id="{21759ED5-E4A3-4C4A-8D07-F151E4B04C35}"/>
                  </a:ext>
                </a:extLst>
              </p14:cNvPr>
              <p14:cNvContentPartPr/>
              <p14:nvPr/>
            </p14:nvContentPartPr>
            <p14:xfrm>
              <a:off x="9121869" y="1063345"/>
              <a:ext cx="225720" cy="277200"/>
            </p14:xfrm>
          </p:contentPart>
        </mc:Choice>
        <mc:Fallback xmlns="">
          <p:pic>
            <p:nvPicPr>
              <p:cNvPr id="9441" name="Cerneală 9440">
                <a:extLst>
                  <a:ext uri="{FF2B5EF4-FFF2-40B4-BE49-F238E27FC236}">
                    <a16:creationId xmlns:a16="http://schemas.microsoft.com/office/drawing/2014/main" id="{21759ED5-E4A3-4C4A-8D07-F151E4B04C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04229" y="1045322"/>
                <a:ext cx="261360" cy="312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442" name="Cerneală 9441">
                <a:extLst>
                  <a:ext uri="{FF2B5EF4-FFF2-40B4-BE49-F238E27FC236}">
                    <a16:creationId xmlns:a16="http://schemas.microsoft.com/office/drawing/2014/main" id="{68BC9915-B838-4C3A-840A-3BA5F5F26301}"/>
                  </a:ext>
                </a:extLst>
              </p14:cNvPr>
              <p14:cNvContentPartPr/>
              <p14:nvPr/>
            </p14:nvContentPartPr>
            <p14:xfrm>
              <a:off x="10082709" y="588505"/>
              <a:ext cx="305640" cy="257400"/>
            </p14:xfrm>
          </p:contentPart>
        </mc:Choice>
        <mc:Fallback xmlns="">
          <p:pic>
            <p:nvPicPr>
              <p:cNvPr id="9442" name="Cerneală 9441">
                <a:extLst>
                  <a:ext uri="{FF2B5EF4-FFF2-40B4-BE49-F238E27FC236}">
                    <a16:creationId xmlns:a16="http://schemas.microsoft.com/office/drawing/2014/main" id="{68BC9915-B838-4C3A-840A-3BA5F5F2630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64709" y="570505"/>
                <a:ext cx="3412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443" name="Cerneală 9442">
                <a:extLst>
                  <a:ext uri="{FF2B5EF4-FFF2-40B4-BE49-F238E27FC236}">
                    <a16:creationId xmlns:a16="http://schemas.microsoft.com/office/drawing/2014/main" id="{EB07C393-C3CC-4582-9FC5-3666CCAEC700}"/>
                  </a:ext>
                </a:extLst>
              </p14:cNvPr>
              <p14:cNvContentPartPr/>
              <p14:nvPr/>
            </p14:nvContentPartPr>
            <p14:xfrm>
              <a:off x="9451629" y="649345"/>
              <a:ext cx="396360" cy="186120"/>
            </p14:xfrm>
          </p:contentPart>
        </mc:Choice>
        <mc:Fallback xmlns="">
          <p:pic>
            <p:nvPicPr>
              <p:cNvPr id="9443" name="Cerneală 9442">
                <a:extLst>
                  <a:ext uri="{FF2B5EF4-FFF2-40B4-BE49-F238E27FC236}">
                    <a16:creationId xmlns:a16="http://schemas.microsoft.com/office/drawing/2014/main" id="{EB07C393-C3CC-4582-9FC5-3666CCAEC7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33989" y="631345"/>
                <a:ext cx="4320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444" name="Cerneală 9443">
                <a:extLst>
                  <a:ext uri="{FF2B5EF4-FFF2-40B4-BE49-F238E27FC236}">
                    <a16:creationId xmlns:a16="http://schemas.microsoft.com/office/drawing/2014/main" id="{ACB93CEC-FD0D-43BD-847B-5BCB1D0D5A74}"/>
                  </a:ext>
                </a:extLst>
              </p14:cNvPr>
              <p14:cNvContentPartPr/>
              <p14:nvPr/>
            </p14:nvContentPartPr>
            <p14:xfrm>
              <a:off x="9004149" y="649345"/>
              <a:ext cx="298080" cy="210240"/>
            </p14:xfrm>
          </p:contentPart>
        </mc:Choice>
        <mc:Fallback xmlns="">
          <p:pic>
            <p:nvPicPr>
              <p:cNvPr id="9444" name="Cerneală 9443">
                <a:extLst>
                  <a:ext uri="{FF2B5EF4-FFF2-40B4-BE49-F238E27FC236}">
                    <a16:creationId xmlns:a16="http://schemas.microsoft.com/office/drawing/2014/main" id="{ACB93CEC-FD0D-43BD-847B-5BCB1D0D5A7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86509" y="631376"/>
                <a:ext cx="333720" cy="245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448" name="Cerneală 9447">
                <a:extLst>
                  <a:ext uri="{FF2B5EF4-FFF2-40B4-BE49-F238E27FC236}">
                    <a16:creationId xmlns:a16="http://schemas.microsoft.com/office/drawing/2014/main" id="{FFC1AC79-FCF9-4D47-A3AA-BB7E5B90893B}"/>
                  </a:ext>
                </a:extLst>
              </p14:cNvPr>
              <p14:cNvContentPartPr/>
              <p14:nvPr/>
            </p14:nvContentPartPr>
            <p14:xfrm>
              <a:off x="11347749" y="1599385"/>
              <a:ext cx="256320" cy="135000"/>
            </p14:xfrm>
          </p:contentPart>
        </mc:Choice>
        <mc:Fallback xmlns="">
          <p:pic>
            <p:nvPicPr>
              <p:cNvPr id="9448" name="Cerneală 9447">
                <a:extLst>
                  <a:ext uri="{FF2B5EF4-FFF2-40B4-BE49-F238E27FC236}">
                    <a16:creationId xmlns:a16="http://schemas.microsoft.com/office/drawing/2014/main" id="{FFC1AC79-FCF9-4D47-A3AA-BB7E5B9089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329749" y="1581745"/>
                <a:ext cx="2919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449" name="Cerneală 9448">
                <a:extLst>
                  <a:ext uri="{FF2B5EF4-FFF2-40B4-BE49-F238E27FC236}">
                    <a16:creationId xmlns:a16="http://schemas.microsoft.com/office/drawing/2014/main" id="{B582F919-ECE3-4593-B6A7-1A3FC2B13E72}"/>
                  </a:ext>
                </a:extLst>
              </p14:cNvPr>
              <p14:cNvContentPartPr/>
              <p14:nvPr/>
            </p14:nvContentPartPr>
            <p14:xfrm>
              <a:off x="11075589" y="495265"/>
              <a:ext cx="57600" cy="241920"/>
            </p14:xfrm>
          </p:contentPart>
        </mc:Choice>
        <mc:Fallback xmlns="">
          <p:pic>
            <p:nvPicPr>
              <p:cNvPr id="9449" name="Cerneală 9448">
                <a:extLst>
                  <a:ext uri="{FF2B5EF4-FFF2-40B4-BE49-F238E27FC236}">
                    <a16:creationId xmlns:a16="http://schemas.microsoft.com/office/drawing/2014/main" id="{B582F919-ECE3-4593-B6A7-1A3FC2B13E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057589" y="477625"/>
                <a:ext cx="932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451" name="Cerneală 9450">
                <a:extLst>
                  <a:ext uri="{FF2B5EF4-FFF2-40B4-BE49-F238E27FC236}">
                    <a16:creationId xmlns:a16="http://schemas.microsoft.com/office/drawing/2014/main" id="{914C00E5-0D10-4C2B-8B60-C7E218697512}"/>
                  </a:ext>
                </a:extLst>
              </p14:cNvPr>
              <p14:cNvContentPartPr/>
              <p14:nvPr/>
            </p14:nvContentPartPr>
            <p14:xfrm>
              <a:off x="11068389" y="1029505"/>
              <a:ext cx="68040" cy="219240"/>
            </p14:xfrm>
          </p:contentPart>
        </mc:Choice>
        <mc:Fallback xmlns="">
          <p:pic>
            <p:nvPicPr>
              <p:cNvPr id="9451" name="Cerneală 9450">
                <a:extLst>
                  <a:ext uri="{FF2B5EF4-FFF2-40B4-BE49-F238E27FC236}">
                    <a16:creationId xmlns:a16="http://schemas.microsoft.com/office/drawing/2014/main" id="{914C00E5-0D10-4C2B-8B60-C7E21869751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50749" y="1011505"/>
                <a:ext cx="1036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453" name="Cerneală 9452">
                <a:extLst>
                  <a:ext uri="{FF2B5EF4-FFF2-40B4-BE49-F238E27FC236}">
                    <a16:creationId xmlns:a16="http://schemas.microsoft.com/office/drawing/2014/main" id="{7B40F8CA-CDF3-441F-9197-45061560CD83}"/>
                  </a:ext>
                </a:extLst>
              </p14:cNvPr>
              <p14:cNvContentPartPr/>
              <p14:nvPr/>
            </p14:nvContentPartPr>
            <p14:xfrm>
              <a:off x="11074509" y="1457905"/>
              <a:ext cx="96480" cy="321840"/>
            </p14:xfrm>
          </p:contentPart>
        </mc:Choice>
        <mc:Fallback xmlns="">
          <p:pic>
            <p:nvPicPr>
              <p:cNvPr id="9453" name="Cerneală 9452">
                <a:extLst>
                  <a:ext uri="{FF2B5EF4-FFF2-40B4-BE49-F238E27FC236}">
                    <a16:creationId xmlns:a16="http://schemas.microsoft.com/office/drawing/2014/main" id="{7B40F8CA-CDF3-441F-9197-45061560CD8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056869" y="1440265"/>
                <a:ext cx="13212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454" name="Cerneală 9453">
                <a:extLst>
                  <a:ext uri="{FF2B5EF4-FFF2-40B4-BE49-F238E27FC236}">
                    <a16:creationId xmlns:a16="http://schemas.microsoft.com/office/drawing/2014/main" id="{D5773761-F15B-4AC1-A62D-1282B96122BF}"/>
                  </a:ext>
                </a:extLst>
              </p14:cNvPr>
              <p14:cNvContentPartPr/>
              <p14:nvPr/>
            </p14:nvContentPartPr>
            <p14:xfrm>
              <a:off x="11718549" y="1559065"/>
              <a:ext cx="63000" cy="290880"/>
            </p14:xfrm>
          </p:contentPart>
        </mc:Choice>
        <mc:Fallback xmlns="">
          <p:pic>
            <p:nvPicPr>
              <p:cNvPr id="9454" name="Cerneală 9453">
                <a:extLst>
                  <a:ext uri="{FF2B5EF4-FFF2-40B4-BE49-F238E27FC236}">
                    <a16:creationId xmlns:a16="http://schemas.microsoft.com/office/drawing/2014/main" id="{D5773761-F15B-4AC1-A62D-1282B96122B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700549" y="1541425"/>
                <a:ext cx="9864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455" name="Cerneală 9454">
                <a:extLst>
                  <a:ext uri="{FF2B5EF4-FFF2-40B4-BE49-F238E27FC236}">
                    <a16:creationId xmlns:a16="http://schemas.microsoft.com/office/drawing/2014/main" id="{B797C470-76E2-4C14-9461-311776713630}"/>
                  </a:ext>
                </a:extLst>
              </p14:cNvPr>
              <p14:cNvContentPartPr/>
              <p14:nvPr/>
            </p14:nvContentPartPr>
            <p14:xfrm>
              <a:off x="11261349" y="496705"/>
              <a:ext cx="500760" cy="782640"/>
            </p14:xfrm>
          </p:contentPart>
        </mc:Choice>
        <mc:Fallback xmlns="">
          <p:pic>
            <p:nvPicPr>
              <p:cNvPr id="9455" name="Cerneală 9454">
                <a:extLst>
                  <a:ext uri="{FF2B5EF4-FFF2-40B4-BE49-F238E27FC236}">
                    <a16:creationId xmlns:a16="http://schemas.microsoft.com/office/drawing/2014/main" id="{B797C470-76E2-4C14-9461-31177671363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243349" y="479065"/>
                <a:ext cx="536400" cy="8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273" name="Cerneală 9272">
                <a:extLst>
                  <a:ext uri="{FF2B5EF4-FFF2-40B4-BE49-F238E27FC236}">
                    <a16:creationId xmlns:a16="http://schemas.microsoft.com/office/drawing/2014/main" id="{9879937F-6DB0-4EBA-82FB-8E69A5C33BDF}"/>
                  </a:ext>
                </a:extLst>
              </p14:cNvPr>
              <p14:cNvContentPartPr/>
              <p14:nvPr/>
            </p14:nvContentPartPr>
            <p14:xfrm>
              <a:off x="1785069" y="3994825"/>
              <a:ext cx="9886320" cy="2672640"/>
            </p14:xfrm>
          </p:contentPart>
        </mc:Choice>
        <mc:Fallback xmlns="">
          <p:pic>
            <p:nvPicPr>
              <p:cNvPr id="9273" name="Cerneală 9272">
                <a:extLst>
                  <a:ext uri="{FF2B5EF4-FFF2-40B4-BE49-F238E27FC236}">
                    <a16:creationId xmlns:a16="http://schemas.microsoft.com/office/drawing/2014/main" id="{9879937F-6DB0-4EBA-82FB-8E69A5C33BD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67428" y="3976825"/>
                <a:ext cx="9921961" cy="270828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Dreptunghi 19">
            <a:extLst>
              <a:ext uri="{FF2B5EF4-FFF2-40B4-BE49-F238E27FC236}">
                <a16:creationId xmlns:a16="http://schemas.microsoft.com/office/drawing/2014/main" id="{AEDE838B-6FC2-4BF9-AE45-74FD2948914D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2280437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>
            <a:extLst>
              <a:ext uri="{FF2B5EF4-FFF2-40B4-BE49-F238E27FC236}">
                <a16:creationId xmlns:a16="http://schemas.microsoft.com/office/drawing/2014/main" id="{FBC29E8C-D04F-466A-96C8-E3C590DCF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594391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DD2E911-4388-419D-B6BD-9D0C2A3EE5B1}"/>
                  </a:ext>
                </a:extLst>
              </p14:cNvPr>
              <p14:cNvContentPartPr/>
              <p14:nvPr/>
            </p14:nvContentPartPr>
            <p14:xfrm>
              <a:off x="3585069" y="172250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DD2E911-4388-419D-B6BD-9D0C2A3EE5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7429" y="1704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A5B239F1-31DD-400F-B2A1-29C9B39C7BC8}"/>
                  </a:ext>
                </a:extLst>
              </p14:cNvPr>
              <p14:cNvContentPartPr/>
              <p14:nvPr/>
            </p14:nvContentPartPr>
            <p14:xfrm>
              <a:off x="1625229" y="183145"/>
              <a:ext cx="231120" cy="241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A5B239F1-31DD-400F-B2A1-29C9B39C7B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7589" y="165145"/>
                <a:ext cx="2667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D8BC0C0-EF19-41FD-9068-6136324FE0D7}"/>
                  </a:ext>
                </a:extLst>
              </p14:cNvPr>
              <p14:cNvContentPartPr/>
              <p14:nvPr/>
            </p14:nvContentPartPr>
            <p14:xfrm>
              <a:off x="1679229" y="483745"/>
              <a:ext cx="279360" cy="190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D8BC0C0-EF19-41FD-9068-6136324FE0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61589" y="465745"/>
                <a:ext cx="3150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EAA40A0A-C7D3-464D-9813-9A5F7B54A707}"/>
                  </a:ext>
                </a:extLst>
              </p14:cNvPr>
              <p14:cNvContentPartPr/>
              <p14:nvPr/>
            </p14:nvContentPartPr>
            <p14:xfrm>
              <a:off x="2302389" y="250825"/>
              <a:ext cx="59760" cy="525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EAA40A0A-C7D3-464D-9813-9A5F7B54A7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84389" y="232825"/>
                <a:ext cx="95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757D03D1-A674-4320-9CCC-23FCE6F61E7B}"/>
                  </a:ext>
                </a:extLst>
              </p14:cNvPr>
              <p14:cNvContentPartPr/>
              <p14:nvPr/>
            </p14:nvContentPartPr>
            <p14:xfrm>
              <a:off x="2332629" y="423625"/>
              <a:ext cx="57240" cy="385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757D03D1-A674-4320-9CCC-23FCE6F61E7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14629" y="405985"/>
                <a:ext cx="928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4753F32-7423-496F-997F-ED7511850ED6}"/>
                  </a:ext>
                </a:extLst>
              </p14:cNvPr>
              <p14:cNvContentPartPr/>
              <p14:nvPr/>
            </p14:nvContentPartPr>
            <p14:xfrm>
              <a:off x="2887389" y="153625"/>
              <a:ext cx="509040" cy="2674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4753F32-7423-496F-997F-ED7511850ED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69749" y="135961"/>
                <a:ext cx="544680" cy="303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5616C22-B6C0-40F3-8A36-71348EADE4B0}"/>
                  </a:ext>
                </a:extLst>
              </p14:cNvPr>
              <p14:cNvContentPartPr/>
              <p14:nvPr/>
            </p14:nvContentPartPr>
            <p14:xfrm>
              <a:off x="1751229" y="278905"/>
              <a:ext cx="95400" cy="1450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5616C22-B6C0-40F3-8A36-71348EADE4B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33589" y="261265"/>
                <a:ext cx="1310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47F38871-A612-4729-9E91-692B4987698D}"/>
                  </a:ext>
                </a:extLst>
              </p14:cNvPr>
              <p14:cNvContentPartPr/>
              <p14:nvPr/>
            </p14:nvContentPartPr>
            <p14:xfrm>
              <a:off x="397989" y="168745"/>
              <a:ext cx="1002240" cy="4622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47F38871-A612-4729-9E91-692B4987698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9989" y="150745"/>
                <a:ext cx="103788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92351FA-915C-4B1F-A677-5B7BE3C3DE1B}"/>
                  </a:ext>
                </a:extLst>
              </p14:cNvPr>
              <p14:cNvContentPartPr/>
              <p14:nvPr/>
            </p14:nvContentPartPr>
            <p14:xfrm>
              <a:off x="3792429" y="158665"/>
              <a:ext cx="411480" cy="2530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92351FA-915C-4B1F-A677-5B7BE3C3DE1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74789" y="141025"/>
                <a:ext cx="4471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2AB75B4-9950-43B3-BEB9-67EBD09A219E}"/>
                  </a:ext>
                </a:extLst>
              </p14:cNvPr>
              <p14:cNvContentPartPr/>
              <p14:nvPr/>
            </p14:nvContentPartPr>
            <p14:xfrm>
              <a:off x="4566789" y="53185"/>
              <a:ext cx="1203840" cy="370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2AB75B4-9950-43B3-BEB9-67EBD09A219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48789" y="35545"/>
                <a:ext cx="12394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808477D-2B56-4CBE-841A-1A52D88382C5}"/>
                  </a:ext>
                </a:extLst>
              </p14:cNvPr>
              <p14:cNvContentPartPr/>
              <p14:nvPr/>
            </p14:nvContentPartPr>
            <p14:xfrm>
              <a:off x="10603269" y="73345"/>
              <a:ext cx="510120" cy="2872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808477D-2B56-4CBE-841A-1A52D88382C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585269" y="55345"/>
                <a:ext cx="5457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1812710-D052-4194-B671-289EFB919CF2}"/>
                  </a:ext>
                </a:extLst>
              </p14:cNvPr>
              <p14:cNvContentPartPr/>
              <p14:nvPr/>
            </p14:nvContentPartPr>
            <p14:xfrm>
              <a:off x="9466389" y="93505"/>
              <a:ext cx="975960" cy="5472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1812710-D052-4194-B671-289EFB919CF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48396" y="75865"/>
                <a:ext cx="1011587" cy="5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5F4D2156-4028-473C-A18B-40EDE55812D4}"/>
                  </a:ext>
                </a:extLst>
              </p14:cNvPr>
              <p14:cNvContentPartPr/>
              <p14:nvPr/>
            </p14:nvContentPartPr>
            <p14:xfrm>
              <a:off x="5387589" y="532705"/>
              <a:ext cx="284400" cy="2592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5F4D2156-4028-473C-A18B-40EDE55812D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69949" y="515065"/>
                <a:ext cx="3200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2F329D2A-3469-4568-A42D-C7A10E28E5D6}"/>
                  </a:ext>
                </a:extLst>
              </p14:cNvPr>
              <p14:cNvContentPartPr/>
              <p14:nvPr/>
            </p14:nvContentPartPr>
            <p14:xfrm>
              <a:off x="6044229" y="91345"/>
              <a:ext cx="2953080" cy="7095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2F329D2A-3469-4568-A42D-C7A10E28E5D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26589" y="73345"/>
                <a:ext cx="2988720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C58D3323-06DD-433D-A3CA-46356413389B}"/>
                  </a:ext>
                </a:extLst>
              </p14:cNvPr>
              <p14:cNvContentPartPr/>
              <p14:nvPr/>
            </p14:nvContentPartPr>
            <p14:xfrm>
              <a:off x="3041469" y="540265"/>
              <a:ext cx="1804680" cy="286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C58D3323-06DD-433D-A3CA-46356413389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023469" y="522625"/>
                <a:ext cx="18403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359BB78B-416B-4113-8211-DF8165ECCE32}"/>
                  </a:ext>
                </a:extLst>
              </p14:cNvPr>
              <p14:cNvContentPartPr/>
              <p14:nvPr/>
            </p14:nvContentPartPr>
            <p14:xfrm>
              <a:off x="3209949" y="1356745"/>
              <a:ext cx="137160" cy="2419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359BB78B-416B-4113-8211-DF8165ECCE3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191949" y="1339105"/>
                <a:ext cx="17280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412" name="Cerneală 9411">
                <a:extLst>
                  <a:ext uri="{FF2B5EF4-FFF2-40B4-BE49-F238E27FC236}">
                    <a16:creationId xmlns:a16="http://schemas.microsoft.com/office/drawing/2014/main" id="{CD6DD123-3AE4-41E9-875C-915B9222F235}"/>
                  </a:ext>
                </a:extLst>
              </p14:cNvPr>
              <p14:cNvContentPartPr/>
              <p14:nvPr/>
            </p14:nvContentPartPr>
            <p14:xfrm>
              <a:off x="3503349" y="1169905"/>
              <a:ext cx="1557360" cy="383040"/>
            </p14:xfrm>
          </p:contentPart>
        </mc:Choice>
        <mc:Fallback xmlns="">
          <p:pic>
            <p:nvPicPr>
              <p:cNvPr id="9412" name="Cerneală 9411">
                <a:extLst>
                  <a:ext uri="{FF2B5EF4-FFF2-40B4-BE49-F238E27FC236}">
                    <a16:creationId xmlns:a16="http://schemas.microsoft.com/office/drawing/2014/main" id="{CD6DD123-3AE4-41E9-875C-915B9222F23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85709" y="1151922"/>
                <a:ext cx="1593000" cy="418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413" name="Cerneală 9412">
                <a:extLst>
                  <a:ext uri="{FF2B5EF4-FFF2-40B4-BE49-F238E27FC236}">
                    <a16:creationId xmlns:a16="http://schemas.microsoft.com/office/drawing/2014/main" id="{989F2164-70AB-4178-A130-D8B5431C9568}"/>
                  </a:ext>
                </a:extLst>
              </p14:cNvPr>
              <p14:cNvContentPartPr/>
              <p14:nvPr/>
            </p14:nvContentPartPr>
            <p14:xfrm>
              <a:off x="5413869" y="1496425"/>
              <a:ext cx="119880" cy="214560"/>
            </p14:xfrm>
          </p:contentPart>
        </mc:Choice>
        <mc:Fallback xmlns="">
          <p:pic>
            <p:nvPicPr>
              <p:cNvPr id="9413" name="Cerneală 9412">
                <a:extLst>
                  <a:ext uri="{FF2B5EF4-FFF2-40B4-BE49-F238E27FC236}">
                    <a16:creationId xmlns:a16="http://schemas.microsoft.com/office/drawing/2014/main" id="{989F2164-70AB-4178-A130-D8B5431C956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396229" y="1478785"/>
                <a:ext cx="1555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414" name="Cerneală 9413">
                <a:extLst>
                  <a:ext uri="{FF2B5EF4-FFF2-40B4-BE49-F238E27FC236}">
                    <a16:creationId xmlns:a16="http://schemas.microsoft.com/office/drawing/2014/main" id="{2941FD02-EFB7-4244-80D8-7AC749A395A1}"/>
                  </a:ext>
                </a:extLst>
              </p14:cNvPr>
              <p14:cNvContentPartPr/>
              <p14:nvPr/>
            </p14:nvContentPartPr>
            <p14:xfrm>
              <a:off x="5981949" y="1343065"/>
              <a:ext cx="288000" cy="149760"/>
            </p14:xfrm>
          </p:contentPart>
        </mc:Choice>
        <mc:Fallback xmlns="">
          <p:pic>
            <p:nvPicPr>
              <p:cNvPr id="9414" name="Cerneală 9413">
                <a:extLst>
                  <a:ext uri="{FF2B5EF4-FFF2-40B4-BE49-F238E27FC236}">
                    <a16:creationId xmlns:a16="http://schemas.microsoft.com/office/drawing/2014/main" id="{2941FD02-EFB7-4244-80D8-7AC749A395A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63949" y="1325425"/>
                <a:ext cx="3236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429" name="Cerneală 9428">
                <a:extLst>
                  <a:ext uri="{FF2B5EF4-FFF2-40B4-BE49-F238E27FC236}">
                    <a16:creationId xmlns:a16="http://schemas.microsoft.com/office/drawing/2014/main" id="{10728668-BB0C-4D74-B994-13632C4ECA3F}"/>
                  </a:ext>
                </a:extLst>
              </p14:cNvPr>
              <p14:cNvContentPartPr/>
              <p14:nvPr/>
            </p14:nvContentPartPr>
            <p14:xfrm>
              <a:off x="11029149" y="1154425"/>
              <a:ext cx="6840" cy="17640"/>
            </p14:xfrm>
          </p:contentPart>
        </mc:Choice>
        <mc:Fallback xmlns="">
          <p:pic>
            <p:nvPicPr>
              <p:cNvPr id="9429" name="Cerneală 9428">
                <a:extLst>
                  <a:ext uri="{FF2B5EF4-FFF2-40B4-BE49-F238E27FC236}">
                    <a16:creationId xmlns:a16="http://schemas.microsoft.com/office/drawing/2014/main" id="{10728668-BB0C-4D74-B994-13632C4ECA3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011509" y="1136785"/>
                <a:ext cx="424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430" name="Cerneală 9429">
                <a:extLst>
                  <a:ext uri="{FF2B5EF4-FFF2-40B4-BE49-F238E27FC236}">
                    <a16:creationId xmlns:a16="http://schemas.microsoft.com/office/drawing/2014/main" id="{DBB5D36C-0452-46CB-B060-5095BCD205AF}"/>
                  </a:ext>
                </a:extLst>
              </p14:cNvPr>
              <p14:cNvContentPartPr/>
              <p14:nvPr/>
            </p14:nvContentPartPr>
            <p14:xfrm>
              <a:off x="11060469" y="1332985"/>
              <a:ext cx="3960" cy="31680"/>
            </p14:xfrm>
          </p:contentPart>
        </mc:Choice>
        <mc:Fallback xmlns="">
          <p:pic>
            <p:nvPicPr>
              <p:cNvPr id="9430" name="Cerneală 9429">
                <a:extLst>
                  <a:ext uri="{FF2B5EF4-FFF2-40B4-BE49-F238E27FC236}">
                    <a16:creationId xmlns:a16="http://schemas.microsoft.com/office/drawing/2014/main" id="{DBB5D36C-0452-46CB-B060-5095BCD205A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042469" y="1314985"/>
                <a:ext cx="396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434" name="Cerneală 9433">
                <a:extLst>
                  <a:ext uri="{FF2B5EF4-FFF2-40B4-BE49-F238E27FC236}">
                    <a16:creationId xmlns:a16="http://schemas.microsoft.com/office/drawing/2014/main" id="{A2AE3911-1ABA-44AB-A7D9-66300B1B8A65}"/>
                  </a:ext>
                </a:extLst>
              </p14:cNvPr>
              <p14:cNvContentPartPr/>
              <p14:nvPr/>
            </p14:nvContentPartPr>
            <p14:xfrm>
              <a:off x="10746189" y="1120945"/>
              <a:ext cx="156600" cy="367560"/>
            </p14:xfrm>
          </p:contentPart>
        </mc:Choice>
        <mc:Fallback xmlns="">
          <p:pic>
            <p:nvPicPr>
              <p:cNvPr id="9434" name="Cerneală 9433">
                <a:extLst>
                  <a:ext uri="{FF2B5EF4-FFF2-40B4-BE49-F238E27FC236}">
                    <a16:creationId xmlns:a16="http://schemas.microsoft.com/office/drawing/2014/main" id="{A2AE3911-1ABA-44AB-A7D9-66300B1B8A6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728549" y="1103288"/>
                <a:ext cx="192240" cy="403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436" name="Cerneală 9435">
                <a:extLst>
                  <a:ext uri="{FF2B5EF4-FFF2-40B4-BE49-F238E27FC236}">
                    <a16:creationId xmlns:a16="http://schemas.microsoft.com/office/drawing/2014/main" id="{BA052BD9-BF8D-49E4-A40C-8CE7659B1A7F}"/>
                  </a:ext>
                </a:extLst>
              </p14:cNvPr>
              <p14:cNvContentPartPr/>
              <p14:nvPr/>
            </p14:nvContentPartPr>
            <p14:xfrm>
              <a:off x="11231109" y="1126345"/>
              <a:ext cx="266040" cy="287280"/>
            </p14:xfrm>
          </p:contentPart>
        </mc:Choice>
        <mc:Fallback xmlns="">
          <p:pic>
            <p:nvPicPr>
              <p:cNvPr id="9436" name="Cerneală 9435">
                <a:extLst>
                  <a:ext uri="{FF2B5EF4-FFF2-40B4-BE49-F238E27FC236}">
                    <a16:creationId xmlns:a16="http://schemas.microsoft.com/office/drawing/2014/main" id="{BA052BD9-BF8D-49E4-A40C-8CE7659B1A7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213469" y="1108345"/>
                <a:ext cx="3016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437" name="Cerneală 9436">
                <a:extLst>
                  <a:ext uri="{FF2B5EF4-FFF2-40B4-BE49-F238E27FC236}">
                    <a16:creationId xmlns:a16="http://schemas.microsoft.com/office/drawing/2014/main" id="{7F696F1C-2843-480A-804F-FEE723B614B7}"/>
                  </a:ext>
                </a:extLst>
              </p14:cNvPr>
              <p14:cNvContentPartPr/>
              <p14:nvPr/>
            </p14:nvContentPartPr>
            <p14:xfrm>
              <a:off x="9657909" y="1134985"/>
              <a:ext cx="765720" cy="234000"/>
            </p14:xfrm>
          </p:contentPart>
        </mc:Choice>
        <mc:Fallback xmlns="">
          <p:pic>
            <p:nvPicPr>
              <p:cNvPr id="9437" name="Cerneală 9436">
                <a:extLst>
                  <a:ext uri="{FF2B5EF4-FFF2-40B4-BE49-F238E27FC236}">
                    <a16:creationId xmlns:a16="http://schemas.microsoft.com/office/drawing/2014/main" id="{7F696F1C-2843-480A-804F-FEE723B614B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639917" y="1117345"/>
                <a:ext cx="801343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445" name="Cerneală 9444">
                <a:extLst>
                  <a:ext uri="{FF2B5EF4-FFF2-40B4-BE49-F238E27FC236}">
                    <a16:creationId xmlns:a16="http://schemas.microsoft.com/office/drawing/2014/main" id="{AB4508A3-5494-486E-BA15-F0CD1F763F75}"/>
                  </a:ext>
                </a:extLst>
              </p14:cNvPr>
              <p14:cNvContentPartPr/>
              <p14:nvPr/>
            </p14:nvContentPartPr>
            <p14:xfrm>
              <a:off x="8248509" y="1191145"/>
              <a:ext cx="572760" cy="271080"/>
            </p14:xfrm>
          </p:contentPart>
        </mc:Choice>
        <mc:Fallback xmlns="">
          <p:pic>
            <p:nvPicPr>
              <p:cNvPr id="9445" name="Cerneală 9444">
                <a:extLst>
                  <a:ext uri="{FF2B5EF4-FFF2-40B4-BE49-F238E27FC236}">
                    <a16:creationId xmlns:a16="http://schemas.microsoft.com/office/drawing/2014/main" id="{AB4508A3-5494-486E-BA15-F0CD1F763F7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230858" y="1173505"/>
                <a:ext cx="608422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446" name="Cerneală 9445">
                <a:extLst>
                  <a:ext uri="{FF2B5EF4-FFF2-40B4-BE49-F238E27FC236}">
                    <a16:creationId xmlns:a16="http://schemas.microsoft.com/office/drawing/2014/main" id="{09C9D726-6C1A-415A-868E-F609DDE5D0DD}"/>
                  </a:ext>
                </a:extLst>
              </p14:cNvPr>
              <p14:cNvContentPartPr/>
              <p14:nvPr/>
            </p14:nvContentPartPr>
            <p14:xfrm>
              <a:off x="6549309" y="1039225"/>
              <a:ext cx="1254960" cy="405360"/>
            </p14:xfrm>
          </p:contentPart>
        </mc:Choice>
        <mc:Fallback xmlns="">
          <p:pic>
            <p:nvPicPr>
              <p:cNvPr id="9446" name="Cerneală 9445">
                <a:extLst>
                  <a:ext uri="{FF2B5EF4-FFF2-40B4-BE49-F238E27FC236}">
                    <a16:creationId xmlns:a16="http://schemas.microsoft.com/office/drawing/2014/main" id="{09C9D726-6C1A-415A-868E-F609DDE5D0D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531314" y="1021225"/>
                <a:ext cx="129059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254" name="Cerneală 9253">
                <a:extLst>
                  <a:ext uri="{FF2B5EF4-FFF2-40B4-BE49-F238E27FC236}">
                    <a16:creationId xmlns:a16="http://schemas.microsoft.com/office/drawing/2014/main" id="{1FE8B64A-B1FB-4E26-AD39-5E21EA927B7B}"/>
                  </a:ext>
                </a:extLst>
              </p14:cNvPr>
              <p14:cNvContentPartPr/>
              <p14:nvPr/>
            </p14:nvContentPartPr>
            <p14:xfrm>
              <a:off x="1390509" y="4475785"/>
              <a:ext cx="440280" cy="252360"/>
            </p14:xfrm>
          </p:contentPart>
        </mc:Choice>
        <mc:Fallback xmlns="">
          <p:pic>
            <p:nvPicPr>
              <p:cNvPr id="9254" name="Cerneală 9253">
                <a:extLst>
                  <a:ext uri="{FF2B5EF4-FFF2-40B4-BE49-F238E27FC236}">
                    <a16:creationId xmlns:a16="http://schemas.microsoft.com/office/drawing/2014/main" id="{1FE8B64A-B1FB-4E26-AD39-5E21EA927B7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372509" y="4457785"/>
                <a:ext cx="4759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255" name="Cerneală 9254">
                <a:extLst>
                  <a:ext uri="{FF2B5EF4-FFF2-40B4-BE49-F238E27FC236}">
                    <a16:creationId xmlns:a16="http://schemas.microsoft.com/office/drawing/2014/main" id="{F65CECE1-C810-4958-800C-AF4B3F3987D0}"/>
                  </a:ext>
                </a:extLst>
              </p14:cNvPr>
              <p14:cNvContentPartPr/>
              <p14:nvPr/>
            </p14:nvContentPartPr>
            <p14:xfrm>
              <a:off x="642069" y="4403425"/>
              <a:ext cx="637920" cy="395280"/>
            </p14:xfrm>
          </p:contentPart>
        </mc:Choice>
        <mc:Fallback xmlns="">
          <p:pic>
            <p:nvPicPr>
              <p:cNvPr id="9255" name="Cerneală 9254">
                <a:extLst>
                  <a:ext uri="{FF2B5EF4-FFF2-40B4-BE49-F238E27FC236}">
                    <a16:creationId xmlns:a16="http://schemas.microsoft.com/office/drawing/2014/main" id="{F65CECE1-C810-4958-800C-AF4B3F3987D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24079" y="4385441"/>
                <a:ext cx="673540" cy="430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478" name="Cerneală 9477">
                <a:extLst>
                  <a:ext uri="{FF2B5EF4-FFF2-40B4-BE49-F238E27FC236}">
                    <a16:creationId xmlns:a16="http://schemas.microsoft.com/office/drawing/2014/main" id="{BFEF38A8-206F-4DE1-8622-1D2562FCD71C}"/>
                  </a:ext>
                </a:extLst>
              </p14:cNvPr>
              <p14:cNvContentPartPr/>
              <p14:nvPr/>
            </p14:nvContentPartPr>
            <p14:xfrm>
              <a:off x="4654989" y="2728345"/>
              <a:ext cx="5820480" cy="3279600"/>
            </p14:xfrm>
          </p:contentPart>
        </mc:Choice>
        <mc:Fallback xmlns="">
          <p:pic>
            <p:nvPicPr>
              <p:cNvPr id="9478" name="Cerneală 9477">
                <a:extLst>
                  <a:ext uri="{FF2B5EF4-FFF2-40B4-BE49-F238E27FC236}">
                    <a16:creationId xmlns:a16="http://schemas.microsoft.com/office/drawing/2014/main" id="{BFEF38A8-206F-4DE1-8622-1D2562FCD71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36989" y="2710705"/>
                <a:ext cx="5856120" cy="331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499" name="Cerneală 9498">
                <a:extLst>
                  <a:ext uri="{FF2B5EF4-FFF2-40B4-BE49-F238E27FC236}">
                    <a16:creationId xmlns:a16="http://schemas.microsoft.com/office/drawing/2014/main" id="{B3DA6D6F-0E1A-422D-97BF-6558F24A6A87}"/>
                  </a:ext>
                </a:extLst>
              </p14:cNvPr>
              <p14:cNvContentPartPr/>
              <p14:nvPr/>
            </p14:nvContentPartPr>
            <p14:xfrm>
              <a:off x="4012029" y="6148345"/>
              <a:ext cx="2037240" cy="547920"/>
            </p14:xfrm>
          </p:contentPart>
        </mc:Choice>
        <mc:Fallback xmlns="">
          <p:pic>
            <p:nvPicPr>
              <p:cNvPr id="9499" name="Cerneală 9498">
                <a:extLst>
                  <a:ext uri="{FF2B5EF4-FFF2-40B4-BE49-F238E27FC236}">
                    <a16:creationId xmlns:a16="http://schemas.microsoft.com/office/drawing/2014/main" id="{B3DA6D6F-0E1A-422D-97BF-6558F24A6A8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994032" y="6130345"/>
                <a:ext cx="2072874" cy="5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500" name="Cerneală 9499">
                <a:extLst>
                  <a:ext uri="{FF2B5EF4-FFF2-40B4-BE49-F238E27FC236}">
                    <a16:creationId xmlns:a16="http://schemas.microsoft.com/office/drawing/2014/main" id="{27A37B3C-238A-45CD-8637-CC3C00BB48CF}"/>
                  </a:ext>
                </a:extLst>
              </p14:cNvPr>
              <p14:cNvContentPartPr/>
              <p14:nvPr/>
            </p14:nvContentPartPr>
            <p14:xfrm>
              <a:off x="408429" y="5075545"/>
              <a:ext cx="3191400" cy="1606320"/>
            </p14:xfrm>
          </p:contentPart>
        </mc:Choice>
        <mc:Fallback xmlns="">
          <p:pic>
            <p:nvPicPr>
              <p:cNvPr id="9500" name="Cerneală 9499">
                <a:extLst>
                  <a:ext uri="{FF2B5EF4-FFF2-40B4-BE49-F238E27FC236}">
                    <a16:creationId xmlns:a16="http://schemas.microsoft.com/office/drawing/2014/main" id="{27A37B3C-238A-45CD-8637-CC3C00BB48C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90789" y="5057545"/>
                <a:ext cx="3227040" cy="164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505" name="Cerneală 9504">
                <a:extLst>
                  <a:ext uri="{FF2B5EF4-FFF2-40B4-BE49-F238E27FC236}">
                    <a16:creationId xmlns:a16="http://schemas.microsoft.com/office/drawing/2014/main" id="{8A9071CF-EE2A-4FC4-8A83-E628704D1D27}"/>
                  </a:ext>
                </a:extLst>
              </p14:cNvPr>
              <p14:cNvContentPartPr/>
              <p14:nvPr/>
            </p14:nvContentPartPr>
            <p14:xfrm>
              <a:off x="4627629" y="2178985"/>
              <a:ext cx="527400" cy="380880"/>
            </p14:xfrm>
          </p:contentPart>
        </mc:Choice>
        <mc:Fallback xmlns="">
          <p:pic>
            <p:nvPicPr>
              <p:cNvPr id="9505" name="Cerneală 9504">
                <a:extLst>
                  <a:ext uri="{FF2B5EF4-FFF2-40B4-BE49-F238E27FC236}">
                    <a16:creationId xmlns:a16="http://schemas.microsoft.com/office/drawing/2014/main" id="{8A9071CF-EE2A-4FC4-8A83-E628704D1D2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09989" y="2160985"/>
                <a:ext cx="563040" cy="41652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Dreptunghi 34">
            <a:extLst>
              <a:ext uri="{FF2B5EF4-FFF2-40B4-BE49-F238E27FC236}">
                <a16:creationId xmlns:a16="http://schemas.microsoft.com/office/drawing/2014/main" id="{79AE16A4-92D0-4F30-B291-7C879CFF9A6E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EAC0F83-D553-4272-B2D0-793C28CA06D5}"/>
                  </a:ext>
                </a:extLst>
              </p14:cNvPr>
              <p14:cNvContentPartPr/>
              <p14:nvPr/>
            </p14:nvContentPartPr>
            <p14:xfrm>
              <a:off x="4392909" y="3528985"/>
              <a:ext cx="914400" cy="16592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EAC0F83-D553-4272-B2D0-793C28CA06D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374916" y="3511345"/>
                <a:ext cx="950026" cy="16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29DA976-A083-4D8C-A755-D519BD499A55}"/>
                  </a:ext>
                </a:extLst>
              </p14:cNvPr>
              <p14:cNvContentPartPr/>
              <p14:nvPr/>
            </p14:nvContentPartPr>
            <p14:xfrm>
              <a:off x="4451949" y="1929505"/>
              <a:ext cx="914040" cy="8524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29DA976-A083-4D8C-A755-D519BD499A5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434309" y="1911865"/>
                <a:ext cx="949680" cy="88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580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>
            <a:extLst>
              <a:ext uri="{FF2B5EF4-FFF2-40B4-BE49-F238E27FC236}">
                <a16:creationId xmlns:a16="http://schemas.microsoft.com/office/drawing/2014/main" id="{FBC29E8C-D04F-466A-96C8-E3C590DCF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594391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7CB341DC-1835-4F5D-8364-40081442E2BE}"/>
                  </a:ext>
                </a:extLst>
              </p14:cNvPr>
              <p14:cNvContentPartPr/>
              <p14:nvPr/>
            </p14:nvContentPartPr>
            <p14:xfrm>
              <a:off x="4724415" y="2514610"/>
              <a:ext cx="1272600" cy="3247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7CB341DC-1835-4F5D-8364-40081442E2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6775" y="2496590"/>
                <a:ext cx="1308240" cy="3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E224E6DB-DE80-4E2D-8698-8F14842338E7}"/>
                  </a:ext>
                </a:extLst>
              </p14:cNvPr>
              <p14:cNvContentPartPr/>
              <p14:nvPr/>
            </p14:nvContentPartPr>
            <p14:xfrm>
              <a:off x="4724415" y="3063244"/>
              <a:ext cx="1272600" cy="3247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E224E6DB-DE80-4E2D-8698-8F14842338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6775" y="3045224"/>
                <a:ext cx="1308240" cy="3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B555863-CA8D-4D2D-9CF3-A843B08A3773}"/>
                  </a:ext>
                </a:extLst>
              </p14:cNvPr>
              <p14:cNvContentPartPr/>
              <p14:nvPr/>
            </p14:nvContentPartPr>
            <p14:xfrm>
              <a:off x="4724415" y="3703317"/>
              <a:ext cx="1272600" cy="3247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B555863-CA8D-4D2D-9CF3-A843B08A37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6775" y="3685297"/>
                <a:ext cx="1308240" cy="3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7A68F544-E0F1-4ACA-9273-F60167808F17}"/>
                  </a:ext>
                </a:extLst>
              </p14:cNvPr>
              <p14:cNvContentPartPr/>
              <p14:nvPr/>
            </p14:nvContentPartPr>
            <p14:xfrm>
              <a:off x="8981351" y="4545702"/>
              <a:ext cx="677880" cy="71820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7A68F544-E0F1-4ACA-9273-F60167808F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63711" y="4527702"/>
                <a:ext cx="713520" cy="7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073D42CD-6703-4FBD-9416-16619CF4942A}"/>
                  </a:ext>
                </a:extLst>
              </p14:cNvPr>
              <p14:cNvContentPartPr/>
              <p14:nvPr/>
            </p14:nvContentPartPr>
            <p14:xfrm>
              <a:off x="10281671" y="4394502"/>
              <a:ext cx="166320" cy="2520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073D42CD-6703-4FBD-9416-16619CF494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64031" y="4376862"/>
                <a:ext cx="2019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594E23F8-84BE-4AFE-8C9E-E411EEA03668}"/>
                  </a:ext>
                </a:extLst>
              </p14:cNvPr>
              <p14:cNvContentPartPr/>
              <p14:nvPr/>
            </p14:nvContentPartPr>
            <p14:xfrm>
              <a:off x="10242431" y="4315662"/>
              <a:ext cx="203760" cy="75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594E23F8-84BE-4AFE-8C9E-E411EEA0366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24431" y="4297662"/>
                <a:ext cx="2394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4460179B-EDF8-464D-8272-3ADD45748747}"/>
                  </a:ext>
                </a:extLst>
              </p14:cNvPr>
              <p14:cNvContentPartPr/>
              <p14:nvPr/>
            </p14:nvContentPartPr>
            <p14:xfrm>
              <a:off x="10629431" y="4311342"/>
              <a:ext cx="160560" cy="190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4460179B-EDF8-464D-8272-3ADD4574874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11791" y="4293342"/>
                <a:ext cx="1962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2463ECA8-5315-4CE3-AC08-B73A8912C898}"/>
                  </a:ext>
                </a:extLst>
              </p14:cNvPr>
              <p14:cNvContentPartPr/>
              <p14:nvPr/>
            </p14:nvContentPartPr>
            <p14:xfrm>
              <a:off x="10585871" y="4403862"/>
              <a:ext cx="184320" cy="2570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2463ECA8-5315-4CE3-AC08-B73A8912C89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67906" y="4385862"/>
                <a:ext cx="219891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158767A9-8E90-4A0B-AD03-C00B9AD53EB0}"/>
                  </a:ext>
                </a:extLst>
              </p14:cNvPr>
              <p14:cNvContentPartPr/>
              <p14:nvPr/>
            </p14:nvContentPartPr>
            <p14:xfrm>
              <a:off x="9985391" y="4233582"/>
              <a:ext cx="78480" cy="244548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158767A9-8E90-4A0B-AD03-C00B9AD53E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67751" y="4215939"/>
                <a:ext cx="114120" cy="2481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15502E6F-1DC2-4A2A-B93D-AE8D21280D69}"/>
                  </a:ext>
                </a:extLst>
              </p14:cNvPr>
              <p14:cNvContentPartPr/>
              <p14:nvPr/>
            </p14:nvContentPartPr>
            <p14:xfrm>
              <a:off x="10576511" y="5074902"/>
              <a:ext cx="163440" cy="2991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15502E6F-1DC2-4A2A-B93D-AE8D21280D6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58511" y="5057262"/>
                <a:ext cx="1990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33939E38-6B3C-4246-A487-02DC90DF81FA}"/>
                  </a:ext>
                </a:extLst>
              </p14:cNvPr>
              <p14:cNvContentPartPr/>
              <p14:nvPr/>
            </p14:nvContentPartPr>
            <p14:xfrm>
              <a:off x="10174751" y="5043942"/>
              <a:ext cx="273600" cy="30204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33939E38-6B3C-4246-A487-02DC90DF81F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156751" y="5026302"/>
                <a:ext cx="3092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89DB3869-F81B-44D7-8E17-6A91E08CCEA5}"/>
                  </a:ext>
                </a:extLst>
              </p14:cNvPr>
              <p14:cNvContentPartPr/>
              <p14:nvPr/>
            </p14:nvContentPartPr>
            <p14:xfrm>
              <a:off x="10952711" y="4228902"/>
              <a:ext cx="752040" cy="247428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89DB3869-F81B-44D7-8E17-6A91E08CCEA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935063" y="4211259"/>
                <a:ext cx="787697" cy="2509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5A966548-C04D-4E57-968F-1D79F65FE9B5}"/>
                  </a:ext>
                </a:extLst>
              </p14:cNvPr>
              <p14:cNvContentPartPr/>
              <p14:nvPr/>
            </p14:nvContentPartPr>
            <p14:xfrm>
              <a:off x="10282391" y="6365862"/>
              <a:ext cx="546120" cy="2876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5A966548-C04D-4E57-968F-1D79F65FE9B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264751" y="6347862"/>
                <a:ext cx="5817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E63CE257-9A6E-4DD6-9434-14CA8FCF4EB6}"/>
                  </a:ext>
                </a:extLst>
              </p14:cNvPr>
              <p14:cNvContentPartPr/>
              <p14:nvPr/>
            </p14:nvContentPartPr>
            <p14:xfrm>
              <a:off x="10256111" y="5698422"/>
              <a:ext cx="470520" cy="3481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E63CE257-9A6E-4DD6-9434-14CA8FCF4EB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238471" y="5680782"/>
                <a:ext cx="50616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52" name="Cerneală 251">
                <a:extLst>
                  <a:ext uri="{FF2B5EF4-FFF2-40B4-BE49-F238E27FC236}">
                    <a16:creationId xmlns:a16="http://schemas.microsoft.com/office/drawing/2014/main" id="{301D3F81-5F60-4CD7-8F2E-B96A3CDAB5BA}"/>
                  </a:ext>
                </a:extLst>
              </p14:cNvPr>
              <p14:cNvContentPartPr/>
              <p14:nvPr/>
            </p14:nvContentPartPr>
            <p14:xfrm>
              <a:off x="268389" y="220225"/>
              <a:ext cx="11152800" cy="6469200"/>
            </p14:xfrm>
          </p:contentPart>
        </mc:Choice>
        <mc:Fallback xmlns="">
          <p:pic>
            <p:nvPicPr>
              <p:cNvPr id="252" name="Cerneală 251">
                <a:extLst>
                  <a:ext uri="{FF2B5EF4-FFF2-40B4-BE49-F238E27FC236}">
                    <a16:creationId xmlns:a16="http://schemas.microsoft.com/office/drawing/2014/main" id="{301D3F81-5F60-4CD7-8F2E-B96A3CDAB5B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50389" y="202585"/>
                <a:ext cx="11188440" cy="65048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Dreptunghi 17">
            <a:extLst>
              <a:ext uri="{FF2B5EF4-FFF2-40B4-BE49-F238E27FC236}">
                <a16:creationId xmlns:a16="http://schemas.microsoft.com/office/drawing/2014/main" id="{3ADBCEAB-1F92-4C63-8C44-315D2481FDC1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8D7AC3F9-2560-4890-A24D-BB4D69F68463}"/>
                  </a:ext>
                </a:extLst>
              </p14:cNvPr>
              <p14:cNvContentPartPr/>
              <p14:nvPr/>
            </p14:nvContentPartPr>
            <p14:xfrm>
              <a:off x="3940389" y="4488385"/>
              <a:ext cx="1434960" cy="7282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8D7AC3F9-2560-4890-A24D-BB4D69F6846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922749" y="4452745"/>
                <a:ext cx="1470600" cy="79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C7671C22-C55E-4281-A543-67B28CA745BA}"/>
                  </a:ext>
                </a:extLst>
              </p14:cNvPr>
              <p14:cNvContentPartPr/>
              <p14:nvPr/>
            </p14:nvContentPartPr>
            <p14:xfrm>
              <a:off x="10139949" y="933385"/>
              <a:ext cx="941760" cy="5976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C7671C22-C55E-4281-A543-67B28CA745B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122309" y="897385"/>
                <a:ext cx="97740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C1FEE0A-7791-4D3A-9889-1B7FBE212370}"/>
                  </a:ext>
                </a:extLst>
              </p14:cNvPr>
              <p14:cNvContentPartPr/>
              <p14:nvPr/>
            </p14:nvContentPartPr>
            <p14:xfrm>
              <a:off x="11419749" y="1058665"/>
              <a:ext cx="39240" cy="1998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C1FEE0A-7791-4D3A-9889-1B7FBE21237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402109" y="1022665"/>
                <a:ext cx="748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209B7F1-C4B1-4704-A9DC-C33D071B7A0C}"/>
                  </a:ext>
                </a:extLst>
              </p14:cNvPr>
              <p14:cNvContentPartPr/>
              <p14:nvPr/>
            </p14:nvContentPartPr>
            <p14:xfrm>
              <a:off x="11367189" y="1269985"/>
              <a:ext cx="118080" cy="151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209B7F1-C4B1-4704-A9DC-C33D071B7A0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349189" y="1233985"/>
                <a:ext cx="153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1BCDF66-BDDE-4031-B43E-C6939ADBEF04}"/>
                  </a:ext>
                </a:extLst>
              </p14:cNvPr>
              <p14:cNvContentPartPr/>
              <p14:nvPr/>
            </p14:nvContentPartPr>
            <p14:xfrm>
              <a:off x="11352789" y="985225"/>
              <a:ext cx="163440" cy="126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1BCDF66-BDDE-4031-B43E-C6939ADBEF0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335149" y="949585"/>
                <a:ext cx="1990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17A9F7C5-9EB6-4B08-AE50-620744C34631}"/>
                  </a:ext>
                </a:extLst>
              </p14:cNvPr>
              <p14:cNvContentPartPr/>
              <p14:nvPr/>
            </p14:nvContentPartPr>
            <p14:xfrm>
              <a:off x="11539629" y="1218505"/>
              <a:ext cx="157680" cy="158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17A9F7C5-9EB6-4B08-AE50-620744C3463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521629" y="1182505"/>
                <a:ext cx="1933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23B8B5E-460C-4C66-BFEA-C21807894943}"/>
                  </a:ext>
                </a:extLst>
              </p14:cNvPr>
              <p14:cNvContentPartPr/>
              <p14:nvPr/>
            </p14:nvContentPartPr>
            <p14:xfrm>
              <a:off x="10116549" y="1625305"/>
              <a:ext cx="743760" cy="6652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23B8B5E-460C-4C66-BFEA-C2180789494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098549" y="1589665"/>
                <a:ext cx="779400" cy="73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108EB225-BA4C-4300-8890-08C3159A602A}"/>
                  </a:ext>
                </a:extLst>
              </p14:cNvPr>
              <p14:cNvContentPartPr/>
              <p14:nvPr/>
            </p14:nvContentPartPr>
            <p14:xfrm>
              <a:off x="11137149" y="1770745"/>
              <a:ext cx="66600" cy="2106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108EB225-BA4C-4300-8890-08C3159A602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119149" y="1735105"/>
                <a:ext cx="1022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4C63ED37-6EBB-4BD9-9D72-870AB3ECA33D}"/>
                  </a:ext>
                </a:extLst>
              </p14:cNvPr>
              <p14:cNvContentPartPr/>
              <p14:nvPr/>
            </p14:nvContentPartPr>
            <p14:xfrm>
              <a:off x="11078109" y="2006545"/>
              <a:ext cx="131760" cy="5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4C63ED37-6EBB-4BD9-9D72-870AB3ECA33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060469" y="1970905"/>
                <a:ext cx="1674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75CD4D9-5874-402B-8036-C74E3CF324FB}"/>
                  </a:ext>
                </a:extLst>
              </p14:cNvPr>
              <p14:cNvContentPartPr/>
              <p14:nvPr/>
            </p14:nvContentPartPr>
            <p14:xfrm>
              <a:off x="11091069" y="1717105"/>
              <a:ext cx="162360" cy="205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75CD4D9-5874-402B-8036-C74E3CF324F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073429" y="1681105"/>
                <a:ext cx="1980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7C60FBD0-C971-417C-B7A1-D40F28779664}"/>
                  </a:ext>
                </a:extLst>
              </p14:cNvPr>
              <p14:cNvContentPartPr/>
              <p14:nvPr/>
            </p14:nvContentPartPr>
            <p14:xfrm>
              <a:off x="11318949" y="1884145"/>
              <a:ext cx="62280" cy="2070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7C60FBD0-C971-417C-B7A1-D40F2877966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301309" y="1848505"/>
                <a:ext cx="979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7CFB59E-097C-4BE7-B962-559D5429E5A6}"/>
                  </a:ext>
                </a:extLst>
              </p14:cNvPr>
              <p14:cNvContentPartPr/>
              <p14:nvPr/>
            </p14:nvContentPartPr>
            <p14:xfrm>
              <a:off x="10027989" y="2417665"/>
              <a:ext cx="719640" cy="6976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7CFB59E-097C-4BE7-B962-559D5429E5A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010349" y="2381665"/>
                <a:ext cx="75528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369030B-3278-48C8-B6F9-251E97EAC82A}"/>
                  </a:ext>
                </a:extLst>
              </p14:cNvPr>
              <p14:cNvContentPartPr/>
              <p14:nvPr/>
            </p14:nvContentPartPr>
            <p14:xfrm>
              <a:off x="11143269" y="2636905"/>
              <a:ext cx="65520" cy="2037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369030B-3278-48C8-B6F9-251E97EAC82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125629" y="2601265"/>
                <a:ext cx="10116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51ADAABA-DF7D-43A6-85A8-ACAF764A3604}"/>
                  </a:ext>
                </a:extLst>
              </p14:cNvPr>
              <p14:cNvContentPartPr/>
              <p14:nvPr/>
            </p14:nvContentPartPr>
            <p14:xfrm>
              <a:off x="11102589" y="2868025"/>
              <a:ext cx="137520" cy="3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51ADAABA-DF7D-43A6-85A8-ACAF764A360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084949" y="2832385"/>
                <a:ext cx="1731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59BCDB0-1E70-48A7-A539-A39827C36589}"/>
                  </a:ext>
                </a:extLst>
              </p14:cNvPr>
              <p14:cNvContentPartPr/>
              <p14:nvPr/>
            </p14:nvContentPartPr>
            <p14:xfrm>
              <a:off x="11136069" y="2583265"/>
              <a:ext cx="148680" cy="201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59BCDB0-1E70-48A7-A539-A39827C3658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118429" y="2547625"/>
                <a:ext cx="1843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950B67E8-1F8D-4A2C-B127-FFCED1B744E5}"/>
                  </a:ext>
                </a:extLst>
              </p14:cNvPr>
              <p14:cNvContentPartPr/>
              <p14:nvPr/>
            </p14:nvContentPartPr>
            <p14:xfrm>
              <a:off x="11318949" y="2791705"/>
              <a:ext cx="214920" cy="1818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950B67E8-1F8D-4A2C-B127-FFCED1B744E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1301309" y="2756065"/>
                <a:ext cx="2505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4BD1D04-52E7-4A87-9BDF-9B557224E0FC}"/>
                  </a:ext>
                </a:extLst>
              </p14:cNvPr>
              <p14:cNvContentPartPr/>
              <p14:nvPr/>
            </p14:nvContentPartPr>
            <p14:xfrm>
              <a:off x="10095669" y="3204265"/>
              <a:ext cx="1012320" cy="871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4BD1D04-52E7-4A87-9BDF-9B557224E0F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078029" y="3168265"/>
                <a:ext cx="1047960" cy="9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20F6CF7-6490-45F0-984C-3076DEA39A1B}"/>
                  </a:ext>
                </a:extLst>
              </p14:cNvPr>
              <p14:cNvContentPartPr/>
              <p14:nvPr/>
            </p14:nvContentPartPr>
            <p14:xfrm>
              <a:off x="11347389" y="3468865"/>
              <a:ext cx="43920" cy="1756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20F6CF7-6490-45F0-984C-3076DEA39A1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1329749" y="3433225"/>
                <a:ext cx="795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44743BA-FC79-4CF8-9FB2-09CDD20BE1BA}"/>
                  </a:ext>
                </a:extLst>
              </p14:cNvPr>
              <p14:cNvContentPartPr/>
              <p14:nvPr/>
            </p14:nvContentPartPr>
            <p14:xfrm>
              <a:off x="11304549" y="3657145"/>
              <a:ext cx="95040" cy="5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44743BA-FC79-4CF8-9FB2-09CDD20BE1B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286549" y="3621505"/>
                <a:ext cx="1306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EB0309EF-2279-428D-863D-9F8EB97BA6D2}"/>
                  </a:ext>
                </a:extLst>
              </p14:cNvPr>
              <p14:cNvContentPartPr/>
              <p14:nvPr/>
            </p14:nvContentPartPr>
            <p14:xfrm>
              <a:off x="11309229" y="3403345"/>
              <a:ext cx="146160" cy="50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EB0309EF-2279-428D-863D-9F8EB97BA6D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291589" y="3367345"/>
                <a:ext cx="1818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E5C4904-5769-4B5B-9FB3-49A69C18742F}"/>
                  </a:ext>
                </a:extLst>
              </p14:cNvPr>
              <p14:cNvContentPartPr/>
              <p14:nvPr/>
            </p14:nvContentPartPr>
            <p14:xfrm>
              <a:off x="11487429" y="3575785"/>
              <a:ext cx="143280" cy="2613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E5C4904-5769-4B5B-9FB3-49A69C18742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469789" y="3539785"/>
                <a:ext cx="178920" cy="33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3775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>
            <a:extLst>
              <a:ext uri="{FF2B5EF4-FFF2-40B4-BE49-F238E27FC236}">
                <a16:creationId xmlns:a16="http://schemas.microsoft.com/office/drawing/2014/main" id="{FBC29E8C-D04F-466A-96C8-E3C590DCF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594391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05973C7-2DC3-4179-BDAF-BB4698986A3D}"/>
                  </a:ext>
                </a:extLst>
              </p14:cNvPr>
              <p14:cNvContentPartPr/>
              <p14:nvPr/>
            </p14:nvContentPartPr>
            <p14:xfrm>
              <a:off x="4143429" y="972625"/>
              <a:ext cx="6120" cy="43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05973C7-2DC3-4179-BDAF-BB4698986A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5429" y="954985"/>
                <a:ext cx="41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1986196E-9527-4345-B759-0289316F41E2}"/>
                  </a:ext>
                </a:extLst>
              </p14:cNvPr>
              <p14:cNvContentPartPr/>
              <p14:nvPr/>
            </p14:nvContentPartPr>
            <p14:xfrm>
              <a:off x="3662109" y="657265"/>
              <a:ext cx="369720" cy="3628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1986196E-9527-4345-B759-0289316F41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44109" y="639625"/>
                <a:ext cx="40536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C8889D8-C6A7-403C-BEFA-BCB0EA1C6E26}"/>
                  </a:ext>
                </a:extLst>
              </p14:cNvPr>
              <p14:cNvContentPartPr/>
              <p14:nvPr/>
            </p14:nvContentPartPr>
            <p14:xfrm>
              <a:off x="9943389" y="721705"/>
              <a:ext cx="190440" cy="2980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C8889D8-C6A7-403C-BEFA-BCB0EA1C6E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25749" y="703705"/>
                <a:ext cx="22608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FF24D14-E8D4-4702-BA9F-73044DA4938D}"/>
                  </a:ext>
                </a:extLst>
              </p14:cNvPr>
              <p14:cNvContentPartPr/>
              <p14:nvPr/>
            </p14:nvContentPartPr>
            <p14:xfrm>
              <a:off x="10429029" y="671305"/>
              <a:ext cx="229680" cy="3132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FF24D14-E8D4-4702-BA9F-73044DA493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11029" y="653305"/>
                <a:ext cx="2653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5AE0A018-685E-4A53-B458-008CCC8A5BF4}"/>
                  </a:ext>
                </a:extLst>
              </p14:cNvPr>
              <p14:cNvContentPartPr/>
              <p14:nvPr/>
            </p14:nvContentPartPr>
            <p14:xfrm>
              <a:off x="9413829" y="702265"/>
              <a:ext cx="234360" cy="1872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5AE0A018-685E-4A53-B458-008CCC8A5B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95829" y="684625"/>
                <a:ext cx="2700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E6844EA6-689F-4EA1-A2FA-FD768D92AE62}"/>
                  </a:ext>
                </a:extLst>
              </p14:cNvPr>
              <p14:cNvContentPartPr/>
              <p14:nvPr/>
            </p14:nvContentPartPr>
            <p14:xfrm>
              <a:off x="8807589" y="686425"/>
              <a:ext cx="465120" cy="2469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E6844EA6-689F-4EA1-A2FA-FD768D92AE6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89589" y="668759"/>
                <a:ext cx="500760" cy="282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6170559-B271-4460-8B5C-9757675AF95C}"/>
                  </a:ext>
                </a:extLst>
              </p14:cNvPr>
              <p14:cNvContentPartPr/>
              <p14:nvPr/>
            </p14:nvContentPartPr>
            <p14:xfrm>
              <a:off x="7459749" y="544945"/>
              <a:ext cx="630360" cy="6415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6170559-B271-4460-8B5C-9757675AF95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41749" y="527305"/>
                <a:ext cx="666000" cy="6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4E86E5B3-48CC-4286-A760-AA83D342C773}"/>
                  </a:ext>
                </a:extLst>
              </p14:cNvPr>
              <p14:cNvContentPartPr/>
              <p14:nvPr/>
            </p14:nvContentPartPr>
            <p14:xfrm>
              <a:off x="5736429" y="635665"/>
              <a:ext cx="1248840" cy="3837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4E86E5B3-48CC-4286-A760-AA83D342C7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18429" y="617665"/>
                <a:ext cx="128448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6F1DF01-95F1-4936-88EA-80D84FD5BF6D}"/>
                  </a:ext>
                </a:extLst>
              </p14:cNvPr>
              <p14:cNvContentPartPr/>
              <p14:nvPr/>
            </p14:nvContentPartPr>
            <p14:xfrm>
              <a:off x="4479669" y="585625"/>
              <a:ext cx="1083960" cy="664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6F1DF01-95F1-4936-88EA-80D84FD5BF6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62023" y="567985"/>
                <a:ext cx="1119612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D85EEAC-99E1-48AD-89CD-74D2C1CC9317}"/>
                  </a:ext>
                </a:extLst>
              </p14:cNvPr>
              <p14:cNvContentPartPr/>
              <p14:nvPr/>
            </p14:nvContentPartPr>
            <p14:xfrm>
              <a:off x="10265589" y="719905"/>
              <a:ext cx="19080" cy="550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D85EEAC-99E1-48AD-89CD-74D2C1CC931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247949" y="702149"/>
                <a:ext cx="54720" cy="90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111D182-9D80-47CA-8912-56AE77AF9481}"/>
                  </a:ext>
                </a:extLst>
              </p14:cNvPr>
              <p14:cNvContentPartPr/>
              <p14:nvPr/>
            </p14:nvContentPartPr>
            <p14:xfrm>
              <a:off x="10241109" y="913945"/>
              <a:ext cx="35640" cy="208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111D182-9D80-47CA-8912-56AE77AF948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223469" y="895996"/>
                <a:ext cx="71280" cy="57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D63ECFB-3798-4F27-BCA5-79013CFB2D9D}"/>
                  </a:ext>
                </a:extLst>
              </p14:cNvPr>
              <p14:cNvContentPartPr/>
              <p14:nvPr/>
            </p14:nvContentPartPr>
            <p14:xfrm>
              <a:off x="3960549" y="1981705"/>
              <a:ext cx="677880" cy="7182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D63ECFB-3798-4F27-BCA5-79013CFB2D9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42909" y="1963705"/>
                <a:ext cx="713520" cy="7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E51A3810-7BB0-4573-B57F-B77F479615A3}"/>
                  </a:ext>
                </a:extLst>
              </p14:cNvPr>
              <p14:cNvContentPartPr/>
              <p14:nvPr/>
            </p14:nvContentPartPr>
            <p14:xfrm>
              <a:off x="4281971" y="4912548"/>
              <a:ext cx="483480" cy="50652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E51A3810-7BB0-4573-B57F-B77F479615A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64331" y="4894548"/>
                <a:ext cx="51912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13F14DD6-F51C-4087-9420-BC0DEB537AB3}"/>
                  </a:ext>
                </a:extLst>
              </p14:cNvPr>
              <p14:cNvContentPartPr/>
              <p14:nvPr/>
            </p14:nvContentPartPr>
            <p14:xfrm>
              <a:off x="6595331" y="4468308"/>
              <a:ext cx="166320" cy="20163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13F14DD6-F51C-4087-9420-BC0DEB537AB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577691" y="4450668"/>
                <a:ext cx="201960" cy="20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DB0D7D8B-AEF2-4A52-99AA-647E3C25D7A0}"/>
                  </a:ext>
                </a:extLst>
              </p14:cNvPr>
              <p14:cNvContentPartPr/>
              <p14:nvPr/>
            </p14:nvContentPartPr>
            <p14:xfrm>
              <a:off x="5090171" y="4450585"/>
              <a:ext cx="1369858" cy="2144243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DB0D7D8B-AEF2-4A52-99AA-647E3C25D7A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072526" y="4432941"/>
                <a:ext cx="1405509" cy="2179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BD0D2D19-999A-4D65-9E6A-D22431D5E236}"/>
                  </a:ext>
                </a:extLst>
              </p14:cNvPr>
              <p14:cNvContentPartPr/>
              <p14:nvPr/>
            </p14:nvContentPartPr>
            <p14:xfrm>
              <a:off x="4964589" y="1610905"/>
              <a:ext cx="1719360" cy="252828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BD0D2D19-999A-4D65-9E6A-D22431D5E23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946945" y="1592905"/>
                <a:ext cx="1755007" cy="256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49C24F9D-1CF9-4E71-9965-9A0E323CCFAB}"/>
                  </a:ext>
                </a:extLst>
              </p14:cNvPr>
              <p14:cNvContentPartPr/>
              <p14:nvPr/>
            </p14:nvContentPartPr>
            <p14:xfrm>
              <a:off x="9648189" y="1886305"/>
              <a:ext cx="17280" cy="10872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49C24F9D-1CF9-4E71-9965-9A0E323CCFA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630189" y="1868305"/>
                <a:ext cx="529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0304153B-2F2F-417F-B05E-117CADDCA892}"/>
                  </a:ext>
                </a:extLst>
              </p14:cNvPr>
              <p14:cNvContentPartPr/>
              <p14:nvPr/>
            </p14:nvContentPartPr>
            <p14:xfrm>
              <a:off x="9601029" y="1761025"/>
              <a:ext cx="44280" cy="298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0304153B-2F2F-417F-B05E-117CADDCA89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583029" y="1743025"/>
                <a:ext cx="799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66F494A-4AAB-43F7-83EA-CB057A700D74}"/>
                  </a:ext>
                </a:extLst>
              </p14:cNvPr>
              <p14:cNvContentPartPr/>
              <p14:nvPr/>
            </p14:nvContentPartPr>
            <p14:xfrm>
              <a:off x="9787869" y="1545025"/>
              <a:ext cx="1972800" cy="6393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66F494A-4AAB-43F7-83EA-CB057A700D7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769869" y="1527385"/>
                <a:ext cx="200844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ED680EE9-934D-4C12-B6A0-4B37C1C629FB}"/>
                  </a:ext>
                </a:extLst>
              </p14:cNvPr>
              <p14:cNvContentPartPr/>
              <p14:nvPr/>
            </p14:nvContentPartPr>
            <p14:xfrm>
              <a:off x="8358309" y="1705585"/>
              <a:ext cx="851400" cy="36396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ED680EE9-934D-4C12-B6A0-4B37C1C629F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340669" y="1687585"/>
                <a:ext cx="8870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0D235FAD-7DAA-4CCE-B5DB-DD4155EEE6B6}"/>
                  </a:ext>
                </a:extLst>
              </p14:cNvPr>
              <p14:cNvContentPartPr/>
              <p14:nvPr/>
            </p14:nvContentPartPr>
            <p14:xfrm>
              <a:off x="8508789" y="2394985"/>
              <a:ext cx="1803960" cy="3416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0D235FAD-7DAA-4CCE-B5DB-DD4155EEE6B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490789" y="2376985"/>
                <a:ext cx="18396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67B27133-67B2-4166-A5D7-B04E7CB604F1}"/>
                  </a:ext>
                </a:extLst>
              </p14:cNvPr>
              <p14:cNvContentPartPr/>
              <p14:nvPr/>
            </p14:nvContentPartPr>
            <p14:xfrm>
              <a:off x="8614269" y="2856145"/>
              <a:ext cx="1960920" cy="6148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67B27133-67B2-4166-A5D7-B04E7CB604F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96629" y="2838515"/>
                <a:ext cx="1996560" cy="650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F4ABDE29-7B98-4647-ADDE-7A572BACA8E6}"/>
                  </a:ext>
                </a:extLst>
              </p14:cNvPr>
              <p14:cNvContentPartPr/>
              <p14:nvPr/>
            </p14:nvContentPartPr>
            <p14:xfrm>
              <a:off x="10031229" y="6132145"/>
              <a:ext cx="7920" cy="432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F4ABDE29-7B98-4647-ADDE-7A572BACA8E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013589" y="6114505"/>
                <a:ext cx="435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02FE71E4-896B-4F3E-91AF-D6D25DB7A44C}"/>
                  </a:ext>
                </a:extLst>
              </p14:cNvPr>
              <p14:cNvContentPartPr/>
              <p14:nvPr/>
            </p14:nvContentPartPr>
            <p14:xfrm>
              <a:off x="8154909" y="3969985"/>
              <a:ext cx="1683720" cy="248112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02FE71E4-896B-4F3E-91AF-D6D25DB7A44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137269" y="3952345"/>
                <a:ext cx="1719360" cy="251676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Dreptunghi 26">
            <a:extLst>
              <a:ext uri="{FF2B5EF4-FFF2-40B4-BE49-F238E27FC236}">
                <a16:creationId xmlns:a16="http://schemas.microsoft.com/office/drawing/2014/main" id="{8532CFCB-C2ED-4F3E-9EAF-45EE5E4B6E74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C50A3F7-0FF8-4C52-A135-82B50FF5393F}"/>
                  </a:ext>
                </a:extLst>
              </p14:cNvPr>
              <p14:cNvContentPartPr/>
              <p14:nvPr/>
            </p14:nvContentPartPr>
            <p14:xfrm>
              <a:off x="3595509" y="4196425"/>
              <a:ext cx="4320" cy="64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C50A3F7-0FF8-4C52-A135-82B50FF5393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577509" y="4160425"/>
                <a:ext cx="399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762B6632-D2CC-4C2B-BEB4-FA664108C1EB}"/>
                  </a:ext>
                </a:extLst>
              </p14:cNvPr>
              <p14:cNvContentPartPr/>
              <p14:nvPr/>
            </p14:nvContentPartPr>
            <p14:xfrm>
              <a:off x="6298029" y="1920145"/>
              <a:ext cx="1036080" cy="25952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762B6632-D2CC-4C2B-BEB4-FA664108C1E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280389" y="1884145"/>
                <a:ext cx="1071720" cy="266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A79E8C64-AA55-4F22-8F43-5E9C8530F629}"/>
                  </a:ext>
                </a:extLst>
              </p14:cNvPr>
              <p14:cNvContentPartPr/>
              <p14:nvPr/>
            </p14:nvContentPartPr>
            <p14:xfrm>
              <a:off x="6258789" y="4354465"/>
              <a:ext cx="302760" cy="2404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A79E8C64-AA55-4F22-8F43-5E9C8530F62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41149" y="4318825"/>
                <a:ext cx="3384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D81FEDC6-FA36-4A2A-9B70-9C3A5FC868B9}"/>
                  </a:ext>
                </a:extLst>
              </p14:cNvPr>
              <p14:cNvContentPartPr/>
              <p14:nvPr/>
            </p14:nvContentPartPr>
            <p14:xfrm>
              <a:off x="6557589" y="1847065"/>
              <a:ext cx="221040" cy="2178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D81FEDC6-FA36-4A2A-9B70-9C3A5FC868B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539949" y="1811425"/>
                <a:ext cx="2566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644CB86-B899-4AB1-AD1C-BBEBDB788E0E}"/>
                  </a:ext>
                </a:extLst>
              </p14:cNvPr>
              <p14:cNvContentPartPr/>
              <p14:nvPr/>
            </p14:nvContentPartPr>
            <p14:xfrm>
              <a:off x="6385509" y="2674705"/>
              <a:ext cx="1101600" cy="25855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644CB86-B899-4AB1-AD1C-BBEBDB788E0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367869" y="2639065"/>
                <a:ext cx="1137240" cy="26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70655A3-EAC1-4276-9520-9ED5966B10D6}"/>
                  </a:ext>
                </a:extLst>
              </p14:cNvPr>
              <p14:cNvContentPartPr/>
              <p14:nvPr/>
            </p14:nvContentPartPr>
            <p14:xfrm>
              <a:off x="6456429" y="5000305"/>
              <a:ext cx="248040" cy="2473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70655A3-EAC1-4276-9520-9ED5966B10D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38789" y="4964305"/>
                <a:ext cx="28368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035D209-126F-487B-BBC1-FB6BD96463BA}"/>
                  </a:ext>
                </a:extLst>
              </p14:cNvPr>
              <p14:cNvContentPartPr/>
              <p14:nvPr/>
            </p14:nvContentPartPr>
            <p14:xfrm>
              <a:off x="7639029" y="3505945"/>
              <a:ext cx="2958840" cy="30884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035D209-126F-487B-BBC1-FB6BD96463B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621029" y="3470305"/>
                <a:ext cx="2994480" cy="31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7924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>
            <a:extLst>
              <a:ext uri="{FF2B5EF4-FFF2-40B4-BE49-F238E27FC236}">
                <a16:creationId xmlns:a16="http://schemas.microsoft.com/office/drawing/2014/main" id="{FBC29E8C-D04F-466A-96C8-E3C590DCF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594391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C61337D6-66B2-438B-9C4D-4F81EF1A880E}"/>
                  </a:ext>
                </a:extLst>
              </p14:cNvPr>
              <p14:cNvContentPartPr/>
              <p14:nvPr/>
            </p14:nvContentPartPr>
            <p14:xfrm>
              <a:off x="4815854" y="1691659"/>
              <a:ext cx="5820480" cy="32796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C61337D6-66B2-438B-9C4D-4F81EF1A88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7854" y="1674019"/>
                <a:ext cx="5856120" cy="331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83EDF38-0ACD-4C7F-835B-351AD699BFB8}"/>
                  </a:ext>
                </a:extLst>
              </p14:cNvPr>
              <p14:cNvContentPartPr/>
              <p14:nvPr/>
            </p14:nvContentPartPr>
            <p14:xfrm>
              <a:off x="4788494" y="1142299"/>
              <a:ext cx="527400" cy="3808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83EDF38-0ACD-4C7F-835B-351AD699BF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0854" y="1124299"/>
                <a:ext cx="5630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77D92724-59DB-48C3-9750-12E6413663EE}"/>
                  </a:ext>
                </a:extLst>
              </p14:cNvPr>
              <p14:cNvContentPartPr/>
              <p14:nvPr/>
            </p14:nvContentPartPr>
            <p14:xfrm>
              <a:off x="451629" y="4276345"/>
              <a:ext cx="529200" cy="3639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77D92724-59DB-48C3-9750-12E6413663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3629" y="4258345"/>
                <a:ext cx="5648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A1AC9698-63F7-4259-98E8-0590543AA5C3}"/>
                  </a:ext>
                </a:extLst>
              </p14:cNvPr>
              <p14:cNvContentPartPr/>
              <p14:nvPr/>
            </p14:nvContentPartPr>
            <p14:xfrm>
              <a:off x="654309" y="5076985"/>
              <a:ext cx="127080" cy="72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A1AC9698-63F7-4259-98E8-0590543AA5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6309" y="5059345"/>
                <a:ext cx="1627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6991571-67E0-481E-8A61-8CA15FC83137}"/>
                  </a:ext>
                </a:extLst>
              </p14:cNvPr>
              <p14:cNvContentPartPr/>
              <p14:nvPr/>
            </p14:nvContentPartPr>
            <p14:xfrm>
              <a:off x="1015029" y="5202265"/>
              <a:ext cx="165240" cy="234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6991571-67E0-481E-8A61-8CA15FC8313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7029" y="5184265"/>
                <a:ext cx="2008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4943CDFB-ADE4-4738-9751-7973B0338953}"/>
                  </a:ext>
                </a:extLst>
              </p14:cNvPr>
              <p14:cNvContentPartPr/>
              <p14:nvPr/>
            </p14:nvContentPartPr>
            <p14:xfrm>
              <a:off x="1053549" y="5303425"/>
              <a:ext cx="154080" cy="7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4943CDFB-ADE4-4738-9751-7973B03389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5909" y="5285425"/>
                <a:ext cx="1897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BB569B9-C378-4AA2-949C-B3F1BACE2BAB}"/>
                  </a:ext>
                </a:extLst>
              </p14:cNvPr>
              <p14:cNvContentPartPr/>
              <p14:nvPr/>
            </p14:nvContentPartPr>
            <p14:xfrm>
              <a:off x="1785069" y="5755585"/>
              <a:ext cx="147600" cy="201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BB569B9-C378-4AA2-949C-B3F1BACE2BA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67429" y="5737585"/>
                <a:ext cx="1832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2FEF6BE-1DB0-4298-9F29-C04C9795A9C9}"/>
                  </a:ext>
                </a:extLst>
              </p14:cNvPr>
              <p14:cNvContentPartPr/>
              <p14:nvPr/>
            </p14:nvContentPartPr>
            <p14:xfrm>
              <a:off x="1852389" y="5842345"/>
              <a:ext cx="156240" cy="27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2FEF6BE-1DB0-4298-9F29-C04C9795A9C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34749" y="5824705"/>
                <a:ext cx="1918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8CE9AE7D-D6D6-441A-9652-60389FB3D78E}"/>
                  </a:ext>
                </a:extLst>
              </p14:cNvPr>
              <p14:cNvContentPartPr/>
              <p14:nvPr/>
            </p14:nvContentPartPr>
            <p14:xfrm>
              <a:off x="2164149" y="5526265"/>
              <a:ext cx="214200" cy="277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8CE9AE7D-D6D6-441A-9652-60389FB3D78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46509" y="5508265"/>
                <a:ext cx="2498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F1ADF547-434F-481F-8CEC-E7D6AE580A70}"/>
                  </a:ext>
                </a:extLst>
              </p14:cNvPr>
              <p14:cNvContentPartPr/>
              <p14:nvPr/>
            </p14:nvContentPartPr>
            <p14:xfrm>
              <a:off x="1193229" y="6338425"/>
              <a:ext cx="190440" cy="46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F1ADF547-434F-481F-8CEC-E7D6AE580A7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75589" y="6320425"/>
                <a:ext cx="226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6AA756A-1E86-47DD-AE40-61799D1F12CC}"/>
                  </a:ext>
                </a:extLst>
              </p14:cNvPr>
              <p14:cNvContentPartPr/>
              <p14:nvPr/>
            </p14:nvContentPartPr>
            <p14:xfrm>
              <a:off x="1193229" y="6429505"/>
              <a:ext cx="205560" cy="3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6AA756A-1E86-47DD-AE40-61799D1F12C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75589" y="6411865"/>
                <a:ext cx="241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12191762-BFE8-4378-B2E5-CA6830447DF4}"/>
                  </a:ext>
                </a:extLst>
              </p14:cNvPr>
              <p14:cNvContentPartPr/>
              <p14:nvPr/>
            </p14:nvContentPartPr>
            <p14:xfrm>
              <a:off x="1626309" y="6278665"/>
              <a:ext cx="196920" cy="2350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12191762-BFE8-4378-B2E5-CA6830447DF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08309" y="6261025"/>
                <a:ext cx="2325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39A299A8-2F62-425F-9C2E-85891AD15672}"/>
                  </a:ext>
                </a:extLst>
              </p14:cNvPr>
              <p14:cNvContentPartPr/>
              <p14:nvPr/>
            </p14:nvContentPartPr>
            <p14:xfrm>
              <a:off x="1979829" y="6491065"/>
              <a:ext cx="7920" cy="61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39A299A8-2F62-425F-9C2E-85891AD1567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61829" y="6473425"/>
                <a:ext cx="435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2C1442D-CED8-47DD-8CD5-8CE947FB8584}"/>
                  </a:ext>
                </a:extLst>
              </p14:cNvPr>
              <p14:cNvContentPartPr/>
              <p14:nvPr/>
            </p14:nvContentPartPr>
            <p14:xfrm>
              <a:off x="360189" y="5009305"/>
              <a:ext cx="132840" cy="164268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2C1442D-CED8-47DD-8CD5-8CE947FB858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2189" y="4991305"/>
                <a:ext cx="168480" cy="167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E19DB7E1-1E57-424C-BA69-21D976128D9F}"/>
                  </a:ext>
                </a:extLst>
              </p14:cNvPr>
              <p14:cNvContentPartPr/>
              <p14:nvPr/>
            </p14:nvContentPartPr>
            <p14:xfrm>
              <a:off x="707229" y="6174625"/>
              <a:ext cx="362520" cy="3808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E19DB7E1-1E57-424C-BA69-21D976128D9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9606" y="6156642"/>
                <a:ext cx="398125" cy="416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8BFFD220-F8E7-474E-9EF2-9385BDBDE230}"/>
                  </a:ext>
                </a:extLst>
              </p14:cNvPr>
              <p14:cNvContentPartPr/>
              <p14:nvPr/>
            </p14:nvContentPartPr>
            <p14:xfrm>
              <a:off x="2208789" y="5673865"/>
              <a:ext cx="362520" cy="2703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8BFFD220-F8E7-474E-9EF2-9385BDBDE23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190807" y="5656225"/>
                <a:ext cx="398125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55B396E-3F19-4490-8303-228028AB8BB0}"/>
                  </a:ext>
                </a:extLst>
              </p14:cNvPr>
              <p14:cNvContentPartPr/>
              <p14:nvPr/>
            </p14:nvContentPartPr>
            <p14:xfrm>
              <a:off x="1034469" y="5678905"/>
              <a:ext cx="641520" cy="3387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55B396E-3F19-4490-8303-228028AB8BB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16479" y="5660924"/>
                <a:ext cx="677140" cy="374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2F96FF37-4856-45F7-B4D0-23A47A307804}"/>
                  </a:ext>
                </a:extLst>
              </p14:cNvPr>
              <p14:cNvContentPartPr/>
              <p14:nvPr/>
            </p14:nvContentPartPr>
            <p14:xfrm>
              <a:off x="668709" y="5573425"/>
              <a:ext cx="208440" cy="4226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2F96FF37-4856-45F7-B4D0-23A47A30780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0709" y="5555425"/>
                <a:ext cx="24408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C637563F-4AA6-4342-A1F9-46059030898A}"/>
                  </a:ext>
                </a:extLst>
              </p14:cNvPr>
              <p14:cNvContentPartPr/>
              <p14:nvPr/>
            </p14:nvContentPartPr>
            <p14:xfrm>
              <a:off x="1348029" y="5130265"/>
              <a:ext cx="299520" cy="2883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C637563F-4AA6-4342-A1F9-46059030898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330029" y="5112287"/>
                <a:ext cx="335160" cy="3239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59E35331-50EB-48D1-8F21-CCF8FFC88D23}"/>
                  </a:ext>
                </a:extLst>
              </p14:cNvPr>
              <p14:cNvContentPartPr/>
              <p14:nvPr/>
            </p14:nvContentPartPr>
            <p14:xfrm>
              <a:off x="639549" y="5149345"/>
              <a:ext cx="266040" cy="2322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59E35331-50EB-48D1-8F21-CCF8FFC88D2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21909" y="5131705"/>
                <a:ext cx="3016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472B0F50-9AAC-4486-935C-0A2925AF8F3A}"/>
                  </a:ext>
                </a:extLst>
              </p14:cNvPr>
              <p14:cNvContentPartPr/>
              <p14:nvPr/>
            </p14:nvContentPartPr>
            <p14:xfrm>
              <a:off x="2380149" y="4391185"/>
              <a:ext cx="487080" cy="3128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472B0F50-9AAC-4486-935C-0A2925AF8F3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362509" y="4373545"/>
                <a:ext cx="5227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C7E4243D-075A-433C-83C2-43834CC73D4F}"/>
                  </a:ext>
                </a:extLst>
              </p14:cNvPr>
              <p14:cNvContentPartPr/>
              <p14:nvPr/>
            </p14:nvContentPartPr>
            <p14:xfrm>
              <a:off x="1296189" y="4290745"/>
              <a:ext cx="817920" cy="5752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C7E4243D-075A-433C-83C2-43834CC73D4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278189" y="4273105"/>
                <a:ext cx="853560" cy="6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186C9F55-D496-466A-8AB9-68BB15EC6EA1}"/>
                  </a:ext>
                </a:extLst>
              </p14:cNvPr>
              <p14:cNvContentPartPr/>
              <p14:nvPr/>
            </p14:nvContentPartPr>
            <p14:xfrm>
              <a:off x="4030389" y="418225"/>
              <a:ext cx="7444440" cy="546408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186C9F55-D496-466A-8AB9-68BB15EC6EA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012389" y="400225"/>
                <a:ext cx="7480080" cy="54997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Dreptunghi 25">
            <a:extLst>
              <a:ext uri="{FF2B5EF4-FFF2-40B4-BE49-F238E27FC236}">
                <a16:creationId xmlns:a16="http://schemas.microsoft.com/office/drawing/2014/main" id="{58E07C05-ADF8-41FE-8FE2-77E7A83DEBFA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077C313A-5F99-43BC-8A2E-DCDDF7B2E8C2}"/>
                  </a:ext>
                </a:extLst>
              </p14:cNvPr>
              <p14:cNvContentPartPr/>
              <p14:nvPr/>
            </p14:nvContentPartPr>
            <p14:xfrm>
              <a:off x="2025549" y="5015785"/>
              <a:ext cx="201240" cy="2358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077C313A-5F99-43BC-8A2E-DCDDF7B2E8C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007909" y="4980145"/>
                <a:ext cx="2368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9E893C30-0FFF-4F63-825E-07AF5C412AD0}"/>
                  </a:ext>
                </a:extLst>
              </p14:cNvPr>
              <p14:cNvContentPartPr/>
              <p14:nvPr/>
            </p14:nvContentPartPr>
            <p14:xfrm>
              <a:off x="2747709" y="5491705"/>
              <a:ext cx="260280" cy="2923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9E893C30-0FFF-4F63-825E-07AF5C412AD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730069" y="5456065"/>
                <a:ext cx="29592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A9EC527-0C5D-4010-8103-9F726F849BB0}"/>
                  </a:ext>
                </a:extLst>
              </p14:cNvPr>
              <p14:cNvContentPartPr/>
              <p14:nvPr/>
            </p14:nvContentPartPr>
            <p14:xfrm>
              <a:off x="7243389" y="343345"/>
              <a:ext cx="123840" cy="225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A9EC527-0C5D-4010-8103-9F726F849BB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25389" y="307705"/>
                <a:ext cx="1594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2D91B597-B652-4F2E-B00A-9803CDD78B2F}"/>
                  </a:ext>
                </a:extLst>
              </p14:cNvPr>
              <p14:cNvContentPartPr/>
              <p14:nvPr/>
            </p14:nvContentPartPr>
            <p14:xfrm>
              <a:off x="7200549" y="350905"/>
              <a:ext cx="177120" cy="2192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2D91B597-B652-4F2E-B00A-9803CDD78B2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182909" y="315265"/>
                <a:ext cx="2127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0E726C0-DE14-4B5B-AFA4-124EC3248D80}"/>
                  </a:ext>
                </a:extLst>
              </p14:cNvPr>
              <p14:cNvContentPartPr/>
              <p14:nvPr/>
            </p14:nvContentPartPr>
            <p14:xfrm>
              <a:off x="7507269" y="436585"/>
              <a:ext cx="21240" cy="1540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0E726C0-DE14-4B5B-AFA4-124EC3248D8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489269" y="400585"/>
                <a:ext cx="568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886C983C-B3B0-4E11-8DAC-C0D8DB02E569}"/>
                  </a:ext>
                </a:extLst>
              </p14:cNvPr>
              <p14:cNvContentPartPr/>
              <p14:nvPr/>
            </p14:nvContentPartPr>
            <p14:xfrm>
              <a:off x="7165629" y="177745"/>
              <a:ext cx="289080" cy="147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886C983C-B3B0-4E11-8DAC-C0D8DB02E56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147989" y="142105"/>
                <a:ext cx="324720" cy="8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761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9" name="Cerneală 318">
                <a:extLst>
                  <a:ext uri="{FF2B5EF4-FFF2-40B4-BE49-F238E27FC236}">
                    <a16:creationId xmlns:a16="http://schemas.microsoft.com/office/drawing/2014/main" id="{FCD6F7A2-4637-4AD1-B540-3C454CA8E66D}"/>
                  </a:ext>
                </a:extLst>
              </p14:cNvPr>
              <p14:cNvContentPartPr/>
              <p14:nvPr/>
            </p14:nvContentPartPr>
            <p14:xfrm>
              <a:off x="217629" y="210865"/>
              <a:ext cx="11688480" cy="6536520"/>
            </p14:xfrm>
          </p:contentPart>
        </mc:Choice>
        <mc:Fallback xmlns="">
          <p:pic>
            <p:nvPicPr>
              <p:cNvPr id="319" name="Cerneală 318">
                <a:extLst>
                  <a:ext uri="{FF2B5EF4-FFF2-40B4-BE49-F238E27FC236}">
                    <a16:creationId xmlns:a16="http://schemas.microsoft.com/office/drawing/2014/main" id="{FCD6F7A2-4637-4AD1-B540-3C454CA8E6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629" y="193225"/>
                <a:ext cx="11724120" cy="65721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reptunghi 2">
            <a:extLst>
              <a:ext uri="{FF2B5EF4-FFF2-40B4-BE49-F238E27FC236}">
                <a16:creationId xmlns:a16="http://schemas.microsoft.com/office/drawing/2014/main" id="{9197CDD1-6AAA-41E9-9320-12505E4DDEFA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3289568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6CD9677-2E5F-43D3-BC73-51FD70F8AAD6}"/>
                  </a:ext>
                </a:extLst>
              </p14:cNvPr>
              <p14:cNvContentPartPr/>
              <p14:nvPr/>
            </p14:nvContentPartPr>
            <p14:xfrm>
              <a:off x="2109069" y="282505"/>
              <a:ext cx="685800" cy="6393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6CD9677-2E5F-43D3-BC73-51FD70F8AA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1069" y="264865"/>
                <a:ext cx="72144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BEB0FBF3-B453-4520-A739-C0A77B3642A3}"/>
                  </a:ext>
                </a:extLst>
              </p14:cNvPr>
              <p14:cNvContentPartPr/>
              <p14:nvPr/>
            </p14:nvContentPartPr>
            <p14:xfrm>
              <a:off x="1077669" y="533785"/>
              <a:ext cx="423720" cy="2617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BEB0FBF3-B453-4520-A739-C0A77B3642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9684" y="516145"/>
                <a:ext cx="45933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9AA0B0B-568E-4CA5-BFEE-E67790733AE2}"/>
                  </a:ext>
                </a:extLst>
              </p14:cNvPr>
              <p14:cNvContentPartPr/>
              <p14:nvPr/>
            </p14:nvContentPartPr>
            <p14:xfrm>
              <a:off x="4490109" y="584905"/>
              <a:ext cx="145080" cy="1774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9AA0B0B-568E-4CA5-BFEE-E67790733A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72109" y="566905"/>
                <a:ext cx="1807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22A6ED5F-DF25-4C07-A7FA-B6F2069A80D5}"/>
                  </a:ext>
                </a:extLst>
              </p14:cNvPr>
              <p14:cNvContentPartPr/>
              <p14:nvPr/>
            </p14:nvContentPartPr>
            <p14:xfrm>
              <a:off x="5187789" y="586705"/>
              <a:ext cx="201240" cy="1357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22A6ED5F-DF25-4C07-A7FA-B6F2069A80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9789" y="569065"/>
                <a:ext cx="2368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7991F89-52CC-4E9D-9710-AADE30E4609D}"/>
                  </a:ext>
                </a:extLst>
              </p14:cNvPr>
              <p14:cNvContentPartPr/>
              <p14:nvPr/>
            </p14:nvContentPartPr>
            <p14:xfrm>
              <a:off x="6044589" y="555745"/>
              <a:ext cx="68760" cy="2008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7991F89-52CC-4E9D-9710-AADE30E460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26589" y="538105"/>
                <a:ext cx="1044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45F5378-19EC-4961-81D0-E13E366A4E1D}"/>
                  </a:ext>
                </a:extLst>
              </p14:cNvPr>
              <p14:cNvContentPartPr/>
              <p14:nvPr/>
            </p14:nvContentPartPr>
            <p14:xfrm>
              <a:off x="6735429" y="576625"/>
              <a:ext cx="115560" cy="1206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45F5378-19EC-4961-81D0-E13E366A4E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17789" y="558625"/>
                <a:ext cx="1512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6022E47C-EF78-4FFD-9CE8-DFFA93B166E9}"/>
                  </a:ext>
                </a:extLst>
              </p14:cNvPr>
              <p14:cNvContentPartPr/>
              <p14:nvPr/>
            </p14:nvContentPartPr>
            <p14:xfrm>
              <a:off x="7079229" y="249745"/>
              <a:ext cx="168480" cy="5738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6022E47C-EF78-4FFD-9CE8-DFFA93B166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61229" y="232105"/>
                <a:ext cx="204120" cy="60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C831741-8FC5-4210-91EF-4BE8DA3AEF7A}"/>
                  </a:ext>
                </a:extLst>
              </p14:cNvPr>
              <p14:cNvContentPartPr/>
              <p14:nvPr/>
            </p14:nvContentPartPr>
            <p14:xfrm>
              <a:off x="6323589" y="384745"/>
              <a:ext cx="305640" cy="2966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C831741-8FC5-4210-91EF-4BE8DA3AEF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05589" y="367084"/>
                <a:ext cx="341280" cy="332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A506D343-3382-4AF8-BFC3-017B3A4CE3A9}"/>
                  </a:ext>
                </a:extLst>
              </p14:cNvPr>
              <p14:cNvContentPartPr/>
              <p14:nvPr/>
            </p14:nvContentPartPr>
            <p14:xfrm>
              <a:off x="5664429" y="408865"/>
              <a:ext cx="234720" cy="2257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A506D343-3382-4AF8-BFC3-017B3A4CE3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46429" y="390865"/>
                <a:ext cx="2703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578B0B45-9FAD-468B-AA2A-C01C91A27C9E}"/>
                  </a:ext>
                </a:extLst>
              </p14:cNvPr>
              <p14:cNvContentPartPr/>
              <p14:nvPr/>
            </p14:nvContentPartPr>
            <p14:xfrm>
              <a:off x="4874949" y="413545"/>
              <a:ext cx="208800" cy="2307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578B0B45-9FAD-468B-AA2A-C01C91A27C9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56949" y="395573"/>
                <a:ext cx="244440" cy="266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C909405F-D260-492A-A414-5D77D5AFC695}"/>
                  </a:ext>
                </a:extLst>
              </p14:cNvPr>
              <p14:cNvContentPartPr/>
              <p14:nvPr/>
            </p14:nvContentPartPr>
            <p14:xfrm>
              <a:off x="3978909" y="312385"/>
              <a:ext cx="384840" cy="464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C909405F-D260-492A-A414-5D77D5AFC69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61252" y="294385"/>
                <a:ext cx="420513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057FA63-1E71-4127-8D06-EEFD7414EC6F}"/>
                  </a:ext>
                </a:extLst>
              </p14:cNvPr>
              <p14:cNvContentPartPr/>
              <p14:nvPr/>
            </p14:nvContentPartPr>
            <p14:xfrm>
              <a:off x="3443949" y="316705"/>
              <a:ext cx="257760" cy="3740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057FA63-1E71-4127-8D06-EEFD7414EC6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25949" y="298722"/>
                <a:ext cx="293400" cy="409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BEC9C32-C012-4D06-9F58-DD8375FAA139}"/>
                  </a:ext>
                </a:extLst>
              </p14:cNvPr>
              <p14:cNvContentPartPr/>
              <p14:nvPr/>
            </p14:nvContentPartPr>
            <p14:xfrm>
              <a:off x="8406549" y="504625"/>
              <a:ext cx="429480" cy="1836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BEC9C32-C012-4D06-9F58-DD8375FAA1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88549" y="486625"/>
                <a:ext cx="4651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22909A51-6120-4A61-860D-290DE37B9932}"/>
                  </a:ext>
                </a:extLst>
              </p14:cNvPr>
              <p14:cNvContentPartPr/>
              <p14:nvPr/>
            </p14:nvContentPartPr>
            <p14:xfrm>
              <a:off x="9714429" y="234625"/>
              <a:ext cx="1036800" cy="6681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22909A51-6120-4A61-860D-290DE37B993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96789" y="216985"/>
                <a:ext cx="107244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D818906-B665-4B1F-999D-B18E035599C3}"/>
                  </a:ext>
                </a:extLst>
              </p14:cNvPr>
              <p14:cNvContentPartPr/>
              <p14:nvPr/>
            </p14:nvContentPartPr>
            <p14:xfrm>
              <a:off x="5657589" y="1234705"/>
              <a:ext cx="608400" cy="1638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D818906-B665-4B1F-999D-B18E035599C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39589" y="1216705"/>
                <a:ext cx="644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77BDF54-4DDE-4321-8BC5-9747F7A19612}"/>
                  </a:ext>
                </a:extLst>
              </p14:cNvPr>
              <p14:cNvContentPartPr/>
              <p14:nvPr/>
            </p14:nvContentPartPr>
            <p14:xfrm>
              <a:off x="8556669" y="1096825"/>
              <a:ext cx="156600" cy="2757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77BDF54-4DDE-4321-8BC5-9747F7A196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38669" y="1079185"/>
                <a:ext cx="19224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C20688B-78C9-4E3B-8F67-DA014747CE9A}"/>
                  </a:ext>
                </a:extLst>
              </p14:cNvPr>
              <p14:cNvContentPartPr/>
              <p14:nvPr/>
            </p14:nvContentPartPr>
            <p14:xfrm>
              <a:off x="8882109" y="1123825"/>
              <a:ext cx="100440" cy="781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C20688B-78C9-4E3B-8F67-DA014747CE9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64109" y="1106185"/>
                <a:ext cx="1360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B9B9814E-60F2-44AA-B339-A0A790095C03}"/>
                  </a:ext>
                </a:extLst>
              </p14:cNvPr>
              <p14:cNvContentPartPr/>
              <p14:nvPr/>
            </p14:nvContentPartPr>
            <p14:xfrm>
              <a:off x="8926389" y="1306345"/>
              <a:ext cx="57240" cy="730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B9B9814E-60F2-44AA-B339-A0A790095C0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08749" y="1288705"/>
                <a:ext cx="928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3985F1BE-92C4-4EBE-B6D0-FB1B5A558E75}"/>
                  </a:ext>
                </a:extLst>
              </p14:cNvPr>
              <p14:cNvContentPartPr/>
              <p14:nvPr/>
            </p14:nvContentPartPr>
            <p14:xfrm>
              <a:off x="9225549" y="1069465"/>
              <a:ext cx="205560" cy="3261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3985F1BE-92C4-4EBE-B6D0-FB1B5A558E7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07549" y="1051825"/>
                <a:ext cx="2412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9404C591-D678-4511-93B7-91E14BDE30B6}"/>
                  </a:ext>
                </a:extLst>
              </p14:cNvPr>
              <p14:cNvContentPartPr/>
              <p14:nvPr/>
            </p14:nvContentPartPr>
            <p14:xfrm>
              <a:off x="7352829" y="1081705"/>
              <a:ext cx="826920" cy="2926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9404C591-D678-4511-93B7-91E14BDE30B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35189" y="1063705"/>
                <a:ext cx="8625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8DABE1F-275A-481C-8D43-97BD9EDBF16A}"/>
                  </a:ext>
                </a:extLst>
              </p14:cNvPr>
              <p14:cNvContentPartPr/>
              <p14:nvPr/>
            </p14:nvContentPartPr>
            <p14:xfrm>
              <a:off x="2150829" y="1072345"/>
              <a:ext cx="2623680" cy="7628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8DABE1F-275A-481C-8D43-97BD9EDBF16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32829" y="1054705"/>
                <a:ext cx="265932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403635A1-6D1C-4433-A8C6-C2AC9CF08DBE}"/>
                  </a:ext>
                </a:extLst>
              </p14:cNvPr>
              <p14:cNvContentPartPr/>
              <p14:nvPr/>
            </p14:nvContentPartPr>
            <p14:xfrm>
              <a:off x="10308429" y="1260265"/>
              <a:ext cx="303120" cy="79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403635A1-6D1C-4433-A8C6-C2AC9CF08DB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290789" y="1242625"/>
                <a:ext cx="3387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2F99A7A9-E4D6-4433-9EC2-61C745C5549C}"/>
                  </a:ext>
                </a:extLst>
              </p14:cNvPr>
              <p14:cNvContentPartPr/>
              <p14:nvPr/>
            </p14:nvContentPartPr>
            <p14:xfrm>
              <a:off x="10813869" y="1211305"/>
              <a:ext cx="180720" cy="1602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2F99A7A9-E4D6-4433-9EC2-61C745C5549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795869" y="1193665"/>
                <a:ext cx="2163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B78DBC84-183B-47AA-8296-F5E58A1D5970}"/>
                  </a:ext>
                </a:extLst>
              </p14:cNvPr>
              <p14:cNvContentPartPr/>
              <p14:nvPr/>
            </p14:nvContentPartPr>
            <p14:xfrm>
              <a:off x="11126709" y="954265"/>
              <a:ext cx="851760" cy="38916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B78DBC84-183B-47AA-8296-F5E58A1D59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108717" y="936265"/>
                <a:ext cx="887385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CCAD9EDD-3448-425D-A323-29BBBBAD114D}"/>
                  </a:ext>
                </a:extLst>
              </p14:cNvPr>
              <p14:cNvContentPartPr/>
              <p14:nvPr/>
            </p14:nvContentPartPr>
            <p14:xfrm>
              <a:off x="6708069" y="1058665"/>
              <a:ext cx="138600" cy="153756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CCAD9EDD-3448-425D-A323-29BBBBAD114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690429" y="1040665"/>
                <a:ext cx="174240" cy="15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9B019FE9-3427-4061-B49E-A3F235D9F860}"/>
                  </a:ext>
                </a:extLst>
              </p14:cNvPr>
              <p14:cNvContentPartPr/>
              <p14:nvPr/>
            </p14:nvContentPartPr>
            <p14:xfrm>
              <a:off x="7390989" y="2030665"/>
              <a:ext cx="36000" cy="21600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9B019FE9-3427-4061-B49E-A3F235D9F86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373349" y="2012665"/>
                <a:ext cx="716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566B5CC3-F0B3-4AB7-849E-583507D52813}"/>
                  </a:ext>
                </a:extLst>
              </p14:cNvPr>
              <p14:cNvContentPartPr/>
              <p14:nvPr/>
            </p14:nvContentPartPr>
            <p14:xfrm>
              <a:off x="7399989" y="1876945"/>
              <a:ext cx="30960" cy="2412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566B5CC3-F0B3-4AB7-849E-583507D5281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382349" y="1859305"/>
                <a:ext cx="666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5336E2BC-7B77-4436-A906-97E297B2DA4E}"/>
                  </a:ext>
                </a:extLst>
              </p14:cNvPr>
              <p14:cNvContentPartPr/>
              <p14:nvPr/>
            </p14:nvContentPartPr>
            <p14:xfrm>
              <a:off x="7588989" y="1982065"/>
              <a:ext cx="1822680" cy="23184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5336E2BC-7B77-4436-A906-97E297B2DA4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71349" y="1964065"/>
                <a:ext cx="18583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E55F5253-0BB6-4CD1-BF99-7D4AF8F279A3}"/>
                  </a:ext>
                </a:extLst>
              </p14:cNvPr>
              <p14:cNvContentPartPr/>
              <p14:nvPr/>
            </p14:nvContentPartPr>
            <p14:xfrm>
              <a:off x="2843829" y="3757585"/>
              <a:ext cx="155160" cy="28584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E55F5253-0BB6-4CD1-BF99-7D4AF8F279A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25829" y="3739585"/>
                <a:ext cx="19080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532E76ED-9118-4B88-A45F-0AC17D47556E}"/>
                  </a:ext>
                </a:extLst>
              </p14:cNvPr>
              <p14:cNvContentPartPr/>
              <p14:nvPr/>
            </p14:nvContentPartPr>
            <p14:xfrm>
              <a:off x="3168549" y="3799345"/>
              <a:ext cx="35280" cy="4104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532E76ED-9118-4B88-A45F-0AC17D47556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150549" y="3781345"/>
                <a:ext cx="70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C984ECD0-08BA-4C5A-8EEA-215B29D6B450}"/>
                  </a:ext>
                </a:extLst>
              </p14:cNvPr>
              <p14:cNvContentPartPr/>
              <p14:nvPr/>
            </p14:nvContentPartPr>
            <p14:xfrm>
              <a:off x="3170709" y="3953065"/>
              <a:ext cx="57960" cy="6516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C984ECD0-08BA-4C5A-8EEA-215B29D6B45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52709" y="3935425"/>
                <a:ext cx="93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CFD19172-E9BD-489C-95D8-D28402650860}"/>
                  </a:ext>
                </a:extLst>
              </p14:cNvPr>
              <p14:cNvContentPartPr/>
              <p14:nvPr/>
            </p14:nvContentPartPr>
            <p14:xfrm>
              <a:off x="3460149" y="3777745"/>
              <a:ext cx="221400" cy="26460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CFD19172-E9BD-489C-95D8-D2840265086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42149" y="3759745"/>
                <a:ext cx="2570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773E973E-DEDD-4DDA-95D0-35F86DF8B583}"/>
                  </a:ext>
                </a:extLst>
              </p14:cNvPr>
              <p14:cNvContentPartPr/>
              <p14:nvPr/>
            </p14:nvContentPartPr>
            <p14:xfrm>
              <a:off x="5452389" y="3747865"/>
              <a:ext cx="223920" cy="30924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773E973E-DEDD-4DDA-95D0-35F86DF8B58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34749" y="3730225"/>
                <a:ext cx="25956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8C76437F-51E8-466E-810B-B1A105ED34DC}"/>
                  </a:ext>
                </a:extLst>
              </p14:cNvPr>
              <p14:cNvContentPartPr/>
              <p14:nvPr/>
            </p14:nvContentPartPr>
            <p14:xfrm>
              <a:off x="7613109" y="3431785"/>
              <a:ext cx="495720" cy="72072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8C76437F-51E8-466E-810B-B1A105ED34D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95469" y="3413785"/>
                <a:ext cx="531360" cy="7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E84D2828-D4F0-42D2-A791-DBA2E0242981}"/>
                  </a:ext>
                </a:extLst>
              </p14:cNvPr>
              <p14:cNvContentPartPr/>
              <p14:nvPr/>
            </p14:nvContentPartPr>
            <p14:xfrm>
              <a:off x="6434109" y="3757225"/>
              <a:ext cx="717840" cy="39024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E84D2828-D4F0-42D2-A791-DBA2E024298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416109" y="3739225"/>
                <a:ext cx="75348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D5154E14-5CEF-471E-A79F-34223346BB67}"/>
                  </a:ext>
                </a:extLst>
              </p14:cNvPr>
              <p14:cNvContentPartPr/>
              <p14:nvPr/>
            </p14:nvContentPartPr>
            <p14:xfrm>
              <a:off x="4948389" y="3743905"/>
              <a:ext cx="345600" cy="32832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D5154E14-5CEF-471E-A79F-34223346BB6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30389" y="3726265"/>
                <a:ext cx="38124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5221146F-9EE3-47D6-8C52-E0D41C90D3C7}"/>
                  </a:ext>
                </a:extLst>
              </p14:cNvPr>
              <p14:cNvContentPartPr/>
              <p14:nvPr/>
            </p14:nvContentPartPr>
            <p14:xfrm>
              <a:off x="4119309" y="3801505"/>
              <a:ext cx="348480" cy="25488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5221146F-9EE3-47D6-8C52-E0D41C90D3C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01309" y="3783865"/>
                <a:ext cx="3841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8BA89FEF-7EFF-4A69-8BB5-1C2E14198394}"/>
                  </a:ext>
                </a:extLst>
              </p14:cNvPr>
              <p14:cNvContentPartPr/>
              <p14:nvPr/>
            </p14:nvContentPartPr>
            <p14:xfrm>
              <a:off x="1872549" y="3703585"/>
              <a:ext cx="707040" cy="33732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8BA89FEF-7EFF-4A69-8BB5-1C2E1419839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854909" y="3685585"/>
                <a:ext cx="74268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E0CCEBE3-8548-4AD1-90F7-676D0B20C090}"/>
                  </a:ext>
                </a:extLst>
              </p14:cNvPr>
              <p14:cNvContentPartPr/>
              <p14:nvPr/>
            </p14:nvContentPartPr>
            <p14:xfrm>
              <a:off x="9635589" y="3618985"/>
              <a:ext cx="361080" cy="33696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E0CCEBE3-8548-4AD1-90F7-676D0B20C09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617589" y="3600985"/>
                <a:ext cx="3967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4F176859-368D-4830-8179-DEF5BE76071D}"/>
                  </a:ext>
                </a:extLst>
              </p14:cNvPr>
              <p14:cNvContentPartPr/>
              <p14:nvPr/>
            </p14:nvContentPartPr>
            <p14:xfrm>
              <a:off x="8469189" y="3568945"/>
              <a:ext cx="696600" cy="51804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4F176859-368D-4830-8179-DEF5BE76071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451540" y="3550945"/>
                <a:ext cx="732258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09" name="Cerneală 308">
                <a:extLst>
                  <a:ext uri="{FF2B5EF4-FFF2-40B4-BE49-F238E27FC236}">
                    <a16:creationId xmlns:a16="http://schemas.microsoft.com/office/drawing/2014/main" id="{2CC356BE-9944-4158-8FCE-30C62349D267}"/>
                  </a:ext>
                </a:extLst>
              </p14:cNvPr>
              <p14:cNvContentPartPr/>
              <p14:nvPr/>
            </p14:nvContentPartPr>
            <p14:xfrm>
              <a:off x="10674189" y="3512425"/>
              <a:ext cx="1261080" cy="444240"/>
            </p14:xfrm>
          </p:contentPart>
        </mc:Choice>
        <mc:Fallback xmlns="">
          <p:pic>
            <p:nvPicPr>
              <p:cNvPr id="309" name="Cerneală 308">
                <a:extLst>
                  <a:ext uri="{FF2B5EF4-FFF2-40B4-BE49-F238E27FC236}">
                    <a16:creationId xmlns:a16="http://schemas.microsoft.com/office/drawing/2014/main" id="{2CC356BE-9944-4158-8FCE-30C62349D26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656189" y="3494785"/>
                <a:ext cx="129672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11" name="Cerneală 310">
                <a:extLst>
                  <a:ext uri="{FF2B5EF4-FFF2-40B4-BE49-F238E27FC236}">
                    <a16:creationId xmlns:a16="http://schemas.microsoft.com/office/drawing/2014/main" id="{4A5B4F32-B308-471A-A355-EC66BFA028F5}"/>
                  </a:ext>
                </a:extLst>
              </p14:cNvPr>
              <p14:cNvContentPartPr/>
              <p14:nvPr/>
            </p14:nvContentPartPr>
            <p14:xfrm>
              <a:off x="10274589" y="3666865"/>
              <a:ext cx="177840" cy="398520"/>
            </p14:xfrm>
          </p:contentPart>
        </mc:Choice>
        <mc:Fallback xmlns="">
          <p:pic>
            <p:nvPicPr>
              <p:cNvPr id="311" name="Cerneală 310">
                <a:extLst>
                  <a:ext uri="{FF2B5EF4-FFF2-40B4-BE49-F238E27FC236}">
                    <a16:creationId xmlns:a16="http://schemas.microsoft.com/office/drawing/2014/main" id="{4A5B4F32-B308-471A-A355-EC66BFA028F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56985" y="3649225"/>
                <a:ext cx="213408" cy="43416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Dreptunghi 44">
            <a:extLst>
              <a:ext uri="{FF2B5EF4-FFF2-40B4-BE49-F238E27FC236}">
                <a16:creationId xmlns:a16="http://schemas.microsoft.com/office/drawing/2014/main" id="{1D3A2710-53F0-4516-BCC0-8D0AF3123052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3506116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>
            <a:extLst>
              <a:ext uri="{FF2B5EF4-FFF2-40B4-BE49-F238E27FC236}">
                <a16:creationId xmlns:a16="http://schemas.microsoft.com/office/drawing/2014/main" id="{4D224C15-3DDF-4ADA-A436-1BED5247B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868708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13" name="Cerneală 412">
                <a:extLst>
                  <a:ext uri="{FF2B5EF4-FFF2-40B4-BE49-F238E27FC236}">
                    <a16:creationId xmlns:a16="http://schemas.microsoft.com/office/drawing/2014/main" id="{A3BFF789-C9D3-43C4-8446-65BB9ED8F6D9}"/>
                  </a:ext>
                </a:extLst>
              </p14:cNvPr>
              <p14:cNvContentPartPr/>
              <p14:nvPr/>
            </p14:nvContentPartPr>
            <p14:xfrm>
              <a:off x="5110389" y="2130385"/>
              <a:ext cx="704160" cy="1899720"/>
            </p14:xfrm>
          </p:contentPart>
        </mc:Choice>
        <mc:Fallback xmlns="">
          <p:pic>
            <p:nvPicPr>
              <p:cNvPr id="413" name="Cerneală 412">
                <a:extLst>
                  <a:ext uri="{FF2B5EF4-FFF2-40B4-BE49-F238E27FC236}">
                    <a16:creationId xmlns:a16="http://schemas.microsoft.com/office/drawing/2014/main" id="{A3BFF789-C9D3-43C4-8446-65BB9ED8F6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2749" y="2094385"/>
                <a:ext cx="739800" cy="19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4" name="Cerneală 413">
                <a:extLst>
                  <a:ext uri="{FF2B5EF4-FFF2-40B4-BE49-F238E27FC236}">
                    <a16:creationId xmlns:a16="http://schemas.microsoft.com/office/drawing/2014/main" id="{A977D5E9-2DE0-42A4-A51C-0E1BCEA39BD2}"/>
                  </a:ext>
                </a:extLst>
              </p14:cNvPr>
              <p14:cNvContentPartPr/>
              <p14:nvPr/>
            </p14:nvContentPartPr>
            <p14:xfrm>
              <a:off x="5238909" y="1318225"/>
              <a:ext cx="204480" cy="750960"/>
            </p14:xfrm>
          </p:contentPart>
        </mc:Choice>
        <mc:Fallback xmlns="">
          <p:pic>
            <p:nvPicPr>
              <p:cNvPr id="414" name="Cerneală 413">
                <a:extLst>
                  <a:ext uri="{FF2B5EF4-FFF2-40B4-BE49-F238E27FC236}">
                    <a16:creationId xmlns:a16="http://schemas.microsoft.com/office/drawing/2014/main" id="{A977D5E9-2DE0-42A4-A51C-0E1BCEA39B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0909" y="1282585"/>
                <a:ext cx="24012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5" name="Cerneală 414">
                <a:extLst>
                  <a:ext uri="{FF2B5EF4-FFF2-40B4-BE49-F238E27FC236}">
                    <a16:creationId xmlns:a16="http://schemas.microsoft.com/office/drawing/2014/main" id="{A8A68530-2B87-4F72-8766-994DE0FFE893}"/>
                  </a:ext>
                </a:extLst>
              </p14:cNvPr>
              <p14:cNvContentPartPr/>
              <p14:nvPr/>
            </p14:nvContentPartPr>
            <p14:xfrm>
              <a:off x="5655069" y="1211665"/>
              <a:ext cx="23400" cy="234000"/>
            </p14:xfrm>
          </p:contentPart>
        </mc:Choice>
        <mc:Fallback xmlns="">
          <p:pic>
            <p:nvPicPr>
              <p:cNvPr id="415" name="Cerneală 414">
                <a:extLst>
                  <a:ext uri="{FF2B5EF4-FFF2-40B4-BE49-F238E27FC236}">
                    <a16:creationId xmlns:a16="http://schemas.microsoft.com/office/drawing/2014/main" id="{A8A68530-2B87-4F72-8766-994DE0FFE8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37069" y="1175665"/>
                <a:ext cx="590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6" name="Cerneală 415">
                <a:extLst>
                  <a:ext uri="{FF2B5EF4-FFF2-40B4-BE49-F238E27FC236}">
                    <a16:creationId xmlns:a16="http://schemas.microsoft.com/office/drawing/2014/main" id="{33466756-FF1E-4F36-BE9C-EDFA49E7AA4D}"/>
                  </a:ext>
                </a:extLst>
              </p14:cNvPr>
              <p14:cNvContentPartPr/>
              <p14:nvPr/>
            </p14:nvContentPartPr>
            <p14:xfrm>
              <a:off x="5629509" y="1447105"/>
              <a:ext cx="113040" cy="28800"/>
            </p14:xfrm>
          </p:contentPart>
        </mc:Choice>
        <mc:Fallback xmlns="">
          <p:pic>
            <p:nvPicPr>
              <p:cNvPr id="416" name="Cerneală 415">
                <a:extLst>
                  <a:ext uri="{FF2B5EF4-FFF2-40B4-BE49-F238E27FC236}">
                    <a16:creationId xmlns:a16="http://schemas.microsoft.com/office/drawing/2014/main" id="{33466756-FF1E-4F36-BE9C-EDFA49E7AA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1509" y="1411465"/>
                <a:ext cx="14868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7" name="Cerneală 416">
                <a:extLst>
                  <a:ext uri="{FF2B5EF4-FFF2-40B4-BE49-F238E27FC236}">
                    <a16:creationId xmlns:a16="http://schemas.microsoft.com/office/drawing/2014/main" id="{4A2F3042-25C4-454B-B626-4D6F3EB767DF}"/>
                  </a:ext>
                </a:extLst>
              </p14:cNvPr>
              <p14:cNvContentPartPr/>
              <p14:nvPr/>
            </p14:nvContentPartPr>
            <p14:xfrm>
              <a:off x="5578749" y="1108705"/>
              <a:ext cx="155520" cy="26280"/>
            </p14:xfrm>
          </p:contentPart>
        </mc:Choice>
        <mc:Fallback xmlns="">
          <p:pic>
            <p:nvPicPr>
              <p:cNvPr id="417" name="Cerneală 416">
                <a:extLst>
                  <a:ext uri="{FF2B5EF4-FFF2-40B4-BE49-F238E27FC236}">
                    <a16:creationId xmlns:a16="http://schemas.microsoft.com/office/drawing/2014/main" id="{4A2F3042-25C4-454B-B626-4D6F3EB767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60749" y="1072705"/>
                <a:ext cx="1911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8" name="Cerneală 417">
                <a:extLst>
                  <a:ext uri="{FF2B5EF4-FFF2-40B4-BE49-F238E27FC236}">
                    <a16:creationId xmlns:a16="http://schemas.microsoft.com/office/drawing/2014/main" id="{9B528602-5CDE-42CC-86EF-7DE495F96799}"/>
                  </a:ext>
                </a:extLst>
              </p14:cNvPr>
              <p14:cNvContentPartPr/>
              <p14:nvPr/>
            </p14:nvContentPartPr>
            <p14:xfrm>
              <a:off x="5831109" y="1304185"/>
              <a:ext cx="116640" cy="169200"/>
            </p14:xfrm>
          </p:contentPart>
        </mc:Choice>
        <mc:Fallback xmlns="">
          <p:pic>
            <p:nvPicPr>
              <p:cNvPr id="418" name="Cerneală 417">
                <a:extLst>
                  <a:ext uri="{FF2B5EF4-FFF2-40B4-BE49-F238E27FC236}">
                    <a16:creationId xmlns:a16="http://schemas.microsoft.com/office/drawing/2014/main" id="{9B528602-5CDE-42CC-86EF-7DE495F9679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13469" y="1268185"/>
                <a:ext cx="1522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9" name="Cerneală 418">
                <a:extLst>
                  <a:ext uri="{FF2B5EF4-FFF2-40B4-BE49-F238E27FC236}">
                    <a16:creationId xmlns:a16="http://schemas.microsoft.com/office/drawing/2014/main" id="{B42A90A7-906F-4D1F-B65F-731DBED3678B}"/>
                  </a:ext>
                </a:extLst>
              </p14:cNvPr>
              <p14:cNvContentPartPr/>
              <p14:nvPr/>
            </p14:nvContentPartPr>
            <p14:xfrm>
              <a:off x="5163669" y="1583185"/>
              <a:ext cx="73440" cy="135000"/>
            </p14:xfrm>
          </p:contentPart>
        </mc:Choice>
        <mc:Fallback xmlns="">
          <p:pic>
            <p:nvPicPr>
              <p:cNvPr id="419" name="Cerneală 418">
                <a:extLst>
                  <a:ext uri="{FF2B5EF4-FFF2-40B4-BE49-F238E27FC236}">
                    <a16:creationId xmlns:a16="http://schemas.microsoft.com/office/drawing/2014/main" id="{B42A90A7-906F-4D1F-B65F-731DBED3678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46029" y="1547185"/>
                <a:ext cx="1090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20" name="Cerneală 419">
                <a:extLst>
                  <a:ext uri="{FF2B5EF4-FFF2-40B4-BE49-F238E27FC236}">
                    <a16:creationId xmlns:a16="http://schemas.microsoft.com/office/drawing/2014/main" id="{03321AA8-37D9-4DBF-8656-871199C95D41}"/>
                  </a:ext>
                </a:extLst>
              </p14:cNvPr>
              <p14:cNvContentPartPr/>
              <p14:nvPr/>
            </p14:nvContentPartPr>
            <p14:xfrm>
              <a:off x="5281749" y="1525225"/>
              <a:ext cx="100800" cy="150840"/>
            </p14:xfrm>
          </p:contentPart>
        </mc:Choice>
        <mc:Fallback xmlns="">
          <p:pic>
            <p:nvPicPr>
              <p:cNvPr id="420" name="Cerneală 419">
                <a:extLst>
                  <a:ext uri="{FF2B5EF4-FFF2-40B4-BE49-F238E27FC236}">
                    <a16:creationId xmlns:a16="http://schemas.microsoft.com/office/drawing/2014/main" id="{03321AA8-37D9-4DBF-8656-871199C95D4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63749" y="1489585"/>
                <a:ext cx="1364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21" name="Cerneală 420">
                <a:extLst>
                  <a:ext uri="{FF2B5EF4-FFF2-40B4-BE49-F238E27FC236}">
                    <a16:creationId xmlns:a16="http://schemas.microsoft.com/office/drawing/2014/main" id="{358C1762-4D39-48F4-B918-8A5B11346B50}"/>
                  </a:ext>
                </a:extLst>
              </p14:cNvPr>
              <p14:cNvContentPartPr/>
              <p14:nvPr/>
            </p14:nvContentPartPr>
            <p14:xfrm>
              <a:off x="6202629" y="2180785"/>
              <a:ext cx="645480" cy="1493280"/>
            </p14:xfrm>
          </p:contentPart>
        </mc:Choice>
        <mc:Fallback xmlns="">
          <p:pic>
            <p:nvPicPr>
              <p:cNvPr id="421" name="Cerneală 420">
                <a:extLst>
                  <a:ext uri="{FF2B5EF4-FFF2-40B4-BE49-F238E27FC236}">
                    <a16:creationId xmlns:a16="http://schemas.microsoft.com/office/drawing/2014/main" id="{358C1762-4D39-48F4-B918-8A5B11346B5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84989" y="2145145"/>
                <a:ext cx="681120" cy="156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22" name="Cerneală 421">
                <a:extLst>
                  <a:ext uri="{FF2B5EF4-FFF2-40B4-BE49-F238E27FC236}">
                    <a16:creationId xmlns:a16="http://schemas.microsoft.com/office/drawing/2014/main" id="{79CC5634-348F-4DF8-88B4-9E2ED70A04F5}"/>
                  </a:ext>
                </a:extLst>
              </p14:cNvPr>
              <p14:cNvContentPartPr/>
              <p14:nvPr/>
            </p14:nvContentPartPr>
            <p14:xfrm>
              <a:off x="6670269" y="1522705"/>
              <a:ext cx="462600" cy="705600"/>
            </p14:xfrm>
          </p:contentPart>
        </mc:Choice>
        <mc:Fallback xmlns="">
          <p:pic>
            <p:nvPicPr>
              <p:cNvPr id="422" name="Cerneală 421">
                <a:extLst>
                  <a:ext uri="{FF2B5EF4-FFF2-40B4-BE49-F238E27FC236}">
                    <a16:creationId xmlns:a16="http://schemas.microsoft.com/office/drawing/2014/main" id="{79CC5634-348F-4DF8-88B4-9E2ED70A04F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52269" y="1487065"/>
                <a:ext cx="498240" cy="77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3" name="Cerneală 422">
                <a:extLst>
                  <a:ext uri="{FF2B5EF4-FFF2-40B4-BE49-F238E27FC236}">
                    <a16:creationId xmlns:a16="http://schemas.microsoft.com/office/drawing/2014/main" id="{B04E6030-5152-449D-AB41-2AF3C91F8F1A}"/>
                  </a:ext>
                </a:extLst>
              </p14:cNvPr>
              <p14:cNvContentPartPr/>
              <p14:nvPr/>
            </p14:nvContentPartPr>
            <p14:xfrm>
              <a:off x="6663429" y="1915105"/>
              <a:ext cx="195120" cy="254160"/>
            </p14:xfrm>
          </p:contentPart>
        </mc:Choice>
        <mc:Fallback xmlns="">
          <p:pic>
            <p:nvPicPr>
              <p:cNvPr id="423" name="Cerneală 422">
                <a:extLst>
                  <a:ext uri="{FF2B5EF4-FFF2-40B4-BE49-F238E27FC236}">
                    <a16:creationId xmlns:a16="http://schemas.microsoft.com/office/drawing/2014/main" id="{B04E6030-5152-449D-AB41-2AF3C91F8F1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45789" y="1879465"/>
                <a:ext cx="2307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24" name="Cerneală 423">
                <a:extLst>
                  <a:ext uri="{FF2B5EF4-FFF2-40B4-BE49-F238E27FC236}">
                    <a16:creationId xmlns:a16="http://schemas.microsoft.com/office/drawing/2014/main" id="{E2A4E22A-F453-4B85-BBB5-B03A9EA622A6}"/>
                  </a:ext>
                </a:extLst>
              </p14:cNvPr>
              <p14:cNvContentPartPr/>
              <p14:nvPr/>
            </p14:nvContentPartPr>
            <p14:xfrm>
              <a:off x="7237989" y="1288705"/>
              <a:ext cx="12240" cy="207000"/>
            </p14:xfrm>
          </p:contentPart>
        </mc:Choice>
        <mc:Fallback xmlns="">
          <p:pic>
            <p:nvPicPr>
              <p:cNvPr id="424" name="Cerneală 423">
                <a:extLst>
                  <a:ext uri="{FF2B5EF4-FFF2-40B4-BE49-F238E27FC236}">
                    <a16:creationId xmlns:a16="http://schemas.microsoft.com/office/drawing/2014/main" id="{E2A4E22A-F453-4B85-BBB5-B03A9EA622A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20349" y="1253065"/>
                <a:ext cx="478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25" name="Cerneală 424">
                <a:extLst>
                  <a:ext uri="{FF2B5EF4-FFF2-40B4-BE49-F238E27FC236}">
                    <a16:creationId xmlns:a16="http://schemas.microsoft.com/office/drawing/2014/main" id="{73EFE0A6-A894-4755-85CD-21EE2BA73E28}"/>
                  </a:ext>
                </a:extLst>
              </p14:cNvPr>
              <p14:cNvContentPartPr/>
              <p14:nvPr/>
            </p14:nvContentPartPr>
            <p14:xfrm>
              <a:off x="7218909" y="1460785"/>
              <a:ext cx="108720" cy="50400"/>
            </p14:xfrm>
          </p:contentPart>
        </mc:Choice>
        <mc:Fallback xmlns="">
          <p:pic>
            <p:nvPicPr>
              <p:cNvPr id="425" name="Cerneală 424">
                <a:extLst>
                  <a:ext uri="{FF2B5EF4-FFF2-40B4-BE49-F238E27FC236}">
                    <a16:creationId xmlns:a16="http://schemas.microsoft.com/office/drawing/2014/main" id="{73EFE0A6-A894-4755-85CD-21EE2BA73E2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00909" y="1424785"/>
                <a:ext cx="1443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6" name="Cerneală 425">
                <a:extLst>
                  <a:ext uri="{FF2B5EF4-FFF2-40B4-BE49-F238E27FC236}">
                    <a16:creationId xmlns:a16="http://schemas.microsoft.com/office/drawing/2014/main" id="{D13FCF1E-5AE5-49E3-BC44-DF76FC9629D9}"/>
                  </a:ext>
                </a:extLst>
              </p14:cNvPr>
              <p14:cNvContentPartPr/>
              <p14:nvPr/>
            </p14:nvContentPartPr>
            <p14:xfrm>
              <a:off x="7168869" y="1182145"/>
              <a:ext cx="144720" cy="64440"/>
            </p14:xfrm>
          </p:contentPart>
        </mc:Choice>
        <mc:Fallback xmlns="">
          <p:pic>
            <p:nvPicPr>
              <p:cNvPr id="426" name="Cerneală 425">
                <a:extLst>
                  <a:ext uri="{FF2B5EF4-FFF2-40B4-BE49-F238E27FC236}">
                    <a16:creationId xmlns:a16="http://schemas.microsoft.com/office/drawing/2014/main" id="{D13FCF1E-5AE5-49E3-BC44-DF76FC9629D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150869" y="1146145"/>
                <a:ext cx="1803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27" name="Cerneală 426">
                <a:extLst>
                  <a:ext uri="{FF2B5EF4-FFF2-40B4-BE49-F238E27FC236}">
                    <a16:creationId xmlns:a16="http://schemas.microsoft.com/office/drawing/2014/main" id="{FD094289-FF0F-4512-9D5C-0F103B39AD1A}"/>
                  </a:ext>
                </a:extLst>
              </p14:cNvPr>
              <p14:cNvContentPartPr/>
              <p14:nvPr/>
            </p14:nvContentPartPr>
            <p14:xfrm>
              <a:off x="7393869" y="1376185"/>
              <a:ext cx="27720" cy="155160"/>
            </p14:xfrm>
          </p:contentPart>
        </mc:Choice>
        <mc:Fallback xmlns="">
          <p:pic>
            <p:nvPicPr>
              <p:cNvPr id="427" name="Cerneală 426">
                <a:extLst>
                  <a:ext uri="{FF2B5EF4-FFF2-40B4-BE49-F238E27FC236}">
                    <a16:creationId xmlns:a16="http://schemas.microsoft.com/office/drawing/2014/main" id="{FD094289-FF0F-4512-9D5C-0F103B39AD1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76229" y="1340185"/>
                <a:ext cx="633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28" name="Cerneală 427">
                <a:extLst>
                  <a:ext uri="{FF2B5EF4-FFF2-40B4-BE49-F238E27FC236}">
                    <a16:creationId xmlns:a16="http://schemas.microsoft.com/office/drawing/2014/main" id="{A9E24D9B-1F77-403E-A03B-B68AC84E7040}"/>
                  </a:ext>
                </a:extLst>
              </p14:cNvPr>
              <p14:cNvContentPartPr/>
              <p14:nvPr/>
            </p14:nvContentPartPr>
            <p14:xfrm>
              <a:off x="7301709" y="2111305"/>
              <a:ext cx="581760" cy="1575720"/>
            </p14:xfrm>
          </p:contentPart>
        </mc:Choice>
        <mc:Fallback xmlns="">
          <p:pic>
            <p:nvPicPr>
              <p:cNvPr id="428" name="Cerneală 427">
                <a:extLst>
                  <a:ext uri="{FF2B5EF4-FFF2-40B4-BE49-F238E27FC236}">
                    <a16:creationId xmlns:a16="http://schemas.microsoft.com/office/drawing/2014/main" id="{A9E24D9B-1F77-403E-A03B-B68AC84E704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284069" y="2075665"/>
                <a:ext cx="617400" cy="16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29" name="Cerneală 428">
                <a:extLst>
                  <a:ext uri="{FF2B5EF4-FFF2-40B4-BE49-F238E27FC236}">
                    <a16:creationId xmlns:a16="http://schemas.microsoft.com/office/drawing/2014/main" id="{2C9300CB-260A-4B33-ADA8-81FC2E592A57}"/>
                  </a:ext>
                </a:extLst>
              </p14:cNvPr>
              <p14:cNvContentPartPr/>
              <p14:nvPr/>
            </p14:nvContentPartPr>
            <p14:xfrm>
              <a:off x="7743429" y="1405705"/>
              <a:ext cx="364680" cy="740880"/>
            </p14:xfrm>
          </p:contentPart>
        </mc:Choice>
        <mc:Fallback xmlns="">
          <p:pic>
            <p:nvPicPr>
              <p:cNvPr id="429" name="Cerneală 428">
                <a:extLst>
                  <a:ext uri="{FF2B5EF4-FFF2-40B4-BE49-F238E27FC236}">
                    <a16:creationId xmlns:a16="http://schemas.microsoft.com/office/drawing/2014/main" id="{2C9300CB-260A-4B33-ADA8-81FC2E592A5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725429" y="1369705"/>
                <a:ext cx="400320" cy="81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30" name="Cerneală 429">
                <a:extLst>
                  <a:ext uri="{FF2B5EF4-FFF2-40B4-BE49-F238E27FC236}">
                    <a16:creationId xmlns:a16="http://schemas.microsoft.com/office/drawing/2014/main" id="{80D048EF-61DB-47C5-B807-553A1C7D8C33}"/>
                  </a:ext>
                </a:extLst>
              </p14:cNvPr>
              <p14:cNvContentPartPr/>
              <p14:nvPr/>
            </p14:nvContentPartPr>
            <p14:xfrm>
              <a:off x="7886709" y="1554025"/>
              <a:ext cx="257400" cy="171000"/>
            </p14:xfrm>
          </p:contentPart>
        </mc:Choice>
        <mc:Fallback xmlns="">
          <p:pic>
            <p:nvPicPr>
              <p:cNvPr id="430" name="Cerneală 429">
                <a:extLst>
                  <a:ext uri="{FF2B5EF4-FFF2-40B4-BE49-F238E27FC236}">
                    <a16:creationId xmlns:a16="http://schemas.microsoft.com/office/drawing/2014/main" id="{80D048EF-61DB-47C5-B807-553A1C7D8C3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868709" y="1518025"/>
                <a:ext cx="2930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31" name="Cerneală 430">
                <a:extLst>
                  <a:ext uri="{FF2B5EF4-FFF2-40B4-BE49-F238E27FC236}">
                    <a16:creationId xmlns:a16="http://schemas.microsoft.com/office/drawing/2014/main" id="{7750E36F-EB16-4C92-9EE1-2B2D98282D93}"/>
                  </a:ext>
                </a:extLst>
              </p14:cNvPr>
              <p14:cNvContentPartPr/>
              <p14:nvPr/>
            </p14:nvContentPartPr>
            <p14:xfrm>
              <a:off x="8465229" y="1173865"/>
              <a:ext cx="360" cy="206280"/>
            </p14:xfrm>
          </p:contentPart>
        </mc:Choice>
        <mc:Fallback xmlns="">
          <p:pic>
            <p:nvPicPr>
              <p:cNvPr id="431" name="Cerneală 430">
                <a:extLst>
                  <a:ext uri="{FF2B5EF4-FFF2-40B4-BE49-F238E27FC236}">
                    <a16:creationId xmlns:a16="http://schemas.microsoft.com/office/drawing/2014/main" id="{7750E36F-EB16-4C92-9EE1-2B2D98282D9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447229" y="1137865"/>
                <a:ext cx="360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32" name="Cerneală 431">
                <a:extLst>
                  <a:ext uri="{FF2B5EF4-FFF2-40B4-BE49-F238E27FC236}">
                    <a16:creationId xmlns:a16="http://schemas.microsoft.com/office/drawing/2014/main" id="{3157DB1A-8754-453A-8B49-A5194074820C}"/>
                  </a:ext>
                </a:extLst>
              </p14:cNvPr>
              <p14:cNvContentPartPr/>
              <p14:nvPr/>
            </p14:nvContentPartPr>
            <p14:xfrm>
              <a:off x="8445789" y="1381225"/>
              <a:ext cx="105840" cy="33840"/>
            </p14:xfrm>
          </p:contentPart>
        </mc:Choice>
        <mc:Fallback xmlns="">
          <p:pic>
            <p:nvPicPr>
              <p:cNvPr id="432" name="Cerneală 431">
                <a:extLst>
                  <a:ext uri="{FF2B5EF4-FFF2-40B4-BE49-F238E27FC236}">
                    <a16:creationId xmlns:a16="http://schemas.microsoft.com/office/drawing/2014/main" id="{3157DB1A-8754-453A-8B49-A5194074820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28149" y="1345585"/>
                <a:ext cx="1414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33" name="Cerneală 432">
                <a:extLst>
                  <a:ext uri="{FF2B5EF4-FFF2-40B4-BE49-F238E27FC236}">
                    <a16:creationId xmlns:a16="http://schemas.microsoft.com/office/drawing/2014/main" id="{46263988-0680-42EF-8FBF-B9FAF71D6EAC}"/>
                  </a:ext>
                </a:extLst>
              </p14:cNvPr>
              <p14:cNvContentPartPr/>
              <p14:nvPr/>
            </p14:nvContentPartPr>
            <p14:xfrm>
              <a:off x="8431389" y="1060105"/>
              <a:ext cx="140400" cy="46800"/>
            </p14:xfrm>
          </p:contentPart>
        </mc:Choice>
        <mc:Fallback xmlns="">
          <p:pic>
            <p:nvPicPr>
              <p:cNvPr id="433" name="Cerneală 432">
                <a:extLst>
                  <a:ext uri="{FF2B5EF4-FFF2-40B4-BE49-F238E27FC236}">
                    <a16:creationId xmlns:a16="http://schemas.microsoft.com/office/drawing/2014/main" id="{46263988-0680-42EF-8FBF-B9FAF71D6EA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413389" y="1024105"/>
                <a:ext cx="176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34" name="Cerneală 433">
                <a:extLst>
                  <a:ext uri="{FF2B5EF4-FFF2-40B4-BE49-F238E27FC236}">
                    <a16:creationId xmlns:a16="http://schemas.microsoft.com/office/drawing/2014/main" id="{5ECDC386-676B-4531-9EDC-193C9202E87E}"/>
                  </a:ext>
                </a:extLst>
              </p14:cNvPr>
              <p14:cNvContentPartPr/>
              <p14:nvPr/>
            </p14:nvContentPartPr>
            <p14:xfrm>
              <a:off x="8643429" y="1197265"/>
              <a:ext cx="179640" cy="220320"/>
            </p14:xfrm>
          </p:contentPart>
        </mc:Choice>
        <mc:Fallback xmlns="">
          <p:pic>
            <p:nvPicPr>
              <p:cNvPr id="434" name="Cerneală 433">
                <a:extLst>
                  <a:ext uri="{FF2B5EF4-FFF2-40B4-BE49-F238E27FC236}">
                    <a16:creationId xmlns:a16="http://schemas.microsoft.com/office/drawing/2014/main" id="{5ECDC386-676B-4531-9EDC-193C9202E87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625429" y="1161625"/>
                <a:ext cx="2152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35" name="Cerneală 434">
                <a:extLst>
                  <a:ext uri="{FF2B5EF4-FFF2-40B4-BE49-F238E27FC236}">
                    <a16:creationId xmlns:a16="http://schemas.microsoft.com/office/drawing/2014/main" id="{1CDA5828-16F6-4BF9-A97E-82C12B16BC61}"/>
                  </a:ext>
                </a:extLst>
              </p14:cNvPr>
              <p14:cNvContentPartPr/>
              <p14:nvPr/>
            </p14:nvContentPartPr>
            <p14:xfrm>
              <a:off x="8127549" y="2077825"/>
              <a:ext cx="688320" cy="1758240"/>
            </p14:xfrm>
          </p:contentPart>
        </mc:Choice>
        <mc:Fallback xmlns="">
          <p:pic>
            <p:nvPicPr>
              <p:cNvPr id="435" name="Cerneală 434">
                <a:extLst>
                  <a:ext uri="{FF2B5EF4-FFF2-40B4-BE49-F238E27FC236}">
                    <a16:creationId xmlns:a16="http://schemas.microsoft.com/office/drawing/2014/main" id="{1CDA5828-16F6-4BF9-A97E-82C12B16BC6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109909" y="2041825"/>
                <a:ext cx="723960" cy="18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36" name="Cerneală 435">
                <a:extLst>
                  <a:ext uri="{FF2B5EF4-FFF2-40B4-BE49-F238E27FC236}">
                    <a16:creationId xmlns:a16="http://schemas.microsoft.com/office/drawing/2014/main" id="{7B405E00-3A9E-45C2-974C-3B8FD97B2CB1}"/>
                  </a:ext>
                </a:extLst>
              </p14:cNvPr>
              <p14:cNvContentPartPr/>
              <p14:nvPr/>
            </p14:nvContentPartPr>
            <p14:xfrm>
              <a:off x="8614269" y="1517305"/>
              <a:ext cx="1242720" cy="787680"/>
            </p14:xfrm>
          </p:contentPart>
        </mc:Choice>
        <mc:Fallback xmlns="">
          <p:pic>
            <p:nvPicPr>
              <p:cNvPr id="436" name="Cerneală 435">
                <a:extLst>
                  <a:ext uri="{FF2B5EF4-FFF2-40B4-BE49-F238E27FC236}">
                    <a16:creationId xmlns:a16="http://schemas.microsoft.com/office/drawing/2014/main" id="{7B405E00-3A9E-45C2-974C-3B8FD97B2CB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596629" y="1481665"/>
                <a:ext cx="1278360" cy="8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37" name="Cerneală 436">
                <a:extLst>
                  <a:ext uri="{FF2B5EF4-FFF2-40B4-BE49-F238E27FC236}">
                    <a16:creationId xmlns:a16="http://schemas.microsoft.com/office/drawing/2014/main" id="{951DE729-9621-4B2B-9308-7C5E92CE535F}"/>
                  </a:ext>
                </a:extLst>
              </p14:cNvPr>
              <p14:cNvContentPartPr/>
              <p14:nvPr/>
            </p14:nvContentPartPr>
            <p14:xfrm>
              <a:off x="8640549" y="2092225"/>
              <a:ext cx="205200" cy="221040"/>
            </p14:xfrm>
          </p:contentPart>
        </mc:Choice>
        <mc:Fallback xmlns="">
          <p:pic>
            <p:nvPicPr>
              <p:cNvPr id="437" name="Cerneală 436">
                <a:extLst>
                  <a:ext uri="{FF2B5EF4-FFF2-40B4-BE49-F238E27FC236}">
                    <a16:creationId xmlns:a16="http://schemas.microsoft.com/office/drawing/2014/main" id="{951DE729-9621-4B2B-9308-7C5E92CE535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622909" y="2056585"/>
                <a:ext cx="2408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38" name="Cerneală 437">
                <a:extLst>
                  <a:ext uri="{FF2B5EF4-FFF2-40B4-BE49-F238E27FC236}">
                    <a16:creationId xmlns:a16="http://schemas.microsoft.com/office/drawing/2014/main" id="{502FB1F1-634C-422E-B40B-AFA81B86BA26}"/>
                  </a:ext>
                </a:extLst>
              </p14:cNvPr>
              <p14:cNvContentPartPr/>
              <p14:nvPr/>
            </p14:nvContentPartPr>
            <p14:xfrm>
              <a:off x="10165149" y="1178905"/>
              <a:ext cx="18360" cy="252360"/>
            </p14:xfrm>
          </p:contentPart>
        </mc:Choice>
        <mc:Fallback xmlns="">
          <p:pic>
            <p:nvPicPr>
              <p:cNvPr id="438" name="Cerneală 437">
                <a:extLst>
                  <a:ext uri="{FF2B5EF4-FFF2-40B4-BE49-F238E27FC236}">
                    <a16:creationId xmlns:a16="http://schemas.microsoft.com/office/drawing/2014/main" id="{502FB1F1-634C-422E-B40B-AFA81B86BA2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147149" y="1143265"/>
                <a:ext cx="540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39" name="Cerneală 438">
                <a:extLst>
                  <a:ext uri="{FF2B5EF4-FFF2-40B4-BE49-F238E27FC236}">
                    <a16:creationId xmlns:a16="http://schemas.microsoft.com/office/drawing/2014/main" id="{3A0491CE-FAAA-4BEC-8ABE-2856DC859349}"/>
                  </a:ext>
                </a:extLst>
              </p14:cNvPr>
              <p14:cNvContentPartPr/>
              <p14:nvPr/>
            </p14:nvContentPartPr>
            <p14:xfrm>
              <a:off x="10139949" y="1423345"/>
              <a:ext cx="143640" cy="49680"/>
            </p14:xfrm>
          </p:contentPart>
        </mc:Choice>
        <mc:Fallback xmlns="">
          <p:pic>
            <p:nvPicPr>
              <p:cNvPr id="439" name="Cerneală 438">
                <a:extLst>
                  <a:ext uri="{FF2B5EF4-FFF2-40B4-BE49-F238E27FC236}">
                    <a16:creationId xmlns:a16="http://schemas.microsoft.com/office/drawing/2014/main" id="{3A0491CE-FAAA-4BEC-8ABE-2856DC85934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122309" y="1387705"/>
                <a:ext cx="17928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40" name="Cerneală 439">
                <a:extLst>
                  <a:ext uri="{FF2B5EF4-FFF2-40B4-BE49-F238E27FC236}">
                    <a16:creationId xmlns:a16="http://schemas.microsoft.com/office/drawing/2014/main" id="{35FC0A2B-FA29-4921-A4F8-FF30EE92F706}"/>
                  </a:ext>
                </a:extLst>
              </p14:cNvPr>
              <p14:cNvContentPartPr/>
              <p14:nvPr/>
            </p14:nvContentPartPr>
            <p14:xfrm>
              <a:off x="10106109" y="1056145"/>
              <a:ext cx="147600" cy="21960"/>
            </p14:xfrm>
          </p:contentPart>
        </mc:Choice>
        <mc:Fallback xmlns="">
          <p:pic>
            <p:nvPicPr>
              <p:cNvPr id="440" name="Cerneală 439">
                <a:extLst>
                  <a:ext uri="{FF2B5EF4-FFF2-40B4-BE49-F238E27FC236}">
                    <a16:creationId xmlns:a16="http://schemas.microsoft.com/office/drawing/2014/main" id="{35FC0A2B-FA29-4921-A4F8-FF30EE92F70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088469" y="1020145"/>
                <a:ext cx="183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41" name="Cerneală 440">
                <a:extLst>
                  <a:ext uri="{FF2B5EF4-FFF2-40B4-BE49-F238E27FC236}">
                    <a16:creationId xmlns:a16="http://schemas.microsoft.com/office/drawing/2014/main" id="{05C0782F-B9B7-4FD2-A231-307AAB3CD14B}"/>
                  </a:ext>
                </a:extLst>
              </p14:cNvPr>
              <p14:cNvContentPartPr/>
              <p14:nvPr/>
            </p14:nvContentPartPr>
            <p14:xfrm>
              <a:off x="10363869" y="1276465"/>
              <a:ext cx="300960" cy="225360"/>
            </p14:xfrm>
          </p:contentPart>
        </mc:Choice>
        <mc:Fallback xmlns="">
          <p:pic>
            <p:nvPicPr>
              <p:cNvPr id="441" name="Cerneală 440">
                <a:extLst>
                  <a:ext uri="{FF2B5EF4-FFF2-40B4-BE49-F238E27FC236}">
                    <a16:creationId xmlns:a16="http://schemas.microsoft.com/office/drawing/2014/main" id="{05C0782F-B9B7-4FD2-A231-307AAB3CD14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345869" y="1240465"/>
                <a:ext cx="3366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42" name="Cerneală 441">
                <a:extLst>
                  <a:ext uri="{FF2B5EF4-FFF2-40B4-BE49-F238E27FC236}">
                    <a16:creationId xmlns:a16="http://schemas.microsoft.com/office/drawing/2014/main" id="{0358BF92-BC0C-4C86-81D0-3738C77059A3}"/>
                  </a:ext>
                </a:extLst>
              </p14:cNvPr>
              <p14:cNvContentPartPr/>
              <p14:nvPr/>
            </p14:nvContentPartPr>
            <p14:xfrm>
              <a:off x="9662949" y="2242345"/>
              <a:ext cx="24840" cy="235800"/>
            </p14:xfrm>
          </p:contentPart>
        </mc:Choice>
        <mc:Fallback xmlns="">
          <p:pic>
            <p:nvPicPr>
              <p:cNvPr id="442" name="Cerneală 441">
                <a:extLst>
                  <a:ext uri="{FF2B5EF4-FFF2-40B4-BE49-F238E27FC236}">
                    <a16:creationId xmlns:a16="http://schemas.microsoft.com/office/drawing/2014/main" id="{0358BF92-BC0C-4C86-81D0-3738C77059A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44949" y="2224345"/>
                <a:ext cx="604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43" name="Cerneală 442">
                <a:extLst>
                  <a:ext uri="{FF2B5EF4-FFF2-40B4-BE49-F238E27FC236}">
                    <a16:creationId xmlns:a16="http://schemas.microsoft.com/office/drawing/2014/main" id="{DE7C7692-8F26-4F71-8C8E-DC84D9F983F1}"/>
                  </a:ext>
                </a:extLst>
              </p14:cNvPr>
              <p14:cNvContentPartPr/>
              <p14:nvPr/>
            </p14:nvContentPartPr>
            <p14:xfrm>
              <a:off x="9619029" y="2473105"/>
              <a:ext cx="106200" cy="10440"/>
            </p14:xfrm>
          </p:contentPart>
        </mc:Choice>
        <mc:Fallback xmlns="">
          <p:pic>
            <p:nvPicPr>
              <p:cNvPr id="443" name="Cerneală 442">
                <a:extLst>
                  <a:ext uri="{FF2B5EF4-FFF2-40B4-BE49-F238E27FC236}">
                    <a16:creationId xmlns:a16="http://schemas.microsoft.com/office/drawing/2014/main" id="{DE7C7692-8F26-4F71-8C8E-DC84D9F983F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601389" y="2455465"/>
                <a:ext cx="141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44" name="Cerneală 443">
                <a:extLst>
                  <a:ext uri="{FF2B5EF4-FFF2-40B4-BE49-F238E27FC236}">
                    <a16:creationId xmlns:a16="http://schemas.microsoft.com/office/drawing/2014/main" id="{792D2468-6D7F-473C-8F84-324D085620B2}"/>
                  </a:ext>
                </a:extLst>
              </p14:cNvPr>
              <p14:cNvContentPartPr/>
              <p14:nvPr/>
            </p14:nvContentPartPr>
            <p14:xfrm>
              <a:off x="9605709" y="2178985"/>
              <a:ext cx="141840" cy="25200"/>
            </p14:xfrm>
          </p:contentPart>
        </mc:Choice>
        <mc:Fallback xmlns="">
          <p:pic>
            <p:nvPicPr>
              <p:cNvPr id="444" name="Cerneală 443">
                <a:extLst>
                  <a:ext uri="{FF2B5EF4-FFF2-40B4-BE49-F238E27FC236}">
                    <a16:creationId xmlns:a16="http://schemas.microsoft.com/office/drawing/2014/main" id="{792D2468-6D7F-473C-8F84-324D085620B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587709" y="2161345"/>
                <a:ext cx="1774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45" name="Cerneală 444">
                <a:extLst>
                  <a:ext uri="{FF2B5EF4-FFF2-40B4-BE49-F238E27FC236}">
                    <a16:creationId xmlns:a16="http://schemas.microsoft.com/office/drawing/2014/main" id="{536735F1-1C91-46CA-882E-FC3A54DD3DF1}"/>
                  </a:ext>
                </a:extLst>
              </p14:cNvPr>
              <p14:cNvContentPartPr/>
              <p14:nvPr/>
            </p14:nvContentPartPr>
            <p14:xfrm>
              <a:off x="9792189" y="2434945"/>
              <a:ext cx="84600" cy="105120"/>
            </p14:xfrm>
          </p:contentPart>
        </mc:Choice>
        <mc:Fallback xmlns="">
          <p:pic>
            <p:nvPicPr>
              <p:cNvPr id="445" name="Cerneală 444">
                <a:extLst>
                  <a:ext uri="{FF2B5EF4-FFF2-40B4-BE49-F238E27FC236}">
                    <a16:creationId xmlns:a16="http://schemas.microsoft.com/office/drawing/2014/main" id="{536735F1-1C91-46CA-882E-FC3A54DD3DF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774189" y="2417305"/>
                <a:ext cx="1202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61" name="Cerneală 460">
                <a:extLst>
                  <a:ext uri="{FF2B5EF4-FFF2-40B4-BE49-F238E27FC236}">
                    <a16:creationId xmlns:a16="http://schemas.microsoft.com/office/drawing/2014/main" id="{76DC6D77-1AE2-4119-9DEF-9520743A272A}"/>
                  </a:ext>
                </a:extLst>
              </p14:cNvPr>
              <p14:cNvContentPartPr/>
              <p14:nvPr/>
            </p14:nvContentPartPr>
            <p14:xfrm>
              <a:off x="10457469" y="2379505"/>
              <a:ext cx="36360" cy="189000"/>
            </p14:xfrm>
          </p:contentPart>
        </mc:Choice>
        <mc:Fallback xmlns="">
          <p:pic>
            <p:nvPicPr>
              <p:cNvPr id="461" name="Cerneală 460">
                <a:extLst>
                  <a:ext uri="{FF2B5EF4-FFF2-40B4-BE49-F238E27FC236}">
                    <a16:creationId xmlns:a16="http://schemas.microsoft.com/office/drawing/2014/main" id="{76DC6D77-1AE2-4119-9DEF-9520743A272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439469" y="2361865"/>
                <a:ext cx="720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70" name="Cerneală 469">
                <a:extLst>
                  <a:ext uri="{FF2B5EF4-FFF2-40B4-BE49-F238E27FC236}">
                    <a16:creationId xmlns:a16="http://schemas.microsoft.com/office/drawing/2014/main" id="{EC1FF8EF-B05E-43C2-A5E5-690E42C659CA}"/>
                  </a:ext>
                </a:extLst>
              </p14:cNvPr>
              <p14:cNvContentPartPr/>
              <p14:nvPr/>
            </p14:nvContentPartPr>
            <p14:xfrm>
              <a:off x="11549709" y="2155585"/>
              <a:ext cx="305640" cy="386640"/>
            </p14:xfrm>
          </p:contentPart>
        </mc:Choice>
        <mc:Fallback xmlns="">
          <p:pic>
            <p:nvPicPr>
              <p:cNvPr id="470" name="Cerneală 469">
                <a:extLst>
                  <a:ext uri="{FF2B5EF4-FFF2-40B4-BE49-F238E27FC236}">
                    <a16:creationId xmlns:a16="http://schemas.microsoft.com/office/drawing/2014/main" id="{EC1FF8EF-B05E-43C2-A5E5-690E42C659C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531709" y="2137929"/>
                <a:ext cx="341280" cy="422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71" name="Cerneală 470">
                <a:extLst>
                  <a:ext uri="{FF2B5EF4-FFF2-40B4-BE49-F238E27FC236}">
                    <a16:creationId xmlns:a16="http://schemas.microsoft.com/office/drawing/2014/main" id="{6247A421-5A77-48EA-967E-3A037C991854}"/>
                  </a:ext>
                </a:extLst>
              </p14:cNvPr>
              <p14:cNvContentPartPr/>
              <p14:nvPr/>
            </p14:nvContentPartPr>
            <p14:xfrm>
              <a:off x="10837629" y="2146585"/>
              <a:ext cx="473400" cy="403560"/>
            </p14:xfrm>
          </p:contentPart>
        </mc:Choice>
        <mc:Fallback xmlns="">
          <p:pic>
            <p:nvPicPr>
              <p:cNvPr id="471" name="Cerneală 470">
                <a:extLst>
                  <a:ext uri="{FF2B5EF4-FFF2-40B4-BE49-F238E27FC236}">
                    <a16:creationId xmlns:a16="http://schemas.microsoft.com/office/drawing/2014/main" id="{6247A421-5A77-48EA-967E-3A037C99185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819989" y="2128601"/>
                <a:ext cx="509040" cy="439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72" name="Cerneală 471">
                <a:extLst>
                  <a:ext uri="{FF2B5EF4-FFF2-40B4-BE49-F238E27FC236}">
                    <a16:creationId xmlns:a16="http://schemas.microsoft.com/office/drawing/2014/main" id="{5B9B0EB4-BD32-4DB8-B474-0DC78DFEAA31}"/>
                  </a:ext>
                </a:extLst>
              </p14:cNvPr>
              <p14:cNvContentPartPr/>
              <p14:nvPr/>
            </p14:nvContentPartPr>
            <p14:xfrm>
              <a:off x="10186749" y="2170345"/>
              <a:ext cx="143280" cy="337320"/>
            </p14:xfrm>
          </p:contentPart>
        </mc:Choice>
        <mc:Fallback xmlns="">
          <p:pic>
            <p:nvPicPr>
              <p:cNvPr id="472" name="Cerneală 471">
                <a:extLst>
                  <a:ext uri="{FF2B5EF4-FFF2-40B4-BE49-F238E27FC236}">
                    <a16:creationId xmlns:a16="http://schemas.microsoft.com/office/drawing/2014/main" id="{5B9B0EB4-BD32-4DB8-B474-0DC78DFEAA3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168749" y="2152364"/>
                <a:ext cx="178920" cy="3729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81" name="Cerneală 480">
                <a:extLst>
                  <a:ext uri="{FF2B5EF4-FFF2-40B4-BE49-F238E27FC236}">
                    <a16:creationId xmlns:a16="http://schemas.microsoft.com/office/drawing/2014/main" id="{072A91E2-038C-456F-B043-41B9F9138ED0}"/>
                  </a:ext>
                </a:extLst>
              </p14:cNvPr>
              <p14:cNvContentPartPr/>
              <p14:nvPr/>
            </p14:nvContentPartPr>
            <p14:xfrm>
              <a:off x="11254509" y="2719345"/>
              <a:ext cx="729360" cy="304200"/>
            </p14:xfrm>
          </p:contentPart>
        </mc:Choice>
        <mc:Fallback xmlns="">
          <p:pic>
            <p:nvPicPr>
              <p:cNvPr id="481" name="Cerneală 480">
                <a:extLst>
                  <a:ext uri="{FF2B5EF4-FFF2-40B4-BE49-F238E27FC236}">
                    <a16:creationId xmlns:a16="http://schemas.microsoft.com/office/drawing/2014/main" id="{072A91E2-038C-456F-B043-41B9F9138ED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236860" y="2701705"/>
                <a:ext cx="765018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85" name="Cerneală 484">
                <a:extLst>
                  <a:ext uri="{FF2B5EF4-FFF2-40B4-BE49-F238E27FC236}">
                    <a16:creationId xmlns:a16="http://schemas.microsoft.com/office/drawing/2014/main" id="{0921105D-2A0A-4394-86BF-1A56B3D1D439}"/>
                  </a:ext>
                </a:extLst>
              </p14:cNvPr>
              <p14:cNvContentPartPr/>
              <p14:nvPr/>
            </p14:nvContentPartPr>
            <p14:xfrm>
              <a:off x="9577989" y="2668585"/>
              <a:ext cx="1522440" cy="903960"/>
            </p14:xfrm>
          </p:contentPart>
        </mc:Choice>
        <mc:Fallback xmlns="">
          <p:pic>
            <p:nvPicPr>
              <p:cNvPr id="485" name="Cerneală 484">
                <a:extLst>
                  <a:ext uri="{FF2B5EF4-FFF2-40B4-BE49-F238E27FC236}">
                    <a16:creationId xmlns:a16="http://schemas.microsoft.com/office/drawing/2014/main" id="{0921105D-2A0A-4394-86BF-1A56B3D1D43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560349" y="2650585"/>
                <a:ext cx="1558080" cy="9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87" name="Cerneală 486">
                <a:extLst>
                  <a:ext uri="{FF2B5EF4-FFF2-40B4-BE49-F238E27FC236}">
                    <a16:creationId xmlns:a16="http://schemas.microsoft.com/office/drawing/2014/main" id="{432CFD85-80F2-404B-BDDB-E39BA1387F22}"/>
                  </a:ext>
                </a:extLst>
              </p14:cNvPr>
              <p14:cNvContentPartPr/>
              <p14:nvPr/>
            </p14:nvContentPartPr>
            <p14:xfrm>
              <a:off x="451989" y="4151425"/>
              <a:ext cx="8028000" cy="2236680"/>
            </p14:xfrm>
          </p:contentPart>
        </mc:Choice>
        <mc:Fallback xmlns="">
          <p:pic>
            <p:nvPicPr>
              <p:cNvPr id="487" name="Cerneală 486">
                <a:extLst>
                  <a:ext uri="{FF2B5EF4-FFF2-40B4-BE49-F238E27FC236}">
                    <a16:creationId xmlns:a16="http://schemas.microsoft.com/office/drawing/2014/main" id="{432CFD85-80F2-404B-BDDB-E39BA1387F2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33990" y="4133425"/>
                <a:ext cx="8063638" cy="22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00" name="Cerneală 499">
                <a:extLst>
                  <a:ext uri="{FF2B5EF4-FFF2-40B4-BE49-F238E27FC236}">
                    <a16:creationId xmlns:a16="http://schemas.microsoft.com/office/drawing/2014/main" id="{626BAB75-A08F-4143-B890-B4C3D08A212C}"/>
                  </a:ext>
                </a:extLst>
              </p14:cNvPr>
              <p14:cNvContentPartPr/>
              <p14:nvPr/>
            </p14:nvContentPartPr>
            <p14:xfrm>
              <a:off x="9455589" y="3911305"/>
              <a:ext cx="2483640" cy="820080"/>
            </p14:xfrm>
          </p:contentPart>
        </mc:Choice>
        <mc:Fallback xmlns="">
          <p:pic>
            <p:nvPicPr>
              <p:cNvPr id="500" name="Cerneală 499">
                <a:extLst>
                  <a:ext uri="{FF2B5EF4-FFF2-40B4-BE49-F238E27FC236}">
                    <a16:creationId xmlns:a16="http://schemas.microsoft.com/office/drawing/2014/main" id="{626BAB75-A08F-4143-B890-B4C3D08A212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437589" y="3893665"/>
                <a:ext cx="2519280" cy="8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14" name="Cerneală 513">
                <a:extLst>
                  <a:ext uri="{FF2B5EF4-FFF2-40B4-BE49-F238E27FC236}">
                    <a16:creationId xmlns:a16="http://schemas.microsoft.com/office/drawing/2014/main" id="{40505C26-76FF-4D5D-9F8B-7C7F6479E102}"/>
                  </a:ext>
                </a:extLst>
              </p14:cNvPr>
              <p14:cNvContentPartPr/>
              <p14:nvPr/>
            </p14:nvContentPartPr>
            <p14:xfrm>
              <a:off x="327069" y="126985"/>
              <a:ext cx="8697240" cy="3926520"/>
            </p14:xfrm>
          </p:contentPart>
        </mc:Choice>
        <mc:Fallback xmlns="">
          <p:pic>
            <p:nvPicPr>
              <p:cNvPr id="514" name="Cerneală 513">
                <a:extLst>
                  <a:ext uri="{FF2B5EF4-FFF2-40B4-BE49-F238E27FC236}">
                    <a16:creationId xmlns:a16="http://schemas.microsoft.com/office/drawing/2014/main" id="{40505C26-76FF-4D5D-9F8B-7C7F6479E10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09430" y="109345"/>
                <a:ext cx="8732879" cy="39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68" name="Cerneală 567">
                <a:extLst>
                  <a:ext uri="{FF2B5EF4-FFF2-40B4-BE49-F238E27FC236}">
                    <a16:creationId xmlns:a16="http://schemas.microsoft.com/office/drawing/2014/main" id="{21216A1F-0AFE-45A1-B36B-B4CE05C85C8C}"/>
                  </a:ext>
                </a:extLst>
              </p14:cNvPr>
              <p14:cNvContentPartPr/>
              <p14:nvPr/>
            </p14:nvContentPartPr>
            <p14:xfrm>
              <a:off x="9514629" y="5085985"/>
              <a:ext cx="1685880" cy="1661760"/>
            </p14:xfrm>
          </p:contentPart>
        </mc:Choice>
        <mc:Fallback xmlns="">
          <p:pic>
            <p:nvPicPr>
              <p:cNvPr id="568" name="Cerneală 567">
                <a:extLst>
                  <a:ext uri="{FF2B5EF4-FFF2-40B4-BE49-F238E27FC236}">
                    <a16:creationId xmlns:a16="http://schemas.microsoft.com/office/drawing/2014/main" id="{21216A1F-0AFE-45A1-B36B-B4CE05C85C8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496989" y="5067985"/>
                <a:ext cx="1721520" cy="169740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Dreptunghi 45">
            <a:extLst>
              <a:ext uri="{FF2B5EF4-FFF2-40B4-BE49-F238E27FC236}">
                <a16:creationId xmlns:a16="http://schemas.microsoft.com/office/drawing/2014/main" id="{F53C5357-33E8-479B-94DE-C43144BB3A2D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19138602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>
            <a:extLst>
              <a:ext uri="{FF2B5EF4-FFF2-40B4-BE49-F238E27FC236}">
                <a16:creationId xmlns:a16="http://schemas.microsoft.com/office/drawing/2014/main" id="{FC9014BA-EEC8-4815-8451-CC80E22E9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868708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D6ABBC6B-3E71-42E6-862B-A818B2655E55}"/>
                  </a:ext>
                </a:extLst>
              </p14:cNvPr>
              <p14:cNvContentPartPr/>
              <p14:nvPr/>
            </p14:nvContentPartPr>
            <p14:xfrm>
              <a:off x="2627469" y="4395145"/>
              <a:ext cx="2913480" cy="9810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D6ABBC6B-3E71-42E6-862B-A818B2655E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9469" y="4377505"/>
                <a:ext cx="2949120" cy="10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BB0DD82-4FE3-4881-8850-4E769FD5BB48}"/>
                  </a:ext>
                </a:extLst>
              </p14:cNvPr>
              <p14:cNvContentPartPr/>
              <p14:nvPr/>
            </p14:nvContentPartPr>
            <p14:xfrm>
              <a:off x="1503189" y="4513585"/>
              <a:ext cx="550800" cy="2854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BB0DD82-4FE3-4881-8850-4E769FD5BB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5201" y="4495585"/>
                <a:ext cx="586417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C423530-6F88-4A6A-BC5E-9A620CF6790B}"/>
                  </a:ext>
                </a:extLst>
              </p14:cNvPr>
              <p14:cNvContentPartPr/>
              <p14:nvPr/>
            </p14:nvContentPartPr>
            <p14:xfrm>
              <a:off x="601389" y="4467865"/>
              <a:ext cx="580320" cy="3481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C423530-6F88-4A6A-BC5E-9A620CF679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3749" y="4450225"/>
                <a:ext cx="61596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635340D4-BD92-44EA-8D78-B58D04C4EDE7}"/>
                  </a:ext>
                </a:extLst>
              </p14:cNvPr>
              <p14:cNvContentPartPr/>
              <p14:nvPr/>
            </p14:nvContentPartPr>
            <p14:xfrm>
              <a:off x="7085349" y="4414585"/>
              <a:ext cx="638640" cy="326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635340D4-BD92-44EA-8D78-B58D04C4EDE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67709" y="4396585"/>
                <a:ext cx="6742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264D9CC-BA62-4D6C-AB93-5CF36C7E3BF9}"/>
                  </a:ext>
                </a:extLst>
              </p14:cNvPr>
              <p14:cNvContentPartPr/>
              <p14:nvPr/>
            </p14:nvContentPartPr>
            <p14:xfrm>
              <a:off x="8275509" y="4386865"/>
              <a:ext cx="1068480" cy="2876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264D9CC-BA62-4D6C-AB93-5CF36C7E3B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57509" y="4369225"/>
                <a:ext cx="11041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4E277F4-B9C2-43E1-8D3B-C30C1CB7E09E}"/>
                  </a:ext>
                </a:extLst>
              </p14:cNvPr>
              <p14:cNvContentPartPr/>
              <p14:nvPr/>
            </p14:nvContentPartPr>
            <p14:xfrm>
              <a:off x="7531749" y="5029105"/>
              <a:ext cx="568800" cy="302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4E277F4-B9C2-43E1-8D3B-C30C1CB7E09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13760" y="5011105"/>
                <a:ext cx="604417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06F7DE9-EC6C-4A39-B1FF-0E39B6BB4761}"/>
                  </a:ext>
                </a:extLst>
              </p14:cNvPr>
              <p14:cNvContentPartPr/>
              <p14:nvPr/>
            </p14:nvContentPartPr>
            <p14:xfrm>
              <a:off x="7806069" y="5600785"/>
              <a:ext cx="29880" cy="2160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06F7DE9-EC6C-4A39-B1FF-0E39B6BB476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88069" y="5583145"/>
                <a:ext cx="655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7AA1BC4C-4248-4759-B888-C0184FAF4AE3}"/>
                  </a:ext>
                </a:extLst>
              </p14:cNvPr>
              <p14:cNvContentPartPr/>
              <p14:nvPr/>
            </p14:nvContentPartPr>
            <p14:xfrm>
              <a:off x="8036829" y="5602585"/>
              <a:ext cx="137520" cy="180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7AA1BC4C-4248-4759-B888-C0184FAF4AE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19189" y="5584945"/>
                <a:ext cx="1731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A49011F-0A7B-4BD1-AF6B-206ED63D08E4}"/>
                  </a:ext>
                </a:extLst>
              </p14:cNvPr>
              <p14:cNvContentPartPr/>
              <p14:nvPr/>
            </p14:nvContentPartPr>
            <p14:xfrm>
              <a:off x="8065629" y="5721025"/>
              <a:ext cx="99360" cy="64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A49011F-0A7B-4BD1-AF6B-206ED63D08E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047989" y="5703025"/>
                <a:ext cx="1350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112F854-214D-412E-9F1B-E52A028852F9}"/>
                  </a:ext>
                </a:extLst>
              </p14:cNvPr>
              <p14:cNvContentPartPr/>
              <p14:nvPr/>
            </p14:nvContentPartPr>
            <p14:xfrm>
              <a:off x="10274589" y="5070505"/>
              <a:ext cx="82800" cy="118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112F854-214D-412E-9F1B-E52A028852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256949" y="5052505"/>
                <a:ext cx="1184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B3310631-FB49-453D-B0D5-9BEE3EFC90E5}"/>
                  </a:ext>
                </a:extLst>
              </p14:cNvPr>
              <p14:cNvContentPartPr/>
              <p14:nvPr/>
            </p14:nvContentPartPr>
            <p14:xfrm>
              <a:off x="10260549" y="5187505"/>
              <a:ext cx="117360" cy="54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B3310631-FB49-453D-B0D5-9BEE3EFC90E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242549" y="5169865"/>
                <a:ext cx="153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7E7DAA69-2E6A-4879-B46C-607FD95F8595}"/>
                  </a:ext>
                </a:extLst>
              </p14:cNvPr>
              <p14:cNvContentPartPr/>
              <p14:nvPr/>
            </p14:nvContentPartPr>
            <p14:xfrm>
              <a:off x="10505709" y="4906345"/>
              <a:ext cx="282960" cy="208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7E7DAA69-2E6A-4879-B46C-607FD95F859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87709" y="4888705"/>
                <a:ext cx="3186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AD4A39E4-E8DA-4E23-828F-36625FDD848C}"/>
                  </a:ext>
                </a:extLst>
              </p14:cNvPr>
              <p14:cNvContentPartPr/>
              <p14:nvPr/>
            </p14:nvContentPartPr>
            <p14:xfrm>
              <a:off x="10303749" y="5649745"/>
              <a:ext cx="100800" cy="54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AD4A39E4-E8DA-4E23-828F-36625FDD848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285749" y="5631745"/>
                <a:ext cx="136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1DDBB178-75E9-44D0-AD52-F6C56BE7F7EC}"/>
                  </a:ext>
                </a:extLst>
              </p14:cNvPr>
              <p14:cNvContentPartPr/>
              <p14:nvPr/>
            </p14:nvContentPartPr>
            <p14:xfrm>
              <a:off x="10332549" y="5736505"/>
              <a:ext cx="147600" cy="136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1DDBB178-75E9-44D0-AD52-F6C56BE7F7E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314549" y="5718865"/>
                <a:ext cx="1832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F84E46B2-8720-4CC5-BB8E-82CE3176B556}"/>
                  </a:ext>
                </a:extLst>
              </p14:cNvPr>
              <p14:cNvContentPartPr/>
              <p14:nvPr/>
            </p14:nvContentPartPr>
            <p14:xfrm>
              <a:off x="10616949" y="5568025"/>
              <a:ext cx="468360" cy="3038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F84E46B2-8720-4CC5-BB8E-82CE3176B55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599309" y="5550364"/>
                <a:ext cx="504000" cy="3395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E5DEFEAF-FE35-4056-B0F6-E183C40F9CA2}"/>
                  </a:ext>
                </a:extLst>
              </p14:cNvPr>
              <p14:cNvContentPartPr/>
              <p14:nvPr/>
            </p14:nvContentPartPr>
            <p14:xfrm>
              <a:off x="9880029" y="5553625"/>
              <a:ext cx="321480" cy="3369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E5DEFEAF-FE35-4056-B0F6-E183C40F9C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862029" y="5535625"/>
                <a:ext cx="3571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F73675C9-E80F-4486-B808-2A74A0FC032C}"/>
                  </a:ext>
                </a:extLst>
              </p14:cNvPr>
              <p14:cNvContentPartPr/>
              <p14:nvPr/>
            </p14:nvContentPartPr>
            <p14:xfrm>
              <a:off x="10558629" y="5033785"/>
              <a:ext cx="375480" cy="3052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F73675C9-E80F-4486-B808-2A74A0FC032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40989" y="5015785"/>
                <a:ext cx="4111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E44FA995-B479-435D-8830-53EC8B5D986A}"/>
                  </a:ext>
                </a:extLst>
              </p14:cNvPr>
              <p14:cNvContentPartPr/>
              <p14:nvPr/>
            </p14:nvContentPartPr>
            <p14:xfrm>
              <a:off x="9846549" y="4921105"/>
              <a:ext cx="321120" cy="3841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E44FA995-B479-435D-8830-53EC8B5D986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828549" y="4903122"/>
                <a:ext cx="356760" cy="419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8DBFA708-8968-40EA-975A-88200AF6CC2F}"/>
                  </a:ext>
                </a:extLst>
              </p14:cNvPr>
              <p14:cNvContentPartPr/>
              <p14:nvPr/>
            </p14:nvContentPartPr>
            <p14:xfrm>
              <a:off x="8503749" y="5512225"/>
              <a:ext cx="166680" cy="2682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8DBFA708-8968-40EA-975A-88200AF6CC2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485749" y="5494225"/>
                <a:ext cx="2023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236339A-A330-4969-8A3F-2DEA9F16D8C5}"/>
                  </a:ext>
                </a:extLst>
              </p14:cNvPr>
              <p14:cNvContentPartPr/>
              <p14:nvPr/>
            </p14:nvContentPartPr>
            <p14:xfrm>
              <a:off x="7565229" y="5500345"/>
              <a:ext cx="138600" cy="2505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236339A-A330-4969-8A3F-2DEA9F16D8C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547229" y="5482680"/>
                <a:ext cx="174240" cy="286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0D30D9BD-2172-4BB3-B4C4-41861B17DC02}"/>
                  </a:ext>
                </a:extLst>
              </p14:cNvPr>
              <p14:cNvContentPartPr/>
              <p14:nvPr/>
            </p14:nvContentPartPr>
            <p14:xfrm>
              <a:off x="8324829" y="5029105"/>
              <a:ext cx="389160" cy="2764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0D30D9BD-2172-4BB3-B4C4-41861B17DC0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307173" y="5011128"/>
                <a:ext cx="424833" cy="312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7B3F6030-293B-435D-84BB-BFDF0CCBE149}"/>
                  </a:ext>
                </a:extLst>
              </p14:cNvPr>
              <p14:cNvContentPartPr/>
              <p14:nvPr/>
            </p14:nvContentPartPr>
            <p14:xfrm>
              <a:off x="4562109" y="85225"/>
              <a:ext cx="6077160" cy="38656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7B3F6030-293B-435D-84BB-BFDF0CCBE14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544109" y="67583"/>
                <a:ext cx="6112800" cy="3901323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Dreptunghi 24">
            <a:extLst>
              <a:ext uri="{FF2B5EF4-FFF2-40B4-BE49-F238E27FC236}">
                <a16:creationId xmlns:a16="http://schemas.microsoft.com/office/drawing/2014/main" id="{05029372-2AF9-4756-951B-625559A121FE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38854233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>
            <a:extLst>
              <a:ext uri="{FF2B5EF4-FFF2-40B4-BE49-F238E27FC236}">
                <a16:creationId xmlns:a16="http://schemas.microsoft.com/office/drawing/2014/main" id="{FC9014BA-EEC8-4815-8451-CC80E22E9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868708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C504090D-4C1B-4F46-B848-AB98042B41C9}"/>
                  </a:ext>
                </a:extLst>
              </p14:cNvPr>
              <p14:cNvContentPartPr/>
              <p14:nvPr/>
            </p14:nvContentPartPr>
            <p14:xfrm>
              <a:off x="851229" y="268825"/>
              <a:ext cx="988560" cy="522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C504090D-4C1B-4F46-B848-AB98042B41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3589" y="251185"/>
                <a:ext cx="1024200" cy="5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13676FE6-C7FB-4506-81F0-CC4BF0006C85}"/>
                  </a:ext>
                </a:extLst>
              </p14:cNvPr>
              <p14:cNvContentPartPr/>
              <p14:nvPr/>
            </p14:nvContentPartPr>
            <p14:xfrm>
              <a:off x="2170269" y="259465"/>
              <a:ext cx="371520" cy="34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13676FE6-C7FB-4506-81F0-CC4BF0006C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52269" y="241465"/>
                <a:ext cx="4071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ECA16C5-12C1-4BA8-A59D-AEE8BDD67DA5}"/>
                  </a:ext>
                </a:extLst>
              </p14:cNvPr>
              <p14:cNvContentPartPr/>
              <p14:nvPr/>
            </p14:nvContentPartPr>
            <p14:xfrm>
              <a:off x="2271069" y="638905"/>
              <a:ext cx="403920" cy="201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ECA16C5-12C1-4BA8-A59D-AEE8BDD67D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53429" y="621265"/>
                <a:ext cx="4395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20D3E5F-D78B-4866-9E7E-BC3A2E0A79A3}"/>
                  </a:ext>
                </a:extLst>
              </p14:cNvPr>
              <p14:cNvContentPartPr/>
              <p14:nvPr/>
            </p14:nvContentPartPr>
            <p14:xfrm>
              <a:off x="3089349" y="418225"/>
              <a:ext cx="5400" cy="309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20D3E5F-D78B-4866-9E7E-BC3A2E0A79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71709" y="400585"/>
                <a:ext cx="41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9812435-3793-4456-BAD1-55FB380F7C2B}"/>
                  </a:ext>
                </a:extLst>
              </p14:cNvPr>
              <p14:cNvContentPartPr/>
              <p14:nvPr/>
            </p14:nvContentPartPr>
            <p14:xfrm>
              <a:off x="3079989" y="582025"/>
              <a:ext cx="28440" cy="64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9812435-3793-4456-BAD1-55FB380F7C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61989" y="564025"/>
                <a:ext cx="640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497F1D5-59DE-40C4-ACF9-8D91D04EE6C7}"/>
                  </a:ext>
                </a:extLst>
              </p14:cNvPr>
              <p14:cNvContentPartPr/>
              <p14:nvPr/>
            </p14:nvContentPartPr>
            <p14:xfrm>
              <a:off x="7182549" y="272785"/>
              <a:ext cx="205560" cy="207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497F1D5-59DE-40C4-ACF9-8D91D04EE6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64549" y="254785"/>
                <a:ext cx="2412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DEB1FC3-6FCC-49A6-9893-4E8C872DDD29}"/>
                  </a:ext>
                </a:extLst>
              </p14:cNvPr>
              <p14:cNvContentPartPr/>
              <p14:nvPr/>
            </p14:nvContentPartPr>
            <p14:xfrm>
              <a:off x="7690509" y="259465"/>
              <a:ext cx="71280" cy="518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DEB1FC3-6FCC-49A6-9893-4E8C872DDD2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72869" y="241825"/>
                <a:ext cx="1069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810BBAD6-45E2-4D33-B559-54E05877F31A}"/>
                  </a:ext>
                </a:extLst>
              </p14:cNvPr>
              <p14:cNvContentPartPr/>
              <p14:nvPr/>
            </p14:nvContentPartPr>
            <p14:xfrm>
              <a:off x="7728309" y="397705"/>
              <a:ext cx="45000" cy="702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810BBAD6-45E2-4D33-B559-54E05877F31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10309" y="380065"/>
                <a:ext cx="806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AB59F48-DC58-4527-93A4-2B23EA978A23}"/>
                  </a:ext>
                </a:extLst>
              </p14:cNvPr>
              <p14:cNvContentPartPr/>
              <p14:nvPr/>
            </p14:nvContentPartPr>
            <p14:xfrm>
              <a:off x="7988589" y="228865"/>
              <a:ext cx="182160" cy="2793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AB59F48-DC58-4527-93A4-2B23EA978A2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970589" y="210865"/>
                <a:ext cx="2178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49C3BCA2-5BC2-4155-8774-49703CAAA1C3}"/>
                  </a:ext>
                </a:extLst>
              </p14:cNvPr>
              <p14:cNvContentPartPr/>
              <p14:nvPr/>
            </p14:nvContentPartPr>
            <p14:xfrm>
              <a:off x="8426709" y="490585"/>
              <a:ext cx="9720" cy="3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49C3BCA2-5BC2-4155-8774-49703CAAA1C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09069" y="472945"/>
                <a:ext cx="45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2D2B891A-239B-483C-A6EF-B12C3A29E659}"/>
                  </a:ext>
                </a:extLst>
              </p14:cNvPr>
              <p14:cNvContentPartPr/>
              <p14:nvPr/>
            </p14:nvContentPartPr>
            <p14:xfrm>
              <a:off x="5861349" y="218785"/>
              <a:ext cx="667080" cy="273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2D2B891A-239B-483C-A6EF-B12C3A29E65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43699" y="201122"/>
                <a:ext cx="702739" cy="309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C2BBA067-1FF7-498A-AC9A-5431DE8B7520}"/>
                  </a:ext>
                </a:extLst>
              </p14:cNvPr>
              <p14:cNvContentPartPr/>
              <p14:nvPr/>
            </p14:nvContentPartPr>
            <p14:xfrm>
              <a:off x="4667949" y="360625"/>
              <a:ext cx="453600" cy="1490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C2BBA067-1FF7-498A-AC9A-5431DE8B752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49949" y="342985"/>
                <a:ext cx="4892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1127C4C-5750-40D1-BBBB-EC287A2AF208}"/>
                  </a:ext>
                </a:extLst>
              </p14:cNvPr>
              <p14:cNvContentPartPr/>
              <p14:nvPr/>
            </p14:nvContentPartPr>
            <p14:xfrm>
              <a:off x="3585069" y="185305"/>
              <a:ext cx="480600" cy="3632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1127C4C-5750-40D1-BBBB-EC287A2AF20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567429" y="167682"/>
                <a:ext cx="516240" cy="3988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786C0192-3C73-4F71-B546-1BB4F4BAB7EC}"/>
                  </a:ext>
                </a:extLst>
              </p14:cNvPr>
              <p14:cNvContentPartPr/>
              <p14:nvPr/>
            </p14:nvContentPartPr>
            <p14:xfrm>
              <a:off x="2311749" y="389425"/>
              <a:ext cx="211680" cy="1929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786C0192-3C73-4F71-B546-1BB4F4BAB7E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93718" y="371785"/>
                <a:ext cx="247381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EA01CCAD-DE5E-47F4-8874-FA662A32FC36}"/>
                  </a:ext>
                </a:extLst>
              </p14:cNvPr>
              <p14:cNvContentPartPr/>
              <p14:nvPr/>
            </p14:nvContentPartPr>
            <p14:xfrm>
              <a:off x="2757069" y="4590985"/>
              <a:ext cx="354600" cy="2397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EA01CCAD-DE5E-47F4-8874-FA662A32FC3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39429" y="4573345"/>
                <a:ext cx="3902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F10EB1A3-F7C4-4E7A-9A20-F68A70F93FD0}"/>
                  </a:ext>
                </a:extLst>
              </p14:cNvPr>
              <p14:cNvContentPartPr/>
              <p14:nvPr/>
            </p14:nvContentPartPr>
            <p14:xfrm>
              <a:off x="1976949" y="4513945"/>
              <a:ext cx="425520" cy="2408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F10EB1A3-F7C4-4E7A-9A20-F68A70F93FD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958964" y="4495945"/>
                <a:ext cx="46113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CF52449D-693E-4946-897A-8FD678F014E4}"/>
                  </a:ext>
                </a:extLst>
              </p14:cNvPr>
              <p14:cNvContentPartPr/>
              <p14:nvPr/>
            </p14:nvContentPartPr>
            <p14:xfrm>
              <a:off x="1588149" y="4482985"/>
              <a:ext cx="279360" cy="2833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CF52449D-693E-4946-897A-8FD678F014E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570149" y="4465345"/>
                <a:ext cx="3150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297D0436-05AC-4174-924A-033CDBCFD0FC}"/>
                  </a:ext>
                </a:extLst>
              </p14:cNvPr>
              <p14:cNvContentPartPr/>
              <p14:nvPr/>
            </p14:nvContentPartPr>
            <p14:xfrm>
              <a:off x="1096749" y="4619785"/>
              <a:ext cx="289800" cy="2030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297D0436-05AC-4174-924A-033CDBCFD0F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9087" y="4601785"/>
                <a:ext cx="325484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C2D97421-2888-4822-8082-BC99B6991A8D}"/>
                  </a:ext>
                </a:extLst>
              </p14:cNvPr>
              <p14:cNvContentPartPr/>
              <p14:nvPr/>
            </p14:nvContentPartPr>
            <p14:xfrm>
              <a:off x="519669" y="4571545"/>
              <a:ext cx="416520" cy="3402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C2D97421-2888-4822-8082-BC99B6991A8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01685" y="4553886"/>
                <a:ext cx="452129" cy="375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8A39351-A277-4EC0-95C8-4EF0D85F7890}"/>
                  </a:ext>
                </a:extLst>
              </p14:cNvPr>
              <p14:cNvContentPartPr/>
              <p14:nvPr/>
            </p14:nvContentPartPr>
            <p14:xfrm>
              <a:off x="3416949" y="4340425"/>
              <a:ext cx="1523880" cy="4240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8A39351-A277-4EC0-95C8-4EF0D85F789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98949" y="4322425"/>
                <a:ext cx="155952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4F733796-4EAD-48AE-A242-D69BEDA01277}"/>
                  </a:ext>
                </a:extLst>
              </p14:cNvPr>
              <p14:cNvContentPartPr/>
              <p14:nvPr/>
            </p14:nvContentPartPr>
            <p14:xfrm>
              <a:off x="3330189" y="5371825"/>
              <a:ext cx="2225160" cy="5328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4F733796-4EAD-48AE-A242-D69BEDA0127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312549" y="5353837"/>
                <a:ext cx="2260800" cy="568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EC024E41-73C3-4ACB-B078-213376CC19FF}"/>
                  </a:ext>
                </a:extLst>
              </p14:cNvPr>
              <p14:cNvContentPartPr/>
              <p14:nvPr/>
            </p14:nvContentPartPr>
            <p14:xfrm>
              <a:off x="1823229" y="5189665"/>
              <a:ext cx="1292760" cy="4197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EC024E41-73C3-4ACB-B078-213376CC19F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805229" y="5172010"/>
                <a:ext cx="1328400" cy="455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1A95FCA-8275-4287-9B07-B7FF9A58C0D3}"/>
                  </a:ext>
                </a:extLst>
              </p14:cNvPr>
              <p14:cNvContentPartPr/>
              <p14:nvPr/>
            </p14:nvContentPartPr>
            <p14:xfrm>
              <a:off x="1395189" y="5337265"/>
              <a:ext cx="268200" cy="24300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1A95FCA-8275-4287-9B07-B7FF9A58C0D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377573" y="5319265"/>
                <a:ext cx="303792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2FE2EB55-A1A9-433A-A544-BDEE9D080164}"/>
                  </a:ext>
                </a:extLst>
              </p14:cNvPr>
              <p14:cNvContentPartPr/>
              <p14:nvPr/>
            </p14:nvContentPartPr>
            <p14:xfrm>
              <a:off x="519669" y="5240785"/>
              <a:ext cx="717120" cy="3456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2FE2EB55-A1A9-433A-A544-BDEE9D08016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01669" y="5222785"/>
                <a:ext cx="75276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99FDC98C-886E-4B8B-A1FD-B6EB9617C262}"/>
                  </a:ext>
                </a:extLst>
              </p14:cNvPr>
              <p14:cNvContentPartPr/>
              <p14:nvPr/>
            </p14:nvContentPartPr>
            <p14:xfrm>
              <a:off x="4593069" y="1777225"/>
              <a:ext cx="3930480" cy="6732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99FDC98C-886E-4B8B-A1FD-B6EB9617C26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575429" y="1741585"/>
                <a:ext cx="3966120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5C988B39-32FD-483D-A171-680851E89949}"/>
                  </a:ext>
                </a:extLst>
              </p14:cNvPr>
              <p14:cNvContentPartPr/>
              <p14:nvPr/>
            </p14:nvContentPartPr>
            <p14:xfrm>
              <a:off x="8537229" y="2131465"/>
              <a:ext cx="534240" cy="100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5C988B39-32FD-483D-A171-680851E8994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519229" y="2095465"/>
                <a:ext cx="5698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2EE35F99-33C5-4E29-A0D5-35674F7920C2}"/>
                  </a:ext>
                </a:extLst>
              </p14:cNvPr>
              <p14:cNvContentPartPr/>
              <p14:nvPr/>
            </p14:nvContentPartPr>
            <p14:xfrm>
              <a:off x="8549109" y="2040385"/>
              <a:ext cx="206640" cy="20556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2EE35F99-33C5-4E29-A0D5-35674F7920C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31469" y="2004745"/>
                <a:ext cx="2422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7003B1FB-8147-4B7B-BEDB-26192AB27C20}"/>
                  </a:ext>
                </a:extLst>
              </p14:cNvPr>
              <p14:cNvContentPartPr/>
              <p14:nvPr/>
            </p14:nvContentPartPr>
            <p14:xfrm>
              <a:off x="9320949" y="1953625"/>
              <a:ext cx="11160" cy="26928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7003B1FB-8147-4B7B-BEDB-26192AB27C2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302949" y="1917625"/>
                <a:ext cx="468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BDE909D3-8DC4-42CC-A549-959BF4A88826}"/>
                  </a:ext>
                </a:extLst>
              </p14:cNvPr>
              <p14:cNvContentPartPr/>
              <p14:nvPr/>
            </p14:nvContentPartPr>
            <p14:xfrm>
              <a:off x="9273789" y="2232985"/>
              <a:ext cx="147600" cy="36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BDE909D3-8DC4-42CC-A549-959BF4A8882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256149" y="2196985"/>
                <a:ext cx="183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18009900-34A5-451C-AAA4-72C0D0773A2B}"/>
                  </a:ext>
                </a:extLst>
              </p14:cNvPr>
              <p14:cNvContentPartPr/>
              <p14:nvPr/>
            </p14:nvContentPartPr>
            <p14:xfrm>
              <a:off x="9239949" y="1905745"/>
              <a:ext cx="186480" cy="194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18009900-34A5-451C-AAA4-72C0D0773A2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222309" y="1869745"/>
                <a:ext cx="2221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94BF5CF8-0E59-47B0-9725-560238CA7967}"/>
                  </a:ext>
                </a:extLst>
              </p14:cNvPr>
              <p14:cNvContentPartPr/>
              <p14:nvPr/>
            </p14:nvContentPartPr>
            <p14:xfrm>
              <a:off x="9505269" y="2176105"/>
              <a:ext cx="142200" cy="14796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94BF5CF8-0E59-47B0-9725-560238CA796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487629" y="2140105"/>
                <a:ext cx="1778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2D6AF6AF-A02D-42F9-AF24-3636D4FEF495}"/>
                  </a:ext>
                </a:extLst>
              </p14:cNvPr>
              <p14:cNvContentPartPr/>
              <p14:nvPr/>
            </p14:nvContentPartPr>
            <p14:xfrm>
              <a:off x="4664709" y="2574265"/>
              <a:ext cx="3888360" cy="8978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2D6AF6AF-A02D-42F9-AF24-3636D4FEF49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46709" y="2538265"/>
                <a:ext cx="3924000" cy="9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A290EA33-B8BD-4DE8-B43D-8EF09E7BC24D}"/>
                  </a:ext>
                </a:extLst>
              </p14:cNvPr>
              <p14:cNvContentPartPr/>
              <p14:nvPr/>
            </p14:nvContentPartPr>
            <p14:xfrm>
              <a:off x="8691309" y="2945065"/>
              <a:ext cx="403200" cy="2448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A290EA33-B8BD-4DE8-B43D-8EF09E7BC24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673669" y="2909425"/>
                <a:ext cx="4388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7306E419-7119-42A6-BCC2-0E0CE282E61D}"/>
                  </a:ext>
                </a:extLst>
              </p14:cNvPr>
              <p14:cNvContentPartPr/>
              <p14:nvPr/>
            </p14:nvContentPartPr>
            <p14:xfrm>
              <a:off x="8660709" y="2851105"/>
              <a:ext cx="223200" cy="1900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7306E419-7119-42A6-BCC2-0E0CE282E61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643069" y="2815105"/>
                <a:ext cx="2588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52A126A-5050-4DF3-88C5-9A65487D5871}"/>
                  </a:ext>
                </a:extLst>
              </p14:cNvPr>
              <p14:cNvContentPartPr/>
              <p14:nvPr/>
            </p14:nvContentPartPr>
            <p14:xfrm>
              <a:off x="9387909" y="2776585"/>
              <a:ext cx="35280" cy="1987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52A126A-5050-4DF3-88C5-9A65487D587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370269" y="2740945"/>
                <a:ext cx="7092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57515490-A0EF-4130-ACB0-996261EAB1E2}"/>
                  </a:ext>
                </a:extLst>
              </p14:cNvPr>
              <p14:cNvContentPartPr/>
              <p14:nvPr/>
            </p14:nvContentPartPr>
            <p14:xfrm>
              <a:off x="9326709" y="2973865"/>
              <a:ext cx="144720" cy="3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57515490-A0EF-4130-ACB0-996261EAB1E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308709" y="2938225"/>
                <a:ext cx="180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69DA92DC-54AC-43E9-89C2-144E2CBF31C1}"/>
                  </a:ext>
                </a:extLst>
              </p14:cNvPr>
              <p14:cNvContentPartPr/>
              <p14:nvPr/>
            </p14:nvContentPartPr>
            <p14:xfrm>
              <a:off x="9288189" y="2695945"/>
              <a:ext cx="195480" cy="136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69DA92DC-54AC-43E9-89C2-144E2CBF31C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270189" y="2659945"/>
                <a:ext cx="2311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07E059E2-D0B7-41EE-925A-C681628539D7}"/>
                  </a:ext>
                </a:extLst>
              </p14:cNvPr>
              <p14:cNvContentPartPr/>
              <p14:nvPr/>
            </p14:nvContentPartPr>
            <p14:xfrm>
              <a:off x="9512469" y="2865865"/>
              <a:ext cx="183240" cy="2437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07E059E2-D0B7-41EE-925A-C681628539D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494829" y="2829865"/>
                <a:ext cx="2188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AD805F2-163A-4BC4-9033-FB157D15EF06}"/>
                  </a:ext>
                </a:extLst>
              </p14:cNvPr>
              <p14:cNvContentPartPr/>
              <p14:nvPr/>
            </p14:nvContentPartPr>
            <p14:xfrm>
              <a:off x="9839709" y="3049465"/>
              <a:ext cx="7920" cy="4500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AD805F2-163A-4BC4-9033-FB157D15EF0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822069" y="3013825"/>
                <a:ext cx="435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EBB8B545-4071-4EA6-853A-5E86BAA27E04}"/>
                  </a:ext>
                </a:extLst>
              </p14:cNvPr>
              <p14:cNvContentPartPr/>
              <p14:nvPr/>
            </p14:nvContentPartPr>
            <p14:xfrm>
              <a:off x="6535269" y="3845785"/>
              <a:ext cx="657000" cy="3268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EBB8B545-4071-4EA6-853A-5E86BAA27E0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517279" y="3828145"/>
                <a:ext cx="69262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B5E8D361-E073-4C83-8BFA-9DF752262F3D}"/>
                  </a:ext>
                </a:extLst>
              </p14:cNvPr>
              <p14:cNvContentPartPr/>
              <p14:nvPr/>
            </p14:nvContentPartPr>
            <p14:xfrm>
              <a:off x="7483149" y="3729145"/>
              <a:ext cx="318240" cy="42264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B5E8D361-E073-4C83-8BFA-9DF752262F3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465509" y="3711490"/>
                <a:ext cx="353880" cy="458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BD43244B-EBFF-467E-B1C3-EE3E149337C2}"/>
                  </a:ext>
                </a:extLst>
              </p14:cNvPr>
              <p14:cNvContentPartPr/>
              <p14:nvPr/>
            </p14:nvContentPartPr>
            <p14:xfrm>
              <a:off x="8888589" y="3748945"/>
              <a:ext cx="793800" cy="35712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BD43244B-EBFF-467E-B1C3-EE3E149337C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870589" y="3730945"/>
                <a:ext cx="8294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FEB36E9E-A1BD-4AD7-8FC8-E63CD3FE705A}"/>
                  </a:ext>
                </a:extLst>
              </p14:cNvPr>
              <p14:cNvContentPartPr/>
              <p14:nvPr/>
            </p14:nvContentPartPr>
            <p14:xfrm>
              <a:off x="8436429" y="3840025"/>
              <a:ext cx="248760" cy="22896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FEB36E9E-A1BD-4AD7-8FC8-E63CD3FE705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418429" y="3822385"/>
                <a:ext cx="2844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8E83E0E9-690F-483C-B169-329407DB44E6}"/>
                  </a:ext>
                </a:extLst>
              </p14:cNvPr>
              <p14:cNvContentPartPr/>
              <p14:nvPr/>
            </p14:nvContentPartPr>
            <p14:xfrm>
              <a:off x="7930989" y="3816265"/>
              <a:ext cx="363600" cy="24984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8E83E0E9-690F-483C-B169-329407DB44E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913349" y="3798265"/>
                <a:ext cx="3992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A9914454-1E66-4F6F-A75B-5388BF89D5C3}"/>
                  </a:ext>
                </a:extLst>
              </p14:cNvPr>
              <p14:cNvContentPartPr/>
              <p14:nvPr/>
            </p14:nvContentPartPr>
            <p14:xfrm>
              <a:off x="9961749" y="3897985"/>
              <a:ext cx="127080" cy="36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A9914454-1E66-4F6F-A75B-5388BF89D5C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944109" y="3879985"/>
                <a:ext cx="162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285C4C1A-32F4-4684-B8EF-CC75A9785A64}"/>
                  </a:ext>
                </a:extLst>
              </p14:cNvPr>
              <p14:cNvContentPartPr/>
              <p14:nvPr/>
            </p14:nvContentPartPr>
            <p14:xfrm>
              <a:off x="10015029" y="3962065"/>
              <a:ext cx="139320" cy="133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285C4C1A-32F4-4684-B8EF-CC75A9785A6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997029" y="3944065"/>
                <a:ext cx="1749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45D56D4A-7F0A-45D3-B526-44AF2A86EC41}"/>
                  </a:ext>
                </a:extLst>
              </p14:cNvPr>
              <p14:cNvContentPartPr/>
              <p14:nvPr/>
            </p14:nvContentPartPr>
            <p14:xfrm>
              <a:off x="11393469" y="3643105"/>
              <a:ext cx="517320" cy="45288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45D56D4A-7F0A-45D3-B526-44AF2A86EC4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375841" y="3625105"/>
                <a:ext cx="552935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46A901C9-8CC9-4CA0-A237-D6AB02279E89}"/>
                  </a:ext>
                </a:extLst>
              </p14:cNvPr>
              <p14:cNvContentPartPr/>
              <p14:nvPr/>
            </p14:nvContentPartPr>
            <p14:xfrm>
              <a:off x="10308429" y="3628345"/>
              <a:ext cx="981000" cy="3992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46A901C9-8CC9-4CA0-A237-D6AB02279E8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90789" y="3610705"/>
                <a:ext cx="101664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0CF6EC78-44DA-4E84-8C79-2366F4085951}"/>
                  </a:ext>
                </a:extLst>
              </p14:cNvPr>
              <p14:cNvContentPartPr/>
              <p14:nvPr/>
            </p14:nvContentPartPr>
            <p14:xfrm>
              <a:off x="6621669" y="4507105"/>
              <a:ext cx="134640" cy="262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0CF6EC78-44DA-4E84-8C79-2366F408595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604029" y="4489465"/>
                <a:ext cx="1702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28DA62F9-87F8-4397-BDC1-071E421D6534}"/>
                  </a:ext>
                </a:extLst>
              </p14:cNvPr>
              <p14:cNvContentPartPr/>
              <p14:nvPr/>
            </p14:nvContentPartPr>
            <p14:xfrm>
              <a:off x="6625989" y="4615105"/>
              <a:ext cx="623160" cy="41076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28DA62F9-87F8-4397-BDC1-071E421D653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608339" y="4597121"/>
                <a:ext cx="658821" cy="446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0472F262-B2DF-4F83-9887-2161B36AEFD7}"/>
                  </a:ext>
                </a:extLst>
              </p14:cNvPr>
              <p14:cNvContentPartPr/>
              <p14:nvPr/>
            </p14:nvContentPartPr>
            <p14:xfrm>
              <a:off x="3281949" y="890185"/>
              <a:ext cx="5283000" cy="250488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0472F262-B2DF-4F83-9887-2161B36AEFD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263949" y="872185"/>
                <a:ext cx="5318640" cy="25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096D32CB-C3C7-43D0-8EDB-AB01DAF96D70}"/>
                  </a:ext>
                </a:extLst>
              </p14:cNvPr>
              <p14:cNvContentPartPr/>
              <p14:nvPr/>
            </p14:nvContentPartPr>
            <p14:xfrm>
              <a:off x="7459389" y="4562185"/>
              <a:ext cx="319320" cy="1800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096D32CB-C3C7-43D0-8EDB-AB01DAF96D7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441389" y="4544545"/>
                <a:ext cx="3549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DFBFC8FD-F54E-4904-A459-CFC124034C12}"/>
                  </a:ext>
                </a:extLst>
              </p14:cNvPr>
              <p14:cNvContentPartPr/>
              <p14:nvPr/>
            </p14:nvContentPartPr>
            <p14:xfrm>
              <a:off x="8407989" y="4682425"/>
              <a:ext cx="406440" cy="28800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DFBFC8FD-F54E-4904-A459-CFC124034C1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390349" y="4664425"/>
                <a:ext cx="44208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F5A8538A-DB66-436C-A6A9-1EF3D0B13F02}"/>
                  </a:ext>
                </a:extLst>
              </p14:cNvPr>
              <p14:cNvContentPartPr/>
              <p14:nvPr/>
            </p14:nvContentPartPr>
            <p14:xfrm>
              <a:off x="8013069" y="4658305"/>
              <a:ext cx="251280" cy="25956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F5A8538A-DB66-436C-A6A9-1EF3D0B13F0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995069" y="4640305"/>
                <a:ext cx="286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5708B5F1-142A-4C45-BB08-A321F0681E7C}"/>
                  </a:ext>
                </a:extLst>
              </p14:cNvPr>
              <p14:cNvContentPartPr/>
              <p14:nvPr/>
            </p14:nvContentPartPr>
            <p14:xfrm>
              <a:off x="7526709" y="4662985"/>
              <a:ext cx="279720" cy="36144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5708B5F1-142A-4C45-BB08-A321F0681E7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508732" y="4645345"/>
                <a:ext cx="315314" cy="397080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Dreptunghi 57">
            <a:extLst>
              <a:ext uri="{FF2B5EF4-FFF2-40B4-BE49-F238E27FC236}">
                <a16:creationId xmlns:a16="http://schemas.microsoft.com/office/drawing/2014/main" id="{74B55C7E-15BF-4AF7-A48B-62D13C35A782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3501408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>
            <a:extLst>
              <a:ext uri="{FF2B5EF4-FFF2-40B4-BE49-F238E27FC236}">
                <a16:creationId xmlns:a16="http://schemas.microsoft.com/office/drawing/2014/main" id="{FC9014BA-EEC8-4815-8451-CC80E22E9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868708"/>
            <a:ext cx="2194536" cy="34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260AA59C-9635-4EA0-8B78-D6B79597502B}"/>
                  </a:ext>
                </a:extLst>
              </p14:cNvPr>
              <p14:cNvContentPartPr/>
              <p14:nvPr/>
            </p14:nvContentPartPr>
            <p14:xfrm>
              <a:off x="689229" y="4634185"/>
              <a:ext cx="490320" cy="307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260AA59C-9635-4EA0-8B78-D6B7959750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589" y="4616185"/>
                <a:ext cx="52596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D12744D5-7334-4A5D-BB72-3BB776F6CB3F}"/>
                  </a:ext>
                </a:extLst>
              </p14:cNvPr>
              <p14:cNvContentPartPr/>
              <p14:nvPr/>
            </p14:nvContentPartPr>
            <p14:xfrm>
              <a:off x="1263429" y="5460025"/>
              <a:ext cx="87120" cy="1040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D12744D5-7334-4A5D-BB72-3BB776F6CB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45789" y="5442025"/>
                <a:ext cx="1227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88B2312-3ECE-47C5-8DC3-C4A4F6400EBC}"/>
                  </a:ext>
                </a:extLst>
              </p14:cNvPr>
              <p14:cNvContentPartPr/>
              <p14:nvPr/>
            </p14:nvContentPartPr>
            <p14:xfrm>
              <a:off x="1457829" y="5385145"/>
              <a:ext cx="115200" cy="399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88B2312-3ECE-47C5-8DC3-C4A4F6400E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39829" y="5367505"/>
                <a:ext cx="150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1290A9F4-3CFF-4EDF-AABE-18586C7220C7}"/>
                  </a:ext>
                </a:extLst>
              </p14:cNvPr>
              <p14:cNvContentPartPr/>
              <p14:nvPr/>
            </p14:nvContentPartPr>
            <p14:xfrm>
              <a:off x="1501029" y="5508265"/>
              <a:ext cx="149040" cy="9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1290A9F4-3CFF-4EDF-AABE-18586C7220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83389" y="5490265"/>
                <a:ext cx="1846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2FF26107-A25F-4E94-8C2C-0BC0EECE5795}"/>
                  </a:ext>
                </a:extLst>
              </p14:cNvPr>
              <p14:cNvContentPartPr/>
              <p14:nvPr/>
            </p14:nvContentPartPr>
            <p14:xfrm>
              <a:off x="2843109" y="5187505"/>
              <a:ext cx="473760" cy="4064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2FF26107-A25F-4E94-8C2C-0BC0EECE57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25109" y="5169865"/>
                <a:ext cx="50940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8038D6A-C8D7-4921-9A86-7981BEF87CDE}"/>
                  </a:ext>
                </a:extLst>
              </p14:cNvPr>
              <p14:cNvContentPartPr/>
              <p14:nvPr/>
            </p14:nvContentPartPr>
            <p14:xfrm>
              <a:off x="1877949" y="5269585"/>
              <a:ext cx="779400" cy="2786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8038D6A-C8D7-4921-9A86-7981BEF87C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60301" y="5251585"/>
                <a:ext cx="815056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17072F6-1EF5-4948-8874-C7F726AAAE54}"/>
                  </a:ext>
                </a:extLst>
              </p14:cNvPr>
              <p14:cNvContentPartPr/>
              <p14:nvPr/>
            </p14:nvContentPartPr>
            <p14:xfrm>
              <a:off x="1034469" y="5251585"/>
              <a:ext cx="118800" cy="2829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17072F6-1EF5-4948-8874-C7F726AAAE5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6469" y="5233608"/>
                <a:ext cx="154440" cy="318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922AC1CF-D6E6-4A9B-9A82-B7A2D0C76B25}"/>
                  </a:ext>
                </a:extLst>
              </p14:cNvPr>
              <p14:cNvContentPartPr/>
              <p14:nvPr/>
            </p14:nvContentPartPr>
            <p14:xfrm>
              <a:off x="1611549" y="4596385"/>
              <a:ext cx="961560" cy="3182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922AC1CF-D6E6-4A9B-9A82-B7A2D0C76B2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93902" y="4578385"/>
                <a:ext cx="997213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51" name="Cerneală 450">
                <a:extLst>
                  <a:ext uri="{FF2B5EF4-FFF2-40B4-BE49-F238E27FC236}">
                    <a16:creationId xmlns:a16="http://schemas.microsoft.com/office/drawing/2014/main" id="{CFA49F5D-FFEE-42BE-9B5A-2CCE885B0D01}"/>
                  </a:ext>
                </a:extLst>
              </p14:cNvPr>
              <p14:cNvContentPartPr/>
              <p14:nvPr/>
            </p14:nvContentPartPr>
            <p14:xfrm>
              <a:off x="4191669" y="5134945"/>
              <a:ext cx="165960" cy="563040"/>
            </p14:xfrm>
          </p:contentPart>
        </mc:Choice>
        <mc:Fallback xmlns="">
          <p:pic>
            <p:nvPicPr>
              <p:cNvPr id="451" name="Cerneală 450">
                <a:extLst>
                  <a:ext uri="{FF2B5EF4-FFF2-40B4-BE49-F238E27FC236}">
                    <a16:creationId xmlns:a16="http://schemas.microsoft.com/office/drawing/2014/main" id="{CFA49F5D-FFEE-42BE-9B5A-2CCE885B0D0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73669" y="5116945"/>
                <a:ext cx="201600" cy="5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52" name="Cerneală 451">
                <a:extLst>
                  <a:ext uri="{FF2B5EF4-FFF2-40B4-BE49-F238E27FC236}">
                    <a16:creationId xmlns:a16="http://schemas.microsoft.com/office/drawing/2014/main" id="{5CC3403B-1282-49CB-B19B-A05ECAFA7355}"/>
                  </a:ext>
                </a:extLst>
              </p14:cNvPr>
              <p14:cNvContentPartPr/>
              <p14:nvPr/>
            </p14:nvContentPartPr>
            <p14:xfrm>
              <a:off x="3681189" y="5250145"/>
              <a:ext cx="396360" cy="306720"/>
            </p14:xfrm>
          </p:contentPart>
        </mc:Choice>
        <mc:Fallback xmlns="">
          <p:pic>
            <p:nvPicPr>
              <p:cNvPr id="452" name="Cerneală 451">
                <a:extLst>
                  <a:ext uri="{FF2B5EF4-FFF2-40B4-BE49-F238E27FC236}">
                    <a16:creationId xmlns:a16="http://schemas.microsoft.com/office/drawing/2014/main" id="{5CC3403B-1282-49CB-B19B-A05ECAFA735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63549" y="5232484"/>
                <a:ext cx="432000" cy="342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80" name="Cerneală 479">
                <a:extLst>
                  <a:ext uri="{FF2B5EF4-FFF2-40B4-BE49-F238E27FC236}">
                    <a16:creationId xmlns:a16="http://schemas.microsoft.com/office/drawing/2014/main" id="{3E4FEC08-2F4B-43DF-902E-32FBCE628326}"/>
                  </a:ext>
                </a:extLst>
              </p14:cNvPr>
              <p14:cNvContentPartPr/>
              <p14:nvPr/>
            </p14:nvContentPartPr>
            <p14:xfrm>
              <a:off x="1578069" y="6020545"/>
              <a:ext cx="239400" cy="20520"/>
            </p14:xfrm>
          </p:contentPart>
        </mc:Choice>
        <mc:Fallback xmlns="">
          <p:pic>
            <p:nvPicPr>
              <p:cNvPr id="480" name="Cerneală 479">
                <a:extLst>
                  <a:ext uri="{FF2B5EF4-FFF2-40B4-BE49-F238E27FC236}">
                    <a16:creationId xmlns:a16="http://schemas.microsoft.com/office/drawing/2014/main" id="{3E4FEC08-2F4B-43DF-902E-32FBCE62832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60429" y="6002545"/>
                <a:ext cx="275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82" name="Cerneală 481">
                <a:extLst>
                  <a:ext uri="{FF2B5EF4-FFF2-40B4-BE49-F238E27FC236}">
                    <a16:creationId xmlns:a16="http://schemas.microsoft.com/office/drawing/2014/main" id="{B7906B53-8C83-4AD5-84F2-9B676166E0F2}"/>
                  </a:ext>
                </a:extLst>
              </p14:cNvPr>
              <p14:cNvContentPartPr/>
              <p14:nvPr/>
            </p14:nvContentPartPr>
            <p14:xfrm>
              <a:off x="1621629" y="6129985"/>
              <a:ext cx="272520" cy="35280"/>
            </p14:xfrm>
          </p:contentPart>
        </mc:Choice>
        <mc:Fallback xmlns="">
          <p:pic>
            <p:nvPicPr>
              <p:cNvPr id="482" name="Cerneală 481">
                <a:extLst>
                  <a:ext uri="{FF2B5EF4-FFF2-40B4-BE49-F238E27FC236}">
                    <a16:creationId xmlns:a16="http://schemas.microsoft.com/office/drawing/2014/main" id="{B7906B53-8C83-4AD5-84F2-9B676166E0F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03629" y="6111985"/>
                <a:ext cx="3081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83" name="Cerneală 482">
                <a:extLst>
                  <a:ext uri="{FF2B5EF4-FFF2-40B4-BE49-F238E27FC236}">
                    <a16:creationId xmlns:a16="http://schemas.microsoft.com/office/drawing/2014/main" id="{DC1D18A7-8A09-4535-96B7-61C4BF6AABBE}"/>
                  </a:ext>
                </a:extLst>
              </p14:cNvPr>
              <p14:cNvContentPartPr/>
              <p14:nvPr/>
            </p14:nvContentPartPr>
            <p14:xfrm>
              <a:off x="1031589" y="5827945"/>
              <a:ext cx="366120" cy="433800"/>
            </p14:xfrm>
          </p:contentPart>
        </mc:Choice>
        <mc:Fallback xmlns="">
          <p:pic>
            <p:nvPicPr>
              <p:cNvPr id="483" name="Cerneală 482">
                <a:extLst>
                  <a:ext uri="{FF2B5EF4-FFF2-40B4-BE49-F238E27FC236}">
                    <a16:creationId xmlns:a16="http://schemas.microsoft.com/office/drawing/2014/main" id="{DC1D18A7-8A09-4535-96B7-61C4BF6AABB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3589" y="5809945"/>
                <a:ext cx="40176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89" name="Cerneală 488">
                <a:extLst>
                  <a:ext uri="{FF2B5EF4-FFF2-40B4-BE49-F238E27FC236}">
                    <a16:creationId xmlns:a16="http://schemas.microsoft.com/office/drawing/2014/main" id="{57366B12-7718-4536-88BF-9056E51328C2}"/>
                  </a:ext>
                </a:extLst>
              </p14:cNvPr>
              <p14:cNvContentPartPr/>
              <p14:nvPr/>
            </p14:nvContentPartPr>
            <p14:xfrm>
              <a:off x="2025549" y="5857465"/>
              <a:ext cx="372240" cy="8640"/>
            </p14:xfrm>
          </p:contentPart>
        </mc:Choice>
        <mc:Fallback xmlns="">
          <p:pic>
            <p:nvPicPr>
              <p:cNvPr id="489" name="Cerneală 488">
                <a:extLst>
                  <a:ext uri="{FF2B5EF4-FFF2-40B4-BE49-F238E27FC236}">
                    <a16:creationId xmlns:a16="http://schemas.microsoft.com/office/drawing/2014/main" id="{57366B12-7718-4536-88BF-9056E51328C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07909" y="5839465"/>
                <a:ext cx="4078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95" name="Cerneală 494">
                <a:extLst>
                  <a:ext uri="{FF2B5EF4-FFF2-40B4-BE49-F238E27FC236}">
                    <a16:creationId xmlns:a16="http://schemas.microsoft.com/office/drawing/2014/main" id="{B7CB065C-986E-482E-A06D-3E8631F1C2D6}"/>
                  </a:ext>
                </a:extLst>
              </p14:cNvPr>
              <p14:cNvContentPartPr/>
              <p14:nvPr/>
            </p14:nvContentPartPr>
            <p14:xfrm>
              <a:off x="2946069" y="5991745"/>
              <a:ext cx="447840" cy="296280"/>
            </p14:xfrm>
          </p:contentPart>
        </mc:Choice>
        <mc:Fallback xmlns="">
          <p:pic>
            <p:nvPicPr>
              <p:cNvPr id="495" name="Cerneală 494">
                <a:extLst>
                  <a:ext uri="{FF2B5EF4-FFF2-40B4-BE49-F238E27FC236}">
                    <a16:creationId xmlns:a16="http://schemas.microsoft.com/office/drawing/2014/main" id="{B7CB065C-986E-482E-A06D-3E8631F1C2D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928429" y="5973767"/>
                <a:ext cx="483480" cy="331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96" name="Cerneală 495">
                <a:extLst>
                  <a:ext uri="{FF2B5EF4-FFF2-40B4-BE49-F238E27FC236}">
                    <a16:creationId xmlns:a16="http://schemas.microsoft.com/office/drawing/2014/main" id="{1E43D214-180C-4FD2-BEC8-FC5E8F0E86FB}"/>
                  </a:ext>
                </a:extLst>
              </p14:cNvPr>
              <p14:cNvContentPartPr/>
              <p14:nvPr/>
            </p14:nvContentPartPr>
            <p14:xfrm>
              <a:off x="2617749" y="6020185"/>
              <a:ext cx="200160" cy="254520"/>
            </p14:xfrm>
          </p:contentPart>
        </mc:Choice>
        <mc:Fallback xmlns="">
          <p:pic>
            <p:nvPicPr>
              <p:cNvPr id="496" name="Cerneală 495">
                <a:extLst>
                  <a:ext uri="{FF2B5EF4-FFF2-40B4-BE49-F238E27FC236}">
                    <a16:creationId xmlns:a16="http://schemas.microsoft.com/office/drawing/2014/main" id="{1E43D214-180C-4FD2-BEC8-FC5E8F0E86F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600109" y="6002545"/>
                <a:ext cx="2358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97" name="Cerneală 496">
                <a:extLst>
                  <a:ext uri="{FF2B5EF4-FFF2-40B4-BE49-F238E27FC236}">
                    <a16:creationId xmlns:a16="http://schemas.microsoft.com/office/drawing/2014/main" id="{F05C4B95-223F-4DE6-A2A9-D7A941299A7C}"/>
                  </a:ext>
                </a:extLst>
              </p14:cNvPr>
              <p14:cNvContentPartPr/>
              <p14:nvPr/>
            </p14:nvContentPartPr>
            <p14:xfrm>
              <a:off x="2107989" y="5991745"/>
              <a:ext cx="320400" cy="348120"/>
            </p14:xfrm>
          </p:contentPart>
        </mc:Choice>
        <mc:Fallback xmlns="">
          <p:pic>
            <p:nvPicPr>
              <p:cNvPr id="497" name="Cerneală 496">
                <a:extLst>
                  <a:ext uri="{FF2B5EF4-FFF2-40B4-BE49-F238E27FC236}">
                    <a16:creationId xmlns:a16="http://schemas.microsoft.com/office/drawing/2014/main" id="{F05C4B95-223F-4DE6-A2A9-D7A941299A7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089989" y="5973745"/>
                <a:ext cx="35604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12" name="Cerneală 511">
                <a:extLst>
                  <a:ext uri="{FF2B5EF4-FFF2-40B4-BE49-F238E27FC236}">
                    <a16:creationId xmlns:a16="http://schemas.microsoft.com/office/drawing/2014/main" id="{0C6683FF-16B2-4E27-B33B-5EFE84C13D1B}"/>
                  </a:ext>
                </a:extLst>
              </p14:cNvPr>
              <p14:cNvContentPartPr/>
              <p14:nvPr/>
            </p14:nvContentPartPr>
            <p14:xfrm>
              <a:off x="3162429" y="96025"/>
              <a:ext cx="5993640" cy="4687920"/>
            </p14:xfrm>
          </p:contentPart>
        </mc:Choice>
        <mc:Fallback xmlns="">
          <p:pic>
            <p:nvPicPr>
              <p:cNvPr id="512" name="Cerneală 511">
                <a:extLst>
                  <a:ext uri="{FF2B5EF4-FFF2-40B4-BE49-F238E27FC236}">
                    <a16:creationId xmlns:a16="http://schemas.microsoft.com/office/drawing/2014/main" id="{0C6683FF-16B2-4E27-B33B-5EFE84C13D1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44429" y="78385"/>
                <a:ext cx="6029280" cy="47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17" name="Cerneală 516">
                <a:extLst>
                  <a:ext uri="{FF2B5EF4-FFF2-40B4-BE49-F238E27FC236}">
                    <a16:creationId xmlns:a16="http://schemas.microsoft.com/office/drawing/2014/main" id="{4B1EA019-8BE1-4895-8787-50F599691B95}"/>
                  </a:ext>
                </a:extLst>
              </p14:cNvPr>
              <p14:cNvContentPartPr/>
              <p14:nvPr/>
            </p14:nvContentPartPr>
            <p14:xfrm>
              <a:off x="5582349" y="5553265"/>
              <a:ext cx="822600" cy="24480"/>
            </p14:xfrm>
          </p:contentPart>
        </mc:Choice>
        <mc:Fallback xmlns="">
          <p:pic>
            <p:nvPicPr>
              <p:cNvPr id="517" name="Cerneală 516">
                <a:extLst>
                  <a:ext uri="{FF2B5EF4-FFF2-40B4-BE49-F238E27FC236}">
                    <a16:creationId xmlns:a16="http://schemas.microsoft.com/office/drawing/2014/main" id="{4B1EA019-8BE1-4895-8787-50F599691B9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564709" y="5535625"/>
                <a:ext cx="858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24" name="Cerneală 523">
                <a:extLst>
                  <a:ext uri="{FF2B5EF4-FFF2-40B4-BE49-F238E27FC236}">
                    <a16:creationId xmlns:a16="http://schemas.microsoft.com/office/drawing/2014/main" id="{739DB1B0-C798-4C27-961E-C9648E456442}"/>
                  </a:ext>
                </a:extLst>
              </p14:cNvPr>
              <p14:cNvContentPartPr/>
              <p14:nvPr/>
            </p14:nvContentPartPr>
            <p14:xfrm>
              <a:off x="7415829" y="5141065"/>
              <a:ext cx="290520" cy="333000"/>
            </p14:xfrm>
          </p:contentPart>
        </mc:Choice>
        <mc:Fallback xmlns="">
          <p:pic>
            <p:nvPicPr>
              <p:cNvPr id="524" name="Cerneală 523">
                <a:extLst>
                  <a:ext uri="{FF2B5EF4-FFF2-40B4-BE49-F238E27FC236}">
                    <a16:creationId xmlns:a16="http://schemas.microsoft.com/office/drawing/2014/main" id="{739DB1B0-C798-4C27-961E-C9648E45644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398189" y="5123425"/>
                <a:ext cx="32616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25" name="Cerneală 524">
                <a:extLst>
                  <a:ext uri="{FF2B5EF4-FFF2-40B4-BE49-F238E27FC236}">
                    <a16:creationId xmlns:a16="http://schemas.microsoft.com/office/drawing/2014/main" id="{07C3B661-4917-44CB-919F-F893E32B1A0E}"/>
                  </a:ext>
                </a:extLst>
              </p14:cNvPr>
              <p14:cNvContentPartPr/>
              <p14:nvPr/>
            </p14:nvContentPartPr>
            <p14:xfrm>
              <a:off x="6552189" y="5244025"/>
              <a:ext cx="103680" cy="209520"/>
            </p14:xfrm>
          </p:contentPart>
        </mc:Choice>
        <mc:Fallback xmlns="">
          <p:pic>
            <p:nvPicPr>
              <p:cNvPr id="525" name="Cerneală 524">
                <a:extLst>
                  <a:ext uri="{FF2B5EF4-FFF2-40B4-BE49-F238E27FC236}">
                    <a16:creationId xmlns:a16="http://schemas.microsoft.com/office/drawing/2014/main" id="{07C3B661-4917-44CB-919F-F893E32B1A0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34549" y="5226355"/>
                <a:ext cx="139320" cy="24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26" name="Cerneală 525">
                <a:extLst>
                  <a:ext uri="{FF2B5EF4-FFF2-40B4-BE49-F238E27FC236}">
                    <a16:creationId xmlns:a16="http://schemas.microsoft.com/office/drawing/2014/main" id="{9C06DB7B-ADF4-4DD0-9208-708A43DD10D9}"/>
                  </a:ext>
                </a:extLst>
              </p14:cNvPr>
              <p14:cNvContentPartPr/>
              <p14:nvPr/>
            </p14:nvContentPartPr>
            <p14:xfrm>
              <a:off x="5635989" y="5120185"/>
              <a:ext cx="565560" cy="361800"/>
            </p14:xfrm>
          </p:contentPart>
        </mc:Choice>
        <mc:Fallback xmlns="">
          <p:pic>
            <p:nvPicPr>
              <p:cNvPr id="526" name="Cerneală 525">
                <a:extLst>
                  <a:ext uri="{FF2B5EF4-FFF2-40B4-BE49-F238E27FC236}">
                    <a16:creationId xmlns:a16="http://schemas.microsoft.com/office/drawing/2014/main" id="{9C06DB7B-ADF4-4DD0-9208-708A43DD10D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617989" y="5102545"/>
                <a:ext cx="60120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34" name="Cerneală 533">
                <a:extLst>
                  <a:ext uri="{FF2B5EF4-FFF2-40B4-BE49-F238E27FC236}">
                    <a16:creationId xmlns:a16="http://schemas.microsoft.com/office/drawing/2014/main" id="{FD91AD8C-D5AA-46F3-9885-39D964AE6432}"/>
                  </a:ext>
                </a:extLst>
              </p14:cNvPr>
              <p14:cNvContentPartPr/>
              <p14:nvPr/>
            </p14:nvContentPartPr>
            <p14:xfrm>
              <a:off x="9475749" y="5043505"/>
              <a:ext cx="194400" cy="424440"/>
            </p14:xfrm>
          </p:contentPart>
        </mc:Choice>
        <mc:Fallback xmlns="">
          <p:pic>
            <p:nvPicPr>
              <p:cNvPr id="534" name="Cerneală 533">
                <a:extLst>
                  <a:ext uri="{FF2B5EF4-FFF2-40B4-BE49-F238E27FC236}">
                    <a16:creationId xmlns:a16="http://schemas.microsoft.com/office/drawing/2014/main" id="{FD91AD8C-D5AA-46F3-9885-39D964AE643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57749" y="5025865"/>
                <a:ext cx="23004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46" name="Cerneală 545">
                <a:extLst>
                  <a:ext uri="{FF2B5EF4-FFF2-40B4-BE49-F238E27FC236}">
                    <a16:creationId xmlns:a16="http://schemas.microsoft.com/office/drawing/2014/main" id="{E47192E1-5BA3-4223-9E44-1AFDC3C98C73}"/>
                  </a:ext>
                </a:extLst>
              </p14:cNvPr>
              <p14:cNvContentPartPr/>
              <p14:nvPr/>
            </p14:nvContentPartPr>
            <p14:xfrm>
              <a:off x="9504909" y="5678905"/>
              <a:ext cx="148680" cy="436320"/>
            </p14:xfrm>
          </p:contentPart>
        </mc:Choice>
        <mc:Fallback xmlns="">
          <p:pic>
            <p:nvPicPr>
              <p:cNvPr id="546" name="Cerneală 545">
                <a:extLst>
                  <a:ext uri="{FF2B5EF4-FFF2-40B4-BE49-F238E27FC236}">
                    <a16:creationId xmlns:a16="http://schemas.microsoft.com/office/drawing/2014/main" id="{E47192E1-5BA3-4223-9E44-1AFDC3C98C7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486909" y="5660905"/>
                <a:ext cx="18432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47" name="Cerneală 546">
                <a:extLst>
                  <a:ext uri="{FF2B5EF4-FFF2-40B4-BE49-F238E27FC236}">
                    <a16:creationId xmlns:a16="http://schemas.microsoft.com/office/drawing/2014/main" id="{FCF30C62-58C7-4DA1-8111-D00B5DF78E50}"/>
                  </a:ext>
                </a:extLst>
              </p14:cNvPr>
              <p14:cNvContentPartPr/>
              <p14:nvPr/>
            </p14:nvContentPartPr>
            <p14:xfrm>
              <a:off x="8941869" y="5750905"/>
              <a:ext cx="382320" cy="291240"/>
            </p14:xfrm>
          </p:contentPart>
        </mc:Choice>
        <mc:Fallback xmlns="">
          <p:pic>
            <p:nvPicPr>
              <p:cNvPr id="547" name="Cerneală 546">
                <a:extLst>
                  <a:ext uri="{FF2B5EF4-FFF2-40B4-BE49-F238E27FC236}">
                    <a16:creationId xmlns:a16="http://schemas.microsoft.com/office/drawing/2014/main" id="{FCF30C62-58C7-4DA1-8111-D00B5DF78E5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923886" y="5732927"/>
                <a:ext cx="417926" cy="326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48" name="Cerneală 547">
                <a:extLst>
                  <a:ext uri="{FF2B5EF4-FFF2-40B4-BE49-F238E27FC236}">
                    <a16:creationId xmlns:a16="http://schemas.microsoft.com/office/drawing/2014/main" id="{50818ECC-2B66-4063-A46E-9BAC74922B26}"/>
                  </a:ext>
                </a:extLst>
              </p14:cNvPr>
              <p14:cNvContentPartPr/>
              <p14:nvPr/>
            </p14:nvContentPartPr>
            <p14:xfrm>
              <a:off x="8064909" y="5645065"/>
              <a:ext cx="534960" cy="456480"/>
            </p14:xfrm>
          </p:contentPart>
        </mc:Choice>
        <mc:Fallback xmlns="">
          <p:pic>
            <p:nvPicPr>
              <p:cNvPr id="548" name="Cerneală 547">
                <a:extLst>
                  <a:ext uri="{FF2B5EF4-FFF2-40B4-BE49-F238E27FC236}">
                    <a16:creationId xmlns:a16="http://schemas.microsoft.com/office/drawing/2014/main" id="{50818ECC-2B66-4063-A46E-9BAC74922B2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047269" y="5627065"/>
                <a:ext cx="57060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49" name="Cerneală 548">
                <a:extLst>
                  <a:ext uri="{FF2B5EF4-FFF2-40B4-BE49-F238E27FC236}">
                    <a16:creationId xmlns:a16="http://schemas.microsoft.com/office/drawing/2014/main" id="{F4B67FDF-7892-4A46-80A3-724C460F8392}"/>
                  </a:ext>
                </a:extLst>
              </p14:cNvPr>
              <p14:cNvContentPartPr/>
              <p14:nvPr/>
            </p14:nvContentPartPr>
            <p14:xfrm>
              <a:off x="7512309" y="5750545"/>
              <a:ext cx="295560" cy="343800"/>
            </p14:xfrm>
          </p:contentPart>
        </mc:Choice>
        <mc:Fallback xmlns="">
          <p:pic>
            <p:nvPicPr>
              <p:cNvPr id="549" name="Cerneală 548">
                <a:extLst>
                  <a:ext uri="{FF2B5EF4-FFF2-40B4-BE49-F238E27FC236}">
                    <a16:creationId xmlns:a16="http://schemas.microsoft.com/office/drawing/2014/main" id="{F4B67FDF-7892-4A46-80A3-724C460F839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494669" y="5732564"/>
                <a:ext cx="331200" cy="3794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50" name="Cerneală 549">
                <a:extLst>
                  <a:ext uri="{FF2B5EF4-FFF2-40B4-BE49-F238E27FC236}">
                    <a16:creationId xmlns:a16="http://schemas.microsoft.com/office/drawing/2014/main" id="{3A2B009B-DD65-4A40-8D4E-B00A56A5839E}"/>
                  </a:ext>
                </a:extLst>
              </p14:cNvPr>
              <p14:cNvContentPartPr/>
              <p14:nvPr/>
            </p14:nvContentPartPr>
            <p14:xfrm>
              <a:off x="8941869" y="5130265"/>
              <a:ext cx="403920" cy="256680"/>
            </p14:xfrm>
          </p:contentPart>
        </mc:Choice>
        <mc:Fallback xmlns="">
          <p:pic>
            <p:nvPicPr>
              <p:cNvPr id="550" name="Cerneală 549">
                <a:extLst>
                  <a:ext uri="{FF2B5EF4-FFF2-40B4-BE49-F238E27FC236}">
                    <a16:creationId xmlns:a16="http://schemas.microsoft.com/office/drawing/2014/main" id="{3A2B009B-DD65-4A40-8D4E-B00A56A5839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923869" y="5112240"/>
                <a:ext cx="439560" cy="292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51" name="Cerneală 550">
                <a:extLst>
                  <a:ext uri="{FF2B5EF4-FFF2-40B4-BE49-F238E27FC236}">
                    <a16:creationId xmlns:a16="http://schemas.microsoft.com/office/drawing/2014/main" id="{28A40141-3B14-4AB5-B6E7-4940C83B6266}"/>
                  </a:ext>
                </a:extLst>
              </p14:cNvPr>
              <p14:cNvContentPartPr/>
              <p14:nvPr/>
            </p14:nvContentPartPr>
            <p14:xfrm>
              <a:off x="7987149" y="5043505"/>
              <a:ext cx="579960" cy="477000"/>
            </p14:xfrm>
          </p:contentPart>
        </mc:Choice>
        <mc:Fallback xmlns="">
          <p:pic>
            <p:nvPicPr>
              <p:cNvPr id="551" name="Cerneală 550">
                <a:extLst>
                  <a:ext uri="{FF2B5EF4-FFF2-40B4-BE49-F238E27FC236}">
                    <a16:creationId xmlns:a16="http://schemas.microsoft.com/office/drawing/2014/main" id="{28A40141-3B14-4AB5-B6E7-4940C83B626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969509" y="5025865"/>
                <a:ext cx="615600" cy="51264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reptunghi 31">
            <a:extLst>
              <a:ext uri="{FF2B5EF4-FFF2-40B4-BE49-F238E27FC236}">
                <a16:creationId xmlns:a16="http://schemas.microsoft.com/office/drawing/2014/main" id="{86E4E0B9-92B9-4292-ACF5-2DB6DD85FF63}"/>
              </a:ext>
            </a:extLst>
          </p:cNvPr>
          <p:cNvSpPr/>
          <p:nvPr/>
        </p:nvSpPr>
        <p:spPr>
          <a:xfrm>
            <a:off x="335343" y="4575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3155766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217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78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69E1520-7E0B-481D-A16C-2E01302953F8}"/>
              </a:ext>
            </a:extLst>
          </p:cNvPr>
          <p:cNvSpPr/>
          <p:nvPr/>
        </p:nvSpPr>
        <p:spPr>
          <a:xfrm>
            <a:off x="243903" y="137196"/>
            <a:ext cx="83209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3. Utilizarea MUX în implementarea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</a:rPr>
              <a:t>funcţiilor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 binare</a:t>
            </a:r>
            <a:endParaRPr lang="en-US" b="1" dirty="0">
              <a:latin typeface="Tahoma" panose="020B0604030504040204" pitchFamily="34" charset="0"/>
              <a:ea typeface="Times New Roman" panose="02020603050405020304" pitchFamily="18" charset="0"/>
            </a:endParaRPr>
          </a:p>
          <a:p>
            <a:r>
              <a:rPr lang="en-US" b="1" dirty="0"/>
              <a:t>      </a:t>
            </a:r>
            <a:r>
              <a:rPr lang="ro-RO" b="1" dirty="0"/>
              <a:t>Numărul intrărilor de </a:t>
            </a:r>
            <a:r>
              <a:rPr lang="ro-RO" b="1" dirty="0" err="1"/>
              <a:t>selecţie</a:t>
            </a:r>
            <a:r>
              <a:rPr lang="ro-RO" b="1" dirty="0"/>
              <a:t> este mai mic decât numărul variabilelor </a:t>
            </a:r>
            <a:r>
              <a:rPr lang="ro-RO" b="1" dirty="0" err="1"/>
              <a:t>funcţiei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E9E46542-42BC-49E0-B84C-B2C72F5E7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23" y="1143025"/>
            <a:ext cx="9966851" cy="4660029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0567555-3140-4324-A835-118903CCD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1600220"/>
            <a:ext cx="1761874" cy="274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86430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69E1520-7E0B-481D-A16C-2E01302953F8}"/>
              </a:ext>
            </a:extLst>
          </p:cNvPr>
          <p:cNvSpPr/>
          <p:nvPr/>
        </p:nvSpPr>
        <p:spPr>
          <a:xfrm>
            <a:off x="243903" y="137196"/>
            <a:ext cx="83209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3. Utilizarea MUX în implementarea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</a:rPr>
              <a:t>funcţiilor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 binare</a:t>
            </a:r>
            <a:endParaRPr lang="en-US" b="1" dirty="0">
              <a:latin typeface="Tahoma" panose="020B0604030504040204" pitchFamily="34" charset="0"/>
              <a:ea typeface="Times New Roman" panose="02020603050405020304" pitchFamily="18" charset="0"/>
            </a:endParaRPr>
          </a:p>
          <a:p>
            <a:r>
              <a:rPr lang="en-US" b="1" dirty="0"/>
              <a:t>      </a:t>
            </a:r>
            <a:r>
              <a:rPr lang="ro-RO" b="1" dirty="0"/>
              <a:t>Numărul intrărilor de </a:t>
            </a:r>
            <a:r>
              <a:rPr lang="ro-RO" b="1" dirty="0" err="1"/>
              <a:t>selecţie</a:t>
            </a:r>
            <a:r>
              <a:rPr lang="ro-RO" b="1" dirty="0"/>
              <a:t> este mai mic decât numărul variabilelor </a:t>
            </a:r>
            <a:r>
              <a:rPr lang="ro-RO" b="1" dirty="0" err="1"/>
              <a:t>funcţiei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0567555-3140-4324-A835-118903CCD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1600220"/>
            <a:ext cx="1761874" cy="274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3CC6E69-E618-4B5E-9556-4DDE292B2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123" y="1143025"/>
            <a:ext cx="98583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881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69E1520-7E0B-481D-A16C-2E01302953F8}"/>
              </a:ext>
            </a:extLst>
          </p:cNvPr>
          <p:cNvSpPr/>
          <p:nvPr/>
        </p:nvSpPr>
        <p:spPr>
          <a:xfrm>
            <a:off x="243903" y="137196"/>
            <a:ext cx="83209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3. Utilizarea MUX în implementarea </a:t>
            </a:r>
            <a:r>
              <a:rPr lang="ro-RO" b="1" dirty="0" err="1">
                <a:latin typeface="Tahoma" panose="020B0604030504040204" pitchFamily="34" charset="0"/>
                <a:ea typeface="Times New Roman" panose="02020603050405020304" pitchFamily="18" charset="0"/>
              </a:rPr>
              <a:t>funcţiilor</a:t>
            </a:r>
            <a:r>
              <a:rPr lang="ro-RO" b="1" dirty="0">
                <a:latin typeface="Tahoma" panose="020B0604030504040204" pitchFamily="34" charset="0"/>
                <a:ea typeface="Times New Roman" panose="02020603050405020304" pitchFamily="18" charset="0"/>
              </a:rPr>
              <a:t> binare</a:t>
            </a:r>
            <a:endParaRPr lang="en-US" b="1" dirty="0">
              <a:latin typeface="Tahoma" panose="020B0604030504040204" pitchFamily="34" charset="0"/>
              <a:ea typeface="Times New Roman" panose="02020603050405020304" pitchFamily="18" charset="0"/>
            </a:endParaRPr>
          </a:p>
          <a:p>
            <a:r>
              <a:rPr lang="en-US" b="1" dirty="0"/>
              <a:t>      </a:t>
            </a:r>
            <a:r>
              <a:rPr lang="ro-RO" b="1" dirty="0"/>
              <a:t>Numărul intrărilor de </a:t>
            </a:r>
            <a:r>
              <a:rPr lang="ro-RO" b="1" dirty="0" err="1"/>
              <a:t>selecţie</a:t>
            </a:r>
            <a:r>
              <a:rPr lang="ro-RO" b="1" dirty="0"/>
              <a:t> este mai mic decât numărul variabilelor </a:t>
            </a:r>
            <a:r>
              <a:rPr lang="ro-RO" b="1" dirty="0" err="1"/>
              <a:t>funcţiei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0567555-3140-4324-A835-118903CCD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1600220"/>
            <a:ext cx="1761874" cy="274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0C87616C-1D5C-429D-941B-9235BE941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903" y="1965976"/>
            <a:ext cx="1428750" cy="21240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C1D866C3-AF15-43F0-AE33-A417DABA8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951" y="1783098"/>
            <a:ext cx="3931877" cy="295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60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4121</TotalTime>
  <Words>427</Words>
  <Application>Microsoft Office PowerPoint</Application>
  <PresentationFormat>Ecran lat</PresentationFormat>
  <Paragraphs>103</Paragraphs>
  <Slides>51</Slides>
  <Notes>0</Notes>
  <HiddenSlides>0</HiddenSlides>
  <MMClips>0</MMClips>
  <ScaleCrop>false</ScaleCrop>
  <HeadingPairs>
    <vt:vector size="8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Servere OLE încorporate</vt:lpstr>
      </vt:variant>
      <vt:variant>
        <vt:i4>1</vt:i4>
      </vt:variant>
      <vt:variant>
        <vt:lpstr>Titluri diapozitive</vt:lpstr>
      </vt:variant>
      <vt:variant>
        <vt:i4>51</vt:i4>
      </vt:variant>
    </vt:vector>
  </HeadingPairs>
  <TitlesOfParts>
    <vt:vector size="59" baseType="lpstr">
      <vt:lpstr>Arial</vt:lpstr>
      <vt:lpstr>Calibri</vt:lpstr>
      <vt:lpstr>Calibri Light</vt:lpstr>
      <vt:lpstr>Symbol</vt:lpstr>
      <vt:lpstr>Tahoma</vt:lpstr>
      <vt:lpstr>Times New Roman</vt:lpstr>
      <vt:lpstr>Temă Office</vt:lpstr>
      <vt:lpstr>Bitmap Image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227</cp:revision>
  <dcterms:created xsi:type="dcterms:W3CDTF">2020-09-24T15:20:51Z</dcterms:created>
  <dcterms:modified xsi:type="dcterms:W3CDTF">2024-10-31T05:52:59Z</dcterms:modified>
</cp:coreProperties>
</file>